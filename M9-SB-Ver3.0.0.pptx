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svg" ContentType="image/svg+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theme/theme2.xml" ContentType="application/vnd.openxmlformats-officedocument.them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tags/tag62.xml" ContentType="application/vnd.openxmlformats-officedocument.presentationml.tags+xml"/>
  <Override PartName="/ppt/notesSlides/notesSlide6.xml" ContentType="application/vnd.openxmlformats-officedocument.presentationml.notesSlide+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tags/tag66.xml" ContentType="application/vnd.openxmlformats-officedocument.presentationml.tags+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60" r:id="rId2"/>
  </p:sldMasterIdLst>
  <p:notesMasterIdLst>
    <p:notesMasterId r:id="rId274"/>
  </p:notesMasterIdLst>
  <p:handoutMasterIdLst>
    <p:handoutMasterId r:id="rId275"/>
  </p:handoutMasterIdLst>
  <p:sldIdLst>
    <p:sldId id="256" r:id="rId3"/>
    <p:sldId id="556" r:id="rId4"/>
    <p:sldId id="555" r:id="rId5"/>
    <p:sldId id="563" r:id="rId6"/>
    <p:sldId id="258" r:id="rId7"/>
    <p:sldId id="317" r:id="rId8"/>
    <p:sldId id="259" r:id="rId9"/>
    <p:sldId id="461" r:id="rId10"/>
    <p:sldId id="275" r:id="rId11"/>
    <p:sldId id="462" r:id="rId12"/>
    <p:sldId id="425" r:id="rId13"/>
    <p:sldId id="463" r:id="rId14"/>
    <p:sldId id="426" r:id="rId15"/>
    <p:sldId id="464" r:id="rId16"/>
    <p:sldId id="427" r:id="rId17"/>
    <p:sldId id="429" r:id="rId18"/>
    <p:sldId id="430" r:id="rId19"/>
    <p:sldId id="431" r:id="rId20"/>
    <p:sldId id="318" r:id="rId21"/>
    <p:sldId id="380" r:id="rId22"/>
    <p:sldId id="381" r:id="rId23"/>
    <p:sldId id="521" r:id="rId24"/>
    <p:sldId id="522" r:id="rId25"/>
    <p:sldId id="523" r:id="rId26"/>
    <p:sldId id="524" r:id="rId27"/>
    <p:sldId id="525" r:id="rId28"/>
    <p:sldId id="465" r:id="rId29"/>
    <p:sldId id="276" r:id="rId30"/>
    <p:sldId id="283" r:id="rId31"/>
    <p:sldId id="278" r:id="rId32"/>
    <p:sldId id="385" r:id="rId33"/>
    <p:sldId id="470" r:id="rId34"/>
    <p:sldId id="386" r:id="rId35"/>
    <p:sldId id="387" r:id="rId36"/>
    <p:sldId id="277" r:id="rId37"/>
    <p:sldId id="284" r:id="rId38"/>
    <p:sldId id="280" r:id="rId39"/>
    <p:sldId id="282" r:id="rId40"/>
    <p:sldId id="472" r:id="rId41"/>
    <p:sldId id="480" r:id="rId42"/>
    <p:sldId id="481" r:id="rId43"/>
    <p:sldId id="482" r:id="rId44"/>
    <p:sldId id="483" r:id="rId45"/>
    <p:sldId id="473" r:id="rId46"/>
    <p:sldId id="484" r:id="rId47"/>
    <p:sldId id="474" r:id="rId48"/>
    <p:sldId id="475" r:id="rId49"/>
    <p:sldId id="478" r:id="rId50"/>
    <p:sldId id="531" r:id="rId51"/>
    <p:sldId id="532" r:id="rId52"/>
    <p:sldId id="529" r:id="rId53"/>
    <p:sldId id="476" r:id="rId54"/>
    <p:sldId id="479" r:id="rId55"/>
    <p:sldId id="477" r:id="rId56"/>
    <p:sldId id="511" r:id="rId57"/>
    <p:sldId id="512" r:id="rId58"/>
    <p:sldId id="513" r:id="rId59"/>
    <p:sldId id="514" r:id="rId60"/>
    <p:sldId id="515" r:id="rId61"/>
    <p:sldId id="516" r:id="rId62"/>
    <p:sldId id="517" r:id="rId63"/>
    <p:sldId id="518" r:id="rId64"/>
    <p:sldId id="519" r:id="rId65"/>
    <p:sldId id="520" r:id="rId66"/>
    <p:sldId id="271" r:id="rId67"/>
    <p:sldId id="319" r:id="rId68"/>
    <p:sldId id="286" r:id="rId69"/>
    <p:sldId id="320" r:id="rId70"/>
    <p:sldId id="287" r:id="rId71"/>
    <p:sldId id="290" r:id="rId72"/>
    <p:sldId id="322" r:id="rId73"/>
    <p:sldId id="527" r:id="rId74"/>
    <p:sldId id="528" r:id="rId75"/>
    <p:sldId id="526" r:id="rId76"/>
    <p:sldId id="292" r:id="rId77"/>
    <p:sldId id="306" r:id="rId78"/>
    <p:sldId id="293" r:id="rId79"/>
    <p:sldId id="466" r:id="rId80"/>
    <p:sldId id="310" r:id="rId81"/>
    <p:sldId id="311" r:id="rId82"/>
    <p:sldId id="554" r:id="rId83"/>
    <p:sldId id="312" r:id="rId84"/>
    <p:sldId id="313" r:id="rId85"/>
    <p:sldId id="314" r:id="rId86"/>
    <p:sldId id="566" r:id="rId87"/>
    <p:sldId id="315" r:id="rId88"/>
    <p:sldId id="553" r:id="rId89"/>
    <p:sldId id="316" r:id="rId90"/>
    <p:sldId id="309" r:id="rId91"/>
    <p:sldId id="325" r:id="rId92"/>
    <p:sldId id="493" r:id="rId93"/>
    <p:sldId id="326" r:id="rId94"/>
    <p:sldId id="388" r:id="rId95"/>
    <p:sldId id="327" r:id="rId96"/>
    <p:sldId id="332" r:id="rId97"/>
    <p:sldId id="333" r:id="rId98"/>
    <p:sldId id="389" r:id="rId99"/>
    <p:sldId id="390" r:id="rId100"/>
    <p:sldId id="334" r:id="rId101"/>
    <p:sldId id="391" r:id="rId102"/>
    <p:sldId id="392" r:id="rId103"/>
    <p:sldId id="491" r:id="rId104"/>
    <p:sldId id="330" r:id="rId105"/>
    <p:sldId id="492" r:id="rId106"/>
    <p:sldId id="328" r:id="rId107"/>
    <p:sldId id="336" r:id="rId108"/>
    <p:sldId id="337" r:id="rId109"/>
    <p:sldId id="490" r:id="rId110"/>
    <p:sldId id="321" r:id="rId111"/>
    <p:sldId id="299" r:id="rId112"/>
    <p:sldId id="298" r:id="rId113"/>
    <p:sldId id="341" r:id="rId114"/>
    <p:sldId id="288" r:id="rId115"/>
    <p:sldId id="289" r:id="rId116"/>
    <p:sldId id="469" r:id="rId117"/>
    <p:sldId id="291" r:id="rId118"/>
    <p:sldId id="405" r:id="rId119"/>
    <p:sldId id="302" r:id="rId120"/>
    <p:sldId id="303" r:id="rId121"/>
    <p:sldId id="406" r:id="rId122"/>
    <p:sldId id="304" r:id="rId123"/>
    <p:sldId id="305" r:id="rId124"/>
    <p:sldId id="338" r:id="rId125"/>
    <p:sldId id="339" r:id="rId126"/>
    <p:sldId id="340" r:id="rId127"/>
    <p:sldId id="342" r:id="rId128"/>
    <p:sldId id="323" r:id="rId129"/>
    <p:sldId id="537" r:id="rId130"/>
    <p:sldId id="538" r:id="rId131"/>
    <p:sldId id="539" r:id="rId132"/>
    <p:sldId id="541" r:id="rId133"/>
    <p:sldId id="542" r:id="rId134"/>
    <p:sldId id="543" r:id="rId135"/>
    <p:sldId id="545" r:id="rId136"/>
    <p:sldId id="544" r:id="rId137"/>
    <p:sldId id="540" r:id="rId138"/>
    <p:sldId id="536" r:id="rId139"/>
    <p:sldId id="324" r:id="rId140"/>
    <p:sldId id="433" r:id="rId141"/>
    <p:sldId id="432" r:id="rId142"/>
    <p:sldId id="434" r:id="rId143"/>
    <p:sldId id="435" r:id="rId144"/>
    <p:sldId id="445" r:id="rId145"/>
    <p:sldId id="443" r:id="rId146"/>
    <p:sldId id="437" r:id="rId147"/>
    <p:sldId id="438" r:id="rId148"/>
    <p:sldId id="439" r:id="rId149"/>
    <p:sldId id="440" r:id="rId150"/>
    <p:sldId id="444" r:id="rId151"/>
    <p:sldId id="442" r:id="rId152"/>
    <p:sldId id="447" r:id="rId153"/>
    <p:sldId id="448" r:id="rId154"/>
    <p:sldId id="449" r:id="rId155"/>
    <p:sldId id="451" r:id="rId156"/>
    <p:sldId id="453" r:id="rId157"/>
    <p:sldId id="452" r:id="rId158"/>
    <p:sldId id="454" r:id="rId159"/>
    <p:sldId id="455" r:id="rId160"/>
    <p:sldId id="456" r:id="rId161"/>
    <p:sldId id="457" r:id="rId162"/>
    <p:sldId id="458" r:id="rId163"/>
    <p:sldId id="459" r:id="rId164"/>
    <p:sldId id="460" r:id="rId165"/>
    <p:sldId id="384" r:id="rId166"/>
    <p:sldId id="382" r:id="rId167"/>
    <p:sldId id="383" r:id="rId168"/>
    <p:sldId id="393" r:id="rId169"/>
    <p:sldId id="547" r:id="rId170"/>
    <p:sldId id="549" r:id="rId171"/>
    <p:sldId id="550" r:id="rId172"/>
    <p:sldId id="557" r:id="rId173"/>
    <p:sldId id="558" r:id="rId174"/>
    <p:sldId id="560" r:id="rId175"/>
    <p:sldId id="561" r:id="rId176"/>
    <p:sldId id="562" r:id="rId177"/>
    <p:sldId id="564" r:id="rId178"/>
    <p:sldId id="546" r:id="rId179"/>
    <p:sldId id="422" r:id="rId180"/>
    <p:sldId id="423" r:id="rId181"/>
    <p:sldId id="424" r:id="rId182"/>
    <p:sldId id="489" r:id="rId183"/>
    <p:sldId id="413" r:id="rId184"/>
    <p:sldId id="410" r:id="rId185"/>
    <p:sldId id="411" r:id="rId186"/>
    <p:sldId id="412" r:id="rId187"/>
    <p:sldId id="488" r:id="rId188"/>
    <p:sldId id="394" r:id="rId189"/>
    <p:sldId id="565" r:id="rId190"/>
    <p:sldId id="533" r:id="rId191"/>
    <p:sldId id="534" r:id="rId192"/>
    <p:sldId id="535" r:id="rId193"/>
    <p:sldId id="530" r:id="rId194"/>
    <p:sldId id="395" r:id="rId195"/>
    <p:sldId id="396" r:id="rId196"/>
    <p:sldId id="397" r:id="rId197"/>
    <p:sldId id="398" r:id="rId198"/>
    <p:sldId id="399" r:id="rId199"/>
    <p:sldId id="400" r:id="rId200"/>
    <p:sldId id="401" r:id="rId201"/>
    <p:sldId id="403" r:id="rId202"/>
    <p:sldId id="402" r:id="rId203"/>
    <p:sldId id="404" r:id="rId204"/>
    <p:sldId id="487" r:id="rId205"/>
    <p:sldId id="407" r:id="rId206"/>
    <p:sldId id="408" r:id="rId207"/>
    <p:sldId id="409" r:id="rId208"/>
    <p:sldId id="485" r:id="rId209"/>
    <p:sldId id="486" r:id="rId210"/>
    <p:sldId id="266" r:id="rId211"/>
    <p:sldId id="344" r:id="rId212"/>
    <p:sldId id="285" r:id="rId213"/>
    <p:sldId id="567" r:id="rId214"/>
    <p:sldId id="345" r:id="rId215"/>
    <p:sldId id="346" r:id="rId216"/>
    <p:sldId id="348" r:id="rId217"/>
    <p:sldId id="349" r:id="rId218"/>
    <p:sldId id="350" r:id="rId219"/>
    <p:sldId id="378" r:id="rId220"/>
    <p:sldId id="353" r:id="rId221"/>
    <p:sldId id="354" r:id="rId222"/>
    <p:sldId id="355" r:id="rId223"/>
    <p:sldId id="356" r:id="rId224"/>
    <p:sldId id="357" r:id="rId225"/>
    <p:sldId id="358" r:id="rId226"/>
    <p:sldId id="359" r:id="rId227"/>
    <p:sldId id="551" r:id="rId228"/>
    <p:sldId id="552" r:id="rId229"/>
    <p:sldId id="360" r:id="rId230"/>
    <p:sldId id="361" r:id="rId231"/>
    <p:sldId id="362" r:id="rId232"/>
    <p:sldId id="363" r:id="rId233"/>
    <p:sldId id="379" r:id="rId234"/>
    <p:sldId id="364" r:id="rId235"/>
    <p:sldId id="365" r:id="rId236"/>
    <p:sldId id="368" r:id="rId237"/>
    <p:sldId id="367" r:id="rId238"/>
    <p:sldId id="375" r:id="rId239"/>
    <p:sldId id="376" r:id="rId240"/>
    <p:sldId id="377" r:id="rId241"/>
    <p:sldId id="366" r:id="rId242"/>
    <p:sldId id="369" r:id="rId243"/>
    <p:sldId id="370" r:id="rId244"/>
    <p:sldId id="372" r:id="rId245"/>
    <p:sldId id="351" r:id="rId246"/>
    <p:sldId id="373" r:id="rId247"/>
    <p:sldId id="374" r:id="rId248"/>
    <p:sldId id="414" r:id="rId249"/>
    <p:sldId id="467" r:id="rId250"/>
    <p:sldId id="416" r:id="rId251"/>
    <p:sldId id="468" r:id="rId252"/>
    <p:sldId id="417" r:id="rId253"/>
    <p:sldId id="419" r:id="rId254"/>
    <p:sldId id="420" r:id="rId255"/>
    <p:sldId id="418" r:id="rId256"/>
    <p:sldId id="421" r:id="rId257"/>
    <p:sldId id="494" r:id="rId258"/>
    <p:sldId id="495" r:id="rId259"/>
    <p:sldId id="496" r:id="rId260"/>
    <p:sldId id="509" r:id="rId261"/>
    <p:sldId id="500" r:id="rId262"/>
    <p:sldId id="497" r:id="rId263"/>
    <p:sldId id="498" r:id="rId264"/>
    <p:sldId id="506" r:id="rId265"/>
    <p:sldId id="505" r:id="rId266"/>
    <p:sldId id="504" r:id="rId267"/>
    <p:sldId id="499" r:id="rId268"/>
    <p:sldId id="503" r:id="rId269"/>
    <p:sldId id="502" r:id="rId270"/>
    <p:sldId id="501" r:id="rId271"/>
    <p:sldId id="508" r:id="rId272"/>
    <p:sldId id="352" r:id="rId273"/>
  </p:sldIdLst>
  <p:sldSz cx="12192000" cy="6858000"/>
  <p:notesSz cx="6858000" cy="9144000"/>
  <p:defaultTex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00"/>
    <a:srgbClr val="A27B00"/>
    <a:srgbClr val="FFFFFF"/>
    <a:srgbClr val="7F7F7F"/>
    <a:srgbClr val="4B525D"/>
    <a:srgbClr val="212429"/>
    <a:srgbClr val="D4DBE4"/>
    <a:srgbClr val="F5F9FD"/>
    <a:srgbClr val="ECF3FA"/>
    <a:srgbClr val="B2BECE"/>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보통 스타일 2 - 강조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D5ABB26-0587-4C30-8999-92F81FD0307C}" styleName="스타일 없음, 눈금 없음">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940675A-B579-460E-94D1-54222C63F5DA}" styleName="스타일 없음, 표 눈금">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9613" autoAdjust="0"/>
    <p:restoredTop sz="94256" autoAdjust="0"/>
  </p:normalViewPr>
  <p:slideViewPr>
    <p:cSldViewPr snapToGrid="0">
      <p:cViewPr varScale="1">
        <p:scale>
          <a:sx n="113" d="100"/>
          <a:sy n="113" d="100"/>
        </p:scale>
        <p:origin x="822" y="96"/>
      </p:cViewPr>
      <p:guideLst/>
    </p:cSldViewPr>
  </p:slideViewPr>
  <p:notesTextViewPr>
    <p:cViewPr>
      <p:scale>
        <a:sx n="1" d="1"/>
        <a:sy n="1" d="1"/>
      </p:scale>
      <p:origin x="0" y="0"/>
    </p:cViewPr>
  </p:notesTextViewPr>
  <p:notesViewPr>
    <p:cSldViewPr snapToGrid="0">
      <p:cViewPr varScale="1">
        <p:scale>
          <a:sx n="92" d="100"/>
          <a:sy n="92" d="100"/>
        </p:scale>
        <p:origin x="3732" y="72"/>
      </p:cViewPr>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5.xml"/><Relationship Id="rId21" Type="http://schemas.openxmlformats.org/officeDocument/2006/relationships/slide" Target="slides/slide19.xml"/><Relationship Id="rId63" Type="http://schemas.openxmlformats.org/officeDocument/2006/relationships/slide" Target="slides/slide61.xml"/><Relationship Id="rId159" Type="http://schemas.openxmlformats.org/officeDocument/2006/relationships/slide" Target="slides/slide157.xml"/><Relationship Id="rId170" Type="http://schemas.openxmlformats.org/officeDocument/2006/relationships/slide" Target="slides/slide168.xml"/><Relationship Id="rId226" Type="http://schemas.openxmlformats.org/officeDocument/2006/relationships/slide" Target="slides/slide224.xml"/><Relationship Id="rId268" Type="http://schemas.openxmlformats.org/officeDocument/2006/relationships/slide" Target="slides/slide266.xml"/><Relationship Id="rId32" Type="http://schemas.openxmlformats.org/officeDocument/2006/relationships/slide" Target="slides/slide30.xml"/><Relationship Id="rId74" Type="http://schemas.openxmlformats.org/officeDocument/2006/relationships/slide" Target="slides/slide72.xml"/><Relationship Id="rId128" Type="http://schemas.openxmlformats.org/officeDocument/2006/relationships/slide" Target="slides/slide126.xml"/><Relationship Id="rId5" Type="http://schemas.openxmlformats.org/officeDocument/2006/relationships/slide" Target="slides/slide3.xml"/><Relationship Id="rId181" Type="http://schemas.openxmlformats.org/officeDocument/2006/relationships/slide" Target="slides/slide179.xml"/><Relationship Id="rId237" Type="http://schemas.openxmlformats.org/officeDocument/2006/relationships/slide" Target="slides/slide235.xml"/><Relationship Id="rId258" Type="http://schemas.openxmlformats.org/officeDocument/2006/relationships/slide" Target="slides/slide256.xml"/><Relationship Id="rId279" Type="http://schemas.openxmlformats.org/officeDocument/2006/relationships/tableStyles" Target="tableStyles.xml"/><Relationship Id="rId22" Type="http://schemas.openxmlformats.org/officeDocument/2006/relationships/slide" Target="slides/slide20.xml"/><Relationship Id="rId43" Type="http://schemas.openxmlformats.org/officeDocument/2006/relationships/slide" Target="slides/slide41.xml"/><Relationship Id="rId64" Type="http://schemas.openxmlformats.org/officeDocument/2006/relationships/slide" Target="slides/slide62.xml"/><Relationship Id="rId118" Type="http://schemas.openxmlformats.org/officeDocument/2006/relationships/slide" Target="slides/slide116.xml"/><Relationship Id="rId139" Type="http://schemas.openxmlformats.org/officeDocument/2006/relationships/slide" Target="slides/slide137.xml"/><Relationship Id="rId85" Type="http://schemas.openxmlformats.org/officeDocument/2006/relationships/slide" Target="slides/slide83.xml"/><Relationship Id="rId150" Type="http://schemas.openxmlformats.org/officeDocument/2006/relationships/slide" Target="slides/slide148.xml"/><Relationship Id="rId171" Type="http://schemas.openxmlformats.org/officeDocument/2006/relationships/slide" Target="slides/slide169.xml"/><Relationship Id="rId192" Type="http://schemas.openxmlformats.org/officeDocument/2006/relationships/slide" Target="slides/slide190.xml"/><Relationship Id="rId206" Type="http://schemas.openxmlformats.org/officeDocument/2006/relationships/slide" Target="slides/slide204.xml"/><Relationship Id="rId227" Type="http://schemas.openxmlformats.org/officeDocument/2006/relationships/slide" Target="slides/slide225.xml"/><Relationship Id="rId248" Type="http://schemas.openxmlformats.org/officeDocument/2006/relationships/slide" Target="slides/slide246.xml"/><Relationship Id="rId269" Type="http://schemas.openxmlformats.org/officeDocument/2006/relationships/slide" Target="slides/slide267.xml"/><Relationship Id="rId12" Type="http://schemas.openxmlformats.org/officeDocument/2006/relationships/slide" Target="slides/slide10.xml"/><Relationship Id="rId33" Type="http://schemas.openxmlformats.org/officeDocument/2006/relationships/slide" Target="slides/slide31.xml"/><Relationship Id="rId108" Type="http://schemas.openxmlformats.org/officeDocument/2006/relationships/slide" Target="slides/slide106.xml"/><Relationship Id="rId129" Type="http://schemas.openxmlformats.org/officeDocument/2006/relationships/slide" Target="slides/slide127.xml"/><Relationship Id="rId54" Type="http://schemas.openxmlformats.org/officeDocument/2006/relationships/slide" Target="slides/slide52.xml"/><Relationship Id="rId75" Type="http://schemas.openxmlformats.org/officeDocument/2006/relationships/slide" Target="slides/slide73.xml"/><Relationship Id="rId96" Type="http://schemas.openxmlformats.org/officeDocument/2006/relationships/slide" Target="slides/slide94.xml"/><Relationship Id="rId140" Type="http://schemas.openxmlformats.org/officeDocument/2006/relationships/slide" Target="slides/slide138.xml"/><Relationship Id="rId161" Type="http://schemas.openxmlformats.org/officeDocument/2006/relationships/slide" Target="slides/slide159.xml"/><Relationship Id="rId182" Type="http://schemas.openxmlformats.org/officeDocument/2006/relationships/slide" Target="slides/slide180.xml"/><Relationship Id="rId217" Type="http://schemas.openxmlformats.org/officeDocument/2006/relationships/slide" Target="slides/slide215.xml"/><Relationship Id="rId6" Type="http://schemas.openxmlformats.org/officeDocument/2006/relationships/slide" Target="slides/slide4.xml"/><Relationship Id="rId238" Type="http://schemas.openxmlformats.org/officeDocument/2006/relationships/slide" Target="slides/slide236.xml"/><Relationship Id="rId259" Type="http://schemas.openxmlformats.org/officeDocument/2006/relationships/slide" Target="slides/slide257.xml"/><Relationship Id="rId23" Type="http://schemas.openxmlformats.org/officeDocument/2006/relationships/slide" Target="slides/slide21.xml"/><Relationship Id="rId119" Type="http://schemas.openxmlformats.org/officeDocument/2006/relationships/slide" Target="slides/slide117.xml"/><Relationship Id="rId270" Type="http://schemas.openxmlformats.org/officeDocument/2006/relationships/slide" Target="slides/slide268.xml"/><Relationship Id="rId44" Type="http://schemas.openxmlformats.org/officeDocument/2006/relationships/slide" Target="slides/slide42.xml"/><Relationship Id="rId65" Type="http://schemas.openxmlformats.org/officeDocument/2006/relationships/slide" Target="slides/slide63.xml"/><Relationship Id="rId86" Type="http://schemas.openxmlformats.org/officeDocument/2006/relationships/slide" Target="slides/slide84.xml"/><Relationship Id="rId130" Type="http://schemas.openxmlformats.org/officeDocument/2006/relationships/slide" Target="slides/slide128.xml"/><Relationship Id="rId151" Type="http://schemas.openxmlformats.org/officeDocument/2006/relationships/slide" Target="slides/slide149.xml"/><Relationship Id="rId172" Type="http://schemas.openxmlformats.org/officeDocument/2006/relationships/slide" Target="slides/slide170.xml"/><Relationship Id="rId193" Type="http://schemas.openxmlformats.org/officeDocument/2006/relationships/slide" Target="slides/slide191.xml"/><Relationship Id="rId207" Type="http://schemas.openxmlformats.org/officeDocument/2006/relationships/slide" Target="slides/slide205.xml"/><Relationship Id="rId228" Type="http://schemas.openxmlformats.org/officeDocument/2006/relationships/slide" Target="slides/slide226.xml"/><Relationship Id="rId249" Type="http://schemas.openxmlformats.org/officeDocument/2006/relationships/slide" Target="slides/slide247.xml"/><Relationship Id="rId13" Type="http://schemas.openxmlformats.org/officeDocument/2006/relationships/slide" Target="slides/slide11.xml"/><Relationship Id="rId109" Type="http://schemas.openxmlformats.org/officeDocument/2006/relationships/slide" Target="slides/slide107.xml"/><Relationship Id="rId260" Type="http://schemas.openxmlformats.org/officeDocument/2006/relationships/slide" Target="slides/slide258.xml"/><Relationship Id="rId34" Type="http://schemas.openxmlformats.org/officeDocument/2006/relationships/slide" Target="slides/slide32.xml"/><Relationship Id="rId55" Type="http://schemas.openxmlformats.org/officeDocument/2006/relationships/slide" Target="slides/slide53.xml"/><Relationship Id="rId76" Type="http://schemas.openxmlformats.org/officeDocument/2006/relationships/slide" Target="slides/slide74.xml"/><Relationship Id="rId97" Type="http://schemas.openxmlformats.org/officeDocument/2006/relationships/slide" Target="slides/slide95.xml"/><Relationship Id="rId120" Type="http://schemas.openxmlformats.org/officeDocument/2006/relationships/slide" Target="slides/slide118.xml"/><Relationship Id="rId141" Type="http://schemas.openxmlformats.org/officeDocument/2006/relationships/slide" Target="slides/slide139.xml"/><Relationship Id="rId7" Type="http://schemas.openxmlformats.org/officeDocument/2006/relationships/slide" Target="slides/slide5.xml"/><Relationship Id="rId162" Type="http://schemas.openxmlformats.org/officeDocument/2006/relationships/slide" Target="slides/slide160.xml"/><Relationship Id="rId183" Type="http://schemas.openxmlformats.org/officeDocument/2006/relationships/slide" Target="slides/slide181.xml"/><Relationship Id="rId218" Type="http://schemas.openxmlformats.org/officeDocument/2006/relationships/slide" Target="slides/slide216.xml"/><Relationship Id="rId239" Type="http://schemas.openxmlformats.org/officeDocument/2006/relationships/slide" Target="slides/slide237.xml"/><Relationship Id="rId250" Type="http://schemas.openxmlformats.org/officeDocument/2006/relationships/slide" Target="slides/slide248.xml"/><Relationship Id="rId271" Type="http://schemas.openxmlformats.org/officeDocument/2006/relationships/slide" Target="slides/slide269.xml"/><Relationship Id="rId24" Type="http://schemas.openxmlformats.org/officeDocument/2006/relationships/slide" Target="slides/slide22.xml"/><Relationship Id="rId45" Type="http://schemas.openxmlformats.org/officeDocument/2006/relationships/slide" Target="slides/slide43.xml"/><Relationship Id="rId66" Type="http://schemas.openxmlformats.org/officeDocument/2006/relationships/slide" Target="slides/slide64.xml"/><Relationship Id="rId87" Type="http://schemas.openxmlformats.org/officeDocument/2006/relationships/slide" Target="slides/slide85.xml"/><Relationship Id="rId110" Type="http://schemas.openxmlformats.org/officeDocument/2006/relationships/slide" Target="slides/slide108.xml"/><Relationship Id="rId131" Type="http://schemas.openxmlformats.org/officeDocument/2006/relationships/slide" Target="slides/slide129.xml"/><Relationship Id="rId152" Type="http://schemas.openxmlformats.org/officeDocument/2006/relationships/slide" Target="slides/slide150.xml"/><Relationship Id="rId173" Type="http://schemas.openxmlformats.org/officeDocument/2006/relationships/slide" Target="slides/slide171.xml"/><Relationship Id="rId194" Type="http://schemas.openxmlformats.org/officeDocument/2006/relationships/slide" Target="slides/slide192.xml"/><Relationship Id="rId208" Type="http://schemas.openxmlformats.org/officeDocument/2006/relationships/slide" Target="slides/slide206.xml"/><Relationship Id="rId229" Type="http://schemas.openxmlformats.org/officeDocument/2006/relationships/slide" Target="slides/slide227.xml"/><Relationship Id="rId240" Type="http://schemas.openxmlformats.org/officeDocument/2006/relationships/slide" Target="slides/slide238.xml"/><Relationship Id="rId261" Type="http://schemas.openxmlformats.org/officeDocument/2006/relationships/slide" Target="slides/slide259.xml"/><Relationship Id="rId14" Type="http://schemas.openxmlformats.org/officeDocument/2006/relationships/slide" Target="slides/slide12.xml"/><Relationship Id="rId35" Type="http://schemas.openxmlformats.org/officeDocument/2006/relationships/slide" Target="slides/slide33.xml"/><Relationship Id="rId56" Type="http://schemas.openxmlformats.org/officeDocument/2006/relationships/slide" Target="slides/slide54.xml"/><Relationship Id="rId77" Type="http://schemas.openxmlformats.org/officeDocument/2006/relationships/slide" Target="slides/slide75.xml"/><Relationship Id="rId100" Type="http://schemas.openxmlformats.org/officeDocument/2006/relationships/slide" Target="slides/slide98.xml"/><Relationship Id="rId8" Type="http://schemas.openxmlformats.org/officeDocument/2006/relationships/slide" Target="slides/slide6.xml"/><Relationship Id="rId98" Type="http://schemas.openxmlformats.org/officeDocument/2006/relationships/slide" Target="slides/slide96.xml"/><Relationship Id="rId121" Type="http://schemas.openxmlformats.org/officeDocument/2006/relationships/slide" Target="slides/slide119.xml"/><Relationship Id="rId142" Type="http://schemas.openxmlformats.org/officeDocument/2006/relationships/slide" Target="slides/slide140.xml"/><Relationship Id="rId163" Type="http://schemas.openxmlformats.org/officeDocument/2006/relationships/slide" Target="slides/slide161.xml"/><Relationship Id="rId184" Type="http://schemas.openxmlformats.org/officeDocument/2006/relationships/slide" Target="slides/slide182.xml"/><Relationship Id="rId219" Type="http://schemas.openxmlformats.org/officeDocument/2006/relationships/slide" Target="slides/slide217.xml"/><Relationship Id="rId230" Type="http://schemas.openxmlformats.org/officeDocument/2006/relationships/slide" Target="slides/slide228.xml"/><Relationship Id="rId251" Type="http://schemas.openxmlformats.org/officeDocument/2006/relationships/slide" Target="slides/slide249.xml"/><Relationship Id="rId25" Type="http://schemas.openxmlformats.org/officeDocument/2006/relationships/slide" Target="slides/slide23.xml"/><Relationship Id="rId46" Type="http://schemas.openxmlformats.org/officeDocument/2006/relationships/slide" Target="slides/slide44.xml"/><Relationship Id="rId67" Type="http://schemas.openxmlformats.org/officeDocument/2006/relationships/slide" Target="slides/slide65.xml"/><Relationship Id="rId272" Type="http://schemas.openxmlformats.org/officeDocument/2006/relationships/slide" Target="slides/slide270.xml"/><Relationship Id="rId88" Type="http://schemas.openxmlformats.org/officeDocument/2006/relationships/slide" Target="slides/slide86.xml"/><Relationship Id="rId111" Type="http://schemas.openxmlformats.org/officeDocument/2006/relationships/slide" Target="slides/slide109.xml"/><Relationship Id="rId132" Type="http://schemas.openxmlformats.org/officeDocument/2006/relationships/slide" Target="slides/slide130.xml"/><Relationship Id="rId153" Type="http://schemas.openxmlformats.org/officeDocument/2006/relationships/slide" Target="slides/slide151.xml"/><Relationship Id="rId174" Type="http://schemas.openxmlformats.org/officeDocument/2006/relationships/slide" Target="slides/slide172.xml"/><Relationship Id="rId195" Type="http://schemas.openxmlformats.org/officeDocument/2006/relationships/slide" Target="slides/slide193.xml"/><Relationship Id="rId209" Type="http://schemas.openxmlformats.org/officeDocument/2006/relationships/slide" Target="slides/slide207.xml"/><Relationship Id="rId220" Type="http://schemas.openxmlformats.org/officeDocument/2006/relationships/slide" Target="slides/slide218.xml"/><Relationship Id="rId241" Type="http://schemas.openxmlformats.org/officeDocument/2006/relationships/slide" Target="slides/slide239.xml"/><Relationship Id="rId15" Type="http://schemas.openxmlformats.org/officeDocument/2006/relationships/slide" Target="slides/slide13.xml"/><Relationship Id="rId36" Type="http://schemas.openxmlformats.org/officeDocument/2006/relationships/slide" Target="slides/slide34.xml"/><Relationship Id="rId57" Type="http://schemas.openxmlformats.org/officeDocument/2006/relationships/slide" Target="slides/slide55.xml"/><Relationship Id="rId262" Type="http://schemas.openxmlformats.org/officeDocument/2006/relationships/slide" Target="slides/slide260.xml"/><Relationship Id="rId78" Type="http://schemas.openxmlformats.org/officeDocument/2006/relationships/slide" Target="slides/slide76.xml"/><Relationship Id="rId99" Type="http://schemas.openxmlformats.org/officeDocument/2006/relationships/slide" Target="slides/slide97.xml"/><Relationship Id="rId101" Type="http://schemas.openxmlformats.org/officeDocument/2006/relationships/slide" Target="slides/slide99.xml"/><Relationship Id="rId122" Type="http://schemas.openxmlformats.org/officeDocument/2006/relationships/slide" Target="slides/slide120.xml"/><Relationship Id="rId143" Type="http://schemas.openxmlformats.org/officeDocument/2006/relationships/slide" Target="slides/slide141.xml"/><Relationship Id="rId164" Type="http://schemas.openxmlformats.org/officeDocument/2006/relationships/slide" Target="slides/slide162.xml"/><Relationship Id="rId185" Type="http://schemas.openxmlformats.org/officeDocument/2006/relationships/slide" Target="slides/slide183.xml"/><Relationship Id="rId9" Type="http://schemas.openxmlformats.org/officeDocument/2006/relationships/slide" Target="slides/slide7.xml"/><Relationship Id="rId210" Type="http://schemas.openxmlformats.org/officeDocument/2006/relationships/slide" Target="slides/slide208.xml"/><Relationship Id="rId26" Type="http://schemas.openxmlformats.org/officeDocument/2006/relationships/slide" Target="slides/slide24.xml"/><Relationship Id="rId231" Type="http://schemas.openxmlformats.org/officeDocument/2006/relationships/slide" Target="slides/slide229.xml"/><Relationship Id="rId252" Type="http://schemas.openxmlformats.org/officeDocument/2006/relationships/slide" Target="slides/slide250.xml"/><Relationship Id="rId273" Type="http://schemas.openxmlformats.org/officeDocument/2006/relationships/slide" Target="slides/slide271.xml"/><Relationship Id="rId47" Type="http://schemas.openxmlformats.org/officeDocument/2006/relationships/slide" Target="slides/slide45.xml"/><Relationship Id="rId68" Type="http://schemas.openxmlformats.org/officeDocument/2006/relationships/slide" Target="slides/slide66.xml"/><Relationship Id="rId89" Type="http://schemas.openxmlformats.org/officeDocument/2006/relationships/slide" Target="slides/slide87.xml"/><Relationship Id="rId112" Type="http://schemas.openxmlformats.org/officeDocument/2006/relationships/slide" Target="slides/slide110.xml"/><Relationship Id="rId133" Type="http://schemas.openxmlformats.org/officeDocument/2006/relationships/slide" Target="slides/slide131.xml"/><Relationship Id="rId154" Type="http://schemas.openxmlformats.org/officeDocument/2006/relationships/slide" Target="slides/slide152.xml"/><Relationship Id="rId175" Type="http://schemas.openxmlformats.org/officeDocument/2006/relationships/slide" Target="slides/slide173.xml"/><Relationship Id="rId196" Type="http://schemas.openxmlformats.org/officeDocument/2006/relationships/slide" Target="slides/slide194.xml"/><Relationship Id="rId200" Type="http://schemas.openxmlformats.org/officeDocument/2006/relationships/slide" Target="slides/slide198.xml"/><Relationship Id="rId16" Type="http://schemas.openxmlformats.org/officeDocument/2006/relationships/slide" Target="slides/slide14.xml"/><Relationship Id="rId221" Type="http://schemas.openxmlformats.org/officeDocument/2006/relationships/slide" Target="slides/slide219.xml"/><Relationship Id="rId242" Type="http://schemas.openxmlformats.org/officeDocument/2006/relationships/slide" Target="slides/slide240.xml"/><Relationship Id="rId263" Type="http://schemas.openxmlformats.org/officeDocument/2006/relationships/slide" Target="slides/slide261.xml"/><Relationship Id="rId37" Type="http://schemas.openxmlformats.org/officeDocument/2006/relationships/slide" Target="slides/slide35.xml"/><Relationship Id="rId58" Type="http://schemas.openxmlformats.org/officeDocument/2006/relationships/slide" Target="slides/slide56.xml"/><Relationship Id="rId79" Type="http://schemas.openxmlformats.org/officeDocument/2006/relationships/slide" Target="slides/slide77.xml"/><Relationship Id="rId102" Type="http://schemas.openxmlformats.org/officeDocument/2006/relationships/slide" Target="slides/slide100.xml"/><Relationship Id="rId123" Type="http://schemas.openxmlformats.org/officeDocument/2006/relationships/slide" Target="slides/slide121.xml"/><Relationship Id="rId144" Type="http://schemas.openxmlformats.org/officeDocument/2006/relationships/slide" Target="slides/slide142.xml"/><Relationship Id="rId90" Type="http://schemas.openxmlformats.org/officeDocument/2006/relationships/slide" Target="slides/slide88.xml"/><Relationship Id="rId165" Type="http://schemas.openxmlformats.org/officeDocument/2006/relationships/slide" Target="slides/slide163.xml"/><Relationship Id="rId186" Type="http://schemas.openxmlformats.org/officeDocument/2006/relationships/slide" Target="slides/slide184.xml"/><Relationship Id="rId211" Type="http://schemas.openxmlformats.org/officeDocument/2006/relationships/slide" Target="slides/slide209.xml"/><Relationship Id="rId232" Type="http://schemas.openxmlformats.org/officeDocument/2006/relationships/slide" Target="slides/slide230.xml"/><Relationship Id="rId253" Type="http://schemas.openxmlformats.org/officeDocument/2006/relationships/slide" Target="slides/slide251.xml"/><Relationship Id="rId274" Type="http://schemas.openxmlformats.org/officeDocument/2006/relationships/notesMaster" Target="notesMasters/notesMaster1.xml"/><Relationship Id="rId27" Type="http://schemas.openxmlformats.org/officeDocument/2006/relationships/slide" Target="slides/slide25.xml"/><Relationship Id="rId48" Type="http://schemas.openxmlformats.org/officeDocument/2006/relationships/slide" Target="slides/slide46.xml"/><Relationship Id="rId69" Type="http://schemas.openxmlformats.org/officeDocument/2006/relationships/slide" Target="slides/slide67.xml"/><Relationship Id="rId113" Type="http://schemas.openxmlformats.org/officeDocument/2006/relationships/slide" Target="slides/slide111.xml"/><Relationship Id="rId134" Type="http://schemas.openxmlformats.org/officeDocument/2006/relationships/slide" Target="slides/slide132.xml"/><Relationship Id="rId80" Type="http://schemas.openxmlformats.org/officeDocument/2006/relationships/slide" Target="slides/slide78.xml"/><Relationship Id="rId155" Type="http://schemas.openxmlformats.org/officeDocument/2006/relationships/slide" Target="slides/slide153.xml"/><Relationship Id="rId176" Type="http://schemas.openxmlformats.org/officeDocument/2006/relationships/slide" Target="slides/slide174.xml"/><Relationship Id="rId197" Type="http://schemas.openxmlformats.org/officeDocument/2006/relationships/slide" Target="slides/slide195.xml"/><Relationship Id="rId201" Type="http://schemas.openxmlformats.org/officeDocument/2006/relationships/slide" Target="slides/slide199.xml"/><Relationship Id="rId222" Type="http://schemas.openxmlformats.org/officeDocument/2006/relationships/slide" Target="slides/slide220.xml"/><Relationship Id="rId243" Type="http://schemas.openxmlformats.org/officeDocument/2006/relationships/slide" Target="slides/slide241.xml"/><Relationship Id="rId264" Type="http://schemas.openxmlformats.org/officeDocument/2006/relationships/slide" Target="slides/slide262.xml"/><Relationship Id="rId17" Type="http://schemas.openxmlformats.org/officeDocument/2006/relationships/slide" Target="slides/slide15.xml"/><Relationship Id="rId38" Type="http://schemas.openxmlformats.org/officeDocument/2006/relationships/slide" Target="slides/slide36.xml"/><Relationship Id="rId59" Type="http://schemas.openxmlformats.org/officeDocument/2006/relationships/slide" Target="slides/slide57.xml"/><Relationship Id="rId103" Type="http://schemas.openxmlformats.org/officeDocument/2006/relationships/slide" Target="slides/slide101.xml"/><Relationship Id="rId124" Type="http://schemas.openxmlformats.org/officeDocument/2006/relationships/slide" Target="slides/slide122.xml"/><Relationship Id="rId70" Type="http://schemas.openxmlformats.org/officeDocument/2006/relationships/slide" Target="slides/slide68.xml"/><Relationship Id="rId91" Type="http://schemas.openxmlformats.org/officeDocument/2006/relationships/slide" Target="slides/slide89.xml"/><Relationship Id="rId145" Type="http://schemas.openxmlformats.org/officeDocument/2006/relationships/slide" Target="slides/slide143.xml"/><Relationship Id="rId166" Type="http://schemas.openxmlformats.org/officeDocument/2006/relationships/slide" Target="slides/slide164.xml"/><Relationship Id="rId187" Type="http://schemas.openxmlformats.org/officeDocument/2006/relationships/slide" Target="slides/slide185.xml"/><Relationship Id="rId1" Type="http://schemas.openxmlformats.org/officeDocument/2006/relationships/slideMaster" Target="slideMasters/slideMaster1.xml"/><Relationship Id="rId212" Type="http://schemas.openxmlformats.org/officeDocument/2006/relationships/slide" Target="slides/slide210.xml"/><Relationship Id="rId233" Type="http://schemas.openxmlformats.org/officeDocument/2006/relationships/slide" Target="slides/slide231.xml"/><Relationship Id="rId254" Type="http://schemas.openxmlformats.org/officeDocument/2006/relationships/slide" Target="slides/slide252.xml"/><Relationship Id="rId28" Type="http://schemas.openxmlformats.org/officeDocument/2006/relationships/slide" Target="slides/slide26.xml"/><Relationship Id="rId49" Type="http://schemas.openxmlformats.org/officeDocument/2006/relationships/slide" Target="slides/slide47.xml"/><Relationship Id="rId114" Type="http://schemas.openxmlformats.org/officeDocument/2006/relationships/slide" Target="slides/slide112.xml"/><Relationship Id="rId275" Type="http://schemas.openxmlformats.org/officeDocument/2006/relationships/handoutMaster" Target="handoutMasters/handoutMaster1.xml"/><Relationship Id="rId60" Type="http://schemas.openxmlformats.org/officeDocument/2006/relationships/slide" Target="slides/slide58.xml"/><Relationship Id="rId81" Type="http://schemas.openxmlformats.org/officeDocument/2006/relationships/slide" Target="slides/slide79.xml"/><Relationship Id="rId135" Type="http://schemas.openxmlformats.org/officeDocument/2006/relationships/slide" Target="slides/slide133.xml"/><Relationship Id="rId156" Type="http://schemas.openxmlformats.org/officeDocument/2006/relationships/slide" Target="slides/slide154.xml"/><Relationship Id="rId177" Type="http://schemas.openxmlformats.org/officeDocument/2006/relationships/slide" Target="slides/slide175.xml"/><Relationship Id="rId198" Type="http://schemas.openxmlformats.org/officeDocument/2006/relationships/slide" Target="slides/slide196.xml"/><Relationship Id="rId202" Type="http://schemas.openxmlformats.org/officeDocument/2006/relationships/slide" Target="slides/slide200.xml"/><Relationship Id="rId223" Type="http://schemas.openxmlformats.org/officeDocument/2006/relationships/slide" Target="slides/slide221.xml"/><Relationship Id="rId244" Type="http://schemas.openxmlformats.org/officeDocument/2006/relationships/slide" Target="slides/slide242.xml"/><Relationship Id="rId18" Type="http://schemas.openxmlformats.org/officeDocument/2006/relationships/slide" Target="slides/slide16.xml"/><Relationship Id="rId39" Type="http://schemas.openxmlformats.org/officeDocument/2006/relationships/slide" Target="slides/slide37.xml"/><Relationship Id="rId265" Type="http://schemas.openxmlformats.org/officeDocument/2006/relationships/slide" Target="slides/slide263.xml"/><Relationship Id="rId50" Type="http://schemas.openxmlformats.org/officeDocument/2006/relationships/slide" Target="slides/slide48.xml"/><Relationship Id="rId104" Type="http://schemas.openxmlformats.org/officeDocument/2006/relationships/slide" Target="slides/slide102.xml"/><Relationship Id="rId125" Type="http://schemas.openxmlformats.org/officeDocument/2006/relationships/slide" Target="slides/slide123.xml"/><Relationship Id="rId146" Type="http://schemas.openxmlformats.org/officeDocument/2006/relationships/slide" Target="slides/slide144.xml"/><Relationship Id="rId167" Type="http://schemas.openxmlformats.org/officeDocument/2006/relationships/slide" Target="slides/slide165.xml"/><Relationship Id="rId188" Type="http://schemas.openxmlformats.org/officeDocument/2006/relationships/slide" Target="slides/slide186.xml"/><Relationship Id="rId71" Type="http://schemas.openxmlformats.org/officeDocument/2006/relationships/slide" Target="slides/slide69.xml"/><Relationship Id="rId92" Type="http://schemas.openxmlformats.org/officeDocument/2006/relationships/slide" Target="slides/slide90.xml"/><Relationship Id="rId213" Type="http://schemas.openxmlformats.org/officeDocument/2006/relationships/slide" Target="slides/slide211.xml"/><Relationship Id="rId234" Type="http://schemas.openxmlformats.org/officeDocument/2006/relationships/slide" Target="slides/slide232.xml"/><Relationship Id="rId2" Type="http://schemas.openxmlformats.org/officeDocument/2006/relationships/slideMaster" Target="slideMasters/slideMaster2.xml"/><Relationship Id="rId29" Type="http://schemas.openxmlformats.org/officeDocument/2006/relationships/slide" Target="slides/slide27.xml"/><Relationship Id="rId255" Type="http://schemas.openxmlformats.org/officeDocument/2006/relationships/slide" Target="slides/slide253.xml"/><Relationship Id="rId276" Type="http://schemas.openxmlformats.org/officeDocument/2006/relationships/presProps" Target="presProps.xml"/><Relationship Id="rId40" Type="http://schemas.openxmlformats.org/officeDocument/2006/relationships/slide" Target="slides/slide38.xml"/><Relationship Id="rId115" Type="http://schemas.openxmlformats.org/officeDocument/2006/relationships/slide" Target="slides/slide113.xml"/><Relationship Id="rId136" Type="http://schemas.openxmlformats.org/officeDocument/2006/relationships/slide" Target="slides/slide134.xml"/><Relationship Id="rId157" Type="http://schemas.openxmlformats.org/officeDocument/2006/relationships/slide" Target="slides/slide155.xml"/><Relationship Id="rId178" Type="http://schemas.openxmlformats.org/officeDocument/2006/relationships/slide" Target="slides/slide176.xml"/><Relationship Id="rId61" Type="http://schemas.openxmlformats.org/officeDocument/2006/relationships/slide" Target="slides/slide59.xml"/><Relationship Id="rId82" Type="http://schemas.openxmlformats.org/officeDocument/2006/relationships/slide" Target="slides/slide80.xml"/><Relationship Id="rId199" Type="http://schemas.openxmlformats.org/officeDocument/2006/relationships/slide" Target="slides/slide197.xml"/><Relationship Id="rId203" Type="http://schemas.openxmlformats.org/officeDocument/2006/relationships/slide" Target="slides/slide201.xml"/><Relationship Id="rId19" Type="http://schemas.openxmlformats.org/officeDocument/2006/relationships/slide" Target="slides/slide17.xml"/><Relationship Id="rId224" Type="http://schemas.openxmlformats.org/officeDocument/2006/relationships/slide" Target="slides/slide222.xml"/><Relationship Id="rId245" Type="http://schemas.openxmlformats.org/officeDocument/2006/relationships/slide" Target="slides/slide243.xml"/><Relationship Id="rId266" Type="http://schemas.openxmlformats.org/officeDocument/2006/relationships/slide" Target="slides/slide264.xml"/><Relationship Id="rId30" Type="http://schemas.openxmlformats.org/officeDocument/2006/relationships/slide" Target="slides/slide28.xml"/><Relationship Id="rId105" Type="http://schemas.openxmlformats.org/officeDocument/2006/relationships/slide" Target="slides/slide103.xml"/><Relationship Id="rId126" Type="http://schemas.openxmlformats.org/officeDocument/2006/relationships/slide" Target="slides/slide124.xml"/><Relationship Id="rId147" Type="http://schemas.openxmlformats.org/officeDocument/2006/relationships/slide" Target="slides/slide145.xml"/><Relationship Id="rId168" Type="http://schemas.openxmlformats.org/officeDocument/2006/relationships/slide" Target="slides/slide166.xml"/><Relationship Id="rId51" Type="http://schemas.openxmlformats.org/officeDocument/2006/relationships/slide" Target="slides/slide49.xml"/><Relationship Id="rId72" Type="http://schemas.openxmlformats.org/officeDocument/2006/relationships/slide" Target="slides/slide70.xml"/><Relationship Id="rId93" Type="http://schemas.openxmlformats.org/officeDocument/2006/relationships/slide" Target="slides/slide91.xml"/><Relationship Id="rId189" Type="http://schemas.openxmlformats.org/officeDocument/2006/relationships/slide" Target="slides/slide187.xml"/><Relationship Id="rId3" Type="http://schemas.openxmlformats.org/officeDocument/2006/relationships/slide" Target="slides/slide1.xml"/><Relationship Id="rId214" Type="http://schemas.openxmlformats.org/officeDocument/2006/relationships/slide" Target="slides/slide212.xml"/><Relationship Id="rId235" Type="http://schemas.openxmlformats.org/officeDocument/2006/relationships/slide" Target="slides/slide233.xml"/><Relationship Id="rId256" Type="http://schemas.openxmlformats.org/officeDocument/2006/relationships/slide" Target="slides/slide254.xml"/><Relationship Id="rId277" Type="http://schemas.openxmlformats.org/officeDocument/2006/relationships/viewProps" Target="viewProps.xml"/><Relationship Id="rId116" Type="http://schemas.openxmlformats.org/officeDocument/2006/relationships/slide" Target="slides/slide114.xml"/><Relationship Id="rId137" Type="http://schemas.openxmlformats.org/officeDocument/2006/relationships/slide" Target="slides/slide135.xml"/><Relationship Id="rId158" Type="http://schemas.openxmlformats.org/officeDocument/2006/relationships/slide" Target="slides/slide156.xml"/><Relationship Id="rId20" Type="http://schemas.openxmlformats.org/officeDocument/2006/relationships/slide" Target="slides/slide18.xml"/><Relationship Id="rId41" Type="http://schemas.openxmlformats.org/officeDocument/2006/relationships/slide" Target="slides/slide39.xml"/><Relationship Id="rId62" Type="http://schemas.openxmlformats.org/officeDocument/2006/relationships/slide" Target="slides/slide60.xml"/><Relationship Id="rId83" Type="http://schemas.openxmlformats.org/officeDocument/2006/relationships/slide" Target="slides/slide81.xml"/><Relationship Id="rId179" Type="http://schemas.openxmlformats.org/officeDocument/2006/relationships/slide" Target="slides/slide177.xml"/><Relationship Id="rId190" Type="http://schemas.openxmlformats.org/officeDocument/2006/relationships/slide" Target="slides/slide188.xml"/><Relationship Id="rId204" Type="http://schemas.openxmlformats.org/officeDocument/2006/relationships/slide" Target="slides/slide202.xml"/><Relationship Id="rId225" Type="http://schemas.openxmlformats.org/officeDocument/2006/relationships/slide" Target="slides/slide223.xml"/><Relationship Id="rId246" Type="http://schemas.openxmlformats.org/officeDocument/2006/relationships/slide" Target="slides/slide244.xml"/><Relationship Id="rId267" Type="http://schemas.openxmlformats.org/officeDocument/2006/relationships/slide" Target="slides/slide265.xml"/><Relationship Id="rId106" Type="http://schemas.openxmlformats.org/officeDocument/2006/relationships/slide" Target="slides/slide104.xml"/><Relationship Id="rId127" Type="http://schemas.openxmlformats.org/officeDocument/2006/relationships/slide" Target="slides/slide125.xml"/><Relationship Id="rId10" Type="http://schemas.openxmlformats.org/officeDocument/2006/relationships/slide" Target="slides/slide8.xml"/><Relationship Id="rId31" Type="http://schemas.openxmlformats.org/officeDocument/2006/relationships/slide" Target="slides/slide29.xml"/><Relationship Id="rId52" Type="http://schemas.openxmlformats.org/officeDocument/2006/relationships/slide" Target="slides/slide50.xml"/><Relationship Id="rId73" Type="http://schemas.openxmlformats.org/officeDocument/2006/relationships/slide" Target="slides/slide71.xml"/><Relationship Id="rId94" Type="http://schemas.openxmlformats.org/officeDocument/2006/relationships/slide" Target="slides/slide92.xml"/><Relationship Id="rId148" Type="http://schemas.openxmlformats.org/officeDocument/2006/relationships/slide" Target="slides/slide146.xml"/><Relationship Id="rId169" Type="http://schemas.openxmlformats.org/officeDocument/2006/relationships/slide" Target="slides/slide167.xml"/><Relationship Id="rId4" Type="http://schemas.openxmlformats.org/officeDocument/2006/relationships/slide" Target="slides/slide2.xml"/><Relationship Id="rId180" Type="http://schemas.openxmlformats.org/officeDocument/2006/relationships/slide" Target="slides/slide178.xml"/><Relationship Id="rId215" Type="http://schemas.openxmlformats.org/officeDocument/2006/relationships/slide" Target="slides/slide213.xml"/><Relationship Id="rId236" Type="http://schemas.openxmlformats.org/officeDocument/2006/relationships/slide" Target="slides/slide234.xml"/><Relationship Id="rId257" Type="http://schemas.openxmlformats.org/officeDocument/2006/relationships/slide" Target="slides/slide255.xml"/><Relationship Id="rId278" Type="http://schemas.openxmlformats.org/officeDocument/2006/relationships/theme" Target="theme/theme1.xml"/><Relationship Id="rId42" Type="http://schemas.openxmlformats.org/officeDocument/2006/relationships/slide" Target="slides/slide40.xml"/><Relationship Id="rId84" Type="http://schemas.openxmlformats.org/officeDocument/2006/relationships/slide" Target="slides/slide82.xml"/><Relationship Id="rId138" Type="http://schemas.openxmlformats.org/officeDocument/2006/relationships/slide" Target="slides/slide136.xml"/><Relationship Id="rId191" Type="http://schemas.openxmlformats.org/officeDocument/2006/relationships/slide" Target="slides/slide189.xml"/><Relationship Id="rId205" Type="http://schemas.openxmlformats.org/officeDocument/2006/relationships/slide" Target="slides/slide203.xml"/><Relationship Id="rId247" Type="http://schemas.openxmlformats.org/officeDocument/2006/relationships/slide" Target="slides/slide245.xml"/><Relationship Id="rId107" Type="http://schemas.openxmlformats.org/officeDocument/2006/relationships/slide" Target="slides/slide105.xml"/><Relationship Id="rId11" Type="http://schemas.openxmlformats.org/officeDocument/2006/relationships/slide" Target="slides/slide9.xml"/><Relationship Id="rId53" Type="http://schemas.openxmlformats.org/officeDocument/2006/relationships/slide" Target="slides/slide51.xml"/><Relationship Id="rId149" Type="http://schemas.openxmlformats.org/officeDocument/2006/relationships/slide" Target="slides/slide147.xml"/><Relationship Id="rId95" Type="http://schemas.openxmlformats.org/officeDocument/2006/relationships/slide" Target="slides/slide93.xml"/><Relationship Id="rId160" Type="http://schemas.openxmlformats.org/officeDocument/2006/relationships/slide" Target="slides/slide158.xml"/><Relationship Id="rId216" Type="http://schemas.openxmlformats.org/officeDocument/2006/relationships/slide" Target="slides/slide214.xml"/></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3" Type="http://schemas.openxmlformats.org/officeDocument/2006/relationships/package" Target="../embeddings/Microsoft_Excel_Worksheet3.xlsx"/><Relationship Id="rId2" Type="http://schemas.microsoft.com/office/2011/relationships/chartColorStyle" Target="colors4.xml"/><Relationship Id="rId1" Type="http://schemas.microsoft.com/office/2011/relationships/chartStyle" Target="style4.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en-US" altLang="ko-KR" sz="800" dirty="0"/>
              <a:t>Shop</a:t>
            </a:r>
            <a:r>
              <a:rPr lang="en-US" altLang="ko-KR" sz="800" baseline="0" dirty="0"/>
              <a:t> </a:t>
            </a:r>
            <a:r>
              <a:rPr lang="ko-KR" altLang="en-US" sz="800" baseline="0" dirty="0"/>
              <a:t>채널 판매현황</a:t>
            </a:r>
            <a:endParaRPr lang="ko-KR" altLang="en-US" sz="800" dirty="0"/>
          </a:p>
        </c:rich>
      </c:tx>
      <c:layout>
        <c:manualLayout>
          <c:xMode val="edge"/>
          <c:yMode val="edge"/>
          <c:x val="0.29846422903943448"/>
          <c:y val="0.79716037072724777"/>
        </c:manualLayout>
      </c:layout>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ko-KR"/>
        </a:p>
      </c:txPr>
    </c:title>
    <c:autoTitleDeleted val="0"/>
    <c:plotArea>
      <c:layout>
        <c:manualLayout>
          <c:layoutTarget val="inner"/>
          <c:xMode val="edge"/>
          <c:yMode val="edge"/>
          <c:x val="0.17454462163797008"/>
          <c:y val="2.9391485424523706E-2"/>
          <c:w val="0.640196467996757"/>
          <c:h val="0.72720076778853038"/>
        </c:manualLayout>
      </c:layout>
      <c:pieChart>
        <c:varyColors val="1"/>
        <c:ser>
          <c:idx val="0"/>
          <c:order val="0"/>
          <c:tx>
            <c:strRef>
              <c:f>Sheet1!$B$1</c:f>
              <c:strCache>
                <c:ptCount val="1"/>
                <c:pt idx="0">
                  <c:v>판매</c:v>
                </c:pt>
              </c:strCache>
            </c:strRef>
          </c:tx>
          <c:dPt>
            <c:idx val="0"/>
            <c:bubble3D val="0"/>
            <c:spPr>
              <a:solidFill>
                <a:schemeClr val="accent1"/>
              </a:solidFill>
              <a:ln w="19050">
                <a:solidFill>
                  <a:schemeClr val="lt1"/>
                </a:solidFill>
              </a:ln>
              <a:effectLst/>
            </c:spPr>
            <c:extLst>
              <c:ext xmlns:c16="http://schemas.microsoft.com/office/drawing/2014/chart" uri="{C3380CC4-5D6E-409C-BE32-E72D297353CC}">
                <c16:uniqueId val="{00000001-0AC3-4B9E-B553-1FDFB9645C0D}"/>
              </c:ext>
            </c:extLst>
          </c:dPt>
          <c:dPt>
            <c:idx val="1"/>
            <c:bubble3D val="0"/>
            <c:spPr>
              <a:solidFill>
                <a:schemeClr val="accent2"/>
              </a:solidFill>
              <a:ln w="19050">
                <a:solidFill>
                  <a:schemeClr val="lt1"/>
                </a:solidFill>
              </a:ln>
              <a:effectLst/>
            </c:spPr>
            <c:extLst>
              <c:ext xmlns:c16="http://schemas.microsoft.com/office/drawing/2014/chart" uri="{C3380CC4-5D6E-409C-BE32-E72D297353CC}">
                <c16:uniqueId val="{00000003-0AC3-4B9E-B553-1FDFB9645C0D}"/>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0AC3-4B9E-B553-1FDFB9645C0D}"/>
              </c:ext>
            </c:extLst>
          </c:dPt>
          <c:dPt>
            <c:idx val="3"/>
            <c:bubble3D val="0"/>
            <c:spPr>
              <a:solidFill>
                <a:schemeClr val="accent4"/>
              </a:solidFill>
              <a:ln w="19050">
                <a:solidFill>
                  <a:schemeClr val="lt1"/>
                </a:solidFill>
              </a:ln>
              <a:effectLst/>
            </c:spPr>
            <c:extLst>
              <c:ext xmlns:c16="http://schemas.microsoft.com/office/drawing/2014/chart" uri="{C3380CC4-5D6E-409C-BE32-E72D297353CC}">
                <c16:uniqueId val="{00000007-0AC3-4B9E-B553-1FDFB9645C0D}"/>
              </c:ext>
            </c:extLst>
          </c:dPt>
          <c:dPt>
            <c:idx val="4"/>
            <c:bubble3D val="0"/>
            <c:spPr>
              <a:solidFill>
                <a:schemeClr val="accent5"/>
              </a:solidFill>
              <a:ln w="19050">
                <a:solidFill>
                  <a:schemeClr val="lt1"/>
                </a:solidFill>
              </a:ln>
              <a:effectLst/>
            </c:spPr>
            <c:extLst>
              <c:ext xmlns:c16="http://schemas.microsoft.com/office/drawing/2014/chart" uri="{C3380CC4-5D6E-409C-BE32-E72D297353CC}">
                <c16:uniqueId val="{00000009-0AC3-4B9E-B553-1FDFB9645C0D}"/>
              </c:ext>
            </c:extLst>
          </c:dPt>
          <c:dPt>
            <c:idx val="5"/>
            <c:bubble3D val="0"/>
            <c:spPr>
              <a:solidFill>
                <a:schemeClr val="accent6"/>
              </a:solidFill>
              <a:ln w="19050">
                <a:solidFill>
                  <a:schemeClr val="lt1"/>
                </a:solidFill>
              </a:ln>
              <a:effectLst/>
            </c:spPr>
            <c:extLst>
              <c:ext xmlns:c16="http://schemas.microsoft.com/office/drawing/2014/chart" uri="{C3380CC4-5D6E-409C-BE32-E72D297353CC}">
                <c16:uniqueId val="{0000000B-0AC3-4B9E-B553-1FDFB9645C0D}"/>
              </c:ext>
            </c:extLst>
          </c:dPt>
          <c:dPt>
            <c:idx val="6"/>
            <c:bubble3D val="0"/>
            <c:spPr>
              <a:solidFill>
                <a:schemeClr val="accent1">
                  <a:lumMod val="60000"/>
                </a:schemeClr>
              </a:solidFill>
              <a:ln w="19050">
                <a:solidFill>
                  <a:schemeClr val="lt1"/>
                </a:solidFill>
              </a:ln>
              <a:effectLst/>
            </c:spPr>
            <c:extLst>
              <c:ext xmlns:c16="http://schemas.microsoft.com/office/drawing/2014/chart" uri="{C3380CC4-5D6E-409C-BE32-E72D297353CC}">
                <c16:uniqueId val="{0000000D-0AC3-4B9E-B553-1FDFB9645C0D}"/>
              </c:ext>
            </c:extLst>
          </c:dPt>
          <c:cat>
            <c:strRef>
              <c:f>Sheet1!$A$2:$A$8</c:f>
              <c:strCache>
                <c:ptCount val="7"/>
                <c:pt idx="0">
                  <c:v>shop1</c:v>
                </c:pt>
                <c:pt idx="1">
                  <c:v>shop2</c:v>
                </c:pt>
                <c:pt idx="2">
                  <c:v>shop3</c:v>
                </c:pt>
                <c:pt idx="3">
                  <c:v>shop4</c:v>
                </c:pt>
                <c:pt idx="4">
                  <c:v>shop5</c:v>
                </c:pt>
                <c:pt idx="5">
                  <c:v>shop6</c:v>
                </c:pt>
                <c:pt idx="6">
                  <c:v>shop7</c:v>
                </c:pt>
              </c:strCache>
            </c:strRef>
          </c:cat>
          <c:val>
            <c:numRef>
              <c:f>Sheet1!$B$2:$B$8</c:f>
              <c:numCache>
                <c:formatCode>General</c:formatCode>
                <c:ptCount val="7"/>
                <c:pt idx="0">
                  <c:v>8.1999999999999993</c:v>
                </c:pt>
                <c:pt idx="1">
                  <c:v>3.2</c:v>
                </c:pt>
                <c:pt idx="2">
                  <c:v>1.4</c:v>
                </c:pt>
                <c:pt idx="3">
                  <c:v>1.2</c:v>
                </c:pt>
                <c:pt idx="4">
                  <c:v>3.4</c:v>
                </c:pt>
                <c:pt idx="5">
                  <c:v>2.2999999999999998</c:v>
                </c:pt>
                <c:pt idx="6">
                  <c:v>5.3</c:v>
                </c:pt>
              </c:numCache>
            </c:numRef>
          </c:val>
          <c:extLst>
            <c:ext xmlns:c16="http://schemas.microsoft.com/office/drawing/2014/chart" uri="{C3380CC4-5D6E-409C-BE32-E72D297353CC}">
              <c16:uniqueId val="{0000000E-0AC3-4B9E-B553-1FDFB9645C0D}"/>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ko-KR"/>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ko-KR" altLang="en-US" sz="800" dirty="0"/>
              <a:t>품목별 판매현황</a:t>
            </a:r>
          </a:p>
        </c:rich>
      </c:tx>
      <c:layout>
        <c:manualLayout>
          <c:xMode val="edge"/>
          <c:yMode val="edge"/>
          <c:x val="0.39360649982446461"/>
          <c:y val="0.86666666666666659"/>
        </c:manualLayout>
      </c:layout>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ko-KR"/>
        </a:p>
      </c:txPr>
    </c:title>
    <c:autoTitleDeleted val="0"/>
    <c:plotArea>
      <c:layout>
        <c:manualLayout>
          <c:layoutTarget val="inner"/>
          <c:xMode val="edge"/>
          <c:yMode val="edge"/>
          <c:x val="6.0913034756005818E-2"/>
          <c:y val="0.18794444444444444"/>
          <c:w val="0.87220798435227431"/>
          <c:h val="0.54168372703412071"/>
        </c:manualLayout>
      </c:layout>
      <c:lineChart>
        <c:grouping val="standard"/>
        <c:varyColors val="0"/>
        <c:ser>
          <c:idx val="0"/>
          <c:order val="0"/>
          <c:tx>
            <c:strRef>
              <c:f>Sheet1!$B$1</c:f>
              <c:strCache>
                <c:ptCount val="1"/>
                <c:pt idx="0">
                  <c:v>의류</c:v>
                </c:pt>
              </c:strCache>
            </c:strRef>
          </c:tx>
          <c:spPr>
            <a:ln w="28575" cap="rnd">
              <a:solidFill>
                <a:schemeClr val="accent1"/>
              </a:solidFill>
              <a:round/>
            </a:ln>
            <a:effectLst/>
          </c:spPr>
          <c:marker>
            <c:symbol val="none"/>
          </c:marker>
          <c:cat>
            <c:strRef>
              <c:f>Sheet1!$A$2:$A$13</c:f>
              <c:strCache>
                <c:ptCount val="12"/>
                <c:pt idx="0">
                  <c:v>1월</c:v>
                </c:pt>
                <c:pt idx="1">
                  <c:v>2월</c:v>
                </c:pt>
                <c:pt idx="2">
                  <c:v>3월</c:v>
                </c:pt>
                <c:pt idx="3">
                  <c:v>4월</c:v>
                </c:pt>
                <c:pt idx="4">
                  <c:v>5월</c:v>
                </c:pt>
                <c:pt idx="5">
                  <c:v>6월</c:v>
                </c:pt>
                <c:pt idx="6">
                  <c:v>7월</c:v>
                </c:pt>
                <c:pt idx="7">
                  <c:v>8월</c:v>
                </c:pt>
                <c:pt idx="8">
                  <c:v>9월</c:v>
                </c:pt>
                <c:pt idx="9">
                  <c:v>10월</c:v>
                </c:pt>
                <c:pt idx="10">
                  <c:v>11월</c:v>
                </c:pt>
                <c:pt idx="11">
                  <c:v>12월</c:v>
                </c:pt>
              </c:strCache>
            </c:strRef>
          </c:cat>
          <c:val>
            <c:numRef>
              <c:f>Sheet1!$B$2:$B$13</c:f>
              <c:numCache>
                <c:formatCode>General</c:formatCode>
                <c:ptCount val="12"/>
                <c:pt idx="0">
                  <c:v>4.3</c:v>
                </c:pt>
                <c:pt idx="1">
                  <c:v>2.5</c:v>
                </c:pt>
                <c:pt idx="2">
                  <c:v>3.5</c:v>
                </c:pt>
                <c:pt idx="3">
                  <c:v>4.5</c:v>
                </c:pt>
                <c:pt idx="4">
                  <c:v>4.3</c:v>
                </c:pt>
                <c:pt idx="5">
                  <c:v>2.5</c:v>
                </c:pt>
                <c:pt idx="6">
                  <c:v>3.5</c:v>
                </c:pt>
                <c:pt idx="7">
                  <c:v>4.5</c:v>
                </c:pt>
                <c:pt idx="8">
                  <c:v>2.4</c:v>
                </c:pt>
                <c:pt idx="9">
                  <c:v>4.4000000000000004</c:v>
                </c:pt>
                <c:pt idx="10">
                  <c:v>1.8</c:v>
                </c:pt>
                <c:pt idx="11">
                  <c:v>2.8</c:v>
                </c:pt>
              </c:numCache>
            </c:numRef>
          </c:val>
          <c:smooth val="0"/>
          <c:extLst>
            <c:ext xmlns:c16="http://schemas.microsoft.com/office/drawing/2014/chart" uri="{C3380CC4-5D6E-409C-BE32-E72D297353CC}">
              <c16:uniqueId val="{00000000-2954-417A-895E-2771A374A09C}"/>
            </c:ext>
          </c:extLst>
        </c:ser>
        <c:ser>
          <c:idx val="1"/>
          <c:order val="1"/>
          <c:tx>
            <c:strRef>
              <c:f>Sheet1!$C$1</c:f>
              <c:strCache>
                <c:ptCount val="1"/>
                <c:pt idx="0">
                  <c:v>공산품</c:v>
                </c:pt>
              </c:strCache>
            </c:strRef>
          </c:tx>
          <c:spPr>
            <a:ln w="28575" cap="rnd">
              <a:solidFill>
                <a:schemeClr val="accent2"/>
              </a:solidFill>
              <a:round/>
            </a:ln>
            <a:effectLst/>
          </c:spPr>
          <c:marker>
            <c:symbol val="none"/>
          </c:marker>
          <c:cat>
            <c:strRef>
              <c:f>Sheet1!$A$2:$A$13</c:f>
              <c:strCache>
                <c:ptCount val="12"/>
                <c:pt idx="0">
                  <c:v>1월</c:v>
                </c:pt>
                <c:pt idx="1">
                  <c:v>2월</c:v>
                </c:pt>
                <c:pt idx="2">
                  <c:v>3월</c:v>
                </c:pt>
                <c:pt idx="3">
                  <c:v>4월</c:v>
                </c:pt>
                <c:pt idx="4">
                  <c:v>5월</c:v>
                </c:pt>
                <c:pt idx="5">
                  <c:v>6월</c:v>
                </c:pt>
                <c:pt idx="6">
                  <c:v>7월</c:v>
                </c:pt>
                <c:pt idx="7">
                  <c:v>8월</c:v>
                </c:pt>
                <c:pt idx="8">
                  <c:v>9월</c:v>
                </c:pt>
                <c:pt idx="9">
                  <c:v>10월</c:v>
                </c:pt>
                <c:pt idx="10">
                  <c:v>11월</c:v>
                </c:pt>
                <c:pt idx="11">
                  <c:v>12월</c:v>
                </c:pt>
              </c:strCache>
            </c:strRef>
          </c:cat>
          <c:val>
            <c:numRef>
              <c:f>Sheet1!$C$2:$C$13</c:f>
              <c:numCache>
                <c:formatCode>General</c:formatCode>
                <c:ptCount val="12"/>
                <c:pt idx="0">
                  <c:v>2.4</c:v>
                </c:pt>
                <c:pt idx="1">
                  <c:v>4.4000000000000004</c:v>
                </c:pt>
                <c:pt idx="2">
                  <c:v>1.8</c:v>
                </c:pt>
                <c:pt idx="3">
                  <c:v>2.8</c:v>
                </c:pt>
                <c:pt idx="4">
                  <c:v>2</c:v>
                </c:pt>
                <c:pt idx="5">
                  <c:v>2</c:v>
                </c:pt>
                <c:pt idx="6">
                  <c:v>3</c:v>
                </c:pt>
                <c:pt idx="7">
                  <c:v>5</c:v>
                </c:pt>
                <c:pt idx="8">
                  <c:v>3.5</c:v>
                </c:pt>
                <c:pt idx="9">
                  <c:v>4.5</c:v>
                </c:pt>
                <c:pt idx="10">
                  <c:v>4.3</c:v>
                </c:pt>
                <c:pt idx="11">
                  <c:v>2.5</c:v>
                </c:pt>
              </c:numCache>
            </c:numRef>
          </c:val>
          <c:smooth val="0"/>
          <c:extLst>
            <c:ext xmlns:c16="http://schemas.microsoft.com/office/drawing/2014/chart" uri="{C3380CC4-5D6E-409C-BE32-E72D297353CC}">
              <c16:uniqueId val="{00000001-2954-417A-895E-2771A374A09C}"/>
            </c:ext>
          </c:extLst>
        </c:ser>
        <c:ser>
          <c:idx val="2"/>
          <c:order val="2"/>
          <c:tx>
            <c:strRef>
              <c:f>Sheet1!$D$1</c:f>
              <c:strCache>
                <c:ptCount val="1"/>
                <c:pt idx="0">
                  <c:v>비료</c:v>
                </c:pt>
              </c:strCache>
            </c:strRef>
          </c:tx>
          <c:spPr>
            <a:ln w="28575" cap="rnd">
              <a:solidFill>
                <a:schemeClr val="accent3"/>
              </a:solidFill>
              <a:round/>
            </a:ln>
            <a:effectLst/>
          </c:spPr>
          <c:marker>
            <c:symbol val="none"/>
          </c:marker>
          <c:cat>
            <c:strRef>
              <c:f>Sheet1!$A$2:$A$13</c:f>
              <c:strCache>
                <c:ptCount val="12"/>
                <c:pt idx="0">
                  <c:v>1월</c:v>
                </c:pt>
                <c:pt idx="1">
                  <c:v>2월</c:v>
                </c:pt>
                <c:pt idx="2">
                  <c:v>3월</c:v>
                </c:pt>
                <c:pt idx="3">
                  <c:v>4월</c:v>
                </c:pt>
                <c:pt idx="4">
                  <c:v>5월</c:v>
                </c:pt>
                <c:pt idx="5">
                  <c:v>6월</c:v>
                </c:pt>
                <c:pt idx="6">
                  <c:v>7월</c:v>
                </c:pt>
                <c:pt idx="7">
                  <c:v>8월</c:v>
                </c:pt>
                <c:pt idx="8">
                  <c:v>9월</c:v>
                </c:pt>
                <c:pt idx="9">
                  <c:v>10월</c:v>
                </c:pt>
                <c:pt idx="10">
                  <c:v>11월</c:v>
                </c:pt>
                <c:pt idx="11">
                  <c:v>12월</c:v>
                </c:pt>
              </c:strCache>
            </c:strRef>
          </c:cat>
          <c:val>
            <c:numRef>
              <c:f>Sheet1!$D$2:$D$13</c:f>
              <c:numCache>
                <c:formatCode>General</c:formatCode>
                <c:ptCount val="12"/>
                <c:pt idx="0">
                  <c:v>2</c:v>
                </c:pt>
                <c:pt idx="1">
                  <c:v>2</c:v>
                </c:pt>
                <c:pt idx="2">
                  <c:v>3</c:v>
                </c:pt>
                <c:pt idx="3">
                  <c:v>5</c:v>
                </c:pt>
                <c:pt idx="4">
                  <c:v>2.4</c:v>
                </c:pt>
                <c:pt idx="5">
                  <c:v>4.4000000000000004</c:v>
                </c:pt>
                <c:pt idx="6">
                  <c:v>1.8</c:v>
                </c:pt>
                <c:pt idx="7">
                  <c:v>2.8</c:v>
                </c:pt>
                <c:pt idx="8">
                  <c:v>3.5</c:v>
                </c:pt>
                <c:pt idx="9">
                  <c:v>4.5</c:v>
                </c:pt>
                <c:pt idx="10">
                  <c:v>3</c:v>
                </c:pt>
                <c:pt idx="11">
                  <c:v>5</c:v>
                </c:pt>
              </c:numCache>
            </c:numRef>
          </c:val>
          <c:smooth val="0"/>
          <c:extLst>
            <c:ext xmlns:c16="http://schemas.microsoft.com/office/drawing/2014/chart" uri="{C3380CC4-5D6E-409C-BE32-E72D297353CC}">
              <c16:uniqueId val="{00000002-2954-417A-895E-2771A374A09C}"/>
            </c:ext>
          </c:extLst>
        </c:ser>
        <c:dLbls>
          <c:showLegendKey val="0"/>
          <c:showVal val="0"/>
          <c:showCatName val="0"/>
          <c:showSerName val="0"/>
          <c:showPercent val="0"/>
          <c:showBubbleSize val="0"/>
        </c:dLbls>
        <c:smooth val="0"/>
        <c:axId val="243952191"/>
        <c:axId val="243950527"/>
      </c:lineChart>
      <c:catAx>
        <c:axId val="243952191"/>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mn-lt"/>
                <a:ea typeface="+mn-ea"/>
                <a:cs typeface="+mn-cs"/>
              </a:defRPr>
            </a:pPr>
            <a:endParaRPr lang="ko-KR"/>
          </a:p>
        </c:txPr>
        <c:crossAx val="243950527"/>
        <c:crosses val="autoZero"/>
        <c:auto val="1"/>
        <c:lblAlgn val="ctr"/>
        <c:lblOffset val="100"/>
        <c:noMultiLvlLbl val="0"/>
      </c:catAx>
      <c:valAx>
        <c:axId val="243950527"/>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mn-lt"/>
                <a:ea typeface="+mn-ea"/>
                <a:cs typeface="+mn-cs"/>
              </a:defRPr>
            </a:pPr>
            <a:endParaRPr lang="ko-KR"/>
          </a:p>
        </c:txPr>
        <c:crossAx val="243952191"/>
        <c:crosses val="autoZero"/>
        <c:crossBetween val="between"/>
      </c:valAx>
      <c:spPr>
        <a:noFill/>
        <a:ln>
          <a:noFill/>
        </a:ln>
        <a:effectLst/>
      </c:spPr>
    </c:plotArea>
    <c:legend>
      <c:legendPos val="b"/>
      <c:layout>
        <c:manualLayout>
          <c:xMode val="edge"/>
          <c:yMode val="edge"/>
          <c:x val="0.51019108280254766"/>
          <c:y val="2.4813210848643921E-2"/>
          <c:w val="0.44777070063694269"/>
          <c:h val="0.11407567804024497"/>
        </c:manualLayout>
      </c:layout>
      <c:overlay val="0"/>
      <c:spPr>
        <a:noFill/>
        <a:ln>
          <a:noFill/>
        </a:ln>
        <a:effectLst/>
      </c:spPr>
      <c:txPr>
        <a:bodyPr rot="0" spcFirstLastPara="1" vertOverflow="ellipsis" vert="horz" wrap="square" anchor="ctr" anchorCtr="1"/>
        <a:lstStyle/>
        <a:p>
          <a:pPr>
            <a:defRPr sz="800" b="0" i="0" u="none" strike="noStrike" kern="1200" baseline="0">
              <a:solidFill>
                <a:schemeClr val="tx1">
                  <a:lumMod val="65000"/>
                  <a:lumOff val="35000"/>
                </a:schemeClr>
              </a:solidFill>
              <a:latin typeface="+mn-lt"/>
              <a:ea typeface="+mn-ea"/>
              <a:cs typeface="+mn-cs"/>
            </a:defRPr>
          </a:pPr>
          <a:endParaRPr lang="ko-KR"/>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ko-KR"/>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ko-KR" altLang="en-US" sz="800" dirty="0"/>
              <a:t>당월 </a:t>
            </a:r>
            <a:r>
              <a:rPr lang="ko-KR" altLang="en-US" sz="800" baseline="0" dirty="0"/>
              <a:t>판매 카테고리 </a:t>
            </a:r>
            <a:r>
              <a:rPr lang="en-US" altLang="ko-KR" sz="800" baseline="0" dirty="0"/>
              <a:t>Top 20</a:t>
            </a:r>
            <a:endParaRPr lang="ko-KR" altLang="en-US" sz="800" dirty="0"/>
          </a:p>
        </c:rich>
      </c:tx>
      <c:layout>
        <c:manualLayout>
          <c:xMode val="edge"/>
          <c:yMode val="edge"/>
          <c:x val="0.19003044778979594"/>
          <c:y val="0.79716018479936979"/>
        </c:manualLayout>
      </c:layout>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ko-KR"/>
        </a:p>
      </c:txPr>
    </c:title>
    <c:autoTitleDeleted val="0"/>
    <c:plotArea>
      <c:layout>
        <c:manualLayout>
          <c:layoutTarget val="inner"/>
          <c:xMode val="edge"/>
          <c:yMode val="edge"/>
          <c:x val="0.17454462163797008"/>
          <c:y val="2.9391485424523706E-2"/>
          <c:w val="0.640196467996757"/>
          <c:h val="0.72720076778853038"/>
        </c:manualLayout>
      </c:layout>
      <c:pieChart>
        <c:varyColors val="1"/>
        <c:ser>
          <c:idx val="0"/>
          <c:order val="0"/>
          <c:tx>
            <c:strRef>
              <c:f>Sheet1!$B$1</c:f>
              <c:strCache>
                <c:ptCount val="1"/>
                <c:pt idx="0">
                  <c:v>판매</c:v>
                </c:pt>
              </c:strCache>
            </c:strRef>
          </c:tx>
          <c:dPt>
            <c:idx val="0"/>
            <c:bubble3D val="0"/>
            <c:spPr>
              <a:solidFill>
                <a:schemeClr val="accent1"/>
              </a:solidFill>
              <a:ln w="19050">
                <a:solidFill>
                  <a:schemeClr val="lt1"/>
                </a:solidFill>
              </a:ln>
              <a:effectLst/>
            </c:spPr>
            <c:extLst>
              <c:ext xmlns:c16="http://schemas.microsoft.com/office/drawing/2014/chart" uri="{C3380CC4-5D6E-409C-BE32-E72D297353CC}">
                <c16:uniqueId val="{00000001-D54D-4680-929E-76458F750322}"/>
              </c:ext>
            </c:extLst>
          </c:dPt>
          <c:dPt>
            <c:idx val="1"/>
            <c:bubble3D val="0"/>
            <c:spPr>
              <a:solidFill>
                <a:schemeClr val="accent2"/>
              </a:solidFill>
              <a:ln w="19050">
                <a:solidFill>
                  <a:schemeClr val="lt1"/>
                </a:solidFill>
              </a:ln>
              <a:effectLst/>
            </c:spPr>
            <c:extLst>
              <c:ext xmlns:c16="http://schemas.microsoft.com/office/drawing/2014/chart" uri="{C3380CC4-5D6E-409C-BE32-E72D297353CC}">
                <c16:uniqueId val="{00000003-D54D-4680-929E-76458F750322}"/>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D54D-4680-929E-76458F750322}"/>
              </c:ext>
            </c:extLst>
          </c:dPt>
          <c:dPt>
            <c:idx val="3"/>
            <c:bubble3D val="0"/>
            <c:spPr>
              <a:solidFill>
                <a:schemeClr val="accent4"/>
              </a:solidFill>
              <a:ln w="19050">
                <a:solidFill>
                  <a:schemeClr val="lt1"/>
                </a:solidFill>
              </a:ln>
              <a:effectLst/>
            </c:spPr>
            <c:extLst>
              <c:ext xmlns:c16="http://schemas.microsoft.com/office/drawing/2014/chart" uri="{C3380CC4-5D6E-409C-BE32-E72D297353CC}">
                <c16:uniqueId val="{00000007-D54D-4680-929E-76458F750322}"/>
              </c:ext>
            </c:extLst>
          </c:dPt>
          <c:dPt>
            <c:idx val="4"/>
            <c:bubble3D val="0"/>
            <c:spPr>
              <a:solidFill>
                <a:schemeClr val="accent5"/>
              </a:solidFill>
              <a:ln w="19050">
                <a:solidFill>
                  <a:schemeClr val="lt1"/>
                </a:solidFill>
              </a:ln>
              <a:effectLst/>
            </c:spPr>
            <c:extLst>
              <c:ext xmlns:c16="http://schemas.microsoft.com/office/drawing/2014/chart" uri="{C3380CC4-5D6E-409C-BE32-E72D297353CC}">
                <c16:uniqueId val="{00000009-D54D-4680-929E-76458F750322}"/>
              </c:ext>
            </c:extLst>
          </c:dPt>
          <c:dPt>
            <c:idx val="5"/>
            <c:bubble3D val="0"/>
            <c:spPr>
              <a:solidFill>
                <a:schemeClr val="accent6"/>
              </a:solidFill>
              <a:ln w="19050">
                <a:solidFill>
                  <a:schemeClr val="lt1"/>
                </a:solidFill>
              </a:ln>
              <a:effectLst/>
            </c:spPr>
            <c:extLst>
              <c:ext xmlns:c16="http://schemas.microsoft.com/office/drawing/2014/chart" uri="{C3380CC4-5D6E-409C-BE32-E72D297353CC}">
                <c16:uniqueId val="{0000000B-D54D-4680-929E-76458F750322}"/>
              </c:ext>
            </c:extLst>
          </c:dPt>
          <c:dPt>
            <c:idx val="6"/>
            <c:bubble3D val="0"/>
            <c:spPr>
              <a:solidFill>
                <a:schemeClr val="accent1">
                  <a:lumMod val="60000"/>
                </a:schemeClr>
              </a:solidFill>
              <a:ln w="19050">
                <a:solidFill>
                  <a:schemeClr val="lt1"/>
                </a:solidFill>
              </a:ln>
              <a:effectLst/>
            </c:spPr>
            <c:extLst>
              <c:ext xmlns:c16="http://schemas.microsoft.com/office/drawing/2014/chart" uri="{C3380CC4-5D6E-409C-BE32-E72D297353CC}">
                <c16:uniqueId val="{0000000D-D54D-4680-929E-76458F750322}"/>
              </c:ext>
            </c:extLst>
          </c:dPt>
          <c:cat>
            <c:strRef>
              <c:f>Sheet1!$A$2:$A$8</c:f>
              <c:strCache>
                <c:ptCount val="7"/>
                <c:pt idx="0">
                  <c:v>shop1</c:v>
                </c:pt>
                <c:pt idx="1">
                  <c:v>shop2</c:v>
                </c:pt>
                <c:pt idx="2">
                  <c:v>shop3</c:v>
                </c:pt>
                <c:pt idx="3">
                  <c:v>shop4</c:v>
                </c:pt>
                <c:pt idx="4">
                  <c:v>shop5</c:v>
                </c:pt>
                <c:pt idx="5">
                  <c:v>shop6</c:v>
                </c:pt>
                <c:pt idx="6">
                  <c:v>shop7</c:v>
                </c:pt>
              </c:strCache>
            </c:strRef>
          </c:cat>
          <c:val>
            <c:numRef>
              <c:f>Sheet1!$B$2:$B$8</c:f>
              <c:numCache>
                <c:formatCode>General</c:formatCode>
                <c:ptCount val="7"/>
                <c:pt idx="0">
                  <c:v>8.1999999999999993</c:v>
                </c:pt>
                <c:pt idx="1">
                  <c:v>3.2</c:v>
                </c:pt>
                <c:pt idx="2">
                  <c:v>1.4</c:v>
                </c:pt>
                <c:pt idx="3">
                  <c:v>1.2</c:v>
                </c:pt>
                <c:pt idx="4">
                  <c:v>3.4</c:v>
                </c:pt>
                <c:pt idx="5">
                  <c:v>2.2999999999999998</c:v>
                </c:pt>
                <c:pt idx="6">
                  <c:v>5.3</c:v>
                </c:pt>
              </c:numCache>
            </c:numRef>
          </c:val>
          <c:extLst>
            <c:ext xmlns:c16="http://schemas.microsoft.com/office/drawing/2014/chart" uri="{C3380CC4-5D6E-409C-BE32-E72D297353CC}">
              <c16:uniqueId val="{0000000E-D54D-4680-929E-76458F750322}"/>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ko-KR"/>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ko-KR" altLang="en-US" sz="800" baseline="0" dirty="0"/>
              <a:t>당월 매출 현황 </a:t>
            </a:r>
            <a:r>
              <a:rPr lang="en-US" altLang="ko-KR" sz="800" baseline="0" dirty="0"/>
              <a:t>Top 20</a:t>
            </a:r>
            <a:endParaRPr lang="ko-KR" altLang="en-US" sz="800" dirty="0"/>
          </a:p>
        </c:rich>
      </c:tx>
      <c:layout>
        <c:manualLayout>
          <c:xMode val="edge"/>
          <c:yMode val="edge"/>
          <c:x val="0.25027144021982745"/>
          <c:y val="0.79716018479936979"/>
        </c:manualLayout>
      </c:layout>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ko-KR"/>
        </a:p>
      </c:txPr>
    </c:title>
    <c:autoTitleDeleted val="0"/>
    <c:plotArea>
      <c:layout>
        <c:manualLayout>
          <c:layoutTarget val="inner"/>
          <c:xMode val="edge"/>
          <c:yMode val="edge"/>
          <c:x val="0.17454462163797008"/>
          <c:y val="2.9391485424523706E-2"/>
          <c:w val="0.640196467996757"/>
          <c:h val="0.72720076778853038"/>
        </c:manualLayout>
      </c:layout>
      <c:pieChart>
        <c:varyColors val="1"/>
        <c:ser>
          <c:idx val="0"/>
          <c:order val="0"/>
          <c:tx>
            <c:strRef>
              <c:f>Sheet1!$B$1</c:f>
              <c:strCache>
                <c:ptCount val="1"/>
                <c:pt idx="0">
                  <c:v>판매</c:v>
                </c:pt>
              </c:strCache>
            </c:strRef>
          </c:tx>
          <c:dPt>
            <c:idx val="0"/>
            <c:bubble3D val="0"/>
            <c:spPr>
              <a:solidFill>
                <a:schemeClr val="accent1"/>
              </a:solidFill>
              <a:ln w="19050">
                <a:solidFill>
                  <a:schemeClr val="lt1"/>
                </a:solidFill>
              </a:ln>
              <a:effectLst/>
            </c:spPr>
            <c:extLst>
              <c:ext xmlns:c16="http://schemas.microsoft.com/office/drawing/2014/chart" uri="{C3380CC4-5D6E-409C-BE32-E72D297353CC}">
                <c16:uniqueId val="{00000001-EEAA-40DC-AB63-AD974A4B9612}"/>
              </c:ext>
            </c:extLst>
          </c:dPt>
          <c:dPt>
            <c:idx val="1"/>
            <c:bubble3D val="0"/>
            <c:spPr>
              <a:solidFill>
                <a:schemeClr val="accent2"/>
              </a:solidFill>
              <a:ln w="19050">
                <a:solidFill>
                  <a:schemeClr val="lt1"/>
                </a:solidFill>
              </a:ln>
              <a:effectLst/>
            </c:spPr>
            <c:extLst>
              <c:ext xmlns:c16="http://schemas.microsoft.com/office/drawing/2014/chart" uri="{C3380CC4-5D6E-409C-BE32-E72D297353CC}">
                <c16:uniqueId val="{00000003-EEAA-40DC-AB63-AD974A4B9612}"/>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EEAA-40DC-AB63-AD974A4B9612}"/>
              </c:ext>
            </c:extLst>
          </c:dPt>
          <c:dPt>
            <c:idx val="3"/>
            <c:bubble3D val="0"/>
            <c:spPr>
              <a:solidFill>
                <a:schemeClr val="accent4"/>
              </a:solidFill>
              <a:ln w="19050">
                <a:solidFill>
                  <a:schemeClr val="lt1"/>
                </a:solidFill>
              </a:ln>
              <a:effectLst/>
            </c:spPr>
            <c:extLst>
              <c:ext xmlns:c16="http://schemas.microsoft.com/office/drawing/2014/chart" uri="{C3380CC4-5D6E-409C-BE32-E72D297353CC}">
                <c16:uniqueId val="{00000007-EEAA-40DC-AB63-AD974A4B9612}"/>
              </c:ext>
            </c:extLst>
          </c:dPt>
          <c:dPt>
            <c:idx val="4"/>
            <c:bubble3D val="0"/>
            <c:spPr>
              <a:solidFill>
                <a:schemeClr val="accent5"/>
              </a:solidFill>
              <a:ln w="19050">
                <a:solidFill>
                  <a:schemeClr val="lt1"/>
                </a:solidFill>
              </a:ln>
              <a:effectLst/>
            </c:spPr>
            <c:extLst>
              <c:ext xmlns:c16="http://schemas.microsoft.com/office/drawing/2014/chart" uri="{C3380CC4-5D6E-409C-BE32-E72D297353CC}">
                <c16:uniqueId val="{00000009-EEAA-40DC-AB63-AD974A4B9612}"/>
              </c:ext>
            </c:extLst>
          </c:dPt>
          <c:dPt>
            <c:idx val="5"/>
            <c:bubble3D val="0"/>
            <c:spPr>
              <a:solidFill>
                <a:schemeClr val="accent6"/>
              </a:solidFill>
              <a:ln w="19050">
                <a:solidFill>
                  <a:schemeClr val="lt1"/>
                </a:solidFill>
              </a:ln>
              <a:effectLst/>
            </c:spPr>
            <c:extLst>
              <c:ext xmlns:c16="http://schemas.microsoft.com/office/drawing/2014/chart" uri="{C3380CC4-5D6E-409C-BE32-E72D297353CC}">
                <c16:uniqueId val="{0000000B-EEAA-40DC-AB63-AD974A4B9612}"/>
              </c:ext>
            </c:extLst>
          </c:dPt>
          <c:dPt>
            <c:idx val="6"/>
            <c:bubble3D val="0"/>
            <c:spPr>
              <a:solidFill>
                <a:schemeClr val="accent1">
                  <a:lumMod val="60000"/>
                </a:schemeClr>
              </a:solidFill>
              <a:ln w="19050">
                <a:solidFill>
                  <a:schemeClr val="lt1"/>
                </a:solidFill>
              </a:ln>
              <a:effectLst/>
            </c:spPr>
            <c:extLst>
              <c:ext xmlns:c16="http://schemas.microsoft.com/office/drawing/2014/chart" uri="{C3380CC4-5D6E-409C-BE32-E72D297353CC}">
                <c16:uniqueId val="{0000000D-EEAA-40DC-AB63-AD974A4B9612}"/>
              </c:ext>
            </c:extLst>
          </c:dPt>
          <c:cat>
            <c:strRef>
              <c:f>Sheet1!$A$2:$A$8</c:f>
              <c:strCache>
                <c:ptCount val="7"/>
                <c:pt idx="0">
                  <c:v>shop1</c:v>
                </c:pt>
                <c:pt idx="1">
                  <c:v>shop2</c:v>
                </c:pt>
                <c:pt idx="2">
                  <c:v>shop3</c:v>
                </c:pt>
                <c:pt idx="3">
                  <c:v>shop4</c:v>
                </c:pt>
                <c:pt idx="4">
                  <c:v>shop5</c:v>
                </c:pt>
                <c:pt idx="5">
                  <c:v>shop6</c:v>
                </c:pt>
                <c:pt idx="6">
                  <c:v>shop7</c:v>
                </c:pt>
              </c:strCache>
            </c:strRef>
          </c:cat>
          <c:val>
            <c:numRef>
              <c:f>Sheet1!$B$2:$B$8</c:f>
              <c:numCache>
                <c:formatCode>General</c:formatCode>
                <c:ptCount val="7"/>
                <c:pt idx="0">
                  <c:v>8.1999999999999993</c:v>
                </c:pt>
                <c:pt idx="1">
                  <c:v>3.2</c:v>
                </c:pt>
                <c:pt idx="2">
                  <c:v>1.4</c:v>
                </c:pt>
                <c:pt idx="3">
                  <c:v>1.2</c:v>
                </c:pt>
                <c:pt idx="4">
                  <c:v>3.4</c:v>
                </c:pt>
                <c:pt idx="5">
                  <c:v>2.2999999999999998</c:v>
                </c:pt>
                <c:pt idx="6">
                  <c:v>5.3</c:v>
                </c:pt>
              </c:numCache>
            </c:numRef>
          </c:val>
          <c:extLst>
            <c:ext xmlns:c16="http://schemas.microsoft.com/office/drawing/2014/chart" uri="{C3380CC4-5D6E-409C-BE32-E72D297353CC}">
              <c16:uniqueId val="{0000000E-EEAA-40DC-AB63-AD974A4B9612}"/>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ko-KR"/>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handoutMasters/_rels/handoutMaster1.xml.rels><?xml version="1.0" encoding="UTF-8" standalone="yes"?>
<Relationships xmlns="http://schemas.openxmlformats.org/package/2006/relationships"><Relationship Id="rId1" Type="http://schemas.openxmlformats.org/officeDocument/2006/relationships/theme" Target="../theme/theme4.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머리글 개체 틀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ko-KR" altLang="en-US"/>
          </a:p>
        </p:txBody>
      </p:sp>
      <p:sp>
        <p:nvSpPr>
          <p:cNvPr id="3" name="날짜 개체 틀 2"/>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7DD586D2-F7EB-4FF8-8E9F-F6A3EBF6F4C1}" type="datetimeFigureOut">
              <a:rPr lang="ko-KR" altLang="en-US" smtClean="0"/>
              <a:t>2026-07-26</a:t>
            </a:fld>
            <a:endParaRPr lang="ko-KR" altLang="en-US"/>
          </a:p>
        </p:txBody>
      </p:sp>
      <p:sp>
        <p:nvSpPr>
          <p:cNvPr id="4" name="바닥글 개체 틀 3"/>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ko-KR" altLang="en-US"/>
          </a:p>
        </p:txBody>
      </p:sp>
      <p:sp>
        <p:nvSpPr>
          <p:cNvPr id="5" name="슬라이드 번호 개체 틀 4"/>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2F511A53-8994-4CA3-BD45-ABAD4B13500A}" type="slidenum">
              <a:rPr lang="ko-KR" altLang="en-US" smtClean="0"/>
              <a:t>‹#›</a:t>
            </a:fld>
            <a:endParaRPr lang="ko-KR" altLang="en-US"/>
          </a:p>
        </p:txBody>
      </p:sp>
    </p:spTree>
    <p:extLst>
      <p:ext uri="{BB962C8B-B14F-4D97-AF65-F5344CB8AC3E}">
        <p14:creationId xmlns:p14="http://schemas.microsoft.com/office/powerpoint/2010/main" val="3472426543"/>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머리글 개체 틀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ko-KR" altLang="en-US"/>
          </a:p>
        </p:txBody>
      </p:sp>
      <p:sp>
        <p:nvSpPr>
          <p:cNvPr id="3" name="날짜 개체 틀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E152CD54-A3C2-4188-AA4E-25527FB9CB6F}" type="datetimeFigureOut">
              <a:rPr lang="ko-KR" altLang="en-US" smtClean="0"/>
              <a:t>2026-07-26</a:t>
            </a:fld>
            <a:endParaRPr lang="ko-KR" altLang="en-US"/>
          </a:p>
        </p:txBody>
      </p:sp>
      <p:sp>
        <p:nvSpPr>
          <p:cNvPr id="4" name="슬라이드 이미지 개체 틀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ko-KR" altLang="en-US"/>
          </a:p>
        </p:txBody>
      </p:sp>
      <p:sp>
        <p:nvSpPr>
          <p:cNvPr id="5" name="슬라이드 노트 개체 틀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ko-KR" altLang="en-US"/>
              <a:t>마스터 텍스트 스타일 편집</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6" name="바닥글 개체 틀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ko-KR" altLang="en-US"/>
          </a:p>
        </p:txBody>
      </p:sp>
      <p:sp>
        <p:nvSpPr>
          <p:cNvPr id="7" name="슬라이드 번호 개체 틀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A46518FD-8261-463C-A8EB-8A1BAAA2B526}" type="slidenum">
              <a:rPr lang="ko-KR" altLang="en-US" smtClean="0"/>
              <a:t>‹#›</a:t>
            </a:fld>
            <a:endParaRPr lang="ko-KR" altLang="en-US"/>
          </a:p>
        </p:txBody>
      </p:sp>
    </p:spTree>
    <p:extLst>
      <p:ext uri="{BB962C8B-B14F-4D97-AF65-F5344CB8AC3E}">
        <p14:creationId xmlns:p14="http://schemas.microsoft.com/office/powerpoint/2010/main" val="4012463461"/>
      </p:ext>
    </p:extLst>
  </p:cSld>
  <p:clrMap bg1="lt1" tx1="dk1" bg2="lt2" tx2="dk2" accent1="accent1" accent2="accent2" accent3="accent3" accent4="accent4" accent5="accent5" accent6="accent6" hlink="hlink" folHlink="folHlink"/>
  <p:notesStyle>
    <a:lvl1pPr marL="0" algn="l" defTabSz="914400" rtl="0" eaLnBrk="1" latinLnBrk="1" hangingPunct="1">
      <a:defRPr sz="1200" kern="1200">
        <a:solidFill>
          <a:schemeClr val="tx1"/>
        </a:solidFill>
        <a:latin typeface="+mn-lt"/>
        <a:ea typeface="+mn-ea"/>
        <a:cs typeface="+mn-cs"/>
      </a:defRPr>
    </a:lvl1pPr>
    <a:lvl2pPr marL="457200" algn="l" defTabSz="914400" rtl="0" eaLnBrk="1" latinLnBrk="1" hangingPunct="1">
      <a:defRPr sz="1200" kern="1200">
        <a:solidFill>
          <a:schemeClr val="tx1"/>
        </a:solidFill>
        <a:latin typeface="+mn-lt"/>
        <a:ea typeface="+mn-ea"/>
        <a:cs typeface="+mn-cs"/>
      </a:defRPr>
    </a:lvl2pPr>
    <a:lvl3pPr marL="914400" algn="l" defTabSz="914400" rtl="0" eaLnBrk="1" latinLnBrk="1" hangingPunct="1">
      <a:defRPr sz="1200" kern="1200">
        <a:solidFill>
          <a:schemeClr val="tx1"/>
        </a:solidFill>
        <a:latin typeface="+mn-lt"/>
        <a:ea typeface="+mn-ea"/>
        <a:cs typeface="+mn-cs"/>
      </a:defRPr>
    </a:lvl3pPr>
    <a:lvl4pPr marL="1371600" algn="l" defTabSz="914400" rtl="0" eaLnBrk="1" latinLnBrk="1" hangingPunct="1">
      <a:defRPr sz="1200" kern="1200">
        <a:solidFill>
          <a:schemeClr val="tx1"/>
        </a:solidFill>
        <a:latin typeface="+mn-lt"/>
        <a:ea typeface="+mn-ea"/>
        <a:cs typeface="+mn-cs"/>
      </a:defRPr>
    </a:lvl4pPr>
    <a:lvl5pPr marL="1828800" algn="l" defTabSz="914400" rtl="0" eaLnBrk="1" latinLnBrk="1" hangingPunct="1">
      <a:defRPr sz="1200" kern="1200">
        <a:solidFill>
          <a:schemeClr val="tx1"/>
        </a:solidFill>
        <a:latin typeface="+mn-lt"/>
        <a:ea typeface="+mn-ea"/>
        <a:cs typeface="+mn-cs"/>
      </a:defRPr>
    </a:lvl5pPr>
    <a:lvl6pPr marL="2286000" algn="l" defTabSz="914400" rtl="0" eaLnBrk="1" latinLnBrk="1" hangingPunct="1">
      <a:defRPr sz="1200" kern="1200">
        <a:solidFill>
          <a:schemeClr val="tx1"/>
        </a:solidFill>
        <a:latin typeface="+mn-lt"/>
        <a:ea typeface="+mn-ea"/>
        <a:cs typeface="+mn-cs"/>
      </a:defRPr>
    </a:lvl6pPr>
    <a:lvl7pPr marL="2743200" algn="l" defTabSz="914400" rtl="0" eaLnBrk="1" latinLnBrk="1" hangingPunct="1">
      <a:defRPr sz="1200" kern="1200">
        <a:solidFill>
          <a:schemeClr val="tx1"/>
        </a:solidFill>
        <a:latin typeface="+mn-lt"/>
        <a:ea typeface="+mn-ea"/>
        <a:cs typeface="+mn-cs"/>
      </a:defRPr>
    </a:lvl7pPr>
    <a:lvl8pPr marL="3200400" algn="l" defTabSz="914400" rtl="0" eaLnBrk="1" latinLnBrk="1" hangingPunct="1">
      <a:defRPr sz="1200" kern="1200">
        <a:solidFill>
          <a:schemeClr val="tx1"/>
        </a:solidFill>
        <a:latin typeface="+mn-lt"/>
        <a:ea typeface="+mn-ea"/>
        <a:cs typeface="+mn-cs"/>
      </a:defRPr>
    </a:lvl8pPr>
    <a:lvl9pPr marL="3657600" algn="l" defTabSz="914400" rtl="0" eaLnBrk="1" latinLnBrk="1"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5"/>
          </p:nvPr>
        </p:nvSpPr>
        <p:spPr/>
        <p:txBody>
          <a:bodyPr/>
          <a:lstStyle/>
          <a:p>
            <a:fld id="{A46518FD-8261-463C-A8EB-8A1BAAA2B526}" type="slidenum">
              <a:rPr lang="ko-KR" altLang="en-US" smtClean="0"/>
              <a:t>38</a:t>
            </a:fld>
            <a:endParaRPr lang="ko-KR" altLang="en-US"/>
          </a:p>
        </p:txBody>
      </p:sp>
    </p:spTree>
    <p:extLst>
      <p:ext uri="{BB962C8B-B14F-4D97-AF65-F5344CB8AC3E}">
        <p14:creationId xmlns:p14="http://schemas.microsoft.com/office/powerpoint/2010/main" val="163670161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5"/>
          </p:nvPr>
        </p:nvSpPr>
        <p:spPr/>
        <p:txBody>
          <a:bodyPr/>
          <a:lstStyle/>
          <a:p>
            <a:fld id="{A46518FD-8261-463C-A8EB-8A1BAAA2B526}" type="slidenum">
              <a:rPr lang="ko-KR" altLang="en-US" smtClean="0"/>
              <a:t>85</a:t>
            </a:fld>
            <a:endParaRPr lang="ko-KR" altLang="en-US"/>
          </a:p>
        </p:txBody>
      </p:sp>
    </p:spTree>
    <p:extLst>
      <p:ext uri="{BB962C8B-B14F-4D97-AF65-F5344CB8AC3E}">
        <p14:creationId xmlns:p14="http://schemas.microsoft.com/office/powerpoint/2010/main" val="410842794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A46518FD-8261-463C-A8EB-8A1BAAA2B526}" type="slidenum">
              <a:rPr lang="ko-KR" altLang="en-US" smtClean="0"/>
              <a:t>95</a:t>
            </a:fld>
            <a:endParaRPr lang="ko-KR" altLang="en-US"/>
          </a:p>
        </p:txBody>
      </p:sp>
    </p:spTree>
    <p:extLst>
      <p:ext uri="{BB962C8B-B14F-4D97-AF65-F5344CB8AC3E}">
        <p14:creationId xmlns:p14="http://schemas.microsoft.com/office/powerpoint/2010/main" val="1620795080"/>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5"/>
          </p:nvPr>
        </p:nvSpPr>
        <p:spPr/>
        <p:txBody>
          <a:bodyPr/>
          <a:lstStyle/>
          <a:p>
            <a:fld id="{A46518FD-8261-463C-A8EB-8A1BAAA2B526}" type="slidenum">
              <a:rPr lang="ko-KR" altLang="en-US" smtClean="0"/>
              <a:t>97</a:t>
            </a:fld>
            <a:endParaRPr lang="ko-KR" altLang="en-US"/>
          </a:p>
        </p:txBody>
      </p:sp>
    </p:spTree>
    <p:extLst>
      <p:ext uri="{BB962C8B-B14F-4D97-AF65-F5344CB8AC3E}">
        <p14:creationId xmlns:p14="http://schemas.microsoft.com/office/powerpoint/2010/main" val="30818617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5"/>
          </p:nvPr>
        </p:nvSpPr>
        <p:spPr/>
        <p:txBody>
          <a:bodyPr/>
          <a:lstStyle/>
          <a:p>
            <a:fld id="{A46518FD-8261-463C-A8EB-8A1BAAA2B526}" type="slidenum">
              <a:rPr lang="ko-KR" altLang="en-US" smtClean="0"/>
              <a:t>100</a:t>
            </a:fld>
            <a:endParaRPr lang="ko-KR" altLang="en-US"/>
          </a:p>
        </p:txBody>
      </p:sp>
    </p:spTree>
    <p:extLst>
      <p:ext uri="{BB962C8B-B14F-4D97-AF65-F5344CB8AC3E}">
        <p14:creationId xmlns:p14="http://schemas.microsoft.com/office/powerpoint/2010/main" val="260451328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A46518FD-8261-463C-A8EB-8A1BAAA2B526}" type="slidenum">
              <a:rPr lang="ko-KR" altLang="en-US" smtClean="0"/>
              <a:t>206</a:t>
            </a:fld>
            <a:endParaRPr lang="ko-KR" altLang="en-US"/>
          </a:p>
        </p:txBody>
      </p:sp>
    </p:spTree>
    <p:extLst>
      <p:ext uri="{BB962C8B-B14F-4D97-AF65-F5344CB8AC3E}">
        <p14:creationId xmlns:p14="http://schemas.microsoft.com/office/powerpoint/2010/main" val="3365415220"/>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4.jpe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png"/><Relationship Id="rId1" Type="http://schemas.openxmlformats.org/officeDocument/2006/relationships/slideMaster" Target="../slideMasters/slideMaster2.xml"/><Relationship Id="rId4" Type="http://schemas.openxmlformats.org/officeDocument/2006/relationships/image" Target="../media/image7.png"/></Relationships>
</file>

<file path=ppt/slideLayouts/_rels/slideLayout21.xml.rels><?xml version="1.0" encoding="UTF-8" standalone="yes"?>
<Relationships xmlns="http://schemas.openxmlformats.org/package/2006/relationships"><Relationship Id="rId8" Type="http://schemas.openxmlformats.org/officeDocument/2006/relationships/image" Target="../media/image14.png"/><Relationship Id="rId13" Type="http://schemas.openxmlformats.org/officeDocument/2006/relationships/image" Target="../media/image19.svg"/><Relationship Id="rId3" Type="http://schemas.openxmlformats.org/officeDocument/2006/relationships/image" Target="../media/image9.svg"/><Relationship Id="rId7" Type="http://schemas.openxmlformats.org/officeDocument/2006/relationships/image" Target="../media/image13.svg"/><Relationship Id="rId12" Type="http://schemas.openxmlformats.org/officeDocument/2006/relationships/image" Target="../media/image18.png"/><Relationship Id="rId2" Type="http://schemas.openxmlformats.org/officeDocument/2006/relationships/image" Target="../media/image8.png"/><Relationship Id="rId1" Type="http://schemas.openxmlformats.org/officeDocument/2006/relationships/slideMaster" Target="../slideMasters/slideMaster2.xml"/><Relationship Id="rId6" Type="http://schemas.openxmlformats.org/officeDocument/2006/relationships/image" Target="../media/image12.png"/><Relationship Id="rId11" Type="http://schemas.openxmlformats.org/officeDocument/2006/relationships/image" Target="../media/image17.svg"/><Relationship Id="rId5" Type="http://schemas.openxmlformats.org/officeDocument/2006/relationships/image" Target="../media/image11.svg"/><Relationship Id="rId10" Type="http://schemas.openxmlformats.org/officeDocument/2006/relationships/image" Target="../media/image16.png"/><Relationship Id="rId4" Type="http://schemas.openxmlformats.org/officeDocument/2006/relationships/image" Target="../media/image10.png"/><Relationship Id="rId9" Type="http://schemas.openxmlformats.org/officeDocument/2006/relationships/image" Target="../media/image15.sv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20.png"/><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image" Target="../media/image21.png"/><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image" Target="../media/image21.png"/><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image" Target="../media/image21.png"/><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2" Type="http://schemas.openxmlformats.org/officeDocument/2006/relationships/hyperlink" Target="mailto:test1234@naver.com" TargetMode="External"/><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8" Type="http://schemas.openxmlformats.org/officeDocument/2006/relationships/image" Target="../media/image14.png"/><Relationship Id="rId13" Type="http://schemas.openxmlformats.org/officeDocument/2006/relationships/image" Target="../media/image19.svg"/><Relationship Id="rId3" Type="http://schemas.openxmlformats.org/officeDocument/2006/relationships/image" Target="../media/image9.svg"/><Relationship Id="rId7" Type="http://schemas.openxmlformats.org/officeDocument/2006/relationships/image" Target="../media/image13.svg"/><Relationship Id="rId12" Type="http://schemas.openxmlformats.org/officeDocument/2006/relationships/image" Target="../media/image18.png"/><Relationship Id="rId2" Type="http://schemas.openxmlformats.org/officeDocument/2006/relationships/image" Target="../media/image8.png"/><Relationship Id="rId1" Type="http://schemas.openxmlformats.org/officeDocument/2006/relationships/slideMaster" Target="../slideMasters/slideMaster2.xml"/><Relationship Id="rId6" Type="http://schemas.openxmlformats.org/officeDocument/2006/relationships/image" Target="../media/image12.png"/><Relationship Id="rId11" Type="http://schemas.openxmlformats.org/officeDocument/2006/relationships/image" Target="../media/image17.svg"/><Relationship Id="rId5" Type="http://schemas.openxmlformats.org/officeDocument/2006/relationships/image" Target="../media/image11.svg"/><Relationship Id="rId15" Type="http://schemas.openxmlformats.org/officeDocument/2006/relationships/chart" Target="../charts/chart2.xml"/><Relationship Id="rId10" Type="http://schemas.openxmlformats.org/officeDocument/2006/relationships/image" Target="../media/image16.png"/><Relationship Id="rId4" Type="http://schemas.openxmlformats.org/officeDocument/2006/relationships/image" Target="../media/image10.png"/><Relationship Id="rId9" Type="http://schemas.openxmlformats.org/officeDocument/2006/relationships/image" Target="../media/image15.svg"/><Relationship Id="rId14" Type="http://schemas.openxmlformats.org/officeDocument/2006/relationships/chart" Target="../charts/chart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3" Type="http://schemas.openxmlformats.org/officeDocument/2006/relationships/hyperlink" Target="http://admin.replyer.co.kr/goods/manage/view/49" TargetMode="External"/><Relationship Id="rId2" Type="http://schemas.openxmlformats.org/officeDocument/2006/relationships/image" Target="../media/image21.png"/><Relationship Id="rId1" Type="http://schemas.openxmlformats.org/officeDocument/2006/relationships/slideMaster" Target="../slideMasters/slideMaster2.xml"/><Relationship Id="rId5" Type="http://schemas.openxmlformats.org/officeDocument/2006/relationships/hyperlink" Target="http://admin.replyer.co.kr/goods/manage/view/397" TargetMode="External"/><Relationship Id="rId4" Type="http://schemas.openxmlformats.org/officeDocument/2006/relationships/hyperlink" Target="http://admin.replyer.co.kr/goods/manage/view/48" TargetMode="External"/></Relationships>
</file>

<file path=ppt/slideLayouts/_rels/slideLayout44.xml.rels><?xml version="1.0" encoding="UTF-8" standalone="yes"?>
<Relationships xmlns="http://schemas.openxmlformats.org/package/2006/relationships"><Relationship Id="rId3" Type="http://schemas.openxmlformats.org/officeDocument/2006/relationships/hyperlink" Target="http://admin.replyer.co.kr/goods/manage/view/48" TargetMode="External"/><Relationship Id="rId2" Type="http://schemas.openxmlformats.org/officeDocument/2006/relationships/hyperlink" Target="http://admin.replyer.co.kr/goods/manage/view/49" TargetMode="External"/><Relationship Id="rId1" Type="http://schemas.openxmlformats.org/officeDocument/2006/relationships/slideMaster" Target="../slideMasters/slideMaster2.xml"/><Relationship Id="rId5" Type="http://schemas.openxmlformats.org/officeDocument/2006/relationships/image" Target="../media/image21.png"/><Relationship Id="rId4" Type="http://schemas.openxmlformats.org/officeDocument/2006/relationships/hyperlink" Target="http://admin.replyer.co.kr/goods/manage/view/397" TargetMode="External"/></Relationships>
</file>

<file path=ppt/slideLayouts/_rels/slideLayout45.xml.rels><?xml version="1.0" encoding="UTF-8" standalone="yes"?>
<Relationships xmlns="http://schemas.openxmlformats.org/package/2006/relationships"><Relationship Id="rId3" Type="http://schemas.openxmlformats.org/officeDocument/2006/relationships/hyperlink" Target="http://admin.replyer.co.kr/goods/manage/view/48" TargetMode="External"/><Relationship Id="rId2" Type="http://schemas.openxmlformats.org/officeDocument/2006/relationships/hyperlink" Target="http://admin.replyer.co.kr/goods/manage/view/49" TargetMode="External"/><Relationship Id="rId1" Type="http://schemas.openxmlformats.org/officeDocument/2006/relationships/slideMaster" Target="../slideMasters/slideMaster2.xml"/><Relationship Id="rId5" Type="http://schemas.openxmlformats.org/officeDocument/2006/relationships/image" Target="../media/image21.png"/><Relationship Id="rId4" Type="http://schemas.openxmlformats.org/officeDocument/2006/relationships/hyperlink" Target="http://admin.replyer.co.kr/goods/manage/view/397" TargetMode="External"/></Relationships>
</file>

<file path=ppt/slideLayouts/_rels/slideLayout46.xml.rels><?xml version="1.0" encoding="UTF-8" standalone="yes"?>
<Relationships xmlns="http://schemas.openxmlformats.org/package/2006/relationships"><Relationship Id="rId3" Type="http://schemas.openxmlformats.org/officeDocument/2006/relationships/hyperlink" Target="http://admin.replyer.co.kr/goods/manage/view/48" TargetMode="External"/><Relationship Id="rId2" Type="http://schemas.openxmlformats.org/officeDocument/2006/relationships/hyperlink" Target="http://admin.replyer.co.kr/goods/manage/view/49" TargetMode="External"/><Relationship Id="rId1" Type="http://schemas.openxmlformats.org/officeDocument/2006/relationships/slideMaster" Target="../slideMasters/slideMaster2.xml"/><Relationship Id="rId4" Type="http://schemas.openxmlformats.org/officeDocument/2006/relationships/hyperlink" Target="http://admin.replyer.co.kr/goods/manage/view/397" TargetMode="External"/></Relationships>
</file>

<file path=ppt/slideLayouts/_rels/slideLayout47.xml.rels><?xml version="1.0" encoding="UTF-8" standalone="yes"?>
<Relationships xmlns="http://schemas.openxmlformats.org/package/2006/relationships"><Relationship Id="rId3" Type="http://schemas.openxmlformats.org/officeDocument/2006/relationships/hyperlink" Target="http://admin.replyer.co.kr/goods/manage/view/48" TargetMode="External"/><Relationship Id="rId2" Type="http://schemas.openxmlformats.org/officeDocument/2006/relationships/hyperlink" Target="http://admin.replyer.co.kr/goods/manage/view/49" TargetMode="External"/><Relationship Id="rId1" Type="http://schemas.openxmlformats.org/officeDocument/2006/relationships/slideMaster" Target="../slideMasters/slideMaster2.xml"/><Relationship Id="rId4" Type="http://schemas.openxmlformats.org/officeDocument/2006/relationships/hyperlink" Target="http://admin.replyer.co.kr/goods/manage/view/397" TargetMode="External"/></Relationships>
</file>

<file path=ppt/slideLayouts/_rels/slideLayout48.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3.png"/><Relationship Id="rId1" Type="http://schemas.openxmlformats.org/officeDocument/2006/relationships/slideMaster" Target="../slideMasters/slideMaster2.xml"/></Relationships>
</file>

<file path=ppt/slideLayouts/_rels/slideLayout49.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2.xml"/></Relationships>
</file>

<file path=ppt/slideLayouts/_rels/slideLayout50.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21.png"/><Relationship Id="rId1" Type="http://schemas.openxmlformats.org/officeDocument/2006/relationships/slideMaster" Target="../slideMasters/slideMaster2.xml"/></Relationships>
</file>

<file path=ppt/slideLayouts/_rels/slideLayout51.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2.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4.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image" Target="../media/image26.png"/><Relationship Id="rId1" Type="http://schemas.openxmlformats.org/officeDocument/2006/relationships/slideMaster" Target="../slideMasters/slideMaster2.xml"/></Relationships>
</file>

<file path=ppt/slideLayouts/_rels/slideLayout55.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2.xml"/></Relationships>
</file>

<file path=ppt/slideLayouts/_rels/slideLayout56.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2.xml"/></Relationships>
</file>

<file path=ppt/slideLayouts/_rels/slideLayout57.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2.xml"/></Relationships>
</file>

<file path=ppt/slideLayouts/_rels/slideLayout58.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2.xml"/></Relationships>
</file>

<file path=ppt/slideLayouts/_rels/slideLayout59.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2.xml"/></Relationships>
</file>

<file path=ppt/slideLayouts/_rels/slideLayout60.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2.xml"/></Relationships>
</file>

<file path=ppt/slideLayouts/_rels/slideLayout61.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2.xml"/></Relationships>
</file>

<file path=ppt/slideLayouts/_rels/slideLayout62.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21.png"/><Relationship Id="rId1" Type="http://schemas.openxmlformats.org/officeDocument/2006/relationships/slideMaster" Target="../slideMasters/slideMaster2.xml"/></Relationships>
</file>

<file path=ppt/slideLayouts/_rels/slideLayout63.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2.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5.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2.xml"/></Relationships>
</file>

<file path=ppt/slideLayouts/_rels/slideLayout66.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image" Target="../media/image28.png"/><Relationship Id="rId1" Type="http://schemas.openxmlformats.org/officeDocument/2006/relationships/slideMaster" Target="../slideMasters/slideMaster2.xml"/></Relationships>
</file>

<file path=ppt/slideLayouts/_rels/slideLayout67.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2.xml"/></Relationships>
</file>

<file path=ppt/slideLayouts/_rels/slideLayout68.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2.xml"/></Relationships>
</file>

<file path=ppt/slideLayouts/_rels/slideLayout69.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2.xml"/></Relationships>
</file>

<file path=ppt/slideLayouts/_rels/slideLayout70.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28.png"/><Relationship Id="rId1" Type="http://schemas.openxmlformats.org/officeDocument/2006/relationships/slideMaster" Target="../slideMasters/slideMaster2.xml"/></Relationships>
</file>

<file path=ppt/slideLayouts/_rels/slideLayout71.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image" Target="../media/image28.png"/><Relationship Id="rId1" Type="http://schemas.openxmlformats.org/officeDocument/2006/relationships/slideMaster" Target="../slideMasters/slideMaster2.xml"/><Relationship Id="rId4" Type="http://schemas.openxmlformats.org/officeDocument/2006/relationships/image" Target="../media/image21.png"/></Relationships>
</file>

<file path=ppt/slideLayouts/_rels/slideLayout72.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28.png"/><Relationship Id="rId1" Type="http://schemas.openxmlformats.org/officeDocument/2006/relationships/slideMaster" Target="../slideMasters/slideMaster2.xml"/><Relationship Id="rId4" Type="http://schemas.openxmlformats.org/officeDocument/2006/relationships/image" Target="../media/image20.png"/></Relationships>
</file>

<file path=ppt/slideLayouts/_rels/slideLayout73.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28.png"/><Relationship Id="rId1" Type="http://schemas.openxmlformats.org/officeDocument/2006/relationships/slideMaster" Target="../slideMasters/slideMaster2.xml"/><Relationship Id="rId4" Type="http://schemas.openxmlformats.org/officeDocument/2006/relationships/image" Target="../media/image20.png"/></Relationships>
</file>

<file path=ppt/slideLayouts/_rels/slideLayout74.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28.png"/><Relationship Id="rId1" Type="http://schemas.openxmlformats.org/officeDocument/2006/relationships/slideMaster" Target="../slideMasters/slideMaster2.xml"/><Relationship Id="rId4" Type="http://schemas.openxmlformats.org/officeDocument/2006/relationships/image" Target="../media/image20.png"/></Relationships>
</file>

<file path=ppt/slideLayouts/_rels/slideLayout75.xml.rels><?xml version="1.0" encoding="UTF-8" standalone="yes"?>
<Relationships xmlns="http://schemas.openxmlformats.org/package/2006/relationships"><Relationship Id="rId3" Type="http://schemas.openxmlformats.org/officeDocument/2006/relationships/hyperlink" Target="mailto:test1234@naver.com" TargetMode="External"/><Relationship Id="rId2" Type="http://schemas.openxmlformats.org/officeDocument/2006/relationships/image" Target="../media/image28.png"/><Relationship Id="rId1" Type="http://schemas.openxmlformats.org/officeDocument/2006/relationships/slideMaster" Target="../slideMasters/slideMaster2.xml"/></Relationships>
</file>

<file path=ppt/slideLayouts/_rels/slideLayout76.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image" Target="../media/image21.png"/><Relationship Id="rId1" Type="http://schemas.openxmlformats.org/officeDocument/2006/relationships/slideMaster" Target="../slideMasters/slideMaster2.xml"/><Relationship Id="rId6" Type="http://schemas.openxmlformats.org/officeDocument/2006/relationships/hyperlink" Target="http://admin.replyer.co.kr/goods/manage/view/397" TargetMode="External"/><Relationship Id="rId5" Type="http://schemas.openxmlformats.org/officeDocument/2006/relationships/hyperlink" Target="http://admin.replyer.co.kr/goods/manage/view/48" TargetMode="External"/><Relationship Id="rId4" Type="http://schemas.openxmlformats.org/officeDocument/2006/relationships/hyperlink" Target="http://admin.replyer.co.kr/goods/manage/view/49" TargetMode="External"/></Relationships>
</file>

<file path=ppt/slideLayouts/_rels/slideLayout77.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image" Target="../media/image21.png"/><Relationship Id="rId1" Type="http://schemas.openxmlformats.org/officeDocument/2006/relationships/slideMaster" Target="../slideMasters/slideMaster2.xml"/><Relationship Id="rId6" Type="http://schemas.openxmlformats.org/officeDocument/2006/relationships/hyperlink" Target="http://admin.replyer.co.kr/goods/manage/view/397" TargetMode="External"/><Relationship Id="rId5" Type="http://schemas.openxmlformats.org/officeDocument/2006/relationships/hyperlink" Target="http://admin.replyer.co.kr/goods/manage/view/48" TargetMode="External"/><Relationship Id="rId4" Type="http://schemas.openxmlformats.org/officeDocument/2006/relationships/hyperlink" Target="http://admin.replyer.co.kr/goods/manage/view/49" TargetMode="External"/></Relationships>
</file>

<file path=ppt/slideLayouts/_rels/slideLayout78.xml.rels><?xml version="1.0" encoding="UTF-8" standalone="yes"?>
<Relationships xmlns="http://schemas.openxmlformats.org/package/2006/relationships"><Relationship Id="rId8" Type="http://schemas.openxmlformats.org/officeDocument/2006/relationships/image" Target="../media/image33.png"/><Relationship Id="rId13" Type="http://schemas.openxmlformats.org/officeDocument/2006/relationships/image" Target="../media/image19.svg"/><Relationship Id="rId3" Type="http://schemas.openxmlformats.org/officeDocument/2006/relationships/image" Target="../media/image9.svg"/><Relationship Id="rId7" Type="http://schemas.openxmlformats.org/officeDocument/2006/relationships/image" Target="../media/image13.svg"/><Relationship Id="rId12" Type="http://schemas.openxmlformats.org/officeDocument/2006/relationships/image" Target="../media/image35.png"/><Relationship Id="rId2" Type="http://schemas.openxmlformats.org/officeDocument/2006/relationships/image" Target="../media/image30.png"/><Relationship Id="rId1" Type="http://schemas.openxmlformats.org/officeDocument/2006/relationships/slideMaster" Target="../slideMasters/slideMaster2.xml"/><Relationship Id="rId6" Type="http://schemas.openxmlformats.org/officeDocument/2006/relationships/image" Target="../media/image32.png"/><Relationship Id="rId11" Type="http://schemas.openxmlformats.org/officeDocument/2006/relationships/image" Target="../media/image17.svg"/><Relationship Id="rId5" Type="http://schemas.openxmlformats.org/officeDocument/2006/relationships/image" Target="../media/image11.svg"/><Relationship Id="rId15" Type="http://schemas.openxmlformats.org/officeDocument/2006/relationships/chart" Target="../charts/chart4.xml"/><Relationship Id="rId10" Type="http://schemas.openxmlformats.org/officeDocument/2006/relationships/image" Target="../media/image34.png"/><Relationship Id="rId4" Type="http://schemas.openxmlformats.org/officeDocument/2006/relationships/image" Target="../media/image31.png"/><Relationship Id="rId9" Type="http://schemas.openxmlformats.org/officeDocument/2006/relationships/image" Target="../media/image15.svg"/><Relationship Id="rId14" Type="http://schemas.openxmlformats.org/officeDocument/2006/relationships/chart" Target="../charts/chart3.xml"/></Relationships>
</file>

<file path=ppt/slideLayouts/_rels/slideLayout79.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2.xml"/></Relationships>
</file>

<file path=ppt/slideLayouts/_rels/slideLayout80.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2.xml"/></Relationships>
</file>

<file path=ppt/slideLayouts/_rels/slideLayout81.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36.png"/><Relationship Id="rId1" Type="http://schemas.openxmlformats.org/officeDocument/2006/relationships/slideMaster" Target="../slideMasters/slideMaster2.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3.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2.xml"/></Relationships>
</file>

<file path=ppt/slideLayouts/_rels/slideLayout84.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Master" Target="../slideMasters/slideMaster2.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제목 슬라이드">
    <p:spTree>
      <p:nvGrpSpPr>
        <p:cNvPr id="1" name=""/>
        <p:cNvGrpSpPr/>
        <p:nvPr/>
      </p:nvGrpSpPr>
      <p:grpSpPr>
        <a:xfrm>
          <a:off x="0" y="0"/>
          <a:ext cx="0" cy="0"/>
          <a:chOff x="0" y="0"/>
          <a:chExt cx="0" cy="0"/>
        </a:xfrm>
      </p:grpSpPr>
      <p:pic>
        <p:nvPicPr>
          <p:cNvPr id="6" name="그림 5">
            <a:extLst>
              <a:ext uri="{FF2B5EF4-FFF2-40B4-BE49-F238E27FC236}">
                <a16:creationId xmlns:a16="http://schemas.microsoft.com/office/drawing/2014/main" id="{5B01861B-1BFC-45DF-A260-D7E10AB8728C}"/>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7076652" cy="6861976"/>
          </a:xfrm>
          <a:prstGeom prst="rect">
            <a:avLst/>
          </a:prstGeom>
        </p:spPr>
      </p:pic>
      <p:sp>
        <p:nvSpPr>
          <p:cNvPr id="7" name="TextBox 6">
            <a:extLst>
              <a:ext uri="{FF2B5EF4-FFF2-40B4-BE49-F238E27FC236}">
                <a16:creationId xmlns:a16="http://schemas.microsoft.com/office/drawing/2014/main" id="{2441478B-B742-56BD-361A-ED170788B8BF}"/>
              </a:ext>
            </a:extLst>
          </p:cNvPr>
          <p:cNvSpPr txBox="1"/>
          <p:nvPr userDrawn="1"/>
        </p:nvSpPr>
        <p:spPr>
          <a:xfrm>
            <a:off x="10471177" y="1681517"/>
            <a:ext cx="1354858" cy="369332"/>
          </a:xfrm>
          <a:prstGeom prst="rect">
            <a:avLst/>
          </a:prstGeom>
          <a:noFill/>
        </p:spPr>
        <p:txBody>
          <a:bodyPr wrap="none" rtlCol="0">
            <a:spAutoFit/>
          </a:bodyPr>
          <a:lstStyle/>
          <a:p>
            <a:r>
              <a:rPr lang="en-US" altLang="ko-KR" sz="1800" b="1" dirty="0">
                <a:solidFill>
                  <a:schemeClr val="bg1">
                    <a:lumMod val="75000"/>
                  </a:schemeClr>
                </a:solidFill>
                <a:latin typeface="Yu Gothic UI" panose="020B0500000000000000" pitchFamily="34" charset="-128"/>
                <a:ea typeface="Yu Gothic UI" panose="020B0500000000000000" pitchFamily="34" charset="-128"/>
              </a:rPr>
              <a:t>Storyboard</a:t>
            </a:r>
            <a:endParaRPr lang="ko-KR" altLang="en-US" sz="1800" b="1" dirty="0">
              <a:solidFill>
                <a:schemeClr val="bg1">
                  <a:lumMod val="75000"/>
                </a:schemeClr>
              </a:solidFill>
              <a:latin typeface="Yu Gothic UI" panose="020B0500000000000000" pitchFamily="34" charset="-128"/>
            </a:endParaRPr>
          </a:p>
        </p:txBody>
      </p:sp>
      <p:sp>
        <p:nvSpPr>
          <p:cNvPr id="8" name="직사각형 7">
            <a:extLst>
              <a:ext uri="{FF2B5EF4-FFF2-40B4-BE49-F238E27FC236}">
                <a16:creationId xmlns:a16="http://schemas.microsoft.com/office/drawing/2014/main" id="{8EB20BD9-F4A0-1157-22A1-20D61473453C}"/>
              </a:ext>
            </a:extLst>
          </p:cNvPr>
          <p:cNvSpPr/>
          <p:nvPr userDrawn="1"/>
        </p:nvSpPr>
        <p:spPr>
          <a:xfrm>
            <a:off x="4365266" y="2050849"/>
            <a:ext cx="7360929" cy="45719"/>
          </a:xfrm>
          <a:prstGeom prst="rect">
            <a:avLst/>
          </a:prstGeom>
          <a:solidFill>
            <a:schemeClr val="tx1">
              <a:lumMod val="65000"/>
              <a:lumOff val="3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pic>
        <p:nvPicPr>
          <p:cNvPr id="5" name="그림 4">
            <a:extLst>
              <a:ext uri="{FF2B5EF4-FFF2-40B4-BE49-F238E27FC236}">
                <a16:creationId xmlns:a16="http://schemas.microsoft.com/office/drawing/2014/main" id="{4B995D93-7831-4711-9BFA-A08266F89DDE}"/>
              </a:ext>
            </a:extLst>
          </p:cNvPr>
          <p:cNvPicPr>
            <a:picLocks noChangeAspect="1"/>
          </p:cNvPicPr>
          <p:nvPr userDrawn="1"/>
        </p:nvPicPr>
        <p:blipFill>
          <a:blip r:embed="rId3"/>
          <a:stretch>
            <a:fillRect/>
          </a:stretch>
        </p:blipFill>
        <p:spPr>
          <a:xfrm>
            <a:off x="10712818" y="6199613"/>
            <a:ext cx="1013377" cy="272251"/>
          </a:xfrm>
          <a:prstGeom prst="rect">
            <a:avLst/>
          </a:prstGeom>
        </p:spPr>
      </p:pic>
    </p:spTree>
    <p:extLst>
      <p:ext uri="{BB962C8B-B14F-4D97-AF65-F5344CB8AC3E}">
        <p14:creationId xmlns:p14="http://schemas.microsoft.com/office/powerpoint/2010/main" val="2526857847"/>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제목 및 내용">
    <p:spTree>
      <p:nvGrpSpPr>
        <p:cNvPr id="1" name=""/>
        <p:cNvGrpSpPr/>
        <p:nvPr/>
      </p:nvGrpSpPr>
      <p:grpSpPr>
        <a:xfrm>
          <a:off x="0" y="0"/>
          <a:ext cx="0" cy="0"/>
          <a:chOff x="0" y="0"/>
          <a:chExt cx="0" cy="0"/>
        </a:xfrm>
      </p:grpSpPr>
      <p:pic>
        <p:nvPicPr>
          <p:cNvPr id="4" name="그림 3">
            <a:extLst>
              <a:ext uri="{FF2B5EF4-FFF2-40B4-BE49-F238E27FC236}">
                <a16:creationId xmlns:a16="http://schemas.microsoft.com/office/drawing/2014/main" id="{C35F5AF3-3968-40F5-93A3-FDDEF005F29D}"/>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7076652" cy="6861976"/>
          </a:xfrm>
          <a:prstGeom prst="rect">
            <a:avLst/>
          </a:prstGeom>
        </p:spPr>
      </p:pic>
      <p:pic>
        <p:nvPicPr>
          <p:cNvPr id="7" name="그림 6">
            <a:extLst>
              <a:ext uri="{FF2B5EF4-FFF2-40B4-BE49-F238E27FC236}">
                <a16:creationId xmlns:a16="http://schemas.microsoft.com/office/drawing/2014/main" id="{E23BE330-774B-47A4-97AE-69FE1F63A24D}"/>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rot="10800000">
            <a:off x="5115348" y="0"/>
            <a:ext cx="7076652" cy="6861976"/>
          </a:xfrm>
          <a:prstGeom prst="rect">
            <a:avLst/>
          </a:prstGeom>
        </p:spPr>
      </p:pic>
      <p:sp>
        <p:nvSpPr>
          <p:cNvPr id="5" name="직사각형 4">
            <a:extLst>
              <a:ext uri="{FF2B5EF4-FFF2-40B4-BE49-F238E27FC236}">
                <a16:creationId xmlns:a16="http://schemas.microsoft.com/office/drawing/2014/main" id="{E213F7E3-0F82-4EEC-8E39-4E43C0CB166A}"/>
              </a:ext>
            </a:extLst>
          </p:cNvPr>
          <p:cNvSpPr/>
          <p:nvPr userDrawn="1"/>
        </p:nvSpPr>
        <p:spPr>
          <a:xfrm>
            <a:off x="0" y="0"/>
            <a:ext cx="12192000" cy="6858000"/>
          </a:xfrm>
          <a:prstGeom prst="rect">
            <a:avLst/>
          </a:prstGeom>
          <a:solidFill>
            <a:srgbClr val="FFFFFF">
              <a:alpha val="6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직사각형 5">
            <a:extLst>
              <a:ext uri="{FF2B5EF4-FFF2-40B4-BE49-F238E27FC236}">
                <a16:creationId xmlns:a16="http://schemas.microsoft.com/office/drawing/2014/main" id="{F4931C9E-E7E4-4664-9006-E194BBA86FEC}"/>
              </a:ext>
            </a:extLst>
          </p:cNvPr>
          <p:cNvSpPr/>
          <p:nvPr userDrawn="1"/>
        </p:nvSpPr>
        <p:spPr>
          <a:xfrm>
            <a:off x="0" y="2726266"/>
            <a:ext cx="12192000" cy="1405467"/>
          </a:xfrm>
          <a:prstGeom prst="rect">
            <a:avLst/>
          </a:prstGeom>
          <a:solidFill>
            <a:srgbClr val="7F7F7F">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en-US" altLang="ko-KR" sz="1400" b="1" dirty="0"/>
          </a:p>
        </p:txBody>
      </p:sp>
    </p:spTree>
    <p:extLst>
      <p:ext uri="{BB962C8B-B14F-4D97-AF65-F5344CB8AC3E}">
        <p14:creationId xmlns:p14="http://schemas.microsoft.com/office/powerpoint/2010/main" val="3261071621"/>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사용자 지정 레이아웃">
    <p:spTree>
      <p:nvGrpSpPr>
        <p:cNvPr id="1" name=""/>
        <p:cNvGrpSpPr/>
        <p:nvPr/>
      </p:nvGrpSpPr>
      <p:grpSpPr>
        <a:xfrm>
          <a:off x="0" y="0"/>
          <a:ext cx="0" cy="0"/>
          <a:chOff x="0" y="0"/>
          <a:chExt cx="0" cy="0"/>
        </a:xfrm>
      </p:grpSpPr>
      <p:pic>
        <p:nvPicPr>
          <p:cNvPr id="18" name="그림 17">
            <a:extLst>
              <a:ext uri="{FF2B5EF4-FFF2-40B4-BE49-F238E27FC236}">
                <a16:creationId xmlns:a16="http://schemas.microsoft.com/office/drawing/2014/main" id="{F595AD05-5801-4A48-97A1-8B54526081F4}"/>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19" name="직사각형 18">
            <a:extLst>
              <a:ext uri="{FF2B5EF4-FFF2-40B4-BE49-F238E27FC236}">
                <a16:creationId xmlns:a16="http://schemas.microsoft.com/office/drawing/2014/main" id="{B965F3B1-863D-4635-8616-FBE8A64F16C9}"/>
              </a:ext>
            </a:extLst>
          </p:cNvPr>
          <p:cNvSpPr/>
          <p:nvPr userDrawn="1"/>
        </p:nvSpPr>
        <p:spPr>
          <a:xfrm>
            <a:off x="0" y="1"/>
            <a:ext cx="8102379" cy="6858000"/>
          </a:xfrm>
          <a:prstGeom prst="rect">
            <a:avLst/>
          </a:prstGeom>
          <a:gradFill flip="none" rotWithShape="1">
            <a:gsLst>
              <a:gs pos="0">
                <a:schemeClr val="bg1"/>
              </a:gs>
              <a:gs pos="50000">
                <a:schemeClr val="bg1">
                  <a:alpha val="50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직사각형 19">
            <a:extLst>
              <a:ext uri="{FF2B5EF4-FFF2-40B4-BE49-F238E27FC236}">
                <a16:creationId xmlns:a16="http://schemas.microsoft.com/office/drawing/2014/main" id="{4ED02496-CC42-4637-AA2E-480C30DFD661}"/>
              </a:ext>
            </a:extLst>
          </p:cNvPr>
          <p:cNvSpPr/>
          <p:nvPr userDrawn="1"/>
        </p:nvSpPr>
        <p:spPr>
          <a:xfrm>
            <a:off x="1029694" y="787178"/>
            <a:ext cx="67586" cy="549435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179190780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홈페이지 속지">
    <p:bg>
      <p:bgPr>
        <a:solidFill>
          <a:schemeClr val="bg1">
            <a:lumMod val="95000"/>
          </a:schemeClr>
        </a:solidFill>
        <a:effectLst/>
      </p:bgPr>
    </p:bg>
    <p:spTree>
      <p:nvGrpSpPr>
        <p:cNvPr id="1" name=""/>
        <p:cNvGrpSpPr/>
        <p:nvPr/>
      </p:nvGrpSpPr>
      <p:grpSpPr>
        <a:xfrm>
          <a:off x="0" y="0"/>
          <a:ext cx="0" cy="0"/>
          <a:chOff x="0" y="0"/>
          <a:chExt cx="0" cy="0"/>
        </a:xfrm>
      </p:grpSpPr>
      <p:pic>
        <p:nvPicPr>
          <p:cNvPr id="18" name="그림 17">
            <a:extLst>
              <a:ext uri="{FF2B5EF4-FFF2-40B4-BE49-F238E27FC236}">
                <a16:creationId xmlns:a16="http://schemas.microsoft.com/office/drawing/2014/main" id="{F595AD05-5801-4A48-97A1-8B54526081F4}"/>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19" name="직사각형 18">
            <a:extLst>
              <a:ext uri="{FF2B5EF4-FFF2-40B4-BE49-F238E27FC236}">
                <a16:creationId xmlns:a16="http://schemas.microsoft.com/office/drawing/2014/main" id="{B965F3B1-863D-4635-8616-FBE8A64F16C9}"/>
              </a:ext>
            </a:extLst>
          </p:cNvPr>
          <p:cNvSpPr/>
          <p:nvPr userDrawn="1"/>
        </p:nvSpPr>
        <p:spPr>
          <a:xfrm>
            <a:off x="0" y="1"/>
            <a:ext cx="12191999" cy="6858000"/>
          </a:xfrm>
          <a:prstGeom prst="rect">
            <a:avLst/>
          </a:prstGeom>
          <a:solidFill>
            <a:schemeClr val="bg1">
              <a:lumMod val="95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직사각형 19">
            <a:extLst>
              <a:ext uri="{FF2B5EF4-FFF2-40B4-BE49-F238E27FC236}">
                <a16:creationId xmlns:a16="http://schemas.microsoft.com/office/drawing/2014/main" id="{4ED02496-CC42-4637-AA2E-480C30DFD661}"/>
              </a:ext>
            </a:extLst>
          </p:cNvPr>
          <p:cNvSpPr/>
          <p:nvPr userDrawn="1"/>
        </p:nvSpPr>
        <p:spPr>
          <a:xfrm>
            <a:off x="1029694" y="787178"/>
            <a:ext cx="67586" cy="549435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71492513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속지 RF-01">
    <p:bg>
      <p:bgPr>
        <a:solidFill>
          <a:schemeClr val="bg1">
            <a:lumMod val="95000"/>
          </a:schemeClr>
        </a:solidFill>
        <a:effectLst/>
      </p:bgPr>
    </p:bg>
    <p:spTree>
      <p:nvGrpSpPr>
        <p:cNvPr id="1" name=""/>
        <p:cNvGrpSpPr/>
        <p:nvPr/>
      </p:nvGrpSpPr>
      <p:grpSpPr>
        <a:xfrm>
          <a:off x="0" y="0"/>
          <a:ext cx="0" cy="0"/>
          <a:chOff x="0" y="0"/>
          <a:chExt cx="0" cy="0"/>
        </a:xfrm>
      </p:grpSpPr>
      <p:pic>
        <p:nvPicPr>
          <p:cNvPr id="18" name="그림 17">
            <a:extLst>
              <a:ext uri="{FF2B5EF4-FFF2-40B4-BE49-F238E27FC236}">
                <a16:creationId xmlns:a16="http://schemas.microsoft.com/office/drawing/2014/main" id="{F595AD05-5801-4A48-97A1-8B54526081F4}"/>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19" name="직사각형 18">
            <a:extLst>
              <a:ext uri="{FF2B5EF4-FFF2-40B4-BE49-F238E27FC236}">
                <a16:creationId xmlns:a16="http://schemas.microsoft.com/office/drawing/2014/main" id="{B965F3B1-863D-4635-8616-FBE8A64F16C9}"/>
              </a:ext>
            </a:extLst>
          </p:cNvPr>
          <p:cNvSpPr/>
          <p:nvPr userDrawn="1"/>
        </p:nvSpPr>
        <p:spPr>
          <a:xfrm>
            <a:off x="0" y="1"/>
            <a:ext cx="12191999" cy="6858000"/>
          </a:xfrm>
          <a:prstGeom prst="rect">
            <a:avLst/>
          </a:prstGeom>
          <a:solidFill>
            <a:schemeClr val="bg1">
              <a:lumMod val="95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직사각형 19">
            <a:extLst>
              <a:ext uri="{FF2B5EF4-FFF2-40B4-BE49-F238E27FC236}">
                <a16:creationId xmlns:a16="http://schemas.microsoft.com/office/drawing/2014/main" id="{4ED02496-CC42-4637-AA2E-480C30DFD661}"/>
              </a:ext>
            </a:extLst>
          </p:cNvPr>
          <p:cNvSpPr/>
          <p:nvPr userDrawn="1"/>
        </p:nvSpPr>
        <p:spPr>
          <a:xfrm>
            <a:off x="1029694" y="787178"/>
            <a:ext cx="67586" cy="549435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5" name="표 6">
            <a:extLst>
              <a:ext uri="{FF2B5EF4-FFF2-40B4-BE49-F238E27FC236}">
                <a16:creationId xmlns:a16="http://schemas.microsoft.com/office/drawing/2014/main" id="{74CC3500-A290-491D-94DE-4AD7E780244F}"/>
              </a:ext>
            </a:extLst>
          </p:cNvPr>
          <p:cNvGraphicFramePr>
            <a:graphicFrameLocks noGrp="1"/>
          </p:cNvGraphicFramePr>
          <p:nvPr userDrawn="1">
            <p:extLst>
              <p:ext uri="{D42A27DB-BD31-4B8C-83A1-F6EECF244321}">
                <p14:modId xmlns:p14="http://schemas.microsoft.com/office/powerpoint/2010/main" val="2770817727"/>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dirty="0">
                          <a:solidFill>
                            <a:schemeClr val="bg1">
                              <a:lumMod val="75000"/>
                            </a:schemeClr>
                          </a:solidFill>
                        </a:rPr>
                        <a:t>○  메인</a:t>
                      </a: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dirty="0">
                          <a:solidFill>
                            <a:schemeClr val="bg1">
                              <a:lumMod val="75000"/>
                            </a:schemeClr>
                          </a:solidFill>
                        </a:rPr>
                        <a:t>○  서비스안내</a:t>
                      </a: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dirty="0">
                          <a:solidFill>
                            <a:schemeClr val="bg1">
                              <a:lumMod val="75000"/>
                            </a:schemeClr>
                          </a:solidFill>
                        </a:rPr>
                        <a:t>○  주요기능</a:t>
                      </a: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dirty="0">
                          <a:solidFill>
                            <a:schemeClr val="bg1">
                              <a:lumMod val="75000"/>
                            </a:schemeClr>
                          </a:solidFill>
                        </a:rPr>
                        <a:t>○  가입안내</a:t>
                      </a: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dirty="0">
                          <a:solidFill>
                            <a:schemeClr val="bg1">
                              <a:lumMod val="75000"/>
                            </a:schemeClr>
                          </a:solidFill>
                        </a:rPr>
                        <a:t>○  고객센터</a:t>
                      </a: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dirty="0">
                          <a:solidFill>
                            <a:schemeClr val="bg1">
                              <a:lumMod val="75000"/>
                            </a:schemeClr>
                          </a:solidFill>
                        </a:rPr>
                        <a:t>○  주문조회</a:t>
                      </a: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dirty="0">
                          <a:solidFill>
                            <a:schemeClr val="bg1">
                              <a:lumMod val="75000"/>
                            </a:schemeClr>
                          </a:solidFill>
                        </a:rPr>
                        <a:t>○  회원영역</a:t>
                      </a:r>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382655220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속지 RF-02">
    <p:bg>
      <p:bgPr>
        <a:solidFill>
          <a:schemeClr val="bg1">
            <a:lumMod val="95000"/>
          </a:schemeClr>
        </a:solidFill>
        <a:effectLst/>
      </p:bgPr>
    </p:bg>
    <p:spTree>
      <p:nvGrpSpPr>
        <p:cNvPr id="1" name=""/>
        <p:cNvGrpSpPr/>
        <p:nvPr/>
      </p:nvGrpSpPr>
      <p:grpSpPr>
        <a:xfrm>
          <a:off x="0" y="0"/>
          <a:ext cx="0" cy="0"/>
          <a:chOff x="0" y="0"/>
          <a:chExt cx="0" cy="0"/>
        </a:xfrm>
      </p:grpSpPr>
      <p:pic>
        <p:nvPicPr>
          <p:cNvPr id="18" name="그림 17">
            <a:extLst>
              <a:ext uri="{FF2B5EF4-FFF2-40B4-BE49-F238E27FC236}">
                <a16:creationId xmlns:a16="http://schemas.microsoft.com/office/drawing/2014/main" id="{F595AD05-5801-4A48-97A1-8B54526081F4}"/>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19" name="직사각형 18">
            <a:extLst>
              <a:ext uri="{FF2B5EF4-FFF2-40B4-BE49-F238E27FC236}">
                <a16:creationId xmlns:a16="http://schemas.microsoft.com/office/drawing/2014/main" id="{B965F3B1-863D-4635-8616-FBE8A64F16C9}"/>
              </a:ext>
            </a:extLst>
          </p:cNvPr>
          <p:cNvSpPr/>
          <p:nvPr userDrawn="1"/>
        </p:nvSpPr>
        <p:spPr>
          <a:xfrm>
            <a:off x="0" y="1"/>
            <a:ext cx="12191999" cy="6858000"/>
          </a:xfrm>
          <a:prstGeom prst="rect">
            <a:avLst/>
          </a:prstGeom>
          <a:solidFill>
            <a:schemeClr val="bg1">
              <a:lumMod val="95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직사각형 19">
            <a:extLst>
              <a:ext uri="{FF2B5EF4-FFF2-40B4-BE49-F238E27FC236}">
                <a16:creationId xmlns:a16="http://schemas.microsoft.com/office/drawing/2014/main" id="{4ED02496-CC42-4637-AA2E-480C30DFD661}"/>
              </a:ext>
            </a:extLst>
          </p:cNvPr>
          <p:cNvSpPr/>
          <p:nvPr userDrawn="1"/>
        </p:nvSpPr>
        <p:spPr>
          <a:xfrm>
            <a:off x="1029694" y="787178"/>
            <a:ext cx="67586" cy="549435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6" name="표 6">
            <a:extLst>
              <a:ext uri="{FF2B5EF4-FFF2-40B4-BE49-F238E27FC236}">
                <a16:creationId xmlns:a16="http://schemas.microsoft.com/office/drawing/2014/main" id="{649C4FBD-700C-457F-8F45-75FFDE252245}"/>
              </a:ext>
            </a:extLst>
          </p:cNvPr>
          <p:cNvGraphicFramePr>
            <a:graphicFrameLocks noGrp="1"/>
          </p:cNvGraphicFramePr>
          <p:nvPr userDrawn="1">
            <p:extLst>
              <p:ext uri="{D42A27DB-BD31-4B8C-83A1-F6EECF244321}">
                <p14:modId xmlns:p14="http://schemas.microsoft.com/office/powerpoint/2010/main" val="848364206"/>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r>
                        <a:rPr lang="ko-KR" altLang="en-US" sz="1800" dirty="0">
                          <a:solidFill>
                            <a:schemeClr val="bg1">
                              <a:lumMod val="75000"/>
                            </a:schemeClr>
                          </a:solidFill>
                        </a:rPr>
                        <a:t>○  로그인</a:t>
                      </a: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dirty="0">
                          <a:solidFill>
                            <a:schemeClr val="bg1">
                              <a:lumMod val="75000"/>
                            </a:schemeClr>
                          </a:solidFill>
                        </a:rPr>
                        <a:t>○  서브관리자 관리</a:t>
                      </a:r>
                      <a:endParaRPr lang="ko-KR" altLang="en-US" sz="1800" dirty="0"/>
                    </a:p>
                  </a:txBody>
                  <a:tcPr/>
                </a:tc>
                <a:extLst>
                  <a:ext uri="{0D108BD9-81ED-4DB2-BD59-A6C34878D82A}">
                    <a16:rowId xmlns:a16="http://schemas.microsoft.com/office/drawing/2014/main" val="1597619544"/>
                  </a:ext>
                </a:extLst>
              </a:tr>
              <a:tr h="686794">
                <a:tc>
                  <a:txBody>
                    <a:bodyPr/>
                    <a:lstStyle/>
                    <a:p>
                      <a:pPr latinLnBrk="1"/>
                      <a:r>
                        <a:rPr lang="ko-KR" altLang="en-US" sz="1800" dirty="0">
                          <a:solidFill>
                            <a:schemeClr val="bg1">
                              <a:lumMod val="75000"/>
                            </a:schemeClr>
                          </a:solidFill>
                        </a:rPr>
                        <a:t>○  대시보드</a:t>
                      </a: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dirty="0">
                          <a:solidFill>
                            <a:schemeClr val="bg1">
                              <a:lumMod val="75000"/>
                            </a:schemeClr>
                          </a:solidFill>
                        </a:rPr>
                        <a:t>○  발주담당 관리</a:t>
                      </a:r>
                      <a:endParaRPr lang="ko-KR" altLang="en-US" sz="1800" dirty="0"/>
                    </a:p>
                  </a:txBody>
                  <a:tcPr/>
                </a:tc>
                <a:extLst>
                  <a:ext uri="{0D108BD9-81ED-4DB2-BD59-A6C34878D82A}">
                    <a16:rowId xmlns:a16="http://schemas.microsoft.com/office/drawing/2014/main" val="4008812756"/>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dirty="0">
                          <a:solidFill>
                            <a:schemeClr val="bg1">
                              <a:lumMod val="75000"/>
                            </a:schemeClr>
                          </a:solidFill>
                        </a:rPr>
                        <a:t>○  정보 관리</a:t>
                      </a:r>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dirty="0">
                          <a:solidFill>
                            <a:schemeClr val="bg1">
                              <a:lumMod val="75000"/>
                            </a:schemeClr>
                          </a:solidFill>
                        </a:rPr>
                        <a:t>○  포인트 관리</a:t>
                      </a:r>
                      <a:endParaRPr lang="ko-KR" altLang="en-US" sz="1800" dirty="0"/>
                    </a:p>
                  </a:txBody>
                  <a:tcPr/>
                </a:tc>
                <a:extLst>
                  <a:ext uri="{0D108BD9-81ED-4DB2-BD59-A6C34878D82A}">
                    <a16:rowId xmlns:a16="http://schemas.microsoft.com/office/drawing/2014/main" val="2970826537"/>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dirty="0">
                          <a:solidFill>
                            <a:schemeClr val="bg1">
                              <a:lumMod val="75000"/>
                            </a:schemeClr>
                          </a:solidFill>
                        </a:rPr>
                        <a:t>○  </a:t>
                      </a:r>
                      <a:r>
                        <a:rPr lang="en-US" altLang="ko-KR" sz="1800" dirty="0">
                          <a:solidFill>
                            <a:schemeClr val="bg1">
                              <a:lumMod val="75000"/>
                            </a:schemeClr>
                          </a:solidFill>
                        </a:rPr>
                        <a:t>Shop</a:t>
                      </a:r>
                      <a:r>
                        <a:rPr lang="ko-KR" altLang="en-US" sz="1800" dirty="0">
                          <a:solidFill>
                            <a:schemeClr val="bg1">
                              <a:lumMod val="75000"/>
                            </a:schemeClr>
                          </a:solidFill>
                        </a:rPr>
                        <a:t>채널 관리</a:t>
                      </a: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dirty="0">
                          <a:solidFill>
                            <a:schemeClr val="bg1">
                              <a:lumMod val="75000"/>
                            </a:schemeClr>
                          </a:solidFill>
                        </a:rPr>
                        <a:t>○  </a:t>
                      </a:r>
                      <a:r>
                        <a:rPr lang="ko-KR" altLang="en-US" sz="1800" dirty="0" err="1">
                          <a:solidFill>
                            <a:schemeClr val="bg1">
                              <a:lumMod val="75000"/>
                            </a:schemeClr>
                          </a:solidFill>
                        </a:rPr>
                        <a:t>배송비설정</a:t>
                      </a:r>
                      <a:r>
                        <a:rPr lang="ko-KR" altLang="en-US" sz="1800" dirty="0">
                          <a:solidFill>
                            <a:schemeClr val="bg1">
                              <a:lumMod val="75000"/>
                            </a:schemeClr>
                          </a:solidFill>
                        </a:rPr>
                        <a:t> 관리</a:t>
                      </a:r>
                      <a:endParaRPr lang="ko-KR" altLang="en-US" sz="1800" dirty="0"/>
                    </a:p>
                  </a:txBody>
                  <a:tcPr/>
                </a:tc>
                <a:extLst>
                  <a:ext uri="{0D108BD9-81ED-4DB2-BD59-A6C34878D82A}">
                    <a16:rowId xmlns:a16="http://schemas.microsoft.com/office/drawing/2014/main" val="2710490072"/>
                  </a:ext>
                </a:extLst>
              </a:tr>
              <a:tr h="686794">
                <a:tc>
                  <a:txBody>
                    <a:bodyPr/>
                    <a:lstStyle/>
                    <a:p>
                      <a:pPr latinLnBrk="1"/>
                      <a:r>
                        <a:rPr lang="ko-KR" altLang="en-US" sz="1800" dirty="0">
                          <a:solidFill>
                            <a:schemeClr val="bg1">
                              <a:lumMod val="75000"/>
                            </a:schemeClr>
                          </a:solidFill>
                        </a:rPr>
                        <a:t>○  상품 관리</a:t>
                      </a:r>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dirty="0">
                          <a:solidFill>
                            <a:schemeClr val="bg1">
                              <a:lumMod val="75000"/>
                            </a:schemeClr>
                          </a:solidFill>
                        </a:rPr>
                        <a:t>○  취소</a:t>
                      </a:r>
                      <a:r>
                        <a:rPr lang="en-US" altLang="ko-KR" sz="1800" dirty="0">
                          <a:solidFill>
                            <a:schemeClr val="bg1">
                              <a:lumMod val="75000"/>
                            </a:schemeClr>
                          </a:solidFill>
                        </a:rPr>
                        <a:t>/</a:t>
                      </a:r>
                      <a:r>
                        <a:rPr lang="ko-KR" altLang="en-US" sz="1800" dirty="0">
                          <a:solidFill>
                            <a:schemeClr val="bg1">
                              <a:lumMod val="75000"/>
                            </a:schemeClr>
                          </a:solidFill>
                        </a:rPr>
                        <a:t>환불안내 관리</a:t>
                      </a:r>
                      <a:endParaRPr lang="ko-KR" altLang="en-US" sz="1800" dirty="0"/>
                    </a:p>
                  </a:txBody>
                  <a:tcPr/>
                </a:tc>
                <a:extLst>
                  <a:ext uri="{0D108BD9-81ED-4DB2-BD59-A6C34878D82A}">
                    <a16:rowId xmlns:a16="http://schemas.microsoft.com/office/drawing/2014/main" val="649038270"/>
                  </a:ext>
                </a:extLst>
              </a:tr>
              <a:tr h="686794">
                <a:tc>
                  <a:txBody>
                    <a:bodyPr/>
                    <a:lstStyle/>
                    <a:p>
                      <a:pPr latinLnBrk="1"/>
                      <a:r>
                        <a:rPr lang="ko-KR" altLang="en-US" sz="1800" dirty="0">
                          <a:solidFill>
                            <a:schemeClr val="bg1">
                              <a:lumMod val="75000"/>
                            </a:schemeClr>
                          </a:solidFill>
                        </a:rPr>
                        <a:t>○  공동구매 관리</a:t>
                      </a:r>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latinLnBrk="1"/>
                      <a:r>
                        <a:rPr lang="ko-KR" altLang="en-US" sz="1800" dirty="0">
                          <a:solidFill>
                            <a:schemeClr val="bg1">
                              <a:lumMod val="75000"/>
                            </a:schemeClr>
                          </a:solidFill>
                        </a:rPr>
                        <a:t>○  주문 관리</a:t>
                      </a: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dirty="0">
                          <a:solidFill>
                            <a:schemeClr val="bg1">
                              <a:lumMod val="75000"/>
                            </a:schemeClr>
                          </a:solidFill>
                        </a:rPr>
                        <a:t>○  정산 관리</a:t>
                      </a: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798445936"/>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속지 RF-03">
    <p:bg>
      <p:bgPr>
        <a:solidFill>
          <a:schemeClr val="bg1">
            <a:lumMod val="95000"/>
          </a:schemeClr>
        </a:solidFill>
        <a:effectLst/>
      </p:bgPr>
    </p:bg>
    <p:spTree>
      <p:nvGrpSpPr>
        <p:cNvPr id="1" name=""/>
        <p:cNvGrpSpPr/>
        <p:nvPr/>
      </p:nvGrpSpPr>
      <p:grpSpPr>
        <a:xfrm>
          <a:off x="0" y="0"/>
          <a:ext cx="0" cy="0"/>
          <a:chOff x="0" y="0"/>
          <a:chExt cx="0" cy="0"/>
        </a:xfrm>
      </p:grpSpPr>
      <p:pic>
        <p:nvPicPr>
          <p:cNvPr id="18" name="그림 17">
            <a:extLst>
              <a:ext uri="{FF2B5EF4-FFF2-40B4-BE49-F238E27FC236}">
                <a16:creationId xmlns:a16="http://schemas.microsoft.com/office/drawing/2014/main" id="{F595AD05-5801-4A48-97A1-8B54526081F4}"/>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19" name="직사각형 18">
            <a:extLst>
              <a:ext uri="{FF2B5EF4-FFF2-40B4-BE49-F238E27FC236}">
                <a16:creationId xmlns:a16="http://schemas.microsoft.com/office/drawing/2014/main" id="{B965F3B1-863D-4635-8616-FBE8A64F16C9}"/>
              </a:ext>
            </a:extLst>
          </p:cNvPr>
          <p:cNvSpPr/>
          <p:nvPr userDrawn="1"/>
        </p:nvSpPr>
        <p:spPr>
          <a:xfrm>
            <a:off x="0" y="1"/>
            <a:ext cx="12191999" cy="6858000"/>
          </a:xfrm>
          <a:prstGeom prst="rect">
            <a:avLst/>
          </a:prstGeom>
          <a:solidFill>
            <a:schemeClr val="bg1">
              <a:lumMod val="95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직사각형 19">
            <a:extLst>
              <a:ext uri="{FF2B5EF4-FFF2-40B4-BE49-F238E27FC236}">
                <a16:creationId xmlns:a16="http://schemas.microsoft.com/office/drawing/2014/main" id="{4ED02496-CC42-4637-AA2E-480C30DFD661}"/>
              </a:ext>
            </a:extLst>
          </p:cNvPr>
          <p:cNvSpPr/>
          <p:nvPr userDrawn="1"/>
        </p:nvSpPr>
        <p:spPr>
          <a:xfrm>
            <a:off x="1029694" y="787178"/>
            <a:ext cx="67586" cy="549435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6" name="표 6">
            <a:extLst>
              <a:ext uri="{FF2B5EF4-FFF2-40B4-BE49-F238E27FC236}">
                <a16:creationId xmlns:a16="http://schemas.microsoft.com/office/drawing/2014/main" id="{649C4FBD-700C-457F-8F45-75FFDE252245}"/>
              </a:ext>
            </a:extLst>
          </p:cNvPr>
          <p:cNvGraphicFramePr>
            <a:graphicFrameLocks noGrp="1"/>
          </p:cNvGraphicFramePr>
          <p:nvPr userDrawn="1">
            <p:extLst>
              <p:ext uri="{D42A27DB-BD31-4B8C-83A1-F6EECF244321}">
                <p14:modId xmlns:p14="http://schemas.microsoft.com/office/powerpoint/2010/main" val="516796317"/>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r>
                        <a:rPr lang="ko-KR" altLang="en-US" sz="1800" dirty="0">
                          <a:solidFill>
                            <a:schemeClr val="bg1">
                              <a:lumMod val="75000"/>
                            </a:schemeClr>
                          </a:solidFill>
                        </a:rPr>
                        <a:t>○  접속화면</a:t>
                      </a: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latinLnBrk="1"/>
                      <a:r>
                        <a:rPr lang="ko-KR" altLang="en-US" sz="1800" dirty="0">
                          <a:solidFill>
                            <a:schemeClr val="bg1">
                              <a:lumMod val="75000"/>
                            </a:schemeClr>
                          </a:solidFill>
                        </a:rPr>
                        <a:t>○  간편회원 가입절차</a:t>
                      </a: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dirty="0">
                          <a:solidFill>
                            <a:schemeClr val="bg1">
                              <a:lumMod val="75000"/>
                            </a:schemeClr>
                          </a:solidFill>
                        </a:rPr>
                        <a:t>○  </a:t>
                      </a:r>
                      <a:r>
                        <a:rPr lang="en-US" altLang="ko-KR" sz="1800" dirty="0">
                          <a:solidFill>
                            <a:schemeClr val="bg1">
                              <a:lumMod val="75000"/>
                            </a:schemeClr>
                          </a:solidFill>
                        </a:rPr>
                        <a:t>Shop</a:t>
                      </a:r>
                      <a:r>
                        <a:rPr lang="ko-KR" altLang="en-US" sz="1800" dirty="0">
                          <a:solidFill>
                            <a:schemeClr val="bg1">
                              <a:lumMod val="75000"/>
                            </a:schemeClr>
                          </a:solidFill>
                        </a:rPr>
                        <a:t>채널 메인</a:t>
                      </a:r>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dirty="0">
                          <a:solidFill>
                            <a:schemeClr val="bg1">
                              <a:lumMod val="75000"/>
                            </a:schemeClr>
                          </a:solidFill>
                        </a:rPr>
                        <a:t>○  상품영역</a:t>
                      </a: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r>
                        <a:rPr lang="ko-KR" altLang="en-US" sz="1800" dirty="0">
                          <a:solidFill>
                            <a:schemeClr val="bg1">
                              <a:lumMod val="75000"/>
                            </a:schemeClr>
                          </a:solidFill>
                        </a:rPr>
                        <a:t>○  주문영역</a:t>
                      </a:r>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r>
                        <a:rPr lang="ko-KR" altLang="en-US" sz="1800" dirty="0">
                          <a:solidFill>
                            <a:schemeClr val="bg1">
                              <a:lumMod val="75000"/>
                            </a:schemeClr>
                          </a:solidFill>
                        </a:rPr>
                        <a:t>○  공지사항</a:t>
                      </a:r>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latinLnBrk="1"/>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22552779"/>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속지 RF-04">
    <p:bg>
      <p:bgPr>
        <a:solidFill>
          <a:schemeClr val="bg1">
            <a:lumMod val="95000"/>
          </a:schemeClr>
        </a:solidFill>
        <a:effectLst/>
      </p:bgPr>
    </p:bg>
    <p:spTree>
      <p:nvGrpSpPr>
        <p:cNvPr id="1" name=""/>
        <p:cNvGrpSpPr/>
        <p:nvPr/>
      </p:nvGrpSpPr>
      <p:grpSpPr>
        <a:xfrm>
          <a:off x="0" y="0"/>
          <a:ext cx="0" cy="0"/>
          <a:chOff x="0" y="0"/>
          <a:chExt cx="0" cy="0"/>
        </a:xfrm>
      </p:grpSpPr>
      <p:pic>
        <p:nvPicPr>
          <p:cNvPr id="18" name="그림 17">
            <a:extLst>
              <a:ext uri="{FF2B5EF4-FFF2-40B4-BE49-F238E27FC236}">
                <a16:creationId xmlns:a16="http://schemas.microsoft.com/office/drawing/2014/main" id="{F595AD05-5801-4A48-97A1-8B54526081F4}"/>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19" name="직사각형 18">
            <a:extLst>
              <a:ext uri="{FF2B5EF4-FFF2-40B4-BE49-F238E27FC236}">
                <a16:creationId xmlns:a16="http://schemas.microsoft.com/office/drawing/2014/main" id="{B965F3B1-863D-4635-8616-FBE8A64F16C9}"/>
              </a:ext>
            </a:extLst>
          </p:cNvPr>
          <p:cNvSpPr/>
          <p:nvPr userDrawn="1"/>
        </p:nvSpPr>
        <p:spPr>
          <a:xfrm>
            <a:off x="0" y="1"/>
            <a:ext cx="12191999" cy="6858000"/>
          </a:xfrm>
          <a:prstGeom prst="rect">
            <a:avLst/>
          </a:prstGeom>
          <a:solidFill>
            <a:schemeClr val="bg1">
              <a:lumMod val="95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직사각형 19">
            <a:extLst>
              <a:ext uri="{FF2B5EF4-FFF2-40B4-BE49-F238E27FC236}">
                <a16:creationId xmlns:a16="http://schemas.microsoft.com/office/drawing/2014/main" id="{4ED02496-CC42-4637-AA2E-480C30DFD661}"/>
              </a:ext>
            </a:extLst>
          </p:cNvPr>
          <p:cNvSpPr/>
          <p:nvPr userDrawn="1"/>
        </p:nvSpPr>
        <p:spPr>
          <a:xfrm>
            <a:off x="1029694" y="787178"/>
            <a:ext cx="67586" cy="549435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6" name="표 6">
            <a:extLst>
              <a:ext uri="{FF2B5EF4-FFF2-40B4-BE49-F238E27FC236}">
                <a16:creationId xmlns:a16="http://schemas.microsoft.com/office/drawing/2014/main" id="{649C4FBD-700C-457F-8F45-75FFDE252245}"/>
              </a:ext>
            </a:extLst>
          </p:cNvPr>
          <p:cNvGraphicFramePr>
            <a:graphicFrameLocks noGrp="1"/>
          </p:cNvGraphicFramePr>
          <p:nvPr userDrawn="1">
            <p:extLst>
              <p:ext uri="{D42A27DB-BD31-4B8C-83A1-F6EECF244321}">
                <p14:modId xmlns:p14="http://schemas.microsoft.com/office/powerpoint/2010/main" val="3259208208"/>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r>
                        <a:rPr lang="ko-KR" altLang="en-US" sz="1800" dirty="0">
                          <a:solidFill>
                            <a:schemeClr val="bg1">
                              <a:lumMod val="75000"/>
                            </a:schemeClr>
                          </a:solidFill>
                        </a:rPr>
                        <a:t>○  접속화면</a:t>
                      </a: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latinLnBrk="1"/>
                      <a:r>
                        <a:rPr lang="ko-KR" altLang="en-US" sz="1800" dirty="0">
                          <a:solidFill>
                            <a:schemeClr val="bg1">
                              <a:lumMod val="75000"/>
                            </a:schemeClr>
                          </a:solidFill>
                        </a:rPr>
                        <a:t>○  발주관리</a:t>
                      </a: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latinLnBrk="1"/>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2619970662"/>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1_사용자 지정 레이아웃">
    <p:spTree>
      <p:nvGrpSpPr>
        <p:cNvPr id="1" name=""/>
        <p:cNvGrpSpPr/>
        <p:nvPr/>
      </p:nvGrpSpPr>
      <p:grpSpPr>
        <a:xfrm>
          <a:off x="0" y="0"/>
          <a:ext cx="0" cy="0"/>
          <a:chOff x="0" y="0"/>
          <a:chExt cx="0" cy="0"/>
        </a:xfrm>
      </p:grpSpPr>
      <p:pic>
        <p:nvPicPr>
          <p:cNvPr id="3" name="그림 2">
            <a:extLst>
              <a:ext uri="{FF2B5EF4-FFF2-40B4-BE49-F238E27FC236}">
                <a16:creationId xmlns:a16="http://schemas.microsoft.com/office/drawing/2014/main" id="{7F41FDA6-297B-467E-97A5-F802A30EAA3D}"/>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4" name="직사각형 3">
            <a:extLst>
              <a:ext uri="{FF2B5EF4-FFF2-40B4-BE49-F238E27FC236}">
                <a16:creationId xmlns:a16="http://schemas.microsoft.com/office/drawing/2014/main" id="{76163956-73A2-47BC-8409-BF659AC27998}"/>
              </a:ext>
            </a:extLst>
          </p:cNvPr>
          <p:cNvSpPr/>
          <p:nvPr userDrawn="1"/>
        </p:nvSpPr>
        <p:spPr>
          <a:xfrm>
            <a:off x="0" y="1"/>
            <a:ext cx="12191999" cy="6858000"/>
          </a:xfrm>
          <a:prstGeom prst="rect">
            <a:avLst/>
          </a:prstGeom>
          <a:solidFill>
            <a:schemeClr val="bg1">
              <a:lumMod val="95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6A59C26F-23DB-4349-8E07-FDED1186ABA2}"/>
              </a:ext>
            </a:extLst>
          </p:cNvPr>
          <p:cNvSpPr/>
          <p:nvPr userDrawn="1"/>
        </p:nvSpPr>
        <p:spPr>
          <a:xfrm>
            <a:off x="1029694" y="787178"/>
            <a:ext cx="67586" cy="549435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6" name="표 6">
            <a:extLst>
              <a:ext uri="{FF2B5EF4-FFF2-40B4-BE49-F238E27FC236}">
                <a16:creationId xmlns:a16="http://schemas.microsoft.com/office/drawing/2014/main" id="{F168F068-1E97-4DD9-9E36-3009D4B0F184}"/>
              </a:ext>
            </a:extLst>
          </p:cNvPr>
          <p:cNvGraphicFramePr>
            <a:graphicFrameLocks noGrp="1"/>
          </p:cNvGraphicFramePr>
          <p:nvPr userDrawn="1">
            <p:extLst>
              <p:ext uri="{D42A27DB-BD31-4B8C-83A1-F6EECF244321}">
                <p14:modId xmlns:p14="http://schemas.microsoft.com/office/powerpoint/2010/main" val="2764698326"/>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r>
                        <a:rPr lang="ko-KR" altLang="en-US" sz="1800" dirty="0">
                          <a:solidFill>
                            <a:schemeClr val="bg1">
                              <a:lumMod val="75000"/>
                            </a:schemeClr>
                          </a:solidFill>
                        </a:rPr>
                        <a:t>○  로그인</a:t>
                      </a: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latinLnBrk="1"/>
                      <a:r>
                        <a:rPr lang="ko-KR" altLang="en-US" sz="1800" dirty="0">
                          <a:solidFill>
                            <a:schemeClr val="bg1">
                              <a:lumMod val="75000"/>
                            </a:schemeClr>
                          </a:solidFill>
                        </a:rPr>
                        <a:t>○  화면 레이아웃</a:t>
                      </a: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latinLnBrk="1"/>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262133126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1_홈페이지 속지">
    <p:bg>
      <p:bgPr>
        <a:solidFill>
          <a:schemeClr val="bg1">
            <a:lumMod val="95000"/>
          </a:schemeClr>
        </a:solidFill>
        <a:effectLst/>
      </p:bgPr>
    </p:bg>
    <p:spTree>
      <p:nvGrpSpPr>
        <p:cNvPr id="1" name=""/>
        <p:cNvGrpSpPr/>
        <p:nvPr/>
      </p:nvGrpSpPr>
      <p:grpSpPr>
        <a:xfrm>
          <a:off x="0" y="0"/>
          <a:ext cx="0" cy="0"/>
          <a:chOff x="0" y="0"/>
          <a:chExt cx="0" cy="0"/>
        </a:xfrm>
      </p:grpSpPr>
      <p:pic>
        <p:nvPicPr>
          <p:cNvPr id="18" name="그림 17">
            <a:extLst>
              <a:ext uri="{FF2B5EF4-FFF2-40B4-BE49-F238E27FC236}">
                <a16:creationId xmlns:a16="http://schemas.microsoft.com/office/drawing/2014/main" id="{F595AD05-5801-4A48-97A1-8B54526081F4}"/>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19" name="직사각형 18">
            <a:extLst>
              <a:ext uri="{FF2B5EF4-FFF2-40B4-BE49-F238E27FC236}">
                <a16:creationId xmlns:a16="http://schemas.microsoft.com/office/drawing/2014/main" id="{B965F3B1-863D-4635-8616-FBE8A64F16C9}"/>
              </a:ext>
            </a:extLst>
          </p:cNvPr>
          <p:cNvSpPr/>
          <p:nvPr userDrawn="1"/>
        </p:nvSpPr>
        <p:spPr>
          <a:xfrm>
            <a:off x="0" y="1"/>
            <a:ext cx="12191999" cy="6858000"/>
          </a:xfrm>
          <a:prstGeom prst="rect">
            <a:avLst/>
          </a:prstGeom>
          <a:solidFill>
            <a:schemeClr val="bg1">
              <a:lumMod val="95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172091859"/>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1_제목 및 내용">
    <p:spTree>
      <p:nvGrpSpPr>
        <p:cNvPr id="1" name=""/>
        <p:cNvGrpSpPr/>
        <p:nvPr/>
      </p:nvGrpSpPr>
      <p:grpSpPr>
        <a:xfrm>
          <a:off x="0" y="0"/>
          <a:ext cx="0" cy="0"/>
          <a:chOff x="0" y="0"/>
          <a:chExt cx="0" cy="0"/>
        </a:xfrm>
      </p:grpSpPr>
      <p:pic>
        <p:nvPicPr>
          <p:cNvPr id="4" name="그림 3">
            <a:extLst>
              <a:ext uri="{FF2B5EF4-FFF2-40B4-BE49-F238E27FC236}">
                <a16:creationId xmlns:a16="http://schemas.microsoft.com/office/drawing/2014/main" id="{AFD7C725-3BBF-4DC1-8BBA-BDEFE7234AF3}"/>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pic>
        <p:nvPicPr>
          <p:cNvPr id="7" name="그림 6">
            <a:extLst>
              <a:ext uri="{FF2B5EF4-FFF2-40B4-BE49-F238E27FC236}">
                <a16:creationId xmlns:a16="http://schemas.microsoft.com/office/drawing/2014/main" id="{5E2CA5D4-A379-4EFF-86D3-01D4CDD12B2C}"/>
              </a:ext>
            </a:extLst>
          </p:cNvPr>
          <p:cNvPicPr>
            <a:picLocks noChangeAspect="1"/>
          </p:cNvPicPr>
          <p:nvPr userDrawn="1"/>
        </p:nvPicPr>
        <p:blipFill>
          <a:blip r:embed="rId3"/>
          <a:stretch>
            <a:fillRect/>
          </a:stretch>
        </p:blipFill>
        <p:spPr>
          <a:xfrm>
            <a:off x="5589311" y="6096246"/>
            <a:ext cx="1013377" cy="272251"/>
          </a:xfrm>
          <a:prstGeom prst="rect">
            <a:avLst/>
          </a:prstGeom>
        </p:spPr>
      </p:pic>
    </p:spTree>
    <p:extLst>
      <p:ext uri="{BB962C8B-B14F-4D97-AF65-F5344CB8AC3E}">
        <p14:creationId xmlns:p14="http://schemas.microsoft.com/office/powerpoint/2010/main" val="601748315"/>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기본틀01">
    <p:spTree>
      <p:nvGrpSpPr>
        <p:cNvPr id="1" name=""/>
        <p:cNvGrpSpPr/>
        <p:nvPr/>
      </p:nvGrpSpPr>
      <p:grpSpPr>
        <a:xfrm>
          <a:off x="0" y="0"/>
          <a:ext cx="0" cy="0"/>
          <a:chOff x="0" y="0"/>
          <a:chExt cx="0" cy="0"/>
        </a:xfrm>
      </p:grpSpPr>
      <p:sp>
        <p:nvSpPr>
          <p:cNvPr id="7" name="직사각형 6">
            <a:extLst>
              <a:ext uri="{FF2B5EF4-FFF2-40B4-BE49-F238E27FC236}">
                <a16:creationId xmlns:a16="http://schemas.microsoft.com/office/drawing/2014/main" id="{321DE9AE-A7AB-1849-6D1A-AE7D6A4CE640}"/>
              </a:ext>
            </a:extLst>
          </p:cNvPr>
          <p:cNvSpPr/>
          <p:nvPr userDrawn="1"/>
        </p:nvSpPr>
        <p:spPr>
          <a:xfrm>
            <a:off x="33614" y="40344"/>
            <a:ext cx="12109080"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1897399003"/>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기본틀02">
    <p:spTree>
      <p:nvGrpSpPr>
        <p:cNvPr id="1" name=""/>
        <p:cNvGrpSpPr/>
        <p:nvPr/>
      </p:nvGrpSpPr>
      <p:grpSpPr>
        <a:xfrm>
          <a:off x="0" y="0"/>
          <a:ext cx="0" cy="0"/>
          <a:chOff x="0" y="0"/>
          <a:chExt cx="0" cy="0"/>
        </a:xfrm>
      </p:grpSpPr>
      <p:sp>
        <p:nvSpPr>
          <p:cNvPr id="7" name="직사각형 6">
            <a:extLst>
              <a:ext uri="{FF2B5EF4-FFF2-40B4-BE49-F238E27FC236}">
                <a16:creationId xmlns:a16="http://schemas.microsoft.com/office/drawing/2014/main" id="{32554D07-4CEF-F42F-1C28-6DF65A5706BD}"/>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직사각형 7">
            <a:extLst>
              <a:ext uri="{FF2B5EF4-FFF2-40B4-BE49-F238E27FC236}">
                <a16:creationId xmlns:a16="http://schemas.microsoft.com/office/drawing/2014/main" id="{5B3CD33A-1620-283D-3B2E-A5E80D3134F1}"/>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3492753104"/>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기본틀03">
    <p:spTree>
      <p:nvGrpSpPr>
        <p:cNvPr id="1" name=""/>
        <p:cNvGrpSpPr/>
        <p:nvPr/>
      </p:nvGrpSpPr>
      <p:grpSpPr>
        <a:xfrm>
          <a:off x="0" y="0"/>
          <a:ext cx="0" cy="0"/>
          <a:chOff x="0" y="0"/>
          <a:chExt cx="0" cy="0"/>
        </a:xfrm>
      </p:grpSpPr>
      <p:sp>
        <p:nvSpPr>
          <p:cNvPr id="7" name="직사각형 6">
            <a:extLst>
              <a:ext uri="{FF2B5EF4-FFF2-40B4-BE49-F238E27FC236}">
                <a16:creationId xmlns:a16="http://schemas.microsoft.com/office/drawing/2014/main" id="{32554D07-4CEF-F42F-1C28-6DF65A5706BD}"/>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직사각형 7">
            <a:extLst>
              <a:ext uri="{FF2B5EF4-FFF2-40B4-BE49-F238E27FC236}">
                <a16:creationId xmlns:a16="http://schemas.microsoft.com/office/drawing/2014/main" id="{5B3CD33A-1620-283D-3B2E-A5E80D3134F1}"/>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C32E0F3F-A031-4440-9867-157287EDB16C}"/>
              </a:ext>
            </a:extLst>
          </p:cNvPr>
          <p:cNvSpPr/>
          <p:nvPr userDrawn="1"/>
        </p:nvSpPr>
        <p:spPr>
          <a:xfrm>
            <a:off x="33613" y="40344"/>
            <a:ext cx="10078573" cy="13127274"/>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50564087"/>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메인페이지 레이아웃">
    <p:spTree>
      <p:nvGrpSpPr>
        <p:cNvPr id="1" name=""/>
        <p:cNvGrpSpPr/>
        <p:nvPr/>
      </p:nvGrpSpPr>
      <p:grpSpPr>
        <a:xfrm>
          <a:off x="0" y="0"/>
          <a:ext cx="0" cy="0"/>
          <a:chOff x="0" y="0"/>
          <a:chExt cx="0" cy="0"/>
        </a:xfrm>
      </p:grpSpPr>
      <p:sp>
        <p:nvSpPr>
          <p:cNvPr id="4" name="직사각형 3">
            <a:extLst>
              <a:ext uri="{FF2B5EF4-FFF2-40B4-BE49-F238E27FC236}">
                <a16:creationId xmlns:a16="http://schemas.microsoft.com/office/drawing/2014/main" id="{C32E0F3F-A031-4440-9867-157287EDB16C}"/>
              </a:ext>
            </a:extLst>
          </p:cNvPr>
          <p:cNvSpPr/>
          <p:nvPr userDrawn="1"/>
        </p:nvSpPr>
        <p:spPr>
          <a:xfrm>
            <a:off x="33613" y="40344"/>
            <a:ext cx="10078573" cy="14640856"/>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 name="직사각형 6">
            <a:extLst>
              <a:ext uri="{FF2B5EF4-FFF2-40B4-BE49-F238E27FC236}">
                <a16:creationId xmlns:a16="http://schemas.microsoft.com/office/drawing/2014/main" id="{32554D07-4CEF-F42F-1C28-6DF65A5706BD}"/>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 name="그룹 19">
            <a:extLst>
              <a:ext uri="{FF2B5EF4-FFF2-40B4-BE49-F238E27FC236}">
                <a16:creationId xmlns:a16="http://schemas.microsoft.com/office/drawing/2014/main" id="{B8EDFDB1-0487-4C7A-96FC-B43A6E436C1C}"/>
              </a:ext>
            </a:extLst>
          </p:cNvPr>
          <p:cNvGrpSpPr/>
          <p:nvPr userDrawn="1"/>
        </p:nvGrpSpPr>
        <p:grpSpPr>
          <a:xfrm>
            <a:off x="32898" y="3605308"/>
            <a:ext cx="10071693" cy="3082805"/>
            <a:chOff x="2843808" y="1955121"/>
            <a:chExt cx="1674813" cy="596970"/>
          </a:xfrm>
          <a:solidFill>
            <a:schemeClr val="bg1">
              <a:lumMod val="95000"/>
            </a:schemeClr>
          </a:solidFill>
        </p:grpSpPr>
        <p:sp>
          <p:nvSpPr>
            <p:cNvPr id="21" name="Border">
              <a:extLst>
                <a:ext uri="{FF2B5EF4-FFF2-40B4-BE49-F238E27FC236}">
                  <a16:creationId xmlns:a16="http://schemas.microsoft.com/office/drawing/2014/main" id="{7FBF8F29-711F-4BEA-A8BB-D86072CFEAAE}"/>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 name="Line 2">
              <a:extLst>
                <a:ext uri="{FF2B5EF4-FFF2-40B4-BE49-F238E27FC236}">
                  <a16:creationId xmlns:a16="http://schemas.microsoft.com/office/drawing/2014/main" id="{45442412-9744-4507-A53C-6F71736BA5BD}"/>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3" name="Line 1">
              <a:extLst>
                <a:ext uri="{FF2B5EF4-FFF2-40B4-BE49-F238E27FC236}">
                  <a16:creationId xmlns:a16="http://schemas.microsoft.com/office/drawing/2014/main" id="{CDD6785F-05DF-46B5-BAA3-C80779E81AC0}"/>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4" name="TextBox 23">
              <a:extLst>
                <a:ext uri="{FF2B5EF4-FFF2-40B4-BE49-F238E27FC236}">
                  <a16:creationId xmlns:a16="http://schemas.microsoft.com/office/drawing/2014/main" id="{8AA348FE-A7D9-4BE7-9E10-A01EE8AC2112}"/>
                </a:ext>
              </a:extLst>
            </p:cNvPr>
            <p:cNvSpPr txBox="1"/>
            <p:nvPr/>
          </p:nvSpPr>
          <p:spPr>
            <a:xfrm>
              <a:off x="3602070" y="2226182"/>
              <a:ext cx="152659" cy="5526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Contents</a:t>
              </a:r>
              <a:endParaRPr lang="ko-KR" altLang="en-US" sz="900" dirty="0">
                <a:solidFill>
                  <a:schemeClr val="tx1">
                    <a:lumMod val="50000"/>
                    <a:lumOff val="50000"/>
                  </a:schemeClr>
                </a:solidFill>
              </a:endParaRPr>
            </a:p>
          </p:txBody>
        </p:sp>
      </p:grpSp>
      <p:sp>
        <p:nvSpPr>
          <p:cNvPr id="42" name="직사각형 41">
            <a:extLst>
              <a:ext uri="{FF2B5EF4-FFF2-40B4-BE49-F238E27FC236}">
                <a16:creationId xmlns:a16="http://schemas.microsoft.com/office/drawing/2014/main" id="{35AA0E22-F1F9-414F-9C7D-7A43FA87F61B}"/>
              </a:ext>
            </a:extLst>
          </p:cNvPr>
          <p:cNvSpPr/>
          <p:nvPr userDrawn="1"/>
        </p:nvSpPr>
        <p:spPr>
          <a:xfrm>
            <a:off x="41208" y="34272"/>
            <a:ext cx="10071693" cy="579114"/>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43" name="그룹 42">
            <a:extLst>
              <a:ext uri="{FF2B5EF4-FFF2-40B4-BE49-F238E27FC236}">
                <a16:creationId xmlns:a16="http://schemas.microsoft.com/office/drawing/2014/main" id="{1D17F0AE-A2DD-4B1B-B65F-FE520876A665}"/>
              </a:ext>
            </a:extLst>
          </p:cNvPr>
          <p:cNvGrpSpPr/>
          <p:nvPr userDrawn="1"/>
        </p:nvGrpSpPr>
        <p:grpSpPr>
          <a:xfrm>
            <a:off x="190304" y="150607"/>
            <a:ext cx="1456828" cy="356787"/>
            <a:chOff x="2843808" y="1955121"/>
            <a:chExt cx="1674813" cy="596970"/>
          </a:xfrm>
          <a:solidFill>
            <a:schemeClr val="bg1">
              <a:lumMod val="95000"/>
            </a:schemeClr>
          </a:solidFill>
        </p:grpSpPr>
        <p:sp>
          <p:nvSpPr>
            <p:cNvPr id="44" name="Border">
              <a:extLst>
                <a:ext uri="{FF2B5EF4-FFF2-40B4-BE49-F238E27FC236}">
                  <a16:creationId xmlns:a16="http://schemas.microsoft.com/office/drawing/2014/main" id="{B7862D46-0DBF-40CE-9ADD-6D0D2C4B03AD}"/>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5" name="Line 2">
              <a:extLst>
                <a:ext uri="{FF2B5EF4-FFF2-40B4-BE49-F238E27FC236}">
                  <a16:creationId xmlns:a16="http://schemas.microsoft.com/office/drawing/2014/main" id="{E5D22719-43C9-46F0-BB51-DB2774678D2B}"/>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6" name="Line 1">
              <a:extLst>
                <a:ext uri="{FF2B5EF4-FFF2-40B4-BE49-F238E27FC236}">
                  <a16:creationId xmlns:a16="http://schemas.microsoft.com/office/drawing/2014/main" id="{E24750A7-2F12-432E-B3DE-3B79F51CA51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7" name="TextBox 46">
              <a:extLst>
                <a:ext uri="{FF2B5EF4-FFF2-40B4-BE49-F238E27FC236}">
                  <a16:creationId xmlns:a16="http://schemas.microsoft.com/office/drawing/2014/main" id="{D213B1F7-FFC6-4943-8FBA-190DDF9B575A}"/>
                </a:ext>
              </a:extLst>
            </p:cNvPr>
            <p:cNvSpPr txBox="1"/>
            <p:nvPr/>
          </p:nvSpPr>
          <p:spPr>
            <a:xfrm>
              <a:off x="3376634" y="2073367"/>
              <a:ext cx="609160" cy="360477"/>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66" name="직사각형 65">
            <a:extLst>
              <a:ext uri="{FF2B5EF4-FFF2-40B4-BE49-F238E27FC236}">
                <a16:creationId xmlns:a16="http://schemas.microsoft.com/office/drawing/2014/main" id="{7B2E07C1-58C5-4A7E-9A57-6C861FECCF51}"/>
              </a:ext>
            </a:extLst>
          </p:cNvPr>
          <p:cNvSpPr/>
          <p:nvPr userDrawn="1"/>
        </p:nvSpPr>
        <p:spPr>
          <a:xfrm>
            <a:off x="1706005" y="194218"/>
            <a:ext cx="3384376" cy="273280"/>
          </a:xfrm>
          <a:prstGeom prst="rect">
            <a:avLst/>
          </a:prstGeom>
        </p:spPr>
        <p:txBody>
          <a:bodyPr wrap="square">
            <a:spAutoFit/>
          </a:bodyPr>
          <a:lstStyle/>
          <a:p>
            <a:pPr>
              <a:lnSpc>
                <a:spcPct val="150000"/>
              </a:lnSpc>
            </a:pPr>
            <a:r>
              <a:rPr lang="ko-KR" altLang="en-US" sz="900" b="0" dirty="0">
                <a:latin typeface="+mj-ea"/>
                <a:ea typeface="+mj-ea"/>
              </a:rPr>
              <a:t>서비스안내    주요기능    가입안내    고객센터  </a:t>
            </a:r>
          </a:p>
        </p:txBody>
      </p:sp>
      <p:sp>
        <p:nvSpPr>
          <p:cNvPr id="69" name="직사각형 68">
            <a:extLst>
              <a:ext uri="{FF2B5EF4-FFF2-40B4-BE49-F238E27FC236}">
                <a16:creationId xmlns:a16="http://schemas.microsoft.com/office/drawing/2014/main" id="{C5C89D2B-4EF6-4730-91BA-36154481B577}"/>
              </a:ext>
            </a:extLst>
          </p:cNvPr>
          <p:cNvSpPr/>
          <p:nvPr userDrawn="1"/>
        </p:nvSpPr>
        <p:spPr>
          <a:xfrm>
            <a:off x="8220504" y="202394"/>
            <a:ext cx="1819729" cy="253211"/>
          </a:xfrm>
          <a:prstGeom prst="rect">
            <a:avLst/>
          </a:prstGeom>
        </p:spPr>
        <p:txBody>
          <a:bodyPr wrap="none">
            <a:spAutoFit/>
          </a:bodyPr>
          <a:lstStyle/>
          <a:p>
            <a:pPr algn="r">
              <a:lnSpc>
                <a:spcPct val="150000"/>
              </a:lnSpc>
            </a:pPr>
            <a:r>
              <a:rPr lang="ko-KR" altLang="en-US" sz="800" dirty="0">
                <a:latin typeface="+mj-ea"/>
                <a:ea typeface="+mj-ea"/>
              </a:rPr>
              <a:t>채널관리자</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로그인 </a:t>
            </a:r>
            <a:r>
              <a:rPr lang="en-US" altLang="ko-KR" sz="800" dirty="0">
                <a:latin typeface="+mj-ea"/>
                <a:ea typeface="+mj-ea"/>
              </a:rPr>
              <a:t> </a:t>
            </a:r>
            <a:r>
              <a:rPr lang="en-US" altLang="ko-KR" sz="800" dirty="0">
                <a:solidFill>
                  <a:schemeClr val="bg1">
                    <a:lumMod val="75000"/>
                  </a:schemeClr>
                </a:solidFill>
                <a:latin typeface="+mj-ea"/>
                <a:ea typeface="+mj-ea"/>
              </a:rPr>
              <a:t>|</a:t>
            </a:r>
            <a:r>
              <a:rPr lang="en-US" altLang="ko-KR" sz="800" dirty="0">
                <a:latin typeface="+mj-ea"/>
                <a:ea typeface="+mj-ea"/>
              </a:rPr>
              <a:t>  </a:t>
            </a:r>
            <a:r>
              <a:rPr lang="ko-KR" altLang="en-US" sz="800" dirty="0">
                <a:latin typeface="+mj-ea"/>
                <a:ea typeface="+mj-ea"/>
              </a:rPr>
              <a:t>회원가입</a:t>
            </a:r>
          </a:p>
        </p:txBody>
      </p:sp>
      <p:grpSp>
        <p:nvGrpSpPr>
          <p:cNvPr id="12" name="그룹 11">
            <a:extLst>
              <a:ext uri="{FF2B5EF4-FFF2-40B4-BE49-F238E27FC236}">
                <a16:creationId xmlns:a16="http://schemas.microsoft.com/office/drawing/2014/main" id="{7C42D334-9AC6-4260-AD59-A67B7E1B2686}"/>
              </a:ext>
            </a:extLst>
          </p:cNvPr>
          <p:cNvGrpSpPr/>
          <p:nvPr userDrawn="1"/>
        </p:nvGrpSpPr>
        <p:grpSpPr>
          <a:xfrm>
            <a:off x="40493" y="613386"/>
            <a:ext cx="10071694" cy="2991922"/>
            <a:chOff x="2843808" y="1955121"/>
            <a:chExt cx="1674813" cy="596970"/>
          </a:xfrm>
          <a:solidFill>
            <a:schemeClr val="bg1">
              <a:lumMod val="95000"/>
            </a:schemeClr>
          </a:solidFill>
        </p:grpSpPr>
        <p:sp>
          <p:nvSpPr>
            <p:cNvPr id="13" name="Border">
              <a:extLst>
                <a:ext uri="{FF2B5EF4-FFF2-40B4-BE49-F238E27FC236}">
                  <a16:creationId xmlns:a16="http://schemas.microsoft.com/office/drawing/2014/main" id="{60DBB18E-5D96-41EC-931B-60C7C1B9467A}"/>
                </a:ext>
              </a:extLst>
            </p:cNvPr>
            <p:cNvSpPr>
              <a:spLocks/>
            </p:cNvSpPr>
            <p:nvPr/>
          </p:nvSpPr>
          <p:spPr bwMode="auto">
            <a:xfrm>
              <a:off x="2843808" y="1955121"/>
              <a:ext cx="1674813" cy="596970"/>
            </a:xfrm>
            <a:prstGeom prst="rect">
              <a:avLst/>
            </a:pr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 name="Line 2">
              <a:extLst>
                <a:ext uri="{FF2B5EF4-FFF2-40B4-BE49-F238E27FC236}">
                  <a16:creationId xmlns:a16="http://schemas.microsoft.com/office/drawing/2014/main" id="{2E3E9D7D-F062-44F9-85C6-B72EE892A74E}"/>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 name="Line 1">
              <a:extLst>
                <a:ext uri="{FF2B5EF4-FFF2-40B4-BE49-F238E27FC236}">
                  <a16:creationId xmlns:a16="http://schemas.microsoft.com/office/drawing/2014/main" id="{9513C3F2-3E41-4B77-932F-6B253B0CEC7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 name="TextBox 15">
              <a:extLst>
                <a:ext uri="{FF2B5EF4-FFF2-40B4-BE49-F238E27FC236}">
                  <a16:creationId xmlns:a16="http://schemas.microsoft.com/office/drawing/2014/main" id="{B0A14A25-531B-4C94-AC96-A792D2D47A37}"/>
                </a:ext>
              </a:extLst>
            </p:cNvPr>
            <p:cNvSpPr txBox="1"/>
            <p:nvPr/>
          </p:nvSpPr>
          <p:spPr>
            <a:xfrm>
              <a:off x="3573029" y="2229345"/>
              <a:ext cx="209219" cy="46057"/>
            </a:xfrm>
            <a:prstGeom prst="rect">
              <a:avLst/>
            </a:prstGeom>
            <a:grpFill/>
            <a:ln>
              <a:noFill/>
            </a:ln>
          </p:spPr>
          <p:txBody>
            <a:bodyPr wrap="square" rtlCol="0">
              <a:spAutoFit/>
            </a:bodyPr>
            <a:lstStyle/>
            <a:p>
              <a:pPr algn="ctr"/>
              <a:r>
                <a:rPr lang="en-US" altLang="ko-KR" sz="900" dirty="0">
                  <a:solidFill>
                    <a:schemeClr val="tx1">
                      <a:lumMod val="50000"/>
                      <a:lumOff val="50000"/>
                    </a:schemeClr>
                  </a:solidFill>
                </a:rPr>
                <a:t>Visual IMG area</a:t>
              </a:r>
              <a:endParaRPr lang="ko-KR" altLang="en-US" sz="900" dirty="0">
                <a:solidFill>
                  <a:schemeClr val="tx1">
                    <a:lumMod val="50000"/>
                    <a:lumOff val="50000"/>
                  </a:schemeClr>
                </a:solidFill>
              </a:endParaRPr>
            </a:p>
          </p:txBody>
        </p:sp>
      </p:grpSp>
      <p:sp>
        <p:nvSpPr>
          <p:cNvPr id="17" name="Large Icons">
            <a:extLst>
              <a:ext uri="{FF2B5EF4-FFF2-40B4-BE49-F238E27FC236}">
                <a16:creationId xmlns:a16="http://schemas.microsoft.com/office/drawing/2014/main" id="{1655AA98-6631-42E1-B878-C52B7AFCE7FD}"/>
              </a:ext>
            </a:extLst>
          </p:cNvPr>
          <p:cNvSpPr>
            <a:spLocks noChangeAspect="1" noEditPoints="1"/>
          </p:cNvSpPr>
          <p:nvPr userDrawn="1"/>
        </p:nvSpPr>
        <p:spPr bwMode="auto">
          <a:xfrm>
            <a:off x="4938494" y="1620148"/>
            <a:ext cx="317111" cy="270274"/>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18" name="TextBox 17">
            <a:extLst>
              <a:ext uri="{FF2B5EF4-FFF2-40B4-BE49-F238E27FC236}">
                <a16:creationId xmlns:a16="http://schemas.microsoft.com/office/drawing/2014/main" id="{286F2354-DA00-4F8D-B4A9-529D7C4B6F12}"/>
              </a:ext>
            </a:extLst>
          </p:cNvPr>
          <p:cNvSpPr txBox="1"/>
          <p:nvPr userDrawn="1"/>
        </p:nvSpPr>
        <p:spPr>
          <a:xfrm>
            <a:off x="4392810" y="3241913"/>
            <a:ext cx="1224324" cy="246221"/>
          </a:xfrm>
          <a:prstGeom prst="rect">
            <a:avLst/>
          </a:prstGeom>
          <a:noFill/>
        </p:spPr>
        <p:txBody>
          <a:bodyPr wrap="square" rtlCol="0">
            <a:spAutoFit/>
          </a:bodyPr>
          <a:lstStyle/>
          <a:p>
            <a:pPr algn="ctr"/>
            <a:r>
              <a:rPr lang="ko-KR" altLang="en-US" sz="1000" dirty="0"/>
              <a:t>◀   </a:t>
            </a:r>
            <a:r>
              <a:rPr lang="ko-KR" altLang="en-US" sz="1000" dirty="0">
                <a:solidFill>
                  <a:schemeClr val="tx1">
                    <a:lumMod val="50000"/>
                    <a:lumOff val="50000"/>
                  </a:schemeClr>
                </a:solidFill>
              </a:rPr>
              <a:t>●○○○</a:t>
            </a:r>
            <a:r>
              <a:rPr lang="ko-KR" altLang="en-US" sz="1000" dirty="0"/>
              <a:t>   ▶</a:t>
            </a:r>
          </a:p>
        </p:txBody>
      </p:sp>
      <p:grpSp>
        <p:nvGrpSpPr>
          <p:cNvPr id="70" name="그룹 69">
            <a:extLst>
              <a:ext uri="{FF2B5EF4-FFF2-40B4-BE49-F238E27FC236}">
                <a16:creationId xmlns:a16="http://schemas.microsoft.com/office/drawing/2014/main" id="{344A5962-63D4-406C-A7DC-6AD18ED15EE2}"/>
              </a:ext>
            </a:extLst>
          </p:cNvPr>
          <p:cNvGrpSpPr/>
          <p:nvPr userDrawn="1"/>
        </p:nvGrpSpPr>
        <p:grpSpPr>
          <a:xfrm>
            <a:off x="25303" y="6679550"/>
            <a:ext cx="10071693" cy="3082805"/>
            <a:chOff x="2843808" y="1955121"/>
            <a:chExt cx="1674813" cy="596970"/>
          </a:xfrm>
          <a:solidFill>
            <a:schemeClr val="bg1">
              <a:lumMod val="95000"/>
            </a:schemeClr>
          </a:solidFill>
        </p:grpSpPr>
        <p:sp>
          <p:nvSpPr>
            <p:cNvPr id="71" name="Border">
              <a:extLst>
                <a:ext uri="{FF2B5EF4-FFF2-40B4-BE49-F238E27FC236}">
                  <a16:creationId xmlns:a16="http://schemas.microsoft.com/office/drawing/2014/main" id="{D458BB26-E9B6-45B4-B057-AC1E378C3D8F}"/>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2" name="Line 2">
              <a:extLst>
                <a:ext uri="{FF2B5EF4-FFF2-40B4-BE49-F238E27FC236}">
                  <a16:creationId xmlns:a16="http://schemas.microsoft.com/office/drawing/2014/main" id="{BAAED9C8-CBAB-421B-A16E-002889E75C8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3" name="Line 1">
              <a:extLst>
                <a:ext uri="{FF2B5EF4-FFF2-40B4-BE49-F238E27FC236}">
                  <a16:creationId xmlns:a16="http://schemas.microsoft.com/office/drawing/2014/main" id="{20EFD43A-70B2-421E-95A1-E9F989258274}"/>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4" name="TextBox 73">
              <a:extLst>
                <a:ext uri="{FF2B5EF4-FFF2-40B4-BE49-F238E27FC236}">
                  <a16:creationId xmlns:a16="http://schemas.microsoft.com/office/drawing/2014/main" id="{7FBFA10E-C7A2-487A-AEE2-8C80D69A8EE2}"/>
                </a:ext>
              </a:extLst>
            </p:cNvPr>
            <p:cNvSpPr txBox="1"/>
            <p:nvPr/>
          </p:nvSpPr>
          <p:spPr>
            <a:xfrm>
              <a:off x="3602070" y="2226182"/>
              <a:ext cx="152659" cy="5526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Contents</a:t>
              </a:r>
              <a:endParaRPr lang="ko-KR" altLang="en-US" sz="900" dirty="0">
                <a:solidFill>
                  <a:schemeClr val="tx1">
                    <a:lumMod val="50000"/>
                    <a:lumOff val="50000"/>
                  </a:schemeClr>
                </a:solidFill>
              </a:endParaRPr>
            </a:p>
          </p:txBody>
        </p:sp>
      </p:grpSp>
      <p:grpSp>
        <p:nvGrpSpPr>
          <p:cNvPr id="75" name="그룹 74">
            <a:extLst>
              <a:ext uri="{FF2B5EF4-FFF2-40B4-BE49-F238E27FC236}">
                <a16:creationId xmlns:a16="http://schemas.microsoft.com/office/drawing/2014/main" id="{C6AAFDAA-0F3A-4991-B347-69C7D5DC138F}"/>
              </a:ext>
            </a:extLst>
          </p:cNvPr>
          <p:cNvGrpSpPr/>
          <p:nvPr userDrawn="1"/>
        </p:nvGrpSpPr>
        <p:grpSpPr>
          <a:xfrm>
            <a:off x="25303" y="9755962"/>
            <a:ext cx="10071693" cy="3082805"/>
            <a:chOff x="2843808" y="1955121"/>
            <a:chExt cx="1674813" cy="596970"/>
          </a:xfrm>
          <a:solidFill>
            <a:schemeClr val="bg1">
              <a:lumMod val="95000"/>
            </a:schemeClr>
          </a:solidFill>
        </p:grpSpPr>
        <p:sp>
          <p:nvSpPr>
            <p:cNvPr id="76" name="Border">
              <a:extLst>
                <a:ext uri="{FF2B5EF4-FFF2-40B4-BE49-F238E27FC236}">
                  <a16:creationId xmlns:a16="http://schemas.microsoft.com/office/drawing/2014/main" id="{C3A5C899-4865-4304-858B-0EDC117C4A3E}"/>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7" name="Line 2">
              <a:extLst>
                <a:ext uri="{FF2B5EF4-FFF2-40B4-BE49-F238E27FC236}">
                  <a16:creationId xmlns:a16="http://schemas.microsoft.com/office/drawing/2014/main" id="{572A0306-FCC7-4CA4-903E-BB9791A870A7}"/>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8" name="Line 1">
              <a:extLst>
                <a:ext uri="{FF2B5EF4-FFF2-40B4-BE49-F238E27FC236}">
                  <a16:creationId xmlns:a16="http://schemas.microsoft.com/office/drawing/2014/main" id="{A0552DD7-129F-4554-A946-5B39EE03B17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9" name="TextBox 78">
              <a:extLst>
                <a:ext uri="{FF2B5EF4-FFF2-40B4-BE49-F238E27FC236}">
                  <a16:creationId xmlns:a16="http://schemas.microsoft.com/office/drawing/2014/main" id="{05344FC6-D9B6-48BD-85F8-D8A04E87A466}"/>
                </a:ext>
              </a:extLst>
            </p:cNvPr>
            <p:cNvSpPr txBox="1"/>
            <p:nvPr/>
          </p:nvSpPr>
          <p:spPr>
            <a:xfrm>
              <a:off x="3602070" y="2226182"/>
              <a:ext cx="152659" cy="5526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Contents</a:t>
              </a:r>
              <a:endParaRPr lang="ko-KR" altLang="en-US" sz="900" dirty="0">
                <a:solidFill>
                  <a:schemeClr val="tx1">
                    <a:lumMod val="50000"/>
                    <a:lumOff val="50000"/>
                  </a:schemeClr>
                </a:solidFill>
              </a:endParaRPr>
            </a:p>
          </p:txBody>
        </p:sp>
      </p:grpSp>
    </p:spTree>
    <p:extLst>
      <p:ext uri="{BB962C8B-B14F-4D97-AF65-F5344CB8AC3E}">
        <p14:creationId xmlns:p14="http://schemas.microsoft.com/office/powerpoint/2010/main" val="1892695442"/>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서브페이지 틀 화면 맞춤">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56A0D211-8A0A-4D09-B396-0B476857D960}"/>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D2A8E58B-B226-4D6B-B199-C4B8A9ED8421}"/>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5DEC74B3-10E3-471B-BAD0-9CB9B3932303}"/>
              </a:ext>
            </a:extLst>
          </p:cNvPr>
          <p:cNvSpPr/>
          <p:nvPr userDrawn="1"/>
        </p:nvSpPr>
        <p:spPr>
          <a:xfrm>
            <a:off x="41208" y="34272"/>
            <a:ext cx="10071693" cy="579114"/>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a:extLst>
              <a:ext uri="{FF2B5EF4-FFF2-40B4-BE49-F238E27FC236}">
                <a16:creationId xmlns:a16="http://schemas.microsoft.com/office/drawing/2014/main" id="{8D2D72EF-4012-41F7-A45E-96A9BE1AD3B0}"/>
              </a:ext>
            </a:extLst>
          </p:cNvPr>
          <p:cNvGrpSpPr/>
          <p:nvPr userDrawn="1"/>
        </p:nvGrpSpPr>
        <p:grpSpPr>
          <a:xfrm>
            <a:off x="190304" y="150607"/>
            <a:ext cx="1456828" cy="356787"/>
            <a:chOff x="2843808" y="1955121"/>
            <a:chExt cx="1674813" cy="596970"/>
          </a:xfrm>
          <a:solidFill>
            <a:schemeClr val="bg1">
              <a:lumMod val="95000"/>
            </a:schemeClr>
          </a:solidFill>
        </p:grpSpPr>
        <p:sp>
          <p:nvSpPr>
            <p:cNvPr id="7" name="Border">
              <a:extLst>
                <a:ext uri="{FF2B5EF4-FFF2-40B4-BE49-F238E27FC236}">
                  <a16:creationId xmlns:a16="http://schemas.microsoft.com/office/drawing/2014/main" id="{987BBA1E-E118-4D8E-B711-E2020EA3C3A1}"/>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0BF514D0-579F-4EB9-9B68-A201C0BB66BE}"/>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A6E95AD7-20C5-4EE1-A54C-E801F88ECC1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TextBox 9">
              <a:extLst>
                <a:ext uri="{FF2B5EF4-FFF2-40B4-BE49-F238E27FC236}">
                  <a16:creationId xmlns:a16="http://schemas.microsoft.com/office/drawing/2014/main" id="{C4679177-FE05-47DC-8C10-174840CFB9B5}"/>
                </a:ext>
              </a:extLst>
            </p:cNvPr>
            <p:cNvSpPr txBox="1"/>
            <p:nvPr/>
          </p:nvSpPr>
          <p:spPr>
            <a:xfrm>
              <a:off x="3376634" y="2073367"/>
              <a:ext cx="609160" cy="360477"/>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1" name="직사각형 10">
            <a:extLst>
              <a:ext uri="{FF2B5EF4-FFF2-40B4-BE49-F238E27FC236}">
                <a16:creationId xmlns:a16="http://schemas.microsoft.com/office/drawing/2014/main" id="{2A328F1C-81B4-4DC8-A279-6C85EC48FA90}"/>
              </a:ext>
            </a:extLst>
          </p:cNvPr>
          <p:cNvSpPr/>
          <p:nvPr userDrawn="1"/>
        </p:nvSpPr>
        <p:spPr>
          <a:xfrm>
            <a:off x="1706005" y="194218"/>
            <a:ext cx="3384376" cy="273280"/>
          </a:xfrm>
          <a:prstGeom prst="rect">
            <a:avLst/>
          </a:prstGeom>
        </p:spPr>
        <p:txBody>
          <a:bodyPr wrap="square">
            <a:spAutoFit/>
          </a:bodyPr>
          <a:lstStyle/>
          <a:p>
            <a:pPr>
              <a:lnSpc>
                <a:spcPct val="150000"/>
              </a:lnSpc>
            </a:pPr>
            <a:r>
              <a:rPr lang="ko-KR" altLang="en-US" sz="900" b="0" dirty="0">
                <a:latin typeface="+mj-ea"/>
                <a:ea typeface="+mj-ea"/>
              </a:rPr>
              <a:t>서비스안내    주요기능    가입안내    고객센터  </a:t>
            </a:r>
          </a:p>
        </p:txBody>
      </p:sp>
      <p:sp>
        <p:nvSpPr>
          <p:cNvPr id="13" name="직사각형 12">
            <a:extLst>
              <a:ext uri="{FF2B5EF4-FFF2-40B4-BE49-F238E27FC236}">
                <a16:creationId xmlns:a16="http://schemas.microsoft.com/office/drawing/2014/main" id="{3E21599E-A88D-43B8-ABC3-E838DCB6CBD8}"/>
              </a:ext>
            </a:extLst>
          </p:cNvPr>
          <p:cNvSpPr/>
          <p:nvPr userDrawn="1"/>
        </p:nvSpPr>
        <p:spPr>
          <a:xfrm>
            <a:off x="190304" y="719378"/>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14" name="직사각형 13">
            <a:extLst>
              <a:ext uri="{FF2B5EF4-FFF2-40B4-BE49-F238E27FC236}">
                <a16:creationId xmlns:a16="http://schemas.microsoft.com/office/drawing/2014/main" id="{8C14D256-C1AC-43DC-B433-F91DDD54E183}"/>
              </a:ext>
            </a:extLst>
          </p:cNvPr>
          <p:cNvSpPr/>
          <p:nvPr userDrawn="1"/>
        </p:nvSpPr>
        <p:spPr>
          <a:xfrm>
            <a:off x="7978306" y="719954"/>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
        <p:nvSpPr>
          <p:cNvPr id="20" name="직사각형 19">
            <a:extLst>
              <a:ext uri="{FF2B5EF4-FFF2-40B4-BE49-F238E27FC236}">
                <a16:creationId xmlns:a16="http://schemas.microsoft.com/office/drawing/2014/main" id="{0563AE57-EA3C-4775-B47C-8AEEF9E53735}"/>
              </a:ext>
            </a:extLst>
          </p:cNvPr>
          <p:cNvSpPr/>
          <p:nvPr userDrawn="1"/>
        </p:nvSpPr>
        <p:spPr>
          <a:xfrm>
            <a:off x="41208" y="613386"/>
            <a:ext cx="10074420" cy="6009294"/>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 name="직사각형 14">
            <a:extLst>
              <a:ext uri="{FF2B5EF4-FFF2-40B4-BE49-F238E27FC236}">
                <a16:creationId xmlns:a16="http://schemas.microsoft.com/office/drawing/2014/main" id="{FCDE6D7B-D53C-4242-A190-F4E667D5AB9F}"/>
              </a:ext>
            </a:extLst>
          </p:cNvPr>
          <p:cNvSpPr/>
          <p:nvPr userDrawn="1"/>
        </p:nvSpPr>
        <p:spPr>
          <a:xfrm>
            <a:off x="8220504" y="202394"/>
            <a:ext cx="1819729" cy="253211"/>
          </a:xfrm>
          <a:prstGeom prst="rect">
            <a:avLst/>
          </a:prstGeom>
        </p:spPr>
        <p:txBody>
          <a:bodyPr wrap="none">
            <a:spAutoFit/>
          </a:bodyPr>
          <a:lstStyle/>
          <a:p>
            <a:pPr algn="r">
              <a:lnSpc>
                <a:spcPct val="150000"/>
              </a:lnSpc>
            </a:pPr>
            <a:r>
              <a:rPr lang="ko-KR" altLang="en-US" sz="800" dirty="0">
                <a:latin typeface="+mj-ea"/>
                <a:ea typeface="+mj-ea"/>
              </a:rPr>
              <a:t>채널관리자</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로그인 </a:t>
            </a:r>
            <a:r>
              <a:rPr lang="en-US" altLang="ko-KR" sz="800" dirty="0">
                <a:latin typeface="+mj-ea"/>
                <a:ea typeface="+mj-ea"/>
              </a:rPr>
              <a:t> </a:t>
            </a:r>
            <a:r>
              <a:rPr lang="en-US" altLang="ko-KR" sz="800" dirty="0">
                <a:solidFill>
                  <a:schemeClr val="bg1">
                    <a:lumMod val="75000"/>
                  </a:schemeClr>
                </a:solidFill>
                <a:latin typeface="+mj-ea"/>
                <a:ea typeface="+mj-ea"/>
              </a:rPr>
              <a:t>|</a:t>
            </a:r>
            <a:r>
              <a:rPr lang="en-US" altLang="ko-KR" sz="800" dirty="0">
                <a:latin typeface="+mj-ea"/>
                <a:ea typeface="+mj-ea"/>
              </a:rPr>
              <a:t>  </a:t>
            </a:r>
            <a:r>
              <a:rPr lang="ko-KR" altLang="en-US" sz="800" dirty="0">
                <a:latin typeface="+mj-ea"/>
                <a:ea typeface="+mj-ea"/>
              </a:rPr>
              <a:t>회원가입</a:t>
            </a:r>
          </a:p>
        </p:txBody>
      </p:sp>
    </p:spTree>
    <p:extLst>
      <p:ext uri="{BB962C8B-B14F-4D97-AF65-F5344CB8AC3E}">
        <p14:creationId xmlns:p14="http://schemas.microsoft.com/office/powerpoint/2010/main" val="2737913950"/>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9_사용자 지정 레이아웃">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2F5B32B7-997B-42B1-8C3F-7AD4BE3DA059}"/>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98A481B2-8208-4BD0-B129-2BF662D46ED2}"/>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98F8CAFB-79EF-41F3-BE06-5499543B7C8A}"/>
              </a:ext>
            </a:extLst>
          </p:cNvPr>
          <p:cNvSpPr/>
          <p:nvPr userDrawn="1"/>
        </p:nvSpPr>
        <p:spPr>
          <a:xfrm>
            <a:off x="41208" y="34272"/>
            <a:ext cx="10071693" cy="579114"/>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a:extLst>
              <a:ext uri="{FF2B5EF4-FFF2-40B4-BE49-F238E27FC236}">
                <a16:creationId xmlns:a16="http://schemas.microsoft.com/office/drawing/2014/main" id="{3344841E-4A4C-4852-B472-EA2B4CC0D543}"/>
              </a:ext>
            </a:extLst>
          </p:cNvPr>
          <p:cNvGrpSpPr/>
          <p:nvPr userDrawn="1"/>
        </p:nvGrpSpPr>
        <p:grpSpPr>
          <a:xfrm>
            <a:off x="190304" y="150607"/>
            <a:ext cx="1456828" cy="356787"/>
            <a:chOff x="2843808" y="1955121"/>
            <a:chExt cx="1674813" cy="596970"/>
          </a:xfrm>
          <a:solidFill>
            <a:schemeClr val="bg1">
              <a:lumMod val="95000"/>
            </a:schemeClr>
          </a:solidFill>
        </p:grpSpPr>
        <p:sp>
          <p:nvSpPr>
            <p:cNvPr id="7" name="Border">
              <a:extLst>
                <a:ext uri="{FF2B5EF4-FFF2-40B4-BE49-F238E27FC236}">
                  <a16:creationId xmlns:a16="http://schemas.microsoft.com/office/drawing/2014/main" id="{1169B193-2F8F-419E-8588-61E5B5AE59C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EEAD8D3F-E8E9-4ABD-A192-5493F78A595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8F0C5DA9-1C6B-4393-B6EA-B81281C562D5}"/>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TextBox 9">
              <a:extLst>
                <a:ext uri="{FF2B5EF4-FFF2-40B4-BE49-F238E27FC236}">
                  <a16:creationId xmlns:a16="http://schemas.microsoft.com/office/drawing/2014/main" id="{3E3881FF-4544-43E1-BC6C-D925C82D587F}"/>
                </a:ext>
              </a:extLst>
            </p:cNvPr>
            <p:cNvSpPr txBox="1"/>
            <p:nvPr/>
          </p:nvSpPr>
          <p:spPr>
            <a:xfrm>
              <a:off x="3376634" y="2073367"/>
              <a:ext cx="609160" cy="360477"/>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1" name="직사각형 10">
            <a:extLst>
              <a:ext uri="{FF2B5EF4-FFF2-40B4-BE49-F238E27FC236}">
                <a16:creationId xmlns:a16="http://schemas.microsoft.com/office/drawing/2014/main" id="{D7B2FE4E-3015-4BD9-8461-04E7CBA3D935}"/>
              </a:ext>
            </a:extLst>
          </p:cNvPr>
          <p:cNvSpPr/>
          <p:nvPr userDrawn="1"/>
        </p:nvSpPr>
        <p:spPr>
          <a:xfrm>
            <a:off x="1706005" y="194218"/>
            <a:ext cx="3384376" cy="273280"/>
          </a:xfrm>
          <a:prstGeom prst="rect">
            <a:avLst/>
          </a:prstGeom>
        </p:spPr>
        <p:txBody>
          <a:bodyPr wrap="square">
            <a:spAutoFit/>
          </a:bodyPr>
          <a:lstStyle/>
          <a:p>
            <a:pPr>
              <a:lnSpc>
                <a:spcPct val="150000"/>
              </a:lnSpc>
            </a:pPr>
            <a:r>
              <a:rPr lang="ko-KR" altLang="en-US" sz="900" b="0" dirty="0">
                <a:latin typeface="+mj-ea"/>
                <a:ea typeface="+mj-ea"/>
              </a:rPr>
              <a:t>서비스안내    주요기능    가입안내    고객센터  </a:t>
            </a:r>
          </a:p>
        </p:txBody>
      </p:sp>
      <p:sp>
        <p:nvSpPr>
          <p:cNvPr id="13" name="직사각형 12">
            <a:extLst>
              <a:ext uri="{FF2B5EF4-FFF2-40B4-BE49-F238E27FC236}">
                <a16:creationId xmlns:a16="http://schemas.microsoft.com/office/drawing/2014/main" id="{E256F817-A562-4A44-9495-3AED141506D4}"/>
              </a:ext>
            </a:extLst>
          </p:cNvPr>
          <p:cNvSpPr/>
          <p:nvPr userDrawn="1"/>
        </p:nvSpPr>
        <p:spPr>
          <a:xfrm>
            <a:off x="190304" y="719378"/>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14" name="직사각형 13">
            <a:extLst>
              <a:ext uri="{FF2B5EF4-FFF2-40B4-BE49-F238E27FC236}">
                <a16:creationId xmlns:a16="http://schemas.microsoft.com/office/drawing/2014/main" id="{58B27587-50EA-492B-A2B6-6602FA3F4803}"/>
              </a:ext>
            </a:extLst>
          </p:cNvPr>
          <p:cNvSpPr/>
          <p:nvPr userDrawn="1"/>
        </p:nvSpPr>
        <p:spPr>
          <a:xfrm>
            <a:off x="7978306" y="719954"/>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
        <p:nvSpPr>
          <p:cNvPr id="15" name="직사각형 14">
            <a:extLst>
              <a:ext uri="{FF2B5EF4-FFF2-40B4-BE49-F238E27FC236}">
                <a16:creationId xmlns:a16="http://schemas.microsoft.com/office/drawing/2014/main" id="{BCD93462-7927-4826-8781-16F9C8D5360E}"/>
              </a:ext>
            </a:extLst>
          </p:cNvPr>
          <p:cNvSpPr/>
          <p:nvPr userDrawn="1"/>
        </p:nvSpPr>
        <p:spPr>
          <a:xfrm>
            <a:off x="41208" y="613385"/>
            <a:ext cx="10074420" cy="1221107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 name="직사각형 15">
            <a:extLst>
              <a:ext uri="{FF2B5EF4-FFF2-40B4-BE49-F238E27FC236}">
                <a16:creationId xmlns:a16="http://schemas.microsoft.com/office/drawing/2014/main" id="{B192247D-765A-4AF4-BE8C-FC0694454861}"/>
              </a:ext>
            </a:extLst>
          </p:cNvPr>
          <p:cNvSpPr/>
          <p:nvPr userDrawn="1"/>
        </p:nvSpPr>
        <p:spPr>
          <a:xfrm>
            <a:off x="190304" y="725450"/>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17" name="직사각형 16">
            <a:extLst>
              <a:ext uri="{FF2B5EF4-FFF2-40B4-BE49-F238E27FC236}">
                <a16:creationId xmlns:a16="http://schemas.microsoft.com/office/drawing/2014/main" id="{78D77264-9228-4903-B423-4AA460700C37}"/>
              </a:ext>
            </a:extLst>
          </p:cNvPr>
          <p:cNvSpPr/>
          <p:nvPr userDrawn="1"/>
        </p:nvSpPr>
        <p:spPr>
          <a:xfrm>
            <a:off x="7978306" y="726026"/>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
        <p:nvSpPr>
          <p:cNvPr id="18" name="직사각형 17">
            <a:extLst>
              <a:ext uri="{FF2B5EF4-FFF2-40B4-BE49-F238E27FC236}">
                <a16:creationId xmlns:a16="http://schemas.microsoft.com/office/drawing/2014/main" id="{778CA19B-DF23-4050-A738-2F318C2CE36C}"/>
              </a:ext>
            </a:extLst>
          </p:cNvPr>
          <p:cNvSpPr/>
          <p:nvPr userDrawn="1"/>
        </p:nvSpPr>
        <p:spPr>
          <a:xfrm>
            <a:off x="8220504" y="202394"/>
            <a:ext cx="1819729" cy="253211"/>
          </a:xfrm>
          <a:prstGeom prst="rect">
            <a:avLst/>
          </a:prstGeom>
        </p:spPr>
        <p:txBody>
          <a:bodyPr wrap="none">
            <a:spAutoFit/>
          </a:bodyPr>
          <a:lstStyle/>
          <a:p>
            <a:pPr algn="r">
              <a:lnSpc>
                <a:spcPct val="150000"/>
              </a:lnSpc>
            </a:pPr>
            <a:r>
              <a:rPr lang="ko-KR" altLang="en-US" sz="800" dirty="0">
                <a:latin typeface="+mj-ea"/>
                <a:ea typeface="+mj-ea"/>
              </a:rPr>
              <a:t>채널관리자</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로그인 </a:t>
            </a:r>
            <a:r>
              <a:rPr lang="en-US" altLang="ko-KR" sz="800" dirty="0">
                <a:latin typeface="+mj-ea"/>
                <a:ea typeface="+mj-ea"/>
              </a:rPr>
              <a:t> </a:t>
            </a:r>
            <a:r>
              <a:rPr lang="en-US" altLang="ko-KR" sz="800" dirty="0">
                <a:solidFill>
                  <a:schemeClr val="bg1">
                    <a:lumMod val="75000"/>
                  </a:schemeClr>
                </a:solidFill>
                <a:latin typeface="+mj-ea"/>
                <a:ea typeface="+mj-ea"/>
              </a:rPr>
              <a:t>|</a:t>
            </a:r>
            <a:r>
              <a:rPr lang="en-US" altLang="ko-KR" sz="800" dirty="0">
                <a:latin typeface="+mj-ea"/>
                <a:ea typeface="+mj-ea"/>
              </a:rPr>
              <a:t>  </a:t>
            </a:r>
            <a:r>
              <a:rPr lang="ko-KR" altLang="en-US" sz="800" dirty="0">
                <a:latin typeface="+mj-ea"/>
                <a:ea typeface="+mj-ea"/>
              </a:rPr>
              <a:t>회원가입</a:t>
            </a:r>
          </a:p>
        </p:txBody>
      </p:sp>
    </p:spTree>
    <p:extLst>
      <p:ext uri="{BB962C8B-B14F-4D97-AF65-F5344CB8AC3E}">
        <p14:creationId xmlns:p14="http://schemas.microsoft.com/office/powerpoint/2010/main" val="2622427052"/>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서브페이지 틀 로그인된 화면 맞춤">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8D5E132E-F847-4E9F-A406-58AA2C0CD5B9}"/>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9BF865ED-C935-4B17-9580-FD72E013D4B9}"/>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3BE32008-C7E4-4153-A446-2150B7DC1E13}"/>
              </a:ext>
            </a:extLst>
          </p:cNvPr>
          <p:cNvSpPr/>
          <p:nvPr userDrawn="1"/>
        </p:nvSpPr>
        <p:spPr>
          <a:xfrm>
            <a:off x="41208" y="34272"/>
            <a:ext cx="10071693" cy="579114"/>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a:extLst>
              <a:ext uri="{FF2B5EF4-FFF2-40B4-BE49-F238E27FC236}">
                <a16:creationId xmlns:a16="http://schemas.microsoft.com/office/drawing/2014/main" id="{C2D15C41-5627-4FE0-B922-9BC039E421A1}"/>
              </a:ext>
            </a:extLst>
          </p:cNvPr>
          <p:cNvGrpSpPr/>
          <p:nvPr userDrawn="1"/>
        </p:nvGrpSpPr>
        <p:grpSpPr>
          <a:xfrm>
            <a:off x="190304" y="150607"/>
            <a:ext cx="1456828" cy="356787"/>
            <a:chOff x="2843808" y="1955121"/>
            <a:chExt cx="1674813" cy="596970"/>
          </a:xfrm>
          <a:solidFill>
            <a:schemeClr val="bg1">
              <a:lumMod val="95000"/>
            </a:schemeClr>
          </a:solidFill>
        </p:grpSpPr>
        <p:sp>
          <p:nvSpPr>
            <p:cNvPr id="7" name="Border">
              <a:extLst>
                <a:ext uri="{FF2B5EF4-FFF2-40B4-BE49-F238E27FC236}">
                  <a16:creationId xmlns:a16="http://schemas.microsoft.com/office/drawing/2014/main" id="{C8D0DC36-5FBF-445F-B156-01569E1F4D40}"/>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492DE393-EAA4-4D3E-AE20-EB687433911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5BC00BB7-F309-4026-A92D-35A6D258B6B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TextBox 9">
              <a:extLst>
                <a:ext uri="{FF2B5EF4-FFF2-40B4-BE49-F238E27FC236}">
                  <a16:creationId xmlns:a16="http://schemas.microsoft.com/office/drawing/2014/main" id="{403B582E-FED5-4EB2-AFE6-C7344A8142A1}"/>
                </a:ext>
              </a:extLst>
            </p:cNvPr>
            <p:cNvSpPr txBox="1"/>
            <p:nvPr/>
          </p:nvSpPr>
          <p:spPr>
            <a:xfrm>
              <a:off x="3376634" y="2073367"/>
              <a:ext cx="609160" cy="360477"/>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1" name="직사각형 10">
            <a:extLst>
              <a:ext uri="{FF2B5EF4-FFF2-40B4-BE49-F238E27FC236}">
                <a16:creationId xmlns:a16="http://schemas.microsoft.com/office/drawing/2014/main" id="{92B241A1-BBDB-430C-92E2-918136607412}"/>
              </a:ext>
            </a:extLst>
          </p:cNvPr>
          <p:cNvSpPr/>
          <p:nvPr userDrawn="1"/>
        </p:nvSpPr>
        <p:spPr>
          <a:xfrm>
            <a:off x="1706005" y="194218"/>
            <a:ext cx="3384376" cy="273280"/>
          </a:xfrm>
          <a:prstGeom prst="rect">
            <a:avLst/>
          </a:prstGeom>
        </p:spPr>
        <p:txBody>
          <a:bodyPr wrap="square">
            <a:spAutoFit/>
          </a:bodyPr>
          <a:lstStyle/>
          <a:p>
            <a:pPr>
              <a:lnSpc>
                <a:spcPct val="150000"/>
              </a:lnSpc>
            </a:pPr>
            <a:r>
              <a:rPr lang="ko-KR" altLang="en-US" sz="900" b="0" dirty="0">
                <a:latin typeface="+mj-ea"/>
                <a:ea typeface="+mj-ea"/>
              </a:rPr>
              <a:t>서비스안내    주요기능    가입안내    고객센터  </a:t>
            </a:r>
          </a:p>
        </p:txBody>
      </p:sp>
      <p:sp>
        <p:nvSpPr>
          <p:cNvPr id="12" name="직사각형 11">
            <a:extLst>
              <a:ext uri="{FF2B5EF4-FFF2-40B4-BE49-F238E27FC236}">
                <a16:creationId xmlns:a16="http://schemas.microsoft.com/office/drawing/2014/main" id="{5B5CA6D1-D5BB-41DE-8882-CD7FC17394FF}"/>
              </a:ext>
            </a:extLst>
          </p:cNvPr>
          <p:cNvSpPr/>
          <p:nvPr userDrawn="1"/>
        </p:nvSpPr>
        <p:spPr>
          <a:xfrm>
            <a:off x="6281530" y="202394"/>
            <a:ext cx="3758703" cy="253211"/>
          </a:xfrm>
          <a:prstGeom prst="rect">
            <a:avLst/>
          </a:prstGeom>
        </p:spPr>
        <p:txBody>
          <a:bodyPr wrap="square">
            <a:spAutoFit/>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ko-KR" altLang="en-US" sz="800" dirty="0">
                <a:latin typeface="+mj-ea"/>
                <a:ea typeface="+mj-ea"/>
              </a:rPr>
              <a:t>채널관리자</a:t>
            </a:r>
            <a:r>
              <a:rPr lang="en-US" altLang="ko-KR" sz="800" dirty="0">
                <a:latin typeface="+mj-ea"/>
                <a:ea typeface="+mj-ea"/>
              </a:rPr>
              <a:t>  </a:t>
            </a:r>
            <a:r>
              <a:rPr lang="en-US" altLang="ko-KR" sz="800" dirty="0">
                <a:solidFill>
                  <a:schemeClr val="bg1">
                    <a:lumMod val="75000"/>
                  </a:schemeClr>
                </a:solidFill>
                <a:latin typeface="+mj-ea"/>
                <a:ea typeface="+mj-ea"/>
              </a:rPr>
              <a:t>|  </a:t>
            </a:r>
            <a:r>
              <a:rPr lang="ko-KR" altLang="en-US" sz="800" dirty="0" err="1">
                <a:latin typeface="+mj-ea"/>
                <a:ea typeface="+mj-ea"/>
              </a:rPr>
              <a:t>회원명</a:t>
            </a:r>
            <a:r>
              <a:rPr lang="ko-KR" altLang="en-US" sz="800" dirty="0">
                <a:latin typeface="+mj-ea"/>
                <a:ea typeface="+mj-ea"/>
              </a:rPr>
              <a:t>  </a:t>
            </a:r>
            <a:r>
              <a:rPr lang="en-US" altLang="ko-KR" sz="800" dirty="0">
                <a:solidFill>
                  <a:schemeClr val="bg1">
                    <a:lumMod val="75000"/>
                  </a:schemeClr>
                </a:solidFill>
                <a:latin typeface="+mj-ea"/>
                <a:ea typeface="+mj-ea"/>
              </a:rPr>
              <a:t>| </a:t>
            </a:r>
            <a:r>
              <a:rPr lang="ko-KR" altLang="en-US" sz="800" dirty="0">
                <a:latin typeface="+mj-ea"/>
                <a:ea typeface="+mj-ea"/>
              </a:rPr>
              <a:t> 마이페이지  </a:t>
            </a:r>
            <a:r>
              <a:rPr lang="en-US" altLang="ko-KR" sz="800" dirty="0">
                <a:solidFill>
                  <a:schemeClr val="bg1">
                    <a:lumMod val="75000"/>
                  </a:schemeClr>
                </a:solidFill>
                <a:latin typeface="+mj-ea"/>
                <a:ea typeface="+mj-ea"/>
              </a:rPr>
              <a:t>|  </a:t>
            </a:r>
            <a:r>
              <a:rPr lang="ko-KR" altLang="en-US" sz="800" dirty="0">
                <a:latin typeface="+mj-ea"/>
                <a:ea typeface="+mj-ea"/>
              </a:rPr>
              <a:t>로그아웃</a:t>
            </a:r>
          </a:p>
        </p:txBody>
      </p:sp>
      <p:sp>
        <p:nvSpPr>
          <p:cNvPr id="13" name="직사각형 12">
            <a:extLst>
              <a:ext uri="{FF2B5EF4-FFF2-40B4-BE49-F238E27FC236}">
                <a16:creationId xmlns:a16="http://schemas.microsoft.com/office/drawing/2014/main" id="{D2750A54-B4F9-4C30-AECA-AAA5E1EBDD84}"/>
              </a:ext>
            </a:extLst>
          </p:cNvPr>
          <p:cNvSpPr/>
          <p:nvPr userDrawn="1"/>
        </p:nvSpPr>
        <p:spPr>
          <a:xfrm>
            <a:off x="190304" y="719378"/>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14" name="직사각형 13">
            <a:extLst>
              <a:ext uri="{FF2B5EF4-FFF2-40B4-BE49-F238E27FC236}">
                <a16:creationId xmlns:a16="http://schemas.microsoft.com/office/drawing/2014/main" id="{21C9DBCE-11CB-4F62-9C5F-8C8A35D179EF}"/>
              </a:ext>
            </a:extLst>
          </p:cNvPr>
          <p:cNvSpPr/>
          <p:nvPr userDrawn="1"/>
        </p:nvSpPr>
        <p:spPr>
          <a:xfrm>
            <a:off x="7978306" y="719954"/>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
        <p:nvSpPr>
          <p:cNvPr id="15" name="직사각형 14">
            <a:extLst>
              <a:ext uri="{FF2B5EF4-FFF2-40B4-BE49-F238E27FC236}">
                <a16:creationId xmlns:a16="http://schemas.microsoft.com/office/drawing/2014/main" id="{A412E24E-C14F-46F5-8A16-1C9A590C176C}"/>
              </a:ext>
            </a:extLst>
          </p:cNvPr>
          <p:cNvSpPr/>
          <p:nvPr userDrawn="1"/>
        </p:nvSpPr>
        <p:spPr>
          <a:xfrm>
            <a:off x="41208" y="613386"/>
            <a:ext cx="10074420" cy="6009294"/>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3227096552"/>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서브페이지 틀 로그인 후 긴 화면 ">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86CEE144-B8D7-4284-9D42-7E8F43D9EAD2}"/>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DE6915B9-4491-4498-A99C-7E1A0A72FCCB}"/>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094B60EF-5CD8-4FD8-A973-C95B64461502}"/>
              </a:ext>
            </a:extLst>
          </p:cNvPr>
          <p:cNvSpPr/>
          <p:nvPr userDrawn="1"/>
        </p:nvSpPr>
        <p:spPr>
          <a:xfrm>
            <a:off x="41208" y="34272"/>
            <a:ext cx="10071693" cy="579114"/>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a:extLst>
              <a:ext uri="{FF2B5EF4-FFF2-40B4-BE49-F238E27FC236}">
                <a16:creationId xmlns:a16="http://schemas.microsoft.com/office/drawing/2014/main" id="{3B57086E-8133-4BDE-BA66-E395E94CA829}"/>
              </a:ext>
            </a:extLst>
          </p:cNvPr>
          <p:cNvGrpSpPr/>
          <p:nvPr userDrawn="1"/>
        </p:nvGrpSpPr>
        <p:grpSpPr>
          <a:xfrm>
            <a:off x="190304" y="150607"/>
            <a:ext cx="1456828" cy="356787"/>
            <a:chOff x="2843808" y="1955121"/>
            <a:chExt cx="1674813" cy="596970"/>
          </a:xfrm>
          <a:solidFill>
            <a:schemeClr val="bg1">
              <a:lumMod val="95000"/>
            </a:schemeClr>
          </a:solidFill>
        </p:grpSpPr>
        <p:sp>
          <p:nvSpPr>
            <p:cNvPr id="7" name="Border">
              <a:extLst>
                <a:ext uri="{FF2B5EF4-FFF2-40B4-BE49-F238E27FC236}">
                  <a16:creationId xmlns:a16="http://schemas.microsoft.com/office/drawing/2014/main" id="{6AEBFE48-1698-4C67-B318-14EDD9A63E9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75E4993E-2EE9-40ED-8B8E-52A8F281A07B}"/>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C52A7BAA-EE36-4944-A10C-4DE79F5F496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TextBox 9">
              <a:extLst>
                <a:ext uri="{FF2B5EF4-FFF2-40B4-BE49-F238E27FC236}">
                  <a16:creationId xmlns:a16="http://schemas.microsoft.com/office/drawing/2014/main" id="{B33A3E9F-2290-428B-A927-7F0A4B344812}"/>
                </a:ext>
              </a:extLst>
            </p:cNvPr>
            <p:cNvSpPr txBox="1"/>
            <p:nvPr/>
          </p:nvSpPr>
          <p:spPr>
            <a:xfrm>
              <a:off x="3376634" y="2073367"/>
              <a:ext cx="609160" cy="360477"/>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1" name="직사각형 10">
            <a:extLst>
              <a:ext uri="{FF2B5EF4-FFF2-40B4-BE49-F238E27FC236}">
                <a16:creationId xmlns:a16="http://schemas.microsoft.com/office/drawing/2014/main" id="{FB9F1A8B-9955-449B-8829-BAE9987DA25B}"/>
              </a:ext>
            </a:extLst>
          </p:cNvPr>
          <p:cNvSpPr/>
          <p:nvPr userDrawn="1"/>
        </p:nvSpPr>
        <p:spPr>
          <a:xfrm>
            <a:off x="1706005" y="194218"/>
            <a:ext cx="3384376" cy="273280"/>
          </a:xfrm>
          <a:prstGeom prst="rect">
            <a:avLst/>
          </a:prstGeom>
        </p:spPr>
        <p:txBody>
          <a:bodyPr wrap="square">
            <a:spAutoFit/>
          </a:bodyPr>
          <a:lstStyle/>
          <a:p>
            <a:pPr>
              <a:lnSpc>
                <a:spcPct val="150000"/>
              </a:lnSpc>
            </a:pPr>
            <a:r>
              <a:rPr lang="ko-KR" altLang="en-US" sz="900" b="0" dirty="0">
                <a:latin typeface="+mj-ea"/>
                <a:ea typeface="+mj-ea"/>
              </a:rPr>
              <a:t>서비스안내    주요기능    가입안내    고객센터  </a:t>
            </a:r>
          </a:p>
        </p:txBody>
      </p:sp>
      <p:sp>
        <p:nvSpPr>
          <p:cNvPr id="15" name="직사각형 14">
            <a:extLst>
              <a:ext uri="{FF2B5EF4-FFF2-40B4-BE49-F238E27FC236}">
                <a16:creationId xmlns:a16="http://schemas.microsoft.com/office/drawing/2014/main" id="{A83355E1-4624-4080-BCA8-DF0E169D4BE2}"/>
              </a:ext>
            </a:extLst>
          </p:cNvPr>
          <p:cNvSpPr/>
          <p:nvPr userDrawn="1"/>
        </p:nvSpPr>
        <p:spPr>
          <a:xfrm>
            <a:off x="41208" y="613384"/>
            <a:ext cx="10074420" cy="11301111"/>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 name="직사각형 12">
            <a:extLst>
              <a:ext uri="{FF2B5EF4-FFF2-40B4-BE49-F238E27FC236}">
                <a16:creationId xmlns:a16="http://schemas.microsoft.com/office/drawing/2014/main" id="{2D2BB5A0-5058-4E95-8470-00E296692F13}"/>
              </a:ext>
            </a:extLst>
          </p:cNvPr>
          <p:cNvSpPr/>
          <p:nvPr userDrawn="1"/>
        </p:nvSpPr>
        <p:spPr>
          <a:xfrm>
            <a:off x="190304" y="719378"/>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14" name="직사각형 13">
            <a:extLst>
              <a:ext uri="{FF2B5EF4-FFF2-40B4-BE49-F238E27FC236}">
                <a16:creationId xmlns:a16="http://schemas.microsoft.com/office/drawing/2014/main" id="{C4CA1AF0-ED49-48B8-A4DE-5D6C540176CC}"/>
              </a:ext>
            </a:extLst>
          </p:cNvPr>
          <p:cNvSpPr/>
          <p:nvPr userDrawn="1"/>
        </p:nvSpPr>
        <p:spPr>
          <a:xfrm>
            <a:off x="7978306" y="719954"/>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
        <p:nvSpPr>
          <p:cNvPr id="16" name="직사각형 15">
            <a:extLst>
              <a:ext uri="{FF2B5EF4-FFF2-40B4-BE49-F238E27FC236}">
                <a16:creationId xmlns:a16="http://schemas.microsoft.com/office/drawing/2014/main" id="{1F5CC6FF-1526-4AF9-8D84-74D3447421AA}"/>
              </a:ext>
            </a:extLst>
          </p:cNvPr>
          <p:cNvSpPr/>
          <p:nvPr userDrawn="1"/>
        </p:nvSpPr>
        <p:spPr>
          <a:xfrm>
            <a:off x="6281530" y="202394"/>
            <a:ext cx="3758703" cy="253211"/>
          </a:xfrm>
          <a:prstGeom prst="rect">
            <a:avLst/>
          </a:prstGeom>
        </p:spPr>
        <p:txBody>
          <a:bodyPr wrap="square">
            <a:spAutoFit/>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ko-KR" altLang="en-US" sz="800" dirty="0">
                <a:latin typeface="+mj-ea"/>
                <a:ea typeface="+mj-ea"/>
              </a:rPr>
              <a:t>채널관리자</a:t>
            </a:r>
            <a:r>
              <a:rPr lang="en-US" altLang="ko-KR" sz="800" dirty="0">
                <a:latin typeface="+mj-ea"/>
                <a:ea typeface="+mj-ea"/>
              </a:rPr>
              <a:t>  </a:t>
            </a:r>
            <a:r>
              <a:rPr lang="en-US" altLang="ko-KR" sz="800" dirty="0">
                <a:solidFill>
                  <a:schemeClr val="bg1">
                    <a:lumMod val="75000"/>
                  </a:schemeClr>
                </a:solidFill>
                <a:latin typeface="+mj-ea"/>
                <a:ea typeface="+mj-ea"/>
              </a:rPr>
              <a:t>|  </a:t>
            </a:r>
            <a:r>
              <a:rPr lang="ko-KR" altLang="en-US" sz="800" dirty="0" err="1">
                <a:latin typeface="+mj-ea"/>
                <a:ea typeface="+mj-ea"/>
              </a:rPr>
              <a:t>회원명</a:t>
            </a:r>
            <a:r>
              <a:rPr lang="ko-KR" altLang="en-US" sz="800" dirty="0">
                <a:latin typeface="+mj-ea"/>
                <a:ea typeface="+mj-ea"/>
              </a:rPr>
              <a:t>  </a:t>
            </a:r>
            <a:r>
              <a:rPr lang="en-US" altLang="ko-KR" sz="800" dirty="0">
                <a:solidFill>
                  <a:schemeClr val="bg1">
                    <a:lumMod val="75000"/>
                  </a:schemeClr>
                </a:solidFill>
                <a:latin typeface="+mj-ea"/>
                <a:ea typeface="+mj-ea"/>
              </a:rPr>
              <a:t>| </a:t>
            </a:r>
            <a:r>
              <a:rPr lang="ko-KR" altLang="en-US" sz="800" dirty="0">
                <a:latin typeface="+mj-ea"/>
                <a:ea typeface="+mj-ea"/>
              </a:rPr>
              <a:t> 마이페이지  </a:t>
            </a:r>
            <a:r>
              <a:rPr lang="en-US" altLang="ko-KR" sz="800" dirty="0">
                <a:solidFill>
                  <a:schemeClr val="bg1">
                    <a:lumMod val="75000"/>
                  </a:schemeClr>
                </a:solidFill>
                <a:latin typeface="+mj-ea"/>
                <a:ea typeface="+mj-ea"/>
              </a:rPr>
              <a:t>|  </a:t>
            </a:r>
            <a:r>
              <a:rPr lang="ko-KR" altLang="en-US" sz="800" dirty="0">
                <a:latin typeface="+mj-ea"/>
                <a:ea typeface="+mj-ea"/>
              </a:rPr>
              <a:t>로그아웃</a:t>
            </a:r>
          </a:p>
        </p:txBody>
      </p:sp>
    </p:spTree>
    <p:extLst>
      <p:ext uri="{BB962C8B-B14F-4D97-AF65-F5344CB8AC3E}">
        <p14:creationId xmlns:p14="http://schemas.microsoft.com/office/powerpoint/2010/main" val="274019326"/>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로그인 배경화면">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EC25B235-76B2-4A5F-82E0-4C360A373392}"/>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246825D2-3D71-42A0-8A18-A4811852CBCF}"/>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9DF997C1-269A-4F6A-A6E2-0EC222F65FCB}"/>
              </a:ext>
            </a:extLst>
          </p:cNvPr>
          <p:cNvSpPr/>
          <p:nvPr userDrawn="1"/>
        </p:nvSpPr>
        <p:spPr>
          <a:xfrm>
            <a:off x="41208" y="34272"/>
            <a:ext cx="10071693" cy="579114"/>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a:extLst>
              <a:ext uri="{FF2B5EF4-FFF2-40B4-BE49-F238E27FC236}">
                <a16:creationId xmlns:a16="http://schemas.microsoft.com/office/drawing/2014/main" id="{E63B753F-55B1-44C2-A236-C8022F943F39}"/>
              </a:ext>
            </a:extLst>
          </p:cNvPr>
          <p:cNvGrpSpPr/>
          <p:nvPr userDrawn="1"/>
        </p:nvGrpSpPr>
        <p:grpSpPr>
          <a:xfrm>
            <a:off x="190304" y="150607"/>
            <a:ext cx="1456828" cy="356787"/>
            <a:chOff x="2843808" y="1955121"/>
            <a:chExt cx="1674813" cy="596970"/>
          </a:xfrm>
          <a:solidFill>
            <a:schemeClr val="bg1">
              <a:lumMod val="95000"/>
            </a:schemeClr>
          </a:solidFill>
        </p:grpSpPr>
        <p:sp>
          <p:nvSpPr>
            <p:cNvPr id="7" name="Border">
              <a:extLst>
                <a:ext uri="{FF2B5EF4-FFF2-40B4-BE49-F238E27FC236}">
                  <a16:creationId xmlns:a16="http://schemas.microsoft.com/office/drawing/2014/main" id="{9BAF935F-5808-4FC8-BE7D-C782D80F1DF4}"/>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EDAC25DA-F8E7-4BD9-94A7-65A3F1D1DCA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18B4DEA4-F8CB-49E9-A9C6-051CD74F806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TextBox 9">
              <a:extLst>
                <a:ext uri="{FF2B5EF4-FFF2-40B4-BE49-F238E27FC236}">
                  <a16:creationId xmlns:a16="http://schemas.microsoft.com/office/drawing/2014/main" id="{7F782591-E93C-43E3-9F98-19E686AB794E}"/>
                </a:ext>
              </a:extLst>
            </p:cNvPr>
            <p:cNvSpPr txBox="1"/>
            <p:nvPr/>
          </p:nvSpPr>
          <p:spPr>
            <a:xfrm>
              <a:off x="3376634" y="2073367"/>
              <a:ext cx="609160" cy="360477"/>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1" name="직사각형 10">
            <a:extLst>
              <a:ext uri="{FF2B5EF4-FFF2-40B4-BE49-F238E27FC236}">
                <a16:creationId xmlns:a16="http://schemas.microsoft.com/office/drawing/2014/main" id="{F70F135B-2E5C-4E9C-82BE-A4422E921348}"/>
              </a:ext>
            </a:extLst>
          </p:cNvPr>
          <p:cNvSpPr/>
          <p:nvPr userDrawn="1"/>
        </p:nvSpPr>
        <p:spPr>
          <a:xfrm>
            <a:off x="1706005" y="194218"/>
            <a:ext cx="3384376" cy="273280"/>
          </a:xfrm>
          <a:prstGeom prst="rect">
            <a:avLst/>
          </a:prstGeom>
        </p:spPr>
        <p:txBody>
          <a:bodyPr wrap="square">
            <a:spAutoFit/>
          </a:bodyPr>
          <a:lstStyle/>
          <a:p>
            <a:pPr>
              <a:lnSpc>
                <a:spcPct val="150000"/>
              </a:lnSpc>
            </a:pPr>
            <a:r>
              <a:rPr lang="ko-KR" altLang="en-US" sz="900" b="0" dirty="0">
                <a:latin typeface="+mj-ea"/>
                <a:ea typeface="+mj-ea"/>
              </a:rPr>
              <a:t>서비스안내    주요기능    가입안내    고객센터  </a:t>
            </a:r>
          </a:p>
        </p:txBody>
      </p:sp>
      <p:sp>
        <p:nvSpPr>
          <p:cNvPr id="15" name="직사각형 14">
            <a:extLst>
              <a:ext uri="{FF2B5EF4-FFF2-40B4-BE49-F238E27FC236}">
                <a16:creationId xmlns:a16="http://schemas.microsoft.com/office/drawing/2014/main" id="{3A880619-3E33-4B00-8400-C90BEF670C8A}"/>
              </a:ext>
            </a:extLst>
          </p:cNvPr>
          <p:cNvSpPr/>
          <p:nvPr userDrawn="1"/>
        </p:nvSpPr>
        <p:spPr>
          <a:xfrm>
            <a:off x="41208" y="613386"/>
            <a:ext cx="10074420" cy="6009294"/>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 name="직사각형 15">
            <a:extLst>
              <a:ext uri="{FF2B5EF4-FFF2-40B4-BE49-F238E27FC236}">
                <a16:creationId xmlns:a16="http://schemas.microsoft.com/office/drawing/2014/main" id="{86BAA8EB-38F4-46C2-9045-F9BB0E280471}"/>
              </a:ext>
            </a:extLst>
          </p:cNvPr>
          <p:cNvSpPr/>
          <p:nvPr userDrawn="1"/>
        </p:nvSpPr>
        <p:spPr>
          <a:xfrm>
            <a:off x="3518541" y="2019051"/>
            <a:ext cx="3116430" cy="216024"/>
          </a:xfrm>
          <a:prstGeom prst="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ID </a:t>
            </a:r>
            <a:r>
              <a:rPr lang="ko-KR" altLang="en-US" sz="800" dirty="0">
                <a:solidFill>
                  <a:schemeClr val="tx1">
                    <a:lumMod val="50000"/>
                    <a:lumOff val="50000"/>
                  </a:schemeClr>
                </a:solidFill>
              </a:rPr>
              <a:t>를 입력 해 주세요</a:t>
            </a:r>
            <a:endParaRPr lang="ko-KR" altLang="en-US" dirty="0">
              <a:solidFill>
                <a:schemeClr val="tx1">
                  <a:lumMod val="50000"/>
                  <a:lumOff val="50000"/>
                </a:schemeClr>
              </a:solidFill>
            </a:endParaRPr>
          </a:p>
        </p:txBody>
      </p:sp>
      <p:sp>
        <p:nvSpPr>
          <p:cNvPr id="17" name="직사각형 16">
            <a:extLst>
              <a:ext uri="{FF2B5EF4-FFF2-40B4-BE49-F238E27FC236}">
                <a16:creationId xmlns:a16="http://schemas.microsoft.com/office/drawing/2014/main" id="{6A579528-6DA1-45A0-BD38-359D96306491}"/>
              </a:ext>
            </a:extLst>
          </p:cNvPr>
          <p:cNvSpPr/>
          <p:nvPr userDrawn="1"/>
        </p:nvSpPr>
        <p:spPr>
          <a:xfrm>
            <a:off x="3518541" y="2308665"/>
            <a:ext cx="3116430" cy="216024"/>
          </a:xfrm>
          <a:prstGeom prst="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PW </a:t>
            </a:r>
            <a:r>
              <a:rPr lang="ko-KR" altLang="en-US" sz="800" dirty="0">
                <a:solidFill>
                  <a:schemeClr val="tx1">
                    <a:lumMod val="50000"/>
                    <a:lumOff val="50000"/>
                  </a:schemeClr>
                </a:solidFill>
              </a:rPr>
              <a:t>를 입력 해 주세요</a:t>
            </a:r>
          </a:p>
        </p:txBody>
      </p:sp>
      <p:sp>
        <p:nvSpPr>
          <p:cNvPr id="18" name="직사각형 17">
            <a:extLst>
              <a:ext uri="{FF2B5EF4-FFF2-40B4-BE49-F238E27FC236}">
                <a16:creationId xmlns:a16="http://schemas.microsoft.com/office/drawing/2014/main" id="{19B4FEEF-2660-4B81-9F2A-D382B3F181DE}"/>
              </a:ext>
            </a:extLst>
          </p:cNvPr>
          <p:cNvSpPr/>
          <p:nvPr userDrawn="1"/>
        </p:nvSpPr>
        <p:spPr>
          <a:xfrm>
            <a:off x="3518541" y="2838043"/>
            <a:ext cx="3116430" cy="303290"/>
          </a:xfrm>
          <a:prstGeom prst="rect">
            <a:avLst/>
          </a:prstGeom>
          <a:solidFill>
            <a:schemeClr val="tx1">
              <a:lumMod val="50000"/>
              <a:lumOff val="50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t>LOGIN</a:t>
            </a:r>
            <a:endParaRPr lang="ko-KR" altLang="en-US" sz="1000" dirty="0"/>
          </a:p>
        </p:txBody>
      </p:sp>
      <p:sp>
        <p:nvSpPr>
          <p:cNvPr id="19" name="직사각형 18">
            <a:extLst>
              <a:ext uri="{FF2B5EF4-FFF2-40B4-BE49-F238E27FC236}">
                <a16:creationId xmlns:a16="http://schemas.microsoft.com/office/drawing/2014/main" id="{3A33F8E4-3482-4CCF-9758-952B287BE92F}"/>
              </a:ext>
            </a:extLst>
          </p:cNvPr>
          <p:cNvSpPr/>
          <p:nvPr userDrawn="1"/>
        </p:nvSpPr>
        <p:spPr>
          <a:xfrm>
            <a:off x="3514781" y="3185397"/>
            <a:ext cx="3120189" cy="266754"/>
          </a:xfrm>
          <a:prstGeom prst="rect">
            <a:avLst/>
          </a:prstGeom>
          <a:solidFill>
            <a:srgbClr val="FF0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회원가입</a:t>
            </a:r>
            <a:endParaRPr lang="ko-KR" altLang="en-US" sz="900" dirty="0">
              <a:solidFill>
                <a:schemeClr val="bg1"/>
              </a:solidFill>
            </a:endParaRPr>
          </a:p>
        </p:txBody>
      </p:sp>
      <p:sp>
        <p:nvSpPr>
          <p:cNvPr id="20" name="직사각형 19">
            <a:extLst>
              <a:ext uri="{FF2B5EF4-FFF2-40B4-BE49-F238E27FC236}">
                <a16:creationId xmlns:a16="http://schemas.microsoft.com/office/drawing/2014/main" id="{47768AF3-0E20-4E63-830E-2B094DAA559C}"/>
              </a:ext>
            </a:extLst>
          </p:cNvPr>
          <p:cNvSpPr/>
          <p:nvPr userDrawn="1"/>
        </p:nvSpPr>
        <p:spPr>
          <a:xfrm>
            <a:off x="5226009" y="2572788"/>
            <a:ext cx="1408962" cy="216024"/>
          </a:xfrm>
          <a:prstGeom prst="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tx1">
                    <a:lumMod val="75000"/>
                    <a:lumOff val="25000"/>
                  </a:schemeClr>
                </a:solidFill>
              </a:rPr>
              <a:t>ID / PW </a:t>
            </a:r>
            <a:r>
              <a:rPr lang="ko-KR" altLang="en-US" sz="800" dirty="0">
                <a:solidFill>
                  <a:schemeClr val="tx1">
                    <a:lumMod val="75000"/>
                    <a:lumOff val="25000"/>
                  </a:schemeClr>
                </a:solidFill>
              </a:rPr>
              <a:t>찾기</a:t>
            </a:r>
            <a:endParaRPr lang="ko-KR" altLang="en-US" sz="900" dirty="0">
              <a:solidFill>
                <a:schemeClr val="tx1">
                  <a:lumMod val="75000"/>
                  <a:lumOff val="25000"/>
                </a:schemeClr>
              </a:solidFill>
            </a:endParaRPr>
          </a:p>
        </p:txBody>
      </p:sp>
      <p:sp>
        <p:nvSpPr>
          <p:cNvPr id="21" name="TextBox 20">
            <a:extLst>
              <a:ext uri="{FF2B5EF4-FFF2-40B4-BE49-F238E27FC236}">
                <a16:creationId xmlns:a16="http://schemas.microsoft.com/office/drawing/2014/main" id="{4362A8D8-C311-4B79-894C-3C6FE1BA9635}"/>
              </a:ext>
            </a:extLst>
          </p:cNvPr>
          <p:cNvSpPr txBox="1"/>
          <p:nvPr userDrawn="1"/>
        </p:nvSpPr>
        <p:spPr>
          <a:xfrm>
            <a:off x="3427812" y="2572788"/>
            <a:ext cx="889987" cy="230832"/>
          </a:xfrm>
          <a:prstGeom prst="rect">
            <a:avLst/>
          </a:prstGeom>
          <a:noFill/>
        </p:spPr>
        <p:txBody>
          <a:bodyPr wrap="none" rtlCol="0">
            <a:spAutoFit/>
          </a:bodyPr>
          <a:lstStyle/>
          <a:p>
            <a:r>
              <a:rPr lang="ko-KR" altLang="en-US" sz="900" dirty="0"/>
              <a:t>□ </a:t>
            </a:r>
            <a:r>
              <a:rPr lang="ko-KR" altLang="en-US" sz="800" dirty="0"/>
              <a:t>아이디 저장</a:t>
            </a:r>
          </a:p>
        </p:txBody>
      </p:sp>
      <p:grpSp>
        <p:nvGrpSpPr>
          <p:cNvPr id="22" name="그룹 21">
            <a:extLst>
              <a:ext uri="{FF2B5EF4-FFF2-40B4-BE49-F238E27FC236}">
                <a16:creationId xmlns:a16="http://schemas.microsoft.com/office/drawing/2014/main" id="{B8C07666-0EBF-4BBE-A04B-462C3BB5A244}"/>
              </a:ext>
            </a:extLst>
          </p:cNvPr>
          <p:cNvGrpSpPr/>
          <p:nvPr userDrawn="1"/>
        </p:nvGrpSpPr>
        <p:grpSpPr>
          <a:xfrm>
            <a:off x="3539377" y="3882681"/>
            <a:ext cx="3093375" cy="360040"/>
            <a:chOff x="2226770" y="4941168"/>
            <a:chExt cx="3093375" cy="360040"/>
          </a:xfrm>
        </p:grpSpPr>
        <p:sp>
          <p:nvSpPr>
            <p:cNvPr id="23" name="모서리가 둥근 직사각형 38">
              <a:extLst>
                <a:ext uri="{FF2B5EF4-FFF2-40B4-BE49-F238E27FC236}">
                  <a16:creationId xmlns:a16="http://schemas.microsoft.com/office/drawing/2014/main" id="{7B15E562-4773-4A29-BEB0-B267373F0452}"/>
                </a:ext>
              </a:extLst>
            </p:cNvPr>
            <p:cNvSpPr/>
            <p:nvPr/>
          </p:nvSpPr>
          <p:spPr>
            <a:xfrm>
              <a:off x="2226770" y="4941168"/>
              <a:ext cx="3093375" cy="36004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pic>
          <p:nvPicPr>
            <p:cNvPr id="24" name="Picture 2">
              <a:extLst>
                <a:ext uri="{FF2B5EF4-FFF2-40B4-BE49-F238E27FC236}">
                  <a16:creationId xmlns:a16="http://schemas.microsoft.com/office/drawing/2014/main" id="{DDD16DB5-77F3-43AA-8AA0-F290FEFA981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315131" y="5029802"/>
              <a:ext cx="228564" cy="2071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cxnSp>
          <p:nvCxnSpPr>
            <p:cNvPr id="25" name="직선 연결선 24">
              <a:extLst>
                <a:ext uri="{FF2B5EF4-FFF2-40B4-BE49-F238E27FC236}">
                  <a16:creationId xmlns:a16="http://schemas.microsoft.com/office/drawing/2014/main" id="{B297F9A6-2617-41D5-BC51-58FAD543653C}"/>
                </a:ext>
              </a:extLst>
            </p:cNvPr>
            <p:cNvCxnSpPr/>
            <p:nvPr/>
          </p:nvCxnSpPr>
          <p:spPr>
            <a:xfrm>
              <a:off x="2619471" y="5029802"/>
              <a:ext cx="0" cy="20713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0DD17BD7-284E-40B0-90CC-67F4BB2F4D11}"/>
                </a:ext>
              </a:extLst>
            </p:cNvPr>
            <p:cNvSpPr txBox="1"/>
            <p:nvPr/>
          </p:nvSpPr>
          <p:spPr>
            <a:xfrm>
              <a:off x="2632574" y="5005772"/>
              <a:ext cx="1418978" cy="230832"/>
            </a:xfrm>
            <a:prstGeom prst="rect">
              <a:avLst/>
            </a:prstGeom>
            <a:noFill/>
          </p:spPr>
          <p:txBody>
            <a:bodyPr wrap="none" rtlCol="0">
              <a:spAutoFit/>
            </a:bodyPr>
            <a:lstStyle/>
            <a:p>
              <a:r>
                <a:rPr lang="ko-KR" altLang="en-US" sz="900"/>
                <a:t>카카오</a:t>
              </a:r>
              <a:r>
                <a:rPr lang="ko-KR" altLang="en-US" sz="900">
                  <a:solidFill>
                    <a:schemeClr val="tx1">
                      <a:lumMod val="50000"/>
                      <a:lumOff val="50000"/>
                    </a:schemeClr>
                  </a:solidFill>
                </a:rPr>
                <a:t> 계정으로 로그인</a:t>
              </a:r>
              <a:endParaRPr lang="ko-KR" altLang="en-US" sz="900" dirty="0">
                <a:solidFill>
                  <a:schemeClr val="tx1">
                    <a:lumMod val="50000"/>
                    <a:lumOff val="50000"/>
                  </a:schemeClr>
                </a:solidFill>
              </a:endParaRPr>
            </a:p>
          </p:txBody>
        </p:sp>
        <p:sp>
          <p:nvSpPr>
            <p:cNvPr id="27" name="TextBox 26">
              <a:extLst>
                <a:ext uri="{FF2B5EF4-FFF2-40B4-BE49-F238E27FC236}">
                  <a16:creationId xmlns:a16="http://schemas.microsoft.com/office/drawing/2014/main" id="{DA239BDC-A2EE-4917-862E-0C208B7AE728}"/>
                </a:ext>
              </a:extLst>
            </p:cNvPr>
            <p:cNvSpPr txBox="1"/>
            <p:nvPr/>
          </p:nvSpPr>
          <p:spPr>
            <a:xfrm>
              <a:off x="5047882" y="5009641"/>
              <a:ext cx="264816" cy="230832"/>
            </a:xfrm>
            <a:prstGeom prst="rect">
              <a:avLst/>
            </a:prstGeom>
            <a:noFill/>
          </p:spPr>
          <p:txBody>
            <a:bodyPr wrap="none" rtlCol="0">
              <a:spAutoFit/>
            </a:bodyPr>
            <a:lstStyle/>
            <a:p>
              <a:r>
                <a:rPr lang="en-US" altLang="ko-KR" sz="900"/>
                <a:t>&gt;</a:t>
              </a:r>
              <a:endParaRPr lang="ko-KR" altLang="en-US" sz="900" dirty="0"/>
            </a:p>
          </p:txBody>
        </p:sp>
      </p:grpSp>
      <p:grpSp>
        <p:nvGrpSpPr>
          <p:cNvPr id="28" name="그룹 27">
            <a:extLst>
              <a:ext uri="{FF2B5EF4-FFF2-40B4-BE49-F238E27FC236}">
                <a16:creationId xmlns:a16="http://schemas.microsoft.com/office/drawing/2014/main" id="{56CFA59B-6277-4F3D-BEBD-5BEF78EADFA1}"/>
              </a:ext>
            </a:extLst>
          </p:cNvPr>
          <p:cNvGrpSpPr/>
          <p:nvPr userDrawn="1"/>
        </p:nvGrpSpPr>
        <p:grpSpPr>
          <a:xfrm>
            <a:off x="3541595" y="4306416"/>
            <a:ext cx="3093375" cy="360040"/>
            <a:chOff x="2228988" y="5679839"/>
            <a:chExt cx="3093375" cy="360040"/>
          </a:xfrm>
        </p:grpSpPr>
        <p:grpSp>
          <p:nvGrpSpPr>
            <p:cNvPr id="29" name="그룹 28">
              <a:extLst>
                <a:ext uri="{FF2B5EF4-FFF2-40B4-BE49-F238E27FC236}">
                  <a16:creationId xmlns:a16="http://schemas.microsoft.com/office/drawing/2014/main" id="{851C4D96-E9D3-4AA1-A03C-9531D977A8E0}"/>
                </a:ext>
              </a:extLst>
            </p:cNvPr>
            <p:cNvGrpSpPr/>
            <p:nvPr/>
          </p:nvGrpSpPr>
          <p:grpSpPr>
            <a:xfrm>
              <a:off x="2228988" y="5679839"/>
              <a:ext cx="3093375" cy="360040"/>
              <a:chOff x="2226770" y="4941168"/>
              <a:chExt cx="3093375" cy="360040"/>
            </a:xfrm>
          </p:grpSpPr>
          <p:sp>
            <p:nvSpPr>
              <p:cNvPr id="31" name="모서리가 둥근 직사각형 44">
                <a:extLst>
                  <a:ext uri="{FF2B5EF4-FFF2-40B4-BE49-F238E27FC236}">
                    <a16:creationId xmlns:a16="http://schemas.microsoft.com/office/drawing/2014/main" id="{B7F74F50-109D-4648-8464-38E59148E26B}"/>
                  </a:ext>
                </a:extLst>
              </p:cNvPr>
              <p:cNvSpPr/>
              <p:nvPr/>
            </p:nvSpPr>
            <p:spPr>
              <a:xfrm>
                <a:off x="2226770" y="4941168"/>
                <a:ext cx="3093375" cy="36004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2" name="직선 연결선 31">
                <a:extLst>
                  <a:ext uri="{FF2B5EF4-FFF2-40B4-BE49-F238E27FC236}">
                    <a16:creationId xmlns:a16="http://schemas.microsoft.com/office/drawing/2014/main" id="{A0B5660B-47BF-4277-BBB2-3A0534DE37E3}"/>
                  </a:ext>
                </a:extLst>
              </p:cNvPr>
              <p:cNvCxnSpPr/>
              <p:nvPr/>
            </p:nvCxnSpPr>
            <p:spPr>
              <a:xfrm>
                <a:off x="2619471" y="5029802"/>
                <a:ext cx="0" cy="20713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33" name="TextBox 32">
                <a:extLst>
                  <a:ext uri="{FF2B5EF4-FFF2-40B4-BE49-F238E27FC236}">
                    <a16:creationId xmlns:a16="http://schemas.microsoft.com/office/drawing/2014/main" id="{CC8CEE10-A50D-4D73-8F36-5E6C229DF6C9}"/>
                  </a:ext>
                </a:extLst>
              </p:cNvPr>
              <p:cNvSpPr txBox="1"/>
              <p:nvPr/>
            </p:nvSpPr>
            <p:spPr>
              <a:xfrm>
                <a:off x="2632574" y="5005772"/>
                <a:ext cx="1418978" cy="230832"/>
              </a:xfrm>
              <a:prstGeom prst="rect">
                <a:avLst/>
              </a:prstGeom>
              <a:noFill/>
            </p:spPr>
            <p:txBody>
              <a:bodyPr wrap="none" rtlCol="0">
                <a:spAutoFit/>
              </a:bodyPr>
              <a:lstStyle/>
              <a:p>
                <a:r>
                  <a:rPr lang="ko-KR" altLang="en-US" sz="900"/>
                  <a:t>네이버</a:t>
                </a:r>
                <a:r>
                  <a:rPr lang="ko-KR" altLang="en-US" sz="900">
                    <a:solidFill>
                      <a:schemeClr val="tx1">
                        <a:lumMod val="50000"/>
                        <a:lumOff val="50000"/>
                      </a:schemeClr>
                    </a:solidFill>
                  </a:rPr>
                  <a:t> 계정으로 로그인</a:t>
                </a:r>
                <a:endParaRPr lang="ko-KR" altLang="en-US" sz="900" dirty="0">
                  <a:solidFill>
                    <a:schemeClr val="tx1">
                      <a:lumMod val="50000"/>
                      <a:lumOff val="50000"/>
                    </a:schemeClr>
                  </a:solidFill>
                </a:endParaRPr>
              </a:p>
            </p:txBody>
          </p:sp>
          <p:sp>
            <p:nvSpPr>
              <p:cNvPr id="34" name="TextBox 33">
                <a:extLst>
                  <a:ext uri="{FF2B5EF4-FFF2-40B4-BE49-F238E27FC236}">
                    <a16:creationId xmlns:a16="http://schemas.microsoft.com/office/drawing/2014/main" id="{895819C0-1331-4C6D-AE4A-883DA5A9EB4F}"/>
                  </a:ext>
                </a:extLst>
              </p:cNvPr>
              <p:cNvSpPr txBox="1"/>
              <p:nvPr/>
            </p:nvSpPr>
            <p:spPr>
              <a:xfrm>
                <a:off x="5047882" y="5009641"/>
                <a:ext cx="264816" cy="230832"/>
              </a:xfrm>
              <a:prstGeom prst="rect">
                <a:avLst/>
              </a:prstGeom>
              <a:noFill/>
            </p:spPr>
            <p:txBody>
              <a:bodyPr wrap="none" rtlCol="0">
                <a:spAutoFit/>
              </a:bodyPr>
              <a:lstStyle/>
              <a:p>
                <a:r>
                  <a:rPr lang="en-US" altLang="ko-KR" sz="900"/>
                  <a:t>&gt;</a:t>
                </a:r>
                <a:endParaRPr lang="ko-KR" altLang="en-US" sz="900" dirty="0"/>
              </a:p>
            </p:txBody>
          </p:sp>
        </p:grpSp>
        <p:pic>
          <p:nvPicPr>
            <p:cNvPr id="30" name="Picture 3">
              <a:extLst>
                <a:ext uri="{FF2B5EF4-FFF2-40B4-BE49-F238E27FC236}">
                  <a16:creationId xmlns:a16="http://schemas.microsoft.com/office/drawing/2014/main" id="{2CF05DF5-8E1E-4E17-8FBC-59A935F50E6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28275" y="5780792"/>
              <a:ext cx="202276" cy="1769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35" name="그룹 34">
            <a:extLst>
              <a:ext uri="{FF2B5EF4-FFF2-40B4-BE49-F238E27FC236}">
                <a16:creationId xmlns:a16="http://schemas.microsoft.com/office/drawing/2014/main" id="{97D0D370-1AA5-48F4-BED4-E04B716C3AEB}"/>
              </a:ext>
            </a:extLst>
          </p:cNvPr>
          <p:cNvGrpSpPr/>
          <p:nvPr userDrawn="1"/>
        </p:nvGrpSpPr>
        <p:grpSpPr>
          <a:xfrm>
            <a:off x="3541595" y="4719624"/>
            <a:ext cx="3093375" cy="360040"/>
            <a:chOff x="2226770" y="4941168"/>
            <a:chExt cx="3093375" cy="360040"/>
          </a:xfrm>
        </p:grpSpPr>
        <p:sp>
          <p:nvSpPr>
            <p:cNvPr id="36" name="모서리가 둥근 직사각형 58">
              <a:extLst>
                <a:ext uri="{FF2B5EF4-FFF2-40B4-BE49-F238E27FC236}">
                  <a16:creationId xmlns:a16="http://schemas.microsoft.com/office/drawing/2014/main" id="{A6902B81-73EC-44CA-AE8C-F3044D0E971D}"/>
                </a:ext>
              </a:extLst>
            </p:cNvPr>
            <p:cNvSpPr/>
            <p:nvPr/>
          </p:nvSpPr>
          <p:spPr>
            <a:xfrm>
              <a:off x="2226770" y="4941168"/>
              <a:ext cx="3093375" cy="36004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7" name="직선 연결선 36">
              <a:extLst>
                <a:ext uri="{FF2B5EF4-FFF2-40B4-BE49-F238E27FC236}">
                  <a16:creationId xmlns:a16="http://schemas.microsoft.com/office/drawing/2014/main" id="{60318853-E1AD-42D7-A26A-1CE3146F1FBA}"/>
                </a:ext>
              </a:extLst>
            </p:cNvPr>
            <p:cNvCxnSpPr/>
            <p:nvPr/>
          </p:nvCxnSpPr>
          <p:spPr>
            <a:xfrm>
              <a:off x="2619471" y="5029802"/>
              <a:ext cx="0" cy="20713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38" name="TextBox 37">
              <a:extLst>
                <a:ext uri="{FF2B5EF4-FFF2-40B4-BE49-F238E27FC236}">
                  <a16:creationId xmlns:a16="http://schemas.microsoft.com/office/drawing/2014/main" id="{EC72BCD5-DA32-4423-ACF3-FE4FE3A56A15}"/>
                </a:ext>
              </a:extLst>
            </p:cNvPr>
            <p:cNvSpPr txBox="1"/>
            <p:nvPr/>
          </p:nvSpPr>
          <p:spPr>
            <a:xfrm>
              <a:off x="2632574" y="5005772"/>
              <a:ext cx="1303562" cy="230832"/>
            </a:xfrm>
            <a:prstGeom prst="rect">
              <a:avLst/>
            </a:prstGeom>
            <a:noFill/>
          </p:spPr>
          <p:txBody>
            <a:bodyPr wrap="none" rtlCol="0">
              <a:spAutoFit/>
            </a:bodyPr>
            <a:lstStyle/>
            <a:p>
              <a:r>
                <a:rPr lang="ko-KR" altLang="en-US" sz="900" dirty="0" err="1"/>
                <a:t>구글</a:t>
              </a:r>
              <a:r>
                <a:rPr lang="ko-KR" altLang="en-US" sz="900" dirty="0">
                  <a:solidFill>
                    <a:schemeClr val="tx1">
                      <a:lumMod val="50000"/>
                      <a:lumOff val="50000"/>
                    </a:schemeClr>
                  </a:solidFill>
                </a:rPr>
                <a:t> 계정으로 로그인</a:t>
              </a:r>
            </a:p>
          </p:txBody>
        </p:sp>
        <p:sp>
          <p:nvSpPr>
            <p:cNvPr id="39" name="TextBox 38">
              <a:extLst>
                <a:ext uri="{FF2B5EF4-FFF2-40B4-BE49-F238E27FC236}">
                  <a16:creationId xmlns:a16="http://schemas.microsoft.com/office/drawing/2014/main" id="{4DF28A78-C7D0-45FD-85F0-2702E8949D8A}"/>
                </a:ext>
              </a:extLst>
            </p:cNvPr>
            <p:cNvSpPr txBox="1"/>
            <p:nvPr/>
          </p:nvSpPr>
          <p:spPr>
            <a:xfrm>
              <a:off x="5047882" y="5009641"/>
              <a:ext cx="264816" cy="230832"/>
            </a:xfrm>
            <a:prstGeom prst="rect">
              <a:avLst/>
            </a:prstGeom>
            <a:noFill/>
          </p:spPr>
          <p:txBody>
            <a:bodyPr wrap="none" rtlCol="0">
              <a:spAutoFit/>
            </a:bodyPr>
            <a:lstStyle/>
            <a:p>
              <a:r>
                <a:rPr lang="en-US" altLang="ko-KR" sz="900"/>
                <a:t>&gt;</a:t>
              </a:r>
              <a:endParaRPr lang="ko-KR" altLang="en-US" sz="900" dirty="0"/>
            </a:p>
          </p:txBody>
        </p:sp>
      </p:grpSp>
      <p:sp>
        <p:nvSpPr>
          <p:cNvPr id="40" name="직사각형 39">
            <a:extLst>
              <a:ext uri="{FF2B5EF4-FFF2-40B4-BE49-F238E27FC236}">
                <a16:creationId xmlns:a16="http://schemas.microsoft.com/office/drawing/2014/main" id="{C5956686-E6E9-43A5-B47E-B5AF8AB66D85}"/>
              </a:ext>
            </a:extLst>
          </p:cNvPr>
          <p:cNvSpPr/>
          <p:nvPr userDrawn="1"/>
        </p:nvSpPr>
        <p:spPr>
          <a:xfrm>
            <a:off x="3518541" y="1632450"/>
            <a:ext cx="3116430" cy="276999"/>
          </a:xfrm>
          <a:prstGeom prst="rect">
            <a:avLst/>
          </a:prstGeom>
        </p:spPr>
        <p:txBody>
          <a:bodyPr wrap="square">
            <a:spAutoFit/>
          </a:bodyPr>
          <a:lstStyle/>
          <a:p>
            <a:pPr algn="ctr"/>
            <a:r>
              <a:rPr lang="ko-KR" altLang="en-US" sz="1200" b="1" dirty="0"/>
              <a:t>로그인</a:t>
            </a:r>
          </a:p>
        </p:txBody>
      </p:sp>
      <p:pic>
        <p:nvPicPr>
          <p:cNvPr id="41" name="그림 40">
            <a:extLst>
              <a:ext uri="{FF2B5EF4-FFF2-40B4-BE49-F238E27FC236}">
                <a16:creationId xmlns:a16="http://schemas.microsoft.com/office/drawing/2014/main" id="{15E6F3D9-CB81-43D9-9890-A3E217920413}"/>
              </a:ext>
            </a:extLst>
          </p:cNvPr>
          <p:cNvPicPr>
            <a:picLocks noChangeAspect="1"/>
          </p:cNvPicPr>
          <p:nvPr userDrawn="1"/>
        </p:nvPicPr>
        <p:blipFill>
          <a:blip r:embed="rId4"/>
          <a:stretch>
            <a:fillRect/>
          </a:stretch>
        </p:blipFill>
        <p:spPr>
          <a:xfrm>
            <a:off x="3657859" y="4813045"/>
            <a:ext cx="173277" cy="169339"/>
          </a:xfrm>
          <a:prstGeom prst="rect">
            <a:avLst/>
          </a:prstGeom>
        </p:spPr>
      </p:pic>
      <p:sp>
        <p:nvSpPr>
          <p:cNvPr id="44" name="직사각형 43">
            <a:extLst>
              <a:ext uri="{FF2B5EF4-FFF2-40B4-BE49-F238E27FC236}">
                <a16:creationId xmlns:a16="http://schemas.microsoft.com/office/drawing/2014/main" id="{20297B4D-CAF4-4888-B84B-EDFFB67B72E0}"/>
              </a:ext>
            </a:extLst>
          </p:cNvPr>
          <p:cNvSpPr/>
          <p:nvPr userDrawn="1"/>
        </p:nvSpPr>
        <p:spPr>
          <a:xfrm>
            <a:off x="5110132" y="5288248"/>
            <a:ext cx="1522620" cy="216024"/>
          </a:xfrm>
          <a:prstGeom prst="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75000"/>
                    <a:lumOff val="25000"/>
                  </a:schemeClr>
                </a:solidFill>
              </a:rPr>
              <a:t>비회원 구매조회</a:t>
            </a:r>
            <a:endParaRPr lang="ko-KR" altLang="en-US" sz="900" dirty="0">
              <a:solidFill>
                <a:schemeClr val="tx1">
                  <a:lumMod val="75000"/>
                  <a:lumOff val="25000"/>
                </a:schemeClr>
              </a:solidFill>
            </a:endParaRPr>
          </a:p>
        </p:txBody>
      </p:sp>
      <p:sp>
        <p:nvSpPr>
          <p:cNvPr id="42" name="직사각형 41">
            <a:extLst>
              <a:ext uri="{FF2B5EF4-FFF2-40B4-BE49-F238E27FC236}">
                <a16:creationId xmlns:a16="http://schemas.microsoft.com/office/drawing/2014/main" id="{35AAFCA0-288A-4291-BAE4-E30F9571AAC0}"/>
              </a:ext>
            </a:extLst>
          </p:cNvPr>
          <p:cNvSpPr/>
          <p:nvPr userDrawn="1"/>
        </p:nvSpPr>
        <p:spPr>
          <a:xfrm>
            <a:off x="8220504" y="202394"/>
            <a:ext cx="1819729" cy="253211"/>
          </a:xfrm>
          <a:prstGeom prst="rect">
            <a:avLst/>
          </a:prstGeom>
        </p:spPr>
        <p:txBody>
          <a:bodyPr wrap="none">
            <a:spAutoFit/>
          </a:bodyPr>
          <a:lstStyle/>
          <a:p>
            <a:pPr algn="r">
              <a:lnSpc>
                <a:spcPct val="150000"/>
              </a:lnSpc>
            </a:pPr>
            <a:r>
              <a:rPr lang="ko-KR" altLang="en-US" sz="800" dirty="0">
                <a:latin typeface="+mj-ea"/>
                <a:ea typeface="+mj-ea"/>
              </a:rPr>
              <a:t>채널관리자</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로그인 </a:t>
            </a:r>
            <a:r>
              <a:rPr lang="en-US" altLang="ko-KR" sz="800" dirty="0">
                <a:latin typeface="+mj-ea"/>
                <a:ea typeface="+mj-ea"/>
              </a:rPr>
              <a:t> </a:t>
            </a:r>
            <a:r>
              <a:rPr lang="en-US" altLang="ko-KR" sz="800" dirty="0">
                <a:solidFill>
                  <a:schemeClr val="bg1">
                    <a:lumMod val="75000"/>
                  </a:schemeClr>
                </a:solidFill>
                <a:latin typeface="+mj-ea"/>
                <a:ea typeface="+mj-ea"/>
              </a:rPr>
              <a:t>|</a:t>
            </a:r>
            <a:r>
              <a:rPr lang="en-US" altLang="ko-KR" sz="800" dirty="0">
                <a:latin typeface="+mj-ea"/>
                <a:ea typeface="+mj-ea"/>
              </a:rPr>
              <a:t>  </a:t>
            </a:r>
            <a:r>
              <a:rPr lang="ko-KR" altLang="en-US" sz="800" dirty="0">
                <a:latin typeface="+mj-ea"/>
                <a:ea typeface="+mj-ea"/>
              </a:rPr>
              <a:t>회원가입</a:t>
            </a:r>
          </a:p>
        </p:txBody>
      </p:sp>
    </p:spTree>
    <p:extLst>
      <p:ext uri="{BB962C8B-B14F-4D97-AF65-F5344CB8AC3E}">
        <p14:creationId xmlns:p14="http://schemas.microsoft.com/office/powerpoint/2010/main" val="2839234548"/>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마이페이지 대시보드">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D445303E-EFAA-4443-ABEF-9EADCF1C8C35}"/>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50A39C30-325E-4771-959E-BC47E4B0760B}"/>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B446C593-07D3-4B08-927E-5FA5036BFE12}"/>
              </a:ext>
            </a:extLst>
          </p:cNvPr>
          <p:cNvSpPr/>
          <p:nvPr userDrawn="1"/>
        </p:nvSpPr>
        <p:spPr>
          <a:xfrm>
            <a:off x="41208" y="34272"/>
            <a:ext cx="10071693" cy="39509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a:extLst>
              <a:ext uri="{FF2B5EF4-FFF2-40B4-BE49-F238E27FC236}">
                <a16:creationId xmlns:a16="http://schemas.microsoft.com/office/drawing/2014/main" id="{BC55A6F6-168C-4AAE-9E73-BE6C35C844A4}"/>
              </a:ext>
            </a:extLst>
          </p:cNvPr>
          <p:cNvGrpSpPr/>
          <p:nvPr userDrawn="1"/>
        </p:nvGrpSpPr>
        <p:grpSpPr>
          <a:xfrm>
            <a:off x="118741" y="94475"/>
            <a:ext cx="1148071" cy="273280"/>
            <a:chOff x="2843808" y="1955121"/>
            <a:chExt cx="1674813" cy="596970"/>
          </a:xfrm>
          <a:solidFill>
            <a:schemeClr val="bg1">
              <a:lumMod val="95000"/>
            </a:schemeClr>
          </a:solidFill>
        </p:grpSpPr>
        <p:sp>
          <p:nvSpPr>
            <p:cNvPr id="7" name="Border">
              <a:extLst>
                <a:ext uri="{FF2B5EF4-FFF2-40B4-BE49-F238E27FC236}">
                  <a16:creationId xmlns:a16="http://schemas.microsoft.com/office/drawing/2014/main" id="{DECCDF17-0E6A-41AC-A5DF-4CF9847E3BFD}"/>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DE59B60A-B90F-414F-A3D0-387F51F573EF}"/>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5C7408C3-886E-477E-AEF5-BEFDB44474E7}"/>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TextBox 9">
              <a:extLst>
                <a:ext uri="{FF2B5EF4-FFF2-40B4-BE49-F238E27FC236}">
                  <a16:creationId xmlns:a16="http://schemas.microsoft.com/office/drawing/2014/main" id="{78F564A0-DF22-4DAC-9329-258839F90BAF}"/>
                </a:ext>
              </a:extLst>
            </p:cNvPr>
            <p:cNvSpPr txBox="1"/>
            <p:nvPr/>
          </p:nvSpPr>
          <p:spPr>
            <a:xfrm>
              <a:off x="3335780" y="2018289"/>
              <a:ext cx="690867" cy="470629"/>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2" name="직사각형 11">
            <a:extLst>
              <a:ext uri="{FF2B5EF4-FFF2-40B4-BE49-F238E27FC236}">
                <a16:creationId xmlns:a16="http://schemas.microsoft.com/office/drawing/2014/main" id="{BECACA91-4C02-44EB-ADA1-929AED91BC31}"/>
              </a:ext>
            </a:extLst>
          </p:cNvPr>
          <p:cNvSpPr/>
          <p:nvPr userDrawn="1"/>
        </p:nvSpPr>
        <p:spPr>
          <a:xfrm>
            <a:off x="5822950" y="104509"/>
            <a:ext cx="3017529" cy="253211"/>
          </a:xfrm>
          <a:prstGeom prst="rect">
            <a:avLst/>
          </a:prstGeom>
        </p:spPr>
        <p:txBody>
          <a:bodyPr wrap="square">
            <a:spAutoFit/>
          </a:bodyPr>
          <a:lstStyle/>
          <a:p>
            <a:pPr algn="r">
              <a:lnSpc>
                <a:spcPct val="150000"/>
              </a:lnSpc>
            </a:pPr>
            <a:r>
              <a:rPr lang="ko-KR" altLang="en-US" sz="800" b="0" dirty="0">
                <a:latin typeface="+mj-ea"/>
                <a:ea typeface="+mj-ea"/>
              </a:rPr>
              <a:t>채널관리자  </a:t>
            </a:r>
            <a:r>
              <a:rPr lang="en-US" altLang="ko-KR" sz="800" b="0" dirty="0">
                <a:latin typeface="+mj-ea"/>
                <a:ea typeface="+mj-ea"/>
              </a:rPr>
              <a:t>  </a:t>
            </a:r>
            <a:r>
              <a:rPr lang="en-US" altLang="ko-KR" sz="800" dirty="0">
                <a:solidFill>
                  <a:schemeClr val="bg1">
                    <a:lumMod val="75000"/>
                  </a:schemeClr>
                </a:solidFill>
                <a:latin typeface="+mj-ea"/>
                <a:ea typeface="+mj-ea"/>
              </a:rPr>
              <a:t>|   </a:t>
            </a:r>
            <a:r>
              <a:rPr lang="ko-KR" altLang="en-US" sz="800" b="0" dirty="0" err="1">
                <a:latin typeface="+mj-ea"/>
                <a:ea typeface="+mj-ea"/>
              </a:rPr>
              <a:t>회원명</a:t>
            </a:r>
            <a:r>
              <a:rPr lang="ko-KR" altLang="en-US" sz="800" b="0" dirty="0">
                <a:latin typeface="+mj-ea"/>
                <a:ea typeface="+mj-ea"/>
              </a:rPr>
              <a:t>  </a:t>
            </a:r>
            <a:r>
              <a:rPr lang="en-US" altLang="ko-KR" sz="800" b="0" dirty="0">
                <a:latin typeface="+mj-ea"/>
                <a:ea typeface="+mj-ea"/>
              </a:rPr>
              <a:t>  </a:t>
            </a:r>
            <a:r>
              <a:rPr lang="en-US" altLang="ko-KR" sz="800" dirty="0">
                <a:solidFill>
                  <a:schemeClr val="bg1">
                    <a:lumMod val="75000"/>
                  </a:schemeClr>
                </a:solidFill>
                <a:latin typeface="+mj-ea"/>
                <a:ea typeface="+mj-ea"/>
              </a:rPr>
              <a:t>|  </a:t>
            </a:r>
            <a:r>
              <a:rPr lang="ko-KR" altLang="en-US" sz="800" dirty="0">
                <a:latin typeface="+mj-ea"/>
                <a:ea typeface="+mj-ea"/>
              </a:rPr>
              <a:t>총 포인트 </a:t>
            </a:r>
            <a:r>
              <a:rPr lang="en-US" altLang="ko-KR" sz="800" dirty="0">
                <a:latin typeface="+mj-ea"/>
                <a:ea typeface="+mj-ea"/>
              </a:rPr>
              <a:t>( 00 )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sp>
        <p:nvSpPr>
          <p:cNvPr id="15" name="사각형: 둥근 모서리 14">
            <a:extLst>
              <a:ext uri="{FF2B5EF4-FFF2-40B4-BE49-F238E27FC236}">
                <a16:creationId xmlns:a16="http://schemas.microsoft.com/office/drawing/2014/main" id="{ED8EEC5C-9926-4AF9-BE83-EFDA3B3643F8}"/>
              </a:ext>
            </a:extLst>
          </p:cNvPr>
          <p:cNvSpPr/>
          <p:nvPr userDrawn="1"/>
        </p:nvSpPr>
        <p:spPr>
          <a:xfrm>
            <a:off x="118741" y="527575"/>
            <a:ext cx="1148071" cy="2478003"/>
          </a:xfrm>
          <a:prstGeom prst="roundRect">
            <a:avLst>
              <a:gd name="adj" fmla="val 4472"/>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l">
              <a:lnSpc>
                <a:spcPct val="150000"/>
              </a:lnSpc>
            </a:pPr>
            <a:r>
              <a:rPr lang="ko-KR" altLang="en-US" sz="800" dirty="0">
                <a:solidFill>
                  <a:schemeClr val="tx1"/>
                </a:solidFill>
              </a:rPr>
              <a:t>○ 주문 목록</a:t>
            </a:r>
            <a:endParaRPr lang="en-US" altLang="ko-KR" sz="800" dirty="0">
              <a:solidFill>
                <a:schemeClr val="tx1"/>
              </a:solidFill>
            </a:endParaRPr>
          </a:p>
          <a:p>
            <a:pPr algn="l">
              <a:lnSpc>
                <a:spcPct val="150000"/>
              </a:lnSpc>
            </a:pPr>
            <a:r>
              <a:rPr lang="en-US" altLang="ko-KR" sz="700" dirty="0">
                <a:solidFill>
                  <a:schemeClr val="tx1"/>
                </a:solidFill>
              </a:rPr>
              <a:t>   - </a:t>
            </a:r>
            <a:r>
              <a:rPr lang="ko-KR" altLang="en-US" sz="700" dirty="0">
                <a:solidFill>
                  <a:schemeClr val="tx1"/>
                </a:solidFill>
              </a:rPr>
              <a:t>결제 완료 </a:t>
            </a:r>
            <a:r>
              <a:rPr lang="en-US" altLang="ko-KR" sz="700" dirty="0">
                <a:solidFill>
                  <a:schemeClr val="tx1"/>
                </a:solidFill>
              </a:rPr>
              <a:t>(5)</a:t>
            </a:r>
          </a:p>
          <a:p>
            <a:pPr algn="l">
              <a:lnSpc>
                <a:spcPct val="150000"/>
              </a:lnSpc>
            </a:pPr>
            <a:r>
              <a:rPr lang="en-US" altLang="ko-KR" sz="700" dirty="0">
                <a:solidFill>
                  <a:schemeClr val="tx1"/>
                </a:solidFill>
              </a:rPr>
              <a:t>   - </a:t>
            </a:r>
            <a:r>
              <a:rPr lang="ko-KR" altLang="en-US" sz="700" dirty="0">
                <a:solidFill>
                  <a:schemeClr val="tx1"/>
                </a:solidFill>
              </a:rPr>
              <a:t>배송 대기 중 </a:t>
            </a:r>
            <a:r>
              <a:rPr lang="en-US" altLang="ko-KR" sz="700" dirty="0">
                <a:solidFill>
                  <a:schemeClr val="tx1"/>
                </a:solidFill>
              </a:rPr>
              <a:t>(1)</a:t>
            </a:r>
          </a:p>
          <a:p>
            <a:pPr algn="l">
              <a:lnSpc>
                <a:spcPct val="150000"/>
              </a:lnSpc>
            </a:pPr>
            <a:r>
              <a:rPr lang="en-US" altLang="ko-KR" sz="700" dirty="0">
                <a:solidFill>
                  <a:schemeClr val="tx1"/>
                </a:solidFill>
              </a:rPr>
              <a:t>   - </a:t>
            </a:r>
            <a:r>
              <a:rPr lang="ko-KR" altLang="en-US" sz="700" dirty="0">
                <a:solidFill>
                  <a:schemeClr val="tx1"/>
                </a:solidFill>
              </a:rPr>
              <a:t>배송 중 </a:t>
            </a:r>
            <a:r>
              <a:rPr lang="en-US" altLang="ko-KR" sz="7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구매확정 </a:t>
            </a:r>
            <a:r>
              <a:rPr lang="en-US" altLang="ko-KR" sz="700" dirty="0">
                <a:solidFill>
                  <a:schemeClr val="tx1"/>
                </a:solidFill>
              </a:rPr>
              <a:t>(5)</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취소 목록 </a:t>
            </a:r>
            <a:r>
              <a:rPr lang="en-US" altLang="ko-KR" sz="8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취소 요청 </a:t>
            </a:r>
            <a:r>
              <a:rPr lang="en-US" altLang="ko-KR" sz="7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취소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반품 목록</a:t>
            </a:r>
            <a:endParaRPr lang="en-US" altLang="ko-KR" sz="800" dirty="0">
              <a:solidFill>
                <a:schemeClr val="tx1"/>
              </a:solidFill>
            </a:endParaRP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반품 신청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반품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교환 목록</a:t>
            </a:r>
            <a:endParaRPr lang="en-US" altLang="ko-KR" sz="800" dirty="0">
              <a:solidFill>
                <a:schemeClr val="tx1"/>
              </a:solidFill>
            </a:endParaRP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교환 신청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교환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dirty="0">
              <a:solidFill>
                <a:schemeClr val="tx1"/>
              </a:solidFill>
            </a:endParaRPr>
          </a:p>
          <a:p>
            <a:pPr algn="l">
              <a:lnSpc>
                <a:spcPct val="150000"/>
              </a:lnSpc>
            </a:pPr>
            <a:endParaRPr lang="en-US" altLang="ko-KR" sz="700" dirty="0">
              <a:solidFill>
                <a:schemeClr val="tx1"/>
              </a:solidFill>
            </a:endParaRPr>
          </a:p>
          <a:p>
            <a:pPr algn="l">
              <a:lnSpc>
                <a:spcPct val="150000"/>
              </a:lnSpc>
            </a:pPr>
            <a:endParaRPr lang="en-US" altLang="ko-KR" sz="700" dirty="0">
              <a:solidFill>
                <a:schemeClr val="tx1"/>
              </a:solidFill>
            </a:endParaRPr>
          </a:p>
        </p:txBody>
      </p:sp>
      <p:sp>
        <p:nvSpPr>
          <p:cNvPr id="16" name="사각형: 둥근 모서리 15">
            <a:extLst>
              <a:ext uri="{FF2B5EF4-FFF2-40B4-BE49-F238E27FC236}">
                <a16:creationId xmlns:a16="http://schemas.microsoft.com/office/drawing/2014/main" id="{C509662B-B900-447E-BD89-E06301F89A75}"/>
              </a:ext>
            </a:extLst>
          </p:cNvPr>
          <p:cNvSpPr/>
          <p:nvPr userDrawn="1"/>
        </p:nvSpPr>
        <p:spPr>
          <a:xfrm>
            <a:off x="1475329" y="141986"/>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23" name="웃는 얼굴 22">
            <a:extLst>
              <a:ext uri="{FF2B5EF4-FFF2-40B4-BE49-F238E27FC236}">
                <a16:creationId xmlns:a16="http://schemas.microsoft.com/office/drawing/2014/main" id="{039C0CC5-AB1B-43A7-A241-0043528B0EC6}"/>
              </a:ext>
            </a:extLst>
          </p:cNvPr>
          <p:cNvSpPr/>
          <p:nvPr userDrawn="1"/>
        </p:nvSpPr>
        <p:spPr>
          <a:xfrm>
            <a:off x="1528390" y="178856"/>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 name="사각형: 둥근 모서리 28">
            <a:extLst>
              <a:ext uri="{FF2B5EF4-FFF2-40B4-BE49-F238E27FC236}">
                <a16:creationId xmlns:a16="http://schemas.microsoft.com/office/drawing/2014/main" id="{FB14C226-FB47-4E52-8996-FA1E19D6DAD5}"/>
              </a:ext>
            </a:extLst>
          </p:cNvPr>
          <p:cNvSpPr/>
          <p:nvPr/>
        </p:nvSpPr>
        <p:spPr>
          <a:xfrm>
            <a:off x="1442923" y="527576"/>
            <a:ext cx="7441452" cy="732442"/>
          </a:xfrm>
          <a:prstGeom prst="roundRect">
            <a:avLst>
              <a:gd name="adj" fmla="val 3328"/>
            </a:avLst>
          </a:prstGeom>
          <a:solidFill>
            <a:srgbClr val="4B525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0" name="타원 29">
            <a:extLst>
              <a:ext uri="{FF2B5EF4-FFF2-40B4-BE49-F238E27FC236}">
                <a16:creationId xmlns:a16="http://schemas.microsoft.com/office/drawing/2014/main" id="{956339D9-7990-4665-98CF-41D738794324}"/>
              </a:ext>
            </a:extLst>
          </p:cNvPr>
          <p:cNvSpPr/>
          <p:nvPr/>
        </p:nvSpPr>
        <p:spPr>
          <a:xfrm>
            <a:off x="1544656" y="667810"/>
            <a:ext cx="452430" cy="446277"/>
          </a:xfrm>
          <a:prstGeom prst="ellipse">
            <a:avLst/>
          </a:prstGeom>
          <a:solidFill>
            <a:schemeClr val="accent1">
              <a:lumMod val="20000"/>
              <a:lumOff val="80000"/>
            </a:schemeClr>
          </a:solidFill>
          <a:ln>
            <a:solidFill>
              <a:srgbClr val="4B52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31" name="TextBox 30">
            <a:extLst>
              <a:ext uri="{FF2B5EF4-FFF2-40B4-BE49-F238E27FC236}">
                <a16:creationId xmlns:a16="http://schemas.microsoft.com/office/drawing/2014/main" id="{B8BD5BDD-D49B-462E-B9E4-666819DA674B}"/>
              </a:ext>
            </a:extLst>
          </p:cNvPr>
          <p:cNvSpPr txBox="1"/>
          <p:nvPr/>
        </p:nvSpPr>
        <p:spPr>
          <a:xfrm>
            <a:off x="1956785" y="670884"/>
            <a:ext cx="569387" cy="446276"/>
          </a:xfrm>
          <a:prstGeom prst="rect">
            <a:avLst/>
          </a:prstGeom>
          <a:noFill/>
        </p:spPr>
        <p:txBody>
          <a:bodyPr wrap="none" rtlCol="0" anchor="ctr" anchorCtr="0">
            <a:spAutoFit/>
          </a:bodyPr>
          <a:lstStyle/>
          <a:p>
            <a:r>
              <a:rPr lang="ko-KR" altLang="en-US" sz="700" b="1" dirty="0">
                <a:solidFill>
                  <a:schemeClr val="bg1"/>
                </a:solidFill>
              </a:rPr>
              <a:t>전체</a:t>
            </a:r>
            <a:endParaRPr lang="en-US" altLang="ko-KR" sz="700" b="1" dirty="0">
              <a:solidFill>
                <a:schemeClr val="bg1"/>
              </a:solidFill>
            </a:endParaRPr>
          </a:p>
          <a:p>
            <a:r>
              <a:rPr lang="en-US" altLang="ko-KR" sz="1600" b="1" dirty="0">
                <a:solidFill>
                  <a:schemeClr val="bg1"/>
                </a:solidFill>
              </a:rPr>
              <a:t>16</a:t>
            </a:r>
            <a:r>
              <a:rPr lang="en-US" altLang="ko-KR" sz="1000" b="1" dirty="0">
                <a:solidFill>
                  <a:schemeClr val="bg1"/>
                </a:solidFill>
              </a:rPr>
              <a:t> </a:t>
            </a:r>
            <a:r>
              <a:rPr lang="ko-KR" altLang="en-US" sz="800" b="1" dirty="0">
                <a:solidFill>
                  <a:schemeClr val="bg1"/>
                </a:solidFill>
              </a:rPr>
              <a:t>건</a:t>
            </a:r>
          </a:p>
        </p:txBody>
      </p:sp>
      <p:sp>
        <p:nvSpPr>
          <p:cNvPr id="32" name="타원 31">
            <a:extLst>
              <a:ext uri="{FF2B5EF4-FFF2-40B4-BE49-F238E27FC236}">
                <a16:creationId xmlns:a16="http://schemas.microsoft.com/office/drawing/2014/main" id="{A8F5A232-EED8-4FBF-88C1-F7625C018AFF}"/>
              </a:ext>
            </a:extLst>
          </p:cNvPr>
          <p:cNvSpPr/>
          <p:nvPr/>
        </p:nvSpPr>
        <p:spPr>
          <a:xfrm>
            <a:off x="2584582" y="667810"/>
            <a:ext cx="452430" cy="446277"/>
          </a:xfrm>
          <a:prstGeom prst="ellipse">
            <a:avLst/>
          </a:prstGeom>
          <a:solidFill>
            <a:schemeClr val="accent1">
              <a:lumMod val="20000"/>
              <a:lumOff val="80000"/>
            </a:schemeClr>
          </a:solidFill>
          <a:ln>
            <a:solidFill>
              <a:srgbClr val="4B52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33" name="TextBox 32">
            <a:extLst>
              <a:ext uri="{FF2B5EF4-FFF2-40B4-BE49-F238E27FC236}">
                <a16:creationId xmlns:a16="http://schemas.microsoft.com/office/drawing/2014/main" id="{2E436AF1-9F09-4809-8E23-C4B35150380A}"/>
              </a:ext>
            </a:extLst>
          </p:cNvPr>
          <p:cNvSpPr txBox="1"/>
          <p:nvPr/>
        </p:nvSpPr>
        <p:spPr>
          <a:xfrm>
            <a:off x="2996711" y="670884"/>
            <a:ext cx="543739" cy="446276"/>
          </a:xfrm>
          <a:prstGeom prst="rect">
            <a:avLst/>
          </a:prstGeom>
          <a:noFill/>
        </p:spPr>
        <p:txBody>
          <a:bodyPr wrap="none" rtlCol="0" anchor="ctr" anchorCtr="0">
            <a:spAutoFit/>
          </a:bodyPr>
          <a:lstStyle/>
          <a:p>
            <a:r>
              <a:rPr lang="ko-KR" altLang="en-US" sz="700" b="1" dirty="0">
                <a:solidFill>
                  <a:schemeClr val="bg1"/>
                </a:solidFill>
              </a:rPr>
              <a:t>결제완료</a:t>
            </a:r>
            <a:endParaRPr lang="en-US" altLang="ko-KR" sz="700" b="1" dirty="0">
              <a:solidFill>
                <a:schemeClr val="bg1"/>
              </a:solidFill>
            </a:endParaRPr>
          </a:p>
          <a:p>
            <a:r>
              <a:rPr lang="en-US" altLang="ko-KR" sz="1600" b="1" dirty="0">
                <a:solidFill>
                  <a:schemeClr val="bg1"/>
                </a:solidFill>
              </a:rPr>
              <a:t>5</a:t>
            </a:r>
            <a:r>
              <a:rPr lang="en-US" altLang="ko-KR" sz="1000" b="1" dirty="0">
                <a:solidFill>
                  <a:schemeClr val="bg1"/>
                </a:solidFill>
              </a:rPr>
              <a:t> </a:t>
            </a:r>
            <a:r>
              <a:rPr lang="ko-KR" altLang="en-US" sz="800" b="1" dirty="0">
                <a:solidFill>
                  <a:schemeClr val="bg1"/>
                </a:solidFill>
              </a:rPr>
              <a:t>건</a:t>
            </a:r>
          </a:p>
        </p:txBody>
      </p:sp>
      <p:sp>
        <p:nvSpPr>
          <p:cNvPr id="34" name="타원 33">
            <a:extLst>
              <a:ext uri="{FF2B5EF4-FFF2-40B4-BE49-F238E27FC236}">
                <a16:creationId xmlns:a16="http://schemas.microsoft.com/office/drawing/2014/main" id="{7C6C4B36-1850-4849-BCC1-EBEC3EAB5D2C}"/>
              </a:ext>
            </a:extLst>
          </p:cNvPr>
          <p:cNvSpPr/>
          <p:nvPr/>
        </p:nvSpPr>
        <p:spPr>
          <a:xfrm>
            <a:off x="3602032" y="667810"/>
            <a:ext cx="452430" cy="446277"/>
          </a:xfrm>
          <a:prstGeom prst="ellipse">
            <a:avLst/>
          </a:prstGeom>
          <a:solidFill>
            <a:schemeClr val="accent1">
              <a:lumMod val="20000"/>
              <a:lumOff val="80000"/>
            </a:schemeClr>
          </a:solidFill>
          <a:ln>
            <a:solidFill>
              <a:srgbClr val="4B52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35" name="TextBox 34">
            <a:extLst>
              <a:ext uri="{FF2B5EF4-FFF2-40B4-BE49-F238E27FC236}">
                <a16:creationId xmlns:a16="http://schemas.microsoft.com/office/drawing/2014/main" id="{37468262-5423-4479-9380-44E06F7F7A34}"/>
              </a:ext>
            </a:extLst>
          </p:cNvPr>
          <p:cNvSpPr txBox="1"/>
          <p:nvPr/>
        </p:nvSpPr>
        <p:spPr>
          <a:xfrm>
            <a:off x="4014161" y="670884"/>
            <a:ext cx="633507" cy="446276"/>
          </a:xfrm>
          <a:prstGeom prst="rect">
            <a:avLst/>
          </a:prstGeom>
          <a:noFill/>
        </p:spPr>
        <p:txBody>
          <a:bodyPr wrap="none" rtlCol="0" anchor="ctr" anchorCtr="0">
            <a:spAutoFit/>
          </a:bodyPr>
          <a:lstStyle/>
          <a:p>
            <a:r>
              <a:rPr lang="ko-KR" altLang="en-US" sz="700" b="1" dirty="0" err="1">
                <a:solidFill>
                  <a:schemeClr val="bg1"/>
                </a:solidFill>
              </a:rPr>
              <a:t>배송대기중</a:t>
            </a:r>
            <a:endParaRPr lang="en-US" altLang="ko-KR" sz="700" b="1" dirty="0">
              <a:solidFill>
                <a:schemeClr val="bg1"/>
              </a:solidFill>
            </a:endParaRPr>
          </a:p>
          <a:p>
            <a:r>
              <a:rPr lang="en-US" altLang="ko-KR" sz="1600" b="1" dirty="0">
                <a:solidFill>
                  <a:schemeClr val="bg1"/>
                </a:solidFill>
              </a:rPr>
              <a:t>1</a:t>
            </a:r>
            <a:r>
              <a:rPr lang="en-US" altLang="ko-KR" sz="1000" b="1" dirty="0">
                <a:solidFill>
                  <a:schemeClr val="bg1"/>
                </a:solidFill>
              </a:rPr>
              <a:t> </a:t>
            </a:r>
            <a:r>
              <a:rPr lang="ko-KR" altLang="en-US" sz="800" b="1" dirty="0">
                <a:solidFill>
                  <a:schemeClr val="bg1"/>
                </a:solidFill>
              </a:rPr>
              <a:t>건</a:t>
            </a:r>
          </a:p>
        </p:txBody>
      </p:sp>
      <p:sp>
        <p:nvSpPr>
          <p:cNvPr id="36" name="타원 35">
            <a:extLst>
              <a:ext uri="{FF2B5EF4-FFF2-40B4-BE49-F238E27FC236}">
                <a16:creationId xmlns:a16="http://schemas.microsoft.com/office/drawing/2014/main" id="{105B1FF8-40C6-4985-8B25-A6529FB29B34}"/>
              </a:ext>
            </a:extLst>
          </p:cNvPr>
          <p:cNvSpPr/>
          <p:nvPr/>
        </p:nvSpPr>
        <p:spPr>
          <a:xfrm>
            <a:off x="4707590" y="661459"/>
            <a:ext cx="452430" cy="446277"/>
          </a:xfrm>
          <a:prstGeom prst="ellipse">
            <a:avLst/>
          </a:prstGeom>
          <a:solidFill>
            <a:schemeClr val="accent1">
              <a:lumMod val="20000"/>
              <a:lumOff val="80000"/>
            </a:schemeClr>
          </a:solidFill>
          <a:ln>
            <a:solidFill>
              <a:srgbClr val="4B52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37" name="TextBox 36">
            <a:extLst>
              <a:ext uri="{FF2B5EF4-FFF2-40B4-BE49-F238E27FC236}">
                <a16:creationId xmlns:a16="http://schemas.microsoft.com/office/drawing/2014/main" id="{DCB9D022-875E-4AD4-A60E-B3A9455DF70D}"/>
              </a:ext>
            </a:extLst>
          </p:cNvPr>
          <p:cNvSpPr txBox="1"/>
          <p:nvPr/>
        </p:nvSpPr>
        <p:spPr>
          <a:xfrm>
            <a:off x="5119719" y="664533"/>
            <a:ext cx="453970" cy="446276"/>
          </a:xfrm>
          <a:prstGeom prst="rect">
            <a:avLst/>
          </a:prstGeom>
          <a:noFill/>
        </p:spPr>
        <p:txBody>
          <a:bodyPr wrap="none" rtlCol="0" anchor="ctr" anchorCtr="0">
            <a:spAutoFit/>
          </a:bodyPr>
          <a:lstStyle/>
          <a:p>
            <a:r>
              <a:rPr lang="ko-KR" altLang="en-US" sz="700" b="1" dirty="0" err="1">
                <a:solidFill>
                  <a:schemeClr val="bg1"/>
                </a:solidFill>
              </a:rPr>
              <a:t>배송중</a:t>
            </a:r>
            <a:endParaRPr lang="en-US" altLang="ko-KR" sz="700" b="1" dirty="0">
              <a:solidFill>
                <a:schemeClr val="bg1"/>
              </a:solidFill>
            </a:endParaRPr>
          </a:p>
          <a:p>
            <a:r>
              <a:rPr lang="en-US" altLang="ko-KR" sz="1600" b="1" dirty="0">
                <a:solidFill>
                  <a:schemeClr val="bg1"/>
                </a:solidFill>
              </a:rPr>
              <a:t>0</a:t>
            </a:r>
            <a:r>
              <a:rPr lang="en-US" altLang="ko-KR" sz="1000" b="1" dirty="0">
                <a:solidFill>
                  <a:schemeClr val="bg1"/>
                </a:solidFill>
              </a:rPr>
              <a:t> </a:t>
            </a:r>
            <a:r>
              <a:rPr lang="ko-KR" altLang="en-US" sz="800" b="1" dirty="0">
                <a:solidFill>
                  <a:schemeClr val="bg1"/>
                </a:solidFill>
              </a:rPr>
              <a:t>건</a:t>
            </a:r>
          </a:p>
        </p:txBody>
      </p:sp>
      <p:sp>
        <p:nvSpPr>
          <p:cNvPr id="38" name="타원 37">
            <a:extLst>
              <a:ext uri="{FF2B5EF4-FFF2-40B4-BE49-F238E27FC236}">
                <a16:creationId xmlns:a16="http://schemas.microsoft.com/office/drawing/2014/main" id="{07B7203B-0923-48C6-8E03-8DBEBC80BE23}"/>
              </a:ext>
            </a:extLst>
          </p:cNvPr>
          <p:cNvSpPr/>
          <p:nvPr/>
        </p:nvSpPr>
        <p:spPr>
          <a:xfrm>
            <a:off x="5660833" y="661459"/>
            <a:ext cx="452430" cy="446277"/>
          </a:xfrm>
          <a:prstGeom prst="ellipse">
            <a:avLst/>
          </a:prstGeom>
          <a:solidFill>
            <a:schemeClr val="accent1">
              <a:lumMod val="20000"/>
              <a:lumOff val="80000"/>
            </a:schemeClr>
          </a:solidFill>
          <a:ln>
            <a:solidFill>
              <a:srgbClr val="4B52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39" name="TextBox 38">
            <a:extLst>
              <a:ext uri="{FF2B5EF4-FFF2-40B4-BE49-F238E27FC236}">
                <a16:creationId xmlns:a16="http://schemas.microsoft.com/office/drawing/2014/main" id="{68D3EA2B-B289-419C-A18A-D583B4704D80}"/>
              </a:ext>
            </a:extLst>
          </p:cNvPr>
          <p:cNvSpPr txBox="1"/>
          <p:nvPr/>
        </p:nvSpPr>
        <p:spPr>
          <a:xfrm>
            <a:off x="6072962" y="664533"/>
            <a:ext cx="543739" cy="446276"/>
          </a:xfrm>
          <a:prstGeom prst="rect">
            <a:avLst/>
          </a:prstGeom>
          <a:noFill/>
        </p:spPr>
        <p:txBody>
          <a:bodyPr wrap="none" rtlCol="0" anchor="ctr" anchorCtr="0">
            <a:spAutoFit/>
          </a:bodyPr>
          <a:lstStyle/>
          <a:p>
            <a:r>
              <a:rPr lang="ko-KR" altLang="en-US" sz="700" b="1" dirty="0">
                <a:solidFill>
                  <a:schemeClr val="bg1"/>
                </a:solidFill>
              </a:rPr>
              <a:t>구매확정</a:t>
            </a:r>
            <a:endParaRPr lang="en-US" altLang="ko-KR" sz="700" b="1" dirty="0">
              <a:solidFill>
                <a:schemeClr val="bg1"/>
              </a:solidFill>
            </a:endParaRPr>
          </a:p>
          <a:p>
            <a:r>
              <a:rPr lang="en-US" altLang="ko-KR" sz="1600" b="1" dirty="0">
                <a:solidFill>
                  <a:schemeClr val="bg1"/>
                </a:solidFill>
              </a:rPr>
              <a:t>5</a:t>
            </a:r>
            <a:r>
              <a:rPr lang="en-US" altLang="ko-KR" sz="1000" b="1" dirty="0">
                <a:solidFill>
                  <a:schemeClr val="bg1"/>
                </a:solidFill>
              </a:rPr>
              <a:t> </a:t>
            </a:r>
            <a:r>
              <a:rPr lang="ko-KR" altLang="en-US" sz="800" b="1" dirty="0">
                <a:solidFill>
                  <a:schemeClr val="bg1"/>
                </a:solidFill>
              </a:rPr>
              <a:t>건</a:t>
            </a:r>
          </a:p>
        </p:txBody>
      </p:sp>
      <p:sp>
        <p:nvSpPr>
          <p:cNvPr id="40" name="타원 39">
            <a:extLst>
              <a:ext uri="{FF2B5EF4-FFF2-40B4-BE49-F238E27FC236}">
                <a16:creationId xmlns:a16="http://schemas.microsoft.com/office/drawing/2014/main" id="{C94E42F6-4353-431D-AAFF-39D4A57559D7}"/>
              </a:ext>
            </a:extLst>
          </p:cNvPr>
          <p:cNvSpPr/>
          <p:nvPr/>
        </p:nvSpPr>
        <p:spPr>
          <a:xfrm>
            <a:off x="6689837" y="658386"/>
            <a:ext cx="452430" cy="446277"/>
          </a:xfrm>
          <a:prstGeom prst="ellipse">
            <a:avLst/>
          </a:prstGeom>
          <a:solidFill>
            <a:schemeClr val="accent1">
              <a:lumMod val="20000"/>
              <a:lumOff val="80000"/>
            </a:schemeClr>
          </a:solidFill>
          <a:ln>
            <a:solidFill>
              <a:srgbClr val="4B52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1" name="TextBox 40">
            <a:extLst>
              <a:ext uri="{FF2B5EF4-FFF2-40B4-BE49-F238E27FC236}">
                <a16:creationId xmlns:a16="http://schemas.microsoft.com/office/drawing/2014/main" id="{3107C4F2-8BD7-445F-8D8E-03E75B5FAACA}"/>
              </a:ext>
            </a:extLst>
          </p:cNvPr>
          <p:cNvSpPr txBox="1"/>
          <p:nvPr/>
        </p:nvSpPr>
        <p:spPr>
          <a:xfrm>
            <a:off x="7101966" y="661460"/>
            <a:ext cx="543739" cy="446276"/>
          </a:xfrm>
          <a:prstGeom prst="rect">
            <a:avLst/>
          </a:prstGeom>
          <a:noFill/>
        </p:spPr>
        <p:txBody>
          <a:bodyPr wrap="none" rtlCol="0" anchor="ctr" anchorCtr="0">
            <a:spAutoFit/>
          </a:bodyPr>
          <a:lstStyle/>
          <a:p>
            <a:r>
              <a:rPr lang="ko-KR" altLang="en-US" sz="700" b="1" dirty="0">
                <a:solidFill>
                  <a:schemeClr val="bg1"/>
                </a:solidFill>
              </a:rPr>
              <a:t>취소요청</a:t>
            </a:r>
            <a:endParaRPr lang="en-US" altLang="ko-KR" sz="700" b="1" dirty="0">
              <a:solidFill>
                <a:schemeClr val="bg1"/>
              </a:solidFill>
            </a:endParaRPr>
          </a:p>
          <a:p>
            <a:r>
              <a:rPr lang="en-US" altLang="ko-KR" sz="1600" b="1" dirty="0">
                <a:solidFill>
                  <a:schemeClr val="bg1"/>
                </a:solidFill>
              </a:rPr>
              <a:t>2</a:t>
            </a:r>
            <a:r>
              <a:rPr lang="en-US" altLang="ko-KR" sz="1000" b="1" dirty="0">
                <a:solidFill>
                  <a:schemeClr val="bg1"/>
                </a:solidFill>
              </a:rPr>
              <a:t> </a:t>
            </a:r>
            <a:r>
              <a:rPr lang="ko-KR" altLang="en-US" sz="800" b="1" dirty="0">
                <a:solidFill>
                  <a:schemeClr val="bg1"/>
                </a:solidFill>
              </a:rPr>
              <a:t>건</a:t>
            </a:r>
          </a:p>
        </p:txBody>
      </p:sp>
      <p:sp>
        <p:nvSpPr>
          <p:cNvPr id="42" name="타원 41">
            <a:extLst>
              <a:ext uri="{FF2B5EF4-FFF2-40B4-BE49-F238E27FC236}">
                <a16:creationId xmlns:a16="http://schemas.microsoft.com/office/drawing/2014/main" id="{3B7E8400-1DE1-4D1A-95C5-D1B286779F89}"/>
              </a:ext>
            </a:extLst>
          </p:cNvPr>
          <p:cNvSpPr/>
          <p:nvPr/>
        </p:nvSpPr>
        <p:spPr>
          <a:xfrm>
            <a:off x="7692473" y="658386"/>
            <a:ext cx="452430" cy="446277"/>
          </a:xfrm>
          <a:prstGeom prst="ellipse">
            <a:avLst/>
          </a:prstGeom>
          <a:solidFill>
            <a:schemeClr val="accent1">
              <a:lumMod val="20000"/>
              <a:lumOff val="80000"/>
            </a:schemeClr>
          </a:solidFill>
          <a:ln>
            <a:solidFill>
              <a:srgbClr val="4B52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3" name="TextBox 42">
            <a:extLst>
              <a:ext uri="{FF2B5EF4-FFF2-40B4-BE49-F238E27FC236}">
                <a16:creationId xmlns:a16="http://schemas.microsoft.com/office/drawing/2014/main" id="{66256AC9-E715-4ED3-9670-9CB50E754F56}"/>
              </a:ext>
            </a:extLst>
          </p:cNvPr>
          <p:cNvSpPr txBox="1"/>
          <p:nvPr/>
        </p:nvSpPr>
        <p:spPr>
          <a:xfrm>
            <a:off x="8104602" y="661460"/>
            <a:ext cx="543739" cy="446276"/>
          </a:xfrm>
          <a:prstGeom prst="rect">
            <a:avLst/>
          </a:prstGeom>
          <a:noFill/>
        </p:spPr>
        <p:txBody>
          <a:bodyPr wrap="none" rtlCol="0" anchor="ctr" anchorCtr="0">
            <a:spAutoFit/>
          </a:bodyPr>
          <a:lstStyle/>
          <a:p>
            <a:r>
              <a:rPr lang="ko-KR" altLang="en-US" sz="700" b="1" dirty="0">
                <a:solidFill>
                  <a:schemeClr val="bg1"/>
                </a:solidFill>
              </a:rPr>
              <a:t>반품신청</a:t>
            </a:r>
            <a:endParaRPr lang="en-US" altLang="ko-KR" sz="700" b="1" dirty="0">
              <a:solidFill>
                <a:schemeClr val="bg1"/>
              </a:solidFill>
            </a:endParaRPr>
          </a:p>
          <a:p>
            <a:r>
              <a:rPr lang="en-US" altLang="ko-KR" sz="1600" b="1" dirty="0">
                <a:solidFill>
                  <a:schemeClr val="bg1"/>
                </a:solidFill>
              </a:rPr>
              <a:t>3</a:t>
            </a:r>
            <a:r>
              <a:rPr lang="en-US" altLang="ko-KR" sz="1000" b="1" dirty="0">
                <a:solidFill>
                  <a:schemeClr val="bg1"/>
                </a:solidFill>
              </a:rPr>
              <a:t> </a:t>
            </a:r>
            <a:r>
              <a:rPr lang="ko-KR" altLang="en-US" sz="800" b="1" dirty="0">
                <a:solidFill>
                  <a:schemeClr val="bg1"/>
                </a:solidFill>
              </a:rPr>
              <a:t>건</a:t>
            </a:r>
          </a:p>
        </p:txBody>
      </p:sp>
      <p:pic>
        <p:nvPicPr>
          <p:cNvPr id="44" name="그래픽 43" descr="세계">
            <a:extLst>
              <a:ext uri="{FF2B5EF4-FFF2-40B4-BE49-F238E27FC236}">
                <a16:creationId xmlns:a16="http://schemas.microsoft.com/office/drawing/2014/main" id="{56760FE8-1701-481B-AEF8-5BD175B8F450}"/>
              </a:ext>
            </a:extLst>
          </p:cNvPr>
          <p:cNvPicPr>
            <a:picLocks noChangeAspect="1"/>
          </p:cNvPicPr>
          <p:nvPr/>
        </p:nvPicPr>
        <p:blipFill>
          <a:blip r:embed="rId2" cstate="hq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603586" y="726920"/>
            <a:ext cx="339444" cy="339444"/>
          </a:xfrm>
          <a:prstGeom prst="rect">
            <a:avLst/>
          </a:prstGeom>
        </p:spPr>
      </p:pic>
      <p:pic>
        <p:nvPicPr>
          <p:cNvPr id="45" name="그래픽 44" descr="연필">
            <a:extLst>
              <a:ext uri="{FF2B5EF4-FFF2-40B4-BE49-F238E27FC236}">
                <a16:creationId xmlns:a16="http://schemas.microsoft.com/office/drawing/2014/main" id="{DEA1B39A-1395-4D7B-9DD6-35BA0E2D31BD}"/>
              </a:ext>
            </a:extLst>
          </p:cNvPr>
          <p:cNvPicPr>
            <a:picLocks noChangeAspect="1"/>
          </p:cNvPicPr>
          <p:nvPr userDrawn="1"/>
        </p:nvPicPr>
        <p:blipFill>
          <a:blip r:embed="rId4" cstate="hq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675300" y="742222"/>
            <a:ext cx="297452" cy="297452"/>
          </a:xfrm>
          <a:prstGeom prst="rect">
            <a:avLst/>
          </a:prstGeom>
        </p:spPr>
      </p:pic>
      <p:pic>
        <p:nvPicPr>
          <p:cNvPr id="46" name="그래픽 45" descr="질문">
            <a:extLst>
              <a:ext uri="{FF2B5EF4-FFF2-40B4-BE49-F238E27FC236}">
                <a16:creationId xmlns:a16="http://schemas.microsoft.com/office/drawing/2014/main" id="{9BFA8A7E-5F04-4B3F-8C3C-BBEF20707A79}"/>
              </a:ext>
            </a:extLst>
          </p:cNvPr>
          <p:cNvPicPr>
            <a:picLocks noChangeAspect="1"/>
          </p:cNvPicPr>
          <p:nvPr userDrawn="1"/>
        </p:nvPicPr>
        <p:blipFill>
          <a:blip r:embed="rId6" cstate="hq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724008" y="675645"/>
            <a:ext cx="378617" cy="378617"/>
          </a:xfrm>
          <a:prstGeom prst="rect">
            <a:avLst/>
          </a:prstGeom>
        </p:spPr>
      </p:pic>
      <p:pic>
        <p:nvPicPr>
          <p:cNvPr id="47" name="그래픽 46" descr="재활용 기호">
            <a:extLst>
              <a:ext uri="{FF2B5EF4-FFF2-40B4-BE49-F238E27FC236}">
                <a16:creationId xmlns:a16="http://schemas.microsoft.com/office/drawing/2014/main" id="{ED24E93F-1E34-45F9-AB1A-637C76C82533}"/>
              </a:ext>
            </a:extLst>
          </p:cNvPr>
          <p:cNvPicPr>
            <a:picLocks noChangeAspect="1"/>
          </p:cNvPicPr>
          <p:nvPr userDrawn="1"/>
        </p:nvPicPr>
        <p:blipFill>
          <a:blip r:embed="rId8" cstate="hq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7759418" y="698827"/>
            <a:ext cx="355435" cy="355435"/>
          </a:xfrm>
          <a:prstGeom prst="rect">
            <a:avLst/>
          </a:prstGeom>
        </p:spPr>
      </p:pic>
      <p:pic>
        <p:nvPicPr>
          <p:cNvPr id="48" name="그래픽 47" descr="확인 표시">
            <a:extLst>
              <a:ext uri="{FF2B5EF4-FFF2-40B4-BE49-F238E27FC236}">
                <a16:creationId xmlns:a16="http://schemas.microsoft.com/office/drawing/2014/main" id="{C370C55F-1E36-4391-B90C-0791192A292D}"/>
              </a:ext>
            </a:extLst>
          </p:cNvPr>
          <p:cNvPicPr>
            <a:picLocks noChangeAspect="1"/>
          </p:cNvPicPr>
          <p:nvPr userDrawn="1"/>
        </p:nvPicPr>
        <p:blipFill>
          <a:blip r:embed="rId10" cstate="hq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691874" y="750020"/>
            <a:ext cx="288755" cy="288755"/>
          </a:xfrm>
          <a:prstGeom prst="rect">
            <a:avLst/>
          </a:prstGeom>
        </p:spPr>
      </p:pic>
      <p:pic>
        <p:nvPicPr>
          <p:cNvPr id="49" name="그래픽 48" descr="악수">
            <a:extLst>
              <a:ext uri="{FF2B5EF4-FFF2-40B4-BE49-F238E27FC236}">
                <a16:creationId xmlns:a16="http://schemas.microsoft.com/office/drawing/2014/main" id="{17E43203-1748-4943-9A3B-1D1ECC459E99}"/>
              </a:ext>
            </a:extLst>
          </p:cNvPr>
          <p:cNvPicPr>
            <a:picLocks noChangeAspect="1"/>
          </p:cNvPicPr>
          <p:nvPr userDrawn="1"/>
        </p:nvPicPr>
        <p:blipFill>
          <a:blip r:embed="rId12" cstate="hq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5725339" y="736851"/>
            <a:ext cx="308194" cy="308194"/>
          </a:xfrm>
          <a:prstGeom prst="rect">
            <a:avLst/>
          </a:prstGeom>
        </p:spPr>
      </p:pic>
      <p:pic>
        <p:nvPicPr>
          <p:cNvPr id="50" name="그래픽 49" descr="확인 표시">
            <a:extLst>
              <a:ext uri="{FF2B5EF4-FFF2-40B4-BE49-F238E27FC236}">
                <a16:creationId xmlns:a16="http://schemas.microsoft.com/office/drawing/2014/main" id="{E51A9DA0-96E1-431D-B5CB-D7E672F0EB2D}"/>
              </a:ext>
            </a:extLst>
          </p:cNvPr>
          <p:cNvPicPr>
            <a:picLocks noChangeAspect="1"/>
          </p:cNvPicPr>
          <p:nvPr userDrawn="1"/>
        </p:nvPicPr>
        <p:blipFill>
          <a:blip r:embed="rId10" cstate="hq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4806737" y="726920"/>
            <a:ext cx="288755" cy="288755"/>
          </a:xfrm>
          <a:prstGeom prst="rect">
            <a:avLst/>
          </a:prstGeom>
        </p:spPr>
      </p:pic>
      <p:grpSp>
        <p:nvGrpSpPr>
          <p:cNvPr id="58" name="그룹 57">
            <a:extLst>
              <a:ext uri="{FF2B5EF4-FFF2-40B4-BE49-F238E27FC236}">
                <a16:creationId xmlns:a16="http://schemas.microsoft.com/office/drawing/2014/main" id="{703CF45E-AAFB-4B32-8C38-89F028A68EA8}"/>
              </a:ext>
            </a:extLst>
          </p:cNvPr>
          <p:cNvGrpSpPr/>
          <p:nvPr userDrawn="1"/>
        </p:nvGrpSpPr>
        <p:grpSpPr>
          <a:xfrm>
            <a:off x="1457921" y="1312333"/>
            <a:ext cx="1958379" cy="1740455"/>
            <a:chOff x="2843808" y="1955121"/>
            <a:chExt cx="1674813" cy="596970"/>
          </a:xfrm>
          <a:solidFill>
            <a:schemeClr val="bg1">
              <a:lumMod val="95000"/>
            </a:schemeClr>
          </a:solidFill>
        </p:grpSpPr>
        <p:sp>
          <p:nvSpPr>
            <p:cNvPr id="59" name="Border">
              <a:extLst>
                <a:ext uri="{FF2B5EF4-FFF2-40B4-BE49-F238E27FC236}">
                  <a16:creationId xmlns:a16="http://schemas.microsoft.com/office/drawing/2014/main" id="{2BFC8CE1-E7DE-4698-BB85-30A003389ED0}"/>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0" name="Line 2">
              <a:extLst>
                <a:ext uri="{FF2B5EF4-FFF2-40B4-BE49-F238E27FC236}">
                  <a16:creationId xmlns:a16="http://schemas.microsoft.com/office/drawing/2014/main" id="{4E2AAB49-FFE3-476A-849D-DBD6CCD98B0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1" name="Line 1">
              <a:extLst>
                <a:ext uri="{FF2B5EF4-FFF2-40B4-BE49-F238E27FC236}">
                  <a16:creationId xmlns:a16="http://schemas.microsoft.com/office/drawing/2014/main" id="{939CA5A6-B7B8-4DA6-B8CF-34A4FB530573}"/>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2" name="TextBox 61">
              <a:extLst>
                <a:ext uri="{FF2B5EF4-FFF2-40B4-BE49-F238E27FC236}">
                  <a16:creationId xmlns:a16="http://schemas.microsoft.com/office/drawing/2014/main" id="{03994735-77BA-4262-8A8F-62E483301104}"/>
                </a:ext>
              </a:extLst>
            </p:cNvPr>
            <p:cNvSpPr txBox="1"/>
            <p:nvPr/>
          </p:nvSpPr>
          <p:spPr>
            <a:xfrm>
              <a:off x="3393210" y="2214018"/>
              <a:ext cx="593219" cy="79175"/>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Contents</a:t>
              </a:r>
              <a:endParaRPr lang="ko-KR" altLang="en-US" sz="900" dirty="0">
                <a:solidFill>
                  <a:schemeClr val="tx1">
                    <a:lumMod val="50000"/>
                    <a:lumOff val="50000"/>
                  </a:schemeClr>
                </a:solidFill>
              </a:endParaRPr>
            </a:p>
          </p:txBody>
        </p:sp>
      </p:grpSp>
      <p:grpSp>
        <p:nvGrpSpPr>
          <p:cNvPr id="63" name="그룹 62">
            <a:extLst>
              <a:ext uri="{FF2B5EF4-FFF2-40B4-BE49-F238E27FC236}">
                <a16:creationId xmlns:a16="http://schemas.microsoft.com/office/drawing/2014/main" id="{1B752C31-B517-4AA7-B790-41AC0861427B}"/>
              </a:ext>
            </a:extLst>
          </p:cNvPr>
          <p:cNvGrpSpPr/>
          <p:nvPr userDrawn="1"/>
        </p:nvGrpSpPr>
        <p:grpSpPr>
          <a:xfrm>
            <a:off x="1457921" y="3132666"/>
            <a:ext cx="1958379" cy="3478877"/>
            <a:chOff x="2843808" y="1955121"/>
            <a:chExt cx="1674813" cy="596970"/>
          </a:xfrm>
          <a:solidFill>
            <a:schemeClr val="bg1">
              <a:lumMod val="95000"/>
            </a:schemeClr>
          </a:solidFill>
        </p:grpSpPr>
        <p:sp>
          <p:nvSpPr>
            <p:cNvPr id="64" name="Border">
              <a:extLst>
                <a:ext uri="{FF2B5EF4-FFF2-40B4-BE49-F238E27FC236}">
                  <a16:creationId xmlns:a16="http://schemas.microsoft.com/office/drawing/2014/main" id="{9741106B-9568-4B98-AB38-5A054770CA6A}"/>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5" name="Line 2">
              <a:extLst>
                <a:ext uri="{FF2B5EF4-FFF2-40B4-BE49-F238E27FC236}">
                  <a16:creationId xmlns:a16="http://schemas.microsoft.com/office/drawing/2014/main" id="{B0B71312-A69F-452F-AA10-C170A29A2E4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6" name="Line 1">
              <a:extLst>
                <a:ext uri="{FF2B5EF4-FFF2-40B4-BE49-F238E27FC236}">
                  <a16:creationId xmlns:a16="http://schemas.microsoft.com/office/drawing/2014/main" id="{3C3B65A1-FDE3-4E62-9241-E082FE20C794}"/>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7" name="TextBox 66">
              <a:extLst>
                <a:ext uri="{FF2B5EF4-FFF2-40B4-BE49-F238E27FC236}">
                  <a16:creationId xmlns:a16="http://schemas.microsoft.com/office/drawing/2014/main" id="{057C2E78-587C-43CA-AB8B-BCA239CAEAD4}"/>
                </a:ext>
              </a:extLst>
            </p:cNvPr>
            <p:cNvSpPr txBox="1"/>
            <p:nvPr/>
          </p:nvSpPr>
          <p:spPr>
            <a:xfrm>
              <a:off x="3370030" y="2230930"/>
              <a:ext cx="621829" cy="49320"/>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Contents</a:t>
              </a:r>
              <a:endParaRPr lang="ko-KR" altLang="en-US" sz="900" dirty="0">
                <a:solidFill>
                  <a:schemeClr val="tx1">
                    <a:lumMod val="50000"/>
                    <a:lumOff val="50000"/>
                  </a:schemeClr>
                </a:solidFill>
              </a:endParaRPr>
            </a:p>
          </p:txBody>
        </p:sp>
      </p:grpSp>
      <p:grpSp>
        <p:nvGrpSpPr>
          <p:cNvPr id="68" name="그룹 67">
            <a:extLst>
              <a:ext uri="{FF2B5EF4-FFF2-40B4-BE49-F238E27FC236}">
                <a16:creationId xmlns:a16="http://schemas.microsoft.com/office/drawing/2014/main" id="{F253E987-F82F-4F0D-9798-8F1649B790C7}"/>
              </a:ext>
            </a:extLst>
          </p:cNvPr>
          <p:cNvGrpSpPr/>
          <p:nvPr userDrawn="1"/>
        </p:nvGrpSpPr>
        <p:grpSpPr>
          <a:xfrm>
            <a:off x="3498245" y="1319730"/>
            <a:ext cx="3169255" cy="5291813"/>
            <a:chOff x="2843808" y="1955121"/>
            <a:chExt cx="1674813" cy="596970"/>
          </a:xfrm>
          <a:solidFill>
            <a:schemeClr val="bg1">
              <a:lumMod val="95000"/>
            </a:schemeClr>
          </a:solidFill>
        </p:grpSpPr>
        <p:sp>
          <p:nvSpPr>
            <p:cNvPr id="69" name="Border">
              <a:extLst>
                <a:ext uri="{FF2B5EF4-FFF2-40B4-BE49-F238E27FC236}">
                  <a16:creationId xmlns:a16="http://schemas.microsoft.com/office/drawing/2014/main" id="{0FDA40F2-2FAA-4F9F-A7CC-D34891C4E0D0}"/>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0" name="Line 2">
              <a:extLst>
                <a:ext uri="{FF2B5EF4-FFF2-40B4-BE49-F238E27FC236}">
                  <a16:creationId xmlns:a16="http://schemas.microsoft.com/office/drawing/2014/main" id="{86CE3A13-0E0E-4823-A0BA-E94BE88CF272}"/>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1" name="Line 1">
              <a:extLst>
                <a:ext uri="{FF2B5EF4-FFF2-40B4-BE49-F238E27FC236}">
                  <a16:creationId xmlns:a16="http://schemas.microsoft.com/office/drawing/2014/main" id="{2E4B3086-09A9-4168-8C8B-89ED8667BFBD}"/>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2" name="TextBox 71">
              <a:extLst>
                <a:ext uri="{FF2B5EF4-FFF2-40B4-BE49-F238E27FC236}">
                  <a16:creationId xmlns:a16="http://schemas.microsoft.com/office/drawing/2014/main" id="{E5530CD0-2C3E-4F40-BD66-63EC4BA5E878}"/>
                </a:ext>
              </a:extLst>
            </p:cNvPr>
            <p:cNvSpPr txBox="1"/>
            <p:nvPr/>
          </p:nvSpPr>
          <p:spPr>
            <a:xfrm>
              <a:off x="3480409" y="2238595"/>
              <a:ext cx="369577" cy="29930"/>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Contents</a:t>
              </a:r>
              <a:endParaRPr lang="ko-KR" altLang="en-US" sz="900" dirty="0">
                <a:solidFill>
                  <a:schemeClr val="tx1">
                    <a:lumMod val="50000"/>
                    <a:lumOff val="50000"/>
                  </a:schemeClr>
                </a:solidFill>
              </a:endParaRPr>
            </a:p>
          </p:txBody>
        </p:sp>
      </p:grpSp>
      <p:grpSp>
        <p:nvGrpSpPr>
          <p:cNvPr id="73" name="그룹 72">
            <a:extLst>
              <a:ext uri="{FF2B5EF4-FFF2-40B4-BE49-F238E27FC236}">
                <a16:creationId xmlns:a16="http://schemas.microsoft.com/office/drawing/2014/main" id="{654732A7-3622-4D19-8C18-09A0CD71AB48}"/>
              </a:ext>
            </a:extLst>
          </p:cNvPr>
          <p:cNvGrpSpPr/>
          <p:nvPr userDrawn="1"/>
        </p:nvGrpSpPr>
        <p:grpSpPr>
          <a:xfrm>
            <a:off x="6749444" y="1330867"/>
            <a:ext cx="2091035" cy="5291813"/>
            <a:chOff x="2843808" y="1955121"/>
            <a:chExt cx="1674813" cy="596970"/>
          </a:xfrm>
          <a:solidFill>
            <a:schemeClr val="bg1">
              <a:lumMod val="95000"/>
            </a:schemeClr>
          </a:solidFill>
        </p:grpSpPr>
        <p:sp>
          <p:nvSpPr>
            <p:cNvPr id="74" name="Border">
              <a:extLst>
                <a:ext uri="{FF2B5EF4-FFF2-40B4-BE49-F238E27FC236}">
                  <a16:creationId xmlns:a16="http://schemas.microsoft.com/office/drawing/2014/main" id="{ECF42962-0AF9-4080-BD11-A754BE23144C}"/>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5" name="Line 2">
              <a:extLst>
                <a:ext uri="{FF2B5EF4-FFF2-40B4-BE49-F238E27FC236}">
                  <a16:creationId xmlns:a16="http://schemas.microsoft.com/office/drawing/2014/main" id="{DBA1FDFD-987E-49AD-9B8E-9134DCF05DA2}"/>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6" name="Line 1">
              <a:extLst>
                <a:ext uri="{FF2B5EF4-FFF2-40B4-BE49-F238E27FC236}">
                  <a16:creationId xmlns:a16="http://schemas.microsoft.com/office/drawing/2014/main" id="{0A7A8C60-D0DB-4405-B6A2-D02EF3A7FB1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7" name="TextBox 76">
              <a:extLst>
                <a:ext uri="{FF2B5EF4-FFF2-40B4-BE49-F238E27FC236}">
                  <a16:creationId xmlns:a16="http://schemas.microsoft.com/office/drawing/2014/main" id="{C44CDCF6-796D-49D1-BD8B-09AE57A8C8B3}"/>
                </a:ext>
              </a:extLst>
            </p:cNvPr>
            <p:cNvSpPr txBox="1"/>
            <p:nvPr/>
          </p:nvSpPr>
          <p:spPr>
            <a:xfrm>
              <a:off x="3359793" y="2238595"/>
              <a:ext cx="642844" cy="29930"/>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Contents</a:t>
              </a:r>
              <a:endParaRPr lang="ko-KR" altLang="en-US" sz="900" dirty="0">
                <a:solidFill>
                  <a:schemeClr val="tx1">
                    <a:lumMod val="50000"/>
                    <a:lumOff val="50000"/>
                  </a:schemeClr>
                </a:solidFill>
              </a:endParaRPr>
            </a:p>
          </p:txBody>
        </p:sp>
      </p:grpSp>
      <p:sp>
        <p:nvSpPr>
          <p:cNvPr id="79" name="사각형: 둥근 모서리 78">
            <a:extLst>
              <a:ext uri="{FF2B5EF4-FFF2-40B4-BE49-F238E27FC236}">
                <a16:creationId xmlns:a16="http://schemas.microsoft.com/office/drawing/2014/main" id="{E54F4FF5-B8B8-45FF-9A55-7ED318545BEE}"/>
              </a:ext>
            </a:extLst>
          </p:cNvPr>
          <p:cNvSpPr/>
          <p:nvPr userDrawn="1"/>
        </p:nvSpPr>
        <p:spPr>
          <a:xfrm>
            <a:off x="2299780" y="147229"/>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80" name="웃는 얼굴 79">
            <a:extLst>
              <a:ext uri="{FF2B5EF4-FFF2-40B4-BE49-F238E27FC236}">
                <a16:creationId xmlns:a16="http://schemas.microsoft.com/office/drawing/2014/main" id="{4100AB20-F5C7-4F2B-93D4-0E57EFBBA054}"/>
              </a:ext>
            </a:extLst>
          </p:cNvPr>
          <p:cNvSpPr/>
          <p:nvPr userDrawn="1"/>
        </p:nvSpPr>
        <p:spPr>
          <a:xfrm>
            <a:off x="2352841" y="184099"/>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1" name="사각형: 둥근 모서리 80">
            <a:extLst>
              <a:ext uri="{FF2B5EF4-FFF2-40B4-BE49-F238E27FC236}">
                <a16:creationId xmlns:a16="http://schemas.microsoft.com/office/drawing/2014/main" id="{DEE3E3C6-7547-4886-B52B-03C0EC5C6BB7}"/>
              </a:ext>
            </a:extLst>
          </p:cNvPr>
          <p:cNvSpPr/>
          <p:nvPr userDrawn="1"/>
        </p:nvSpPr>
        <p:spPr>
          <a:xfrm>
            <a:off x="3125714" y="142789"/>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83" name="웃는 얼굴 82">
            <a:extLst>
              <a:ext uri="{FF2B5EF4-FFF2-40B4-BE49-F238E27FC236}">
                <a16:creationId xmlns:a16="http://schemas.microsoft.com/office/drawing/2014/main" id="{7F2FF0D4-C284-4E1A-85E2-B68DC5839BA6}"/>
              </a:ext>
            </a:extLst>
          </p:cNvPr>
          <p:cNvSpPr/>
          <p:nvPr userDrawn="1"/>
        </p:nvSpPr>
        <p:spPr>
          <a:xfrm>
            <a:off x="3178775" y="179659"/>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사각형: 둥근 모서리 83">
            <a:extLst>
              <a:ext uri="{FF2B5EF4-FFF2-40B4-BE49-F238E27FC236}">
                <a16:creationId xmlns:a16="http://schemas.microsoft.com/office/drawing/2014/main" id="{EF14E030-0205-42CA-8915-5E2733F206C4}"/>
              </a:ext>
            </a:extLst>
          </p:cNvPr>
          <p:cNvSpPr/>
          <p:nvPr userDrawn="1"/>
        </p:nvSpPr>
        <p:spPr>
          <a:xfrm>
            <a:off x="3950165" y="148032"/>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85" name="웃는 얼굴 84">
            <a:extLst>
              <a:ext uri="{FF2B5EF4-FFF2-40B4-BE49-F238E27FC236}">
                <a16:creationId xmlns:a16="http://schemas.microsoft.com/office/drawing/2014/main" id="{BEE62073-8927-413A-9D15-80097C2F9F16}"/>
              </a:ext>
            </a:extLst>
          </p:cNvPr>
          <p:cNvSpPr/>
          <p:nvPr userDrawn="1"/>
        </p:nvSpPr>
        <p:spPr>
          <a:xfrm>
            <a:off x="4003226" y="184902"/>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 name="직사각형 1">
            <a:extLst>
              <a:ext uri="{FF2B5EF4-FFF2-40B4-BE49-F238E27FC236}">
                <a16:creationId xmlns:a16="http://schemas.microsoft.com/office/drawing/2014/main" id="{07569696-E997-4BA6-A952-9FC6710BCECA}"/>
              </a:ext>
            </a:extLst>
          </p:cNvPr>
          <p:cNvSpPr/>
          <p:nvPr userDrawn="1"/>
        </p:nvSpPr>
        <p:spPr>
          <a:xfrm>
            <a:off x="8964475" y="36972"/>
            <a:ext cx="1148070" cy="392397"/>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t>채널목록     ∧</a:t>
            </a:r>
          </a:p>
        </p:txBody>
      </p:sp>
      <p:sp>
        <p:nvSpPr>
          <p:cNvPr id="11" name="직사각형 10">
            <a:extLst>
              <a:ext uri="{FF2B5EF4-FFF2-40B4-BE49-F238E27FC236}">
                <a16:creationId xmlns:a16="http://schemas.microsoft.com/office/drawing/2014/main" id="{32CCAF63-7838-4F98-9BD7-072D2ED400FD}"/>
              </a:ext>
            </a:extLst>
          </p:cNvPr>
          <p:cNvSpPr/>
          <p:nvPr userDrawn="1"/>
        </p:nvSpPr>
        <p:spPr>
          <a:xfrm>
            <a:off x="8963762" y="435441"/>
            <a:ext cx="1148070" cy="6187239"/>
          </a:xfrm>
          <a:prstGeom prst="rect">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6" name="사각형: 둥근 모서리 85">
            <a:extLst>
              <a:ext uri="{FF2B5EF4-FFF2-40B4-BE49-F238E27FC236}">
                <a16:creationId xmlns:a16="http://schemas.microsoft.com/office/drawing/2014/main" id="{5E2DF00C-2506-4C52-B0D3-C5143F211B05}"/>
              </a:ext>
            </a:extLst>
          </p:cNvPr>
          <p:cNvSpPr/>
          <p:nvPr userDrawn="1"/>
        </p:nvSpPr>
        <p:spPr>
          <a:xfrm>
            <a:off x="9025147" y="524234"/>
            <a:ext cx="1013669"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l"/>
            <a:r>
              <a:rPr lang="en-US" altLang="ko-KR" sz="700" dirty="0">
                <a:solidFill>
                  <a:schemeClr val="tx1"/>
                </a:solidFill>
              </a:rPr>
              <a:t>AAAA</a:t>
            </a:r>
            <a:r>
              <a:rPr lang="ko-KR" altLang="en-US" sz="700" dirty="0">
                <a:solidFill>
                  <a:schemeClr val="tx1"/>
                </a:solidFill>
              </a:rPr>
              <a:t> </a:t>
            </a:r>
            <a:r>
              <a:rPr lang="ko-KR" altLang="en-US" sz="700" dirty="0" err="1">
                <a:solidFill>
                  <a:schemeClr val="tx1"/>
                </a:solidFill>
              </a:rPr>
              <a:t>채널명</a:t>
            </a:r>
            <a:r>
              <a:rPr lang="en-US" altLang="ko-KR" sz="700" dirty="0">
                <a:solidFill>
                  <a:schemeClr val="tx1"/>
                </a:solidFill>
              </a:rPr>
              <a:t>…</a:t>
            </a:r>
            <a:endParaRPr lang="ko-KR" altLang="en-US" sz="700" dirty="0">
              <a:solidFill>
                <a:schemeClr val="tx1"/>
              </a:solidFill>
            </a:endParaRPr>
          </a:p>
        </p:txBody>
      </p:sp>
      <p:sp>
        <p:nvSpPr>
          <p:cNvPr id="87" name="웃는 얼굴 86">
            <a:extLst>
              <a:ext uri="{FF2B5EF4-FFF2-40B4-BE49-F238E27FC236}">
                <a16:creationId xmlns:a16="http://schemas.microsoft.com/office/drawing/2014/main" id="{B06A19CF-C015-475D-8A0B-0D099684D5BE}"/>
              </a:ext>
            </a:extLst>
          </p:cNvPr>
          <p:cNvSpPr/>
          <p:nvPr userDrawn="1"/>
        </p:nvSpPr>
        <p:spPr>
          <a:xfrm>
            <a:off x="9860058" y="561104"/>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8" name="사각형: 둥근 모서리 87">
            <a:extLst>
              <a:ext uri="{FF2B5EF4-FFF2-40B4-BE49-F238E27FC236}">
                <a16:creationId xmlns:a16="http://schemas.microsoft.com/office/drawing/2014/main" id="{318A8878-824F-4ACC-A3A0-E6C89E1000CD}"/>
              </a:ext>
            </a:extLst>
          </p:cNvPr>
          <p:cNvSpPr/>
          <p:nvPr userDrawn="1"/>
        </p:nvSpPr>
        <p:spPr>
          <a:xfrm>
            <a:off x="9025147" y="792734"/>
            <a:ext cx="1013669"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l"/>
            <a:r>
              <a:rPr lang="en-US" altLang="ko-KR" sz="700" dirty="0">
                <a:solidFill>
                  <a:schemeClr val="tx1"/>
                </a:solidFill>
              </a:rPr>
              <a:t>AAAA</a:t>
            </a:r>
            <a:r>
              <a:rPr lang="ko-KR" altLang="en-US" sz="700" dirty="0">
                <a:solidFill>
                  <a:schemeClr val="tx1"/>
                </a:solidFill>
              </a:rPr>
              <a:t> </a:t>
            </a:r>
            <a:r>
              <a:rPr lang="ko-KR" altLang="en-US" sz="700" dirty="0" err="1">
                <a:solidFill>
                  <a:schemeClr val="tx1"/>
                </a:solidFill>
              </a:rPr>
              <a:t>채널명</a:t>
            </a:r>
            <a:r>
              <a:rPr lang="en-US" altLang="ko-KR" sz="700" dirty="0">
                <a:solidFill>
                  <a:schemeClr val="tx1"/>
                </a:solidFill>
              </a:rPr>
              <a:t>…</a:t>
            </a:r>
            <a:endParaRPr lang="ko-KR" altLang="en-US" sz="700" dirty="0">
              <a:solidFill>
                <a:schemeClr val="tx1"/>
              </a:solidFill>
            </a:endParaRPr>
          </a:p>
        </p:txBody>
      </p:sp>
      <p:sp>
        <p:nvSpPr>
          <p:cNvPr id="89" name="웃는 얼굴 88">
            <a:extLst>
              <a:ext uri="{FF2B5EF4-FFF2-40B4-BE49-F238E27FC236}">
                <a16:creationId xmlns:a16="http://schemas.microsoft.com/office/drawing/2014/main" id="{EE86EF2F-3C88-4198-8CF9-9623087FA7CF}"/>
              </a:ext>
            </a:extLst>
          </p:cNvPr>
          <p:cNvSpPr/>
          <p:nvPr userDrawn="1"/>
        </p:nvSpPr>
        <p:spPr>
          <a:xfrm>
            <a:off x="9860058" y="829604"/>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사각형: 둥근 모서리 89">
            <a:extLst>
              <a:ext uri="{FF2B5EF4-FFF2-40B4-BE49-F238E27FC236}">
                <a16:creationId xmlns:a16="http://schemas.microsoft.com/office/drawing/2014/main" id="{640A4EB0-7868-4B93-95FF-0DBBFC599EAA}"/>
              </a:ext>
            </a:extLst>
          </p:cNvPr>
          <p:cNvSpPr/>
          <p:nvPr userDrawn="1"/>
        </p:nvSpPr>
        <p:spPr>
          <a:xfrm>
            <a:off x="9025147" y="1069463"/>
            <a:ext cx="1013669"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l"/>
            <a:r>
              <a:rPr lang="en-US" altLang="ko-KR" sz="700" dirty="0">
                <a:solidFill>
                  <a:schemeClr val="tx1"/>
                </a:solidFill>
              </a:rPr>
              <a:t>AAAA</a:t>
            </a:r>
            <a:r>
              <a:rPr lang="ko-KR" altLang="en-US" sz="700" dirty="0">
                <a:solidFill>
                  <a:schemeClr val="tx1"/>
                </a:solidFill>
              </a:rPr>
              <a:t> </a:t>
            </a:r>
            <a:r>
              <a:rPr lang="ko-KR" altLang="en-US" sz="700" dirty="0" err="1">
                <a:solidFill>
                  <a:schemeClr val="tx1"/>
                </a:solidFill>
              </a:rPr>
              <a:t>채널명</a:t>
            </a:r>
            <a:r>
              <a:rPr lang="en-US" altLang="ko-KR" sz="700" dirty="0">
                <a:solidFill>
                  <a:schemeClr val="tx1"/>
                </a:solidFill>
              </a:rPr>
              <a:t>…</a:t>
            </a:r>
            <a:endParaRPr lang="ko-KR" altLang="en-US" sz="700" dirty="0">
              <a:solidFill>
                <a:schemeClr val="tx1"/>
              </a:solidFill>
            </a:endParaRPr>
          </a:p>
        </p:txBody>
      </p:sp>
      <p:sp>
        <p:nvSpPr>
          <p:cNvPr id="91" name="웃는 얼굴 90">
            <a:extLst>
              <a:ext uri="{FF2B5EF4-FFF2-40B4-BE49-F238E27FC236}">
                <a16:creationId xmlns:a16="http://schemas.microsoft.com/office/drawing/2014/main" id="{9E91E11B-31A0-47C0-A885-8838576789FC}"/>
              </a:ext>
            </a:extLst>
          </p:cNvPr>
          <p:cNvSpPr/>
          <p:nvPr userDrawn="1"/>
        </p:nvSpPr>
        <p:spPr>
          <a:xfrm>
            <a:off x="9860058" y="1106333"/>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2" name="사각형: 둥근 모서리 91">
            <a:extLst>
              <a:ext uri="{FF2B5EF4-FFF2-40B4-BE49-F238E27FC236}">
                <a16:creationId xmlns:a16="http://schemas.microsoft.com/office/drawing/2014/main" id="{499E2BFA-4805-473E-ACAA-591A9B3CF674}"/>
              </a:ext>
            </a:extLst>
          </p:cNvPr>
          <p:cNvSpPr/>
          <p:nvPr userDrawn="1"/>
        </p:nvSpPr>
        <p:spPr>
          <a:xfrm>
            <a:off x="9025147" y="1432484"/>
            <a:ext cx="1013669" cy="196850"/>
          </a:xfrm>
          <a:prstGeom prst="round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l"/>
            <a:r>
              <a:rPr lang="en-US" altLang="ko-KR" sz="700" dirty="0">
                <a:solidFill>
                  <a:schemeClr val="tx1"/>
                </a:solidFill>
              </a:rPr>
              <a:t>AAAA</a:t>
            </a:r>
            <a:r>
              <a:rPr lang="ko-KR" altLang="en-US" sz="700" dirty="0">
                <a:solidFill>
                  <a:schemeClr val="tx1"/>
                </a:solidFill>
              </a:rPr>
              <a:t> </a:t>
            </a:r>
            <a:r>
              <a:rPr lang="ko-KR" altLang="en-US" sz="700" dirty="0" err="1">
                <a:solidFill>
                  <a:schemeClr val="tx1"/>
                </a:solidFill>
              </a:rPr>
              <a:t>채널명</a:t>
            </a:r>
            <a:r>
              <a:rPr lang="en-US" altLang="ko-KR" sz="700" dirty="0">
                <a:solidFill>
                  <a:schemeClr val="tx1"/>
                </a:solidFill>
              </a:rPr>
              <a:t>…</a:t>
            </a:r>
            <a:endParaRPr lang="ko-KR" altLang="en-US" sz="700" dirty="0">
              <a:solidFill>
                <a:schemeClr val="tx1"/>
              </a:solidFill>
            </a:endParaRPr>
          </a:p>
        </p:txBody>
      </p:sp>
      <p:sp>
        <p:nvSpPr>
          <p:cNvPr id="93" name="웃는 얼굴 92">
            <a:extLst>
              <a:ext uri="{FF2B5EF4-FFF2-40B4-BE49-F238E27FC236}">
                <a16:creationId xmlns:a16="http://schemas.microsoft.com/office/drawing/2014/main" id="{8374CA10-F3CC-4A83-8988-F2F6FD37E283}"/>
              </a:ext>
            </a:extLst>
          </p:cNvPr>
          <p:cNvSpPr/>
          <p:nvPr userDrawn="1"/>
        </p:nvSpPr>
        <p:spPr>
          <a:xfrm>
            <a:off x="9860058" y="1469354"/>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7" name="직선 연결선 26">
            <a:extLst>
              <a:ext uri="{FF2B5EF4-FFF2-40B4-BE49-F238E27FC236}">
                <a16:creationId xmlns:a16="http://schemas.microsoft.com/office/drawing/2014/main" id="{C932A610-273B-4ABA-BFD0-244CADD1E40D}"/>
              </a:ext>
            </a:extLst>
          </p:cNvPr>
          <p:cNvCxnSpPr/>
          <p:nvPr userDrawn="1"/>
        </p:nvCxnSpPr>
        <p:spPr>
          <a:xfrm>
            <a:off x="9025147" y="1349917"/>
            <a:ext cx="1013669"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94" name="사각형: 둥근 모서리 93">
            <a:extLst>
              <a:ext uri="{FF2B5EF4-FFF2-40B4-BE49-F238E27FC236}">
                <a16:creationId xmlns:a16="http://schemas.microsoft.com/office/drawing/2014/main" id="{D0DFED54-9002-4A08-B1A1-0320CBCDC498}"/>
              </a:ext>
            </a:extLst>
          </p:cNvPr>
          <p:cNvSpPr/>
          <p:nvPr userDrawn="1"/>
        </p:nvSpPr>
        <p:spPr>
          <a:xfrm>
            <a:off x="9025147" y="1713355"/>
            <a:ext cx="1013669" cy="196850"/>
          </a:xfrm>
          <a:prstGeom prst="round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l"/>
            <a:r>
              <a:rPr lang="en-US" altLang="ko-KR" sz="700" dirty="0">
                <a:solidFill>
                  <a:schemeClr val="tx1"/>
                </a:solidFill>
              </a:rPr>
              <a:t>AAAA</a:t>
            </a:r>
            <a:r>
              <a:rPr lang="ko-KR" altLang="en-US" sz="700" dirty="0">
                <a:solidFill>
                  <a:schemeClr val="tx1"/>
                </a:solidFill>
              </a:rPr>
              <a:t> </a:t>
            </a:r>
            <a:r>
              <a:rPr lang="ko-KR" altLang="en-US" sz="700" dirty="0" err="1">
                <a:solidFill>
                  <a:schemeClr val="tx1"/>
                </a:solidFill>
              </a:rPr>
              <a:t>채널명</a:t>
            </a:r>
            <a:r>
              <a:rPr lang="en-US" altLang="ko-KR" sz="700" dirty="0">
                <a:solidFill>
                  <a:schemeClr val="tx1"/>
                </a:solidFill>
              </a:rPr>
              <a:t>…</a:t>
            </a:r>
            <a:endParaRPr lang="ko-KR" altLang="en-US" sz="700" dirty="0">
              <a:solidFill>
                <a:schemeClr val="tx1"/>
              </a:solidFill>
            </a:endParaRPr>
          </a:p>
        </p:txBody>
      </p:sp>
      <p:sp>
        <p:nvSpPr>
          <p:cNvPr id="95" name="웃는 얼굴 94">
            <a:extLst>
              <a:ext uri="{FF2B5EF4-FFF2-40B4-BE49-F238E27FC236}">
                <a16:creationId xmlns:a16="http://schemas.microsoft.com/office/drawing/2014/main" id="{FDCB3E05-6C15-419C-A01D-7D7565E046C4}"/>
              </a:ext>
            </a:extLst>
          </p:cNvPr>
          <p:cNvSpPr/>
          <p:nvPr userDrawn="1"/>
        </p:nvSpPr>
        <p:spPr>
          <a:xfrm>
            <a:off x="9860058" y="175022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6" name="사각형: 둥근 모서리 95">
            <a:extLst>
              <a:ext uri="{FF2B5EF4-FFF2-40B4-BE49-F238E27FC236}">
                <a16:creationId xmlns:a16="http://schemas.microsoft.com/office/drawing/2014/main" id="{8D76B0A6-3CCB-4578-AF08-38008B32497B}"/>
              </a:ext>
            </a:extLst>
          </p:cNvPr>
          <p:cNvSpPr/>
          <p:nvPr userDrawn="1"/>
        </p:nvSpPr>
        <p:spPr>
          <a:xfrm>
            <a:off x="9025147" y="1988557"/>
            <a:ext cx="1013669" cy="196850"/>
          </a:xfrm>
          <a:prstGeom prst="round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l"/>
            <a:r>
              <a:rPr lang="en-US" altLang="ko-KR" sz="700" dirty="0">
                <a:solidFill>
                  <a:schemeClr val="tx1"/>
                </a:solidFill>
              </a:rPr>
              <a:t>AAAA</a:t>
            </a:r>
            <a:r>
              <a:rPr lang="ko-KR" altLang="en-US" sz="700" dirty="0">
                <a:solidFill>
                  <a:schemeClr val="tx1"/>
                </a:solidFill>
              </a:rPr>
              <a:t> </a:t>
            </a:r>
            <a:r>
              <a:rPr lang="ko-KR" altLang="en-US" sz="700" dirty="0" err="1">
                <a:solidFill>
                  <a:schemeClr val="tx1"/>
                </a:solidFill>
              </a:rPr>
              <a:t>채널명</a:t>
            </a:r>
            <a:r>
              <a:rPr lang="en-US" altLang="ko-KR" sz="700" dirty="0">
                <a:solidFill>
                  <a:schemeClr val="tx1"/>
                </a:solidFill>
              </a:rPr>
              <a:t>…</a:t>
            </a:r>
            <a:endParaRPr lang="ko-KR" altLang="en-US" sz="700" dirty="0">
              <a:solidFill>
                <a:schemeClr val="tx1"/>
              </a:solidFill>
            </a:endParaRPr>
          </a:p>
        </p:txBody>
      </p:sp>
      <p:sp>
        <p:nvSpPr>
          <p:cNvPr id="97" name="웃는 얼굴 96">
            <a:extLst>
              <a:ext uri="{FF2B5EF4-FFF2-40B4-BE49-F238E27FC236}">
                <a16:creationId xmlns:a16="http://schemas.microsoft.com/office/drawing/2014/main" id="{50B6F4F3-7FF6-4267-AD0E-2B5FC681CEC3}"/>
              </a:ext>
            </a:extLst>
          </p:cNvPr>
          <p:cNvSpPr/>
          <p:nvPr userDrawn="1"/>
        </p:nvSpPr>
        <p:spPr>
          <a:xfrm>
            <a:off x="9860058" y="2025427"/>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8" name="사각형: 둥근 모서리 97">
            <a:extLst>
              <a:ext uri="{FF2B5EF4-FFF2-40B4-BE49-F238E27FC236}">
                <a16:creationId xmlns:a16="http://schemas.microsoft.com/office/drawing/2014/main" id="{E354FEEE-B5D7-4739-9D96-B6B83DCE76A5}"/>
              </a:ext>
            </a:extLst>
          </p:cNvPr>
          <p:cNvSpPr/>
          <p:nvPr userDrawn="1"/>
        </p:nvSpPr>
        <p:spPr>
          <a:xfrm>
            <a:off x="9025147" y="2269428"/>
            <a:ext cx="1013669" cy="196850"/>
          </a:xfrm>
          <a:prstGeom prst="round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l"/>
            <a:r>
              <a:rPr lang="en-US" altLang="ko-KR" sz="700" dirty="0">
                <a:solidFill>
                  <a:schemeClr val="tx1"/>
                </a:solidFill>
              </a:rPr>
              <a:t>AAAA</a:t>
            </a:r>
            <a:r>
              <a:rPr lang="ko-KR" altLang="en-US" sz="700" dirty="0">
                <a:solidFill>
                  <a:schemeClr val="tx1"/>
                </a:solidFill>
              </a:rPr>
              <a:t> </a:t>
            </a:r>
            <a:r>
              <a:rPr lang="ko-KR" altLang="en-US" sz="700" dirty="0" err="1">
                <a:solidFill>
                  <a:schemeClr val="tx1"/>
                </a:solidFill>
              </a:rPr>
              <a:t>채널명</a:t>
            </a:r>
            <a:r>
              <a:rPr lang="en-US" altLang="ko-KR" sz="700" dirty="0">
                <a:solidFill>
                  <a:schemeClr val="tx1"/>
                </a:solidFill>
              </a:rPr>
              <a:t>…</a:t>
            </a:r>
            <a:endParaRPr lang="ko-KR" altLang="en-US" sz="700" dirty="0">
              <a:solidFill>
                <a:schemeClr val="tx1"/>
              </a:solidFill>
            </a:endParaRPr>
          </a:p>
        </p:txBody>
      </p:sp>
      <p:sp>
        <p:nvSpPr>
          <p:cNvPr id="99" name="웃는 얼굴 98">
            <a:extLst>
              <a:ext uri="{FF2B5EF4-FFF2-40B4-BE49-F238E27FC236}">
                <a16:creationId xmlns:a16="http://schemas.microsoft.com/office/drawing/2014/main" id="{49447AF4-39B9-4458-AEC4-C5C97954931C}"/>
              </a:ext>
            </a:extLst>
          </p:cNvPr>
          <p:cNvSpPr/>
          <p:nvPr userDrawn="1"/>
        </p:nvSpPr>
        <p:spPr>
          <a:xfrm>
            <a:off x="9860058" y="2306298"/>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0" name="사각형: 둥근 모서리 99">
            <a:extLst>
              <a:ext uri="{FF2B5EF4-FFF2-40B4-BE49-F238E27FC236}">
                <a16:creationId xmlns:a16="http://schemas.microsoft.com/office/drawing/2014/main" id="{9482EA9D-E9D5-4DED-A28D-109D750133E5}"/>
              </a:ext>
            </a:extLst>
          </p:cNvPr>
          <p:cNvSpPr/>
          <p:nvPr userDrawn="1"/>
        </p:nvSpPr>
        <p:spPr>
          <a:xfrm>
            <a:off x="9025147" y="2545219"/>
            <a:ext cx="1013669" cy="196850"/>
          </a:xfrm>
          <a:prstGeom prst="round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l"/>
            <a:r>
              <a:rPr lang="en-US" altLang="ko-KR" sz="700" dirty="0">
                <a:solidFill>
                  <a:schemeClr val="tx1"/>
                </a:solidFill>
              </a:rPr>
              <a:t>AAAA</a:t>
            </a:r>
            <a:r>
              <a:rPr lang="ko-KR" altLang="en-US" sz="700" dirty="0">
                <a:solidFill>
                  <a:schemeClr val="tx1"/>
                </a:solidFill>
              </a:rPr>
              <a:t> </a:t>
            </a:r>
            <a:r>
              <a:rPr lang="ko-KR" altLang="en-US" sz="700" dirty="0" err="1">
                <a:solidFill>
                  <a:schemeClr val="tx1"/>
                </a:solidFill>
              </a:rPr>
              <a:t>채널명</a:t>
            </a:r>
            <a:r>
              <a:rPr lang="en-US" altLang="ko-KR" sz="700" dirty="0">
                <a:solidFill>
                  <a:schemeClr val="tx1"/>
                </a:solidFill>
              </a:rPr>
              <a:t>…</a:t>
            </a:r>
            <a:endParaRPr lang="ko-KR" altLang="en-US" sz="700" dirty="0">
              <a:solidFill>
                <a:schemeClr val="tx1"/>
              </a:solidFill>
            </a:endParaRPr>
          </a:p>
        </p:txBody>
      </p:sp>
      <p:sp>
        <p:nvSpPr>
          <p:cNvPr id="101" name="웃는 얼굴 100">
            <a:extLst>
              <a:ext uri="{FF2B5EF4-FFF2-40B4-BE49-F238E27FC236}">
                <a16:creationId xmlns:a16="http://schemas.microsoft.com/office/drawing/2014/main" id="{35A42346-337C-41D8-B6E6-FAAF7A397C7C}"/>
              </a:ext>
            </a:extLst>
          </p:cNvPr>
          <p:cNvSpPr/>
          <p:nvPr userDrawn="1"/>
        </p:nvSpPr>
        <p:spPr>
          <a:xfrm>
            <a:off x="9860058" y="2582089"/>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2" name="사각형: 둥근 모서리 101">
            <a:extLst>
              <a:ext uri="{FF2B5EF4-FFF2-40B4-BE49-F238E27FC236}">
                <a16:creationId xmlns:a16="http://schemas.microsoft.com/office/drawing/2014/main" id="{22CF2DBC-486C-4E69-A1EE-A11A9FD79CA1}"/>
              </a:ext>
            </a:extLst>
          </p:cNvPr>
          <p:cNvSpPr/>
          <p:nvPr userDrawn="1"/>
        </p:nvSpPr>
        <p:spPr>
          <a:xfrm>
            <a:off x="9025147" y="2826090"/>
            <a:ext cx="1013669" cy="196850"/>
          </a:xfrm>
          <a:prstGeom prst="round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l"/>
            <a:r>
              <a:rPr lang="en-US" altLang="ko-KR" sz="700" dirty="0">
                <a:solidFill>
                  <a:schemeClr val="tx1"/>
                </a:solidFill>
              </a:rPr>
              <a:t>AAAA</a:t>
            </a:r>
            <a:r>
              <a:rPr lang="ko-KR" altLang="en-US" sz="700" dirty="0">
                <a:solidFill>
                  <a:schemeClr val="tx1"/>
                </a:solidFill>
              </a:rPr>
              <a:t> </a:t>
            </a:r>
            <a:r>
              <a:rPr lang="ko-KR" altLang="en-US" sz="700" dirty="0" err="1">
                <a:solidFill>
                  <a:schemeClr val="tx1"/>
                </a:solidFill>
              </a:rPr>
              <a:t>채널명</a:t>
            </a:r>
            <a:r>
              <a:rPr lang="en-US" altLang="ko-KR" sz="700" dirty="0">
                <a:solidFill>
                  <a:schemeClr val="tx1"/>
                </a:solidFill>
              </a:rPr>
              <a:t>…</a:t>
            </a:r>
            <a:endParaRPr lang="ko-KR" altLang="en-US" sz="700" dirty="0">
              <a:solidFill>
                <a:schemeClr val="tx1"/>
              </a:solidFill>
            </a:endParaRPr>
          </a:p>
        </p:txBody>
      </p:sp>
      <p:sp>
        <p:nvSpPr>
          <p:cNvPr id="103" name="웃는 얼굴 102">
            <a:extLst>
              <a:ext uri="{FF2B5EF4-FFF2-40B4-BE49-F238E27FC236}">
                <a16:creationId xmlns:a16="http://schemas.microsoft.com/office/drawing/2014/main" id="{1E0654AA-2F91-4C81-B489-79741B474024}"/>
              </a:ext>
            </a:extLst>
          </p:cNvPr>
          <p:cNvSpPr/>
          <p:nvPr userDrawn="1"/>
        </p:nvSpPr>
        <p:spPr>
          <a:xfrm>
            <a:off x="9860058" y="2862960"/>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사각형: 둥근 모서리 103">
            <a:extLst>
              <a:ext uri="{FF2B5EF4-FFF2-40B4-BE49-F238E27FC236}">
                <a16:creationId xmlns:a16="http://schemas.microsoft.com/office/drawing/2014/main" id="{3F233A46-67EB-4E99-B32C-C6389FC0E9F6}"/>
              </a:ext>
            </a:extLst>
          </p:cNvPr>
          <p:cNvSpPr/>
          <p:nvPr userDrawn="1"/>
        </p:nvSpPr>
        <p:spPr>
          <a:xfrm>
            <a:off x="9025147" y="3101292"/>
            <a:ext cx="1013669" cy="196850"/>
          </a:xfrm>
          <a:prstGeom prst="round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l"/>
            <a:r>
              <a:rPr lang="en-US" altLang="ko-KR" sz="700" dirty="0">
                <a:solidFill>
                  <a:schemeClr val="tx1"/>
                </a:solidFill>
              </a:rPr>
              <a:t>AAAA</a:t>
            </a:r>
            <a:r>
              <a:rPr lang="ko-KR" altLang="en-US" sz="700" dirty="0">
                <a:solidFill>
                  <a:schemeClr val="tx1"/>
                </a:solidFill>
              </a:rPr>
              <a:t> </a:t>
            </a:r>
            <a:r>
              <a:rPr lang="ko-KR" altLang="en-US" sz="700" dirty="0" err="1">
                <a:solidFill>
                  <a:schemeClr val="tx1"/>
                </a:solidFill>
              </a:rPr>
              <a:t>채널명</a:t>
            </a:r>
            <a:r>
              <a:rPr lang="en-US" altLang="ko-KR" sz="700" dirty="0">
                <a:solidFill>
                  <a:schemeClr val="tx1"/>
                </a:solidFill>
              </a:rPr>
              <a:t>…</a:t>
            </a:r>
            <a:endParaRPr lang="ko-KR" altLang="en-US" sz="700" dirty="0">
              <a:solidFill>
                <a:schemeClr val="tx1"/>
              </a:solidFill>
            </a:endParaRPr>
          </a:p>
        </p:txBody>
      </p:sp>
      <p:sp>
        <p:nvSpPr>
          <p:cNvPr id="105" name="웃는 얼굴 104">
            <a:extLst>
              <a:ext uri="{FF2B5EF4-FFF2-40B4-BE49-F238E27FC236}">
                <a16:creationId xmlns:a16="http://schemas.microsoft.com/office/drawing/2014/main" id="{370F9BCD-1221-415D-A187-E0893A5D1C14}"/>
              </a:ext>
            </a:extLst>
          </p:cNvPr>
          <p:cNvSpPr/>
          <p:nvPr userDrawn="1"/>
        </p:nvSpPr>
        <p:spPr>
          <a:xfrm>
            <a:off x="9860058" y="3138162"/>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6" name="사각형: 둥근 모서리 105">
            <a:extLst>
              <a:ext uri="{FF2B5EF4-FFF2-40B4-BE49-F238E27FC236}">
                <a16:creationId xmlns:a16="http://schemas.microsoft.com/office/drawing/2014/main" id="{0894B101-DF25-4D27-8E2D-AB79A77DF771}"/>
              </a:ext>
            </a:extLst>
          </p:cNvPr>
          <p:cNvSpPr/>
          <p:nvPr userDrawn="1"/>
        </p:nvSpPr>
        <p:spPr>
          <a:xfrm>
            <a:off x="9025147" y="3382163"/>
            <a:ext cx="1013669" cy="196850"/>
          </a:xfrm>
          <a:prstGeom prst="round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l"/>
            <a:r>
              <a:rPr lang="en-US" altLang="ko-KR" sz="700" dirty="0">
                <a:solidFill>
                  <a:schemeClr val="tx1"/>
                </a:solidFill>
              </a:rPr>
              <a:t>AAAA</a:t>
            </a:r>
            <a:r>
              <a:rPr lang="ko-KR" altLang="en-US" sz="700" dirty="0">
                <a:solidFill>
                  <a:schemeClr val="tx1"/>
                </a:solidFill>
              </a:rPr>
              <a:t> </a:t>
            </a:r>
            <a:r>
              <a:rPr lang="ko-KR" altLang="en-US" sz="700" dirty="0" err="1">
                <a:solidFill>
                  <a:schemeClr val="tx1"/>
                </a:solidFill>
              </a:rPr>
              <a:t>채널명</a:t>
            </a:r>
            <a:r>
              <a:rPr lang="en-US" altLang="ko-KR" sz="700" dirty="0">
                <a:solidFill>
                  <a:schemeClr val="tx1"/>
                </a:solidFill>
              </a:rPr>
              <a:t>…</a:t>
            </a:r>
            <a:endParaRPr lang="ko-KR" altLang="en-US" sz="700" dirty="0">
              <a:solidFill>
                <a:schemeClr val="tx1"/>
              </a:solidFill>
            </a:endParaRPr>
          </a:p>
        </p:txBody>
      </p:sp>
      <p:sp>
        <p:nvSpPr>
          <p:cNvPr id="107" name="웃는 얼굴 106">
            <a:extLst>
              <a:ext uri="{FF2B5EF4-FFF2-40B4-BE49-F238E27FC236}">
                <a16:creationId xmlns:a16="http://schemas.microsoft.com/office/drawing/2014/main" id="{F497DEBC-A68F-434D-8174-BF95DE6B12E2}"/>
              </a:ext>
            </a:extLst>
          </p:cNvPr>
          <p:cNvSpPr/>
          <p:nvPr userDrawn="1"/>
        </p:nvSpPr>
        <p:spPr>
          <a:xfrm>
            <a:off x="9860058" y="3419033"/>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108" name="표 20">
            <a:extLst>
              <a:ext uri="{FF2B5EF4-FFF2-40B4-BE49-F238E27FC236}">
                <a16:creationId xmlns:a16="http://schemas.microsoft.com/office/drawing/2014/main" id="{0CC5873D-8BD1-4B41-B97D-26859AE67B20}"/>
              </a:ext>
            </a:extLst>
          </p:cNvPr>
          <p:cNvGraphicFramePr>
            <a:graphicFrameLocks noGrp="1"/>
          </p:cNvGraphicFramePr>
          <p:nvPr userDrawn="1">
            <p:extLst>
              <p:ext uri="{D42A27DB-BD31-4B8C-83A1-F6EECF244321}">
                <p14:modId xmlns:p14="http://schemas.microsoft.com/office/powerpoint/2010/main" val="2062865817"/>
              </p:ext>
            </p:extLst>
          </p:nvPr>
        </p:nvGraphicFramePr>
        <p:xfrm>
          <a:off x="40495" y="3269420"/>
          <a:ext cx="1305704" cy="190500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정보관리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lnSpc>
                          <a:spcPct val="150000"/>
                        </a:lnSpc>
                      </a:pPr>
                      <a:r>
                        <a:rPr lang="en-US" altLang="ko-KR" sz="700" dirty="0"/>
                        <a:t>   -  </a:t>
                      </a:r>
                      <a:r>
                        <a:rPr lang="ko-KR" altLang="en-US" sz="700" dirty="0"/>
                        <a:t>회원 정보 수정</a:t>
                      </a:r>
                      <a:endParaRPr lang="en-US" altLang="ko-KR" sz="700" dirty="0"/>
                    </a:p>
                    <a:p>
                      <a:pPr latinLnBrk="1">
                        <a:lnSpc>
                          <a:spcPct val="150000"/>
                        </a:lnSpc>
                      </a:pPr>
                      <a:r>
                        <a:rPr lang="en-US" altLang="ko-KR" sz="700" dirty="0"/>
                        <a:t>   -  </a:t>
                      </a:r>
                      <a:r>
                        <a:rPr lang="ko-KR" altLang="en-US" sz="700" dirty="0" err="1"/>
                        <a:t>배송지</a:t>
                      </a:r>
                      <a:r>
                        <a:rPr lang="ko-KR" altLang="en-US" sz="700" dirty="0"/>
                        <a:t> 설정</a:t>
                      </a:r>
                      <a:endParaRPr lang="en-US" altLang="ko-KR" sz="700" dirty="0"/>
                    </a:p>
                    <a:p>
                      <a:pPr latinLnBrk="1">
                        <a:lnSpc>
                          <a:spcPct val="150000"/>
                        </a:lnSpc>
                      </a:pPr>
                      <a:endParaRPr lang="en-US" altLang="ko-KR" sz="700" dirty="0"/>
                    </a:p>
                    <a:p>
                      <a:pPr latinLnBrk="1">
                        <a:lnSpc>
                          <a:spcPct val="150000"/>
                        </a:lnSpc>
                      </a:pPr>
                      <a:r>
                        <a:rPr lang="en-US" altLang="ko-KR" sz="700" dirty="0"/>
                        <a:t>   -  </a:t>
                      </a:r>
                      <a:r>
                        <a:rPr lang="ko-KR" altLang="en-US" sz="700" dirty="0"/>
                        <a:t>회원 탈퇴 신청</a:t>
                      </a:r>
                      <a:endParaRPr lang="en-US" altLang="ko-KR" sz="700" dirty="0"/>
                    </a:p>
                    <a:p>
                      <a:pPr latinLnBrk="1"/>
                      <a:endParaRPr lang="en-US" altLang="ko-KR" sz="7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710769806"/>
                  </a:ext>
                </a:extLst>
              </a:tr>
              <a:tr h="0">
                <a:tc>
                  <a:txBody>
                    <a:bodyPr/>
                    <a:lstStyle/>
                    <a:p>
                      <a:pPr latinLnBrk="1"/>
                      <a:r>
                        <a:rPr lang="ko-KR" altLang="en-US" sz="800" dirty="0"/>
                        <a:t>○ 방문한 채널</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포인트 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장바구니 목록</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951731866"/>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a:t>
                      </a:r>
                      <a:r>
                        <a:rPr lang="ko-KR" altLang="en-US" sz="800" dirty="0" err="1"/>
                        <a:t>찜한</a:t>
                      </a:r>
                      <a:r>
                        <a:rPr lang="ko-KR" altLang="en-US" sz="800" dirty="0"/>
                        <a:t> 상품 목록</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629674474"/>
                  </a:ext>
                </a:extLst>
              </a:tr>
            </a:tbl>
          </a:graphicData>
        </a:graphic>
      </p:graphicFrame>
      <p:sp>
        <p:nvSpPr>
          <p:cNvPr id="109" name="TextBox 108">
            <a:extLst>
              <a:ext uri="{FF2B5EF4-FFF2-40B4-BE49-F238E27FC236}">
                <a16:creationId xmlns:a16="http://schemas.microsoft.com/office/drawing/2014/main" id="{BE117B63-3CDF-49B5-97C7-97A12DE3CB23}"/>
              </a:ext>
            </a:extLst>
          </p:cNvPr>
          <p:cNvSpPr txBox="1"/>
          <p:nvPr userDrawn="1"/>
        </p:nvSpPr>
        <p:spPr>
          <a:xfrm rot="10800000">
            <a:off x="1073023" y="6422902"/>
            <a:ext cx="276038" cy="246221"/>
          </a:xfrm>
          <a:prstGeom prst="rect">
            <a:avLst/>
          </a:prstGeom>
          <a:noFill/>
        </p:spPr>
        <p:txBody>
          <a:bodyPr wrap="none" rtlCol="0">
            <a:spAutoFit/>
          </a:bodyPr>
          <a:lstStyle/>
          <a:p>
            <a:r>
              <a:rPr lang="ko-KR" altLang="en-US" sz="1000" b="1" dirty="0"/>
              <a:t>∨</a:t>
            </a:r>
          </a:p>
        </p:txBody>
      </p:sp>
      <p:sp>
        <p:nvSpPr>
          <p:cNvPr id="110" name="TextBox 109">
            <a:extLst>
              <a:ext uri="{FF2B5EF4-FFF2-40B4-BE49-F238E27FC236}">
                <a16:creationId xmlns:a16="http://schemas.microsoft.com/office/drawing/2014/main" id="{BA5DA224-A169-4C2E-B69E-C19A51C66F28}"/>
              </a:ext>
            </a:extLst>
          </p:cNvPr>
          <p:cNvSpPr txBox="1"/>
          <p:nvPr userDrawn="1"/>
        </p:nvSpPr>
        <p:spPr>
          <a:xfrm>
            <a:off x="1110536" y="3239447"/>
            <a:ext cx="276038" cy="246221"/>
          </a:xfrm>
          <a:prstGeom prst="rect">
            <a:avLst/>
          </a:prstGeom>
          <a:noFill/>
        </p:spPr>
        <p:txBody>
          <a:bodyPr wrap="none" rtlCol="0">
            <a:spAutoFit/>
          </a:bodyPr>
          <a:lstStyle/>
          <a:p>
            <a:r>
              <a:rPr lang="ko-KR" altLang="en-US" sz="1000" b="1" dirty="0"/>
              <a:t>∨</a:t>
            </a:r>
          </a:p>
        </p:txBody>
      </p:sp>
      <p:graphicFrame>
        <p:nvGraphicFramePr>
          <p:cNvPr id="111" name="표 20">
            <a:extLst>
              <a:ext uri="{FF2B5EF4-FFF2-40B4-BE49-F238E27FC236}">
                <a16:creationId xmlns:a16="http://schemas.microsoft.com/office/drawing/2014/main" id="{4C00125D-77C3-4D76-96F1-178795066627}"/>
              </a:ext>
            </a:extLst>
          </p:cNvPr>
          <p:cNvGraphicFramePr>
            <a:graphicFrameLocks noGrp="1"/>
          </p:cNvGraphicFramePr>
          <p:nvPr userDrawn="1">
            <p:extLst>
              <p:ext uri="{D42A27DB-BD31-4B8C-83A1-F6EECF244321}">
                <p14:modId xmlns:p14="http://schemas.microsoft.com/office/powerpoint/2010/main" val="2049840458"/>
              </p:ext>
            </p:extLst>
          </p:nvPr>
        </p:nvGraphicFramePr>
        <p:xfrm>
          <a:off x="44781" y="5770566"/>
          <a:ext cx="1305704" cy="85344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서비스 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주요기능</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가입안내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r h="0">
                <a:tc>
                  <a:txBody>
                    <a:bodyPr/>
                    <a:lstStyle/>
                    <a:p>
                      <a:pPr latinLnBrk="1"/>
                      <a:r>
                        <a:rPr lang="ko-KR" altLang="en-US" sz="800" dirty="0"/>
                        <a:t>○ 고객센터</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878359119"/>
                  </a:ext>
                </a:extLst>
              </a:tr>
            </a:tbl>
          </a:graphicData>
        </a:graphic>
      </p:graphicFrame>
      <p:sp>
        <p:nvSpPr>
          <p:cNvPr id="112" name="TextBox 111">
            <a:extLst>
              <a:ext uri="{FF2B5EF4-FFF2-40B4-BE49-F238E27FC236}">
                <a16:creationId xmlns:a16="http://schemas.microsoft.com/office/drawing/2014/main" id="{E5132DBA-0939-404F-AF53-E0A8B421A6E1}"/>
              </a:ext>
            </a:extLst>
          </p:cNvPr>
          <p:cNvSpPr txBox="1"/>
          <p:nvPr userDrawn="1"/>
        </p:nvSpPr>
        <p:spPr>
          <a:xfrm>
            <a:off x="18077" y="5541388"/>
            <a:ext cx="1182036" cy="215444"/>
          </a:xfrm>
          <a:prstGeom prst="rect">
            <a:avLst/>
          </a:prstGeom>
          <a:noFill/>
        </p:spPr>
        <p:txBody>
          <a:bodyPr wrap="square">
            <a:spAutoFit/>
          </a:bodyPr>
          <a:lstStyle/>
          <a:p>
            <a:pPr latinLnBrk="1"/>
            <a:r>
              <a:rPr lang="ko-KR" altLang="en-US" sz="800" b="1" dirty="0">
                <a:solidFill>
                  <a:schemeClr val="bg1">
                    <a:lumMod val="50000"/>
                  </a:schemeClr>
                </a:solidFill>
              </a:rPr>
              <a:t> </a:t>
            </a:r>
            <a:r>
              <a:rPr lang="en-US" altLang="ko-KR" sz="800" b="1" dirty="0">
                <a:solidFill>
                  <a:schemeClr val="bg1">
                    <a:lumMod val="50000"/>
                  </a:schemeClr>
                </a:solidFill>
              </a:rPr>
              <a:t>Me9 Market </a:t>
            </a:r>
            <a:endParaRPr lang="ko-KR" altLang="en-US" sz="800" b="1" dirty="0">
              <a:solidFill>
                <a:schemeClr val="bg1">
                  <a:lumMod val="50000"/>
                </a:schemeClr>
              </a:solidFill>
            </a:endParaRPr>
          </a:p>
        </p:txBody>
      </p:sp>
      <p:sp>
        <p:nvSpPr>
          <p:cNvPr id="113" name="TextBox 112">
            <a:extLst>
              <a:ext uri="{FF2B5EF4-FFF2-40B4-BE49-F238E27FC236}">
                <a16:creationId xmlns:a16="http://schemas.microsoft.com/office/drawing/2014/main" id="{EEDC4AC1-60F6-4A70-B08A-9217864D9CEC}"/>
              </a:ext>
            </a:extLst>
          </p:cNvPr>
          <p:cNvSpPr txBox="1"/>
          <p:nvPr userDrawn="1"/>
        </p:nvSpPr>
        <p:spPr>
          <a:xfrm>
            <a:off x="29006" y="3052022"/>
            <a:ext cx="1182036" cy="215444"/>
          </a:xfrm>
          <a:prstGeom prst="rect">
            <a:avLst/>
          </a:prstGeom>
          <a:noFill/>
        </p:spPr>
        <p:txBody>
          <a:bodyPr wrap="square">
            <a:spAutoFit/>
          </a:bodyPr>
          <a:lstStyle/>
          <a:p>
            <a:pPr latinLnBrk="1"/>
            <a:r>
              <a:rPr lang="ko-KR" altLang="en-US" sz="800" b="1" dirty="0">
                <a:solidFill>
                  <a:schemeClr val="bg1">
                    <a:lumMod val="50000"/>
                  </a:schemeClr>
                </a:solidFill>
              </a:rPr>
              <a:t> 주요메뉴</a:t>
            </a:r>
            <a:r>
              <a:rPr lang="en-US" altLang="ko-KR" sz="800" b="1" dirty="0">
                <a:solidFill>
                  <a:schemeClr val="bg1">
                    <a:lumMod val="50000"/>
                  </a:schemeClr>
                </a:solidFill>
              </a:rPr>
              <a:t> </a:t>
            </a:r>
            <a:endParaRPr lang="ko-KR" altLang="en-US" sz="800" b="1" dirty="0">
              <a:solidFill>
                <a:schemeClr val="bg1">
                  <a:lumMod val="50000"/>
                </a:schemeClr>
              </a:solidFill>
            </a:endParaRPr>
          </a:p>
        </p:txBody>
      </p:sp>
      <p:sp>
        <p:nvSpPr>
          <p:cNvPr id="13" name="직사각형 12">
            <a:extLst>
              <a:ext uri="{FF2B5EF4-FFF2-40B4-BE49-F238E27FC236}">
                <a16:creationId xmlns:a16="http://schemas.microsoft.com/office/drawing/2014/main" id="{54D5C5E2-0228-4EFA-86E1-9105D7CC4C3F}"/>
              </a:ext>
            </a:extLst>
          </p:cNvPr>
          <p:cNvSpPr/>
          <p:nvPr userDrawn="1"/>
        </p:nvSpPr>
        <p:spPr>
          <a:xfrm>
            <a:off x="41208" y="429370"/>
            <a:ext cx="1304991"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4136702603"/>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마이페이지 기본틀">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605EB3FE-840F-4EF5-9033-AEA247AA349D}"/>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7F3ADF11-B500-4F1F-9425-9A4206C95698}"/>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E1EE8C42-4447-4ABF-B019-DBAAC2F5B704}"/>
              </a:ext>
            </a:extLst>
          </p:cNvPr>
          <p:cNvSpPr/>
          <p:nvPr userDrawn="1"/>
        </p:nvSpPr>
        <p:spPr>
          <a:xfrm>
            <a:off x="41208" y="34272"/>
            <a:ext cx="10071693" cy="39509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a:extLst>
              <a:ext uri="{FF2B5EF4-FFF2-40B4-BE49-F238E27FC236}">
                <a16:creationId xmlns:a16="http://schemas.microsoft.com/office/drawing/2014/main" id="{271E5BA9-5F15-40D8-B41F-7E9A2E6D410E}"/>
              </a:ext>
            </a:extLst>
          </p:cNvPr>
          <p:cNvGrpSpPr/>
          <p:nvPr userDrawn="1"/>
        </p:nvGrpSpPr>
        <p:grpSpPr>
          <a:xfrm>
            <a:off x="118741" y="94475"/>
            <a:ext cx="1148071" cy="273280"/>
            <a:chOff x="2843808" y="1955121"/>
            <a:chExt cx="1674813" cy="596970"/>
          </a:xfrm>
          <a:solidFill>
            <a:schemeClr val="bg1">
              <a:lumMod val="95000"/>
            </a:schemeClr>
          </a:solidFill>
        </p:grpSpPr>
        <p:sp>
          <p:nvSpPr>
            <p:cNvPr id="7" name="Border">
              <a:extLst>
                <a:ext uri="{FF2B5EF4-FFF2-40B4-BE49-F238E27FC236}">
                  <a16:creationId xmlns:a16="http://schemas.microsoft.com/office/drawing/2014/main" id="{F9AB7030-82F1-4D0A-BB74-93A1FE8B0C2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60965009-092E-411F-B241-49E3CEC459C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4FEB3E1A-4091-4ECD-B830-5B00388FE8A7}"/>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TextBox 9">
              <a:extLst>
                <a:ext uri="{FF2B5EF4-FFF2-40B4-BE49-F238E27FC236}">
                  <a16:creationId xmlns:a16="http://schemas.microsoft.com/office/drawing/2014/main" id="{A7AA3F6C-E931-4772-B894-ACDAB4151BE9}"/>
                </a:ext>
              </a:extLst>
            </p:cNvPr>
            <p:cNvSpPr txBox="1"/>
            <p:nvPr/>
          </p:nvSpPr>
          <p:spPr>
            <a:xfrm>
              <a:off x="3335780" y="2018289"/>
              <a:ext cx="690867" cy="470629"/>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54" name="직사각형 53">
            <a:extLst>
              <a:ext uri="{FF2B5EF4-FFF2-40B4-BE49-F238E27FC236}">
                <a16:creationId xmlns:a16="http://schemas.microsoft.com/office/drawing/2014/main" id="{F450E196-5852-43B7-99A3-92E857F36AFC}"/>
              </a:ext>
            </a:extLst>
          </p:cNvPr>
          <p:cNvSpPr/>
          <p:nvPr userDrawn="1"/>
        </p:nvSpPr>
        <p:spPr>
          <a:xfrm>
            <a:off x="1423732" y="481757"/>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55" name="직사각형 54">
            <a:extLst>
              <a:ext uri="{FF2B5EF4-FFF2-40B4-BE49-F238E27FC236}">
                <a16:creationId xmlns:a16="http://schemas.microsoft.com/office/drawing/2014/main" id="{8AE35E3B-3484-482E-8AC9-B152A0721C5D}"/>
              </a:ext>
            </a:extLst>
          </p:cNvPr>
          <p:cNvSpPr/>
          <p:nvPr userDrawn="1"/>
        </p:nvSpPr>
        <p:spPr>
          <a:xfrm>
            <a:off x="6856904" y="481757"/>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graphicFrame>
        <p:nvGraphicFramePr>
          <p:cNvPr id="34" name="표 20">
            <a:extLst>
              <a:ext uri="{FF2B5EF4-FFF2-40B4-BE49-F238E27FC236}">
                <a16:creationId xmlns:a16="http://schemas.microsoft.com/office/drawing/2014/main" id="{54953464-2102-48E3-9636-4A10BFF8D1BF}"/>
              </a:ext>
            </a:extLst>
          </p:cNvPr>
          <p:cNvGraphicFramePr>
            <a:graphicFrameLocks noGrp="1"/>
          </p:cNvGraphicFramePr>
          <p:nvPr userDrawn="1">
            <p:extLst>
              <p:ext uri="{D42A27DB-BD31-4B8C-83A1-F6EECF244321}">
                <p14:modId xmlns:p14="http://schemas.microsoft.com/office/powerpoint/2010/main" val="1608273184"/>
              </p:ext>
            </p:extLst>
          </p:nvPr>
        </p:nvGraphicFramePr>
        <p:xfrm>
          <a:off x="40495" y="3269410"/>
          <a:ext cx="1305704" cy="190500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정보관리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lnSpc>
                          <a:spcPct val="150000"/>
                        </a:lnSpc>
                      </a:pPr>
                      <a:r>
                        <a:rPr lang="en-US" altLang="ko-KR" sz="700" dirty="0"/>
                        <a:t>   -  </a:t>
                      </a:r>
                      <a:r>
                        <a:rPr lang="ko-KR" altLang="en-US" sz="700" dirty="0"/>
                        <a:t>회원 정보 수정</a:t>
                      </a:r>
                      <a:endParaRPr lang="en-US" altLang="ko-KR" sz="700" dirty="0"/>
                    </a:p>
                    <a:p>
                      <a:pPr latinLnBrk="1">
                        <a:lnSpc>
                          <a:spcPct val="150000"/>
                        </a:lnSpc>
                      </a:pPr>
                      <a:r>
                        <a:rPr lang="en-US" altLang="ko-KR" sz="700" dirty="0"/>
                        <a:t>   -  </a:t>
                      </a:r>
                      <a:r>
                        <a:rPr lang="ko-KR" altLang="en-US" sz="700" dirty="0" err="1"/>
                        <a:t>배송지</a:t>
                      </a:r>
                      <a:r>
                        <a:rPr lang="ko-KR" altLang="en-US" sz="700" dirty="0"/>
                        <a:t> 설정</a:t>
                      </a:r>
                      <a:endParaRPr lang="en-US" altLang="ko-KR" sz="700" dirty="0"/>
                    </a:p>
                    <a:p>
                      <a:pPr latinLnBrk="1">
                        <a:lnSpc>
                          <a:spcPct val="150000"/>
                        </a:lnSpc>
                      </a:pPr>
                      <a:endParaRPr lang="en-US" altLang="ko-KR" sz="700" dirty="0"/>
                    </a:p>
                    <a:p>
                      <a:pPr latinLnBrk="1">
                        <a:lnSpc>
                          <a:spcPct val="150000"/>
                        </a:lnSpc>
                      </a:pPr>
                      <a:r>
                        <a:rPr lang="en-US" altLang="ko-KR" sz="700" dirty="0"/>
                        <a:t>   -  </a:t>
                      </a:r>
                      <a:r>
                        <a:rPr lang="ko-KR" altLang="en-US" sz="700" dirty="0"/>
                        <a:t>회원 탈퇴 신청</a:t>
                      </a:r>
                      <a:endParaRPr lang="en-US" altLang="ko-KR" sz="700" dirty="0"/>
                    </a:p>
                    <a:p>
                      <a:pPr latinLnBrk="1"/>
                      <a:endParaRPr lang="en-US" altLang="ko-KR" sz="7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710769806"/>
                  </a:ext>
                </a:extLst>
              </a:tr>
              <a:tr h="0">
                <a:tc>
                  <a:txBody>
                    <a:bodyPr/>
                    <a:lstStyle/>
                    <a:p>
                      <a:pPr latinLnBrk="1"/>
                      <a:r>
                        <a:rPr lang="ko-KR" altLang="en-US" sz="800" dirty="0"/>
                        <a:t>○ 방문한 채널</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포인트 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장바구니 목록</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951731866"/>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a:t>
                      </a:r>
                      <a:r>
                        <a:rPr lang="ko-KR" altLang="en-US" sz="800" dirty="0" err="1"/>
                        <a:t>찜한</a:t>
                      </a:r>
                      <a:r>
                        <a:rPr lang="ko-KR" altLang="en-US" sz="800" dirty="0"/>
                        <a:t> 상품 목록</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629674474"/>
                  </a:ext>
                </a:extLst>
              </a:tr>
            </a:tbl>
          </a:graphicData>
        </a:graphic>
      </p:graphicFrame>
      <p:sp>
        <p:nvSpPr>
          <p:cNvPr id="35" name="TextBox 34">
            <a:extLst>
              <a:ext uri="{FF2B5EF4-FFF2-40B4-BE49-F238E27FC236}">
                <a16:creationId xmlns:a16="http://schemas.microsoft.com/office/drawing/2014/main" id="{B4622082-FAD3-478B-8D84-C4D9A756361D}"/>
              </a:ext>
            </a:extLst>
          </p:cNvPr>
          <p:cNvSpPr txBox="1"/>
          <p:nvPr userDrawn="1"/>
        </p:nvSpPr>
        <p:spPr>
          <a:xfrm rot="10800000">
            <a:off x="1073023" y="6415009"/>
            <a:ext cx="276038" cy="246221"/>
          </a:xfrm>
          <a:prstGeom prst="rect">
            <a:avLst/>
          </a:prstGeom>
          <a:noFill/>
        </p:spPr>
        <p:txBody>
          <a:bodyPr wrap="none" rtlCol="0">
            <a:spAutoFit/>
          </a:bodyPr>
          <a:lstStyle/>
          <a:p>
            <a:r>
              <a:rPr lang="ko-KR" altLang="en-US" sz="1000" b="1" dirty="0"/>
              <a:t>∨</a:t>
            </a:r>
          </a:p>
        </p:txBody>
      </p:sp>
      <p:sp>
        <p:nvSpPr>
          <p:cNvPr id="36" name="TextBox 35">
            <a:extLst>
              <a:ext uri="{FF2B5EF4-FFF2-40B4-BE49-F238E27FC236}">
                <a16:creationId xmlns:a16="http://schemas.microsoft.com/office/drawing/2014/main" id="{C30998D5-0B36-4918-9B46-DEF9923AD489}"/>
              </a:ext>
            </a:extLst>
          </p:cNvPr>
          <p:cNvSpPr txBox="1"/>
          <p:nvPr userDrawn="1"/>
        </p:nvSpPr>
        <p:spPr>
          <a:xfrm>
            <a:off x="1110536" y="3239437"/>
            <a:ext cx="276038" cy="246221"/>
          </a:xfrm>
          <a:prstGeom prst="rect">
            <a:avLst/>
          </a:prstGeom>
          <a:noFill/>
        </p:spPr>
        <p:txBody>
          <a:bodyPr wrap="none" rtlCol="0">
            <a:spAutoFit/>
          </a:bodyPr>
          <a:lstStyle/>
          <a:p>
            <a:r>
              <a:rPr lang="ko-KR" altLang="en-US" sz="1000" b="1" dirty="0"/>
              <a:t>∨</a:t>
            </a:r>
          </a:p>
        </p:txBody>
      </p:sp>
      <p:graphicFrame>
        <p:nvGraphicFramePr>
          <p:cNvPr id="37" name="표 20">
            <a:extLst>
              <a:ext uri="{FF2B5EF4-FFF2-40B4-BE49-F238E27FC236}">
                <a16:creationId xmlns:a16="http://schemas.microsoft.com/office/drawing/2014/main" id="{1ADAFC4B-653B-454A-84A2-A212A08E18E8}"/>
              </a:ext>
            </a:extLst>
          </p:cNvPr>
          <p:cNvGraphicFramePr>
            <a:graphicFrameLocks noGrp="1"/>
          </p:cNvGraphicFramePr>
          <p:nvPr userDrawn="1">
            <p:extLst>
              <p:ext uri="{D42A27DB-BD31-4B8C-83A1-F6EECF244321}">
                <p14:modId xmlns:p14="http://schemas.microsoft.com/office/powerpoint/2010/main" val="1051277586"/>
              </p:ext>
            </p:extLst>
          </p:nvPr>
        </p:nvGraphicFramePr>
        <p:xfrm>
          <a:off x="44781" y="5770556"/>
          <a:ext cx="1305704" cy="85344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서비스 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주요기능</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가입안내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r h="0">
                <a:tc>
                  <a:txBody>
                    <a:bodyPr/>
                    <a:lstStyle/>
                    <a:p>
                      <a:pPr latinLnBrk="1"/>
                      <a:r>
                        <a:rPr lang="ko-KR" altLang="en-US" sz="800" dirty="0"/>
                        <a:t>○ 고객센터</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878359119"/>
                  </a:ext>
                </a:extLst>
              </a:tr>
            </a:tbl>
          </a:graphicData>
        </a:graphic>
      </p:graphicFrame>
      <p:sp>
        <p:nvSpPr>
          <p:cNvPr id="38" name="TextBox 37">
            <a:extLst>
              <a:ext uri="{FF2B5EF4-FFF2-40B4-BE49-F238E27FC236}">
                <a16:creationId xmlns:a16="http://schemas.microsoft.com/office/drawing/2014/main" id="{76D2D15B-D097-47CE-BA7F-A754F3ACA9EE}"/>
              </a:ext>
            </a:extLst>
          </p:cNvPr>
          <p:cNvSpPr txBox="1"/>
          <p:nvPr userDrawn="1"/>
        </p:nvSpPr>
        <p:spPr>
          <a:xfrm>
            <a:off x="18077" y="5541378"/>
            <a:ext cx="1182036" cy="215444"/>
          </a:xfrm>
          <a:prstGeom prst="rect">
            <a:avLst/>
          </a:prstGeom>
          <a:noFill/>
        </p:spPr>
        <p:txBody>
          <a:bodyPr wrap="square">
            <a:spAutoFit/>
          </a:bodyPr>
          <a:lstStyle/>
          <a:p>
            <a:pPr latinLnBrk="1"/>
            <a:r>
              <a:rPr lang="ko-KR" altLang="en-US" sz="800" b="1" dirty="0">
                <a:solidFill>
                  <a:schemeClr val="bg1">
                    <a:lumMod val="50000"/>
                  </a:schemeClr>
                </a:solidFill>
              </a:rPr>
              <a:t> </a:t>
            </a:r>
            <a:r>
              <a:rPr lang="en-US" altLang="ko-KR" sz="800" b="1" dirty="0">
                <a:solidFill>
                  <a:schemeClr val="bg1">
                    <a:lumMod val="50000"/>
                  </a:schemeClr>
                </a:solidFill>
              </a:rPr>
              <a:t>Me9 Market </a:t>
            </a:r>
            <a:endParaRPr lang="ko-KR" altLang="en-US" sz="800" b="1" dirty="0">
              <a:solidFill>
                <a:schemeClr val="bg1">
                  <a:lumMod val="50000"/>
                </a:schemeClr>
              </a:solidFill>
            </a:endParaRPr>
          </a:p>
        </p:txBody>
      </p:sp>
      <p:sp>
        <p:nvSpPr>
          <p:cNvPr id="40" name="직사각형 39">
            <a:extLst>
              <a:ext uri="{FF2B5EF4-FFF2-40B4-BE49-F238E27FC236}">
                <a16:creationId xmlns:a16="http://schemas.microsoft.com/office/drawing/2014/main" id="{B39A4D4F-5986-4555-A203-F81282D66472}"/>
              </a:ext>
            </a:extLst>
          </p:cNvPr>
          <p:cNvSpPr/>
          <p:nvPr userDrawn="1"/>
        </p:nvSpPr>
        <p:spPr>
          <a:xfrm>
            <a:off x="5822950" y="104509"/>
            <a:ext cx="3017529" cy="253211"/>
          </a:xfrm>
          <a:prstGeom prst="rect">
            <a:avLst/>
          </a:prstGeom>
        </p:spPr>
        <p:txBody>
          <a:bodyPr wrap="square">
            <a:spAutoFit/>
          </a:bodyPr>
          <a:lstStyle/>
          <a:p>
            <a:pPr algn="r">
              <a:lnSpc>
                <a:spcPct val="150000"/>
              </a:lnSpc>
            </a:pPr>
            <a:r>
              <a:rPr lang="ko-KR" altLang="en-US" sz="800" b="0" dirty="0">
                <a:latin typeface="+mj-ea"/>
                <a:ea typeface="+mj-ea"/>
              </a:rPr>
              <a:t>채널관리자  </a:t>
            </a:r>
            <a:r>
              <a:rPr lang="en-US" altLang="ko-KR" sz="800" b="0" dirty="0">
                <a:latin typeface="+mj-ea"/>
                <a:ea typeface="+mj-ea"/>
              </a:rPr>
              <a:t>  </a:t>
            </a:r>
            <a:r>
              <a:rPr lang="en-US" altLang="ko-KR" sz="800" dirty="0">
                <a:solidFill>
                  <a:schemeClr val="bg1">
                    <a:lumMod val="75000"/>
                  </a:schemeClr>
                </a:solidFill>
                <a:latin typeface="+mj-ea"/>
                <a:ea typeface="+mj-ea"/>
              </a:rPr>
              <a:t>|   </a:t>
            </a:r>
            <a:r>
              <a:rPr lang="ko-KR" altLang="en-US" sz="800" b="0" dirty="0" err="1">
                <a:latin typeface="+mj-ea"/>
                <a:ea typeface="+mj-ea"/>
              </a:rPr>
              <a:t>회원명</a:t>
            </a:r>
            <a:r>
              <a:rPr lang="ko-KR" altLang="en-US" sz="800" b="0" dirty="0">
                <a:latin typeface="+mj-ea"/>
                <a:ea typeface="+mj-ea"/>
              </a:rPr>
              <a:t>  </a:t>
            </a:r>
            <a:r>
              <a:rPr lang="en-US" altLang="ko-KR" sz="800" b="0" dirty="0">
                <a:latin typeface="+mj-ea"/>
                <a:ea typeface="+mj-ea"/>
              </a:rPr>
              <a:t>  </a:t>
            </a:r>
            <a:r>
              <a:rPr lang="en-US" altLang="ko-KR" sz="800" dirty="0">
                <a:solidFill>
                  <a:schemeClr val="bg1">
                    <a:lumMod val="75000"/>
                  </a:schemeClr>
                </a:solidFill>
                <a:latin typeface="+mj-ea"/>
                <a:ea typeface="+mj-ea"/>
              </a:rPr>
              <a:t>|  </a:t>
            </a:r>
            <a:r>
              <a:rPr lang="ko-KR" altLang="en-US" sz="800" dirty="0">
                <a:latin typeface="+mj-ea"/>
                <a:ea typeface="+mj-ea"/>
              </a:rPr>
              <a:t>총 포인트 </a:t>
            </a:r>
            <a:r>
              <a:rPr lang="en-US" altLang="ko-KR" sz="800" dirty="0">
                <a:latin typeface="+mj-ea"/>
                <a:ea typeface="+mj-ea"/>
              </a:rPr>
              <a:t>( 00 )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sp>
        <p:nvSpPr>
          <p:cNvPr id="41" name="사각형: 둥근 모서리 40">
            <a:extLst>
              <a:ext uri="{FF2B5EF4-FFF2-40B4-BE49-F238E27FC236}">
                <a16:creationId xmlns:a16="http://schemas.microsoft.com/office/drawing/2014/main" id="{97B0B921-066A-485C-BC54-675717402020}"/>
              </a:ext>
            </a:extLst>
          </p:cNvPr>
          <p:cNvSpPr/>
          <p:nvPr userDrawn="1"/>
        </p:nvSpPr>
        <p:spPr>
          <a:xfrm>
            <a:off x="1475329" y="141986"/>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42" name="웃는 얼굴 41">
            <a:extLst>
              <a:ext uri="{FF2B5EF4-FFF2-40B4-BE49-F238E27FC236}">
                <a16:creationId xmlns:a16="http://schemas.microsoft.com/office/drawing/2014/main" id="{56CD0188-B66D-431A-99F1-E768CBD717D6}"/>
              </a:ext>
            </a:extLst>
          </p:cNvPr>
          <p:cNvSpPr/>
          <p:nvPr userDrawn="1"/>
        </p:nvSpPr>
        <p:spPr>
          <a:xfrm>
            <a:off x="1528390" y="178856"/>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3" name="사각형: 둥근 모서리 42">
            <a:extLst>
              <a:ext uri="{FF2B5EF4-FFF2-40B4-BE49-F238E27FC236}">
                <a16:creationId xmlns:a16="http://schemas.microsoft.com/office/drawing/2014/main" id="{F14A5799-57F6-4E4A-B217-9623D13474BF}"/>
              </a:ext>
            </a:extLst>
          </p:cNvPr>
          <p:cNvSpPr/>
          <p:nvPr userDrawn="1"/>
        </p:nvSpPr>
        <p:spPr>
          <a:xfrm>
            <a:off x="2299780" y="147229"/>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44" name="웃는 얼굴 43">
            <a:extLst>
              <a:ext uri="{FF2B5EF4-FFF2-40B4-BE49-F238E27FC236}">
                <a16:creationId xmlns:a16="http://schemas.microsoft.com/office/drawing/2014/main" id="{2E5D7EB0-A2B8-422B-A7EB-9069191BB27F}"/>
              </a:ext>
            </a:extLst>
          </p:cNvPr>
          <p:cNvSpPr/>
          <p:nvPr userDrawn="1"/>
        </p:nvSpPr>
        <p:spPr>
          <a:xfrm>
            <a:off x="2352841" y="184099"/>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5" name="사각형: 둥근 모서리 44">
            <a:extLst>
              <a:ext uri="{FF2B5EF4-FFF2-40B4-BE49-F238E27FC236}">
                <a16:creationId xmlns:a16="http://schemas.microsoft.com/office/drawing/2014/main" id="{A41D70A0-F73B-45FA-B36E-11A4FC23F13D}"/>
              </a:ext>
            </a:extLst>
          </p:cNvPr>
          <p:cNvSpPr/>
          <p:nvPr userDrawn="1"/>
        </p:nvSpPr>
        <p:spPr>
          <a:xfrm>
            <a:off x="3124167" y="136743"/>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46" name="웃는 얼굴 45">
            <a:extLst>
              <a:ext uri="{FF2B5EF4-FFF2-40B4-BE49-F238E27FC236}">
                <a16:creationId xmlns:a16="http://schemas.microsoft.com/office/drawing/2014/main" id="{6A60CDAD-4992-4CF1-81C7-6C84AA782C33}"/>
              </a:ext>
            </a:extLst>
          </p:cNvPr>
          <p:cNvSpPr/>
          <p:nvPr userDrawn="1"/>
        </p:nvSpPr>
        <p:spPr>
          <a:xfrm>
            <a:off x="3177228" y="173613"/>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6" name="사각형: 둥근 모서리 55">
            <a:extLst>
              <a:ext uri="{FF2B5EF4-FFF2-40B4-BE49-F238E27FC236}">
                <a16:creationId xmlns:a16="http://schemas.microsoft.com/office/drawing/2014/main" id="{F4A210F1-6580-435E-9E28-F55D0E911466}"/>
              </a:ext>
            </a:extLst>
          </p:cNvPr>
          <p:cNvSpPr/>
          <p:nvPr userDrawn="1"/>
        </p:nvSpPr>
        <p:spPr>
          <a:xfrm>
            <a:off x="3948618" y="141986"/>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57" name="웃는 얼굴 56">
            <a:extLst>
              <a:ext uri="{FF2B5EF4-FFF2-40B4-BE49-F238E27FC236}">
                <a16:creationId xmlns:a16="http://schemas.microsoft.com/office/drawing/2014/main" id="{A6239548-C5E1-4515-B670-B90626DABF5C}"/>
              </a:ext>
            </a:extLst>
          </p:cNvPr>
          <p:cNvSpPr/>
          <p:nvPr userDrawn="1"/>
        </p:nvSpPr>
        <p:spPr>
          <a:xfrm>
            <a:off x="4001679" y="178856"/>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8" name="직사각형 57">
            <a:extLst>
              <a:ext uri="{FF2B5EF4-FFF2-40B4-BE49-F238E27FC236}">
                <a16:creationId xmlns:a16="http://schemas.microsoft.com/office/drawing/2014/main" id="{475AF7FA-73C3-4834-A5DC-87BABF156E6A}"/>
              </a:ext>
            </a:extLst>
          </p:cNvPr>
          <p:cNvSpPr/>
          <p:nvPr userDrawn="1"/>
        </p:nvSpPr>
        <p:spPr>
          <a:xfrm>
            <a:off x="8964475" y="36972"/>
            <a:ext cx="1148070" cy="392397"/>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t>채널목록     ∧</a:t>
            </a:r>
          </a:p>
        </p:txBody>
      </p:sp>
      <p:sp>
        <p:nvSpPr>
          <p:cNvPr id="59" name="직사각형 58">
            <a:extLst>
              <a:ext uri="{FF2B5EF4-FFF2-40B4-BE49-F238E27FC236}">
                <a16:creationId xmlns:a16="http://schemas.microsoft.com/office/drawing/2014/main" id="{AFC9120B-859E-4F06-A2F3-A795047A6DA2}"/>
              </a:ext>
            </a:extLst>
          </p:cNvPr>
          <p:cNvSpPr/>
          <p:nvPr userDrawn="1"/>
        </p:nvSpPr>
        <p:spPr>
          <a:xfrm>
            <a:off x="8963762" y="435441"/>
            <a:ext cx="1148070" cy="6187239"/>
          </a:xfrm>
          <a:prstGeom prst="rect">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0" name="사각형: 둥근 모서리 59">
            <a:extLst>
              <a:ext uri="{FF2B5EF4-FFF2-40B4-BE49-F238E27FC236}">
                <a16:creationId xmlns:a16="http://schemas.microsoft.com/office/drawing/2014/main" id="{7AF6F90D-A576-4864-A62E-3B9DCB00707E}"/>
              </a:ext>
            </a:extLst>
          </p:cNvPr>
          <p:cNvSpPr/>
          <p:nvPr userDrawn="1"/>
        </p:nvSpPr>
        <p:spPr>
          <a:xfrm>
            <a:off x="9025147" y="524234"/>
            <a:ext cx="1013669"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l"/>
            <a:r>
              <a:rPr lang="en-US" altLang="ko-KR" sz="700" dirty="0">
                <a:solidFill>
                  <a:schemeClr val="tx1"/>
                </a:solidFill>
              </a:rPr>
              <a:t>AAAA</a:t>
            </a:r>
            <a:r>
              <a:rPr lang="ko-KR" altLang="en-US" sz="700" dirty="0">
                <a:solidFill>
                  <a:schemeClr val="tx1"/>
                </a:solidFill>
              </a:rPr>
              <a:t> </a:t>
            </a:r>
            <a:r>
              <a:rPr lang="ko-KR" altLang="en-US" sz="700" dirty="0" err="1">
                <a:solidFill>
                  <a:schemeClr val="tx1"/>
                </a:solidFill>
              </a:rPr>
              <a:t>채널명</a:t>
            </a:r>
            <a:r>
              <a:rPr lang="en-US" altLang="ko-KR" sz="700" dirty="0">
                <a:solidFill>
                  <a:schemeClr val="tx1"/>
                </a:solidFill>
              </a:rPr>
              <a:t>…</a:t>
            </a:r>
            <a:endParaRPr lang="ko-KR" altLang="en-US" sz="700" dirty="0">
              <a:solidFill>
                <a:schemeClr val="tx1"/>
              </a:solidFill>
            </a:endParaRPr>
          </a:p>
        </p:txBody>
      </p:sp>
      <p:sp>
        <p:nvSpPr>
          <p:cNvPr id="61" name="웃는 얼굴 60">
            <a:extLst>
              <a:ext uri="{FF2B5EF4-FFF2-40B4-BE49-F238E27FC236}">
                <a16:creationId xmlns:a16="http://schemas.microsoft.com/office/drawing/2014/main" id="{33B3F62D-ADC5-410F-881F-FDD373E47217}"/>
              </a:ext>
            </a:extLst>
          </p:cNvPr>
          <p:cNvSpPr/>
          <p:nvPr userDrawn="1"/>
        </p:nvSpPr>
        <p:spPr>
          <a:xfrm>
            <a:off x="9860058" y="561104"/>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2" name="사각형: 둥근 모서리 61">
            <a:extLst>
              <a:ext uri="{FF2B5EF4-FFF2-40B4-BE49-F238E27FC236}">
                <a16:creationId xmlns:a16="http://schemas.microsoft.com/office/drawing/2014/main" id="{FBAC2AF2-56FF-462F-899E-A156BB739783}"/>
              </a:ext>
            </a:extLst>
          </p:cNvPr>
          <p:cNvSpPr/>
          <p:nvPr userDrawn="1"/>
        </p:nvSpPr>
        <p:spPr>
          <a:xfrm>
            <a:off x="9025147" y="792734"/>
            <a:ext cx="1013669"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l"/>
            <a:r>
              <a:rPr lang="en-US" altLang="ko-KR" sz="700" dirty="0">
                <a:solidFill>
                  <a:schemeClr val="tx1"/>
                </a:solidFill>
              </a:rPr>
              <a:t>AAAA</a:t>
            </a:r>
            <a:r>
              <a:rPr lang="ko-KR" altLang="en-US" sz="700" dirty="0">
                <a:solidFill>
                  <a:schemeClr val="tx1"/>
                </a:solidFill>
              </a:rPr>
              <a:t> </a:t>
            </a:r>
            <a:r>
              <a:rPr lang="ko-KR" altLang="en-US" sz="700" dirty="0" err="1">
                <a:solidFill>
                  <a:schemeClr val="tx1"/>
                </a:solidFill>
              </a:rPr>
              <a:t>채널명</a:t>
            </a:r>
            <a:r>
              <a:rPr lang="en-US" altLang="ko-KR" sz="700" dirty="0">
                <a:solidFill>
                  <a:schemeClr val="tx1"/>
                </a:solidFill>
              </a:rPr>
              <a:t>…</a:t>
            </a:r>
            <a:endParaRPr lang="ko-KR" altLang="en-US" sz="700" dirty="0">
              <a:solidFill>
                <a:schemeClr val="tx1"/>
              </a:solidFill>
            </a:endParaRPr>
          </a:p>
        </p:txBody>
      </p:sp>
      <p:sp>
        <p:nvSpPr>
          <p:cNvPr id="63" name="웃는 얼굴 62">
            <a:extLst>
              <a:ext uri="{FF2B5EF4-FFF2-40B4-BE49-F238E27FC236}">
                <a16:creationId xmlns:a16="http://schemas.microsoft.com/office/drawing/2014/main" id="{2B4CEC86-042B-4392-B013-53956D3A13D3}"/>
              </a:ext>
            </a:extLst>
          </p:cNvPr>
          <p:cNvSpPr/>
          <p:nvPr userDrawn="1"/>
        </p:nvSpPr>
        <p:spPr>
          <a:xfrm>
            <a:off x="9860058" y="829604"/>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4" name="사각형: 둥근 모서리 63">
            <a:extLst>
              <a:ext uri="{FF2B5EF4-FFF2-40B4-BE49-F238E27FC236}">
                <a16:creationId xmlns:a16="http://schemas.microsoft.com/office/drawing/2014/main" id="{E90D67FA-F88C-442B-B582-B0653C352984}"/>
              </a:ext>
            </a:extLst>
          </p:cNvPr>
          <p:cNvSpPr/>
          <p:nvPr userDrawn="1"/>
        </p:nvSpPr>
        <p:spPr>
          <a:xfrm>
            <a:off x="9025147" y="1069463"/>
            <a:ext cx="1013669"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l"/>
            <a:r>
              <a:rPr lang="en-US" altLang="ko-KR" sz="700" dirty="0">
                <a:solidFill>
                  <a:schemeClr val="tx1"/>
                </a:solidFill>
              </a:rPr>
              <a:t>AAAA</a:t>
            </a:r>
            <a:r>
              <a:rPr lang="ko-KR" altLang="en-US" sz="700" dirty="0">
                <a:solidFill>
                  <a:schemeClr val="tx1"/>
                </a:solidFill>
              </a:rPr>
              <a:t> </a:t>
            </a:r>
            <a:r>
              <a:rPr lang="ko-KR" altLang="en-US" sz="700" dirty="0" err="1">
                <a:solidFill>
                  <a:schemeClr val="tx1"/>
                </a:solidFill>
              </a:rPr>
              <a:t>채널명</a:t>
            </a:r>
            <a:r>
              <a:rPr lang="en-US" altLang="ko-KR" sz="700" dirty="0">
                <a:solidFill>
                  <a:schemeClr val="tx1"/>
                </a:solidFill>
              </a:rPr>
              <a:t>…</a:t>
            </a:r>
            <a:endParaRPr lang="ko-KR" altLang="en-US" sz="700" dirty="0">
              <a:solidFill>
                <a:schemeClr val="tx1"/>
              </a:solidFill>
            </a:endParaRPr>
          </a:p>
        </p:txBody>
      </p:sp>
      <p:sp>
        <p:nvSpPr>
          <p:cNvPr id="65" name="웃는 얼굴 64">
            <a:extLst>
              <a:ext uri="{FF2B5EF4-FFF2-40B4-BE49-F238E27FC236}">
                <a16:creationId xmlns:a16="http://schemas.microsoft.com/office/drawing/2014/main" id="{8F74AD9F-ABAC-4AA1-8DD3-C4368F27B528}"/>
              </a:ext>
            </a:extLst>
          </p:cNvPr>
          <p:cNvSpPr/>
          <p:nvPr userDrawn="1"/>
        </p:nvSpPr>
        <p:spPr>
          <a:xfrm>
            <a:off x="9860058" y="1106333"/>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6" name="사각형: 둥근 모서리 65">
            <a:extLst>
              <a:ext uri="{FF2B5EF4-FFF2-40B4-BE49-F238E27FC236}">
                <a16:creationId xmlns:a16="http://schemas.microsoft.com/office/drawing/2014/main" id="{5C59F041-B4AA-4E0E-8D61-0B8477802BB4}"/>
              </a:ext>
            </a:extLst>
          </p:cNvPr>
          <p:cNvSpPr/>
          <p:nvPr userDrawn="1"/>
        </p:nvSpPr>
        <p:spPr>
          <a:xfrm>
            <a:off x="9025147" y="1432484"/>
            <a:ext cx="1013669" cy="196850"/>
          </a:xfrm>
          <a:prstGeom prst="round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l"/>
            <a:r>
              <a:rPr lang="en-US" altLang="ko-KR" sz="700" dirty="0">
                <a:solidFill>
                  <a:schemeClr val="tx1"/>
                </a:solidFill>
              </a:rPr>
              <a:t>AAAA</a:t>
            </a:r>
            <a:r>
              <a:rPr lang="ko-KR" altLang="en-US" sz="700" dirty="0">
                <a:solidFill>
                  <a:schemeClr val="tx1"/>
                </a:solidFill>
              </a:rPr>
              <a:t> </a:t>
            </a:r>
            <a:r>
              <a:rPr lang="ko-KR" altLang="en-US" sz="700" dirty="0" err="1">
                <a:solidFill>
                  <a:schemeClr val="tx1"/>
                </a:solidFill>
              </a:rPr>
              <a:t>채널명</a:t>
            </a:r>
            <a:r>
              <a:rPr lang="en-US" altLang="ko-KR" sz="700" dirty="0">
                <a:solidFill>
                  <a:schemeClr val="tx1"/>
                </a:solidFill>
              </a:rPr>
              <a:t>…</a:t>
            </a:r>
            <a:endParaRPr lang="ko-KR" altLang="en-US" sz="700" dirty="0">
              <a:solidFill>
                <a:schemeClr val="tx1"/>
              </a:solidFill>
            </a:endParaRPr>
          </a:p>
        </p:txBody>
      </p:sp>
      <p:sp>
        <p:nvSpPr>
          <p:cNvPr id="67" name="웃는 얼굴 66">
            <a:extLst>
              <a:ext uri="{FF2B5EF4-FFF2-40B4-BE49-F238E27FC236}">
                <a16:creationId xmlns:a16="http://schemas.microsoft.com/office/drawing/2014/main" id="{71686FCA-D054-4E24-B570-A9CEDA9A4BBC}"/>
              </a:ext>
            </a:extLst>
          </p:cNvPr>
          <p:cNvSpPr/>
          <p:nvPr userDrawn="1"/>
        </p:nvSpPr>
        <p:spPr>
          <a:xfrm>
            <a:off x="9860058" y="1469354"/>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68" name="직선 연결선 67">
            <a:extLst>
              <a:ext uri="{FF2B5EF4-FFF2-40B4-BE49-F238E27FC236}">
                <a16:creationId xmlns:a16="http://schemas.microsoft.com/office/drawing/2014/main" id="{CA454079-AFEC-4C1B-AD32-454591719E91}"/>
              </a:ext>
            </a:extLst>
          </p:cNvPr>
          <p:cNvCxnSpPr/>
          <p:nvPr userDrawn="1"/>
        </p:nvCxnSpPr>
        <p:spPr>
          <a:xfrm>
            <a:off x="9025147" y="1349917"/>
            <a:ext cx="1013669"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69" name="사각형: 둥근 모서리 68">
            <a:extLst>
              <a:ext uri="{FF2B5EF4-FFF2-40B4-BE49-F238E27FC236}">
                <a16:creationId xmlns:a16="http://schemas.microsoft.com/office/drawing/2014/main" id="{7D269B73-E9A2-4A0E-98C0-9DC673BA7076}"/>
              </a:ext>
            </a:extLst>
          </p:cNvPr>
          <p:cNvSpPr/>
          <p:nvPr userDrawn="1"/>
        </p:nvSpPr>
        <p:spPr>
          <a:xfrm>
            <a:off x="9025147" y="1713355"/>
            <a:ext cx="1013669" cy="196850"/>
          </a:xfrm>
          <a:prstGeom prst="round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l"/>
            <a:r>
              <a:rPr lang="en-US" altLang="ko-KR" sz="700" dirty="0">
                <a:solidFill>
                  <a:schemeClr val="tx1"/>
                </a:solidFill>
              </a:rPr>
              <a:t>AAAA</a:t>
            </a:r>
            <a:r>
              <a:rPr lang="ko-KR" altLang="en-US" sz="700" dirty="0">
                <a:solidFill>
                  <a:schemeClr val="tx1"/>
                </a:solidFill>
              </a:rPr>
              <a:t> </a:t>
            </a:r>
            <a:r>
              <a:rPr lang="ko-KR" altLang="en-US" sz="700" dirty="0" err="1">
                <a:solidFill>
                  <a:schemeClr val="tx1"/>
                </a:solidFill>
              </a:rPr>
              <a:t>채널명</a:t>
            </a:r>
            <a:r>
              <a:rPr lang="en-US" altLang="ko-KR" sz="700" dirty="0">
                <a:solidFill>
                  <a:schemeClr val="tx1"/>
                </a:solidFill>
              </a:rPr>
              <a:t>…</a:t>
            </a:r>
            <a:endParaRPr lang="ko-KR" altLang="en-US" sz="700" dirty="0">
              <a:solidFill>
                <a:schemeClr val="tx1"/>
              </a:solidFill>
            </a:endParaRPr>
          </a:p>
        </p:txBody>
      </p:sp>
      <p:sp>
        <p:nvSpPr>
          <p:cNvPr id="70" name="웃는 얼굴 69">
            <a:extLst>
              <a:ext uri="{FF2B5EF4-FFF2-40B4-BE49-F238E27FC236}">
                <a16:creationId xmlns:a16="http://schemas.microsoft.com/office/drawing/2014/main" id="{F10AD767-77F0-4A2D-932B-52554C8BB5D0}"/>
              </a:ext>
            </a:extLst>
          </p:cNvPr>
          <p:cNvSpPr/>
          <p:nvPr userDrawn="1"/>
        </p:nvSpPr>
        <p:spPr>
          <a:xfrm>
            <a:off x="9860058" y="175022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1" name="사각형: 둥근 모서리 70">
            <a:extLst>
              <a:ext uri="{FF2B5EF4-FFF2-40B4-BE49-F238E27FC236}">
                <a16:creationId xmlns:a16="http://schemas.microsoft.com/office/drawing/2014/main" id="{B4E50018-1939-4D0A-B579-76A7B80F754F}"/>
              </a:ext>
            </a:extLst>
          </p:cNvPr>
          <p:cNvSpPr/>
          <p:nvPr userDrawn="1"/>
        </p:nvSpPr>
        <p:spPr>
          <a:xfrm>
            <a:off x="9025147" y="1988557"/>
            <a:ext cx="1013669" cy="196850"/>
          </a:xfrm>
          <a:prstGeom prst="round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l"/>
            <a:r>
              <a:rPr lang="en-US" altLang="ko-KR" sz="700" dirty="0">
                <a:solidFill>
                  <a:schemeClr val="tx1"/>
                </a:solidFill>
              </a:rPr>
              <a:t>AAAA</a:t>
            </a:r>
            <a:r>
              <a:rPr lang="ko-KR" altLang="en-US" sz="700" dirty="0">
                <a:solidFill>
                  <a:schemeClr val="tx1"/>
                </a:solidFill>
              </a:rPr>
              <a:t> </a:t>
            </a:r>
            <a:r>
              <a:rPr lang="ko-KR" altLang="en-US" sz="700" dirty="0" err="1">
                <a:solidFill>
                  <a:schemeClr val="tx1"/>
                </a:solidFill>
              </a:rPr>
              <a:t>채널명</a:t>
            </a:r>
            <a:r>
              <a:rPr lang="en-US" altLang="ko-KR" sz="700" dirty="0">
                <a:solidFill>
                  <a:schemeClr val="tx1"/>
                </a:solidFill>
              </a:rPr>
              <a:t>…</a:t>
            </a:r>
            <a:endParaRPr lang="ko-KR" altLang="en-US" sz="700" dirty="0">
              <a:solidFill>
                <a:schemeClr val="tx1"/>
              </a:solidFill>
            </a:endParaRPr>
          </a:p>
        </p:txBody>
      </p:sp>
      <p:sp>
        <p:nvSpPr>
          <p:cNvPr id="72" name="웃는 얼굴 71">
            <a:extLst>
              <a:ext uri="{FF2B5EF4-FFF2-40B4-BE49-F238E27FC236}">
                <a16:creationId xmlns:a16="http://schemas.microsoft.com/office/drawing/2014/main" id="{C3E41797-50AA-4D46-A04B-8EFFD1412862}"/>
              </a:ext>
            </a:extLst>
          </p:cNvPr>
          <p:cNvSpPr/>
          <p:nvPr userDrawn="1"/>
        </p:nvSpPr>
        <p:spPr>
          <a:xfrm>
            <a:off x="9860058" y="2025427"/>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3" name="사각형: 둥근 모서리 72">
            <a:extLst>
              <a:ext uri="{FF2B5EF4-FFF2-40B4-BE49-F238E27FC236}">
                <a16:creationId xmlns:a16="http://schemas.microsoft.com/office/drawing/2014/main" id="{35C17BDB-188A-4664-97B5-B882D71EED12}"/>
              </a:ext>
            </a:extLst>
          </p:cNvPr>
          <p:cNvSpPr/>
          <p:nvPr userDrawn="1"/>
        </p:nvSpPr>
        <p:spPr>
          <a:xfrm>
            <a:off x="9025147" y="2269428"/>
            <a:ext cx="1013669" cy="196850"/>
          </a:xfrm>
          <a:prstGeom prst="round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l"/>
            <a:r>
              <a:rPr lang="en-US" altLang="ko-KR" sz="700" dirty="0">
                <a:solidFill>
                  <a:schemeClr val="tx1"/>
                </a:solidFill>
              </a:rPr>
              <a:t>AAAA</a:t>
            </a:r>
            <a:r>
              <a:rPr lang="ko-KR" altLang="en-US" sz="700" dirty="0">
                <a:solidFill>
                  <a:schemeClr val="tx1"/>
                </a:solidFill>
              </a:rPr>
              <a:t> </a:t>
            </a:r>
            <a:r>
              <a:rPr lang="ko-KR" altLang="en-US" sz="700" dirty="0" err="1">
                <a:solidFill>
                  <a:schemeClr val="tx1"/>
                </a:solidFill>
              </a:rPr>
              <a:t>채널명</a:t>
            </a:r>
            <a:r>
              <a:rPr lang="en-US" altLang="ko-KR" sz="700" dirty="0">
                <a:solidFill>
                  <a:schemeClr val="tx1"/>
                </a:solidFill>
              </a:rPr>
              <a:t>…</a:t>
            </a:r>
            <a:endParaRPr lang="ko-KR" altLang="en-US" sz="700" dirty="0">
              <a:solidFill>
                <a:schemeClr val="tx1"/>
              </a:solidFill>
            </a:endParaRPr>
          </a:p>
        </p:txBody>
      </p:sp>
      <p:sp>
        <p:nvSpPr>
          <p:cNvPr id="74" name="웃는 얼굴 73">
            <a:extLst>
              <a:ext uri="{FF2B5EF4-FFF2-40B4-BE49-F238E27FC236}">
                <a16:creationId xmlns:a16="http://schemas.microsoft.com/office/drawing/2014/main" id="{9B8B7291-21F8-4E55-9AA2-999C6C33A117}"/>
              </a:ext>
            </a:extLst>
          </p:cNvPr>
          <p:cNvSpPr/>
          <p:nvPr userDrawn="1"/>
        </p:nvSpPr>
        <p:spPr>
          <a:xfrm>
            <a:off x="9860058" y="2306298"/>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5" name="사각형: 둥근 모서리 74">
            <a:extLst>
              <a:ext uri="{FF2B5EF4-FFF2-40B4-BE49-F238E27FC236}">
                <a16:creationId xmlns:a16="http://schemas.microsoft.com/office/drawing/2014/main" id="{98ABFBBF-645C-42D3-9D69-C3EF26FF5EF9}"/>
              </a:ext>
            </a:extLst>
          </p:cNvPr>
          <p:cNvSpPr/>
          <p:nvPr userDrawn="1"/>
        </p:nvSpPr>
        <p:spPr>
          <a:xfrm>
            <a:off x="9025147" y="2545219"/>
            <a:ext cx="1013669" cy="196850"/>
          </a:xfrm>
          <a:prstGeom prst="round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l"/>
            <a:r>
              <a:rPr lang="en-US" altLang="ko-KR" sz="700" dirty="0">
                <a:solidFill>
                  <a:schemeClr val="tx1"/>
                </a:solidFill>
              </a:rPr>
              <a:t>AAAA</a:t>
            </a:r>
            <a:r>
              <a:rPr lang="ko-KR" altLang="en-US" sz="700" dirty="0">
                <a:solidFill>
                  <a:schemeClr val="tx1"/>
                </a:solidFill>
              </a:rPr>
              <a:t> </a:t>
            </a:r>
            <a:r>
              <a:rPr lang="ko-KR" altLang="en-US" sz="700" dirty="0" err="1">
                <a:solidFill>
                  <a:schemeClr val="tx1"/>
                </a:solidFill>
              </a:rPr>
              <a:t>채널명</a:t>
            </a:r>
            <a:r>
              <a:rPr lang="en-US" altLang="ko-KR" sz="700" dirty="0">
                <a:solidFill>
                  <a:schemeClr val="tx1"/>
                </a:solidFill>
              </a:rPr>
              <a:t>…</a:t>
            </a:r>
            <a:endParaRPr lang="ko-KR" altLang="en-US" sz="700" dirty="0">
              <a:solidFill>
                <a:schemeClr val="tx1"/>
              </a:solidFill>
            </a:endParaRPr>
          </a:p>
        </p:txBody>
      </p:sp>
      <p:sp>
        <p:nvSpPr>
          <p:cNvPr id="76" name="웃는 얼굴 75">
            <a:extLst>
              <a:ext uri="{FF2B5EF4-FFF2-40B4-BE49-F238E27FC236}">
                <a16:creationId xmlns:a16="http://schemas.microsoft.com/office/drawing/2014/main" id="{69BF9799-BB91-4D96-A39A-3CE5AF74D37E}"/>
              </a:ext>
            </a:extLst>
          </p:cNvPr>
          <p:cNvSpPr/>
          <p:nvPr userDrawn="1"/>
        </p:nvSpPr>
        <p:spPr>
          <a:xfrm>
            <a:off x="9860058" y="2582089"/>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7" name="사각형: 둥근 모서리 76">
            <a:extLst>
              <a:ext uri="{FF2B5EF4-FFF2-40B4-BE49-F238E27FC236}">
                <a16:creationId xmlns:a16="http://schemas.microsoft.com/office/drawing/2014/main" id="{0F99423F-767E-4341-9989-6937485BC823}"/>
              </a:ext>
            </a:extLst>
          </p:cNvPr>
          <p:cNvSpPr/>
          <p:nvPr userDrawn="1"/>
        </p:nvSpPr>
        <p:spPr>
          <a:xfrm>
            <a:off x="9025147" y="2826090"/>
            <a:ext cx="1013669" cy="196850"/>
          </a:xfrm>
          <a:prstGeom prst="round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l"/>
            <a:r>
              <a:rPr lang="en-US" altLang="ko-KR" sz="700" dirty="0">
                <a:solidFill>
                  <a:schemeClr val="tx1"/>
                </a:solidFill>
              </a:rPr>
              <a:t>AAAA</a:t>
            </a:r>
            <a:r>
              <a:rPr lang="ko-KR" altLang="en-US" sz="700" dirty="0">
                <a:solidFill>
                  <a:schemeClr val="tx1"/>
                </a:solidFill>
              </a:rPr>
              <a:t> </a:t>
            </a:r>
            <a:r>
              <a:rPr lang="ko-KR" altLang="en-US" sz="700" dirty="0" err="1">
                <a:solidFill>
                  <a:schemeClr val="tx1"/>
                </a:solidFill>
              </a:rPr>
              <a:t>채널명</a:t>
            </a:r>
            <a:r>
              <a:rPr lang="en-US" altLang="ko-KR" sz="700" dirty="0">
                <a:solidFill>
                  <a:schemeClr val="tx1"/>
                </a:solidFill>
              </a:rPr>
              <a:t>…</a:t>
            </a:r>
            <a:endParaRPr lang="ko-KR" altLang="en-US" sz="700" dirty="0">
              <a:solidFill>
                <a:schemeClr val="tx1"/>
              </a:solidFill>
            </a:endParaRPr>
          </a:p>
        </p:txBody>
      </p:sp>
      <p:sp>
        <p:nvSpPr>
          <p:cNvPr id="78" name="웃는 얼굴 77">
            <a:extLst>
              <a:ext uri="{FF2B5EF4-FFF2-40B4-BE49-F238E27FC236}">
                <a16:creationId xmlns:a16="http://schemas.microsoft.com/office/drawing/2014/main" id="{597BAE02-6EA0-4FAC-B7B4-630561D339FA}"/>
              </a:ext>
            </a:extLst>
          </p:cNvPr>
          <p:cNvSpPr/>
          <p:nvPr userDrawn="1"/>
        </p:nvSpPr>
        <p:spPr>
          <a:xfrm>
            <a:off x="9860058" y="2862960"/>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9" name="사각형: 둥근 모서리 78">
            <a:extLst>
              <a:ext uri="{FF2B5EF4-FFF2-40B4-BE49-F238E27FC236}">
                <a16:creationId xmlns:a16="http://schemas.microsoft.com/office/drawing/2014/main" id="{95EC2026-4A5C-4D36-B6C1-C8D64F340266}"/>
              </a:ext>
            </a:extLst>
          </p:cNvPr>
          <p:cNvSpPr/>
          <p:nvPr userDrawn="1"/>
        </p:nvSpPr>
        <p:spPr>
          <a:xfrm>
            <a:off x="9025147" y="3101292"/>
            <a:ext cx="1013669" cy="196850"/>
          </a:xfrm>
          <a:prstGeom prst="round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l"/>
            <a:r>
              <a:rPr lang="en-US" altLang="ko-KR" sz="700" dirty="0">
                <a:solidFill>
                  <a:schemeClr val="tx1"/>
                </a:solidFill>
              </a:rPr>
              <a:t>AAAA</a:t>
            </a:r>
            <a:r>
              <a:rPr lang="ko-KR" altLang="en-US" sz="700" dirty="0">
                <a:solidFill>
                  <a:schemeClr val="tx1"/>
                </a:solidFill>
              </a:rPr>
              <a:t> </a:t>
            </a:r>
            <a:r>
              <a:rPr lang="ko-KR" altLang="en-US" sz="700" dirty="0" err="1">
                <a:solidFill>
                  <a:schemeClr val="tx1"/>
                </a:solidFill>
              </a:rPr>
              <a:t>채널명</a:t>
            </a:r>
            <a:r>
              <a:rPr lang="en-US" altLang="ko-KR" sz="700" dirty="0">
                <a:solidFill>
                  <a:schemeClr val="tx1"/>
                </a:solidFill>
              </a:rPr>
              <a:t>…</a:t>
            </a:r>
            <a:endParaRPr lang="ko-KR" altLang="en-US" sz="700" dirty="0">
              <a:solidFill>
                <a:schemeClr val="tx1"/>
              </a:solidFill>
            </a:endParaRPr>
          </a:p>
        </p:txBody>
      </p:sp>
      <p:sp>
        <p:nvSpPr>
          <p:cNvPr id="80" name="웃는 얼굴 79">
            <a:extLst>
              <a:ext uri="{FF2B5EF4-FFF2-40B4-BE49-F238E27FC236}">
                <a16:creationId xmlns:a16="http://schemas.microsoft.com/office/drawing/2014/main" id="{6698B758-6DD4-4221-A899-954A2DD92EFB}"/>
              </a:ext>
            </a:extLst>
          </p:cNvPr>
          <p:cNvSpPr/>
          <p:nvPr userDrawn="1"/>
        </p:nvSpPr>
        <p:spPr>
          <a:xfrm>
            <a:off x="9860058" y="3138162"/>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1" name="사각형: 둥근 모서리 80">
            <a:extLst>
              <a:ext uri="{FF2B5EF4-FFF2-40B4-BE49-F238E27FC236}">
                <a16:creationId xmlns:a16="http://schemas.microsoft.com/office/drawing/2014/main" id="{4BBDB33F-D202-45F7-9648-FB3CD10128DE}"/>
              </a:ext>
            </a:extLst>
          </p:cNvPr>
          <p:cNvSpPr/>
          <p:nvPr userDrawn="1"/>
        </p:nvSpPr>
        <p:spPr>
          <a:xfrm>
            <a:off x="9025147" y="3382163"/>
            <a:ext cx="1013669" cy="196850"/>
          </a:xfrm>
          <a:prstGeom prst="round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l"/>
            <a:r>
              <a:rPr lang="en-US" altLang="ko-KR" sz="700" dirty="0">
                <a:solidFill>
                  <a:schemeClr val="tx1"/>
                </a:solidFill>
              </a:rPr>
              <a:t>AAAA</a:t>
            </a:r>
            <a:r>
              <a:rPr lang="ko-KR" altLang="en-US" sz="700" dirty="0">
                <a:solidFill>
                  <a:schemeClr val="tx1"/>
                </a:solidFill>
              </a:rPr>
              <a:t> </a:t>
            </a:r>
            <a:r>
              <a:rPr lang="ko-KR" altLang="en-US" sz="700" dirty="0" err="1">
                <a:solidFill>
                  <a:schemeClr val="tx1"/>
                </a:solidFill>
              </a:rPr>
              <a:t>채널명</a:t>
            </a:r>
            <a:r>
              <a:rPr lang="en-US" altLang="ko-KR" sz="700" dirty="0">
                <a:solidFill>
                  <a:schemeClr val="tx1"/>
                </a:solidFill>
              </a:rPr>
              <a:t>…</a:t>
            </a:r>
            <a:endParaRPr lang="ko-KR" altLang="en-US" sz="700" dirty="0">
              <a:solidFill>
                <a:schemeClr val="tx1"/>
              </a:solidFill>
            </a:endParaRPr>
          </a:p>
        </p:txBody>
      </p:sp>
      <p:sp>
        <p:nvSpPr>
          <p:cNvPr id="82" name="웃는 얼굴 81">
            <a:extLst>
              <a:ext uri="{FF2B5EF4-FFF2-40B4-BE49-F238E27FC236}">
                <a16:creationId xmlns:a16="http://schemas.microsoft.com/office/drawing/2014/main" id="{4B820CB3-7F1F-4D6B-A295-6E694DA06B7F}"/>
              </a:ext>
            </a:extLst>
          </p:cNvPr>
          <p:cNvSpPr/>
          <p:nvPr userDrawn="1"/>
        </p:nvSpPr>
        <p:spPr>
          <a:xfrm>
            <a:off x="9860058" y="3419033"/>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3" name="TextBox 82">
            <a:extLst>
              <a:ext uri="{FF2B5EF4-FFF2-40B4-BE49-F238E27FC236}">
                <a16:creationId xmlns:a16="http://schemas.microsoft.com/office/drawing/2014/main" id="{67BDBB84-F81F-4947-98EB-96F3BE937C61}"/>
              </a:ext>
            </a:extLst>
          </p:cNvPr>
          <p:cNvSpPr txBox="1"/>
          <p:nvPr userDrawn="1"/>
        </p:nvSpPr>
        <p:spPr>
          <a:xfrm>
            <a:off x="29006" y="3052012"/>
            <a:ext cx="1182036" cy="215444"/>
          </a:xfrm>
          <a:prstGeom prst="rect">
            <a:avLst/>
          </a:prstGeom>
          <a:noFill/>
        </p:spPr>
        <p:txBody>
          <a:bodyPr wrap="square">
            <a:spAutoFit/>
          </a:bodyPr>
          <a:lstStyle/>
          <a:p>
            <a:pPr latinLnBrk="1"/>
            <a:r>
              <a:rPr lang="ko-KR" altLang="en-US" sz="800" b="1" dirty="0">
                <a:solidFill>
                  <a:schemeClr val="bg1">
                    <a:lumMod val="50000"/>
                  </a:schemeClr>
                </a:solidFill>
              </a:rPr>
              <a:t> 주요메뉴</a:t>
            </a:r>
            <a:r>
              <a:rPr lang="en-US" altLang="ko-KR" sz="800" b="1" dirty="0">
                <a:solidFill>
                  <a:schemeClr val="bg1">
                    <a:lumMod val="50000"/>
                  </a:schemeClr>
                </a:solidFill>
              </a:rPr>
              <a:t> </a:t>
            </a:r>
            <a:endParaRPr lang="ko-KR" altLang="en-US" sz="800" b="1" dirty="0">
              <a:solidFill>
                <a:schemeClr val="bg1">
                  <a:lumMod val="50000"/>
                </a:schemeClr>
              </a:solidFill>
            </a:endParaRPr>
          </a:p>
        </p:txBody>
      </p:sp>
      <p:sp>
        <p:nvSpPr>
          <p:cNvPr id="53" name="직사각형 52">
            <a:extLst>
              <a:ext uri="{FF2B5EF4-FFF2-40B4-BE49-F238E27FC236}">
                <a16:creationId xmlns:a16="http://schemas.microsoft.com/office/drawing/2014/main" id="{6BA00956-B14B-4BD2-91E9-94D97D4BC2C0}"/>
              </a:ext>
            </a:extLst>
          </p:cNvPr>
          <p:cNvSpPr/>
          <p:nvPr userDrawn="1"/>
        </p:nvSpPr>
        <p:spPr>
          <a:xfrm>
            <a:off x="41208" y="429370"/>
            <a:ext cx="1304991"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사각형: 둥근 모서리 14">
            <a:extLst>
              <a:ext uri="{FF2B5EF4-FFF2-40B4-BE49-F238E27FC236}">
                <a16:creationId xmlns:a16="http://schemas.microsoft.com/office/drawing/2014/main" id="{ED8EEC5C-9926-4AF9-BE83-EFDA3B3643F8}"/>
              </a:ext>
            </a:extLst>
          </p:cNvPr>
          <p:cNvSpPr/>
          <p:nvPr userDrawn="1"/>
        </p:nvSpPr>
        <p:spPr>
          <a:xfrm>
            <a:off x="118741" y="527575"/>
            <a:ext cx="1148071" cy="2478003"/>
          </a:xfrm>
          <a:prstGeom prst="roundRect">
            <a:avLst>
              <a:gd name="adj" fmla="val 4472"/>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l">
              <a:lnSpc>
                <a:spcPct val="150000"/>
              </a:lnSpc>
            </a:pPr>
            <a:r>
              <a:rPr lang="ko-KR" altLang="en-US" sz="800" dirty="0">
                <a:solidFill>
                  <a:schemeClr val="tx1"/>
                </a:solidFill>
              </a:rPr>
              <a:t>○ 주문 목록</a:t>
            </a:r>
            <a:endParaRPr lang="en-US" altLang="ko-KR" sz="800" dirty="0">
              <a:solidFill>
                <a:schemeClr val="tx1"/>
              </a:solidFill>
            </a:endParaRPr>
          </a:p>
          <a:p>
            <a:pPr algn="l">
              <a:lnSpc>
                <a:spcPct val="150000"/>
              </a:lnSpc>
            </a:pPr>
            <a:r>
              <a:rPr lang="en-US" altLang="ko-KR" sz="700" dirty="0">
                <a:solidFill>
                  <a:schemeClr val="tx1"/>
                </a:solidFill>
              </a:rPr>
              <a:t>   - </a:t>
            </a:r>
            <a:r>
              <a:rPr lang="ko-KR" altLang="en-US" sz="700" dirty="0">
                <a:solidFill>
                  <a:schemeClr val="tx1"/>
                </a:solidFill>
              </a:rPr>
              <a:t>결제 완료 </a:t>
            </a:r>
            <a:r>
              <a:rPr lang="en-US" altLang="ko-KR" sz="700" dirty="0">
                <a:solidFill>
                  <a:schemeClr val="tx1"/>
                </a:solidFill>
              </a:rPr>
              <a:t>(5)</a:t>
            </a:r>
          </a:p>
          <a:p>
            <a:pPr algn="l">
              <a:lnSpc>
                <a:spcPct val="150000"/>
              </a:lnSpc>
            </a:pPr>
            <a:r>
              <a:rPr lang="en-US" altLang="ko-KR" sz="700" dirty="0">
                <a:solidFill>
                  <a:schemeClr val="tx1"/>
                </a:solidFill>
              </a:rPr>
              <a:t>   - </a:t>
            </a:r>
            <a:r>
              <a:rPr lang="ko-KR" altLang="en-US" sz="700" dirty="0">
                <a:solidFill>
                  <a:schemeClr val="tx1"/>
                </a:solidFill>
              </a:rPr>
              <a:t>배송 대기 중 </a:t>
            </a:r>
            <a:r>
              <a:rPr lang="en-US" altLang="ko-KR" sz="700" dirty="0">
                <a:solidFill>
                  <a:schemeClr val="tx1"/>
                </a:solidFill>
              </a:rPr>
              <a:t>(1)</a:t>
            </a:r>
          </a:p>
          <a:p>
            <a:pPr algn="l">
              <a:lnSpc>
                <a:spcPct val="150000"/>
              </a:lnSpc>
            </a:pPr>
            <a:r>
              <a:rPr lang="en-US" altLang="ko-KR" sz="700" dirty="0">
                <a:solidFill>
                  <a:schemeClr val="tx1"/>
                </a:solidFill>
              </a:rPr>
              <a:t>   - </a:t>
            </a:r>
            <a:r>
              <a:rPr lang="ko-KR" altLang="en-US" sz="700" dirty="0">
                <a:solidFill>
                  <a:schemeClr val="tx1"/>
                </a:solidFill>
              </a:rPr>
              <a:t>배송 중 </a:t>
            </a:r>
            <a:r>
              <a:rPr lang="en-US" altLang="ko-KR" sz="7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구매확정 </a:t>
            </a:r>
            <a:r>
              <a:rPr lang="en-US" altLang="ko-KR" sz="700" dirty="0">
                <a:solidFill>
                  <a:schemeClr val="tx1"/>
                </a:solidFill>
              </a:rPr>
              <a:t>(5)</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취소 목록 </a:t>
            </a:r>
            <a:r>
              <a:rPr lang="en-US" altLang="ko-KR" sz="8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취소 요청 </a:t>
            </a:r>
            <a:r>
              <a:rPr lang="en-US" altLang="ko-KR" sz="7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취소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반품 목록</a:t>
            </a:r>
            <a:endParaRPr lang="en-US" altLang="ko-KR" sz="800" dirty="0">
              <a:solidFill>
                <a:schemeClr val="tx1"/>
              </a:solidFill>
            </a:endParaRP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반품 신청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반품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교환 목록</a:t>
            </a:r>
            <a:endParaRPr lang="en-US" altLang="ko-KR" sz="800" dirty="0">
              <a:solidFill>
                <a:schemeClr val="tx1"/>
              </a:solidFill>
            </a:endParaRP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교환 신청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교환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dirty="0">
              <a:solidFill>
                <a:schemeClr val="tx1"/>
              </a:solidFill>
            </a:endParaRPr>
          </a:p>
          <a:p>
            <a:pPr algn="l">
              <a:lnSpc>
                <a:spcPct val="150000"/>
              </a:lnSpc>
            </a:pPr>
            <a:endParaRPr lang="en-US" altLang="ko-KR" sz="700" dirty="0">
              <a:solidFill>
                <a:schemeClr val="tx1"/>
              </a:solidFill>
            </a:endParaRPr>
          </a:p>
          <a:p>
            <a:pPr algn="l">
              <a:lnSpc>
                <a:spcPct val="150000"/>
              </a:lnSpc>
            </a:pPr>
            <a:endParaRPr lang="en-US" altLang="ko-KR" sz="700" dirty="0">
              <a:solidFill>
                <a:schemeClr val="tx1"/>
              </a:solidFill>
            </a:endParaRPr>
          </a:p>
        </p:txBody>
      </p:sp>
    </p:spTree>
    <p:extLst>
      <p:ext uri="{BB962C8B-B14F-4D97-AF65-F5344CB8AC3E}">
        <p14:creationId xmlns:p14="http://schemas.microsoft.com/office/powerpoint/2010/main" val="788350804"/>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마이페이지 기본틀 긴화면">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605EB3FE-840F-4EF5-9033-AEA247AA349D}"/>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7F3ADF11-B500-4F1F-9425-9A4206C95698}"/>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E1EE8C42-4447-4ABF-B019-DBAAC2F5B704}"/>
              </a:ext>
            </a:extLst>
          </p:cNvPr>
          <p:cNvSpPr/>
          <p:nvPr userDrawn="1"/>
        </p:nvSpPr>
        <p:spPr>
          <a:xfrm>
            <a:off x="41208" y="34272"/>
            <a:ext cx="10071693" cy="39509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a:extLst>
              <a:ext uri="{FF2B5EF4-FFF2-40B4-BE49-F238E27FC236}">
                <a16:creationId xmlns:a16="http://schemas.microsoft.com/office/drawing/2014/main" id="{271E5BA9-5F15-40D8-B41F-7E9A2E6D410E}"/>
              </a:ext>
            </a:extLst>
          </p:cNvPr>
          <p:cNvGrpSpPr/>
          <p:nvPr userDrawn="1"/>
        </p:nvGrpSpPr>
        <p:grpSpPr>
          <a:xfrm>
            <a:off x="118741" y="94475"/>
            <a:ext cx="1148071" cy="273280"/>
            <a:chOff x="2843808" y="1955121"/>
            <a:chExt cx="1674813" cy="596970"/>
          </a:xfrm>
          <a:solidFill>
            <a:schemeClr val="bg1">
              <a:lumMod val="95000"/>
            </a:schemeClr>
          </a:solidFill>
        </p:grpSpPr>
        <p:sp>
          <p:nvSpPr>
            <p:cNvPr id="7" name="Border">
              <a:extLst>
                <a:ext uri="{FF2B5EF4-FFF2-40B4-BE49-F238E27FC236}">
                  <a16:creationId xmlns:a16="http://schemas.microsoft.com/office/drawing/2014/main" id="{F9AB7030-82F1-4D0A-BB74-93A1FE8B0C2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60965009-092E-411F-B241-49E3CEC459C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4FEB3E1A-4091-4ECD-B830-5B00388FE8A7}"/>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TextBox 9">
              <a:extLst>
                <a:ext uri="{FF2B5EF4-FFF2-40B4-BE49-F238E27FC236}">
                  <a16:creationId xmlns:a16="http://schemas.microsoft.com/office/drawing/2014/main" id="{A7AA3F6C-E931-4772-B894-ACDAB4151BE9}"/>
                </a:ext>
              </a:extLst>
            </p:cNvPr>
            <p:cNvSpPr txBox="1"/>
            <p:nvPr/>
          </p:nvSpPr>
          <p:spPr>
            <a:xfrm>
              <a:off x="3335780" y="2018289"/>
              <a:ext cx="690867" cy="470629"/>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32" name="직사각형 31">
            <a:extLst>
              <a:ext uri="{FF2B5EF4-FFF2-40B4-BE49-F238E27FC236}">
                <a16:creationId xmlns:a16="http://schemas.microsoft.com/office/drawing/2014/main" id="{78A24B3B-7371-43BE-8035-C2B654860160}"/>
              </a:ext>
            </a:extLst>
          </p:cNvPr>
          <p:cNvSpPr/>
          <p:nvPr userDrawn="1"/>
        </p:nvSpPr>
        <p:spPr>
          <a:xfrm>
            <a:off x="1344345" y="429370"/>
            <a:ext cx="8767843" cy="16401950"/>
          </a:xfrm>
          <a:prstGeom prst="rect">
            <a:avLst/>
          </a:prstGeom>
          <a:solidFill>
            <a:schemeClr val="bg1"/>
          </a:solidFill>
          <a:ln w="3175">
            <a:solidFill>
              <a:schemeClr val="tx1">
                <a:lumMod val="50000"/>
                <a:lumOff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4" name="직사각형 53">
            <a:extLst>
              <a:ext uri="{FF2B5EF4-FFF2-40B4-BE49-F238E27FC236}">
                <a16:creationId xmlns:a16="http://schemas.microsoft.com/office/drawing/2014/main" id="{F450E196-5852-43B7-99A3-92E857F36AFC}"/>
              </a:ext>
            </a:extLst>
          </p:cNvPr>
          <p:cNvSpPr/>
          <p:nvPr userDrawn="1"/>
        </p:nvSpPr>
        <p:spPr>
          <a:xfrm>
            <a:off x="1423732" y="481757"/>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55" name="직사각형 54">
            <a:extLst>
              <a:ext uri="{FF2B5EF4-FFF2-40B4-BE49-F238E27FC236}">
                <a16:creationId xmlns:a16="http://schemas.microsoft.com/office/drawing/2014/main" id="{8AE35E3B-3484-482E-8AC9-B152A0721C5D}"/>
              </a:ext>
            </a:extLst>
          </p:cNvPr>
          <p:cNvSpPr/>
          <p:nvPr userDrawn="1"/>
        </p:nvSpPr>
        <p:spPr>
          <a:xfrm>
            <a:off x="8025304" y="481757"/>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
        <p:nvSpPr>
          <p:cNvPr id="34" name="직사각형 33">
            <a:extLst>
              <a:ext uri="{FF2B5EF4-FFF2-40B4-BE49-F238E27FC236}">
                <a16:creationId xmlns:a16="http://schemas.microsoft.com/office/drawing/2014/main" id="{EE4742BF-99E5-4378-9C8B-60FC9AA23DE2}"/>
              </a:ext>
            </a:extLst>
          </p:cNvPr>
          <p:cNvSpPr/>
          <p:nvPr userDrawn="1"/>
        </p:nvSpPr>
        <p:spPr>
          <a:xfrm>
            <a:off x="7086600" y="104509"/>
            <a:ext cx="3017529" cy="253211"/>
          </a:xfrm>
          <a:prstGeom prst="rect">
            <a:avLst/>
          </a:prstGeom>
        </p:spPr>
        <p:txBody>
          <a:bodyPr wrap="square">
            <a:spAutoFit/>
          </a:bodyPr>
          <a:lstStyle/>
          <a:p>
            <a:pPr algn="r">
              <a:lnSpc>
                <a:spcPct val="150000"/>
              </a:lnSpc>
            </a:pPr>
            <a:r>
              <a:rPr lang="ko-KR" altLang="en-US" sz="800" b="0" dirty="0">
                <a:latin typeface="+mj-ea"/>
                <a:ea typeface="+mj-ea"/>
              </a:rPr>
              <a:t>채널관리자  </a:t>
            </a:r>
            <a:r>
              <a:rPr lang="en-US" altLang="ko-KR" sz="800" b="0" dirty="0">
                <a:latin typeface="+mj-ea"/>
                <a:ea typeface="+mj-ea"/>
              </a:rPr>
              <a:t>  </a:t>
            </a:r>
            <a:r>
              <a:rPr lang="en-US" altLang="ko-KR" sz="800" dirty="0">
                <a:solidFill>
                  <a:schemeClr val="bg1">
                    <a:lumMod val="75000"/>
                  </a:schemeClr>
                </a:solidFill>
                <a:latin typeface="+mj-ea"/>
                <a:ea typeface="+mj-ea"/>
              </a:rPr>
              <a:t>|   </a:t>
            </a:r>
            <a:r>
              <a:rPr lang="ko-KR" altLang="en-US" sz="800" b="0" dirty="0" err="1">
                <a:latin typeface="+mj-ea"/>
                <a:ea typeface="+mj-ea"/>
              </a:rPr>
              <a:t>회원명</a:t>
            </a:r>
            <a:r>
              <a:rPr lang="ko-KR" altLang="en-US" sz="800" b="0" dirty="0">
                <a:latin typeface="+mj-ea"/>
                <a:ea typeface="+mj-ea"/>
              </a:rPr>
              <a:t>  </a:t>
            </a:r>
            <a:r>
              <a:rPr lang="en-US" altLang="ko-KR" sz="800" b="0" dirty="0">
                <a:latin typeface="+mj-ea"/>
                <a:ea typeface="+mj-ea"/>
              </a:rPr>
              <a:t>  </a:t>
            </a:r>
            <a:r>
              <a:rPr lang="en-US" altLang="ko-KR" sz="800" dirty="0">
                <a:solidFill>
                  <a:schemeClr val="bg1">
                    <a:lumMod val="75000"/>
                  </a:schemeClr>
                </a:solidFill>
                <a:latin typeface="+mj-ea"/>
                <a:ea typeface="+mj-ea"/>
              </a:rPr>
              <a:t>|  </a:t>
            </a:r>
            <a:r>
              <a:rPr lang="ko-KR" altLang="en-US" sz="800" dirty="0">
                <a:latin typeface="+mj-ea"/>
                <a:ea typeface="+mj-ea"/>
              </a:rPr>
              <a:t>총 포인트 </a:t>
            </a:r>
            <a:r>
              <a:rPr lang="en-US" altLang="ko-KR" sz="800" dirty="0">
                <a:latin typeface="+mj-ea"/>
                <a:ea typeface="+mj-ea"/>
              </a:rPr>
              <a:t>( 00 )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sp>
        <p:nvSpPr>
          <p:cNvPr id="35" name="사각형: 둥근 모서리 34">
            <a:extLst>
              <a:ext uri="{FF2B5EF4-FFF2-40B4-BE49-F238E27FC236}">
                <a16:creationId xmlns:a16="http://schemas.microsoft.com/office/drawing/2014/main" id="{4BE00F5F-5536-4E7F-BA72-D19A9BC94752}"/>
              </a:ext>
            </a:extLst>
          </p:cNvPr>
          <p:cNvSpPr/>
          <p:nvPr userDrawn="1"/>
        </p:nvSpPr>
        <p:spPr>
          <a:xfrm>
            <a:off x="1475329" y="141986"/>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36" name="웃는 얼굴 35">
            <a:extLst>
              <a:ext uri="{FF2B5EF4-FFF2-40B4-BE49-F238E27FC236}">
                <a16:creationId xmlns:a16="http://schemas.microsoft.com/office/drawing/2014/main" id="{5058C951-C9B0-4D78-915C-A2B051F5EFB7}"/>
              </a:ext>
            </a:extLst>
          </p:cNvPr>
          <p:cNvSpPr/>
          <p:nvPr userDrawn="1"/>
        </p:nvSpPr>
        <p:spPr>
          <a:xfrm>
            <a:off x="1528390" y="178856"/>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7" name="사각형: 둥근 모서리 36">
            <a:extLst>
              <a:ext uri="{FF2B5EF4-FFF2-40B4-BE49-F238E27FC236}">
                <a16:creationId xmlns:a16="http://schemas.microsoft.com/office/drawing/2014/main" id="{4EE483C6-A3EF-4A86-8944-62F79D5D4C2B}"/>
              </a:ext>
            </a:extLst>
          </p:cNvPr>
          <p:cNvSpPr/>
          <p:nvPr userDrawn="1"/>
        </p:nvSpPr>
        <p:spPr>
          <a:xfrm>
            <a:off x="2299780" y="147229"/>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38" name="웃는 얼굴 37">
            <a:extLst>
              <a:ext uri="{FF2B5EF4-FFF2-40B4-BE49-F238E27FC236}">
                <a16:creationId xmlns:a16="http://schemas.microsoft.com/office/drawing/2014/main" id="{B6DD66FB-93B6-4629-A0FE-CAB0460A9E23}"/>
              </a:ext>
            </a:extLst>
          </p:cNvPr>
          <p:cNvSpPr/>
          <p:nvPr userDrawn="1"/>
        </p:nvSpPr>
        <p:spPr>
          <a:xfrm>
            <a:off x="2352841" y="184099"/>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9" name="사각형: 둥근 모서리 38">
            <a:extLst>
              <a:ext uri="{FF2B5EF4-FFF2-40B4-BE49-F238E27FC236}">
                <a16:creationId xmlns:a16="http://schemas.microsoft.com/office/drawing/2014/main" id="{0E3136A0-B269-4DE9-97F7-A5742F5065F7}"/>
              </a:ext>
            </a:extLst>
          </p:cNvPr>
          <p:cNvSpPr/>
          <p:nvPr userDrawn="1"/>
        </p:nvSpPr>
        <p:spPr>
          <a:xfrm>
            <a:off x="3124167" y="136743"/>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40" name="웃는 얼굴 39">
            <a:extLst>
              <a:ext uri="{FF2B5EF4-FFF2-40B4-BE49-F238E27FC236}">
                <a16:creationId xmlns:a16="http://schemas.microsoft.com/office/drawing/2014/main" id="{CF1B7F19-E9EA-42F1-A722-6FED2EFC37D4}"/>
              </a:ext>
            </a:extLst>
          </p:cNvPr>
          <p:cNvSpPr/>
          <p:nvPr userDrawn="1"/>
        </p:nvSpPr>
        <p:spPr>
          <a:xfrm>
            <a:off x="3177228" y="173613"/>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 name="사각형: 둥근 모서리 40">
            <a:extLst>
              <a:ext uri="{FF2B5EF4-FFF2-40B4-BE49-F238E27FC236}">
                <a16:creationId xmlns:a16="http://schemas.microsoft.com/office/drawing/2014/main" id="{DDF40C9B-0FC3-43CD-89CD-A6DCAD517C2A}"/>
              </a:ext>
            </a:extLst>
          </p:cNvPr>
          <p:cNvSpPr/>
          <p:nvPr userDrawn="1"/>
        </p:nvSpPr>
        <p:spPr>
          <a:xfrm>
            <a:off x="3948618" y="141986"/>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42" name="웃는 얼굴 41">
            <a:extLst>
              <a:ext uri="{FF2B5EF4-FFF2-40B4-BE49-F238E27FC236}">
                <a16:creationId xmlns:a16="http://schemas.microsoft.com/office/drawing/2014/main" id="{052FBC93-13AB-4459-8D55-848F7C413149}"/>
              </a:ext>
            </a:extLst>
          </p:cNvPr>
          <p:cNvSpPr/>
          <p:nvPr userDrawn="1"/>
        </p:nvSpPr>
        <p:spPr>
          <a:xfrm>
            <a:off x="4001679" y="178856"/>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44" name="표 20">
            <a:extLst>
              <a:ext uri="{FF2B5EF4-FFF2-40B4-BE49-F238E27FC236}">
                <a16:creationId xmlns:a16="http://schemas.microsoft.com/office/drawing/2014/main" id="{08B80639-AA56-43F9-B723-58297E04A4BA}"/>
              </a:ext>
            </a:extLst>
          </p:cNvPr>
          <p:cNvGraphicFramePr>
            <a:graphicFrameLocks noGrp="1"/>
          </p:cNvGraphicFramePr>
          <p:nvPr userDrawn="1">
            <p:extLst>
              <p:ext uri="{D42A27DB-BD31-4B8C-83A1-F6EECF244321}">
                <p14:modId xmlns:p14="http://schemas.microsoft.com/office/powerpoint/2010/main" val="2541612926"/>
              </p:ext>
            </p:extLst>
          </p:nvPr>
        </p:nvGraphicFramePr>
        <p:xfrm>
          <a:off x="40495" y="3269417"/>
          <a:ext cx="1305704" cy="190500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정보관리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lnSpc>
                          <a:spcPct val="150000"/>
                        </a:lnSpc>
                      </a:pPr>
                      <a:r>
                        <a:rPr lang="en-US" altLang="ko-KR" sz="700" dirty="0"/>
                        <a:t>   -  </a:t>
                      </a:r>
                      <a:r>
                        <a:rPr lang="ko-KR" altLang="en-US" sz="700" dirty="0"/>
                        <a:t>회원 정보 수정</a:t>
                      </a:r>
                      <a:endParaRPr lang="en-US" altLang="ko-KR" sz="700" dirty="0"/>
                    </a:p>
                    <a:p>
                      <a:pPr latinLnBrk="1">
                        <a:lnSpc>
                          <a:spcPct val="150000"/>
                        </a:lnSpc>
                      </a:pPr>
                      <a:r>
                        <a:rPr lang="en-US" altLang="ko-KR" sz="700" dirty="0"/>
                        <a:t>   -  </a:t>
                      </a:r>
                      <a:r>
                        <a:rPr lang="ko-KR" altLang="en-US" sz="700" dirty="0" err="1"/>
                        <a:t>배송지</a:t>
                      </a:r>
                      <a:r>
                        <a:rPr lang="ko-KR" altLang="en-US" sz="700" dirty="0"/>
                        <a:t> 설정</a:t>
                      </a:r>
                      <a:endParaRPr lang="en-US" altLang="ko-KR" sz="700" dirty="0"/>
                    </a:p>
                    <a:p>
                      <a:pPr latinLnBrk="1">
                        <a:lnSpc>
                          <a:spcPct val="150000"/>
                        </a:lnSpc>
                      </a:pPr>
                      <a:endParaRPr lang="en-US" altLang="ko-KR" sz="700" dirty="0"/>
                    </a:p>
                    <a:p>
                      <a:pPr latinLnBrk="1">
                        <a:lnSpc>
                          <a:spcPct val="150000"/>
                        </a:lnSpc>
                      </a:pPr>
                      <a:r>
                        <a:rPr lang="en-US" altLang="ko-KR" sz="700" dirty="0"/>
                        <a:t>   -  </a:t>
                      </a:r>
                      <a:r>
                        <a:rPr lang="ko-KR" altLang="en-US" sz="700" dirty="0"/>
                        <a:t>회원 탈퇴 신청</a:t>
                      </a:r>
                      <a:endParaRPr lang="en-US" altLang="ko-KR" sz="700" dirty="0"/>
                    </a:p>
                    <a:p>
                      <a:pPr latinLnBrk="1"/>
                      <a:endParaRPr lang="en-US" altLang="ko-KR" sz="7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710769806"/>
                  </a:ext>
                </a:extLst>
              </a:tr>
              <a:tr h="0">
                <a:tc>
                  <a:txBody>
                    <a:bodyPr/>
                    <a:lstStyle/>
                    <a:p>
                      <a:pPr latinLnBrk="1"/>
                      <a:r>
                        <a:rPr lang="ko-KR" altLang="en-US" sz="800" dirty="0"/>
                        <a:t>○ 방문한 채널</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포인트 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장바구니 목록</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951731866"/>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a:t>
                      </a:r>
                      <a:r>
                        <a:rPr lang="ko-KR" altLang="en-US" sz="800" dirty="0" err="1"/>
                        <a:t>찜한</a:t>
                      </a:r>
                      <a:r>
                        <a:rPr lang="ko-KR" altLang="en-US" sz="800" dirty="0"/>
                        <a:t> 상품 목록</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629674474"/>
                  </a:ext>
                </a:extLst>
              </a:tr>
            </a:tbl>
          </a:graphicData>
        </a:graphic>
      </p:graphicFrame>
      <p:sp>
        <p:nvSpPr>
          <p:cNvPr id="45" name="TextBox 44">
            <a:extLst>
              <a:ext uri="{FF2B5EF4-FFF2-40B4-BE49-F238E27FC236}">
                <a16:creationId xmlns:a16="http://schemas.microsoft.com/office/drawing/2014/main" id="{4BEBBFBE-1685-40D5-8904-B19BD1969A4D}"/>
              </a:ext>
            </a:extLst>
          </p:cNvPr>
          <p:cNvSpPr txBox="1"/>
          <p:nvPr userDrawn="1"/>
        </p:nvSpPr>
        <p:spPr>
          <a:xfrm rot="10800000">
            <a:off x="1073023" y="6422899"/>
            <a:ext cx="276038" cy="246221"/>
          </a:xfrm>
          <a:prstGeom prst="rect">
            <a:avLst/>
          </a:prstGeom>
          <a:noFill/>
        </p:spPr>
        <p:txBody>
          <a:bodyPr wrap="none" rtlCol="0">
            <a:spAutoFit/>
          </a:bodyPr>
          <a:lstStyle/>
          <a:p>
            <a:r>
              <a:rPr lang="ko-KR" altLang="en-US" sz="1000" b="1" dirty="0"/>
              <a:t>∨</a:t>
            </a:r>
          </a:p>
        </p:txBody>
      </p:sp>
      <p:sp>
        <p:nvSpPr>
          <p:cNvPr id="46" name="TextBox 45">
            <a:extLst>
              <a:ext uri="{FF2B5EF4-FFF2-40B4-BE49-F238E27FC236}">
                <a16:creationId xmlns:a16="http://schemas.microsoft.com/office/drawing/2014/main" id="{D2E5C58A-F5DE-41DF-B495-4379C69E649A}"/>
              </a:ext>
            </a:extLst>
          </p:cNvPr>
          <p:cNvSpPr txBox="1"/>
          <p:nvPr userDrawn="1"/>
        </p:nvSpPr>
        <p:spPr>
          <a:xfrm>
            <a:off x="1110536" y="3239444"/>
            <a:ext cx="276038" cy="246221"/>
          </a:xfrm>
          <a:prstGeom prst="rect">
            <a:avLst/>
          </a:prstGeom>
          <a:noFill/>
        </p:spPr>
        <p:txBody>
          <a:bodyPr wrap="none" rtlCol="0">
            <a:spAutoFit/>
          </a:bodyPr>
          <a:lstStyle/>
          <a:p>
            <a:r>
              <a:rPr lang="ko-KR" altLang="en-US" sz="1000" b="1" dirty="0"/>
              <a:t>∨</a:t>
            </a:r>
          </a:p>
        </p:txBody>
      </p:sp>
      <p:graphicFrame>
        <p:nvGraphicFramePr>
          <p:cNvPr id="56" name="표 20">
            <a:extLst>
              <a:ext uri="{FF2B5EF4-FFF2-40B4-BE49-F238E27FC236}">
                <a16:creationId xmlns:a16="http://schemas.microsoft.com/office/drawing/2014/main" id="{D91275E4-21F9-49D4-AC30-5423FB7F6B11}"/>
              </a:ext>
            </a:extLst>
          </p:cNvPr>
          <p:cNvGraphicFramePr>
            <a:graphicFrameLocks noGrp="1"/>
          </p:cNvGraphicFramePr>
          <p:nvPr userDrawn="1">
            <p:extLst>
              <p:ext uri="{D42A27DB-BD31-4B8C-83A1-F6EECF244321}">
                <p14:modId xmlns:p14="http://schemas.microsoft.com/office/powerpoint/2010/main" val="3815807186"/>
              </p:ext>
            </p:extLst>
          </p:nvPr>
        </p:nvGraphicFramePr>
        <p:xfrm>
          <a:off x="44781" y="5770563"/>
          <a:ext cx="1305704" cy="85344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서비스 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주요기능</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가입안내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r h="0">
                <a:tc>
                  <a:txBody>
                    <a:bodyPr/>
                    <a:lstStyle/>
                    <a:p>
                      <a:pPr latinLnBrk="1"/>
                      <a:r>
                        <a:rPr lang="ko-KR" altLang="en-US" sz="800" dirty="0"/>
                        <a:t>○ 고객센터</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878359119"/>
                  </a:ext>
                </a:extLst>
              </a:tr>
            </a:tbl>
          </a:graphicData>
        </a:graphic>
      </p:graphicFrame>
      <p:sp>
        <p:nvSpPr>
          <p:cNvPr id="57" name="TextBox 56">
            <a:extLst>
              <a:ext uri="{FF2B5EF4-FFF2-40B4-BE49-F238E27FC236}">
                <a16:creationId xmlns:a16="http://schemas.microsoft.com/office/drawing/2014/main" id="{89536F43-F5AD-4476-97B7-23CC481F03BF}"/>
              </a:ext>
            </a:extLst>
          </p:cNvPr>
          <p:cNvSpPr txBox="1"/>
          <p:nvPr userDrawn="1"/>
        </p:nvSpPr>
        <p:spPr>
          <a:xfrm>
            <a:off x="18077" y="5541385"/>
            <a:ext cx="1182036" cy="215444"/>
          </a:xfrm>
          <a:prstGeom prst="rect">
            <a:avLst/>
          </a:prstGeom>
          <a:noFill/>
        </p:spPr>
        <p:txBody>
          <a:bodyPr wrap="square">
            <a:spAutoFit/>
          </a:bodyPr>
          <a:lstStyle/>
          <a:p>
            <a:pPr latinLnBrk="1"/>
            <a:r>
              <a:rPr lang="ko-KR" altLang="en-US" sz="800" b="1" dirty="0">
                <a:solidFill>
                  <a:schemeClr val="bg1">
                    <a:lumMod val="50000"/>
                  </a:schemeClr>
                </a:solidFill>
              </a:rPr>
              <a:t> </a:t>
            </a:r>
            <a:r>
              <a:rPr lang="en-US" altLang="ko-KR" sz="800" b="1" dirty="0">
                <a:solidFill>
                  <a:schemeClr val="bg1">
                    <a:lumMod val="50000"/>
                  </a:schemeClr>
                </a:solidFill>
              </a:rPr>
              <a:t>Me9 Market </a:t>
            </a:r>
            <a:endParaRPr lang="ko-KR" altLang="en-US" sz="800" b="1" dirty="0">
              <a:solidFill>
                <a:schemeClr val="bg1">
                  <a:lumMod val="50000"/>
                </a:schemeClr>
              </a:solidFill>
            </a:endParaRPr>
          </a:p>
        </p:txBody>
      </p:sp>
      <p:sp>
        <p:nvSpPr>
          <p:cNvPr id="58" name="TextBox 57">
            <a:extLst>
              <a:ext uri="{FF2B5EF4-FFF2-40B4-BE49-F238E27FC236}">
                <a16:creationId xmlns:a16="http://schemas.microsoft.com/office/drawing/2014/main" id="{4A174763-997B-4A6C-B7DA-8E180088844C}"/>
              </a:ext>
            </a:extLst>
          </p:cNvPr>
          <p:cNvSpPr txBox="1"/>
          <p:nvPr userDrawn="1"/>
        </p:nvSpPr>
        <p:spPr>
          <a:xfrm>
            <a:off x="29006" y="3052019"/>
            <a:ext cx="1182036" cy="215444"/>
          </a:xfrm>
          <a:prstGeom prst="rect">
            <a:avLst/>
          </a:prstGeom>
          <a:noFill/>
        </p:spPr>
        <p:txBody>
          <a:bodyPr wrap="square">
            <a:spAutoFit/>
          </a:bodyPr>
          <a:lstStyle/>
          <a:p>
            <a:pPr latinLnBrk="1"/>
            <a:r>
              <a:rPr lang="ko-KR" altLang="en-US" sz="800" b="1" dirty="0">
                <a:solidFill>
                  <a:schemeClr val="bg1">
                    <a:lumMod val="50000"/>
                  </a:schemeClr>
                </a:solidFill>
              </a:rPr>
              <a:t> 주요메뉴</a:t>
            </a:r>
            <a:r>
              <a:rPr lang="en-US" altLang="ko-KR" sz="800" b="1" dirty="0">
                <a:solidFill>
                  <a:schemeClr val="bg1">
                    <a:lumMod val="50000"/>
                  </a:schemeClr>
                </a:solidFill>
              </a:rPr>
              <a:t> </a:t>
            </a:r>
            <a:endParaRPr lang="ko-KR" altLang="en-US" sz="800" b="1" dirty="0">
              <a:solidFill>
                <a:schemeClr val="bg1">
                  <a:lumMod val="50000"/>
                </a:schemeClr>
              </a:solidFill>
            </a:endParaRPr>
          </a:p>
        </p:txBody>
      </p:sp>
      <p:sp>
        <p:nvSpPr>
          <p:cNvPr id="53" name="직사각형 52">
            <a:extLst>
              <a:ext uri="{FF2B5EF4-FFF2-40B4-BE49-F238E27FC236}">
                <a16:creationId xmlns:a16="http://schemas.microsoft.com/office/drawing/2014/main" id="{6BA00956-B14B-4BD2-91E9-94D97D4BC2C0}"/>
              </a:ext>
            </a:extLst>
          </p:cNvPr>
          <p:cNvSpPr/>
          <p:nvPr userDrawn="1"/>
        </p:nvSpPr>
        <p:spPr>
          <a:xfrm>
            <a:off x="41208" y="429370"/>
            <a:ext cx="1304991"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 name="사각형: 둥근 모서리 14">
            <a:extLst>
              <a:ext uri="{FF2B5EF4-FFF2-40B4-BE49-F238E27FC236}">
                <a16:creationId xmlns:a16="http://schemas.microsoft.com/office/drawing/2014/main" id="{ED8EEC5C-9926-4AF9-BE83-EFDA3B3643F8}"/>
              </a:ext>
            </a:extLst>
          </p:cNvPr>
          <p:cNvSpPr/>
          <p:nvPr userDrawn="1"/>
        </p:nvSpPr>
        <p:spPr>
          <a:xfrm>
            <a:off x="118741" y="527575"/>
            <a:ext cx="1148071" cy="2478003"/>
          </a:xfrm>
          <a:prstGeom prst="roundRect">
            <a:avLst>
              <a:gd name="adj" fmla="val 4472"/>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l">
              <a:lnSpc>
                <a:spcPct val="150000"/>
              </a:lnSpc>
            </a:pPr>
            <a:r>
              <a:rPr lang="ko-KR" altLang="en-US" sz="800" dirty="0">
                <a:solidFill>
                  <a:schemeClr val="tx1"/>
                </a:solidFill>
              </a:rPr>
              <a:t>○ 주문 목록</a:t>
            </a:r>
            <a:endParaRPr lang="en-US" altLang="ko-KR" sz="800" dirty="0">
              <a:solidFill>
                <a:schemeClr val="tx1"/>
              </a:solidFill>
            </a:endParaRPr>
          </a:p>
          <a:p>
            <a:pPr algn="l">
              <a:lnSpc>
                <a:spcPct val="150000"/>
              </a:lnSpc>
            </a:pPr>
            <a:r>
              <a:rPr lang="en-US" altLang="ko-KR" sz="700" dirty="0">
                <a:solidFill>
                  <a:schemeClr val="tx1"/>
                </a:solidFill>
              </a:rPr>
              <a:t>   - </a:t>
            </a:r>
            <a:r>
              <a:rPr lang="ko-KR" altLang="en-US" sz="700" dirty="0">
                <a:solidFill>
                  <a:schemeClr val="tx1"/>
                </a:solidFill>
              </a:rPr>
              <a:t>결제 완료 </a:t>
            </a:r>
            <a:r>
              <a:rPr lang="en-US" altLang="ko-KR" sz="700" dirty="0">
                <a:solidFill>
                  <a:schemeClr val="tx1"/>
                </a:solidFill>
              </a:rPr>
              <a:t>(5)</a:t>
            </a:r>
          </a:p>
          <a:p>
            <a:pPr algn="l">
              <a:lnSpc>
                <a:spcPct val="150000"/>
              </a:lnSpc>
            </a:pPr>
            <a:r>
              <a:rPr lang="en-US" altLang="ko-KR" sz="700" dirty="0">
                <a:solidFill>
                  <a:schemeClr val="tx1"/>
                </a:solidFill>
              </a:rPr>
              <a:t>   - </a:t>
            </a:r>
            <a:r>
              <a:rPr lang="ko-KR" altLang="en-US" sz="700" dirty="0">
                <a:solidFill>
                  <a:schemeClr val="tx1"/>
                </a:solidFill>
              </a:rPr>
              <a:t>배송 대기 중 </a:t>
            </a:r>
            <a:r>
              <a:rPr lang="en-US" altLang="ko-KR" sz="700" dirty="0">
                <a:solidFill>
                  <a:schemeClr val="tx1"/>
                </a:solidFill>
              </a:rPr>
              <a:t>(1)</a:t>
            </a:r>
          </a:p>
          <a:p>
            <a:pPr algn="l">
              <a:lnSpc>
                <a:spcPct val="150000"/>
              </a:lnSpc>
            </a:pPr>
            <a:r>
              <a:rPr lang="en-US" altLang="ko-KR" sz="700" dirty="0">
                <a:solidFill>
                  <a:schemeClr val="tx1"/>
                </a:solidFill>
              </a:rPr>
              <a:t>   - </a:t>
            </a:r>
            <a:r>
              <a:rPr lang="ko-KR" altLang="en-US" sz="700" dirty="0">
                <a:solidFill>
                  <a:schemeClr val="tx1"/>
                </a:solidFill>
              </a:rPr>
              <a:t>배송 중 </a:t>
            </a:r>
            <a:r>
              <a:rPr lang="en-US" altLang="ko-KR" sz="7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구매확정 </a:t>
            </a:r>
            <a:r>
              <a:rPr lang="en-US" altLang="ko-KR" sz="700" dirty="0">
                <a:solidFill>
                  <a:schemeClr val="tx1"/>
                </a:solidFill>
              </a:rPr>
              <a:t>(5)</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취소 목록 </a:t>
            </a:r>
            <a:r>
              <a:rPr lang="en-US" altLang="ko-KR" sz="8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취소 요청 </a:t>
            </a:r>
            <a:r>
              <a:rPr lang="en-US" altLang="ko-KR" sz="7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취소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반품 목록</a:t>
            </a:r>
            <a:endParaRPr lang="en-US" altLang="ko-KR" sz="800" dirty="0">
              <a:solidFill>
                <a:schemeClr val="tx1"/>
              </a:solidFill>
            </a:endParaRP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반품 신청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반품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교환 목록</a:t>
            </a:r>
            <a:endParaRPr lang="en-US" altLang="ko-KR" sz="800" dirty="0">
              <a:solidFill>
                <a:schemeClr val="tx1"/>
              </a:solidFill>
            </a:endParaRP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교환 신청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교환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dirty="0">
              <a:solidFill>
                <a:schemeClr val="tx1"/>
              </a:solidFill>
            </a:endParaRPr>
          </a:p>
          <a:p>
            <a:pPr algn="l">
              <a:lnSpc>
                <a:spcPct val="150000"/>
              </a:lnSpc>
            </a:pPr>
            <a:endParaRPr lang="en-US" altLang="ko-KR" sz="700" dirty="0">
              <a:solidFill>
                <a:schemeClr val="tx1"/>
              </a:solidFill>
            </a:endParaRPr>
          </a:p>
          <a:p>
            <a:pPr algn="l">
              <a:lnSpc>
                <a:spcPct val="150000"/>
              </a:lnSpc>
            </a:pPr>
            <a:endParaRPr lang="en-US" altLang="ko-KR" sz="700" dirty="0">
              <a:solidFill>
                <a:schemeClr val="tx1"/>
              </a:solidFill>
            </a:endParaRPr>
          </a:p>
        </p:txBody>
      </p:sp>
    </p:spTree>
    <p:extLst>
      <p:ext uri="{BB962C8B-B14F-4D97-AF65-F5344CB8AC3E}">
        <p14:creationId xmlns:p14="http://schemas.microsoft.com/office/powerpoint/2010/main" val="608813844"/>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3_마이페이지 기본틀 긴화면">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605EB3FE-840F-4EF5-9033-AEA247AA349D}"/>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7F3ADF11-B500-4F1F-9425-9A4206C95698}"/>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E1EE8C42-4447-4ABF-B019-DBAAC2F5B704}"/>
              </a:ext>
            </a:extLst>
          </p:cNvPr>
          <p:cNvSpPr/>
          <p:nvPr userDrawn="1"/>
        </p:nvSpPr>
        <p:spPr>
          <a:xfrm>
            <a:off x="41208" y="34272"/>
            <a:ext cx="10071693" cy="39509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a:extLst>
              <a:ext uri="{FF2B5EF4-FFF2-40B4-BE49-F238E27FC236}">
                <a16:creationId xmlns:a16="http://schemas.microsoft.com/office/drawing/2014/main" id="{271E5BA9-5F15-40D8-B41F-7E9A2E6D410E}"/>
              </a:ext>
            </a:extLst>
          </p:cNvPr>
          <p:cNvGrpSpPr/>
          <p:nvPr userDrawn="1"/>
        </p:nvGrpSpPr>
        <p:grpSpPr>
          <a:xfrm>
            <a:off x="118741" y="94475"/>
            <a:ext cx="1148071" cy="273280"/>
            <a:chOff x="2843808" y="1955121"/>
            <a:chExt cx="1674813" cy="596970"/>
          </a:xfrm>
          <a:solidFill>
            <a:schemeClr val="bg1">
              <a:lumMod val="95000"/>
            </a:schemeClr>
          </a:solidFill>
        </p:grpSpPr>
        <p:sp>
          <p:nvSpPr>
            <p:cNvPr id="7" name="Border">
              <a:extLst>
                <a:ext uri="{FF2B5EF4-FFF2-40B4-BE49-F238E27FC236}">
                  <a16:creationId xmlns:a16="http://schemas.microsoft.com/office/drawing/2014/main" id="{F9AB7030-82F1-4D0A-BB74-93A1FE8B0C2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60965009-092E-411F-B241-49E3CEC459C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4FEB3E1A-4091-4ECD-B830-5B00388FE8A7}"/>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TextBox 9">
              <a:extLst>
                <a:ext uri="{FF2B5EF4-FFF2-40B4-BE49-F238E27FC236}">
                  <a16:creationId xmlns:a16="http://schemas.microsoft.com/office/drawing/2014/main" id="{A7AA3F6C-E931-4772-B894-ACDAB4151BE9}"/>
                </a:ext>
              </a:extLst>
            </p:cNvPr>
            <p:cNvSpPr txBox="1"/>
            <p:nvPr/>
          </p:nvSpPr>
          <p:spPr>
            <a:xfrm>
              <a:off x="3335780" y="2018289"/>
              <a:ext cx="690867" cy="470629"/>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32" name="직사각형 31">
            <a:extLst>
              <a:ext uri="{FF2B5EF4-FFF2-40B4-BE49-F238E27FC236}">
                <a16:creationId xmlns:a16="http://schemas.microsoft.com/office/drawing/2014/main" id="{78A24B3B-7371-43BE-8035-C2B654860160}"/>
              </a:ext>
            </a:extLst>
          </p:cNvPr>
          <p:cNvSpPr/>
          <p:nvPr userDrawn="1"/>
        </p:nvSpPr>
        <p:spPr>
          <a:xfrm>
            <a:off x="1344345" y="429370"/>
            <a:ext cx="8767843" cy="16401950"/>
          </a:xfrm>
          <a:prstGeom prst="rect">
            <a:avLst/>
          </a:prstGeom>
          <a:solidFill>
            <a:schemeClr val="bg1"/>
          </a:solidFill>
          <a:ln w="3175">
            <a:solidFill>
              <a:schemeClr val="tx1">
                <a:lumMod val="50000"/>
                <a:lumOff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4" name="직사각형 53">
            <a:extLst>
              <a:ext uri="{FF2B5EF4-FFF2-40B4-BE49-F238E27FC236}">
                <a16:creationId xmlns:a16="http://schemas.microsoft.com/office/drawing/2014/main" id="{F450E196-5852-43B7-99A3-92E857F36AFC}"/>
              </a:ext>
            </a:extLst>
          </p:cNvPr>
          <p:cNvSpPr/>
          <p:nvPr userDrawn="1"/>
        </p:nvSpPr>
        <p:spPr>
          <a:xfrm>
            <a:off x="1423732" y="481757"/>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55" name="직사각형 54">
            <a:extLst>
              <a:ext uri="{FF2B5EF4-FFF2-40B4-BE49-F238E27FC236}">
                <a16:creationId xmlns:a16="http://schemas.microsoft.com/office/drawing/2014/main" id="{8AE35E3B-3484-482E-8AC9-B152A0721C5D}"/>
              </a:ext>
            </a:extLst>
          </p:cNvPr>
          <p:cNvSpPr/>
          <p:nvPr userDrawn="1"/>
        </p:nvSpPr>
        <p:spPr>
          <a:xfrm>
            <a:off x="8025304" y="481757"/>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
        <p:nvSpPr>
          <p:cNvPr id="34" name="직사각형 33">
            <a:extLst>
              <a:ext uri="{FF2B5EF4-FFF2-40B4-BE49-F238E27FC236}">
                <a16:creationId xmlns:a16="http://schemas.microsoft.com/office/drawing/2014/main" id="{EE4742BF-99E5-4378-9C8B-60FC9AA23DE2}"/>
              </a:ext>
            </a:extLst>
          </p:cNvPr>
          <p:cNvSpPr/>
          <p:nvPr userDrawn="1"/>
        </p:nvSpPr>
        <p:spPr>
          <a:xfrm>
            <a:off x="7086600" y="104509"/>
            <a:ext cx="3017529" cy="253211"/>
          </a:xfrm>
          <a:prstGeom prst="rect">
            <a:avLst/>
          </a:prstGeom>
        </p:spPr>
        <p:txBody>
          <a:bodyPr wrap="square">
            <a:spAutoFit/>
          </a:bodyPr>
          <a:lstStyle/>
          <a:p>
            <a:pPr algn="r">
              <a:lnSpc>
                <a:spcPct val="150000"/>
              </a:lnSpc>
            </a:pPr>
            <a:r>
              <a:rPr lang="ko-KR" altLang="en-US" sz="800" b="0" dirty="0">
                <a:latin typeface="+mj-ea"/>
                <a:ea typeface="+mj-ea"/>
              </a:rPr>
              <a:t>채널관리자  </a:t>
            </a:r>
            <a:r>
              <a:rPr lang="en-US" altLang="ko-KR" sz="800" b="0" dirty="0">
                <a:latin typeface="+mj-ea"/>
                <a:ea typeface="+mj-ea"/>
              </a:rPr>
              <a:t>  </a:t>
            </a:r>
            <a:r>
              <a:rPr lang="en-US" altLang="ko-KR" sz="800" dirty="0">
                <a:solidFill>
                  <a:schemeClr val="bg1">
                    <a:lumMod val="75000"/>
                  </a:schemeClr>
                </a:solidFill>
                <a:latin typeface="+mj-ea"/>
                <a:ea typeface="+mj-ea"/>
              </a:rPr>
              <a:t>|   </a:t>
            </a:r>
            <a:r>
              <a:rPr lang="ko-KR" altLang="en-US" sz="800" b="0" dirty="0" err="1">
                <a:latin typeface="+mj-ea"/>
                <a:ea typeface="+mj-ea"/>
              </a:rPr>
              <a:t>회원명</a:t>
            </a:r>
            <a:r>
              <a:rPr lang="ko-KR" altLang="en-US" sz="800" b="0" dirty="0">
                <a:latin typeface="+mj-ea"/>
                <a:ea typeface="+mj-ea"/>
              </a:rPr>
              <a:t>  </a:t>
            </a:r>
            <a:r>
              <a:rPr lang="en-US" altLang="ko-KR" sz="800" b="0" dirty="0">
                <a:latin typeface="+mj-ea"/>
                <a:ea typeface="+mj-ea"/>
              </a:rPr>
              <a:t>  </a:t>
            </a:r>
            <a:r>
              <a:rPr lang="en-US" altLang="ko-KR" sz="800" dirty="0">
                <a:solidFill>
                  <a:schemeClr val="bg1">
                    <a:lumMod val="75000"/>
                  </a:schemeClr>
                </a:solidFill>
                <a:latin typeface="+mj-ea"/>
                <a:ea typeface="+mj-ea"/>
              </a:rPr>
              <a:t>|  </a:t>
            </a:r>
            <a:r>
              <a:rPr lang="ko-KR" altLang="en-US" sz="800" dirty="0">
                <a:latin typeface="+mj-ea"/>
                <a:ea typeface="+mj-ea"/>
              </a:rPr>
              <a:t>총 포인트 </a:t>
            </a:r>
            <a:r>
              <a:rPr lang="en-US" altLang="ko-KR" sz="800" dirty="0">
                <a:latin typeface="+mj-ea"/>
                <a:ea typeface="+mj-ea"/>
              </a:rPr>
              <a:t>( 00 )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sp>
        <p:nvSpPr>
          <p:cNvPr id="35" name="사각형: 둥근 모서리 34">
            <a:extLst>
              <a:ext uri="{FF2B5EF4-FFF2-40B4-BE49-F238E27FC236}">
                <a16:creationId xmlns:a16="http://schemas.microsoft.com/office/drawing/2014/main" id="{4BE00F5F-5536-4E7F-BA72-D19A9BC94752}"/>
              </a:ext>
            </a:extLst>
          </p:cNvPr>
          <p:cNvSpPr/>
          <p:nvPr userDrawn="1"/>
        </p:nvSpPr>
        <p:spPr>
          <a:xfrm>
            <a:off x="1475329" y="141986"/>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36" name="웃는 얼굴 35">
            <a:extLst>
              <a:ext uri="{FF2B5EF4-FFF2-40B4-BE49-F238E27FC236}">
                <a16:creationId xmlns:a16="http://schemas.microsoft.com/office/drawing/2014/main" id="{5058C951-C9B0-4D78-915C-A2B051F5EFB7}"/>
              </a:ext>
            </a:extLst>
          </p:cNvPr>
          <p:cNvSpPr/>
          <p:nvPr userDrawn="1"/>
        </p:nvSpPr>
        <p:spPr>
          <a:xfrm>
            <a:off x="1528390" y="178856"/>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7" name="사각형: 둥근 모서리 36">
            <a:extLst>
              <a:ext uri="{FF2B5EF4-FFF2-40B4-BE49-F238E27FC236}">
                <a16:creationId xmlns:a16="http://schemas.microsoft.com/office/drawing/2014/main" id="{4EE483C6-A3EF-4A86-8944-62F79D5D4C2B}"/>
              </a:ext>
            </a:extLst>
          </p:cNvPr>
          <p:cNvSpPr/>
          <p:nvPr userDrawn="1"/>
        </p:nvSpPr>
        <p:spPr>
          <a:xfrm>
            <a:off x="2299780" y="147229"/>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38" name="웃는 얼굴 37">
            <a:extLst>
              <a:ext uri="{FF2B5EF4-FFF2-40B4-BE49-F238E27FC236}">
                <a16:creationId xmlns:a16="http://schemas.microsoft.com/office/drawing/2014/main" id="{B6DD66FB-93B6-4629-A0FE-CAB0460A9E23}"/>
              </a:ext>
            </a:extLst>
          </p:cNvPr>
          <p:cNvSpPr/>
          <p:nvPr userDrawn="1"/>
        </p:nvSpPr>
        <p:spPr>
          <a:xfrm>
            <a:off x="2352841" y="184099"/>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9" name="사각형: 둥근 모서리 38">
            <a:extLst>
              <a:ext uri="{FF2B5EF4-FFF2-40B4-BE49-F238E27FC236}">
                <a16:creationId xmlns:a16="http://schemas.microsoft.com/office/drawing/2014/main" id="{0E3136A0-B269-4DE9-97F7-A5742F5065F7}"/>
              </a:ext>
            </a:extLst>
          </p:cNvPr>
          <p:cNvSpPr/>
          <p:nvPr userDrawn="1"/>
        </p:nvSpPr>
        <p:spPr>
          <a:xfrm>
            <a:off x="3124167" y="136743"/>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40" name="웃는 얼굴 39">
            <a:extLst>
              <a:ext uri="{FF2B5EF4-FFF2-40B4-BE49-F238E27FC236}">
                <a16:creationId xmlns:a16="http://schemas.microsoft.com/office/drawing/2014/main" id="{CF1B7F19-E9EA-42F1-A722-6FED2EFC37D4}"/>
              </a:ext>
            </a:extLst>
          </p:cNvPr>
          <p:cNvSpPr/>
          <p:nvPr userDrawn="1"/>
        </p:nvSpPr>
        <p:spPr>
          <a:xfrm>
            <a:off x="3177228" y="173613"/>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 name="사각형: 둥근 모서리 40">
            <a:extLst>
              <a:ext uri="{FF2B5EF4-FFF2-40B4-BE49-F238E27FC236}">
                <a16:creationId xmlns:a16="http://schemas.microsoft.com/office/drawing/2014/main" id="{DDF40C9B-0FC3-43CD-89CD-A6DCAD517C2A}"/>
              </a:ext>
            </a:extLst>
          </p:cNvPr>
          <p:cNvSpPr/>
          <p:nvPr userDrawn="1"/>
        </p:nvSpPr>
        <p:spPr>
          <a:xfrm>
            <a:off x="3948618" y="141986"/>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42" name="웃는 얼굴 41">
            <a:extLst>
              <a:ext uri="{FF2B5EF4-FFF2-40B4-BE49-F238E27FC236}">
                <a16:creationId xmlns:a16="http://schemas.microsoft.com/office/drawing/2014/main" id="{052FBC93-13AB-4459-8D55-848F7C413149}"/>
              </a:ext>
            </a:extLst>
          </p:cNvPr>
          <p:cNvSpPr/>
          <p:nvPr userDrawn="1"/>
        </p:nvSpPr>
        <p:spPr>
          <a:xfrm>
            <a:off x="4001679" y="178856"/>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44" name="표 20">
            <a:extLst>
              <a:ext uri="{FF2B5EF4-FFF2-40B4-BE49-F238E27FC236}">
                <a16:creationId xmlns:a16="http://schemas.microsoft.com/office/drawing/2014/main" id="{08B80639-AA56-43F9-B723-58297E04A4BA}"/>
              </a:ext>
            </a:extLst>
          </p:cNvPr>
          <p:cNvGraphicFramePr>
            <a:graphicFrameLocks noGrp="1"/>
          </p:cNvGraphicFramePr>
          <p:nvPr userDrawn="1">
            <p:extLst>
              <p:ext uri="{D42A27DB-BD31-4B8C-83A1-F6EECF244321}">
                <p14:modId xmlns:p14="http://schemas.microsoft.com/office/powerpoint/2010/main" val="3638966337"/>
              </p:ext>
            </p:extLst>
          </p:nvPr>
        </p:nvGraphicFramePr>
        <p:xfrm>
          <a:off x="40495" y="3269414"/>
          <a:ext cx="1305704" cy="190500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정보관리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lnSpc>
                          <a:spcPct val="150000"/>
                        </a:lnSpc>
                      </a:pPr>
                      <a:r>
                        <a:rPr lang="en-US" altLang="ko-KR" sz="700" dirty="0"/>
                        <a:t>   -  </a:t>
                      </a:r>
                      <a:r>
                        <a:rPr lang="ko-KR" altLang="en-US" sz="700" dirty="0"/>
                        <a:t>회원 정보 수정</a:t>
                      </a:r>
                      <a:endParaRPr lang="en-US" altLang="ko-KR" sz="700" dirty="0"/>
                    </a:p>
                    <a:p>
                      <a:pPr latinLnBrk="1">
                        <a:lnSpc>
                          <a:spcPct val="150000"/>
                        </a:lnSpc>
                      </a:pPr>
                      <a:r>
                        <a:rPr lang="en-US" altLang="ko-KR" sz="700" dirty="0"/>
                        <a:t>   -  </a:t>
                      </a:r>
                      <a:r>
                        <a:rPr lang="ko-KR" altLang="en-US" sz="700" dirty="0" err="1"/>
                        <a:t>배송지</a:t>
                      </a:r>
                      <a:r>
                        <a:rPr lang="ko-KR" altLang="en-US" sz="700" dirty="0"/>
                        <a:t> 설정</a:t>
                      </a:r>
                      <a:endParaRPr lang="en-US" altLang="ko-KR" sz="700" dirty="0"/>
                    </a:p>
                    <a:p>
                      <a:pPr latinLnBrk="1">
                        <a:lnSpc>
                          <a:spcPct val="150000"/>
                        </a:lnSpc>
                      </a:pPr>
                      <a:endParaRPr lang="en-US" altLang="ko-KR" sz="700" dirty="0"/>
                    </a:p>
                    <a:p>
                      <a:pPr latinLnBrk="1">
                        <a:lnSpc>
                          <a:spcPct val="150000"/>
                        </a:lnSpc>
                      </a:pPr>
                      <a:r>
                        <a:rPr lang="en-US" altLang="ko-KR" sz="700" dirty="0"/>
                        <a:t>   -  </a:t>
                      </a:r>
                      <a:r>
                        <a:rPr lang="ko-KR" altLang="en-US" sz="700" dirty="0"/>
                        <a:t>회원 탈퇴 신청</a:t>
                      </a:r>
                      <a:endParaRPr lang="en-US" altLang="ko-KR" sz="700" dirty="0"/>
                    </a:p>
                    <a:p>
                      <a:pPr latinLnBrk="1"/>
                      <a:endParaRPr lang="en-US" altLang="ko-KR" sz="7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710769806"/>
                  </a:ext>
                </a:extLst>
              </a:tr>
              <a:tr h="0">
                <a:tc>
                  <a:txBody>
                    <a:bodyPr/>
                    <a:lstStyle/>
                    <a:p>
                      <a:pPr latinLnBrk="1"/>
                      <a:r>
                        <a:rPr lang="ko-KR" altLang="en-US" sz="800" dirty="0"/>
                        <a:t>○ 방문한 채널</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포인트 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장바구니 목록</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951731866"/>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a:t>
                      </a:r>
                      <a:r>
                        <a:rPr lang="ko-KR" altLang="en-US" sz="800" dirty="0" err="1"/>
                        <a:t>찜한</a:t>
                      </a:r>
                      <a:r>
                        <a:rPr lang="ko-KR" altLang="en-US" sz="800" dirty="0"/>
                        <a:t> 상품 목록</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629674474"/>
                  </a:ext>
                </a:extLst>
              </a:tr>
            </a:tbl>
          </a:graphicData>
        </a:graphic>
      </p:graphicFrame>
      <p:sp>
        <p:nvSpPr>
          <p:cNvPr id="45" name="TextBox 44">
            <a:extLst>
              <a:ext uri="{FF2B5EF4-FFF2-40B4-BE49-F238E27FC236}">
                <a16:creationId xmlns:a16="http://schemas.microsoft.com/office/drawing/2014/main" id="{4BEBBFBE-1685-40D5-8904-B19BD1969A4D}"/>
              </a:ext>
            </a:extLst>
          </p:cNvPr>
          <p:cNvSpPr txBox="1"/>
          <p:nvPr userDrawn="1"/>
        </p:nvSpPr>
        <p:spPr>
          <a:xfrm rot="10800000">
            <a:off x="1073023" y="6422896"/>
            <a:ext cx="276038" cy="246221"/>
          </a:xfrm>
          <a:prstGeom prst="rect">
            <a:avLst/>
          </a:prstGeom>
          <a:noFill/>
        </p:spPr>
        <p:txBody>
          <a:bodyPr wrap="none" rtlCol="0">
            <a:spAutoFit/>
          </a:bodyPr>
          <a:lstStyle/>
          <a:p>
            <a:r>
              <a:rPr lang="ko-KR" altLang="en-US" sz="1000" b="1" dirty="0"/>
              <a:t>∨</a:t>
            </a:r>
          </a:p>
        </p:txBody>
      </p:sp>
      <p:sp>
        <p:nvSpPr>
          <p:cNvPr id="46" name="TextBox 45">
            <a:extLst>
              <a:ext uri="{FF2B5EF4-FFF2-40B4-BE49-F238E27FC236}">
                <a16:creationId xmlns:a16="http://schemas.microsoft.com/office/drawing/2014/main" id="{D2E5C58A-F5DE-41DF-B495-4379C69E649A}"/>
              </a:ext>
            </a:extLst>
          </p:cNvPr>
          <p:cNvSpPr txBox="1"/>
          <p:nvPr userDrawn="1"/>
        </p:nvSpPr>
        <p:spPr>
          <a:xfrm>
            <a:off x="1110536" y="3239441"/>
            <a:ext cx="276038" cy="246221"/>
          </a:xfrm>
          <a:prstGeom prst="rect">
            <a:avLst/>
          </a:prstGeom>
          <a:noFill/>
        </p:spPr>
        <p:txBody>
          <a:bodyPr wrap="none" rtlCol="0">
            <a:spAutoFit/>
          </a:bodyPr>
          <a:lstStyle/>
          <a:p>
            <a:r>
              <a:rPr lang="ko-KR" altLang="en-US" sz="1000" b="1" dirty="0"/>
              <a:t>∨</a:t>
            </a:r>
          </a:p>
        </p:txBody>
      </p:sp>
      <p:graphicFrame>
        <p:nvGraphicFramePr>
          <p:cNvPr id="56" name="표 20">
            <a:extLst>
              <a:ext uri="{FF2B5EF4-FFF2-40B4-BE49-F238E27FC236}">
                <a16:creationId xmlns:a16="http://schemas.microsoft.com/office/drawing/2014/main" id="{D91275E4-21F9-49D4-AC30-5423FB7F6B11}"/>
              </a:ext>
            </a:extLst>
          </p:cNvPr>
          <p:cNvGraphicFramePr>
            <a:graphicFrameLocks noGrp="1"/>
          </p:cNvGraphicFramePr>
          <p:nvPr userDrawn="1">
            <p:extLst>
              <p:ext uri="{D42A27DB-BD31-4B8C-83A1-F6EECF244321}">
                <p14:modId xmlns:p14="http://schemas.microsoft.com/office/powerpoint/2010/main" val="602182116"/>
              </p:ext>
            </p:extLst>
          </p:nvPr>
        </p:nvGraphicFramePr>
        <p:xfrm>
          <a:off x="44781" y="5770560"/>
          <a:ext cx="1305704" cy="85344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서비스 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주요기능</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가입안내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r h="0">
                <a:tc>
                  <a:txBody>
                    <a:bodyPr/>
                    <a:lstStyle/>
                    <a:p>
                      <a:pPr latinLnBrk="1"/>
                      <a:r>
                        <a:rPr lang="ko-KR" altLang="en-US" sz="800" dirty="0"/>
                        <a:t>○ 고객센터</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878359119"/>
                  </a:ext>
                </a:extLst>
              </a:tr>
            </a:tbl>
          </a:graphicData>
        </a:graphic>
      </p:graphicFrame>
      <p:sp>
        <p:nvSpPr>
          <p:cNvPr id="57" name="TextBox 56">
            <a:extLst>
              <a:ext uri="{FF2B5EF4-FFF2-40B4-BE49-F238E27FC236}">
                <a16:creationId xmlns:a16="http://schemas.microsoft.com/office/drawing/2014/main" id="{89536F43-F5AD-4476-97B7-23CC481F03BF}"/>
              </a:ext>
            </a:extLst>
          </p:cNvPr>
          <p:cNvSpPr txBox="1"/>
          <p:nvPr userDrawn="1"/>
        </p:nvSpPr>
        <p:spPr>
          <a:xfrm>
            <a:off x="18077" y="5541382"/>
            <a:ext cx="1182036" cy="215444"/>
          </a:xfrm>
          <a:prstGeom prst="rect">
            <a:avLst/>
          </a:prstGeom>
          <a:noFill/>
        </p:spPr>
        <p:txBody>
          <a:bodyPr wrap="square">
            <a:spAutoFit/>
          </a:bodyPr>
          <a:lstStyle/>
          <a:p>
            <a:pPr latinLnBrk="1"/>
            <a:r>
              <a:rPr lang="ko-KR" altLang="en-US" sz="800" b="1" dirty="0">
                <a:solidFill>
                  <a:schemeClr val="bg1">
                    <a:lumMod val="50000"/>
                  </a:schemeClr>
                </a:solidFill>
              </a:rPr>
              <a:t> </a:t>
            </a:r>
            <a:r>
              <a:rPr lang="en-US" altLang="ko-KR" sz="800" b="1" dirty="0">
                <a:solidFill>
                  <a:schemeClr val="bg1">
                    <a:lumMod val="50000"/>
                  </a:schemeClr>
                </a:solidFill>
              </a:rPr>
              <a:t>Me9 Market </a:t>
            </a:r>
            <a:endParaRPr lang="ko-KR" altLang="en-US" sz="800" b="1" dirty="0">
              <a:solidFill>
                <a:schemeClr val="bg1">
                  <a:lumMod val="50000"/>
                </a:schemeClr>
              </a:solidFill>
            </a:endParaRPr>
          </a:p>
        </p:txBody>
      </p:sp>
      <p:sp>
        <p:nvSpPr>
          <p:cNvPr id="58" name="TextBox 57">
            <a:extLst>
              <a:ext uri="{FF2B5EF4-FFF2-40B4-BE49-F238E27FC236}">
                <a16:creationId xmlns:a16="http://schemas.microsoft.com/office/drawing/2014/main" id="{4A174763-997B-4A6C-B7DA-8E180088844C}"/>
              </a:ext>
            </a:extLst>
          </p:cNvPr>
          <p:cNvSpPr txBox="1"/>
          <p:nvPr userDrawn="1"/>
        </p:nvSpPr>
        <p:spPr>
          <a:xfrm>
            <a:off x="29006" y="3052016"/>
            <a:ext cx="1182036" cy="215444"/>
          </a:xfrm>
          <a:prstGeom prst="rect">
            <a:avLst/>
          </a:prstGeom>
          <a:noFill/>
        </p:spPr>
        <p:txBody>
          <a:bodyPr wrap="square">
            <a:spAutoFit/>
          </a:bodyPr>
          <a:lstStyle/>
          <a:p>
            <a:pPr latinLnBrk="1"/>
            <a:r>
              <a:rPr lang="ko-KR" altLang="en-US" sz="800" b="1" dirty="0">
                <a:solidFill>
                  <a:schemeClr val="bg1">
                    <a:lumMod val="50000"/>
                  </a:schemeClr>
                </a:solidFill>
              </a:rPr>
              <a:t> 주요메뉴</a:t>
            </a:r>
            <a:r>
              <a:rPr lang="en-US" altLang="ko-KR" sz="800" b="1" dirty="0">
                <a:solidFill>
                  <a:schemeClr val="bg1">
                    <a:lumMod val="50000"/>
                  </a:schemeClr>
                </a:solidFill>
              </a:rPr>
              <a:t> </a:t>
            </a:r>
            <a:endParaRPr lang="ko-KR" altLang="en-US" sz="800" b="1" dirty="0">
              <a:solidFill>
                <a:schemeClr val="bg1">
                  <a:lumMod val="50000"/>
                </a:schemeClr>
              </a:solidFill>
            </a:endParaRPr>
          </a:p>
        </p:txBody>
      </p:sp>
      <p:sp>
        <p:nvSpPr>
          <p:cNvPr id="53" name="직사각형 52">
            <a:extLst>
              <a:ext uri="{FF2B5EF4-FFF2-40B4-BE49-F238E27FC236}">
                <a16:creationId xmlns:a16="http://schemas.microsoft.com/office/drawing/2014/main" id="{6BA00956-B14B-4BD2-91E9-94D97D4BC2C0}"/>
              </a:ext>
            </a:extLst>
          </p:cNvPr>
          <p:cNvSpPr/>
          <p:nvPr userDrawn="1"/>
        </p:nvSpPr>
        <p:spPr>
          <a:xfrm>
            <a:off x="41208" y="429370"/>
            <a:ext cx="1304991"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30" name="표 4">
            <a:extLst>
              <a:ext uri="{FF2B5EF4-FFF2-40B4-BE49-F238E27FC236}">
                <a16:creationId xmlns:a16="http://schemas.microsoft.com/office/drawing/2014/main" id="{58F01D02-FA65-4B02-8FAF-BB09973B6DB1}"/>
              </a:ext>
            </a:extLst>
          </p:cNvPr>
          <p:cNvGraphicFramePr>
            <a:graphicFrameLocks noGrp="1"/>
          </p:cNvGraphicFramePr>
          <p:nvPr userDrawn="1">
            <p:extLst>
              <p:ext uri="{D42A27DB-BD31-4B8C-83A1-F6EECF244321}">
                <p14:modId xmlns:p14="http://schemas.microsoft.com/office/powerpoint/2010/main" val="2011517660"/>
              </p:ext>
            </p:extLst>
          </p:nvPr>
        </p:nvGraphicFramePr>
        <p:xfrm>
          <a:off x="2060507" y="951889"/>
          <a:ext cx="7315200" cy="321854"/>
        </p:xfrm>
        <a:graphic>
          <a:graphicData uri="http://schemas.openxmlformats.org/drawingml/2006/table">
            <a:tbl>
              <a:tblPr firstRow="1" bandRow="1">
                <a:tableStyleId>{5940675A-B579-460E-94D1-54222C63F5DA}</a:tableStyleId>
              </a:tblPr>
              <a:tblGrid>
                <a:gridCol w="1828800">
                  <a:extLst>
                    <a:ext uri="{9D8B030D-6E8A-4147-A177-3AD203B41FA5}">
                      <a16:colId xmlns:a16="http://schemas.microsoft.com/office/drawing/2014/main" val="3306315618"/>
                    </a:ext>
                  </a:extLst>
                </a:gridCol>
                <a:gridCol w="1828800">
                  <a:extLst>
                    <a:ext uri="{9D8B030D-6E8A-4147-A177-3AD203B41FA5}">
                      <a16:colId xmlns:a16="http://schemas.microsoft.com/office/drawing/2014/main" val="3684204346"/>
                    </a:ext>
                  </a:extLst>
                </a:gridCol>
                <a:gridCol w="1828800">
                  <a:extLst>
                    <a:ext uri="{9D8B030D-6E8A-4147-A177-3AD203B41FA5}">
                      <a16:colId xmlns:a16="http://schemas.microsoft.com/office/drawing/2014/main" val="1934738033"/>
                    </a:ext>
                  </a:extLst>
                </a:gridCol>
                <a:gridCol w="1828800">
                  <a:extLst>
                    <a:ext uri="{9D8B030D-6E8A-4147-A177-3AD203B41FA5}">
                      <a16:colId xmlns:a16="http://schemas.microsoft.com/office/drawing/2014/main" val="189309699"/>
                    </a:ext>
                  </a:extLst>
                </a:gridCol>
              </a:tblGrid>
              <a:tr h="321854">
                <a:tc>
                  <a:txBody>
                    <a:bodyPr/>
                    <a:lstStyle/>
                    <a:p>
                      <a:pPr algn="ctr" latinLnBrk="1"/>
                      <a:r>
                        <a:rPr lang="ko-KR" altLang="en-US" sz="1000" b="1" dirty="0">
                          <a:solidFill>
                            <a:schemeClr val="bg1"/>
                          </a:solidFill>
                        </a:rPr>
                        <a:t>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1000" dirty="0"/>
                        <a:t>취소</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1000" dirty="0"/>
                        <a:t>반품</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1000" dirty="0"/>
                        <a:t>교환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2825709569"/>
                  </a:ext>
                </a:extLst>
              </a:tr>
            </a:tbl>
          </a:graphicData>
        </a:graphic>
      </p:graphicFrame>
      <p:sp>
        <p:nvSpPr>
          <p:cNvPr id="31" name="직사각형 30">
            <a:extLst>
              <a:ext uri="{FF2B5EF4-FFF2-40B4-BE49-F238E27FC236}">
                <a16:creationId xmlns:a16="http://schemas.microsoft.com/office/drawing/2014/main" id="{8A5193C4-AD2D-4126-A101-1EDF68FE0F2F}"/>
              </a:ext>
            </a:extLst>
          </p:cNvPr>
          <p:cNvSpPr/>
          <p:nvPr userDrawn="1"/>
        </p:nvSpPr>
        <p:spPr>
          <a:xfrm>
            <a:off x="3186500" y="1501036"/>
            <a:ext cx="788807" cy="321855"/>
          </a:xfrm>
          <a:prstGeom prst="rect">
            <a:avLst/>
          </a:prstGeom>
          <a:solidFill>
            <a:schemeClr val="tx1">
              <a:lumMod val="95000"/>
              <a:lumOff val="5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최근 </a:t>
            </a:r>
            <a:r>
              <a:rPr lang="en-US" altLang="ko-KR" sz="800" b="1" dirty="0">
                <a:solidFill>
                  <a:schemeClr val="bg1"/>
                </a:solidFill>
              </a:rPr>
              <a:t>1</a:t>
            </a:r>
            <a:r>
              <a:rPr lang="ko-KR" altLang="en-US" sz="800" b="1" dirty="0">
                <a:solidFill>
                  <a:schemeClr val="bg1"/>
                </a:solidFill>
              </a:rPr>
              <a:t>개월</a:t>
            </a:r>
            <a:endParaRPr lang="en-US" altLang="ko-KR" sz="800" b="1" dirty="0">
              <a:solidFill>
                <a:schemeClr val="bg1"/>
              </a:solidFill>
            </a:endParaRPr>
          </a:p>
        </p:txBody>
      </p:sp>
      <p:sp>
        <p:nvSpPr>
          <p:cNvPr id="33" name="직사각형 32">
            <a:extLst>
              <a:ext uri="{FF2B5EF4-FFF2-40B4-BE49-F238E27FC236}">
                <a16:creationId xmlns:a16="http://schemas.microsoft.com/office/drawing/2014/main" id="{757AAE9C-EB0E-48CF-9F62-A00628587845}"/>
              </a:ext>
            </a:extLst>
          </p:cNvPr>
          <p:cNvSpPr/>
          <p:nvPr userDrawn="1"/>
        </p:nvSpPr>
        <p:spPr>
          <a:xfrm>
            <a:off x="3975307" y="1501036"/>
            <a:ext cx="788806"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최근 </a:t>
            </a:r>
            <a:r>
              <a:rPr lang="en-US" altLang="ko-KR" sz="800" dirty="0">
                <a:solidFill>
                  <a:schemeClr val="tx1">
                    <a:lumMod val="50000"/>
                    <a:lumOff val="50000"/>
                  </a:schemeClr>
                </a:solidFill>
              </a:rPr>
              <a:t>3</a:t>
            </a:r>
            <a:r>
              <a:rPr lang="ko-KR" altLang="en-US" sz="800" dirty="0">
                <a:solidFill>
                  <a:schemeClr val="tx1">
                    <a:lumMod val="50000"/>
                    <a:lumOff val="50000"/>
                  </a:schemeClr>
                </a:solidFill>
              </a:rPr>
              <a:t>개월</a:t>
            </a:r>
            <a:endParaRPr lang="en-US" altLang="ko-KR" sz="800" dirty="0">
              <a:solidFill>
                <a:schemeClr val="tx1">
                  <a:lumMod val="50000"/>
                  <a:lumOff val="50000"/>
                </a:schemeClr>
              </a:solidFill>
            </a:endParaRPr>
          </a:p>
        </p:txBody>
      </p:sp>
      <p:sp>
        <p:nvSpPr>
          <p:cNvPr id="47" name="직사각형 46">
            <a:extLst>
              <a:ext uri="{FF2B5EF4-FFF2-40B4-BE49-F238E27FC236}">
                <a16:creationId xmlns:a16="http://schemas.microsoft.com/office/drawing/2014/main" id="{70587B6D-BC24-4874-AB31-D3C2A0D43874}"/>
              </a:ext>
            </a:extLst>
          </p:cNvPr>
          <p:cNvSpPr/>
          <p:nvPr userDrawn="1"/>
        </p:nvSpPr>
        <p:spPr>
          <a:xfrm>
            <a:off x="4764113" y="1501036"/>
            <a:ext cx="724713"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최근 </a:t>
            </a:r>
            <a:r>
              <a:rPr lang="en-US" altLang="ko-KR" sz="800" dirty="0">
                <a:solidFill>
                  <a:schemeClr val="tx1">
                    <a:lumMod val="50000"/>
                    <a:lumOff val="50000"/>
                  </a:schemeClr>
                </a:solidFill>
              </a:rPr>
              <a:t>6</a:t>
            </a:r>
            <a:r>
              <a:rPr lang="ko-KR" altLang="en-US" sz="800" dirty="0">
                <a:solidFill>
                  <a:schemeClr val="tx1">
                    <a:lumMod val="50000"/>
                    <a:lumOff val="50000"/>
                  </a:schemeClr>
                </a:solidFill>
              </a:rPr>
              <a:t>개월</a:t>
            </a:r>
            <a:endParaRPr lang="en-US" altLang="ko-KR" sz="800" dirty="0">
              <a:solidFill>
                <a:schemeClr val="tx1">
                  <a:lumMod val="50000"/>
                  <a:lumOff val="50000"/>
                </a:schemeClr>
              </a:solidFill>
            </a:endParaRPr>
          </a:p>
        </p:txBody>
      </p:sp>
      <p:sp>
        <p:nvSpPr>
          <p:cNvPr id="48" name="직사각형 47">
            <a:extLst>
              <a:ext uri="{FF2B5EF4-FFF2-40B4-BE49-F238E27FC236}">
                <a16:creationId xmlns:a16="http://schemas.microsoft.com/office/drawing/2014/main" id="{A83DA57E-B477-4C33-B7D2-52369830FBDD}"/>
              </a:ext>
            </a:extLst>
          </p:cNvPr>
          <p:cNvSpPr/>
          <p:nvPr userDrawn="1"/>
        </p:nvSpPr>
        <p:spPr>
          <a:xfrm>
            <a:off x="5488826" y="1501036"/>
            <a:ext cx="724713"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최근 </a:t>
            </a:r>
            <a:r>
              <a:rPr lang="en-US" altLang="ko-KR" sz="800" dirty="0">
                <a:solidFill>
                  <a:schemeClr val="tx1">
                    <a:lumMod val="50000"/>
                    <a:lumOff val="50000"/>
                  </a:schemeClr>
                </a:solidFill>
              </a:rPr>
              <a:t>1</a:t>
            </a:r>
            <a:r>
              <a:rPr lang="ko-KR" altLang="en-US" sz="800" dirty="0">
                <a:solidFill>
                  <a:schemeClr val="tx1">
                    <a:lumMod val="50000"/>
                    <a:lumOff val="50000"/>
                  </a:schemeClr>
                </a:solidFill>
              </a:rPr>
              <a:t>년</a:t>
            </a:r>
            <a:endParaRPr lang="en-US" altLang="ko-KR" sz="800" dirty="0">
              <a:solidFill>
                <a:schemeClr val="tx1">
                  <a:lumMod val="50000"/>
                  <a:lumOff val="50000"/>
                </a:schemeClr>
              </a:solidFill>
            </a:endParaRPr>
          </a:p>
        </p:txBody>
      </p:sp>
      <p:sp>
        <p:nvSpPr>
          <p:cNvPr id="49" name="직사각형 48">
            <a:extLst>
              <a:ext uri="{FF2B5EF4-FFF2-40B4-BE49-F238E27FC236}">
                <a16:creationId xmlns:a16="http://schemas.microsoft.com/office/drawing/2014/main" id="{50D42E17-8ECE-4CC2-9A65-0C643A7E8656}"/>
              </a:ext>
            </a:extLst>
          </p:cNvPr>
          <p:cNvSpPr/>
          <p:nvPr userDrawn="1"/>
        </p:nvSpPr>
        <p:spPr>
          <a:xfrm>
            <a:off x="6312719" y="1501036"/>
            <a:ext cx="2609448"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50" name="TextBox 49">
            <a:extLst>
              <a:ext uri="{FF2B5EF4-FFF2-40B4-BE49-F238E27FC236}">
                <a16:creationId xmlns:a16="http://schemas.microsoft.com/office/drawing/2014/main" id="{7AE7001F-7499-4A58-9B62-722F8206397E}"/>
              </a:ext>
            </a:extLst>
          </p:cNvPr>
          <p:cNvSpPr txBox="1"/>
          <p:nvPr userDrawn="1"/>
        </p:nvSpPr>
        <p:spPr>
          <a:xfrm>
            <a:off x="6342215" y="1557408"/>
            <a:ext cx="595035" cy="215444"/>
          </a:xfrm>
          <a:prstGeom prst="rect">
            <a:avLst/>
          </a:prstGeom>
          <a:noFill/>
        </p:spPr>
        <p:txBody>
          <a:bodyPr wrap="square" rtlCol="0">
            <a:spAutoFit/>
          </a:bodyPr>
          <a:lstStyle/>
          <a:p>
            <a:r>
              <a:rPr lang="ko-KR" altLang="en-US" sz="800" dirty="0"/>
              <a:t>주문기간</a:t>
            </a:r>
          </a:p>
        </p:txBody>
      </p:sp>
      <p:sp>
        <p:nvSpPr>
          <p:cNvPr id="51" name="직사각형 50">
            <a:extLst>
              <a:ext uri="{FF2B5EF4-FFF2-40B4-BE49-F238E27FC236}">
                <a16:creationId xmlns:a16="http://schemas.microsoft.com/office/drawing/2014/main" id="{A6BC38A5-9F6C-43D2-8375-9D1FFB8EB443}"/>
              </a:ext>
            </a:extLst>
          </p:cNvPr>
          <p:cNvSpPr/>
          <p:nvPr userDrawn="1"/>
        </p:nvSpPr>
        <p:spPr>
          <a:xfrm>
            <a:off x="6909533" y="1561103"/>
            <a:ext cx="609315"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52" name="그림 51">
            <a:extLst>
              <a:ext uri="{FF2B5EF4-FFF2-40B4-BE49-F238E27FC236}">
                <a16:creationId xmlns:a16="http://schemas.microsoft.com/office/drawing/2014/main" id="{FD93F2F0-832C-4024-AE29-6D1A7063F811}"/>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7544250" y="1553172"/>
            <a:ext cx="200163" cy="207177"/>
          </a:xfrm>
          <a:prstGeom prst="rect">
            <a:avLst/>
          </a:prstGeom>
          <a:ln w="6350">
            <a:noFill/>
          </a:ln>
        </p:spPr>
      </p:pic>
      <p:sp>
        <p:nvSpPr>
          <p:cNvPr id="59" name="TextBox 58">
            <a:extLst>
              <a:ext uri="{FF2B5EF4-FFF2-40B4-BE49-F238E27FC236}">
                <a16:creationId xmlns:a16="http://schemas.microsoft.com/office/drawing/2014/main" id="{42AB8EC0-F0D0-4001-9E7E-7D952323E05F}"/>
              </a:ext>
            </a:extLst>
          </p:cNvPr>
          <p:cNvSpPr txBox="1"/>
          <p:nvPr userDrawn="1"/>
        </p:nvSpPr>
        <p:spPr>
          <a:xfrm>
            <a:off x="7691971" y="1537906"/>
            <a:ext cx="264816" cy="230832"/>
          </a:xfrm>
          <a:prstGeom prst="rect">
            <a:avLst/>
          </a:prstGeom>
          <a:noFill/>
        </p:spPr>
        <p:txBody>
          <a:bodyPr wrap="square" rtlCol="0">
            <a:spAutoFit/>
          </a:bodyPr>
          <a:lstStyle/>
          <a:p>
            <a:r>
              <a:rPr lang="en-US" altLang="ko-KR" sz="900" dirty="0"/>
              <a:t>~</a:t>
            </a:r>
            <a:endParaRPr lang="ko-KR" altLang="en-US" sz="900" dirty="0"/>
          </a:p>
        </p:txBody>
      </p:sp>
      <p:sp>
        <p:nvSpPr>
          <p:cNvPr id="60" name="직사각형 59">
            <a:extLst>
              <a:ext uri="{FF2B5EF4-FFF2-40B4-BE49-F238E27FC236}">
                <a16:creationId xmlns:a16="http://schemas.microsoft.com/office/drawing/2014/main" id="{66EB8965-8A4E-4104-855D-75D63A260649}"/>
              </a:ext>
            </a:extLst>
          </p:cNvPr>
          <p:cNvSpPr/>
          <p:nvPr userDrawn="1"/>
        </p:nvSpPr>
        <p:spPr>
          <a:xfrm>
            <a:off x="7918321" y="1561103"/>
            <a:ext cx="606992"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61" name="그림 60">
            <a:extLst>
              <a:ext uri="{FF2B5EF4-FFF2-40B4-BE49-F238E27FC236}">
                <a16:creationId xmlns:a16="http://schemas.microsoft.com/office/drawing/2014/main" id="{09A7AE6D-57FC-4FAE-8389-6DC75B108847}"/>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8553037" y="1553172"/>
            <a:ext cx="200163" cy="207177"/>
          </a:xfrm>
          <a:prstGeom prst="rect">
            <a:avLst/>
          </a:prstGeom>
          <a:ln w="6350">
            <a:noFill/>
          </a:ln>
        </p:spPr>
      </p:pic>
      <p:sp>
        <p:nvSpPr>
          <p:cNvPr id="62" name="직사각형 61">
            <a:extLst>
              <a:ext uri="{FF2B5EF4-FFF2-40B4-BE49-F238E27FC236}">
                <a16:creationId xmlns:a16="http://schemas.microsoft.com/office/drawing/2014/main" id="{D5194382-B6F5-4557-9DA9-6D976C86ECEF}"/>
              </a:ext>
            </a:extLst>
          </p:cNvPr>
          <p:cNvSpPr/>
          <p:nvPr userDrawn="1"/>
        </p:nvSpPr>
        <p:spPr>
          <a:xfrm>
            <a:off x="8922167" y="1501037"/>
            <a:ext cx="453540" cy="32428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조회</a:t>
            </a:r>
          </a:p>
        </p:txBody>
      </p:sp>
      <p:cxnSp>
        <p:nvCxnSpPr>
          <p:cNvPr id="63" name="직선 연결선 62">
            <a:extLst>
              <a:ext uri="{FF2B5EF4-FFF2-40B4-BE49-F238E27FC236}">
                <a16:creationId xmlns:a16="http://schemas.microsoft.com/office/drawing/2014/main" id="{BF534354-CF65-4CA9-8EBC-263762752871}"/>
              </a:ext>
            </a:extLst>
          </p:cNvPr>
          <p:cNvCxnSpPr>
            <a:cxnSpLocks/>
          </p:cNvCxnSpPr>
          <p:nvPr userDrawn="1"/>
        </p:nvCxnSpPr>
        <p:spPr>
          <a:xfrm>
            <a:off x="2101382" y="2053559"/>
            <a:ext cx="7323667" cy="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graphicFrame>
        <p:nvGraphicFramePr>
          <p:cNvPr id="64" name="표 13">
            <a:extLst>
              <a:ext uri="{FF2B5EF4-FFF2-40B4-BE49-F238E27FC236}">
                <a16:creationId xmlns:a16="http://schemas.microsoft.com/office/drawing/2014/main" id="{C7B3B5AA-22FE-4C73-A9C7-EA8510B928C7}"/>
              </a:ext>
            </a:extLst>
          </p:cNvPr>
          <p:cNvGraphicFramePr>
            <a:graphicFrameLocks noGrp="1"/>
          </p:cNvGraphicFramePr>
          <p:nvPr userDrawn="1">
            <p:extLst>
              <p:ext uri="{D42A27DB-BD31-4B8C-83A1-F6EECF244321}">
                <p14:modId xmlns:p14="http://schemas.microsoft.com/office/powerpoint/2010/main" val="1976608908"/>
              </p:ext>
            </p:extLst>
          </p:nvPr>
        </p:nvGraphicFramePr>
        <p:xfrm>
          <a:off x="2109849" y="2416710"/>
          <a:ext cx="7384638" cy="1493520"/>
        </p:xfrm>
        <a:graphic>
          <a:graphicData uri="http://schemas.openxmlformats.org/drawingml/2006/table">
            <a:tbl>
              <a:tblPr firstRow="1" bandRow="1">
                <a:tableStyleId>{5940675A-B579-460E-94D1-54222C63F5DA}</a:tableStyleId>
              </a:tblPr>
              <a:tblGrid>
                <a:gridCol w="821359">
                  <a:extLst>
                    <a:ext uri="{9D8B030D-6E8A-4147-A177-3AD203B41FA5}">
                      <a16:colId xmlns:a16="http://schemas.microsoft.com/office/drawing/2014/main" val="2416159356"/>
                    </a:ext>
                  </a:extLst>
                </a:gridCol>
                <a:gridCol w="3657213">
                  <a:extLst>
                    <a:ext uri="{9D8B030D-6E8A-4147-A177-3AD203B41FA5}">
                      <a16:colId xmlns:a16="http://schemas.microsoft.com/office/drawing/2014/main" val="4215256312"/>
                    </a:ext>
                  </a:extLst>
                </a:gridCol>
                <a:gridCol w="208280">
                  <a:extLst>
                    <a:ext uri="{9D8B030D-6E8A-4147-A177-3AD203B41FA5}">
                      <a16:colId xmlns:a16="http://schemas.microsoft.com/office/drawing/2014/main" val="2117488308"/>
                    </a:ext>
                  </a:extLst>
                </a:gridCol>
                <a:gridCol w="952449">
                  <a:extLst>
                    <a:ext uri="{9D8B030D-6E8A-4147-A177-3AD203B41FA5}">
                      <a16:colId xmlns:a16="http://schemas.microsoft.com/office/drawing/2014/main" val="2417053123"/>
                    </a:ext>
                  </a:extLst>
                </a:gridCol>
                <a:gridCol w="952449">
                  <a:extLst>
                    <a:ext uri="{9D8B030D-6E8A-4147-A177-3AD203B41FA5}">
                      <a16:colId xmlns:a16="http://schemas.microsoft.com/office/drawing/2014/main" val="739747790"/>
                    </a:ext>
                  </a:extLst>
                </a:gridCol>
                <a:gridCol w="792888">
                  <a:extLst>
                    <a:ext uri="{9D8B030D-6E8A-4147-A177-3AD203B41FA5}">
                      <a16:colId xmlns:a16="http://schemas.microsoft.com/office/drawing/2014/main" val="3960621706"/>
                    </a:ext>
                  </a:extLst>
                </a:gridCol>
              </a:tblGrid>
              <a:tr h="0">
                <a:tc gridSpan="6">
                  <a:txBody>
                    <a:bodyPr/>
                    <a:lstStyle/>
                    <a:p>
                      <a:pPr latinLnBrk="1"/>
                      <a:r>
                        <a:rPr lang="en-US" altLang="ko-KR" sz="800" b="1" dirty="0">
                          <a:solidFill>
                            <a:schemeClr val="bg1">
                              <a:lumMod val="65000"/>
                            </a:schemeClr>
                          </a:solidFill>
                        </a:rPr>
                        <a:t>Shop </a:t>
                      </a:r>
                      <a:r>
                        <a:rPr lang="ko-KR" altLang="en-US" sz="800" b="1" dirty="0" err="1">
                          <a:solidFill>
                            <a:schemeClr val="bg1">
                              <a:lumMod val="65000"/>
                            </a:schemeClr>
                          </a:solidFill>
                        </a:rPr>
                        <a:t>채널명</a:t>
                      </a:r>
                      <a:r>
                        <a:rPr lang="ko-KR" altLang="en-US" sz="800" b="1" dirty="0">
                          <a:solidFill>
                            <a:schemeClr val="bg1">
                              <a:lumMod val="65000"/>
                            </a:schemeClr>
                          </a:solidFill>
                        </a:rPr>
                        <a:t> </a:t>
                      </a:r>
                      <a:r>
                        <a:rPr lang="en-US" altLang="ko-KR" sz="800" b="1" dirty="0">
                          <a:solidFill>
                            <a:schemeClr val="bg1">
                              <a:lumMod val="65000"/>
                            </a:schemeClr>
                          </a:solidFill>
                        </a:rPr>
                        <a:t>|</a:t>
                      </a:r>
                      <a:r>
                        <a:rPr lang="ko-KR" altLang="en-US" sz="800" b="1" dirty="0">
                          <a:solidFill>
                            <a:schemeClr val="bg1">
                              <a:lumMod val="65000"/>
                            </a:schemeClr>
                          </a:solidFill>
                        </a:rPr>
                        <a:t> 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결제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r h="0">
                <a:tc>
                  <a:txBody>
                    <a:bodyPr/>
                    <a:lstStyle/>
                    <a:p>
                      <a:pPr algn="ctr" latinLnBrk="1"/>
                      <a:r>
                        <a:rPr lang="ko-KR" altLang="en-US" sz="900" dirty="0"/>
                        <a:t>배송 준비중</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tc>
                  <a:txBody>
                    <a:bodyPr/>
                    <a:lstStyle/>
                    <a:p>
                      <a:pPr algn="r" latinLnBrk="1"/>
                      <a:r>
                        <a:rPr lang="en-US" altLang="ko-KR" sz="900" b="1" dirty="0"/>
                        <a:t>1,000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extLst>
                  <a:ext uri="{0D108BD9-81ED-4DB2-BD59-A6C34878D82A}">
                    <a16:rowId xmlns:a16="http://schemas.microsoft.com/office/drawing/2014/main" val="4134933101"/>
                  </a:ext>
                </a:extLst>
              </a:tr>
            </a:tbl>
          </a:graphicData>
        </a:graphic>
      </p:graphicFrame>
      <p:grpSp>
        <p:nvGrpSpPr>
          <p:cNvPr id="65" name="그룹 64">
            <a:extLst>
              <a:ext uri="{FF2B5EF4-FFF2-40B4-BE49-F238E27FC236}">
                <a16:creationId xmlns:a16="http://schemas.microsoft.com/office/drawing/2014/main" id="{8647A8B7-2170-456E-9D5D-6B59086B85DB}"/>
              </a:ext>
            </a:extLst>
          </p:cNvPr>
          <p:cNvGrpSpPr/>
          <p:nvPr userDrawn="1"/>
        </p:nvGrpSpPr>
        <p:grpSpPr>
          <a:xfrm>
            <a:off x="3048366" y="2730184"/>
            <a:ext cx="689346" cy="440906"/>
            <a:chOff x="2843808" y="1955121"/>
            <a:chExt cx="1674813" cy="596970"/>
          </a:xfrm>
          <a:solidFill>
            <a:schemeClr val="bg1">
              <a:lumMod val="95000"/>
            </a:schemeClr>
          </a:solidFill>
        </p:grpSpPr>
        <p:sp>
          <p:nvSpPr>
            <p:cNvPr id="66" name="Border">
              <a:extLst>
                <a:ext uri="{FF2B5EF4-FFF2-40B4-BE49-F238E27FC236}">
                  <a16:creationId xmlns:a16="http://schemas.microsoft.com/office/drawing/2014/main" id="{8B474186-054B-493D-9D20-DFDBE3EDDDF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7" name="Line 2">
              <a:extLst>
                <a:ext uri="{FF2B5EF4-FFF2-40B4-BE49-F238E27FC236}">
                  <a16:creationId xmlns:a16="http://schemas.microsoft.com/office/drawing/2014/main" id="{C3414821-C7FB-421A-AB46-DD36C2D4050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8" name="Line 1">
              <a:extLst>
                <a:ext uri="{FF2B5EF4-FFF2-40B4-BE49-F238E27FC236}">
                  <a16:creationId xmlns:a16="http://schemas.microsoft.com/office/drawing/2014/main" id="{8269302B-F847-457C-B1B7-C25804DDDF7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9" name="TextBox 68">
              <a:extLst>
                <a:ext uri="{FF2B5EF4-FFF2-40B4-BE49-F238E27FC236}">
                  <a16:creationId xmlns:a16="http://schemas.microsoft.com/office/drawing/2014/main" id="{4FDE7412-B989-4271-A2F0-62C1F39A5B72}"/>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70" name="직사각형 69">
            <a:extLst>
              <a:ext uri="{FF2B5EF4-FFF2-40B4-BE49-F238E27FC236}">
                <a16:creationId xmlns:a16="http://schemas.microsoft.com/office/drawing/2014/main" id="{3941B607-4794-4C30-B7DF-0DBC16510993}"/>
              </a:ext>
            </a:extLst>
          </p:cNvPr>
          <p:cNvSpPr/>
          <p:nvPr userDrawn="1"/>
        </p:nvSpPr>
        <p:spPr>
          <a:xfrm>
            <a:off x="3758795" y="2730184"/>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71" name="직사각형 70">
            <a:extLst>
              <a:ext uri="{FF2B5EF4-FFF2-40B4-BE49-F238E27FC236}">
                <a16:creationId xmlns:a16="http://schemas.microsoft.com/office/drawing/2014/main" id="{C53DCB07-2BD7-4A71-ABAA-0A35722D16C2}"/>
              </a:ext>
            </a:extLst>
          </p:cNvPr>
          <p:cNvSpPr/>
          <p:nvPr userDrawn="1"/>
        </p:nvSpPr>
        <p:spPr>
          <a:xfrm>
            <a:off x="3755247" y="3377549"/>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grpSp>
        <p:nvGrpSpPr>
          <p:cNvPr id="72" name="그룹 71">
            <a:extLst>
              <a:ext uri="{FF2B5EF4-FFF2-40B4-BE49-F238E27FC236}">
                <a16:creationId xmlns:a16="http://schemas.microsoft.com/office/drawing/2014/main" id="{4727AB72-97C6-43E2-B3A3-7BDDBE23578B}"/>
              </a:ext>
            </a:extLst>
          </p:cNvPr>
          <p:cNvGrpSpPr/>
          <p:nvPr userDrawn="1"/>
        </p:nvGrpSpPr>
        <p:grpSpPr>
          <a:xfrm>
            <a:off x="3044818" y="3352995"/>
            <a:ext cx="689346" cy="440906"/>
            <a:chOff x="2843808" y="1955121"/>
            <a:chExt cx="1674813" cy="596970"/>
          </a:xfrm>
          <a:solidFill>
            <a:schemeClr val="bg1">
              <a:lumMod val="95000"/>
            </a:schemeClr>
          </a:solidFill>
        </p:grpSpPr>
        <p:sp>
          <p:nvSpPr>
            <p:cNvPr id="73" name="Border">
              <a:extLst>
                <a:ext uri="{FF2B5EF4-FFF2-40B4-BE49-F238E27FC236}">
                  <a16:creationId xmlns:a16="http://schemas.microsoft.com/office/drawing/2014/main" id="{C471614A-037D-4FD4-9BAD-953B535C1338}"/>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4" name="Line 2">
              <a:extLst>
                <a:ext uri="{FF2B5EF4-FFF2-40B4-BE49-F238E27FC236}">
                  <a16:creationId xmlns:a16="http://schemas.microsoft.com/office/drawing/2014/main" id="{8FF317D7-B87B-42D4-987F-843ED103E38E}"/>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5" name="Line 1">
              <a:extLst>
                <a:ext uri="{FF2B5EF4-FFF2-40B4-BE49-F238E27FC236}">
                  <a16:creationId xmlns:a16="http://schemas.microsoft.com/office/drawing/2014/main" id="{AAE74C73-CCD9-4B4C-8706-3DCFE2B21724}"/>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6" name="TextBox 75">
              <a:extLst>
                <a:ext uri="{FF2B5EF4-FFF2-40B4-BE49-F238E27FC236}">
                  <a16:creationId xmlns:a16="http://schemas.microsoft.com/office/drawing/2014/main" id="{800FCF07-2A2C-4DA2-9127-BEC70B2C571D}"/>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77" name="TextBox 76">
            <a:extLst>
              <a:ext uri="{FF2B5EF4-FFF2-40B4-BE49-F238E27FC236}">
                <a16:creationId xmlns:a16="http://schemas.microsoft.com/office/drawing/2014/main" id="{FE678187-1299-4F50-8937-8ABFA7D3EC90}"/>
              </a:ext>
            </a:extLst>
          </p:cNvPr>
          <p:cNvSpPr txBox="1"/>
          <p:nvPr userDrawn="1"/>
        </p:nvSpPr>
        <p:spPr>
          <a:xfrm>
            <a:off x="2031029" y="2186291"/>
            <a:ext cx="2015295" cy="215444"/>
          </a:xfrm>
          <a:prstGeom prst="rect">
            <a:avLst/>
          </a:prstGeom>
          <a:noFill/>
        </p:spPr>
        <p:txBody>
          <a:bodyPr wrap="none" rtlCol="0">
            <a:spAutoFit/>
          </a:bodyPr>
          <a:lstStyle/>
          <a:p>
            <a:r>
              <a:rPr lang="en-US" altLang="ko-KR" sz="800" dirty="0"/>
              <a:t>2024.10.14  |  </a:t>
            </a:r>
            <a:r>
              <a:rPr lang="ko-KR" altLang="en-US" sz="800" dirty="0"/>
              <a:t>주문번호</a:t>
            </a:r>
            <a:r>
              <a:rPr lang="en-US" altLang="ko-KR" sz="800" dirty="0"/>
              <a:t>:</a:t>
            </a:r>
            <a:r>
              <a:rPr lang="ko-KR" altLang="en-US" sz="800" dirty="0"/>
              <a:t> </a:t>
            </a:r>
            <a:r>
              <a:rPr lang="en-US" altLang="ko-KR" sz="800" dirty="0"/>
              <a:t>Me9-00929423</a:t>
            </a:r>
            <a:endParaRPr lang="ko-KR" altLang="en-US" sz="800" dirty="0"/>
          </a:p>
        </p:txBody>
      </p:sp>
      <p:sp>
        <p:nvSpPr>
          <p:cNvPr id="78" name="직사각형 77">
            <a:extLst>
              <a:ext uri="{FF2B5EF4-FFF2-40B4-BE49-F238E27FC236}">
                <a16:creationId xmlns:a16="http://schemas.microsoft.com/office/drawing/2014/main" id="{FCB3DCD2-8C49-41FE-A52B-CDE362A43498}"/>
              </a:ext>
            </a:extLst>
          </p:cNvPr>
          <p:cNvSpPr/>
          <p:nvPr userDrawn="1"/>
        </p:nvSpPr>
        <p:spPr>
          <a:xfrm>
            <a:off x="8697874" y="2850686"/>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취소신청</a:t>
            </a:r>
          </a:p>
        </p:txBody>
      </p:sp>
      <p:sp>
        <p:nvSpPr>
          <p:cNvPr id="79" name="직사각형 78">
            <a:extLst>
              <a:ext uri="{FF2B5EF4-FFF2-40B4-BE49-F238E27FC236}">
                <a16:creationId xmlns:a16="http://schemas.microsoft.com/office/drawing/2014/main" id="{11EC430E-700F-40FA-ADE6-E038E613F20C}"/>
              </a:ext>
            </a:extLst>
          </p:cNvPr>
          <p:cNvSpPr/>
          <p:nvPr userDrawn="1"/>
        </p:nvSpPr>
        <p:spPr>
          <a:xfrm>
            <a:off x="2072556" y="1505940"/>
            <a:ext cx="1014763" cy="31691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주문상태 전체  ▼</a:t>
            </a:r>
            <a:endParaRPr lang="en-US" altLang="ko-KR" sz="800" dirty="0">
              <a:solidFill>
                <a:schemeClr val="tx1">
                  <a:lumMod val="50000"/>
                  <a:lumOff val="50000"/>
                </a:schemeClr>
              </a:solidFill>
            </a:endParaRPr>
          </a:p>
        </p:txBody>
      </p:sp>
      <p:sp>
        <p:nvSpPr>
          <p:cNvPr id="80" name="직사각형 79">
            <a:extLst>
              <a:ext uri="{FF2B5EF4-FFF2-40B4-BE49-F238E27FC236}">
                <a16:creationId xmlns:a16="http://schemas.microsoft.com/office/drawing/2014/main" id="{154DCA1E-CE80-47D1-8F41-924E54F01F2F}"/>
              </a:ext>
            </a:extLst>
          </p:cNvPr>
          <p:cNvSpPr/>
          <p:nvPr userDrawn="1"/>
        </p:nvSpPr>
        <p:spPr>
          <a:xfrm>
            <a:off x="8697874" y="6830547"/>
            <a:ext cx="666792" cy="213852"/>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구매확정</a:t>
            </a:r>
          </a:p>
        </p:txBody>
      </p:sp>
      <p:sp>
        <p:nvSpPr>
          <p:cNvPr id="81" name="직사각형 80">
            <a:extLst>
              <a:ext uri="{FF2B5EF4-FFF2-40B4-BE49-F238E27FC236}">
                <a16:creationId xmlns:a16="http://schemas.microsoft.com/office/drawing/2014/main" id="{5AC0F015-BFF5-4C0D-9C62-335F1FB77F16}"/>
              </a:ext>
            </a:extLst>
          </p:cNvPr>
          <p:cNvSpPr/>
          <p:nvPr userDrawn="1"/>
        </p:nvSpPr>
        <p:spPr>
          <a:xfrm>
            <a:off x="8619100" y="8225405"/>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tx1"/>
                </a:solidFill>
              </a:rPr>
              <a:t>구매확정일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82" name="TextBox 81">
            <a:extLst>
              <a:ext uri="{FF2B5EF4-FFF2-40B4-BE49-F238E27FC236}">
                <a16:creationId xmlns:a16="http://schemas.microsoft.com/office/drawing/2014/main" id="{8E1AA84A-64D3-4592-ABFE-92899532C029}"/>
              </a:ext>
            </a:extLst>
          </p:cNvPr>
          <p:cNvSpPr txBox="1"/>
          <p:nvPr userDrawn="1"/>
        </p:nvSpPr>
        <p:spPr>
          <a:xfrm>
            <a:off x="7788584" y="3984455"/>
            <a:ext cx="1661032" cy="215444"/>
          </a:xfrm>
          <a:prstGeom prst="rect">
            <a:avLst/>
          </a:prstGeom>
          <a:noFill/>
        </p:spPr>
        <p:txBody>
          <a:bodyPr wrap="none" rtlCol="0">
            <a:spAutoFit/>
          </a:bodyPr>
          <a:lstStyle/>
          <a:p>
            <a:r>
              <a:rPr lang="ko-KR" altLang="en-US" sz="800" dirty="0"/>
              <a:t>무료배송</a:t>
            </a:r>
            <a:r>
              <a:rPr lang="en-US" altLang="ko-KR" sz="800" dirty="0"/>
              <a:t>  |  </a:t>
            </a:r>
            <a:r>
              <a:rPr lang="ko-KR" altLang="en-US" sz="800" dirty="0"/>
              <a:t>판매자 문의하기 ▷</a:t>
            </a:r>
          </a:p>
        </p:txBody>
      </p:sp>
      <p:graphicFrame>
        <p:nvGraphicFramePr>
          <p:cNvPr id="83" name="표 13">
            <a:extLst>
              <a:ext uri="{FF2B5EF4-FFF2-40B4-BE49-F238E27FC236}">
                <a16:creationId xmlns:a16="http://schemas.microsoft.com/office/drawing/2014/main" id="{5B19743B-F3C2-47D2-ABF4-A98999CBACD2}"/>
              </a:ext>
            </a:extLst>
          </p:cNvPr>
          <p:cNvGraphicFramePr>
            <a:graphicFrameLocks noGrp="1"/>
          </p:cNvGraphicFramePr>
          <p:nvPr userDrawn="1">
            <p:extLst>
              <p:ext uri="{D42A27DB-BD31-4B8C-83A1-F6EECF244321}">
                <p14:modId xmlns:p14="http://schemas.microsoft.com/office/powerpoint/2010/main" val="1023583260"/>
              </p:ext>
            </p:extLst>
          </p:nvPr>
        </p:nvGraphicFramePr>
        <p:xfrm>
          <a:off x="2109849" y="4569688"/>
          <a:ext cx="7315200" cy="853440"/>
        </p:xfrm>
        <a:graphic>
          <a:graphicData uri="http://schemas.openxmlformats.org/drawingml/2006/table">
            <a:tbl>
              <a:tblPr firstRow="1" bandRow="1">
                <a:tableStyleId>{5940675A-B579-460E-94D1-54222C63F5DA}</a:tableStyleId>
              </a:tblPr>
              <a:tblGrid>
                <a:gridCol w="843481">
                  <a:extLst>
                    <a:ext uri="{9D8B030D-6E8A-4147-A177-3AD203B41FA5}">
                      <a16:colId xmlns:a16="http://schemas.microsoft.com/office/drawing/2014/main" val="2416159356"/>
                    </a:ext>
                  </a:extLst>
                </a:gridCol>
                <a:gridCol w="3390999">
                  <a:extLst>
                    <a:ext uri="{9D8B030D-6E8A-4147-A177-3AD203B41FA5}">
                      <a16:colId xmlns:a16="http://schemas.microsoft.com/office/drawing/2014/main" val="4215256312"/>
                    </a:ext>
                  </a:extLst>
                </a:gridCol>
                <a:gridCol w="438168">
                  <a:extLst>
                    <a:ext uri="{9D8B030D-6E8A-4147-A177-3AD203B41FA5}">
                      <a16:colId xmlns:a16="http://schemas.microsoft.com/office/drawing/2014/main" val="2751414510"/>
                    </a:ext>
                  </a:extLst>
                </a:gridCol>
                <a:gridCol w="438168">
                  <a:extLst>
                    <a:ext uri="{9D8B030D-6E8A-4147-A177-3AD203B41FA5}">
                      <a16:colId xmlns:a16="http://schemas.microsoft.com/office/drawing/2014/main" val="3916658608"/>
                    </a:ext>
                  </a:extLst>
                </a:gridCol>
                <a:gridCol w="438168">
                  <a:extLst>
                    <a:ext uri="{9D8B030D-6E8A-4147-A177-3AD203B41FA5}">
                      <a16:colId xmlns:a16="http://schemas.microsoft.com/office/drawing/2014/main" val="2117488308"/>
                    </a:ext>
                  </a:extLst>
                </a:gridCol>
                <a:gridCol w="963843">
                  <a:extLst>
                    <a:ext uri="{9D8B030D-6E8A-4147-A177-3AD203B41FA5}">
                      <a16:colId xmlns:a16="http://schemas.microsoft.com/office/drawing/2014/main" val="739747790"/>
                    </a:ext>
                  </a:extLst>
                </a:gridCol>
                <a:gridCol w="802373">
                  <a:extLst>
                    <a:ext uri="{9D8B030D-6E8A-4147-A177-3AD203B41FA5}">
                      <a16:colId xmlns:a16="http://schemas.microsoft.com/office/drawing/2014/main" val="3960621706"/>
                    </a:ext>
                  </a:extLst>
                </a:gridCol>
              </a:tblGrid>
              <a:tr h="0">
                <a:tc gridSpan="7">
                  <a:txBody>
                    <a:bodyPr/>
                    <a:lstStyle/>
                    <a:p>
                      <a:pPr latinLnBrk="1"/>
                      <a:r>
                        <a:rPr lang="en-US" altLang="ko-KR" sz="800" b="1" dirty="0">
                          <a:solidFill>
                            <a:schemeClr val="bg1">
                              <a:lumMod val="65000"/>
                            </a:schemeClr>
                          </a:solidFill>
                        </a:rPr>
                        <a:t>Shop </a:t>
                      </a:r>
                      <a:r>
                        <a:rPr lang="ko-KR" altLang="en-US" sz="800" b="1" dirty="0" err="1">
                          <a:solidFill>
                            <a:schemeClr val="bg1">
                              <a:lumMod val="65000"/>
                            </a:schemeClr>
                          </a:solidFill>
                        </a:rPr>
                        <a:t>채널명</a:t>
                      </a:r>
                      <a:r>
                        <a:rPr lang="ko-KR" altLang="en-US" sz="800" b="1" dirty="0">
                          <a:solidFill>
                            <a:schemeClr val="bg1">
                              <a:lumMod val="65000"/>
                            </a:schemeClr>
                          </a:solidFill>
                        </a:rPr>
                        <a:t> </a:t>
                      </a:r>
                      <a:r>
                        <a:rPr lang="en-US" altLang="ko-KR" sz="800" b="1" dirty="0">
                          <a:solidFill>
                            <a:schemeClr val="bg1">
                              <a:lumMod val="65000"/>
                            </a:schemeClr>
                          </a:solidFill>
                        </a:rPr>
                        <a:t>|</a:t>
                      </a:r>
                      <a:r>
                        <a:rPr lang="ko-KR" altLang="en-US" sz="800" b="1" dirty="0">
                          <a:solidFill>
                            <a:schemeClr val="bg1">
                              <a:lumMod val="65000"/>
                            </a:schemeClr>
                          </a:solidFill>
                        </a:rPr>
                        <a:t> 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배송 중</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bl>
          </a:graphicData>
        </a:graphic>
      </p:graphicFrame>
      <p:grpSp>
        <p:nvGrpSpPr>
          <p:cNvPr id="84" name="그룹 83">
            <a:extLst>
              <a:ext uri="{FF2B5EF4-FFF2-40B4-BE49-F238E27FC236}">
                <a16:creationId xmlns:a16="http://schemas.microsoft.com/office/drawing/2014/main" id="{18530C41-0018-4827-97C6-64DD37DD4581}"/>
              </a:ext>
            </a:extLst>
          </p:cNvPr>
          <p:cNvGrpSpPr/>
          <p:nvPr userDrawn="1"/>
        </p:nvGrpSpPr>
        <p:grpSpPr>
          <a:xfrm>
            <a:off x="3048366" y="4883162"/>
            <a:ext cx="689346" cy="440906"/>
            <a:chOff x="2843808" y="1955121"/>
            <a:chExt cx="1674813" cy="596970"/>
          </a:xfrm>
          <a:solidFill>
            <a:schemeClr val="bg1">
              <a:lumMod val="95000"/>
            </a:schemeClr>
          </a:solidFill>
        </p:grpSpPr>
        <p:sp>
          <p:nvSpPr>
            <p:cNvPr id="85" name="Border">
              <a:extLst>
                <a:ext uri="{FF2B5EF4-FFF2-40B4-BE49-F238E27FC236}">
                  <a16:creationId xmlns:a16="http://schemas.microsoft.com/office/drawing/2014/main" id="{78FE6E15-064E-40CA-9D9F-9544EBCE14EB}"/>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6" name="Line 2">
              <a:extLst>
                <a:ext uri="{FF2B5EF4-FFF2-40B4-BE49-F238E27FC236}">
                  <a16:creationId xmlns:a16="http://schemas.microsoft.com/office/drawing/2014/main" id="{404500F9-2459-4068-9E9A-8CF525F43B2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7" name="Line 1">
              <a:extLst>
                <a:ext uri="{FF2B5EF4-FFF2-40B4-BE49-F238E27FC236}">
                  <a16:creationId xmlns:a16="http://schemas.microsoft.com/office/drawing/2014/main" id="{90BD3B18-4660-41C7-BA23-DFAAC3CAF7A7}"/>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8" name="TextBox 87">
              <a:extLst>
                <a:ext uri="{FF2B5EF4-FFF2-40B4-BE49-F238E27FC236}">
                  <a16:creationId xmlns:a16="http://schemas.microsoft.com/office/drawing/2014/main" id="{EFE3573A-5DCA-4A60-9A41-580FD2336C62}"/>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89" name="직사각형 88">
            <a:extLst>
              <a:ext uri="{FF2B5EF4-FFF2-40B4-BE49-F238E27FC236}">
                <a16:creationId xmlns:a16="http://schemas.microsoft.com/office/drawing/2014/main" id="{CDE4F320-E7DF-400A-AAB0-5FA68DE57235}"/>
              </a:ext>
            </a:extLst>
          </p:cNvPr>
          <p:cNvSpPr/>
          <p:nvPr userDrawn="1"/>
        </p:nvSpPr>
        <p:spPr>
          <a:xfrm>
            <a:off x="3758795" y="4883162"/>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90" name="TextBox 89">
            <a:extLst>
              <a:ext uri="{FF2B5EF4-FFF2-40B4-BE49-F238E27FC236}">
                <a16:creationId xmlns:a16="http://schemas.microsoft.com/office/drawing/2014/main" id="{B1C3A1CE-ABDC-409A-81D8-462E5E4DB484}"/>
              </a:ext>
            </a:extLst>
          </p:cNvPr>
          <p:cNvSpPr txBox="1"/>
          <p:nvPr userDrawn="1"/>
        </p:nvSpPr>
        <p:spPr>
          <a:xfrm>
            <a:off x="2031029" y="4339269"/>
            <a:ext cx="2015295" cy="215444"/>
          </a:xfrm>
          <a:prstGeom prst="rect">
            <a:avLst/>
          </a:prstGeom>
          <a:noFill/>
        </p:spPr>
        <p:txBody>
          <a:bodyPr wrap="none" rtlCol="0">
            <a:spAutoFit/>
          </a:bodyPr>
          <a:lstStyle/>
          <a:p>
            <a:r>
              <a:rPr lang="en-US" altLang="ko-KR" sz="800" dirty="0"/>
              <a:t>2024.10.12  |  </a:t>
            </a:r>
            <a:r>
              <a:rPr lang="ko-KR" altLang="en-US" sz="800" dirty="0"/>
              <a:t>주문번호</a:t>
            </a:r>
            <a:r>
              <a:rPr lang="en-US" altLang="ko-KR" sz="800" dirty="0"/>
              <a:t>:</a:t>
            </a:r>
            <a:r>
              <a:rPr lang="ko-KR" altLang="en-US" sz="800" dirty="0"/>
              <a:t> </a:t>
            </a:r>
            <a:r>
              <a:rPr lang="en-US" altLang="ko-KR" sz="800" dirty="0"/>
              <a:t>Me9-00929111</a:t>
            </a:r>
            <a:endParaRPr lang="ko-KR" altLang="en-US" sz="800" dirty="0"/>
          </a:p>
        </p:txBody>
      </p:sp>
      <p:sp>
        <p:nvSpPr>
          <p:cNvPr id="91" name="직사각형 90">
            <a:extLst>
              <a:ext uri="{FF2B5EF4-FFF2-40B4-BE49-F238E27FC236}">
                <a16:creationId xmlns:a16="http://schemas.microsoft.com/office/drawing/2014/main" id="{27084E9C-17F3-42AE-8231-8C85A80EE39F}"/>
              </a:ext>
            </a:extLst>
          </p:cNvPr>
          <p:cNvSpPr/>
          <p:nvPr userDrawn="1"/>
        </p:nvSpPr>
        <p:spPr>
          <a:xfrm>
            <a:off x="8697874" y="4999266"/>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반품신청</a:t>
            </a:r>
          </a:p>
        </p:txBody>
      </p:sp>
      <p:sp>
        <p:nvSpPr>
          <p:cNvPr id="92" name="TextBox 91">
            <a:extLst>
              <a:ext uri="{FF2B5EF4-FFF2-40B4-BE49-F238E27FC236}">
                <a16:creationId xmlns:a16="http://schemas.microsoft.com/office/drawing/2014/main" id="{B38214F7-9AF8-43F4-B375-579AB0AAF868}"/>
              </a:ext>
            </a:extLst>
          </p:cNvPr>
          <p:cNvSpPr txBox="1"/>
          <p:nvPr userDrawn="1"/>
        </p:nvSpPr>
        <p:spPr>
          <a:xfrm>
            <a:off x="7147656" y="5467936"/>
            <a:ext cx="2380780" cy="215444"/>
          </a:xfrm>
          <a:prstGeom prst="rect">
            <a:avLst/>
          </a:prstGeom>
          <a:noFill/>
        </p:spPr>
        <p:txBody>
          <a:bodyPr wrap="none" rtlCol="0">
            <a:spAutoFit/>
          </a:bodyPr>
          <a:lstStyle/>
          <a:p>
            <a:r>
              <a:rPr lang="en-US" altLang="ko-KR" sz="800" dirty="0"/>
              <a:t>30,000</a:t>
            </a:r>
            <a:r>
              <a:rPr lang="ko-KR" altLang="en-US" sz="800" dirty="0"/>
              <a:t>원 미만 </a:t>
            </a:r>
            <a:r>
              <a:rPr lang="en-US" altLang="ko-KR" sz="800" dirty="0"/>
              <a:t>: 2,500 </a:t>
            </a:r>
            <a:r>
              <a:rPr lang="ko-KR" altLang="en-US" sz="800" dirty="0"/>
              <a:t>원</a:t>
            </a:r>
            <a:r>
              <a:rPr lang="en-US" altLang="ko-KR" sz="800" dirty="0"/>
              <a:t>  |  </a:t>
            </a:r>
            <a:r>
              <a:rPr lang="ko-KR" altLang="en-US" sz="800" dirty="0"/>
              <a:t>판매자 문의하기 ▷</a:t>
            </a:r>
          </a:p>
        </p:txBody>
      </p:sp>
      <p:pic>
        <p:nvPicPr>
          <p:cNvPr id="93" name="Picture 2">
            <a:extLst>
              <a:ext uri="{FF2B5EF4-FFF2-40B4-BE49-F238E27FC236}">
                <a16:creationId xmlns:a16="http://schemas.microsoft.com/office/drawing/2014/main" id="{2F3E78E9-B102-4EE0-A969-4CEB096AF8FF}"/>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4682269" y="9258377"/>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94" name="직사각형 93">
            <a:extLst>
              <a:ext uri="{FF2B5EF4-FFF2-40B4-BE49-F238E27FC236}">
                <a16:creationId xmlns:a16="http://schemas.microsoft.com/office/drawing/2014/main" id="{B1E2182D-8961-47A9-9419-16F74C063935}"/>
              </a:ext>
            </a:extLst>
          </p:cNvPr>
          <p:cNvSpPr/>
          <p:nvPr userDrawn="1"/>
        </p:nvSpPr>
        <p:spPr>
          <a:xfrm>
            <a:off x="4076504" y="2208791"/>
            <a:ext cx="666792" cy="150254"/>
          </a:xfrm>
          <a:prstGeom prst="rect">
            <a:avLst/>
          </a:prstGeom>
          <a:solidFill>
            <a:schemeClr val="accent5">
              <a:lumMod val="75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주문상세</a:t>
            </a:r>
          </a:p>
        </p:txBody>
      </p:sp>
      <p:sp>
        <p:nvSpPr>
          <p:cNvPr id="95" name="직사각형 94">
            <a:extLst>
              <a:ext uri="{FF2B5EF4-FFF2-40B4-BE49-F238E27FC236}">
                <a16:creationId xmlns:a16="http://schemas.microsoft.com/office/drawing/2014/main" id="{B5C101E2-6BED-4B6E-826E-6A4349D948D9}"/>
              </a:ext>
            </a:extLst>
          </p:cNvPr>
          <p:cNvSpPr/>
          <p:nvPr userDrawn="1"/>
        </p:nvSpPr>
        <p:spPr>
          <a:xfrm>
            <a:off x="4076504" y="4357945"/>
            <a:ext cx="666792" cy="150254"/>
          </a:xfrm>
          <a:prstGeom prst="rect">
            <a:avLst/>
          </a:prstGeom>
          <a:solidFill>
            <a:schemeClr val="accent5">
              <a:lumMod val="75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주문상세</a:t>
            </a:r>
          </a:p>
        </p:txBody>
      </p:sp>
      <p:graphicFrame>
        <p:nvGraphicFramePr>
          <p:cNvPr id="96" name="표 13">
            <a:extLst>
              <a:ext uri="{FF2B5EF4-FFF2-40B4-BE49-F238E27FC236}">
                <a16:creationId xmlns:a16="http://schemas.microsoft.com/office/drawing/2014/main" id="{72403FC9-7A4E-4746-9FB5-B8BD35C2821A}"/>
              </a:ext>
            </a:extLst>
          </p:cNvPr>
          <p:cNvGraphicFramePr>
            <a:graphicFrameLocks noGrp="1"/>
          </p:cNvGraphicFramePr>
          <p:nvPr userDrawn="1">
            <p:extLst>
              <p:ext uri="{D42A27DB-BD31-4B8C-83A1-F6EECF244321}">
                <p14:modId xmlns:p14="http://schemas.microsoft.com/office/powerpoint/2010/main" val="1919954789"/>
              </p:ext>
            </p:extLst>
          </p:nvPr>
        </p:nvGraphicFramePr>
        <p:xfrm>
          <a:off x="2109803" y="6170561"/>
          <a:ext cx="7315200" cy="853440"/>
        </p:xfrm>
        <a:graphic>
          <a:graphicData uri="http://schemas.openxmlformats.org/drawingml/2006/table">
            <a:tbl>
              <a:tblPr firstRow="1" bandRow="1">
                <a:tableStyleId>{5940675A-B579-460E-94D1-54222C63F5DA}</a:tableStyleId>
              </a:tblPr>
              <a:tblGrid>
                <a:gridCol w="814031">
                  <a:extLst>
                    <a:ext uri="{9D8B030D-6E8A-4147-A177-3AD203B41FA5}">
                      <a16:colId xmlns:a16="http://schemas.microsoft.com/office/drawing/2014/main" val="2416159356"/>
                    </a:ext>
                  </a:extLst>
                </a:gridCol>
                <a:gridCol w="3420449">
                  <a:extLst>
                    <a:ext uri="{9D8B030D-6E8A-4147-A177-3AD203B41FA5}">
                      <a16:colId xmlns:a16="http://schemas.microsoft.com/office/drawing/2014/main" val="4215256312"/>
                    </a:ext>
                  </a:extLst>
                </a:gridCol>
                <a:gridCol w="438168">
                  <a:extLst>
                    <a:ext uri="{9D8B030D-6E8A-4147-A177-3AD203B41FA5}">
                      <a16:colId xmlns:a16="http://schemas.microsoft.com/office/drawing/2014/main" val="2751414510"/>
                    </a:ext>
                  </a:extLst>
                </a:gridCol>
                <a:gridCol w="438168">
                  <a:extLst>
                    <a:ext uri="{9D8B030D-6E8A-4147-A177-3AD203B41FA5}">
                      <a16:colId xmlns:a16="http://schemas.microsoft.com/office/drawing/2014/main" val="3916658608"/>
                    </a:ext>
                  </a:extLst>
                </a:gridCol>
                <a:gridCol w="438168">
                  <a:extLst>
                    <a:ext uri="{9D8B030D-6E8A-4147-A177-3AD203B41FA5}">
                      <a16:colId xmlns:a16="http://schemas.microsoft.com/office/drawing/2014/main" val="2117488308"/>
                    </a:ext>
                  </a:extLst>
                </a:gridCol>
                <a:gridCol w="963843">
                  <a:extLst>
                    <a:ext uri="{9D8B030D-6E8A-4147-A177-3AD203B41FA5}">
                      <a16:colId xmlns:a16="http://schemas.microsoft.com/office/drawing/2014/main" val="739747790"/>
                    </a:ext>
                  </a:extLst>
                </a:gridCol>
                <a:gridCol w="802373">
                  <a:extLst>
                    <a:ext uri="{9D8B030D-6E8A-4147-A177-3AD203B41FA5}">
                      <a16:colId xmlns:a16="http://schemas.microsoft.com/office/drawing/2014/main" val="3960621706"/>
                    </a:ext>
                  </a:extLst>
                </a:gridCol>
              </a:tblGrid>
              <a:tr h="0">
                <a:tc gridSpan="7">
                  <a:txBody>
                    <a:bodyPr/>
                    <a:lstStyle/>
                    <a:p>
                      <a:pPr latinLnBrk="1"/>
                      <a:r>
                        <a:rPr lang="en-US" altLang="ko-KR" sz="800" b="1" dirty="0">
                          <a:solidFill>
                            <a:schemeClr val="bg1">
                              <a:lumMod val="65000"/>
                            </a:schemeClr>
                          </a:solidFill>
                        </a:rPr>
                        <a:t>Shop </a:t>
                      </a:r>
                      <a:r>
                        <a:rPr lang="ko-KR" altLang="en-US" sz="800" b="1" dirty="0" err="1">
                          <a:solidFill>
                            <a:schemeClr val="bg1">
                              <a:lumMod val="65000"/>
                            </a:schemeClr>
                          </a:solidFill>
                        </a:rPr>
                        <a:t>채널명</a:t>
                      </a:r>
                      <a:r>
                        <a:rPr lang="ko-KR" altLang="en-US" sz="800" b="1" dirty="0">
                          <a:solidFill>
                            <a:schemeClr val="bg1">
                              <a:lumMod val="65000"/>
                            </a:schemeClr>
                          </a:solidFill>
                        </a:rPr>
                        <a:t> </a:t>
                      </a:r>
                      <a:r>
                        <a:rPr lang="en-US" altLang="ko-KR" sz="800" b="1" dirty="0">
                          <a:solidFill>
                            <a:schemeClr val="bg1">
                              <a:lumMod val="65000"/>
                            </a:schemeClr>
                          </a:solidFill>
                        </a:rPr>
                        <a:t>|</a:t>
                      </a:r>
                      <a:r>
                        <a:rPr lang="ko-KR" altLang="en-US" sz="800" b="1" dirty="0">
                          <a:solidFill>
                            <a:schemeClr val="bg1">
                              <a:lumMod val="65000"/>
                            </a:schemeClr>
                          </a:solidFill>
                        </a:rPr>
                        <a:t> 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배송완료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bl>
          </a:graphicData>
        </a:graphic>
      </p:graphicFrame>
      <p:grpSp>
        <p:nvGrpSpPr>
          <p:cNvPr id="97" name="그룹 96">
            <a:extLst>
              <a:ext uri="{FF2B5EF4-FFF2-40B4-BE49-F238E27FC236}">
                <a16:creationId xmlns:a16="http://schemas.microsoft.com/office/drawing/2014/main" id="{39983CC5-3DDD-42E6-A351-C71DD618B8DE}"/>
              </a:ext>
            </a:extLst>
          </p:cNvPr>
          <p:cNvGrpSpPr/>
          <p:nvPr userDrawn="1"/>
        </p:nvGrpSpPr>
        <p:grpSpPr>
          <a:xfrm>
            <a:off x="3048320" y="6484035"/>
            <a:ext cx="689346" cy="440906"/>
            <a:chOff x="2843808" y="1955121"/>
            <a:chExt cx="1674813" cy="596970"/>
          </a:xfrm>
          <a:solidFill>
            <a:schemeClr val="bg1">
              <a:lumMod val="95000"/>
            </a:schemeClr>
          </a:solidFill>
        </p:grpSpPr>
        <p:sp>
          <p:nvSpPr>
            <p:cNvPr id="98" name="Border">
              <a:extLst>
                <a:ext uri="{FF2B5EF4-FFF2-40B4-BE49-F238E27FC236}">
                  <a16:creationId xmlns:a16="http://schemas.microsoft.com/office/drawing/2014/main" id="{6CEB92AF-44D6-416C-B7BF-8F42439E18C5}"/>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9" name="Line 2">
              <a:extLst>
                <a:ext uri="{FF2B5EF4-FFF2-40B4-BE49-F238E27FC236}">
                  <a16:creationId xmlns:a16="http://schemas.microsoft.com/office/drawing/2014/main" id="{238FD609-6B78-4229-92AD-642814A9F5B2}"/>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0" name="Line 1">
              <a:extLst>
                <a:ext uri="{FF2B5EF4-FFF2-40B4-BE49-F238E27FC236}">
                  <a16:creationId xmlns:a16="http://schemas.microsoft.com/office/drawing/2014/main" id="{A45191EB-6C30-4380-B5DD-D8EED7AD97C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1" name="TextBox 100">
              <a:extLst>
                <a:ext uri="{FF2B5EF4-FFF2-40B4-BE49-F238E27FC236}">
                  <a16:creationId xmlns:a16="http://schemas.microsoft.com/office/drawing/2014/main" id="{EF70C221-7AA1-4438-92BF-AE9009B87A65}"/>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02" name="직사각형 101">
            <a:extLst>
              <a:ext uri="{FF2B5EF4-FFF2-40B4-BE49-F238E27FC236}">
                <a16:creationId xmlns:a16="http://schemas.microsoft.com/office/drawing/2014/main" id="{00849F21-41C0-4B58-A638-E98AFC1E8FAB}"/>
              </a:ext>
            </a:extLst>
          </p:cNvPr>
          <p:cNvSpPr/>
          <p:nvPr userDrawn="1"/>
        </p:nvSpPr>
        <p:spPr>
          <a:xfrm>
            <a:off x="3758749" y="6484035"/>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03" name="TextBox 102">
            <a:extLst>
              <a:ext uri="{FF2B5EF4-FFF2-40B4-BE49-F238E27FC236}">
                <a16:creationId xmlns:a16="http://schemas.microsoft.com/office/drawing/2014/main" id="{EE8F7B9A-CC9A-4010-86C6-4DDAACDF4C5F}"/>
              </a:ext>
            </a:extLst>
          </p:cNvPr>
          <p:cNvSpPr txBox="1"/>
          <p:nvPr userDrawn="1"/>
        </p:nvSpPr>
        <p:spPr>
          <a:xfrm>
            <a:off x="2030983" y="5940142"/>
            <a:ext cx="2015295" cy="215444"/>
          </a:xfrm>
          <a:prstGeom prst="rect">
            <a:avLst/>
          </a:prstGeom>
          <a:noFill/>
        </p:spPr>
        <p:txBody>
          <a:bodyPr wrap="none" rtlCol="0">
            <a:spAutoFit/>
          </a:bodyPr>
          <a:lstStyle/>
          <a:p>
            <a:r>
              <a:rPr lang="en-US" altLang="ko-KR" sz="800" dirty="0"/>
              <a:t>2024.10.11  |  </a:t>
            </a:r>
            <a:r>
              <a:rPr lang="ko-KR" altLang="en-US" sz="800" dirty="0"/>
              <a:t>주문번호</a:t>
            </a:r>
            <a:r>
              <a:rPr lang="en-US" altLang="ko-KR" sz="800" dirty="0"/>
              <a:t>:</a:t>
            </a:r>
            <a:r>
              <a:rPr lang="ko-KR" altLang="en-US" sz="800" dirty="0"/>
              <a:t> </a:t>
            </a:r>
            <a:r>
              <a:rPr lang="en-US" altLang="ko-KR" sz="800" dirty="0"/>
              <a:t>Me9-00929111</a:t>
            </a:r>
            <a:endParaRPr lang="ko-KR" altLang="en-US" sz="800" dirty="0"/>
          </a:p>
        </p:txBody>
      </p:sp>
      <p:sp>
        <p:nvSpPr>
          <p:cNvPr id="104" name="직사각형 103">
            <a:extLst>
              <a:ext uri="{FF2B5EF4-FFF2-40B4-BE49-F238E27FC236}">
                <a16:creationId xmlns:a16="http://schemas.microsoft.com/office/drawing/2014/main" id="{568DEFE7-B127-4AC7-BF82-53B4D61A428A}"/>
              </a:ext>
            </a:extLst>
          </p:cNvPr>
          <p:cNvSpPr/>
          <p:nvPr userDrawn="1"/>
        </p:nvSpPr>
        <p:spPr>
          <a:xfrm>
            <a:off x="8697874" y="6357853"/>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반품신청</a:t>
            </a:r>
          </a:p>
        </p:txBody>
      </p:sp>
      <p:sp>
        <p:nvSpPr>
          <p:cNvPr id="105" name="TextBox 104">
            <a:extLst>
              <a:ext uri="{FF2B5EF4-FFF2-40B4-BE49-F238E27FC236}">
                <a16:creationId xmlns:a16="http://schemas.microsoft.com/office/drawing/2014/main" id="{74B87950-C7BF-4D86-BC6C-45233797F499}"/>
              </a:ext>
            </a:extLst>
          </p:cNvPr>
          <p:cNvSpPr txBox="1"/>
          <p:nvPr userDrawn="1"/>
        </p:nvSpPr>
        <p:spPr>
          <a:xfrm>
            <a:off x="7147610" y="7068809"/>
            <a:ext cx="2380780" cy="215444"/>
          </a:xfrm>
          <a:prstGeom prst="rect">
            <a:avLst/>
          </a:prstGeom>
          <a:noFill/>
        </p:spPr>
        <p:txBody>
          <a:bodyPr wrap="none" rtlCol="0">
            <a:spAutoFit/>
          </a:bodyPr>
          <a:lstStyle/>
          <a:p>
            <a:r>
              <a:rPr lang="en-US" altLang="ko-KR" sz="800" dirty="0"/>
              <a:t>30,000</a:t>
            </a:r>
            <a:r>
              <a:rPr lang="ko-KR" altLang="en-US" sz="800" dirty="0"/>
              <a:t>원 미만 </a:t>
            </a:r>
            <a:r>
              <a:rPr lang="en-US" altLang="ko-KR" sz="800" dirty="0"/>
              <a:t>: 2,500 </a:t>
            </a:r>
            <a:r>
              <a:rPr lang="ko-KR" altLang="en-US" sz="800" dirty="0"/>
              <a:t>원</a:t>
            </a:r>
            <a:r>
              <a:rPr lang="en-US" altLang="ko-KR" sz="800" dirty="0"/>
              <a:t>  |  </a:t>
            </a:r>
            <a:r>
              <a:rPr lang="ko-KR" altLang="en-US" sz="800" dirty="0"/>
              <a:t>판매자 문의하기 ▷</a:t>
            </a:r>
          </a:p>
        </p:txBody>
      </p:sp>
      <p:sp>
        <p:nvSpPr>
          <p:cNvPr id="106" name="직사각형 105">
            <a:extLst>
              <a:ext uri="{FF2B5EF4-FFF2-40B4-BE49-F238E27FC236}">
                <a16:creationId xmlns:a16="http://schemas.microsoft.com/office/drawing/2014/main" id="{89BB605D-80CB-4D86-B072-BCD1989376ED}"/>
              </a:ext>
            </a:extLst>
          </p:cNvPr>
          <p:cNvSpPr/>
          <p:nvPr userDrawn="1"/>
        </p:nvSpPr>
        <p:spPr>
          <a:xfrm>
            <a:off x="4076504" y="5959402"/>
            <a:ext cx="666792" cy="150254"/>
          </a:xfrm>
          <a:prstGeom prst="rect">
            <a:avLst/>
          </a:prstGeom>
          <a:solidFill>
            <a:schemeClr val="accent5">
              <a:lumMod val="75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주문상세</a:t>
            </a:r>
          </a:p>
        </p:txBody>
      </p:sp>
      <p:graphicFrame>
        <p:nvGraphicFramePr>
          <p:cNvPr id="107" name="표 13">
            <a:extLst>
              <a:ext uri="{FF2B5EF4-FFF2-40B4-BE49-F238E27FC236}">
                <a16:creationId xmlns:a16="http://schemas.microsoft.com/office/drawing/2014/main" id="{2B224BEF-9876-45DD-96FB-B65FB2168AC7}"/>
              </a:ext>
            </a:extLst>
          </p:cNvPr>
          <p:cNvGraphicFramePr>
            <a:graphicFrameLocks noGrp="1"/>
          </p:cNvGraphicFramePr>
          <p:nvPr userDrawn="1">
            <p:extLst>
              <p:ext uri="{D42A27DB-BD31-4B8C-83A1-F6EECF244321}">
                <p14:modId xmlns:p14="http://schemas.microsoft.com/office/powerpoint/2010/main" val="1419299421"/>
              </p:ext>
            </p:extLst>
          </p:nvPr>
        </p:nvGraphicFramePr>
        <p:xfrm>
          <a:off x="2140341" y="7817716"/>
          <a:ext cx="7315200" cy="853440"/>
        </p:xfrm>
        <a:graphic>
          <a:graphicData uri="http://schemas.openxmlformats.org/drawingml/2006/table">
            <a:tbl>
              <a:tblPr firstRow="1" bandRow="1">
                <a:tableStyleId>{5940675A-B579-460E-94D1-54222C63F5DA}</a:tableStyleId>
              </a:tblPr>
              <a:tblGrid>
                <a:gridCol w="814031">
                  <a:extLst>
                    <a:ext uri="{9D8B030D-6E8A-4147-A177-3AD203B41FA5}">
                      <a16:colId xmlns:a16="http://schemas.microsoft.com/office/drawing/2014/main" val="2416159356"/>
                    </a:ext>
                  </a:extLst>
                </a:gridCol>
                <a:gridCol w="3420449">
                  <a:extLst>
                    <a:ext uri="{9D8B030D-6E8A-4147-A177-3AD203B41FA5}">
                      <a16:colId xmlns:a16="http://schemas.microsoft.com/office/drawing/2014/main" val="4215256312"/>
                    </a:ext>
                  </a:extLst>
                </a:gridCol>
                <a:gridCol w="438168">
                  <a:extLst>
                    <a:ext uri="{9D8B030D-6E8A-4147-A177-3AD203B41FA5}">
                      <a16:colId xmlns:a16="http://schemas.microsoft.com/office/drawing/2014/main" val="2751414510"/>
                    </a:ext>
                  </a:extLst>
                </a:gridCol>
                <a:gridCol w="438168">
                  <a:extLst>
                    <a:ext uri="{9D8B030D-6E8A-4147-A177-3AD203B41FA5}">
                      <a16:colId xmlns:a16="http://schemas.microsoft.com/office/drawing/2014/main" val="3916658608"/>
                    </a:ext>
                  </a:extLst>
                </a:gridCol>
                <a:gridCol w="438168">
                  <a:extLst>
                    <a:ext uri="{9D8B030D-6E8A-4147-A177-3AD203B41FA5}">
                      <a16:colId xmlns:a16="http://schemas.microsoft.com/office/drawing/2014/main" val="2117488308"/>
                    </a:ext>
                  </a:extLst>
                </a:gridCol>
                <a:gridCol w="963843">
                  <a:extLst>
                    <a:ext uri="{9D8B030D-6E8A-4147-A177-3AD203B41FA5}">
                      <a16:colId xmlns:a16="http://schemas.microsoft.com/office/drawing/2014/main" val="739747790"/>
                    </a:ext>
                  </a:extLst>
                </a:gridCol>
                <a:gridCol w="802373">
                  <a:extLst>
                    <a:ext uri="{9D8B030D-6E8A-4147-A177-3AD203B41FA5}">
                      <a16:colId xmlns:a16="http://schemas.microsoft.com/office/drawing/2014/main" val="3960621706"/>
                    </a:ext>
                  </a:extLst>
                </a:gridCol>
              </a:tblGrid>
              <a:tr h="0">
                <a:tc gridSpan="7">
                  <a:txBody>
                    <a:bodyPr/>
                    <a:lstStyle/>
                    <a:p>
                      <a:pPr latinLnBrk="1"/>
                      <a:r>
                        <a:rPr lang="en-US" altLang="ko-KR" sz="800" b="1" dirty="0">
                          <a:solidFill>
                            <a:schemeClr val="bg1">
                              <a:lumMod val="65000"/>
                            </a:schemeClr>
                          </a:solidFill>
                        </a:rPr>
                        <a:t>Shop </a:t>
                      </a:r>
                      <a:r>
                        <a:rPr lang="ko-KR" altLang="en-US" sz="800" b="1" dirty="0" err="1">
                          <a:solidFill>
                            <a:schemeClr val="bg1">
                              <a:lumMod val="65000"/>
                            </a:schemeClr>
                          </a:solidFill>
                        </a:rPr>
                        <a:t>채널명</a:t>
                      </a:r>
                      <a:r>
                        <a:rPr lang="ko-KR" altLang="en-US" sz="800" b="1" dirty="0">
                          <a:solidFill>
                            <a:schemeClr val="bg1">
                              <a:lumMod val="65000"/>
                            </a:schemeClr>
                          </a:solidFill>
                        </a:rPr>
                        <a:t> </a:t>
                      </a:r>
                      <a:r>
                        <a:rPr lang="en-US" altLang="ko-KR" sz="800" b="1" dirty="0">
                          <a:solidFill>
                            <a:schemeClr val="bg1">
                              <a:lumMod val="65000"/>
                            </a:schemeClr>
                          </a:solidFill>
                        </a:rPr>
                        <a:t>|</a:t>
                      </a:r>
                      <a:r>
                        <a:rPr lang="ko-KR" altLang="en-US" sz="800" b="1" dirty="0">
                          <a:solidFill>
                            <a:schemeClr val="bg1">
                              <a:lumMod val="65000"/>
                            </a:schemeClr>
                          </a:solidFill>
                        </a:rPr>
                        <a:t> 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구매 확정</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bl>
          </a:graphicData>
        </a:graphic>
      </p:graphicFrame>
      <p:grpSp>
        <p:nvGrpSpPr>
          <p:cNvPr id="108" name="그룹 107">
            <a:extLst>
              <a:ext uri="{FF2B5EF4-FFF2-40B4-BE49-F238E27FC236}">
                <a16:creationId xmlns:a16="http://schemas.microsoft.com/office/drawing/2014/main" id="{7F044A68-C626-483E-92F3-AA01BC54D01D}"/>
              </a:ext>
            </a:extLst>
          </p:cNvPr>
          <p:cNvGrpSpPr/>
          <p:nvPr userDrawn="1"/>
        </p:nvGrpSpPr>
        <p:grpSpPr>
          <a:xfrm>
            <a:off x="3078858" y="8131190"/>
            <a:ext cx="689346" cy="440906"/>
            <a:chOff x="2843808" y="1955121"/>
            <a:chExt cx="1674813" cy="596970"/>
          </a:xfrm>
          <a:solidFill>
            <a:schemeClr val="bg1">
              <a:lumMod val="95000"/>
            </a:schemeClr>
          </a:solidFill>
        </p:grpSpPr>
        <p:sp>
          <p:nvSpPr>
            <p:cNvPr id="109" name="Border">
              <a:extLst>
                <a:ext uri="{FF2B5EF4-FFF2-40B4-BE49-F238E27FC236}">
                  <a16:creationId xmlns:a16="http://schemas.microsoft.com/office/drawing/2014/main" id="{F850A76F-CDD5-4099-BB47-C417BAC95A11}"/>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0" name="Line 2">
              <a:extLst>
                <a:ext uri="{FF2B5EF4-FFF2-40B4-BE49-F238E27FC236}">
                  <a16:creationId xmlns:a16="http://schemas.microsoft.com/office/drawing/2014/main" id="{BFAC045E-F8A9-4217-BD13-92CF1D27D74D}"/>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1" name="Line 1">
              <a:extLst>
                <a:ext uri="{FF2B5EF4-FFF2-40B4-BE49-F238E27FC236}">
                  <a16:creationId xmlns:a16="http://schemas.microsoft.com/office/drawing/2014/main" id="{6D4BD753-F1A3-4B38-81B9-DDBD749931C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2" name="TextBox 111">
              <a:extLst>
                <a:ext uri="{FF2B5EF4-FFF2-40B4-BE49-F238E27FC236}">
                  <a16:creationId xmlns:a16="http://schemas.microsoft.com/office/drawing/2014/main" id="{B27F3F00-750A-4B67-86FE-2A696B42EE05}"/>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13" name="직사각형 112">
            <a:extLst>
              <a:ext uri="{FF2B5EF4-FFF2-40B4-BE49-F238E27FC236}">
                <a16:creationId xmlns:a16="http://schemas.microsoft.com/office/drawing/2014/main" id="{D1FD7FE8-CAE4-4131-B7F5-B456676A00AF}"/>
              </a:ext>
            </a:extLst>
          </p:cNvPr>
          <p:cNvSpPr/>
          <p:nvPr userDrawn="1"/>
        </p:nvSpPr>
        <p:spPr>
          <a:xfrm>
            <a:off x="3789287" y="8131190"/>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14" name="TextBox 113">
            <a:extLst>
              <a:ext uri="{FF2B5EF4-FFF2-40B4-BE49-F238E27FC236}">
                <a16:creationId xmlns:a16="http://schemas.microsoft.com/office/drawing/2014/main" id="{22159245-3460-4984-8D19-2FB804A67183}"/>
              </a:ext>
            </a:extLst>
          </p:cNvPr>
          <p:cNvSpPr txBox="1"/>
          <p:nvPr userDrawn="1"/>
        </p:nvSpPr>
        <p:spPr>
          <a:xfrm>
            <a:off x="2061521" y="7587297"/>
            <a:ext cx="2015295" cy="215444"/>
          </a:xfrm>
          <a:prstGeom prst="rect">
            <a:avLst/>
          </a:prstGeom>
          <a:noFill/>
        </p:spPr>
        <p:txBody>
          <a:bodyPr wrap="none" rtlCol="0">
            <a:spAutoFit/>
          </a:bodyPr>
          <a:lstStyle/>
          <a:p>
            <a:r>
              <a:rPr lang="en-US" altLang="ko-KR" sz="800" dirty="0"/>
              <a:t>2024.10.09  |  </a:t>
            </a:r>
            <a:r>
              <a:rPr lang="ko-KR" altLang="en-US" sz="800" dirty="0"/>
              <a:t>주문번호</a:t>
            </a:r>
            <a:r>
              <a:rPr lang="en-US" altLang="ko-KR" sz="800" dirty="0"/>
              <a:t>:</a:t>
            </a:r>
            <a:r>
              <a:rPr lang="ko-KR" altLang="en-US" sz="800" dirty="0"/>
              <a:t> </a:t>
            </a:r>
            <a:r>
              <a:rPr lang="en-US" altLang="ko-KR" sz="800" dirty="0"/>
              <a:t>Me9-00929111</a:t>
            </a:r>
            <a:endParaRPr lang="ko-KR" altLang="en-US" sz="800" dirty="0"/>
          </a:p>
        </p:txBody>
      </p:sp>
      <p:sp>
        <p:nvSpPr>
          <p:cNvPr id="115" name="TextBox 114">
            <a:extLst>
              <a:ext uri="{FF2B5EF4-FFF2-40B4-BE49-F238E27FC236}">
                <a16:creationId xmlns:a16="http://schemas.microsoft.com/office/drawing/2014/main" id="{42859EAE-AEA4-468C-8822-1053F72A75C3}"/>
              </a:ext>
            </a:extLst>
          </p:cNvPr>
          <p:cNvSpPr txBox="1"/>
          <p:nvPr userDrawn="1"/>
        </p:nvSpPr>
        <p:spPr>
          <a:xfrm>
            <a:off x="7178148" y="8715964"/>
            <a:ext cx="2380780" cy="215444"/>
          </a:xfrm>
          <a:prstGeom prst="rect">
            <a:avLst/>
          </a:prstGeom>
          <a:noFill/>
        </p:spPr>
        <p:txBody>
          <a:bodyPr wrap="none" rtlCol="0">
            <a:spAutoFit/>
          </a:bodyPr>
          <a:lstStyle/>
          <a:p>
            <a:r>
              <a:rPr lang="en-US" altLang="ko-KR" sz="800" dirty="0"/>
              <a:t>30,000</a:t>
            </a:r>
            <a:r>
              <a:rPr lang="ko-KR" altLang="en-US" sz="800" dirty="0"/>
              <a:t>원 미만 </a:t>
            </a:r>
            <a:r>
              <a:rPr lang="en-US" altLang="ko-KR" sz="800" dirty="0"/>
              <a:t>: 2,500 </a:t>
            </a:r>
            <a:r>
              <a:rPr lang="ko-KR" altLang="en-US" sz="800" dirty="0"/>
              <a:t>원</a:t>
            </a:r>
            <a:r>
              <a:rPr lang="en-US" altLang="ko-KR" sz="800" dirty="0"/>
              <a:t>  |  </a:t>
            </a:r>
            <a:r>
              <a:rPr lang="ko-KR" altLang="en-US" sz="800" dirty="0"/>
              <a:t>판매자 문의하기 ▷</a:t>
            </a:r>
          </a:p>
        </p:txBody>
      </p:sp>
      <p:sp>
        <p:nvSpPr>
          <p:cNvPr id="116" name="직사각형 115">
            <a:extLst>
              <a:ext uri="{FF2B5EF4-FFF2-40B4-BE49-F238E27FC236}">
                <a16:creationId xmlns:a16="http://schemas.microsoft.com/office/drawing/2014/main" id="{7AE9FD5D-5351-4B48-844F-8E75DB74082C}"/>
              </a:ext>
            </a:extLst>
          </p:cNvPr>
          <p:cNvSpPr/>
          <p:nvPr userDrawn="1"/>
        </p:nvSpPr>
        <p:spPr>
          <a:xfrm>
            <a:off x="4107042" y="7605973"/>
            <a:ext cx="666792" cy="150254"/>
          </a:xfrm>
          <a:prstGeom prst="rect">
            <a:avLst/>
          </a:prstGeom>
          <a:solidFill>
            <a:schemeClr val="accent5">
              <a:lumMod val="75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주문상세</a:t>
            </a:r>
          </a:p>
        </p:txBody>
      </p:sp>
      <p:sp>
        <p:nvSpPr>
          <p:cNvPr id="117" name="직사각형 116">
            <a:extLst>
              <a:ext uri="{FF2B5EF4-FFF2-40B4-BE49-F238E27FC236}">
                <a16:creationId xmlns:a16="http://schemas.microsoft.com/office/drawing/2014/main" id="{77EA09C1-639F-4C98-AAC9-78E6796968E0}"/>
              </a:ext>
            </a:extLst>
          </p:cNvPr>
          <p:cNvSpPr/>
          <p:nvPr userDrawn="1"/>
        </p:nvSpPr>
        <p:spPr>
          <a:xfrm>
            <a:off x="8697874" y="3469918"/>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취소신청</a:t>
            </a:r>
          </a:p>
        </p:txBody>
      </p:sp>
      <p:sp>
        <p:nvSpPr>
          <p:cNvPr id="118" name="직사각형 117">
            <a:extLst>
              <a:ext uri="{FF2B5EF4-FFF2-40B4-BE49-F238E27FC236}">
                <a16:creationId xmlns:a16="http://schemas.microsoft.com/office/drawing/2014/main" id="{EF53F4A0-847F-40BC-AB92-6B18E9F6153B}"/>
              </a:ext>
            </a:extLst>
          </p:cNvPr>
          <p:cNvSpPr/>
          <p:nvPr userDrawn="1"/>
        </p:nvSpPr>
        <p:spPr>
          <a:xfrm>
            <a:off x="8691349" y="6587923"/>
            <a:ext cx="666792" cy="213852"/>
          </a:xfrm>
          <a:prstGeom prst="rect">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교환신청</a:t>
            </a:r>
          </a:p>
        </p:txBody>
      </p:sp>
      <p:sp>
        <p:nvSpPr>
          <p:cNvPr id="119" name="사각형: 둥근 모서리 14">
            <a:extLst>
              <a:ext uri="{FF2B5EF4-FFF2-40B4-BE49-F238E27FC236}">
                <a16:creationId xmlns:a16="http://schemas.microsoft.com/office/drawing/2014/main" id="{ED8EEC5C-9926-4AF9-BE83-EFDA3B3643F8}"/>
              </a:ext>
            </a:extLst>
          </p:cNvPr>
          <p:cNvSpPr/>
          <p:nvPr userDrawn="1"/>
        </p:nvSpPr>
        <p:spPr>
          <a:xfrm>
            <a:off x="118741" y="527575"/>
            <a:ext cx="1148071" cy="2478003"/>
          </a:xfrm>
          <a:prstGeom prst="roundRect">
            <a:avLst>
              <a:gd name="adj" fmla="val 4472"/>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l">
              <a:lnSpc>
                <a:spcPct val="150000"/>
              </a:lnSpc>
            </a:pPr>
            <a:r>
              <a:rPr lang="ko-KR" altLang="en-US" sz="800" dirty="0">
                <a:solidFill>
                  <a:schemeClr val="tx1"/>
                </a:solidFill>
              </a:rPr>
              <a:t>○ 주문 목록</a:t>
            </a:r>
            <a:endParaRPr lang="en-US" altLang="ko-KR" sz="800" dirty="0">
              <a:solidFill>
                <a:schemeClr val="tx1"/>
              </a:solidFill>
            </a:endParaRPr>
          </a:p>
          <a:p>
            <a:pPr algn="l">
              <a:lnSpc>
                <a:spcPct val="150000"/>
              </a:lnSpc>
            </a:pPr>
            <a:r>
              <a:rPr lang="en-US" altLang="ko-KR" sz="700" dirty="0">
                <a:solidFill>
                  <a:schemeClr val="tx1"/>
                </a:solidFill>
              </a:rPr>
              <a:t>   - </a:t>
            </a:r>
            <a:r>
              <a:rPr lang="ko-KR" altLang="en-US" sz="700" dirty="0">
                <a:solidFill>
                  <a:schemeClr val="tx1"/>
                </a:solidFill>
              </a:rPr>
              <a:t>결제 완료 </a:t>
            </a:r>
            <a:r>
              <a:rPr lang="en-US" altLang="ko-KR" sz="700" dirty="0">
                <a:solidFill>
                  <a:schemeClr val="tx1"/>
                </a:solidFill>
              </a:rPr>
              <a:t>(5)</a:t>
            </a:r>
          </a:p>
          <a:p>
            <a:pPr algn="l">
              <a:lnSpc>
                <a:spcPct val="150000"/>
              </a:lnSpc>
            </a:pPr>
            <a:r>
              <a:rPr lang="en-US" altLang="ko-KR" sz="700" dirty="0">
                <a:solidFill>
                  <a:schemeClr val="tx1"/>
                </a:solidFill>
              </a:rPr>
              <a:t>   - </a:t>
            </a:r>
            <a:r>
              <a:rPr lang="ko-KR" altLang="en-US" sz="700" dirty="0">
                <a:solidFill>
                  <a:schemeClr val="tx1"/>
                </a:solidFill>
              </a:rPr>
              <a:t>배송 대기 중 </a:t>
            </a:r>
            <a:r>
              <a:rPr lang="en-US" altLang="ko-KR" sz="700" dirty="0">
                <a:solidFill>
                  <a:schemeClr val="tx1"/>
                </a:solidFill>
              </a:rPr>
              <a:t>(1)</a:t>
            </a:r>
          </a:p>
          <a:p>
            <a:pPr algn="l">
              <a:lnSpc>
                <a:spcPct val="150000"/>
              </a:lnSpc>
            </a:pPr>
            <a:r>
              <a:rPr lang="en-US" altLang="ko-KR" sz="700" dirty="0">
                <a:solidFill>
                  <a:schemeClr val="tx1"/>
                </a:solidFill>
              </a:rPr>
              <a:t>   - </a:t>
            </a:r>
            <a:r>
              <a:rPr lang="ko-KR" altLang="en-US" sz="700" dirty="0">
                <a:solidFill>
                  <a:schemeClr val="tx1"/>
                </a:solidFill>
              </a:rPr>
              <a:t>배송 중 </a:t>
            </a:r>
            <a:r>
              <a:rPr lang="en-US" altLang="ko-KR" sz="7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구매확정 </a:t>
            </a:r>
            <a:r>
              <a:rPr lang="en-US" altLang="ko-KR" sz="700" dirty="0">
                <a:solidFill>
                  <a:schemeClr val="tx1"/>
                </a:solidFill>
              </a:rPr>
              <a:t>(5)</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취소 목록 </a:t>
            </a:r>
            <a:r>
              <a:rPr lang="en-US" altLang="ko-KR" sz="8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취소 요청 </a:t>
            </a:r>
            <a:r>
              <a:rPr lang="en-US" altLang="ko-KR" sz="7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취소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반품 목록</a:t>
            </a:r>
            <a:endParaRPr lang="en-US" altLang="ko-KR" sz="800" dirty="0">
              <a:solidFill>
                <a:schemeClr val="tx1"/>
              </a:solidFill>
            </a:endParaRP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반품 신청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반품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교환 목록</a:t>
            </a:r>
            <a:endParaRPr lang="en-US" altLang="ko-KR" sz="800" dirty="0">
              <a:solidFill>
                <a:schemeClr val="tx1"/>
              </a:solidFill>
            </a:endParaRP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교환 신청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교환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dirty="0">
              <a:solidFill>
                <a:schemeClr val="tx1"/>
              </a:solidFill>
            </a:endParaRPr>
          </a:p>
          <a:p>
            <a:pPr algn="l">
              <a:lnSpc>
                <a:spcPct val="150000"/>
              </a:lnSpc>
            </a:pPr>
            <a:endParaRPr lang="en-US" altLang="ko-KR" sz="700" dirty="0">
              <a:solidFill>
                <a:schemeClr val="tx1"/>
              </a:solidFill>
            </a:endParaRPr>
          </a:p>
          <a:p>
            <a:pPr algn="l">
              <a:lnSpc>
                <a:spcPct val="150000"/>
              </a:lnSpc>
            </a:pPr>
            <a:endParaRPr lang="en-US" altLang="ko-KR" sz="700" dirty="0">
              <a:solidFill>
                <a:schemeClr val="tx1"/>
              </a:solidFill>
            </a:endParaRPr>
          </a:p>
        </p:txBody>
      </p:sp>
    </p:spTree>
    <p:extLst>
      <p:ext uri="{BB962C8B-B14F-4D97-AF65-F5344CB8AC3E}">
        <p14:creationId xmlns:p14="http://schemas.microsoft.com/office/powerpoint/2010/main" val="1173556449"/>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2_마이페이지 기본틀 긴화면">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605EB3FE-840F-4EF5-9033-AEA247AA349D}"/>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7F3ADF11-B500-4F1F-9425-9A4206C95698}"/>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E1EE8C42-4447-4ABF-B019-DBAAC2F5B704}"/>
              </a:ext>
            </a:extLst>
          </p:cNvPr>
          <p:cNvSpPr/>
          <p:nvPr userDrawn="1"/>
        </p:nvSpPr>
        <p:spPr>
          <a:xfrm>
            <a:off x="41208" y="34272"/>
            <a:ext cx="10071693" cy="39509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a:extLst>
              <a:ext uri="{FF2B5EF4-FFF2-40B4-BE49-F238E27FC236}">
                <a16:creationId xmlns:a16="http://schemas.microsoft.com/office/drawing/2014/main" id="{271E5BA9-5F15-40D8-B41F-7E9A2E6D410E}"/>
              </a:ext>
            </a:extLst>
          </p:cNvPr>
          <p:cNvGrpSpPr/>
          <p:nvPr userDrawn="1"/>
        </p:nvGrpSpPr>
        <p:grpSpPr>
          <a:xfrm>
            <a:off x="118741" y="94475"/>
            <a:ext cx="1148071" cy="273280"/>
            <a:chOff x="2843808" y="1955121"/>
            <a:chExt cx="1674813" cy="596970"/>
          </a:xfrm>
          <a:solidFill>
            <a:schemeClr val="bg1">
              <a:lumMod val="95000"/>
            </a:schemeClr>
          </a:solidFill>
        </p:grpSpPr>
        <p:sp>
          <p:nvSpPr>
            <p:cNvPr id="7" name="Border">
              <a:extLst>
                <a:ext uri="{FF2B5EF4-FFF2-40B4-BE49-F238E27FC236}">
                  <a16:creationId xmlns:a16="http://schemas.microsoft.com/office/drawing/2014/main" id="{F9AB7030-82F1-4D0A-BB74-93A1FE8B0C2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60965009-092E-411F-B241-49E3CEC459C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4FEB3E1A-4091-4ECD-B830-5B00388FE8A7}"/>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TextBox 9">
              <a:extLst>
                <a:ext uri="{FF2B5EF4-FFF2-40B4-BE49-F238E27FC236}">
                  <a16:creationId xmlns:a16="http://schemas.microsoft.com/office/drawing/2014/main" id="{A7AA3F6C-E931-4772-B894-ACDAB4151BE9}"/>
                </a:ext>
              </a:extLst>
            </p:cNvPr>
            <p:cNvSpPr txBox="1"/>
            <p:nvPr/>
          </p:nvSpPr>
          <p:spPr>
            <a:xfrm>
              <a:off x="3335780" y="2018289"/>
              <a:ext cx="690867" cy="470629"/>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54" name="직사각형 53">
            <a:extLst>
              <a:ext uri="{FF2B5EF4-FFF2-40B4-BE49-F238E27FC236}">
                <a16:creationId xmlns:a16="http://schemas.microsoft.com/office/drawing/2014/main" id="{F450E196-5852-43B7-99A3-92E857F36AFC}"/>
              </a:ext>
            </a:extLst>
          </p:cNvPr>
          <p:cNvSpPr/>
          <p:nvPr userDrawn="1"/>
        </p:nvSpPr>
        <p:spPr>
          <a:xfrm>
            <a:off x="1423732" y="481757"/>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55" name="직사각형 54">
            <a:extLst>
              <a:ext uri="{FF2B5EF4-FFF2-40B4-BE49-F238E27FC236}">
                <a16:creationId xmlns:a16="http://schemas.microsoft.com/office/drawing/2014/main" id="{8AE35E3B-3484-482E-8AC9-B152A0721C5D}"/>
              </a:ext>
            </a:extLst>
          </p:cNvPr>
          <p:cNvSpPr/>
          <p:nvPr userDrawn="1"/>
        </p:nvSpPr>
        <p:spPr>
          <a:xfrm>
            <a:off x="8025304" y="481757"/>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
        <p:nvSpPr>
          <p:cNvPr id="34" name="직사각형 33">
            <a:extLst>
              <a:ext uri="{FF2B5EF4-FFF2-40B4-BE49-F238E27FC236}">
                <a16:creationId xmlns:a16="http://schemas.microsoft.com/office/drawing/2014/main" id="{EE4742BF-99E5-4378-9C8B-60FC9AA23DE2}"/>
              </a:ext>
            </a:extLst>
          </p:cNvPr>
          <p:cNvSpPr/>
          <p:nvPr userDrawn="1"/>
        </p:nvSpPr>
        <p:spPr>
          <a:xfrm>
            <a:off x="7086600" y="104509"/>
            <a:ext cx="3017529" cy="253211"/>
          </a:xfrm>
          <a:prstGeom prst="rect">
            <a:avLst/>
          </a:prstGeom>
        </p:spPr>
        <p:txBody>
          <a:bodyPr wrap="square">
            <a:spAutoFit/>
          </a:bodyPr>
          <a:lstStyle/>
          <a:p>
            <a:pPr algn="r">
              <a:lnSpc>
                <a:spcPct val="150000"/>
              </a:lnSpc>
            </a:pPr>
            <a:r>
              <a:rPr lang="ko-KR" altLang="en-US" sz="800" b="0" dirty="0">
                <a:latin typeface="+mj-ea"/>
                <a:ea typeface="+mj-ea"/>
              </a:rPr>
              <a:t>채널관리자  </a:t>
            </a:r>
            <a:r>
              <a:rPr lang="en-US" altLang="ko-KR" sz="800" b="0" dirty="0">
                <a:latin typeface="+mj-ea"/>
                <a:ea typeface="+mj-ea"/>
              </a:rPr>
              <a:t>  </a:t>
            </a:r>
            <a:r>
              <a:rPr lang="en-US" altLang="ko-KR" sz="800" dirty="0">
                <a:solidFill>
                  <a:schemeClr val="bg1">
                    <a:lumMod val="75000"/>
                  </a:schemeClr>
                </a:solidFill>
                <a:latin typeface="+mj-ea"/>
                <a:ea typeface="+mj-ea"/>
              </a:rPr>
              <a:t>|   </a:t>
            </a:r>
            <a:r>
              <a:rPr lang="ko-KR" altLang="en-US" sz="800" b="0" dirty="0" err="1">
                <a:latin typeface="+mj-ea"/>
                <a:ea typeface="+mj-ea"/>
              </a:rPr>
              <a:t>회원명</a:t>
            </a:r>
            <a:r>
              <a:rPr lang="ko-KR" altLang="en-US" sz="800" b="0" dirty="0">
                <a:latin typeface="+mj-ea"/>
                <a:ea typeface="+mj-ea"/>
              </a:rPr>
              <a:t>  </a:t>
            </a:r>
            <a:r>
              <a:rPr lang="en-US" altLang="ko-KR" sz="800" b="0" dirty="0">
                <a:latin typeface="+mj-ea"/>
                <a:ea typeface="+mj-ea"/>
              </a:rPr>
              <a:t>  </a:t>
            </a:r>
            <a:r>
              <a:rPr lang="en-US" altLang="ko-KR" sz="800" dirty="0">
                <a:solidFill>
                  <a:schemeClr val="bg1">
                    <a:lumMod val="75000"/>
                  </a:schemeClr>
                </a:solidFill>
                <a:latin typeface="+mj-ea"/>
                <a:ea typeface="+mj-ea"/>
              </a:rPr>
              <a:t>|  </a:t>
            </a:r>
            <a:r>
              <a:rPr lang="ko-KR" altLang="en-US" sz="800" dirty="0">
                <a:latin typeface="+mj-ea"/>
                <a:ea typeface="+mj-ea"/>
              </a:rPr>
              <a:t>총 포인트 </a:t>
            </a:r>
            <a:r>
              <a:rPr lang="en-US" altLang="ko-KR" sz="800" dirty="0">
                <a:latin typeface="+mj-ea"/>
                <a:ea typeface="+mj-ea"/>
              </a:rPr>
              <a:t>( 00 )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sp>
        <p:nvSpPr>
          <p:cNvPr id="35" name="사각형: 둥근 모서리 34">
            <a:extLst>
              <a:ext uri="{FF2B5EF4-FFF2-40B4-BE49-F238E27FC236}">
                <a16:creationId xmlns:a16="http://schemas.microsoft.com/office/drawing/2014/main" id="{4BE00F5F-5536-4E7F-BA72-D19A9BC94752}"/>
              </a:ext>
            </a:extLst>
          </p:cNvPr>
          <p:cNvSpPr/>
          <p:nvPr userDrawn="1"/>
        </p:nvSpPr>
        <p:spPr>
          <a:xfrm>
            <a:off x="1475329" y="141986"/>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36" name="웃는 얼굴 35">
            <a:extLst>
              <a:ext uri="{FF2B5EF4-FFF2-40B4-BE49-F238E27FC236}">
                <a16:creationId xmlns:a16="http://schemas.microsoft.com/office/drawing/2014/main" id="{5058C951-C9B0-4D78-915C-A2B051F5EFB7}"/>
              </a:ext>
            </a:extLst>
          </p:cNvPr>
          <p:cNvSpPr/>
          <p:nvPr userDrawn="1"/>
        </p:nvSpPr>
        <p:spPr>
          <a:xfrm>
            <a:off x="1528390" y="178856"/>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7" name="사각형: 둥근 모서리 36">
            <a:extLst>
              <a:ext uri="{FF2B5EF4-FFF2-40B4-BE49-F238E27FC236}">
                <a16:creationId xmlns:a16="http://schemas.microsoft.com/office/drawing/2014/main" id="{4EE483C6-A3EF-4A86-8944-62F79D5D4C2B}"/>
              </a:ext>
            </a:extLst>
          </p:cNvPr>
          <p:cNvSpPr/>
          <p:nvPr userDrawn="1"/>
        </p:nvSpPr>
        <p:spPr>
          <a:xfrm>
            <a:off x="2299780" y="147229"/>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38" name="웃는 얼굴 37">
            <a:extLst>
              <a:ext uri="{FF2B5EF4-FFF2-40B4-BE49-F238E27FC236}">
                <a16:creationId xmlns:a16="http://schemas.microsoft.com/office/drawing/2014/main" id="{B6DD66FB-93B6-4629-A0FE-CAB0460A9E23}"/>
              </a:ext>
            </a:extLst>
          </p:cNvPr>
          <p:cNvSpPr/>
          <p:nvPr userDrawn="1"/>
        </p:nvSpPr>
        <p:spPr>
          <a:xfrm>
            <a:off x="2352841" y="184099"/>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9" name="사각형: 둥근 모서리 38">
            <a:extLst>
              <a:ext uri="{FF2B5EF4-FFF2-40B4-BE49-F238E27FC236}">
                <a16:creationId xmlns:a16="http://schemas.microsoft.com/office/drawing/2014/main" id="{0E3136A0-B269-4DE9-97F7-A5742F5065F7}"/>
              </a:ext>
            </a:extLst>
          </p:cNvPr>
          <p:cNvSpPr/>
          <p:nvPr userDrawn="1"/>
        </p:nvSpPr>
        <p:spPr>
          <a:xfrm>
            <a:off x="3124167" y="136743"/>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40" name="웃는 얼굴 39">
            <a:extLst>
              <a:ext uri="{FF2B5EF4-FFF2-40B4-BE49-F238E27FC236}">
                <a16:creationId xmlns:a16="http://schemas.microsoft.com/office/drawing/2014/main" id="{CF1B7F19-E9EA-42F1-A722-6FED2EFC37D4}"/>
              </a:ext>
            </a:extLst>
          </p:cNvPr>
          <p:cNvSpPr/>
          <p:nvPr userDrawn="1"/>
        </p:nvSpPr>
        <p:spPr>
          <a:xfrm>
            <a:off x="3177228" y="173613"/>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 name="사각형: 둥근 모서리 40">
            <a:extLst>
              <a:ext uri="{FF2B5EF4-FFF2-40B4-BE49-F238E27FC236}">
                <a16:creationId xmlns:a16="http://schemas.microsoft.com/office/drawing/2014/main" id="{DDF40C9B-0FC3-43CD-89CD-A6DCAD517C2A}"/>
              </a:ext>
            </a:extLst>
          </p:cNvPr>
          <p:cNvSpPr/>
          <p:nvPr userDrawn="1"/>
        </p:nvSpPr>
        <p:spPr>
          <a:xfrm>
            <a:off x="3948618" y="141986"/>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42" name="웃는 얼굴 41">
            <a:extLst>
              <a:ext uri="{FF2B5EF4-FFF2-40B4-BE49-F238E27FC236}">
                <a16:creationId xmlns:a16="http://schemas.microsoft.com/office/drawing/2014/main" id="{052FBC93-13AB-4459-8D55-848F7C413149}"/>
              </a:ext>
            </a:extLst>
          </p:cNvPr>
          <p:cNvSpPr/>
          <p:nvPr userDrawn="1"/>
        </p:nvSpPr>
        <p:spPr>
          <a:xfrm>
            <a:off x="4001679" y="178856"/>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44" name="표 20">
            <a:extLst>
              <a:ext uri="{FF2B5EF4-FFF2-40B4-BE49-F238E27FC236}">
                <a16:creationId xmlns:a16="http://schemas.microsoft.com/office/drawing/2014/main" id="{08B80639-AA56-43F9-B723-58297E04A4BA}"/>
              </a:ext>
            </a:extLst>
          </p:cNvPr>
          <p:cNvGraphicFramePr>
            <a:graphicFrameLocks noGrp="1"/>
          </p:cNvGraphicFramePr>
          <p:nvPr userDrawn="1">
            <p:extLst>
              <p:ext uri="{D42A27DB-BD31-4B8C-83A1-F6EECF244321}">
                <p14:modId xmlns:p14="http://schemas.microsoft.com/office/powerpoint/2010/main" val="647565149"/>
              </p:ext>
            </p:extLst>
          </p:nvPr>
        </p:nvGraphicFramePr>
        <p:xfrm>
          <a:off x="40495" y="3269418"/>
          <a:ext cx="1305704" cy="190500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정보관리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lnSpc>
                          <a:spcPct val="150000"/>
                        </a:lnSpc>
                      </a:pPr>
                      <a:r>
                        <a:rPr lang="en-US" altLang="ko-KR" sz="700" dirty="0"/>
                        <a:t>   -  </a:t>
                      </a:r>
                      <a:r>
                        <a:rPr lang="ko-KR" altLang="en-US" sz="700" dirty="0"/>
                        <a:t>회원 정보 수정</a:t>
                      </a:r>
                      <a:endParaRPr lang="en-US" altLang="ko-KR" sz="700" dirty="0"/>
                    </a:p>
                    <a:p>
                      <a:pPr latinLnBrk="1">
                        <a:lnSpc>
                          <a:spcPct val="150000"/>
                        </a:lnSpc>
                      </a:pPr>
                      <a:r>
                        <a:rPr lang="en-US" altLang="ko-KR" sz="700" dirty="0"/>
                        <a:t>   -  </a:t>
                      </a:r>
                      <a:r>
                        <a:rPr lang="ko-KR" altLang="en-US" sz="700" dirty="0" err="1"/>
                        <a:t>배송지</a:t>
                      </a:r>
                      <a:r>
                        <a:rPr lang="ko-KR" altLang="en-US" sz="700" dirty="0"/>
                        <a:t> 설정</a:t>
                      </a:r>
                      <a:endParaRPr lang="en-US" altLang="ko-KR" sz="700" dirty="0"/>
                    </a:p>
                    <a:p>
                      <a:pPr latinLnBrk="1">
                        <a:lnSpc>
                          <a:spcPct val="150000"/>
                        </a:lnSpc>
                      </a:pPr>
                      <a:endParaRPr lang="en-US" altLang="ko-KR" sz="700" dirty="0"/>
                    </a:p>
                    <a:p>
                      <a:pPr latinLnBrk="1">
                        <a:lnSpc>
                          <a:spcPct val="150000"/>
                        </a:lnSpc>
                      </a:pPr>
                      <a:r>
                        <a:rPr lang="en-US" altLang="ko-KR" sz="700" dirty="0"/>
                        <a:t>   -  </a:t>
                      </a:r>
                      <a:r>
                        <a:rPr lang="ko-KR" altLang="en-US" sz="700" dirty="0"/>
                        <a:t>회원 탈퇴 신청</a:t>
                      </a:r>
                      <a:endParaRPr lang="en-US" altLang="ko-KR" sz="700" dirty="0"/>
                    </a:p>
                    <a:p>
                      <a:pPr latinLnBrk="1"/>
                      <a:endParaRPr lang="en-US" altLang="ko-KR" sz="7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710769806"/>
                  </a:ext>
                </a:extLst>
              </a:tr>
              <a:tr h="0">
                <a:tc>
                  <a:txBody>
                    <a:bodyPr/>
                    <a:lstStyle/>
                    <a:p>
                      <a:pPr latinLnBrk="1"/>
                      <a:r>
                        <a:rPr lang="ko-KR" altLang="en-US" sz="800" dirty="0"/>
                        <a:t>○ 방문한 채널</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포인트 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장바구니 목록</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951731866"/>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a:t>
                      </a:r>
                      <a:r>
                        <a:rPr lang="ko-KR" altLang="en-US" sz="800" dirty="0" err="1"/>
                        <a:t>찜한</a:t>
                      </a:r>
                      <a:r>
                        <a:rPr lang="ko-KR" altLang="en-US" sz="800" dirty="0"/>
                        <a:t> 상품 목록</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629674474"/>
                  </a:ext>
                </a:extLst>
              </a:tr>
            </a:tbl>
          </a:graphicData>
        </a:graphic>
      </p:graphicFrame>
      <p:sp>
        <p:nvSpPr>
          <p:cNvPr id="45" name="TextBox 44">
            <a:extLst>
              <a:ext uri="{FF2B5EF4-FFF2-40B4-BE49-F238E27FC236}">
                <a16:creationId xmlns:a16="http://schemas.microsoft.com/office/drawing/2014/main" id="{4BEBBFBE-1685-40D5-8904-B19BD1969A4D}"/>
              </a:ext>
            </a:extLst>
          </p:cNvPr>
          <p:cNvSpPr txBox="1"/>
          <p:nvPr userDrawn="1"/>
        </p:nvSpPr>
        <p:spPr>
          <a:xfrm rot="10800000">
            <a:off x="1073023" y="6422900"/>
            <a:ext cx="276038" cy="246221"/>
          </a:xfrm>
          <a:prstGeom prst="rect">
            <a:avLst/>
          </a:prstGeom>
          <a:noFill/>
        </p:spPr>
        <p:txBody>
          <a:bodyPr wrap="none" rtlCol="0">
            <a:spAutoFit/>
          </a:bodyPr>
          <a:lstStyle/>
          <a:p>
            <a:r>
              <a:rPr lang="ko-KR" altLang="en-US" sz="1000" b="1" dirty="0"/>
              <a:t>∨</a:t>
            </a:r>
          </a:p>
        </p:txBody>
      </p:sp>
      <p:sp>
        <p:nvSpPr>
          <p:cNvPr id="46" name="TextBox 45">
            <a:extLst>
              <a:ext uri="{FF2B5EF4-FFF2-40B4-BE49-F238E27FC236}">
                <a16:creationId xmlns:a16="http://schemas.microsoft.com/office/drawing/2014/main" id="{D2E5C58A-F5DE-41DF-B495-4379C69E649A}"/>
              </a:ext>
            </a:extLst>
          </p:cNvPr>
          <p:cNvSpPr txBox="1"/>
          <p:nvPr userDrawn="1"/>
        </p:nvSpPr>
        <p:spPr>
          <a:xfrm>
            <a:off x="1110536" y="3239445"/>
            <a:ext cx="276038" cy="246221"/>
          </a:xfrm>
          <a:prstGeom prst="rect">
            <a:avLst/>
          </a:prstGeom>
          <a:noFill/>
        </p:spPr>
        <p:txBody>
          <a:bodyPr wrap="none" rtlCol="0">
            <a:spAutoFit/>
          </a:bodyPr>
          <a:lstStyle/>
          <a:p>
            <a:r>
              <a:rPr lang="ko-KR" altLang="en-US" sz="1000" b="1" dirty="0"/>
              <a:t>∨</a:t>
            </a:r>
          </a:p>
        </p:txBody>
      </p:sp>
      <p:graphicFrame>
        <p:nvGraphicFramePr>
          <p:cNvPr id="56" name="표 20">
            <a:extLst>
              <a:ext uri="{FF2B5EF4-FFF2-40B4-BE49-F238E27FC236}">
                <a16:creationId xmlns:a16="http://schemas.microsoft.com/office/drawing/2014/main" id="{D91275E4-21F9-49D4-AC30-5423FB7F6B11}"/>
              </a:ext>
            </a:extLst>
          </p:cNvPr>
          <p:cNvGraphicFramePr>
            <a:graphicFrameLocks noGrp="1"/>
          </p:cNvGraphicFramePr>
          <p:nvPr userDrawn="1">
            <p:extLst>
              <p:ext uri="{D42A27DB-BD31-4B8C-83A1-F6EECF244321}">
                <p14:modId xmlns:p14="http://schemas.microsoft.com/office/powerpoint/2010/main" val="36579999"/>
              </p:ext>
            </p:extLst>
          </p:nvPr>
        </p:nvGraphicFramePr>
        <p:xfrm>
          <a:off x="44781" y="5770564"/>
          <a:ext cx="1305704" cy="85344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서비스 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주요기능</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가입안내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r h="0">
                <a:tc>
                  <a:txBody>
                    <a:bodyPr/>
                    <a:lstStyle/>
                    <a:p>
                      <a:pPr latinLnBrk="1"/>
                      <a:r>
                        <a:rPr lang="ko-KR" altLang="en-US" sz="800" dirty="0"/>
                        <a:t>○ 고객센터</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878359119"/>
                  </a:ext>
                </a:extLst>
              </a:tr>
            </a:tbl>
          </a:graphicData>
        </a:graphic>
      </p:graphicFrame>
      <p:sp>
        <p:nvSpPr>
          <p:cNvPr id="57" name="TextBox 56">
            <a:extLst>
              <a:ext uri="{FF2B5EF4-FFF2-40B4-BE49-F238E27FC236}">
                <a16:creationId xmlns:a16="http://schemas.microsoft.com/office/drawing/2014/main" id="{89536F43-F5AD-4476-97B7-23CC481F03BF}"/>
              </a:ext>
            </a:extLst>
          </p:cNvPr>
          <p:cNvSpPr txBox="1"/>
          <p:nvPr userDrawn="1"/>
        </p:nvSpPr>
        <p:spPr>
          <a:xfrm>
            <a:off x="18077" y="5541386"/>
            <a:ext cx="1182036" cy="215444"/>
          </a:xfrm>
          <a:prstGeom prst="rect">
            <a:avLst/>
          </a:prstGeom>
          <a:noFill/>
        </p:spPr>
        <p:txBody>
          <a:bodyPr wrap="square">
            <a:spAutoFit/>
          </a:bodyPr>
          <a:lstStyle/>
          <a:p>
            <a:pPr latinLnBrk="1"/>
            <a:r>
              <a:rPr lang="ko-KR" altLang="en-US" sz="800" b="1" dirty="0">
                <a:solidFill>
                  <a:schemeClr val="bg1">
                    <a:lumMod val="50000"/>
                  </a:schemeClr>
                </a:solidFill>
              </a:rPr>
              <a:t> </a:t>
            </a:r>
            <a:r>
              <a:rPr lang="en-US" altLang="ko-KR" sz="800" b="1" dirty="0">
                <a:solidFill>
                  <a:schemeClr val="bg1">
                    <a:lumMod val="50000"/>
                  </a:schemeClr>
                </a:solidFill>
              </a:rPr>
              <a:t>Me9 Market </a:t>
            </a:r>
            <a:endParaRPr lang="ko-KR" altLang="en-US" sz="800" b="1" dirty="0">
              <a:solidFill>
                <a:schemeClr val="bg1">
                  <a:lumMod val="50000"/>
                </a:schemeClr>
              </a:solidFill>
            </a:endParaRPr>
          </a:p>
        </p:txBody>
      </p:sp>
      <p:sp>
        <p:nvSpPr>
          <p:cNvPr id="58" name="TextBox 57">
            <a:extLst>
              <a:ext uri="{FF2B5EF4-FFF2-40B4-BE49-F238E27FC236}">
                <a16:creationId xmlns:a16="http://schemas.microsoft.com/office/drawing/2014/main" id="{4A174763-997B-4A6C-B7DA-8E180088844C}"/>
              </a:ext>
            </a:extLst>
          </p:cNvPr>
          <p:cNvSpPr txBox="1"/>
          <p:nvPr userDrawn="1"/>
        </p:nvSpPr>
        <p:spPr>
          <a:xfrm>
            <a:off x="29006" y="3052020"/>
            <a:ext cx="1182036" cy="215444"/>
          </a:xfrm>
          <a:prstGeom prst="rect">
            <a:avLst/>
          </a:prstGeom>
          <a:noFill/>
        </p:spPr>
        <p:txBody>
          <a:bodyPr wrap="square">
            <a:spAutoFit/>
          </a:bodyPr>
          <a:lstStyle/>
          <a:p>
            <a:pPr latinLnBrk="1"/>
            <a:r>
              <a:rPr lang="ko-KR" altLang="en-US" sz="800" b="1" dirty="0">
                <a:solidFill>
                  <a:schemeClr val="bg1">
                    <a:lumMod val="50000"/>
                  </a:schemeClr>
                </a:solidFill>
              </a:rPr>
              <a:t> 주요메뉴</a:t>
            </a:r>
            <a:r>
              <a:rPr lang="en-US" altLang="ko-KR" sz="800" b="1" dirty="0">
                <a:solidFill>
                  <a:schemeClr val="bg1">
                    <a:lumMod val="50000"/>
                  </a:schemeClr>
                </a:solidFill>
              </a:rPr>
              <a:t> </a:t>
            </a:r>
            <a:endParaRPr lang="ko-KR" altLang="en-US" sz="800" b="1" dirty="0">
              <a:solidFill>
                <a:schemeClr val="bg1">
                  <a:lumMod val="50000"/>
                </a:schemeClr>
              </a:solidFill>
            </a:endParaRPr>
          </a:p>
        </p:txBody>
      </p:sp>
      <p:sp>
        <p:nvSpPr>
          <p:cNvPr id="53" name="직사각형 52">
            <a:extLst>
              <a:ext uri="{FF2B5EF4-FFF2-40B4-BE49-F238E27FC236}">
                <a16:creationId xmlns:a16="http://schemas.microsoft.com/office/drawing/2014/main" id="{6BA00956-B14B-4BD2-91E9-94D97D4BC2C0}"/>
              </a:ext>
            </a:extLst>
          </p:cNvPr>
          <p:cNvSpPr/>
          <p:nvPr userDrawn="1"/>
        </p:nvSpPr>
        <p:spPr>
          <a:xfrm>
            <a:off x="41208" y="429370"/>
            <a:ext cx="1304991"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 name="사각형: 둥근 모서리 14">
            <a:extLst>
              <a:ext uri="{FF2B5EF4-FFF2-40B4-BE49-F238E27FC236}">
                <a16:creationId xmlns:a16="http://schemas.microsoft.com/office/drawing/2014/main" id="{ED8EEC5C-9926-4AF9-BE83-EFDA3B3643F8}"/>
              </a:ext>
            </a:extLst>
          </p:cNvPr>
          <p:cNvSpPr/>
          <p:nvPr userDrawn="1"/>
        </p:nvSpPr>
        <p:spPr>
          <a:xfrm>
            <a:off x="118741" y="527575"/>
            <a:ext cx="1148071" cy="2478003"/>
          </a:xfrm>
          <a:prstGeom prst="roundRect">
            <a:avLst>
              <a:gd name="adj" fmla="val 4472"/>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l">
              <a:lnSpc>
                <a:spcPct val="150000"/>
              </a:lnSpc>
            </a:pPr>
            <a:r>
              <a:rPr lang="ko-KR" altLang="en-US" sz="800" dirty="0">
                <a:solidFill>
                  <a:schemeClr val="tx1"/>
                </a:solidFill>
              </a:rPr>
              <a:t>○ 주문 목록</a:t>
            </a:r>
            <a:endParaRPr lang="en-US" altLang="ko-KR" sz="800" dirty="0">
              <a:solidFill>
                <a:schemeClr val="tx1"/>
              </a:solidFill>
            </a:endParaRPr>
          </a:p>
          <a:p>
            <a:pPr algn="l">
              <a:lnSpc>
                <a:spcPct val="150000"/>
              </a:lnSpc>
            </a:pPr>
            <a:r>
              <a:rPr lang="en-US" altLang="ko-KR" sz="700" dirty="0">
                <a:solidFill>
                  <a:schemeClr val="tx1"/>
                </a:solidFill>
              </a:rPr>
              <a:t>   - </a:t>
            </a:r>
            <a:r>
              <a:rPr lang="ko-KR" altLang="en-US" sz="700" dirty="0">
                <a:solidFill>
                  <a:schemeClr val="tx1"/>
                </a:solidFill>
              </a:rPr>
              <a:t>결제 완료 </a:t>
            </a:r>
            <a:r>
              <a:rPr lang="en-US" altLang="ko-KR" sz="700" dirty="0">
                <a:solidFill>
                  <a:schemeClr val="tx1"/>
                </a:solidFill>
              </a:rPr>
              <a:t>(5)</a:t>
            </a:r>
          </a:p>
          <a:p>
            <a:pPr algn="l">
              <a:lnSpc>
                <a:spcPct val="150000"/>
              </a:lnSpc>
            </a:pPr>
            <a:r>
              <a:rPr lang="en-US" altLang="ko-KR" sz="700" dirty="0">
                <a:solidFill>
                  <a:schemeClr val="tx1"/>
                </a:solidFill>
              </a:rPr>
              <a:t>   - </a:t>
            </a:r>
            <a:r>
              <a:rPr lang="ko-KR" altLang="en-US" sz="700" dirty="0">
                <a:solidFill>
                  <a:schemeClr val="tx1"/>
                </a:solidFill>
              </a:rPr>
              <a:t>배송 대기 중 </a:t>
            </a:r>
            <a:r>
              <a:rPr lang="en-US" altLang="ko-KR" sz="700" dirty="0">
                <a:solidFill>
                  <a:schemeClr val="tx1"/>
                </a:solidFill>
              </a:rPr>
              <a:t>(1)</a:t>
            </a:r>
          </a:p>
          <a:p>
            <a:pPr algn="l">
              <a:lnSpc>
                <a:spcPct val="150000"/>
              </a:lnSpc>
            </a:pPr>
            <a:r>
              <a:rPr lang="en-US" altLang="ko-KR" sz="700" dirty="0">
                <a:solidFill>
                  <a:schemeClr val="tx1"/>
                </a:solidFill>
              </a:rPr>
              <a:t>   - </a:t>
            </a:r>
            <a:r>
              <a:rPr lang="ko-KR" altLang="en-US" sz="700" dirty="0">
                <a:solidFill>
                  <a:schemeClr val="tx1"/>
                </a:solidFill>
              </a:rPr>
              <a:t>배송 중 </a:t>
            </a:r>
            <a:r>
              <a:rPr lang="en-US" altLang="ko-KR" sz="7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구매확정 </a:t>
            </a:r>
            <a:r>
              <a:rPr lang="en-US" altLang="ko-KR" sz="700" dirty="0">
                <a:solidFill>
                  <a:schemeClr val="tx1"/>
                </a:solidFill>
              </a:rPr>
              <a:t>(5)</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취소 목록 </a:t>
            </a:r>
            <a:r>
              <a:rPr lang="en-US" altLang="ko-KR" sz="8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취소 요청 </a:t>
            </a:r>
            <a:r>
              <a:rPr lang="en-US" altLang="ko-KR" sz="7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취소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반품 목록</a:t>
            </a:r>
            <a:endParaRPr lang="en-US" altLang="ko-KR" sz="800" dirty="0">
              <a:solidFill>
                <a:schemeClr val="tx1"/>
              </a:solidFill>
            </a:endParaRP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반품 신청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반품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교환 목록</a:t>
            </a:r>
            <a:endParaRPr lang="en-US" altLang="ko-KR" sz="800" dirty="0">
              <a:solidFill>
                <a:schemeClr val="tx1"/>
              </a:solidFill>
            </a:endParaRP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교환 신청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교환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dirty="0">
              <a:solidFill>
                <a:schemeClr val="tx1"/>
              </a:solidFill>
            </a:endParaRPr>
          </a:p>
          <a:p>
            <a:pPr algn="l">
              <a:lnSpc>
                <a:spcPct val="150000"/>
              </a:lnSpc>
            </a:pPr>
            <a:endParaRPr lang="en-US" altLang="ko-KR" sz="700" dirty="0">
              <a:solidFill>
                <a:schemeClr val="tx1"/>
              </a:solidFill>
            </a:endParaRPr>
          </a:p>
          <a:p>
            <a:pPr algn="l">
              <a:lnSpc>
                <a:spcPct val="150000"/>
              </a:lnSpc>
            </a:pPr>
            <a:endParaRPr lang="en-US" altLang="ko-KR" sz="700" dirty="0">
              <a:solidFill>
                <a:schemeClr val="tx1"/>
              </a:solidFill>
            </a:endParaRPr>
          </a:p>
        </p:txBody>
      </p:sp>
    </p:spTree>
    <p:extLst>
      <p:ext uri="{BB962C8B-B14F-4D97-AF65-F5344CB8AC3E}">
        <p14:creationId xmlns:p14="http://schemas.microsoft.com/office/powerpoint/2010/main" val="2042845400"/>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8_마이페이지 포인트 관리">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605EB3FE-840F-4EF5-9033-AEA247AA349D}"/>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7F3ADF11-B500-4F1F-9425-9A4206C95698}"/>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E1EE8C42-4447-4ABF-B019-DBAAC2F5B704}"/>
              </a:ext>
            </a:extLst>
          </p:cNvPr>
          <p:cNvSpPr/>
          <p:nvPr userDrawn="1"/>
        </p:nvSpPr>
        <p:spPr>
          <a:xfrm>
            <a:off x="41208" y="34272"/>
            <a:ext cx="10071693" cy="39509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a:extLst>
              <a:ext uri="{FF2B5EF4-FFF2-40B4-BE49-F238E27FC236}">
                <a16:creationId xmlns:a16="http://schemas.microsoft.com/office/drawing/2014/main" id="{271E5BA9-5F15-40D8-B41F-7E9A2E6D410E}"/>
              </a:ext>
            </a:extLst>
          </p:cNvPr>
          <p:cNvGrpSpPr/>
          <p:nvPr userDrawn="1"/>
        </p:nvGrpSpPr>
        <p:grpSpPr>
          <a:xfrm>
            <a:off x="118741" y="94475"/>
            <a:ext cx="1148071" cy="273280"/>
            <a:chOff x="2843808" y="1955121"/>
            <a:chExt cx="1674813" cy="596970"/>
          </a:xfrm>
          <a:solidFill>
            <a:schemeClr val="bg1">
              <a:lumMod val="95000"/>
            </a:schemeClr>
          </a:solidFill>
        </p:grpSpPr>
        <p:sp>
          <p:nvSpPr>
            <p:cNvPr id="7" name="Border">
              <a:extLst>
                <a:ext uri="{FF2B5EF4-FFF2-40B4-BE49-F238E27FC236}">
                  <a16:creationId xmlns:a16="http://schemas.microsoft.com/office/drawing/2014/main" id="{F9AB7030-82F1-4D0A-BB74-93A1FE8B0C2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60965009-092E-411F-B241-49E3CEC459C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4FEB3E1A-4091-4ECD-B830-5B00388FE8A7}"/>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TextBox 9">
              <a:extLst>
                <a:ext uri="{FF2B5EF4-FFF2-40B4-BE49-F238E27FC236}">
                  <a16:creationId xmlns:a16="http://schemas.microsoft.com/office/drawing/2014/main" id="{A7AA3F6C-E931-4772-B894-ACDAB4151BE9}"/>
                </a:ext>
              </a:extLst>
            </p:cNvPr>
            <p:cNvSpPr txBox="1"/>
            <p:nvPr/>
          </p:nvSpPr>
          <p:spPr>
            <a:xfrm>
              <a:off x="3335780" y="2018289"/>
              <a:ext cx="690867" cy="470629"/>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54" name="직사각형 53">
            <a:extLst>
              <a:ext uri="{FF2B5EF4-FFF2-40B4-BE49-F238E27FC236}">
                <a16:creationId xmlns:a16="http://schemas.microsoft.com/office/drawing/2014/main" id="{F450E196-5852-43B7-99A3-92E857F36AFC}"/>
              </a:ext>
            </a:extLst>
          </p:cNvPr>
          <p:cNvSpPr/>
          <p:nvPr userDrawn="1"/>
        </p:nvSpPr>
        <p:spPr>
          <a:xfrm>
            <a:off x="1423732" y="481757"/>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55" name="직사각형 54">
            <a:extLst>
              <a:ext uri="{FF2B5EF4-FFF2-40B4-BE49-F238E27FC236}">
                <a16:creationId xmlns:a16="http://schemas.microsoft.com/office/drawing/2014/main" id="{8AE35E3B-3484-482E-8AC9-B152A0721C5D}"/>
              </a:ext>
            </a:extLst>
          </p:cNvPr>
          <p:cNvSpPr/>
          <p:nvPr userDrawn="1"/>
        </p:nvSpPr>
        <p:spPr>
          <a:xfrm>
            <a:off x="8025304" y="481757"/>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
        <p:nvSpPr>
          <p:cNvPr id="34" name="직사각형 33">
            <a:extLst>
              <a:ext uri="{FF2B5EF4-FFF2-40B4-BE49-F238E27FC236}">
                <a16:creationId xmlns:a16="http://schemas.microsoft.com/office/drawing/2014/main" id="{EE4742BF-99E5-4378-9C8B-60FC9AA23DE2}"/>
              </a:ext>
            </a:extLst>
          </p:cNvPr>
          <p:cNvSpPr/>
          <p:nvPr userDrawn="1"/>
        </p:nvSpPr>
        <p:spPr>
          <a:xfrm>
            <a:off x="7086600" y="104509"/>
            <a:ext cx="3017529" cy="253211"/>
          </a:xfrm>
          <a:prstGeom prst="rect">
            <a:avLst/>
          </a:prstGeom>
        </p:spPr>
        <p:txBody>
          <a:bodyPr wrap="square">
            <a:spAutoFit/>
          </a:bodyPr>
          <a:lstStyle/>
          <a:p>
            <a:pPr algn="r">
              <a:lnSpc>
                <a:spcPct val="150000"/>
              </a:lnSpc>
            </a:pPr>
            <a:r>
              <a:rPr lang="ko-KR" altLang="en-US" sz="800" b="0" dirty="0">
                <a:latin typeface="+mj-ea"/>
                <a:ea typeface="+mj-ea"/>
              </a:rPr>
              <a:t>채널관리자  </a:t>
            </a:r>
            <a:r>
              <a:rPr lang="en-US" altLang="ko-KR" sz="800" b="0" dirty="0">
                <a:latin typeface="+mj-ea"/>
                <a:ea typeface="+mj-ea"/>
              </a:rPr>
              <a:t>  </a:t>
            </a:r>
            <a:r>
              <a:rPr lang="en-US" altLang="ko-KR" sz="800" dirty="0">
                <a:solidFill>
                  <a:schemeClr val="bg1">
                    <a:lumMod val="75000"/>
                  </a:schemeClr>
                </a:solidFill>
                <a:latin typeface="+mj-ea"/>
                <a:ea typeface="+mj-ea"/>
              </a:rPr>
              <a:t>|   </a:t>
            </a:r>
            <a:r>
              <a:rPr lang="ko-KR" altLang="en-US" sz="800" b="0" dirty="0" err="1">
                <a:latin typeface="+mj-ea"/>
                <a:ea typeface="+mj-ea"/>
              </a:rPr>
              <a:t>회원명</a:t>
            </a:r>
            <a:r>
              <a:rPr lang="ko-KR" altLang="en-US" sz="800" b="0" dirty="0">
                <a:latin typeface="+mj-ea"/>
                <a:ea typeface="+mj-ea"/>
              </a:rPr>
              <a:t>  </a:t>
            </a:r>
            <a:r>
              <a:rPr lang="en-US" altLang="ko-KR" sz="800" b="0" dirty="0">
                <a:latin typeface="+mj-ea"/>
                <a:ea typeface="+mj-ea"/>
              </a:rPr>
              <a:t>  </a:t>
            </a:r>
            <a:r>
              <a:rPr lang="en-US" altLang="ko-KR" sz="800" dirty="0">
                <a:solidFill>
                  <a:schemeClr val="bg1">
                    <a:lumMod val="75000"/>
                  </a:schemeClr>
                </a:solidFill>
                <a:latin typeface="+mj-ea"/>
                <a:ea typeface="+mj-ea"/>
              </a:rPr>
              <a:t>|  </a:t>
            </a:r>
            <a:r>
              <a:rPr lang="ko-KR" altLang="en-US" sz="800" dirty="0">
                <a:latin typeface="+mj-ea"/>
                <a:ea typeface="+mj-ea"/>
              </a:rPr>
              <a:t>총 포인트 </a:t>
            </a:r>
            <a:r>
              <a:rPr lang="en-US" altLang="ko-KR" sz="800" dirty="0">
                <a:latin typeface="+mj-ea"/>
                <a:ea typeface="+mj-ea"/>
              </a:rPr>
              <a:t>( 00 )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sp>
        <p:nvSpPr>
          <p:cNvPr id="35" name="사각형: 둥근 모서리 34">
            <a:extLst>
              <a:ext uri="{FF2B5EF4-FFF2-40B4-BE49-F238E27FC236}">
                <a16:creationId xmlns:a16="http://schemas.microsoft.com/office/drawing/2014/main" id="{4BE00F5F-5536-4E7F-BA72-D19A9BC94752}"/>
              </a:ext>
            </a:extLst>
          </p:cNvPr>
          <p:cNvSpPr/>
          <p:nvPr userDrawn="1"/>
        </p:nvSpPr>
        <p:spPr>
          <a:xfrm>
            <a:off x="1475329" y="141986"/>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36" name="웃는 얼굴 35">
            <a:extLst>
              <a:ext uri="{FF2B5EF4-FFF2-40B4-BE49-F238E27FC236}">
                <a16:creationId xmlns:a16="http://schemas.microsoft.com/office/drawing/2014/main" id="{5058C951-C9B0-4D78-915C-A2B051F5EFB7}"/>
              </a:ext>
            </a:extLst>
          </p:cNvPr>
          <p:cNvSpPr/>
          <p:nvPr userDrawn="1"/>
        </p:nvSpPr>
        <p:spPr>
          <a:xfrm>
            <a:off x="1528390" y="178856"/>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7" name="사각형: 둥근 모서리 36">
            <a:extLst>
              <a:ext uri="{FF2B5EF4-FFF2-40B4-BE49-F238E27FC236}">
                <a16:creationId xmlns:a16="http://schemas.microsoft.com/office/drawing/2014/main" id="{4EE483C6-A3EF-4A86-8944-62F79D5D4C2B}"/>
              </a:ext>
            </a:extLst>
          </p:cNvPr>
          <p:cNvSpPr/>
          <p:nvPr userDrawn="1"/>
        </p:nvSpPr>
        <p:spPr>
          <a:xfrm>
            <a:off x="2299780" y="147229"/>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38" name="웃는 얼굴 37">
            <a:extLst>
              <a:ext uri="{FF2B5EF4-FFF2-40B4-BE49-F238E27FC236}">
                <a16:creationId xmlns:a16="http://schemas.microsoft.com/office/drawing/2014/main" id="{B6DD66FB-93B6-4629-A0FE-CAB0460A9E23}"/>
              </a:ext>
            </a:extLst>
          </p:cNvPr>
          <p:cNvSpPr/>
          <p:nvPr userDrawn="1"/>
        </p:nvSpPr>
        <p:spPr>
          <a:xfrm>
            <a:off x="2352841" y="184099"/>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9" name="사각형: 둥근 모서리 38">
            <a:extLst>
              <a:ext uri="{FF2B5EF4-FFF2-40B4-BE49-F238E27FC236}">
                <a16:creationId xmlns:a16="http://schemas.microsoft.com/office/drawing/2014/main" id="{0E3136A0-B269-4DE9-97F7-A5742F5065F7}"/>
              </a:ext>
            </a:extLst>
          </p:cNvPr>
          <p:cNvSpPr/>
          <p:nvPr userDrawn="1"/>
        </p:nvSpPr>
        <p:spPr>
          <a:xfrm>
            <a:off x="3124167" y="136743"/>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40" name="웃는 얼굴 39">
            <a:extLst>
              <a:ext uri="{FF2B5EF4-FFF2-40B4-BE49-F238E27FC236}">
                <a16:creationId xmlns:a16="http://schemas.microsoft.com/office/drawing/2014/main" id="{CF1B7F19-E9EA-42F1-A722-6FED2EFC37D4}"/>
              </a:ext>
            </a:extLst>
          </p:cNvPr>
          <p:cNvSpPr/>
          <p:nvPr userDrawn="1"/>
        </p:nvSpPr>
        <p:spPr>
          <a:xfrm>
            <a:off x="3177228" y="173613"/>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 name="사각형: 둥근 모서리 40">
            <a:extLst>
              <a:ext uri="{FF2B5EF4-FFF2-40B4-BE49-F238E27FC236}">
                <a16:creationId xmlns:a16="http://schemas.microsoft.com/office/drawing/2014/main" id="{DDF40C9B-0FC3-43CD-89CD-A6DCAD517C2A}"/>
              </a:ext>
            </a:extLst>
          </p:cNvPr>
          <p:cNvSpPr/>
          <p:nvPr userDrawn="1"/>
        </p:nvSpPr>
        <p:spPr>
          <a:xfrm>
            <a:off x="3948618" y="141986"/>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42" name="웃는 얼굴 41">
            <a:extLst>
              <a:ext uri="{FF2B5EF4-FFF2-40B4-BE49-F238E27FC236}">
                <a16:creationId xmlns:a16="http://schemas.microsoft.com/office/drawing/2014/main" id="{052FBC93-13AB-4459-8D55-848F7C413149}"/>
              </a:ext>
            </a:extLst>
          </p:cNvPr>
          <p:cNvSpPr/>
          <p:nvPr userDrawn="1"/>
        </p:nvSpPr>
        <p:spPr>
          <a:xfrm>
            <a:off x="4001679" y="178856"/>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44" name="표 20">
            <a:extLst>
              <a:ext uri="{FF2B5EF4-FFF2-40B4-BE49-F238E27FC236}">
                <a16:creationId xmlns:a16="http://schemas.microsoft.com/office/drawing/2014/main" id="{08B80639-AA56-43F9-B723-58297E04A4BA}"/>
              </a:ext>
            </a:extLst>
          </p:cNvPr>
          <p:cNvGraphicFramePr>
            <a:graphicFrameLocks noGrp="1"/>
          </p:cNvGraphicFramePr>
          <p:nvPr userDrawn="1">
            <p:extLst>
              <p:ext uri="{D42A27DB-BD31-4B8C-83A1-F6EECF244321}">
                <p14:modId xmlns:p14="http://schemas.microsoft.com/office/powerpoint/2010/main" val="275846456"/>
              </p:ext>
            </p:extLst>
          </p:nvPr>
        </p:nvGraphicFramePr>
        <p:xfrm>
          <a:off x="40495" y="3269418"/>
          <a:ext cx="1305704" cy="1617663"/>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정보관리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방문한 채널</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포인트 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latinLnBrk="1">
                        <a:lnSpc>
                          <a:spcPct val="150000"/>
                        </a:lnSpc>
                      </a:pPr>
                      <a:r>
                        <a:rPr lang="en-US" altLang="ko-KR" sz="700" baseline="0" dirty="0"/>
                        <a:t>   </a:t>
                      </a:r>
                      <a:r>
                        <a:rPr lang="en-US" altLang="ko-KR" sz="700" dirty="0"/>
                        <a:t>-  </a:t>
                      </a:r>
                      <a:r>
                        <a:rPr lang="ko-KR" altLang="en-US" sz="700" dirty="0"/>
                        <a:t>포인트 현황</a:t>
                      </a:r>
                      <a:endParaRPr lang="en-US" altLang="ko-KR" sz="700" dirty="0"/>
                    </a:p>
                    <a:p>
                      <a:pPr latinLnBrk="1">
                        <a:lnSpc>
                          <a:spcPct val="150000"/>
                        </a:lnSpc>
                      </a:pPr>
                      <a:r>
                        <a:rPr lang="en-US" altLang="ko-KR" sz="700" dirty="0"/>
                        <a:t>   -  </a:t>
                      </a:r>
                      <a:r>
                        <a:rPr lang="ko-KR" altLang="en-US" sz="700" dirty="0"/>
                        <a:t>포인트 이력</a:t>
                      </a:r>
                      <a:endParaRPr lang="en-US" altLang="ko-KR" sz="700" dirty="0"/>
                    </a:p>
                    <a:p>
                      <a:pPr latinLnBrk="1">
                        <a:lnSpc>
                          <a:spcPct val="150000"/>
                        </a:lnSpc>
                      </a:pPr>
                      <a:endParaRPr lang="en-US" altLang="ko-KR" sz="7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86223166"/>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장바구니 목록</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951731866"/>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a:t>
                      </a:r>
                      <a:r>
                        <a:rPr lang="ko-KR" altLang="en-US" sz="800" dirty="0" err="1"/>
                        <a:t>찜한</a:t>
                      </a:r>
                      <a:r>
                        <a:rPr lang="ko-KR" altLang="en-US" sz="800" dirty="0"/>
                        <a:t> 상품 목록</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629674474"/>
                  </a:ext>
                </a:extLst>
              </a:tr>
            </a:tbl>
          </a:graphicData>
        </a:graphic>
      </p:graphicFrame>
      <p:sp>
        <p:nvSpPr>
          <p:cNvPr id="45" name="TextBox 44">
            <a:extLst>
              <a:ext uri="{FF2B5EF4-FFF2-40B4-BE49-F238E27FC236}">
                <a16:creationId xmlns:a16="http://schemas.microsoft.com/office/drawing/2014/main" id="{4BEBBFBE-1685-40D5-8904-B19BD1969A4D}"/>
              </a:ext>
            </a:extLst>
          </p:cNvPr>
          <p:cNvSpPr txBox="1"/>
          <p:nvPr userDrawn="1"/>
        </p:nvSpPr>
        <p:spPr>
          <a:xfrm rot="10800000">
            <a:off x="1073023" y="6422900"/>
            <a:ext cx="276038" cy="246221"/>
          </a:xfrm>
          <a:prstGeom prst="rect">
            <a:avLst/>
          </a:prstGeom>
          <a:noFill/>
        </p:spPr>
        <p:txBody>
          <a:bodyPr wrap="none" rtlCol="0">
            <a:spAutoFit/>
          </a:bodyPr>
          <a:lstStyle/>
          <a:p>
            <a:r>
              <a:rPr lang="ko-KR" altLang="en-US" sz="1000" b="1" dirty="0"/>
              <a:t>∨</a:t>
            </a:r>
          </a:p>
        </p:txBody>
      </p:sp>
      <p:sp>
        <p:nvSpPr>
          <p:cNvPr id="46" name="TextBox 45">
            <a:extLst>
              <a:ext uri="{FF2B5EF4-FFF2-40B4-BE49-F238E27FC236}">
                <a16:creationId xmlns:a16="http://schemas.microsoft.com/office/drawing/2014/main" id="{D2E5C58A-F5DE-41DF-B495-4379C69E649A}"/>
              </a:ext>
            </a:extLst>
          </p:cNvPr>
          <p:cNvSpPr txBox="1"/>
          <p:nvPr userDrawn="1"/>
        </p:nvSpPr>
        <p:spPr>
          <a:xfrm>
            <a:off x="1110536" y="3673001"/>
            <a:ext cx="276038" cy="246221"/>
          </a:xfrm>
          <a:prstGeom prst="rect">
            <a:avLst/>
          </a:prstGeom>
          <a:noFill/>
        </p:spPr>
        <p:txBody>
          <a:bodyPr wrap="none" rtlCol="0">
            <a:spAutoFit/>
          </a:bodyPr>
          <a:lstStyle/>
          <a:p>
            <a:r>
              <a:rPr lang="ko-KR" altLang="en-US" sz="1000" b="1" dirty="0"/>
              <a:t>∨</a:t>
            </a:r>
          </a:p>
        </p:txBody>
      </p:sp>
      <p:graphicFrame>
        <p:nvGraphicFramePr>
          <p:cNvPr id="56" name="표 20">
            <a:extLst>
              <a:ext uri="{FF2B5EF4-FFF2-40B4-BE49-F238E27FC236}">
                <a16:creationId xmlns:a16="http://schemas.microsoft.com/office/drawing/2014/main" id="{D91275E4-21F9-49D4-AC30-5423FB7F6B11}"/>
              </a:ext>
            </a:extLst>
          </p:cNvPr>
          <p:cNvGraphicFramePr>
            <a:graphicFrameLocks noGrp="1"/>
          </p:cNvGraphicFramePr>
          <p:nvPr userDrawn="1"/>
        </p:nvGraphicFramePr>
        <p:xfrm>
          <a:off x="44781" y="5770564"/>
          <a:ext cx="1305704" cy="85344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서비스 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주요기능</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가입안내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r h="0">
                <a:tc>
                  <a:txBody>
                    <a:bodyPr/>
                    <a:lstStyle/>
                    <a:p>
                      <a:pPr latinLnBrk="1"/>
                      <a:r>
                        <a:rPr lang="ko-KR" altLang="en-US" sz="800" dirty="0"/>
                        <a:t>○ 고객센터</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878359119"/>
                  </a:ext>
                </a:extLst>
              </a:tr>
            </a:tbl>
          </a:graphicData>
        </a:graphic>
      </p:graphicFrame>
      <p:sp>
        <p:nvSpPr>
          <p:cNvPr id="57" name="TextBox 56">
            <a:extLst>
              <a:ext uri="{FF2B5EF4-FFF2-40B4-BE49-F238E27FC236}">
                <a16:creationId xmlns:a16="http://schemas.microsoft.com/office/drawing/2014/main" id="{89536F43-F5AD-4476-97B7-23CC481F03BF}"/>
              </a:ext>
            </a:extLst>
          </p:cNvPr>
          <p:cNvSpPr txBox="1"/>
          <p:nvPr userDrawn="1"/>
        </p:nvSpPr>
        <p:spPr>
          <a:xfrm>
            <a:off x="18077" y="5541386"/>
            <a:ext cx="1182036" cy="215444"/>
          </a:xfrm>
          <a:prstGeom prst="rect">
            <a:avLst/>
          </a:prstGeom>
          <a:noFill/>
        </p:spPr>
        <p:txBody>
          <a:bodyPr wrap="square">
            <a:spAutoFit/>
          </a:bodyPr>
          <a:lstStyle/>
          <a:p>
            <a:pPr latinLnBrk="1"/>
            <a:r>
              <a:rPr lang="ko-KR" altLang="en-US" sz="800" b="1" dirty="0">
                <a:solidFill>
                  <a:schemeClr val="bg1">
                    <a:lumMod val="50000"/>
                  </a:schemeClr>
                </a:solidFill>
              </a:rPr>
              <a:t> </a:t>
            </a:r>
            <a:r>
              <a:rPr lang="en-US" altLang="ko-KR" sz="800" b="1" dirty="0">
                <a:solidFill>
                  <a:schemeClr val="bg1">
                    <a:lumMod val="50000"/>
                  </a:schemeClr>
                </a:solidFill>
              </a:rPr>
              <a:t>Me9 Market </a:t>
            </a:r>
            <a:endParaRPr lang="ko-KR" altLang="en-US" sz="800" b="1" dirty="0">
              <a:solidFill>
                <a:schemeClr val="bg1">
                  <a:lumMod val="50000"/>
                </a:schemeClr>
              </a:solidFill>
            </a:endParaRPr>
          </a:p>
        </p:txBody>
      </p:sp>
      <p:sp>
        <p:nvSpPr>
          <p:cNvPr id="58" name="TextBox 57">
            <a:extLst>
              <a:ext uri="{FF2B5EF4-FFF2-40B4-BE49-F238E27FC236}">
                <a16:creationId xmlns:a16="http://schemas.microsoft.com/office/drawing/2014/main" id="{4A174763-997B-4A6C-B7DA-8E180088844C}"/>
              </a:ext>
            </a:extLst>
          </p:cNvPr>
          <p:cNvSpPr txBox="1"/>
          <p:nvPr userDrawn="1"/>
        </p:nvSpPr>
        <p:spPr>
          <a:xfrm>
            <a:off x="29006" y="3052020"/>
            <a:ext cx="1182036" cy="215444"/>
          </a:xfrm>
          <a:prstGeom prst="rect">
            <a:avLst/>
          </a:prstGeom>
          <a:noFill/>
        </p:spPr>
        <p:txBody>
          <a:bodyPr wrap="square">
            <a:spAutoFit/>
          </a:bodyPr>
          <a:lstStyle/>
          <a:p>
            <a:pPr latinLnBrk="1"/>
            <a:r>
              <a:rPr lang="ko-KR" altLang="en-US" sz="800" b="1" dirty="0">
                <a:solidFill>
                  <a:schemeClr val="bg1">
                    <a:lumMod val="50000"/>
                  </a:schemeClr>
                </a:solidFill>
              </a:rPr>
              <a:t> 주요메뉴</a:t>
            </a:r>
            <a:r>
              <a:rPr lang="en-US" altLang="ko-KR" sz="800" b="1" dirty="0">
                <a:solidFill>
                  <a:schemeClr val="bg1">
                    <a:lumMod val="50000"/>
                  </a:schemeClr>
                </a:solidFill>
              </a:rPr>
              <a:t> </a:t>
            </a:r>
            <a:endParaRPr lang="ko-KR" altLang="en-US" sz="800" b="1" dirty="0">
              <a:solidFill>
                <a:schemeClr val="bg1">
                  <a:lumMod val="50000"/>
                </a:schemeClr>
              </a:solidFill>
            </a:endParaRPr>
          </a:p>
        </p:txBody>
      </p:sp>
      <p:sp>
        <p:nvSpPr>
          <p:cNvPr id="53" name="직사각형 52">
            <a:extLst>
              <a:ext uri="{FF2B5EF4-FFF2-40B4-BE49-F238E27FC236}">
                <a16:creationId xmlns:a16="http://schemas.microsoft.com/office/drawing/2014/main" id="{6BA00956-B14B-4BD2-91E9-94D97D4BC2C0}"/>
              </a:ext>
            </a:extLst>
          </p:cNvPr>
          <p:cNvSpPr/>
          <p:nvPr userDrawn="1"/>
        </p:nvSpPr>
        <p:spPr>
          <a:xfrm>
            <a:off x="41208" y="429370"/>
            <a:ext cx="1304991"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 name="사각형: 둥근 모서리 14">
            <a:extLst>
              <a:ext uri="{FF2B5EF4-FFF2-40B4-BE49-F238E27FC236}">
                <a16:creationId xmlns:a16="http://schemas.microsoft.com/office/drawing/2014/main" id="{ED8EEC5C-9926-4AF9-BE83-EFDA3B3643F8}"/>
              </a:ext>
            </a:extLst>
          </p:cNvPr>
          <p:cNvSpPr/>
          <p:nvPr userDrawn="1"/>
        </p:nvSpPr>
        <p:spPr>
          <a:xfrm>
            <a:off x="118741" y="527575"/>
            <a:ext cx="1148071" cy="2478003"/>
          </a:xfrm>
          <a:prstGeom prst="roundRect">
            <a:avLst>
              <a:gd name="adj" fmla="val 4472"/>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l">
              <a:lnSpc>
                <a:spcPct val="150000"/>
              </a:lnSpc>
            </a:pPr>
            <a:r>
              <a:rPr lang="ko-KR" altLang="en-US" sz="800" dirty="0">
                <a:solidFill>
                  <a:schemeClr val="tx1"/>
                </a:solidFill>
              </a:rPr>
              <a:t>○ 주문 목록</a:t>
            </a:r>
            <a:endParaRPr lang="en-US" altLang="ko-KR" sz="800" dirty="0">
              <a:solidFill>
                <a:schemeClr val="tx1"/>
              </a:solidFill>
            </a:endParaRPr>
          </a:p>
          <a:p>
            <a:pPr algn="l">
              <a:lnSpc>
                <a:spcPct val="150000"/>
              </a:lnSpc>
            </a:pPr>
            <a:r>
              <a:rPr lang="en-US" altLang="ko-KR" sz="700" dirty="0">
                <a:solidFill>
                  <a:schemeClr val="tx1"/>
                </a:solidFill>
              </a:rPr>
              <a:t>   - </a:t>
            </a:r>
            <a:r>
              <a:rPr lang="ko-KR" altLang="en-US" sz="700" dirty="0">
                <a:solidFill>
                  <a:schemeClr val="tx1"/>
                </a:solidFill>
              </a:rPr>
              <a:t>결제 완료 </a:t>
            </a:r>
            <a:r>
              <a:rPr lang="en-US" altLang="ko-KR" sz="700" dirty="0">
                <a:solidFill>
                  <a:schemeClr val="tx1"/>
                </a:solidFill>
              </a:rPr>
              <a:t>(5)</a:t>
            </a:r>
          </a:p>
          <a:p>
            <a:pPr algn="l">
              <a:lnSpc>
                <a:spcPct val="150000"/>
              </a:lnSpc>
            </a:pPr>
            <a:r>
              <a:rPr lang="en-US" altLang="ko-KR" sz="700" dirty="0">
                <a:solidFill>
                  <a:schemeClr val="tx1"/>
                </a:solidFill>
              </a:rPr>
              <a:t>   - </a:t>
            </a:r>
            <a:r>
              <a:rPr lang="ko-KR" altLang="en-US" sz="700" dirty="0">
                <a:solidFill>
                  <a:schemeClr val="tx1"/>
                </a:solidFill>
              </a:rPr>
              <a:t>배송 대기 중 </a:t>
            </a:r>
            <a:r>
              <a:rPr lang="en-US" altLang="ko-KR" sz="700" dirty="0">
                <a:solidFill>
                  <a:schemeClr val="tx1"/>
                </a:solidFill>
              </a:rPr>
              <a:t>(1)</a:t>
            </a:r>
          </a:p>
          <a:p>
            <a:pPr algn="l">
              <a:lnSpc>
                <a:spcPct val="150000"/>
              </a:lnSpc>
            </a:pPr>
            <a:r>
              <a:rPr lang="en-US" altLang="ko-KR" sz="700" dirty="0">
                <a:solidFill>
                  <a:schemeClr val="tx1"/>
                </a:solidFill>
              </a:rPr>
              <a:t>   - </a:t>
            </a:r>
            <a:r>
              <a:rPr lang="ko-KR" altLang="en-US" sz="700" dirty="0">
                <a:solidFill>
                  <a:schemeClr val="tx1"/>
                </a:solidFill>
              </a:rPr>
              <a:t>배송 중 </a:t>
            </a:r>
            <a:r>
              <a:rPr lang="en-US" altLang="ko-KR" sz="7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구매확정 </a:t>
            </a:r>
            <a:r>
              <a:rPr lang="en-US" altLang="ko-KR" sz="700" dirty="0">
                <a:solidFill>
                  <a:schemeClr val="tx1"/>
                </a:solidFill>
              </a:rPr>
              <a:t>(5)</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취소 목록 </a:t>
            </a:r>
            <a:r>
              <a:rPr lang="en-US" altLang="ko-KR" sz="8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취소 요청 </a:t>
            </a:r>
            <a:r>
              <a:rPr lang="en-US" altLang="ko-KR" sz="7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취소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반품 목록</a:t>
            </a:r>
            <a:endParaRPr lang="en-US" altLang="ko-KR" sz="800" dirty="0">
              <a:solidFill>
                <a:schemeClr val="tx1"/>
              </a:solidFill>
            </a:endParaRP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반품 신청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반품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교환 목록</a:t>
            </a:r>
            <a:endParaRPr lang="en-US" altLang="ko-KR" sz="800" dirty="0">
              <a:solidFill>
                <a:schemeClr val="tx1"/>
              </a:solidFill>
            </a:endParaRP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교환 신청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교환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dirty="0">
              <a:solidFill>
                <a:schemeClr val="tx1"/>
              </a:solidFill>
            </a:endParaRPr>
          </a:p>
          <a:p>
            <a:pPr algn="l">
              <a:lnSpc>
                <a:spcPct val="150000"/>
              </a:lnSpc>
            </a:pPr>
            <a:endParaRPr lang="en-US" altLang="ko-KR" sz="700" dirty="0">
              <a:solidFill>
                <a:schemeClr val="tx1"/>
              </a:solidFill>
            </a:endParaRPr>
          </a:p>
          <a:p>
            <a:pPr algn="l">
              <a:lnSpc>
                <a:spcPct val="150000"/>
              </a:lnSpc>
            </a:pPr>
            <a:endParaRPr lang="en-US" altLang="ko-KR" sz="700" dirty="0">
              <a:solidFill>
                <a:schemeClr val="tx1"/>
              </a:solidFill>
            </a:endParaRPr>
          </a:p>
        </p:txBody>
      </p:sp>
    </p:spTree>
    <p:extLst>
      <p:ext uri="{BB962C8B-B14F-4D97-AF65-F5344CB8AC3E}">
        <p14:creationId xmlns:p14="http://schemas.microsoft.com/office/powerpoint/2010/main" val="3866656095"/>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5_마이페이지 기본틀 긴화면">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605EB3FE-840F-4EF5-9033-AEA247AA349D}"/>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7F3ADF11-B500-4F1F-9425-9A4206C95698}"/>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E1EE8C42-4447-4ABF-B019-DBAAC2F5B704}"/>
              </a:ext>
            </a:extLst>
          </p:cNvPr>
          <p:cNvSpPr/>
          <p:nvPr userDrawn="1"/>
        </p:nvSpPr>
        <p:spPr>
          <a:xfrm>
            <a:off x="41208" y="34272"/>
            <a:ext cx="10071693" cy="39509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a:extLst>
              <a:ext uri="{FF2B5EF4-FFF2-40B4-BE49-F238E27FC236}">
                <a16:creationId xmlns:a16="http://schemas.microsoft.com/office/drawing/2014/main" id="{271E5BA9-5F15-40D8-B41F-7E9A2E6D410E}"/>
              </a:ext>
            </a:extLst>
          </p:cNvPr>
          <p:cNvGrpSpPr/>
          <p:nvPr userDrawn="1"/>
        </p:nvGrpSpPr>
        <p:grpSpPr>
          <a:xfrm>
            <a:off x="118741" y="94475"/>
            <a:ext cx="1148071" cy="273280"/>
            <a:chOff x="2843808" y="1955121"/>
            <a:chExt cx="1674813" cy="596970"/>
          </a:xfrm>
          <a:solidFill>
            <a:schemeClr val="bg1">
              <a:lumMod val="95000"/>
            </a:schemeClr>
          </a:solidFill>
        </p:grpSpPr>
        <p:sp>
          <p:nvSpPr>
            <p:cNvPr id="7" name="Border">
              <a:extLst>
                <a:ext uri="{FF2B5EF4-FFF2-40B4-BE49-F238E27FC236}">
                  <a16:creationId xmlns:a16="http://schemas.microsoft.com/office/drawing/2014/main" id="{F9AB7030-82F1-4D0A-BB74-93A1FE8B0C2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60965009-092E-411F-B241-49E3CEC459C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4FEB3E1A-4091-4ECD-B830-5B00388FE8A7}"/>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TextBox 9">
              <a:extLst>
                <a:ext uri="{FF2B5EF4-FFF2-40B4-BE49-F238E27FC236}">
                  <a16:creationId xmlns:a16="http://schemas.microsoft.com/office/drawing/2014/main" id="{A7AA3F6C-E931-4772-B894-ACDAB4151BE9}"/>
                </a:ext>
              </a:extLst>
            </p:cNvPr>
            <p:cNvSpPr txBox="1"/>
            <p:nvPr/>
          </p:nvSpPr>
          <p:spPr>
            <a:xfrm>
              <a:off x="3335780" y="2018289"/>
              <a:ext cx="690867" cy="470629"/>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54" name="직사각형 53">
            <a:extLst>
              <a:ext uri="{FF2B5EF4-FFF2-40B4-BE49-F238E27FC236}">
                <a16:creationId xmlns:a16="http://schemas.microsoft.com/office/drawing/2014/main" id="{F450E196-5852-43B7-99A3-92E857F36AFC}"/>
              </a:ext>
            </a:extLst>
          </p:cNvPr>
          <p:cNvSpPr/>
          <p:nvPr userDrawn="1"/>
        </p:nvSpPr>
        <p:spPr>
          <a:xfrm>
            <a:off x="1423732" y="481757"/>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55" name="직사각형 54">
            <a:extLst>
              <a:ext uri="{FF2B5EF4-FFF2-40B4-BE49-F238E27FC236}">
                <a16:creationId xmlns:a16="http://schemas.microsoft.com/office/drawing/2014/main" id="{8AE35E3B-3484-482E-8AC9-B152A0721C5D}"/>
              </a:ext>
            </a:extLst>
          </p:cNvPr>
          <p:cNvSpPr/>
          <p:nvPr userDrawn="1"/>
        </p:nvSpPr>
        <p:spPr>
          <a:xfrm>
            <a:off x="8025304" y="481757"/>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
        <p:nvSpPr>
          <p:cNvPr id="34" name="직사각형 33">
            <a:extLst>
              <a:ext uri="{FF2B5EF4-FFF2-40B4-BE49-F238E27FC236}">
                <a16:creationId xmlns:a16="http://schemas.microsoft.com/office/drawing/2014/main" id="{EE4742BF-99E5-4378-9C8B-60FC9AA23DE2}"/>
              </a:ext>
            </a:extLst>
          </p:cNvPr>
          <p:cNvSpPr/>
          <p:nvPr userDrawn="1"/>
        </p:nvSpPr>
        <p:spPr>
          <a:xfrm>
            <a:off x="7086600" y="104509"/>
            <a:ext cx="3017529" cy="253211"/>
          </a:xfrm>
          <a:prstGeom prst="rect">
            <a:avLst/>
          </a:prstGeom>
        </p:spPr>
        <p:txBody>
          <a:bodyPr wrap="square">
            <a:spAutoFit/>
          </a:bodyPr>
          <a:lstStyle/>
          <a:p>
            <a:pPr algn="r">
              <a:lnSpc>
                <a:spcPct val="150000"/>
              </a:lnSpc>
            </a:pPr>
            <a:r>
              <a:rPr lang="ko-KR" altLang="en-US" sz="800" b="0" dirty="0">
                <a:latin typeface="+mj-ea"/>
                <a:ea typeface="+mj-ea"/>
              </a:rPr>
              <a:t>채널관리자  </a:t>
            </a:r>
            <a:r>
              <a:rPr lang="en-US" altLang="ko-KR" sz="800" b="0" dirty="0">
                <a:latin typeface="+mj-ea"/>
                <a:ea typeface="+mj-ea"/>
              </a:rPr>
              <a:t>  </a:t>
            </a:r>
            <a:r>
              <a:rPr lang="en-US" altLang="ko-KR" sz="800" dirty="0">
                <a:solidFill>
                  <a:schemeClr val="bg1">
                    <a:lumMod val="75000"/>
                  </a:schemeClr>
                </a:solidFill>
                <a:latin typeface="+mj-ea"/>
                <a:ea typeface="+mj-ea"/>
              </a:rPr>
              <a:t>|   </a:t>
            </a:r>
            <a:r>
              <a:rPr lang="ko-KR" altLang="en-US" sz="800" b="0" dirty="0" err="1">
                <a:latin typeface="+mj-ea"/>
                <a:ea typeface="+mj-ea"/>
              </a:rPr>
              <a:t>회원명</a:t>
            </a:r>
            <a:r>
              <a:rPr lang="ko-KR" altLang="en-US" sz="800" b="0" dirty="0">
                <a:latin typeface="+mj-ea"/>
                <a:ea typeface="+mj-ea"/>
              </a:rPr>
              <a:t>  </a:t>
            </a:r>
            <a:r>
              <a:rPr lang="en-US" altLang="ko-KR" sz="800" b="0" dirty="0">
                <a:latin typeface="+mj-ea"/>
                <a:ea typeface="+mj-ea"/>
              </a:rPr>
              <a:t>  </a:t>
            </a:r>
            <a:r>
              <a:rPr lang="en-US" altLang="ko-KR" sz="800" dirty="0">
                <a:solidFill>
                  <a:schemeClr val="bg1">
                    <a:lumMod val="75000"/>
                  </a:schemeClr>
                </a:solidFill>
                <a:latin typeface="+mj-ea"/>
                <a:ea typeface="+mj-ea"/>
              </a:rPr>
              <a:t>|  </a:t>
            </a:r>
            <a:r>
              <a:rPr lang="ko-KR" altLang="en-US" sz="800" dirty="0">
                <a:latin typeface="+mj-ea"/>
                <a:ea typeface="+mj-ea"/>
              </a:rPr>
              <a:t>총 포인트 </a:t>
            </a:r>
            <a:r>
              <a:rPr lang="en-US" altLang="ko-KR" sz="800" dirty="0">
                <a:latin typeface="+mj-ea"/>
                <a:ea typeface="+mj-ea"/>
              </a:rPr>
              <a:t>( 00 )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sp>
        <p:nvSpPr>
          <p:cNvPr id="35" name="사각형: 둥근 모서리 34">
            <a:extLst>
              <a:ext uri="{FF2B5EF4-FFF2-40B4-BE49-F238E27FC236}">
                <a16:creationId xmlns:a16="http://schemas.microsoft.com/office/drawing/2014/main" id="{4BE00F5F-5536-4E7F-BA72-D19A9BC94752}"/>
              </a:ext>
            </a:extLst>
          </p:cNvPr>
          <p:cNvSpPr/>
          <p:nvPr userDrawn="1"/>
        </p:nvSpPr>
        <p:spPr>
          <a:xfrm>
            <a:off x="1475329" y="141986"/>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36" name="웃는 얼굴 35">
            <a:extLst>
              <a:ext uri="{FF2B5EF4-FFF2-40B4-BE49-F238E27FC236}">
                <a16:creationId xmlns:a16="http://schemas.microsoft.com/office/drawing/2014/main" id="{5058C951-C9B0-4D78-915C-A2B051F5EFB7}"/>
              </a:ext>
            </a:extLst>
          </p:cNvPr>
          <p:cNvSpPr/>
          <p:nvPr userDrawn="1"/>
        </p:nvSpPr>
        <p:spPr>
          <a:xfrm>
            <a:off x="1528390" y="178856"/>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7" name="사각형: 둥근 모서리 36">
            <a:extLst>
              <a:ext uri="{FF2B5EF4-FFF2-40B4-BE49-F238E27FC236}">
                <a16:creationId xmlns:a16="http://schemas.microsoft.com/office/drawing/2014/main" id="{4EE483C6-A3EF-4A86-8944-62F79D5D4C2B}"/>
              </a:ext>
            </a:extLst>
          </p:cNvPr>
          <p:cNvSpPr/>
          <p:nvPr userDrawn="1"/>
        </p:nvSpPr>
        <p:spPr>
          <a:xfrm>
            <a:off x="2299780" y="147229"/>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38" name="웃는 얼굴 37">
            <a:extLst>
              <a:ext uri="{FF2B5EF4-FFF2-40B4-BE49-F238E27FC236}">
                <a16:creationId xmlns:a16="http://schemas.microsoft.com/office/drawing/2014/main" id="{B6DD66FB-93B6-4629-A0FE-CAB0460A9E23}"/>
              </a:ext>
            </a:extLst>
          </p:cNvPr>
          <p:cNvSpPr/>
          <p:nvPr userDrawn="1"/>
        </p:nvSpPr>
        <p:spPr>
          <a:xfrm>
            <a:off x="2352841" y="184099"/>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9" name="사각형: 둥근 모서리 38">
            <a:extLst>
              <a:ext uri="{FF2B5EF4-FFF2-40B4-BE49-F238E27FC236}">
                <a16:creationId xmlns:a16="http://schemas.microsoft.com/office/drawing/2014/main" id="{0E3136A0-B269-4DE9-97F7-A5742F5065F7}"/>
              </a:ext>
            </a:extLst>
          </p:cNvPr>
          <p:cNvSpPr/>
          <p:nvPr userDrawn="1"/>
        </p:nvSpPr>
        <p:spPr>
          <a:xfrm>
            <a:off x="3124167" y="136743"/>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40" name="웃는 얼굴 39">
            <a:extLst>
              <a:ext uri="{FF2B5EF4-FFF2-40B4-BE49-F238E27FC236}">
                <a16:creationId xmlns:a16="http://schemas.microsoft.com/office/drawing/2014/main" id="{CF1B7F19-E9EA-42F1-A722-6FED2EFC37D4}"/>
              </a:ext>
            </a:extLst>
          </p:cNvPr>
          <p:cNvSpPr/>
          <p:nvPr userDrawn="1"/>
        </p:nvSpPr>
        <p:spPr>
          <a:xfrm>
            <a:off x="3177228" y="173613"/>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 name="사각형: 둥근 모서리 40">
            <a:extLst>
              <a:ext uri="{FF2B5EF4-FFF2-40B4-BE49-F238E27FC236}">
                <a16:creationId xmlns:a16="http://schemas.microsoft.com/office/drawing/2014/main" id="{DDF40C9B-0FC3-43CD-89CD-A6DCAD517C2A}"/>
              </a:ext>
            </a:extLst>
          </p:cNvPr>
          <p:cNvSpPr/>
          <p:nvPr userDrawn="1"/>
        </p:nvSpPr>
        <p:spPr>
          <a:xfrm>
            <a:off x="3948618" y="141986"/>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42" name="웃는 얼굴 41">
            <a:extLst>
              <a:ext uri="{FF2B5EF4-FFF2-40B4-BE49-F238E27FC236}">
                <a16:creationId xmlns:a16="http://schemas.microsoft.com/office/drawing/2014/main" id="{052FBC93-13AB-4459-8D55-848F7C413149}"/>
              </a:ext>
            </a:extLst>
          </p:cNvPr>
          <p:cNvSpPr/>
          <p:nvPr userDrawn="1"/>
        </p:nvSpPr>
        <p:spPr>
          <a:xfrm>
            <a:off x="4001679" y="178856"/>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44" name="표 20">
            <a:extLst>
              <a:ext uri="{FF2B5EF4-FFF2-40B4-BE49-F238E27FC236}">
                <a16:creationId xmlns:a16="http://schemas.microsoft.com/office/drawing/2014/main" id="{08B80639-AA56-43F9-B723-58297E04A4BA}"/>
              </a:ext>
            </a:extLst>
          </p:cNvPr>
          <p:cNvGraphicFramePr>
            <a:graphicFrameLocks noGrp="1"/>
          </p:cNvGraphicFramePr>
          <p:nvPr userDrawn="1">
            <p:extLst>
              <p:ext uri="{D42A27DB-BD31-4B8C-83A1-F6EECF244321}">
                <p14:modId xmlns:p14="http://schemas.microsoft.com/office/powerpoint/2010/main" val="3488597579"/>
              </p:ext>
            </p:extLst>
          </p:nvPr>
        </p:nvGraphicFramePr>
        <p:xfrm>
          <a:off x="40495" y="3269414"/>
          <a:ext cx="1305704" cy="190500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정보관리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lnSpc>
                          <a:spcPct val="150000"/>
                        </a:lnSpc>
                      </a:pPr>
                      <a:r>
                        <a:rPr lang="en-US" altLang="ko-KR" sz="700" dirty="0"/>
                        <a:t>   -  </a:t>
                      </a:r>
                      <a:r>
                        <a:rPr lang="ko-KR" altLang="en-US" sz="700" dirty="0"/>
                        <a:t>회원 정보 수정</a:t>
                      </a:r>
                      <a:endParaRPr lang="en-US" altLang="ko-KR" sz="700" dirty="0"/>
                    </a:p>
                    <a:p>
                      <a:pPr latinLnBrk="1">
                        <a:lnSpc>
                          <a:spcPct val="150000"/>
                        </a:lnSpc>
                      </a:pPr>
                      <a:r>
                        <a:rPr lang="en-US" altLang="ko-KR" sz="700" dirty="0"/>
                        <a:t>   -  </a:t>
                      </a:r>
                      <a:r>
                        <a:rPr lang="ko-KR" altLang="en-US" sz="700" dirty="0" err="1"/>
                        <a:t>배송지</a:t>
                      </a:r>
                      <a:r>
                        <a:rPr lang="ko-KR" altLang="en-US" sz="700" dirty="0"/>
                        <a:t> 설정</a:t>
                      </a:r>
                      <a:endParaRPr lang="en-US" altLang="ko-KR" sz="700" dirty="0"/>
                    </a:p>
                    <a:p>
                      <a:pPr latinLnBrk="1">
                        <a:lnSpc>
                          <a:spcPct val="150000"/>
                        </a:lnSpc>
                      </a:pPr>
                      <a:endParaRPr lang="en-US" altLang="ko-KR" sz="700" dirty="0"/>
                    </a:p>
                    <a:p>
                      <a:pPr latinLnBrk="1">
                        <a:lnSpc>
                          <a:spcPct val="150000"/>
                        </a:lnSpc>
                      </a:pPr>
                      <a:r>
                        <a:rPr lang="en-US" altLang="ko-KR" sz="700" dirty="0"/>
                        <a:t>   -  </a:t>
                      </a:r>
                      <a:r>
                        <a:rPr lang="ko-KR" altLang="en-US" sz="700" dirty="0"/>
                        <a:t>회원 탈퇴 신청</a:t>
                      </a:r>
                      <a:endParaRPr lang="en-US" altLang="ko-KR" sz="700" dirty="0"/>
                    </a:p>
                    <a:p>
                      <a:pPr latinLnBrk="1"/>
                      <a:endParaRPr lang="en-US" altLang="ko-KR" sz="7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710769806"/>
                  </a:ext>
                </a:extLst>
              </a:tr>
              <a:tr h="0">
                <a:tc>
                  <a:txBody>
                    <a:bodyPr/>
                    <a:lstStyle/>
                    <a:p>
                      <a:pPr latinLnBrk="1"/>
                      <a:r>
                        <a:rPr lang="ko-KR" altLang="en-US" sz="800" dirty="0"/>
                        <a:t>○ 방문한 채널</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포인트 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장바구니 목록</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951731866"/>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a:t>
                      </a:r>
                      <a:r>
                        <a:rPr lang="ko-KR" altLang="en-US" sz="800" dirty="0" err="1"/>
                        <a:t>찜한</a:t>
                      </a:r>
                      <a:r>
                        <a:rPr lang="ko-KR" altLang="en-US" sz="800" dirty="0"/>
                        <a:t> 상품 목록</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629674474"/>
                  </a:ext>
                </a:extLst>
              </a:tr>
            </a:tbl>
          </a:graphicData>
        </a:graphic>
      </p:graphicFrame>
      <p:sp>
        <p:nvSpPr>
          <p:cNvPr id="45" name="TextBox 44">
            <a:extLst>
              <a:ext uri="{FF2B5EF4-FFF2-40B4-BE49-F238E27FC236}">
                <a16:creationId xmlns:a16="http://schemas.microsoft.com/office/drawing/2014/main" id="{4BEBBFBE-1685-40D5-8904-B19BD1969A4D}"/>
              </a:ext>
            </a:extLst>
          </p:cNvPr>
          <p:cNvSpPr txBox="1"/>
          <p:nvPr userDrawn="1"/>
        </p:nvSpPr>
        <p:spPr>
          <a:xfrm rot="10800000">
            <a:off x="1073023" y="6422896"/>
            <a:ext cx="276038" cy="246221"/>
          </a:xfrm>
          <a:prstGeom prst="rect">
            <a:avLst/>
          </a:prstGeom>
          <a:noFill/>
        </p:spPr>
        <p:txBody>
          <a:bodyPr wrap="none" rtlCol="0">
            <a:spAutoFit/>
          </a:bodyPr>
          <a:lstStyle/>
          <a:p>
            <a:r>
              <a:rPr lang="ko-KR" altLang="en-US" sz="1000" b="1" dirty="0"/>
              <a:t>∨</a:t>
            </a:r>
          </a:p>
        </p:txBody>
      </p:sp>
      <p:sp>
        <p:nvSpPr>
          <p:cNvPr id="46" name="TextBox 45">
            <a:extLst>
              <a:ext uri="{FF2B5EF4-FFF2-40B4-BE49-F238E27FC236}">
                <a16:creationId xmlns:a16="http://schemas.microsoft.com/office/drawing/2014/main" id="{D2E5C58A-F5DE-41DF-B495-4379C69E649A}"/>
              </a:ext>
            </a:extLst>
          </p:cNvPr>
          <p:cNvSpPr txBox="1"/>
          <p:nvPr userDrawn="1"/>
        </p:nvSpPr>
        <p:spPr>
          <a:xfrm>
            <a:off x="1110536" y="3239441"/>
            <a:ext cx="276038" cy="246221"/>
          </a:xfrm>
          <a:prstGeom prst="rect">
            <a:avLst/>
          </a:prstGeom>
          <a:noFill/>
        </p:spPr>
        <p:txBody>
          <a:bodyPr wrap="none" rtlCol="0">
            <a:spAutoFit/>
          </a:bodyPr>
          <a:lstStyle/>
          <a:p>
            <a:r>
              <a:rPr lang="ko-KR" altLang="en-US" sz="1000" b="1" dirty="0"/>
              <a:t>∨</a:t>
            </a:r>
          </a:p>
        </p:txBody>
      </p:sp>
      <p:graphicFrame>
        <p:nvGraphicFramePr>
          <p:cNvPr id="56" name="표 20">
            <a:extLst>
              <a:ext uri="{FF2B5EF4-FFF2-40B4-BE49-F238E27FC236}">
                <a16:creationId xmlns:a16="http://schemas.microsoft.com/office/drawing/2014/main" id="{D91275E4-21F9-49D4-AC30-5423FB7F6B11}"/>
              </a:ext>
            </a:extLst>
          </p:cNvPr>
          <p:cNvGraphicFramePr>
            <a:graphicFrameLocks noGrp="1"/>
          </p:cNvGraphicFramePr>
          <p:nvPr userDrawn="1">
            <p:extLst>
              <p:ext uri="{D42A27DB-BD31-4B8C-83A1-F6EECF244321}">
                <p14:modId xmlns:p14="http://schemas.microsoft.com/office/powerpoint/2010/main" val="2775785372"/>
              </p:ext>
            </p:extLst>
          </p:nvPr>
        </p:nvGraphicFramePr>
        <p:xfrm>
          <a:off x="44781" y="5770560"/>
          <a:ext cx="1305704" cy="85344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서비스 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주요기능</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가입안내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r h="0">
                <a:tc>
                  <a:txBody>
                    <a:bodyPr/>
                    <a:lstStyle/>
                    <a:p>
                      <a:pPr latinLnBrk="1"/>
                      <a:r>
                        <a:rPr lang="ko-KR" altLang="en-US" sz="800" dirty="0"/>
                        <a:t>○ 고객센터</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878359119"/>
                  </a:ext>
                </a:extLst>
              </a:tr>
            </a:tbl>
          </a:graphicData>
        </a:graphic>
      </p:graphicFrame>
      <p:sp>
        <p:nvSpPr>
          <p:cNvPr id="57" name="TextBox 56">
            <a:extLst>
              <a:ext uri="{FF2B5EF4-FFF2-40B4-BE49-F238E27FC236}">
                <a16:creationId xmlns:a16="http://schemas.microsoft.com/office/drawing/2014/main" id="{89536F43-F5AD-4476-97B7-23CC481F03BF}"/>
              </a:ext>
            </a:extLst>
          </p:cNvPr>
          <p:cNvSpPr txBox="1"/>
          <p:nvPr userDrawn="1"/>
        </p:nvSpPr>
        <p:spPr>
          <a:xfrm>
            <a:off x="18077" y="5541382"/>
            <a:ext cx="1182036" cy="215444"/>
          </a:xfrm>
          <a:prstGeom prst="rect">
            <a:avLst/>
          </a:prstGeom>
          <a:noFill/>
        </p:spPr>
        <p:txBody>
          <a:bodyPr wrap="square">
            <a:spAutoFit/>
          </a:bodyPr>
          <a:lstStyle/>
          <a:p>
            <a:pPr latinLnBrk="1"/>
            <a:r>
              <a:rPr lang="ko-KR" altLang="en-US" sz="800" b="1" dirty="0">
                <a:solidFill>
                  <a:schemeClr val="bg1">
                    <a:lumMod val="50000"/>
                  </a:schemeClr>
                </a:solidFill>
              </a:rPr>
              <a:t> </a:t>
            </a:r>
            <a:r>
              <a:rPr lang="en-US" altLang="ko-KR" sz="800" b="1" dirty="0">
                <a:solidFill>
                  <a:schemeClr val="bg1">
                    <a:lumMod val="50000"/>
                  </a:schemeClr>
                </a:solidFill>
              </a:rPr>
              <a:t>Me9 Market </a:t>
            </a:r>
            <a:endParaRPr lang="ko-KR" altLang="en-US" sz="800" b="1" dirty="0">
              <a:solidFill>
                <a:schemeClr val="bg1">
                  <a:lumMod val="50000"/>
                </a:schemeClr>
              </a:solidFill>
            </a:endParaRPr>
          </a:p>
        </p:txBody>
      </p:sp>
      <p:sp>
        <p:nvSpPr>
          <p:cNvPr id="58" name="TextBox 57">
            <a:extLst>
              <a:ext uri="{FF2B5EF4-FFF2-40B4-BE49-F238E27FC236}">
                <a16:creationId xmlns:a16="http://schemas.microsoft.com/office/drawing/2014/main" id="{4A174763-997B-4A6C-B7DA-8E180088844C}"/>
              </a:ext>
            </a:extLst>
          </p:cNvPr>
          <p:cNvSpPr txBox="1"/>
          <p:nvPr userDrawn="1"/>
        </p:nvSpPr>
        <p:spPr>
          <a:xfrm>
            <a:off x="29006" y="3052016"/>
            <a:ext cx="1182036" cy="215444"/>
          </a:xfrm>
          <a:prstGeom prst="rect">
            <a:avLst/>
          </a:prstGeom>
          <a:noFill/>
        </p:spPr>
        <p:txBody>
          <a:bodyPr wrap="square">
            <a:spAutoFit/>
          </a:bodyPr>
          <a:lstStyle/>
          <a:p>
            <a:pPr latinLnBrk="1"/>
            <a:r>
              <a:rPr lang="ko-KR" altLang="en-US" sz="800" b="1" dirty="0">
                <a:solidFill>
                  <a:schemeClr val="bg1">
                    <a:lumMod val="50000"/>
                  </a:schemeClr>
                </a:solidFill>
              </a:rPr>
              <a:t> 주요메뉴</a:t>
            </a:r>
            <a:r>
              <a:rPr lang="en-US" altLang="ko-KR" sz="800" b="1" dirty="0">
                <a:solidFill>
                  <a:schemeClr val="bg1">
                    <a:lumMod val="50000"/>
                  </a:schemeClr>
                </a:solidFill>
              </a:rPr>
              <a:t> </a:t>
            </a:r>
            <a:endParaRPr lang="ko-KR" altLang="en-US" sz="800" b="1" dirty="0">
              <a:solidFill>
                <a:schemeClr val="bg1">
                  <a:lumMod val="50000"/>
                </a:schemeClr>
              </a:solidFill>
            </a:endParaRPr>
          </a:p>
        </p:txBody>
      </p:sp>
      <p:sp>
        <p:nvSpPr>
          <p:cNvPr id="53" name="직사각형 52">
            <a:extLst>
              <a:ext uri="{FF2B5EF4-FFF2-40B4-BE49-F238E27FC236}">
                <a16:creationId xmlns:a16="http://schemas.microsoft.com/office/drawing/2014/main" id="{6BA00956-B14B-4BD2-91E9-94D97D4BC2C0}"/>
              </a:ext>
            </a:extLst>
          </p:cNvPr>
          <p:cNvSpPr/>
          <p:nvPr userDrawn="1"/>
        </p:nvSpPr>
        <p:spPr>
          <a:xfrm>
            <a:off x="41208" y="429370"/>
            <a:ext cx="1304991"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29" name="표 4">
            <a:extLst>
              <a:ext uri="{FF2B5EF4-FFF2-40B4-BE49-F238E27FC236}">
                <a16:creationId xmlns:a16="http://schemas.microsoft.com/office/drawing/2014/main" id="{A5EB4E69-16A2-4E94-9DC7-C6653F35A890}"/>
              </a:ext>
            </a:extLst>
          </p:cNvPr>
          <p:cNvGraphicFramePr>
            <a:graphicFrameLocks noGrp="1"/>
          </p:cNvGraphicFramePr>
          <p:nvPr userDrawn="1">
            <p:extLst>
              <p:ext uri="{D42A27DB-BD31-4B8C-83A1-F6EECF244321}">
                <p14:modId xmlns:p14="http://schemas.microsoft.com/office/powerpoint/2010/main" val="817341573"/>
              </p:ext>
            </p:extLst>
          </p:nvPr>
        </p:nvGraphicFramePr>
        <p:xfrm>
          <a:off x="2067965" y="1051241"/>
          <a:ext cx="7315200" cy="321854"/>
        </p:xfrm>
        <a:graphic>
          <a:graphicData uri="http://schemas.openxmlformats.org/drawingml/2006/table">
            <a:tbl>
              <a:tblPr firstRow="1" bandRow="1">
                <a:tableStyleId>{5940675A-B579-460E-94D1-54222C63F5DA}</a:tableStyleId>
              </a:tblPr>
              <a:tblGrid>
                <a:gridCol w="1828800">
                  <a:extLst>
                    <a:ext uri="{9D8B030D-6E8A-4147-A177-3AD203B41FA5}">
                      <a16:colId xmlns:a16="http://schemas.microsoft.com/office/drawing/2014/main" val="3306315618"/>
                    </a:ext>
                  </a:extLst>
                </a:gridCol>
                <a:gridCol w="1828800">
                  <a:extLst>
                    <a:ext uri="{9D8B030D-6E8A-4147-A177-3AD203B41FA5}">
                      <a16:colId xmlns:a16="http://schemas.microsoft.com/office/drawing/2014/main" val="3684204346"/>
                    </a:ext>
                  </a:extLst>
                </a:gridCol>
                <a:gridCol w="1828800">
                  <a:extLst>
                    <a:ext uri="{9D8B030D-6E8A-4147-A177-3AD203B41FA5}">
                      <a16:colId xmlns:a16="http://schemas.microsoft.com/office/drawing/2014/main" val="1934738033"/>
                    </a:ext>
                  </a:extLst>
                </a:gridCol>
                <a:gridCol w="1828800">
                  <a:extLst>
                    <a:ext uri="{9D8B030D-6E8A-4147-A177-3AD203B41FA5}">
                      <a16:colId xmlns:a16="http://schemas.microsoft.com/office/drawing/2014/main" val="189309699"/>
                    </a:ext>
                  </a:extLst>
                </a:gridCol>
              </a:tblGrid>
              <a:tr h="321854">
                <a:tc>
                  <a:txBody>
                    <a:bodyPr/>
                    <a:lstStyle/>
                    <a:p>
                      <a:pPr algn="ctr" latinLnBrk="1"/>
                      <a:r>
                        <a:rPr lang="ko-KR" altLang="en-US" sz="1000" b="0" dirty="0">
                          <a:solidFill>
                            <a:schemeClr val="tx1"/>
                          </a:solidFill>
                        </a:rPr>
                        <a:t>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0" dirty="0">
                          <a:solidFill>
                            <a:schemeClr val="tx1"/>
                          </a:solidFill>
                        </a:rPr>
                        <a:t>취소</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0" dirty="0">
                          <a:solidFill>
                            <a:schemeClr val="tx1"/>
                          </a:solidFill>
                        </a:rPr>
                        <a:t>반품</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noFill/>
                  </a:tcPr>
                </a:tc>
                <a:tc>
                  <a:txBody>
                    <a:bodyPr/>
                    <a:lstStyle/>
                    <a:p>
                      <a:pPr algn="ctr" latinLnBrk="1"/>
                      <a:r>
                        <a:rPr lang="ko-KR" altLang="en-US" sz="1000" b="1" dirty="0">
                          <a:solidFill>
                            <a:schemeClr val="bg1"/>
                          </a:solidFill>
                        </a:rPr>
                        <a:t>교환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extLst>
                  <a:ext uri="{0D108BD9-81ED-4DB2-BD59-A6C34878D82A}">
                    <a16:rowId xmlns:a16="http://schemas.microsoft.com/office/drawing/2014/main" val="2825709569"/>
                  </a:ext>
                </a:extLst>
              </a:tr>
            </a:tbl>
          </a:graphicData>
        </a:graphic>
      </p:graphicFrame>
      <p:graphicFrame>
        <p:nvGraphicFramePr>
          <p:cNvPr id="30" name="표 13">
            <a:extLst>
              <a:ext uri="{FF2B5EF4-FFF2-40B4-BE49-F238E27FC236}">
                <a16:creationId xmlns:a16="http://schemas.microsoft.com/office/drawing/2014/main" id="{9C9E66C5-DBE9-4E37-9258-097863EF7CA9}"/>
              </a:ext>
            </a:extLst>
          </p:cNvPr>
          <p:cNvGraphicFramePr>
            <a:graphicFrameLocks noGrp="1"/>
          </p:cNvGraphicFramePr>
          <p:nvPr userDrawn="1">
            <p:extLst>
              <p:ext uri="{D42A27DB-BD31-4B8C-83A1-F6EECF244321}">
                <p14:modId xmlns:p14="http://schemas.microsoft.com/office/powerpoint/2010/main" val="934644684"/>
              </p:ext>
            </p:extLst>
          </p:nvPr>
        </p:nvGraphicFramePr>
        <p:xfrm>
          <a:off x="2079520" y="2756709"/>
          <a:ext cx="7315200" cy="853440"/>
        </p:xfrm>
        <a:graphic>
          <a:graphicData uri="http://schemas.openxmlformats.org/drawingml/2006/table">
            <a:tbl>
              <a:tblPr firstRow="1" bandRow="1">
                <a:tableStyleId>{5940675A-B579-460E-94D1-54222C63F5DA}</a:tableStyleId>
              </a:tblPr>
              <a:tblGrid>
                <a:gridCol w="843481">
                  <a:extLst>
                    <a:ext uri="{9D8B030D-6E8A-4147-A177-3AD203B41FA5}">
                      <a16:colId xmlns:a16="http://schemas.microsoft.com/office/drawing/2014/main" val="2416159356"/>
                    </a:ext>
                  </a:extLst>
                </a:gridCol>
                <a:gridCol w="3390999">
                  <a:extLst>
                    <a:ext uri="{9D8B030D-6E8A-4147-A177-3AD203B41FA5}">
                      <a16:colId xmlns:a16="http://schemas.microsoft.com/office/drawing/2014/main" val="4215256312"/>
                    </a:ext>
                  </a:extLst>
                </a:gridCol>
                <a:gridCol w="438168">
                  <a:extLst>
                    <a:ext uri="{9D8B030D-6E8A-4147-A177-3AD203B41FA5}">
                      <a16:colId xmlns:a16="http://schemas.microsoft.com/office/drawing/2014/main" val="2751414510"/>
                    </a:ext>
                  </a:extLst>
                </a:gridCol>
                <a:gridCol w="438168">
                  <a:extLst>
                    <a:ext uri="{9D8B030D-6E8A-4147-A177-3AD203B41FA5}">
                      <a16:colId xmlns:a16="http://schemas.microsoft.com/office/drawing/2014/main" val="3916658608"/>
                    </a:ext>
                  </a:extLst>
                </a:gridCol>
                <a:gridCol w="438168">
                  <a:extLst>
                    <a:ext uri="{9D8B030D-6E8A-4147-A177-3AD203B41FA5}">
                      <a16:colId xmlns:a16="http://schemas.microsoft.com/office/drawing/2014/main" val="2117488308"/>
                    </a:ext>
                  </a:extLst>
                </a:gridCol>
                <a:gridCol w="963843">
                  <a:extLst>
                    <a:ext uri="{9D8B030D-6E8A-4147-A177-3AD203B41FA5}">
                      <a16:colId xmlns:a16="http://schemas.microsoft.com/office/drawing/2014/main" val="739747790"/>
                    </a:ext>
                  </a:extLst>
                </a:gridCol>
                <a:gridCol w="802373">
                  <a:extLst>
                    <a:ext uri="{9D8B030D-6E8A-4147-A177-3AD203B41FA5}">
                      <a16:colId xmlns:a16="http://schemas.microsoft.com/office/drawing/2014/main" val="3960621706"/>
                    </a:ext>
                  </a:extLst>
                </a:gridCol>
              </a:tblGrid>
              <a:tr h="0">
                <a:tc gridSpan="7">
                  <a:txBody>
                    <a:bodyPr/>
                    <a:lstStyle/>
                    <a:p>
                      <a:pPr latinLnBrk="1"/>
                      <a:r>
                        <a:rPr lang="en-US" altLang="ko-KR" sz="800" b="1" dirty="0">
                          <a:solidFill>
                            <a:schemeClr val="bg1">
                              <a:lumMod val="65000"/>
                            </a:schemeClr>
                          </a:solidFill>
                        </a:rPr>
                        <a:t>Shop </a:t>
                      </a:r>
                      <a:r>
                        <a:rPr lang="ko-KR" altLang="en-US" sz="800" b="1" dirty="0" err="1">
                          <a:solidFill>
                            <a:schemeClr val="bg1">
                              <a:lumMod val="65000"/>
                            </a:schemeClr>
                          </a:solidFill>
                        </a:rPr>
                        <a:t>채널명</a:t>
                      </a:r>
                      <a:r>
                        <a:rPr lang="ko-KR" altLang="en-US" sz="800" b="1" dirty="0">
                          <a:solidFill>
                            <a:schemeClr val="bg1">
                              <a:lumMod val="65000"/>
                            </a:schemeClr>
                          </a:solidFill>
                        </a:rPr>
                        <a:t> </a:t>
                      </a:r>
                      <a:r>
                        <a:rPr lang="en-US" altLang="ko-KR" sz="800" b="1" dirty="0">
                          <a:solidFill>
                            <a:schemeClr val="bg1">
                              <a:lumMod val="65000"/>
                            </a:schemeClr>
                          </a:solidFill>
                        </a:rPr>
                        <a:t>|</a:t>
                      </a:r>
                      <a:r>
                        <a:rPr lang="ko-KR" altLang="en-US" sz="800" b="1" dirty="0">
                          <a:solidFill>
                            <a:schemeClr val="bg1">
                              <a:lumMod val="65000"/>
                            </a:schemeClr>
                          </a:solidFill>
                        </a:rPr>
                        <a:t> 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err="1"/>
                        <a:t>교환신청중</a:t>
                      </a:r>
                      <a:endParaRPr lang="ko-KR" altLang="en-US" sz="900" dirty="0"/>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bl>
          </a:graphicData>
        </a:graphic>
      </p:graphicFrame>
      <p:grpSp>
        <p:nvGrpSpPr>
          <p:cNvPr id="31" name="그룹 30">
            <a:extLst>
              <a:ext uri="{FF2B5EF4-FFF2-40B4-BE49-F238E27FC236}">
                <a16:creationId xmlns:a16="http://schemas.microsoft.com/office/drawing/2014/main" id="{0C6DCF6C-D7BF-4A89-82B3-459414F04C57}"/>
              </a:ext>
            </a:extLst>
          </p:cNvPr>
          <p:cNvGrpSpPr/>
          <p:nvPr userDrawn="1"/>
        </p:nvGrpSpPr>
        <p:grpSpPr>
          <a:xfrm>
            <a:off x="3018037" y="3070183"/>
            <a:ext cx="689346" cy="440906"/>
            <a:chOff x="2843808" y="1955121"/>
            <a:chExt cx="1674813" cy="596970"/>
          </a:xfrm>
          <a:solidFill>
            <a:schemeClr val="bg1">
              <a:lumMod val="95000"/>
            </a:schemeClr>
          </a:solidFill>
        </p:grpSpPr>
        <p:sp>
          <p:nvSpPr>
            <p:cNvPr id="32" name="Border">
              <a:extLst>
                <a:ext uri="{FF2B5EF4-FFF2-40B4-BE49-F238E27FC236}">
                  <a16:creationId xmlns:a16="http://schemas.microsoft.com/office/drawing/2014/main" id="{23520160-3402-4939-8F4F-D7D73820D8F0}"/>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3" name="Line 2">
              <a:extLst>
                <a:ext uri="{FF2B5EF4-FFF2-40B4-BE49-F238E27FC236}">
                  <a16:creationId xmlns:a16="http://schemas.microsoft.com/office/drawing/2014/main" id="{87B5592D-081C-4806-9F98-1509FC6F471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7" name="Line 1">
              <a:extLst>
                <a:ext uri="{FF2B5EF4-FFF2-40B4-BE49-F238E27FC236}">
                  <a16:creationId xmlns:a16="http://schemas.microsoft.com/office/drawing/2014/main" id="{B7C7C7BC-3A64-4D1D-ADD1-47F788E332B1}"/>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8" name="TextBox 47">
              <a:extLst>
                <a:ext uri="{FF2B5EF4-FFF2-40B4-BE49-F238E27FC236}">
                  <a16:creationId xmlns:a16="http://schemas.microsoft.com/office/drawing/2014/main" id="{2F76FA18-30D1-47E8-BF08-8582508FBCF4}"/>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49" name="직사각형 48">
            <a:extLst>
              <a:ext uri="{FF2B5EF4-FFF2-40B4-BE49-F238E27FC236}">
                <a16:creationId xmlns:a16="http://schemas.microsoft.com/office/drawing/2014/main" id="{A8545200-E4C4-401E-BE61-8E24C4C65A46}"/>
              </a:ext>
            </a:extLst>
          </p:cNvPr>
          <p:cNvSpPr/>
          <p:nvPr userDrawn="1"/>
        </p:nvSpPr>
        <p:spPr>
          <a:xfrm>
            <a:off x="3728466" y="3070183"/>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50" name="TextBox 49">
            <a:extLst>
              <a:ext uri="{FF2B5EF4-FFF2-40B4-BE49-F238E27FC236}">
                <a16:creationId xmlns:a16="http://schemas.microsoft.com/office/drawing/2014/main" id="{67C4ED21-4885-44E1-B193-ACD4F6E2E44F}"/>
              </a:ext>
            </a:extLst>
          </p:cNvPr>
          <p:cNvSpPr txBox="1"/>
          <p:nvPr userDrawn="1"/>
        </p:nvSpPr>
        <p:spPr>
          <a:xfrm>
            <a:off x="2000700" y="2526290"/>
            <a:ext cx="2484976" cy="215444"/>
          </a:xfrm>
          <a:prstGeom prst="rect">
            <a:avLst/>
          </a:prstGeom>
          <a:noFill/>
        </p:spPr>
        <p:txBody>
          <a:bodyPr wrap="none" rtlCol="0">
            <a:spAutoFit/>
          </a:bodyPr>
          <a:lstStyle/>
          <a:p>
            <a:r>
              <a:rPr lang="ko-KR" altLang="en-US" sz="800" dirty="0"/>
              <a:t>교환날짜</a:t>
            </a:r>
            <a:r>
              <a:rPr lang="en-US" altLang="ko-KR" sz="800" dirty="0"/>
              <a:t>: 2024.10.12  |  </a:t>
            </a:r>
            <a:r>
              <a:rPr lang="ko-KR" altLang="en-US" sz="800" dirty="0"/>
              <a:t>주문번호</a:t>
            </a:r>
            <a:r>
              <a:rPr lang="en-US" altLang="ko-KR" sz="800" dirty="0"/>
              <a:t>:</a:t>
            </a:r>
            <a:r>
              <a:rPr lang="ko-KR" altLang="en-US" sz="800" dirty="0"/>
              <a:t> </a:t>
            </a:r>
            <a:r>
              <a:rPr lang="en-US" altLang="ko-KR" sz="800" dirty="0"/>
              <a:t>Me9-00929111</a:t>
            </a:r>
            <a:endParaRPr lang="ko-KR" altLang="en-US" sz="800" dirty="0"/>
          </a:p>
        </p:txBody>
      </p:sp>
      <p:sp>
        <p:nvSpPr>
          <p:cNvPr id="51" name="TextBox 50">
            <a:extLst>
              <a:ext uri="{FF2B5EF4-FFF2-40B4-BE49-F238E27FC236}">
                <a16:creationId xmlns:a16="http://schemas.microsoft.com/office/drawing/2014/main" id="{2DE9A732-811F-4470-A2AD-6C1D3276B103}"/>
              </a:ext>
            </a:extLst>
          </p:cNvPr>
          <p:cNvSpPr txBox="1"/>
          <p:nvPr userDrawn="1"/>
        </p:nvSpPr>
        <p:spPr>
          <a:xfrm>
            <a:off x="7117327" y="3654957"/>
            <a:ext cx="2380780" cy="215444"/>
          </a:xfrm>
          <a:prstGeom prst="rect">
            <a:avLst/>
          </a:prstGeom>
          <a:noFill/>
        </p:spPr>
        <p:txBody>
          <a:bodyPr wrap="none" rtlCol="0">
            <a:spAutoFit/>
          </a:bodyPr>
          <a:lstStyle/>
          <a:p>
            <a:r>
              <a:rPr lang="en-US" altLang="ko-KR" sz="800" dirty="0"/>
              <a:t>30,000</a:t>
            </a:r>
            <a:r>
              <a:rPr lang="ko-KR" altLang="en-US" sz="800" dirty="0"/>
              <a:t>원 미만 </a:t>
            </a:r>
            <a:r>
              <a:rPr lang="en-US" altLang="ko-KR" sz="800" dirty="0"/>
              <a:t>: 2,500 </a:t>
            </a:r>
            <a:r>
              <a:rPr lang="ko-KR" altLang="en-US" sz="800" dirty="0"/>
              <a:t>원</a:t>
            </a:r>
            <a:r>
              <a:rPr lang="en-US" altLang="ko-KR" sz="800" dirty="0"/>
              <a:t>  |  </a:t>
            </a:r>
            <a:r>
              <a:rPr lang="ko-KR" altLang="en-US" sz="800" dirty="0"/>
              <a:t>판매자 문의하기 ▷</a:t>
            </a:r>
          </a:p>
        </p:txBody>
      </p:sp>
      <p:pic>
        <p:nvPicPr>
          <p:cNvPr id="52" name="Picture 2">
            <a:extLst>
              <a:ext uri="{FF2B5EF4-FFF2-40B4-BE49-F238E27FC236}">
                <a16:creationId xmlns:a16="http://schemas.microsoft.com/office/drawing/2014/main" id="{DDFFF875-6E04-4FBF-A237-69847E5E2C5F}"/>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705806" y="6077065"/>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9" name="직사각형 58">
            <a:extLst>
              <a:ext uri="{FF2B5EF4-FFF2-40B4-BE49-F238E27FC236}">
                <a16:creationId xmlns:a16="http://schemas.microsoft.com/office/drawing/2014/main" id="{2BB25AC9-879C-4DC7-A454-47E18F084194}"/>
              </a:ext>
            </a:extLst>
          </p:cNvPr>
          <p:cNvSpPr/>
          <p:nvPr userDrawn="1"/>
        </p:nvSpPr>
        <p:spPr>
          <a:xfrm>
            <a:off x="4506713" y="2547397"/>
            <a:ext cx="666792" cy="150254"/>
          </a:xfrm>
          <a:prstGeom prst="rect">
            <a:avLst/>
          </a:prstGeom>
          <a:solidFill>
            <a:schemeClr val="accent5">
              <a:lumMod val="75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주문상세</a:t>
            </a:r>
          </a:p>
        </p:txBody>
      </p:sp>
      <p:graphicFrame>
        <p:nvGraphicFramePr>
          <p:cNvPr id="60" name="표 13">
            <a:extLst>
              <a:ext uri="{FF2B5EF4-FFF2-40B4-BE49-F238E27FC236}">
                <a16:creationId xmlns:a16="http://schemas.microsoft.com/office/drawing/2014/main" id="{8292592A-6519-4C46-9536-4462C915151B}"/>
              </a:ext>
            </a:extLst>
          </p:cNvPr>
          <p:cNvGraphicFramePr>
            <a:graphicFrameLocks noGrp="1"/>
          </p:cNvGraphicFramePr>
          <p:nvPr userDrawn="1">
            <p:extLst>
              <p:ext uri="{D42A27DB-BD31-4B8C-83A1-F6EECF244321}">
                <p14:modId xmlns:p14="http://schemas.microsoft.com/office/powerpoint/2010/main" val="168036646"/>
              </p:ext>
            </p:extLst>
          </p:nvPr>
        </p:nvGraphicFramePr>
        <p:xfrm>
          <a:off x="2079474" y="4357582"/>
          <a:ext cx="7315200" cy="853440"/>
        </p:xfrm>
        <a:graphic>
          <a:graphicData uri="http://schemas.openxmlformats.org/drawingml/2006/table">
            <a:tbl>
              <a:tblPr firstRow="1" bandRow="1">
                <a:tableStyleId>{5940675A-B579-460E-94D1-54222C63F5DA}</a:tableStyleId>
              </a:tblPr>
              <a:tblGrid>
                <a:gridCol w="814031">
                  <a:extLst>
                    <a:ext uri="{9D8B030D-6E8A-4147-A177-3AD203B41FA5}">
                      <a16:colId xmlns:a16="http://schemas.microsoft.com/office/drawing/2014/main" val="2416159356"/>
                    </a:ext>
                  </a:extLst>
                </a:gridCol>
                <a:gridCol w="2683893">
                  <a:extLst>
                    <a:ext uri="{9D8B030D-6E8A-4147-A177-3AD203B41FA5}">
                      <a16:colId xmlns:a16="http://schemas.microsoft.com/office/drawing/2014/main" val="4215256312"/>
                    </a:ext>
                  </a:extLst>
                </a:gridCol>
                <a:gridCol w="2276475">
                  <a:extLst>
                    <a:ext uri="{9D8B030D-6E8A-4147-A177-3AD203B41FA5}">
                      <a16:colId xmlns:a16="http://schemas.microsoft.com/office/drawing/2014/main" val="2751414510"/>
                    </a:ext>
                  </a:extLst>
                </a:gridCol>
                <a:gridCol w="738428">
                  <a:extLst>
                    <a:ext uri="{9D8B030D-6E8A-4147-A177-3AD203B41FA5}">
                      <a16:colId xmlns:a16="http://schemas.microsoft.com/office/drawing/2014/main" val="739747790"/>
                    </a:ext>
                  </a:extLst>
                </a:gridCol>
                <a:gridCol w="802373">
                  <a:extLst>
                    <a:ext uri="{9D8B030D-6E8A-4147-A177-3AD203B41FA5}">
                      <a16:colId xmlns:a16="http://schemas.microsoft.com/office/drawing/2014/main" val="3960621706"/>
                    </a:ext>
                  </a:extLst>
                </a:gridCol>
              </a:tblGrid>
              <a:tr h="0">
                <a:tc gridSpan="5">
                  <a:txBody>
                    <a:bodyPr/>
                    <a:lstStyle/>
                    <a:p>
                      <a:pPr latinLnBrk="1"/>
                      <a:r>
                        <a:rPr lang="en-US" altLang="ko-KR" sz="800" b="1" dirty="0">
                          <a:solidFill>
                            <a:schemeClr val="bg1">
                              <a:lumMod val="65000"/>
                            </a:schemeClr>
                          </a:solidFill>
                        </a:rPr>
                        <a:t>Shop </a:t>
                      </a:r>
                      <a:r>
                        <a:rPr lang="ko-KR" altLang="en-US" sz="800" b="1" dirty="0" err="1">
                          <a:solidFill>
                            <a:schemeClr val="bg1">
                              <a:lumMod val="65000"/>
                            </a:schemeClr>
                          </a:solidFill>
                        </a:rPr>
                        <a:t>채널명</a:t>
                      </a:r>
                      <a:r>
                        <a:rPr lang="ko-KR" altLang="en-US" sz="800" b="1" dirty="0">
                          <a:solidFill>
                            <a:schemeClr val="bg1">
                              <a:lumMod val="65000"/>
                            </a:schemeClr>
                          </a:solidFill>
                        </a:rPr>
                        <a:t> </a:t>
                      </a:r>
                      <a:r>
                        <a:rPr lang="en-US" altLang="ko-KR" sz="800" b="1" dirty="0">
                          <a:solidFill>
                            <a:schemeClr val="bg1">
                              <a:lumMod val="65000"/>
                            </a:schemeClr>
                          </a:solidFill>
                        </a:rPr>
                        <a:t>|</a:t>
                      </a:r>
                      <a:r>
                        <a:rPr lang="ko-KR" altLang="en-US" sz="800" b="1" dirty="0">
                          <a:solidFill>
                            <a:schemeClr val="bg1">
                              <a:lumMod val="65000"/>
                            </a:schemeClr>
                          </a:solidFill>
                        </a:rPr>
                        <a:t> 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sz="900" dirty="0"/>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교환완료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l" latinLnBrk="1"/>
                      <a:r>
                        <a:rPr lang="ko-KR" altLang="en-US" sz="900" dirty="0"/>
                        <a:t>주문번호</a:t>
                      </a:r>
                      <a:r>
                        <a:rPr lang="en-US" altLang="ko-KR" sz="900" dirty="0"/>
                        <a:t>:</a:t>
                      </a:r>
                      <a:r>
                        <a:rPr lang="ko-KR" altLang="en-US" sz="900" dirty="0"/>
                        <a:t> </a:t>
                      </a:r>
                      <a:r>
                        <a:rPr lang="en-US" altLang="ko-KR" sz="900" dirty="0"/>
                        <a:t>Me9-00929111</a:t>
                      </a:r>
                    </a:p>
                    <a:p>
                      <a:pPr algn="l" latinLnBrk="1"/>
                      <a:r>
                        <a:rPr lang="ko-KR" altLang="en-US" sz="900" b="1" dirty="0">
                          <a:solidFill>
                            <a:srgbClr val="FF0000"/>
                          </a:solidFill>
                        </a:rPr>
                        <a:t>  → </a:t>
                      </a:r>
                      <a:r>
                        <a:rPr lang="ko-KR" altLang="en-US" sz="900" dirty="0"/>
                        <a:t>교환 주문번호</a:t>
                      </a:r>
                      <a:r>
                        <a:rPr lang="en-US" altLang="ko-KR" sz="900" dirty="0"/>
                        <a:t>:</a:t>
                      </a:r>
                      <a:r>
                        <a:rPr lang="ko-KR" altLang="en-US" sz="900" dirty="0"/>
                        <a:t> </a:t>
                      </a:r>
                      <a:r>
                        <a:rPr lang="en-US" altLang="ko-KR" sz="900" dirty="0"/>
                        <a:t>Me9-RE-00929111</a:t>
                      </a:r>
                      <a:endParaRPr lang="ko-KR" altLang="en-US" sz="900" b="1" dirty="0">
                        <a:solidFill>
                          <a:srgbClr val="FF0000"/>
                        </a:solidFill>
                      </a:endParaRP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bl>
          </a:graphicData>
        </a:graphic>
      </p:graphicFrame>
      <p:grpSp>
        <p:nvGrpSpPr>
          <p:cNvPr id="61" name="그룹 60">
            <a:extLst>
              <a:ext uri="{FF2B5EF4-FFF2-40B4-BE49-F238E27FC236}">
                <a16:creationId xmlns:a16="http://schemas.microsoft.com/office/drawing/2014/main" id="{72F8CBD4-75F3-4B0D-A028-2BB3D322C185}"/>
              </a:ext>
            </a:extLst>
          </p:cNvPr>
          <p:cNvGrpSpPr/>
          <p:nvPr userDrawn="1"/>
        </p:nvGrpSpPr>
        <p:grpSpPr>
          <a:xfrm>
            <a:off x="3017991" y="4671056"/>
            <a:ext cx="689346" cy="440906"/>
            <a:chOff x="2843808" y="1955121"/>
            <a:chExt cx="1674813" cy="596970"/>
          </a:xfrm>
          <a:solidFill>
            <a:schemeClr val="bg1">
              <a:lumMod val="95000"/>
            </a:schemeClr>
          </a:solidFill>
        </p:grpSpPr>
        <p:sp>
          <p:nvSpPr>
            <p:cNvPr id="62" name="Border">
              <a:extLst>
                <a:ext uri="{FF2B5EF4-FFF2-40B4-BE49-F238E27FC236}">
                  <a16:creationId xmlns:a16="http://schemas.microsoft.com/office/drawing/2014/main" id="{262FC13F-EB46-434B-B4BC-52BDFDE2CE2D}"/>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3" name="Line 2">
              <a:extLst>
                <a:ext uri="{FF2B5EF4-FFF2-40B4-BE49-F238E27FC236}">
                  <a16:creationId xmlns:a16="http://schemas.microsoft.com/office/drawing/2014/main" id="{1FBFC8D7-27D1-4247-BB7C-E5F533F86C0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4" name="Line 1">
              <a:extLst>
                <a:ext uri="{FF2B5EF4-FFF2-40B4-BE49-F238E27FC236}">
                  <a16:creationId xmlns:a16="http://schemas.microsoft.com/office/drawing/2014/main" id="{2EF7876C-E62C-4BFA-A6B6-C491268B67A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5" name="TextBox 64">
              <a:extLst>
                <a:ext uri="{FF2B5EF4-FFF2-40B4-BE49-F238E27FC236}">
                  <a16:creationId xmlns:a16="http://schemas.microsoft.com/office/drawing/2014/main" id="{79C71CD0-280B-49AB-8D41-51354A95D905}"/>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66" name="직사각형 65">
            <a:extLst>
              <a:ext uri="{FF2B5EF4-FFF2-40B4-BE49-F238E27FC236}">
                <a16:creationId xmlns:a16="http://schemas.microsoft.com/office/drawing/2014/main" id="{BA492867-9D54-478B-8BFA-012CE5DC0DC3}"/>
              </a:ext>
            </a:extLst>
          </p:cNvPr>
          <p:cNvSpPr/>
          <p:nvPr userDrawn="1"/>
        </p:nvSpPr>
        <p:spPr>
          <a:xfrm>
            <a:off x="3728420" y="4671056"/>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67" name="TextBox 66">
            <a:extLst>
              <a:ext uri="{FF2B5EF4-FFF2-40B4-BE49-F238E27FC236}">
                <a16:creationId xmlns:a16="http://schemas.microsoft.com/office/drawing/2014/main" id="{88F86002-D553-43B1-A5B4-20E537E9A8C9}"/>
              </a:ext>
            </a:extLst>
          </p:cNvPr>
          <p:cNvSpPr txBox="1"/>
          <p:nvPr userDrawn="1"/>
        </p:nvSpPr>
        <p:spPr>
          <a:xfrm>
            <a:off x="2000654" y="4127163"/>
            <a:ext cx="2884123" cy="215444"/>
          </a:xfrm>
          <a:prstGeom prst="rect">
            <a:avLst/>
          </a:prstGeom>
          <a:noFill/>
        </p:spPr>
        <p:txBody>
          <a:bodyPr wrap="none" rtlCol="0">
            <a:spAutoFit/>
          </a:bodyPr>
          <a:lstStyle/>
          <a:p>
            <a:r>
              <a:rPr lang="ko-KR" altLang="en-US" sz="800" dirty="0"/>
              <a:t>교환날짜</a:t>
            </a:r>
            <a:r>
              <a:rPr lang="en-US" altLang="ko-KR" sz="800" dirty="0"/>
              <a:t>: 2024.10.11  |  </a:t>
            </a:r>
            <a:r>
              <a:rPr lang="ko-KR" altLang="en-US" sz="800" dirty="0"/>
              <a:t>교환 주문번호</a:t>
            </a:r>
            <a:r>
              <a:rPr lang="en-US" altLang="ko-KR" sz="800" dirty="0"/>
              <a:t>:</a:t>
            </a:r>
            <a:r>
              <a:rPr lang="ko-KR" altLang="en-US" sz="800" dirty="0"/>
              <a:t> </a:t>
            </a:r>
            <a:r>
              <a:rPr lang="en-US" altLang="ko-KR" sz="800" dirty="0"/>
              <a:t>Me9-RE-00929111</a:t>
            </a:r>
            <a:endParaRPr lang="ko-KR" altLang="en-US" sz="800" dirty="0"/>
          </a:p>
        </p:txBody>
      </p:sp>
      <p:sp>
        <p:nvSpPr>
          <p:cNvPr id="68" name="TextBox 67">
            <a:extLst>
              <a:ext uri="{FF2B5EF4-FFF2-40B4-BE49-F238E27FC236}">
                <a16:creationId xmlns:a16="http://schemas.microsoft.com/office/drawing/2014/main" id="{8232D94B-188A-423A-871E-EFFCE69D9E84}"/>
              </a:ext>
            </a:extLst>
          </p:cNvPr>
          <p:cNvSpPr txBox="1"/>
          <p:nvPr userDrawn="1"/>
        </p:nvSpPr>
        <p:spPr>
          <a:xfrm>
            <a:off x="7117281" y="5255830"/>
            <a:ext cx="1412566" cy="215444"/>
          </a:xfrm>
          <a:prstGeom prst="rect">
            <a:avLst/>
          </a:prstGeom>
          <a:noFill/>
        </p:spPr>
        <p:txBody>
          <a:bodyPr wrap="none" rtlCol="0">
            <a:spAutoFit/>
          </a:bodyPr>
          <a:lstStyle/>
          <a:p>
            <a:r>
              <a:rPr lang="en-US" altLang="ko-KR" sz="800" dirty="0"/>
              <a:t>30,000</a:t>
            </a:r>
            <a:r>
              <a:rPr lang="ko-KR" altLang="en-US" sz="800" dirty="0"/>
              <a:t>원 미만 </a:t>
            </a:r>
            <a:r>
              <a:rPr lang="en-US" altLang="ko-KR" sz="800" dirty="0"/>
              <a:t>: 2,500 </a:t>
            </a:r>
            <a:r>
              <a:rPr lang="ko-KR" altLang="en-US" sz="800" dirty="0"/>
              <a:t>원</a:t>
            </a:r>
            <a:r>
              <a:rPr lang="en-US" altLang="ko-KR" sz="800" dirty="0"/>
              <a:t>  |</a:t>
            </a:r>
            <a:endParaRPr lang="ko-KR" altLang="en-US" sz="800" dirty="0"/>
          </a:p>
        </p:txBody>
      </p:sp>
      <p:sp>
        <p:nvSpPr>
          <p:cNvPr id="69" name="직사각형 68">
            <a:extLst>
              <a:ext uri="{FF2B5EF4-FFF2-40B4-BE49-F238E27FC236}">
                <a16:creationId xmlns:a16="http://schemas.microsoft.com/office/drawing/2014/main" id="{2BB2E07C-BCB0-4E8C-8D2C-D1E6842E6F7A}"/>
              </a:ext>
            </a:extLst>
          </p:cNvPr>
          <p:cNvSpPr/>
          <p:nvPr userDrawn="1"/>
        </p:nvSpPr>
        <p:spPr>
          <a:xfrm>
            <a:off x="4897238" y="4148854"/>
            <a:ext cx="666792" cy="150254"/>
          </a:xfrm>
          <a:prstGeom prst="rect">
            <a:avLst/>
          </a:prstGeom>
          <a:solidFill>
            <a:schemeClr val="accent5">
              <a:lumMod val="75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주문상세</a:t>
            </a:r>
          </a:p>
        </p:txBody>
      </p:sp>
      <p:sp>
        <p:nvSpPr>
          <p:cNvPr id="70" name="직사각형 69">
            <a:extLst>
              <a:ext uri="{FF2B5EF4-FFF2-40B4-BE49-F238E27FC236}">
                <a16:creationId xmlns:a16="http://schemas.microsoft.com/office/drawing/2014/main" id="{D5B51C71-4363-46BB-892B-F89D669FE39A}"/>
              </a:ext>
            </a:extLst>
          </p:cNvPr>
          <p:cNvSpPr/>
          <p:nvPr userDrawn="1"/>
        </p:nvSpPr>
        <p:spPr>
          <a:xfrm>
            <a:off x="3193958" y="1600388"/>
            <a:ext cx="788807" cy="321855"/>
          </a:xfrm>
          <a:prstGeom prst="rect">
            <a:avLst/>
          </a:prstGeom>
          <a:solidFill>
            <a:schemeClr val="tx1">
              <a:lumMod val="95000"/>
              <a:lumOff val="5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최근 </a:t>
            </a:r>
            <a:r>
              <a:rPr lang="en-US" altLang="ko-KR" sz="800" b="1" dirty="0">
                <a:solidFill>
                  <a:schemeClr val="bg1"/>
                </a:solidFill>
              </a:rPr>
              <a:t>1</a:t>
            </a:r>
            <a:r>
              <a:rPr lang="ko-KR" altLang="en-US" sz="800" b="1" dirty="0">
                <a:solidFill>
                  <a:schemeClr val="bg1"/>
                </a:solidFill>
              </a:rPr>
              <a:t>개월</a:t>
            </a:r>
            <a:endParaRPr lang="en-US" altLang="ko-KR" sz="800" b="1" dirty="0">
              <a:solidFill>
                <a:schemeClr val="bg1"/>
              </a:solidFill>
            </a:endParaRPr>
          </a:p>
        </p:txBody>
      </p:sp>
      <p:sp>
        <p:nvSpPr>
          <p:cNvPr id="71" name="직사각형 70">
            <a:extLst>
              <a:ext uri="{FF2B5EF4-FFF2-40B4-BE49-F238E27FC236}">
                <a16:creationId xmlns:a16="http://schemas.microsoft.com/office/drawing/2014/main" id="{DF2C4AEB-DAEA-4624-96D2-15DEF129F768}"/>
              </a:ext>
            </a:extLst>
          </p:cNvPr>
          <p:cNvSpPr/>
          <p:nvPr userDrawn="1"/>
        </p:nvSpPr>
        <p:spPr>
          <a:xfrm>
            <a:off x="3982765" y="1600388"/>
            <a:ext cx="788806"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최근 </a:t>
            </a:r>
            <a:r>
              <a:rPr lang="en-US" altLang="ko-KR" sz="800" dirty="0">
                <a:solidFill>
                  <a:schemeClr val="tx1">
                    <a:lumMod val="50000"/>
                    <a:lumOff val="50000"/>
                  </a:schemeClr>
                </a:solidFill>
              </a:rPr>
              <a:t>3</a:t>
            </a:r>
            <a:r>
              <a:rPr lang="ko-KR" altLang="en-US" sz="800" dirty="0">
                <a:solidFill>
                  <a:schemeClr val="tx1">
                    <a:lumMod val="50000"/>
                    <a:lumOff val="50000"/>
                  </a:schemeClr>
                </a:solidFill>
              </a:rPr>
              <a:t>개월</a:t>
            </a:r>
            <a:endParaRPr lang="en-US" altLang="ko-KR" sz="800" dirty="0">
              <a:solidFill>
                <a:schemeClr val="tx1">
                  <a:lumMod val="50000"/>
                  <a:lumOff val="50000"/>
                </a:schemeClr>
              </a:solidFill>
            </a:endParaRPr>
          </a:p>
        </p:txBody>
      </p:sp>
      <p:sp>
        <p:nvSpPr>
          <p:cNvPr id="72" name="직사각형 71">
            <a:extLst>
              <a:ext uri="{FF2B5EF4-FFF2-40B4-BE49-F238E27FC236}">
                <a16:creationId xmlns:a16="http://schemas.microsoft.com/office/drawing/2014/main" id="{A5CAF628-BD62-45B5-B96F-03E59C7D7D3B}"/>
              </a:ext>
            </a:extLst>
          </p:cNvPr>
          <p:cNvSpPr/>
          <p:nvPr userDrawn="1"/>
        </p:nvSpPr>
        <p:spPr>
          <a:xfrm>
            <a:off x="4771571" y="1600388"/>
            <a:ext cx="724713"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최근 </a:t>
            </a:r>
            <a:r>
              <a:rPr lang="en-US" altLang="ko-KR" sz="800" dirty="0">
                <a:solidFill>
                  <a:schemeClr val="tx1">
                    <a:lumMod val="50000"/>
                    <a:lumOff val="50000"/>
                  </a:schemeClr>
                </a:solidFill>
              </a:rPr>
              <a:t>6</a:t>
            </a:r>
            <a:r>
              <a:rPr lang="ko-KR" altLang="en-US" sz="800" dirty="0">
                <a:solidFill>
                  <a:schemeClr val="tx1">
                    <a:lumMod val="50000"/>
                    <a:lumOff val="50000"/>
                  </a:schemeClr>
                </a:solidFill>
              </a:rPr>
              <a:t>개월</a:t>
            </a:r>
            <a:endParaRPr lang="en-US" altLang="ko-KR" sz="800" dirty="0">
              <a:solidFill>
                <a:schemeClr val="tx1">
                  <a:lumMod val="50000"/>
                  <a:lumOff val="50000"/>
                </a:schemeClr>
              </a:solidFill>
            </a:endParaRPr>
          </a:p>
        </p:txBody>
      </p:sp>
      <p:sp>
        <p:nvSpPr>
          <p:cNvPr id="73" name="직사각형 72">
            <a:extLst>
              <a:ext uri="{FF2B5EF4-FFF2-40B4-BE49-F238E27FC236}">
                <a16:creationId xmlns:a16="http://schemas.microsoft.com/office/drawing/2014/main" id="{24293263-AAA5-460E-A910-7D8796BB9289}"/>
              </a:ext>
            </a:extLst>
          </p:cNvPr>
          <p:cNvSpPr/>
          <p:nvPr userDrawn="1"/>
        </p:nvSpPr>
        <p:spPr>
          <a:xfrm>
            <a:off x="5496284" y="1600388"/>
            <a:ext cx="724713"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최근 </a:t>
            </a:r>
            <a:r>
              <a:rPr lang="en-US" altLang="ko-KR" sz="800" dirty="0">
                <a:solidFill>
                  <a:schemeClr val="tx1">
                    <a:lumMod val="50000"/>
                    <a:lumOff val="50000"/>
                  </a:schemeClr>
                </a:solidFill>
              </a:rPr>
              <a:t>1</a:t>
            </a:r>
            <a:r>
              <a:rPr lang="ko-KR" altLang="en-US" sz="800" dirty="0">
                <a:solidFill>
                  <a:schemeClr val="tx1">
                    <a:lumMod val="50000"/>
                    <a:lumOff val="50000"/>
                  </a:schemeClr>
                </a:solidFill>
              </a:rPr>
              <a:t>년</a:t>
            </a:r>
            <a:endParaRPr lang="en-US" altLang="ko-KR" sz="800" dirty="0">
              <a:solidFill>
                <a:schemeClr val="tx1">
                  <a:lumMod val="50000"/>
                  <a:lumOff val="50000"/>
                </a:schemeClr>
              </a:solidFill>
            </a:endParaRPr>
          </a:p>
        </p:txBody>
      </p:sp>
      <p:sp>
        <p:nvSpPr>
          <p:cNvPr id="74" name="직사각형 73">
            <a:extLst>
              <a:ext uri="{FF2B5EF4-FFF2-40B4-BE49-F238E27FC236}">
                <a16:creationId xmlns:a16="http://schemas.microsoft.com/office/drawing/2014/main" id="{898870D8-3FA7-43A2-91E2-14CBEA3A0CB6}"/>
              </a:ext>
            </a:extLst>
          </p:cNvPr>
          <p:cNvSpPr/>
          <p:nvPr userDrawn="1"/>
        </p:nvSpPr>
        <p:spPr>
          <a:xfrm>
            <a:off x="6320177" y="1600388"/>
            <a:ext cx="2609448"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75" name="TextBox 74">
            <a:extLst>
              <a:ext uri="{FF2B5EF4-FFF2-40B4-BE49-F238E27FC236}">
                <a16:creationId xmlns:a16="http://schemas.microsoft.com/office/drawing/2014/main" id="{B16232E9-C8CA-44E9-BEB8-1DE7A670A1C3}"/>
              </a:ext>
            </a:extLst>
          </p:cNvPr>
          <p:cNvSpPr txBox="1"/>
          <p:nvPr userDrawn="1"/>
        </p:nvSpPr>
        <p:spPr>
          <a:xfrm>
            <a:off x="6349673" y="1656760"/>
            <a:ext cx="595035" cy="215444"/>
          </a:xfrm>
          <a:prstGeom prst="rect">
            <a:avLst/>
          </a:prstGeom>
          <a:noFill/>
        </p:spPr>
        <p:txBody>
          <a:bodyPr wrap="square" rtlCol="0">
            <a:spAutoFit/>
          </a:bodyPr>
          <a:lstStyle/>
          <a:p>
            <a:r>
              <a:rPr lang="ko-KR" altLang="en-US" sz="800" dirty="0"/>
              <a:t>주문기간</a:t>
            </a:r>
          </a:p>
        </p:txBody>
      </p:sp>
      <p:sp>
        <p:nvSpPr>
          <p:cNvPr id="76" name="직사각형 75">
            <a:extLst>
              <a:ext uri="{FF2B5EF4-FFF2-40B4-BE49-F238E27FC236}">
                <a16:creationId xmlns:a16="http://schemas.microsoft.com/office/drawing/2014/main" id="{E84C9509-2F63-4CB9-878A-FCC1AEB430F4}"/>
              </a:ext>
            </a:extLst>
          </p:cNvPr>
          <p:cNvSpPr/>
          <p:nvPr userDrawn="1"/>
        </p:nvSpPr>
        <p:spPr>
          <a:xfrm>
            <a:off x="6916991" y="1660455"/>
            <a:ext cx="609315"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77" name="그림 76">
            <a:extLst>
              <a:ext uri="{FF2B5EF4-FFF2-40B4-BE49-F238E27FC236}">
                <a16:creationId xmlns:a16="http://schemas.microsoft.com/office/drawing/2014/main" id="{F9F9B028-C3EB-4022-983F-40A8E325D263}"/>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7551708" y="1652524"/>
            <a:ext cx="200163" cy="207177"/>
          </a:xfrm>
          <a:prstGeom prst="rect">
            <a:avLst/>
          </a:prstGeom>
          <a:ln w="6350">
            <a:noFill/>
          </a:ln>
        </p:spPr>
      </p:pic>
      <p:sp>
        <p:nvSpPr>
          <p:cNvPr id="78" name="TextBox 77">
            <a:extLst>
              <a:ext uri="{FF2B5EF4-FFF2-40B4-BE49-F238E27FC236}">
                <a16:creationId xmlns:a16="http://schemas.microsoft.com/office/drawing/2014/main" id="{54952A56-C779-4B02-B6C8-829356BA9EC7}"/>
              </a:ext>
            </a:extLst>
          </p:cNvPr>
          <p:cNvSpPr txBox="1"/>
          <p:nvPr userDrawn="1"/>
        </p:nvSpPr>
        <p:spPr>
          <a:xfrm>
            <a:off x="7699429" y="1637258"/>
            <a:ext cx="264816" cy="230832"/>
          </a:xfrm>
          <a:prstGeom prst="rect">
            <a:avLst/>
          </a:prstGeom>
          <a:noFill/>
        </p:spPr>
        <p:txBody>
          <a:bodyPr wrap="square" rtlCol="0">
            <a:spAutoFit/>
          </a:bodyPr>
          <a:lstStyle/>
          <a:p>
            <a:r>
              <a:rPr lang="en-US" altLang="ko-KR" sz="900" dirty="0"/>
              <a:t>~</a:t>
            </a:r>
            <a:endParaRPr lang="ko-KR" altLang="en-US" sz="900" dirty="0"/>
          </a:p>
        </p:txBody>
      </p:sp>
      <p:sp>
        <p:nvSpPr>
          <p:cNvPr id="79" name="직사각형 78">
            <a:extLst>
              <a:ext uri="{FF2B5EF4-FFF2-40B4-BE49-F238E27FC236}">
                <a16:creationId xmlns:a16="http://schemas.microsoft.com/office/drawing/2014/main" id="{B639D25F-2EBC-4F00-9083-A73B78FD06CE}"/>
              </a:ext>
            </a:extLst>
          </p:cNvPr>
          <p:cNvSpPr/>
          <p:nvPr userDrawn="1"/>
        </p:nvSpPr>
        <p:spPr>
          <a:xfrm>
            <a:off x="7925779" y="1660455"/>
            <a:ext cx="606992"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80" name="그림 79">
            <a:extLst>
              <a:ext uri="{FF2B5EF4-FFF2-40B4-BE49-F238E27FC236}">
                <a16:creationId xmlns:a16="http://schemas.microsoft.com/office/drawing/2014/main" id="{FC4F313D-9350-4D2C-933D-9055E0298FDC}"/>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8560495" y="1652524"/>
            <a:ext cx="200163" cy="207177"/>
          </a:xfrm>
          <a:prstGeom prst="rect">
            <a:avLst/>
          </a:prstGeom>
          <a:ln w="6350">
            <a:noFill/>
          </a:ln>
        </p:spPr>
      </p:pic>
      <p:sp>
        <p:nvSpPr>
          <p:cNvPr id="81" name="직사각형 80">
            <a:extLst>
              <a:ext uri="{FF2B5EF4-FFF2-40B4-BE49-F238E27FC236}">
                <a16:creationId xmlns:a16="http://schemas.microsoft.com/office/drawing/2014/main" id="{3092D082-B6CC-466E-97AA-830F3B782394}"/>
              </a:ext>
            </a:extLst>
          </p:cNvPr>
          <p:cNvSpPr/>
          <p:nvPr userDrawn="1"/>
        </p:nvSpPr>
        <p:spPr>
          <a:xfrm>
            <a:off x="8929625" y="1600389"/>
            <a:ext cx="453540" cy="32428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조회</a:t>
            </a:r>
          </a:p>
        </p:txBody>
      </p:sp>
      <p:cxnSp>
        <p:nvCxnSpPr>
          <p:cNvPr id="82" name="직선 연결선 81">
            <a:extLst>
              <a:ext uri="{FF2B5EF4-FFF2-40B4-BE49-F238E27FC236}">
                <a16:creationId xmlns:a16="http://schemas.microsoft.com/office/drawing/2014/main" id="{CF28DAAB-B566-414F-A5F3-82B4F9382382}"/>
              </a:ext>
            </a:extLst>
          </p:cNvPr>
          <p:cNvCxnSpPr>
            <a:cxnSpLocks/>
          </p:cNvCxnSpPr>
          <p:nvPr userDrawn="1"/>
        </p:nvCxnSpPr>
        <p:spPr>
          <a:xfrm>
            <a:off x="2108840" y="2152911"/>
            <a:ext cx="7323667" cy="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83" name="직사각형 82">
            <a:extLst>
              <a:ext uri="{FF2B5EF4-FFF2-40B4-BE49-F238E27FC236}">
                <a16:creationId xmlns:a16="http://schemas.microsoft.com/office/drawing/2014/main" id="{6A592E3F-6450-4EC6-B6C2-69706079DAC9}"/>
              </a:ext>
            </a:extLst>
          </p:cNvPr>
          <p:cNvSpPr/>
          <p:nvPr userDrawn="1"/>
        </p:nvSpPr>
        <p:spPr>
          <a:xfrm>
            <a:off x="2080014" y="1605292"/>
            <a:ext cx="1014763" cy="31691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교환상태 전체  ▼</a:t>
            </a:r>
            <a:endParaRPr lang="en-US" altLang="ko-KR" sz="800" dirty="0">
              <a:solidFill>
                <a:schemeClr val="tx1">
                  <a:lumMod val="50000"/>
                  <a:lumOff val="50000"/>
                </a:schemeClr>
              </a:solidFill>
            </a:endParaRPr>
          </a:p>
        </p:txBody>
      </p:sp>
      <p:sp>
        <p:nvSpPr>
          <p:cNvPr id="84" name="직사각형 83">
            <a:extLst>
              <a:ext uri="{FF2B5EF4-FFF2-40B4-BE49-F238E27FC236}">
                <a16:creationId xmlns:a16="http://schemas.microsoft.com/office/drawing/2014/main" id="{7E193C3C-E057-4D96-9289-2821653A545F}"/>
              </a:ext>
            </a:extLst>
          </p:cNvPr>
          <p:cNvSpPr/>
          <p:nvPr userDrawn="1"/>
        </p:nvSpPr>
        <p:spPr>
          <a:xfrm>
            <a:off x="8529847" y="4749306"/>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교환완료일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85" name="직사각형 84">
            <a:extLst>
              <a:ext uri="{FF2B5EF4-FFF2-40B4-BE49-F238E27FC236}">
                <a16:creationId xmlns:a16="http://schemas.microsoft.com/office/drawing/2014/main" id="{30DF27E8-4C95-42B4-8DF3-BF1C5E42698F}"/>
              </a:ext>
            </a:extLst>
          </p:cNvPr>
          <p:cNvSpPr/>
          <p:nvPr userDrawn="1"/>
        </p:nvSpPr>
        <p:spPr>
          <a:xfrm>
            <a:off x="8511350" y="3159188"/>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교환신청일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86" name="사각형: 둥근 모서리 14">
            <a:extLst>
              <a:ext uri="{FF2B5EF4-FFF2-40B4-BE49-F238E27FC236}">
                <a16:creationId xmlns:a16="http://schemas.microsoft.com/office/drawing/2014/main" id="{ED8EEC5C-9926-4AF9-BE83-EFDA3B3643F8}"/>
              </a:ext>
            </a:extLst>
          </p:cNvPr>
          <p:cNvSpPr/>
          <p:nvPr userDrawn="1"/>
        </p:nvSpPr>
        <p:spPr>
          <a:xfrm>
            <a:off x="118741" y="527575"/>
            <a:ext cx="1148071" cy="2478003"/>
          </a:xfrm>
          <a:prstGeom prst="roundRect">
            <a:avLst>
              <a:gd name="adj" fmla="val 4472"/>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l">
              <a:lnSpc>
                <a:spcPct val="150000"/>
              </a:lnSpc>
            </a:pPr>
            <a:r>
              <a:rPr lang="ko-KR" altLang="en-US" sz="800" dirty="0">
                <a:solidFill>
                  <a:schemeClr val="tx1"/>
                </a:solidFill>
              </a:rPr>
              <a:t>○ 주문 목록</a:t>
            </a:r>
            <a:endParaRPr lang="en-US" altLang="ko-KR" sz="800" dirty="0">
              <a:solidFill>
                <a:schemeClr val="tx1"/>
              </a:solidFill>
            </a:endParaRPr>
          </a:p>
          <a:p>
            <a:pPr algn="l">
              <a:lnSpc>
                <a:spcPct val="150000"/>
              </a:lnSpc>
            </a:pPr>
            <a:r>
              <a:rPr lang="en-US" altLang="ko-KR" sz="700" dirty="0">
                <a:solidFill>
                  <a:schemeClr val="tx1"/>
                </a:solidFill>
              </a:rPr>
              <a:t>   - </a:t>
            </a:r>
            <a:r>
              <a:rPr lang="ko-KR" altLang="en-US" sz="700" dirty="0">
                <a:solidFill>
                  <a:schemeClr val="tx1"/>
                </a:solidFill>
              </a:rPr>
              <a:t>결제 완료 </a:t>
            </a:r>
            <a:r>
              <a:rPr lang="en-US" altLang="ko-KR" sz="700" dirty="0">
                <a:solidFill>
                  <a:schemeClr val="tx1"/>
                </a:solidFill>
              </a:rPr>
              <a:t>(5)</a:t>
            </a:r>
          </a:p>
          <a:p>
            <a:pPr algn="l">
              <a:lnSpc>
                <a:spcPct val="150000"/>
              </a:lnSpc>
            </a:pPr>
            <a:r>
              <a:rPr lang="en-US" altLang="ko-KR" sz="700" dirty="0">
                <a:solidFill>
                  <a:schemeClr val="tx1"/>
                </a:solidFill>
              </a:rPr>
              <a:t>   - </a:t>
            </a:r>
            <a:r>
              <a:rPr lang="ko-KR" altLang="en-US" sz="700" dirty="0">
                <a:solidFill>
                  <a:schemeClr val="tx1"/>
                </a:solidFill>
              </a:rPr>
              <a:t>배송 대기 중 </a:t>
            </a:r>
            <a:r>
              <a:rPr lang="en-US" altLang="ko-KR" sz="700" dirty="0">
                <a:solidFill>
                  <a:schemeClr val="tx1"/>
                </a:solidFill>
              </a:rPr>
              <a:t>(1)</a:t>
            </a:r>
          </a:p>
          <a:p>
            <a:pPr algn="l">
              <a:lnSpc>
                <a:spcPct val="150000"/>
              </a:lnSpc>
            </a:pPr>
            <a:r>
              <a:rPr lang="en-US" altLang="ko-KR" sz="700" dirty="0">
                <a:solidFill>
                  <a:schemeClr val="tx1"/>
                </a:solidFill>
              </a:rPr>
              <a:t>   - </a:t>
            </a:r>
            <a:r>
              <a:rPr lang="ko-KR" altLang="en-US" sz="700" dirty="0">
                <a:solidFill>
                  <a:schemeClr val="tx1"/>
                </a:solidFill>
              </a:rPr>
              <a:t>배송 중 </a:t>
            </a:r>
            <a:r>
              <a:rPr lang="en-US" altLang="ko-KR" sz="7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구매확정 </a:t>
            </a:r>
            <a:r>
              <a:rPr lang="en-US" altLang="ko-KR" sz="700" dirty="0">
                <a:solidFill>
                  <a:schemeClr val="tx1"/>
                </a:solidFill>
              </a:rPr>
              <a:t>(5)</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취소 목록 </a:t>
            </a:r>
            <a:r>
              <a:rPr lang="en-US" altLang="ko-KR" sz="8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취소 요청 </a:t>
            </a:r>
            <a:r>
              <a:rPr lang="en-US" altLang="ko-KR" sz="7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취소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반품 목록</a:t>
            </a:r>
            <a:endParaRPr lang="en-US" altLang="ko-KR" sz="800" dirty="0">
              <a:solidFill>
                <a:schemeClr val="tx1"/>
              </a:solidFill>
            </a:endParaRP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반품 신청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반품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교환 목록</a:t>
            </a:r>
            <a:endParaRPr lang="en-US" altLang="ko-KR" sz="800" dirty="0">
              <a:solidFill>
                <a:schemeClr val="tx1"/>
              </a:solidFill>
            </a:endParaRP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교환 신청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교환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dirty="0">
              <a:solidFill>
                <a:schemeClr val="tx1"/>
              </a:solidFill>
            </a:endParaRPr>
          </a:p>
          <a:p>
            <a:pPr algn="l">
              <a:lnSpc>
                <a:spcPct val="150000"/>
              </a:lnSpc>
            </a:pPr>
            <a:endParaRPr lang="en-US" altLang="ko-KR" sz="700" dirty="0">
              <a:solidFill>
                <a:schemeClr val="tx1"/>
              </a:solidFill>
            </a:endParaRPr>
          </a:p>
          <a:p>
            <a:pPr algn="l">
              <a:lnSpc>
                <a:spcPct val="150000"/>
              </a:lnSpc>
            </a:pPr>
            <a:endParaRPr lang="en-US" altLang="ko-KR" sz="700" dirty="0">
              <a:solidFill>
                <a:schemeClr val="tx1"/>
              </a:solidFill>
            </a:endParaRPr>
          </a:p>
        </p:txBody>
      </p:sp>
    </p:spTree>
    <p:extLst>
      <p:ext uri="{BB962C8B-B14F-4D97-AF65-F5344CB8AC3E}">
        <p14:creationId xmlns:p14="http://schemas.microsoft.com/office/powerpoint/2010/main" val="3366841755"/>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6_마이페이지 기본틀 긴화면">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605EB3FE-840F-4EF5-9033-AEA247AA349D}"/>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7F3ADF11-B500-4F1F-9425-9A4206C95698}"/>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E1EE8C42-4447-4ABF-B019-DBAAC2F5B704}"/>
              </a:ext>
            </a:extLst>
          </p:cNvPr>
          <p:cNvSpPr/>
          <p:nvPr userDrawn="1"/>
        </p:nvSpPr>
        <p:spPr>
          <a:xfrm>
            <a:off x="41208" y="34272"/>
            <a:ext cx="10071693" cy="39509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a:extLst>
              <a:ext uri="{FF2B5EF4-FFF2-40B4-BE49-F238E27FC236}">
                <a16:creationId xmlns:a16="http://schemas.microsoft.com/office/drawing/2014/main" id="{271E5BA9-5F15-40D8-B41F-7E9A2E6D410E}"/>
              </a:ext>
            </a:extLst>
          </p:cNvPr>
          <p:cNvGrpSpPr/>
          <p:nvPr userDrawn="1"/>
        </p:nvGrpSpPr>
        <p:grpSpPr>
          <a:xfrm>
            <a:off x="118741" y="94475"/>
            <a:ext cx="1148071" cy="273280"/>
            <a:chOff x="2843808" y="1955121"/>
            <a:chExt cx="1674813" cy="596970"/>
          </a:xfrm>
          <a:solidFill>
            <a:schemeClr val="bg1">
              <a:lumMod val="95000"/>
            </a:schemeClr>
          </a:solidFill>
        </p:grpSpPr>
        <p:sp>
          <p:nvSpPr>
            <p:cNvPr id="7" name="Border">
              <a:extLst>
                <a:ext uri="{FF2B5EF4-FFF2-40B4-BE49-F238E27FC236}">
                  <a16:creationId xmlns:a16="http://schemas.microsoft.com/office/drawing/2014/main" id="{F9AB7030-82F1-4D0A-BB74-93A1FE8B0C2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60965009-092E-411F-B241-49E3CEC459C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4FEB3E1A-4091-4ECD-B830-5B00388FE8A7}"/>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TextBox 9">
              <a:extLst>
                <a:ext uri="{FF2B5EF4-FFF2-40B4-BE49-F238E27FC236}">
                  <a16:creationId xmlns:a16="http://schemas.microsoft.com/office/drawing/2014/main" id="{A7AA3F6C-E931-4772-B894-ACDAB4151BE9}"/>
                </a:ext>
              </a:extLst>
            </p:cNvPr>
            <p:cNvSpPr txBox="1"/>
            <p:nvPr/>
          </p:nvSpPr>
          <p:spPr>
            <a:xfrm>
              <a:off x="3335780" y="2018289"/>
              <a:ext cx="690867" cy="470629"/>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54" name="직사각형 53">
            <a:extLst>
              <a:ext uri="{FF2B5EF4-FFF2-40B4-BE49-F238E27FC236}">
                <a16:creationId xmlns:a16="http://schemas.microsoft.com/office/drawing/2014/main" id="{F450E196-5852-43B7-99A3-92E857F36AFC}"/>
              </a:ext>
            </a:extLst>
          </p:cNvPr>
          <p:cNvSpPr/>
          <p:nvPr userDrawn="1"/>
        </p:nvSpPr>
        <p:spPr>
          <a:xfrm>
            <a:off x="1423732" y="481757"/>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55" name="직사각형 54">
            <a:extLst>
              <a:ext uri="{FF2B5EF4-FFF2-40B4-BE49-F238E27FC236}">
                <a16:creationId xmlns:a16="http://schemas.microsoft.com/office/drawing/2014/main" id="{8AE35E3B-3484-482E-8AC9-B152A0721C5D}"/>
              </a:ext>
            </a:extLst>
          </p:cNvPr>
          <p:cNvSpPr/>
          <p:nvPr userDrawn="1"/>
        </p:nvSpPr>
        <p:spPr>
          <a:xfrm>
            <a:off x="8025304" y="481757"/>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
        <p:nvSpPr>
          <p:cNvPr id="34" name="직사각형 33">
            <a:extLst>
              <a:ext uri="{FF2B5EF4-FFF2-40B4-BE49-F238E27FC236}">
                <a16:creationId xmlns:a16="http://schemas.microsoft.com/office/drawing/2014/main" id="{EE4742BF-99E5-4378-9C8B-60FC9AA23DE2}"/>
              </a:ext>
            </a:extLst>
          </p:cNvPr>
          <p:cNvSpPr/>
          <p:nvPr userDrawn="1"/>
        </p:nvSpPr>
        <p:spPr>
          <a:xfrm>
            <a:off x="7086600" y="104509"/>
            <a:ext cx="3017529" cy="253211"/>
          </a:xfrm>
          <a:prstGeom prst="rect">
            <a:avLst/>
          </a:prstGeom>
        </p:spPr>
        <p:txBody>
          <a:bodyPr wrap="square">
            <a:spAutoFit/>
          </a:bodyPr>
          <a:lstStyle/>
          <a:p>
            <a:pPr algn="r">
              <a:lnSpc>
                <a:spcPct val="150000"/>
              </a:lnSpc>
            </a:pPr>
            <a:r>
              <a:rPr lang="ko-KR" altLang="en-US" sz="800" b="0" dirty="0">
                <a:latin typeface="+mj-ea"/>
                <a:ea typeface="+mj-ea"/>
              </a:rPr>
              <a:t>채널관리자  </a:t>
            </a:r>
            <a:r>
              <a:rPr lang="en-US" altLang="ko-KR" sz="800" b="0" dirty="0">
                <a:latin typeface="+mj-ea"/>
                <a:ea typeface="+mj-ea"/>
              </a:rPr>
              <a:t>  </a:t>
            </a:r>
            <a:r>
              <a:rPr lang="en-US" altLang="ko-KR" sz="800" dirty="0">
                <a:solidFill>
                  <a:schemeClr val="bg1">
                    <a:lumMod val="75000"/>
                  </a:schemeClr>
                </a:solidFill>
                <a:latin typeface="+mj-ea"/>
                <a:ea typeface="+mj-ea"/>
              </a:rPr>
              <a:t>|   </a:t>
            </a:r>
            <a:r>
              <a:rPr lang="ko-KR" altLang="en-US" sz="800" b="0" dirty="0" err="1">
                <a:latin typeface="+mj-ea"/>
                <a:ea typeface="+mj-ea"/>
              </a:rPr>
              <a:t>회원명</a:t>
            </a:r>
            <a:r>
              <a:rPr lang="ko-KR" altLang="en-US" sz="800" b="0" dirty="0">
                <a:latin typeface="+mj-ea"/>
                <a:ea typeface="+mj-ea"/>
              </a:rPr>
              <a:t>  </a:t>
            </a:r>
            <a:r>
              <a:rPr lang="en-US" altLang="ko-KR" sz="800" b="0" dirty="0">
                <a:latin typeface="+mj-ea"/>
                <a:ea typeface="+mj-ea"/>
              </a:rPr>
              <a:t>  </a:t>
            </a:r>
            <a:r>
              <a:rPr lang="en-US" altLang="ko-KR" sz="800" dirty="0">
                <a:solidFill>
                  <a:schemeClr val="bg1">
                    <a:lumMod val="75000"/>
                  </a:schemeClr>
                </a:solidFill>
                <a:latin typeface="+mj-ea"/>
                <a:ea typeface="+mj-ea"/>
              </a:rPr>
              <a:t>|  </a:t>
            </a:r>
            <a:r>
              <a:rPr lang="ko-KR" altLang="en-US" sz="800" dirty="0">
                <a:latin typeface="+mj-ea"/>
                <a:ea typeface="+mj-ea"/>
              </a:rPr>
              <a:t>총 포인트 </a:t>
            </a:r>
            <a:r>
              <a:rPr lang="en-US" altLang="ko-KR" sz="800" dirty="0">
                <a:latin typeface="+mj-ea"/>
                <a:ea typeface="+mj-ea"/>
              </a:rPr>
              <a:t>( 00 )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sp>
        <p:nvSpPr>
          <p:cNvPr id="35" name="사각형: 둥근 모서리 34">
            <a:extLst>
              <a:ext uri="{FF2B5EF4-FFF2-40B4-BE49-F238E27FC236}">
                <a16:creationId xmlns:a16="http://schemas.microsoft.com/office/drawing/2014/main" id="{4BE00F5F-5536-4E7F-BA72-D19A9BC94752}"/>
              </a:ext>
            </a:extLst>
          </p:cNvPr>
          <p:cNvSpPr/>
          <p:nvPr userDrawn="1"/>
        </p:nvSpPr>
        <p:spPr>
          <a:xfrm>
            <a:off x="1475329" y="141986"/>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36" name="웃는 얼굴 35">
            <a:extLst>
              <a:ext uri="{FF2B5EF4-FFF2-40B4-BE49-F238E27FC236}">
                <a16:creationId xmlns:a16="http://schemas.microsoft.com/office/drawing/2014/main" id="{5058C951-C9B0-4D78-915C-A2B051F5EFB7}"/>
              </a:ext>
            </a:extLst>
          </p:cNvPr>
          <p:cNvSpPr/>
          <p:nvPr userDrawn="1"/>
        </p:nvSpPr>
        <p:spPr>
          <a:xfrm>
            <a:off x="1528390" y="178856"/>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7" name="사각형: 둥근 모서리 36">
            <a:extLst>
              <a:ext uri="{FF2B5EF4-FFF2-40B4-BE49-F238E27FC236}">
                <a16:creationId xmlns:a16="http://schemas.microsoft.com/office/drawing/2014/main" id="{4EE483C6-A3EF-4A86-8944-62F79D5D4C2B}"/>
              </a:ext>
            </a:extLst>
          </p:cNvPr>
          <p:cNvSpPr/>
          <p:nvPr userDrawn="1"/>
        </p:nvSpPr>
        <p:spPr>
          <a:xfrm>
            <a:off x="2299780" y="147229"/>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38" name="웃는 얼굴 37">
            <a:extLst>
              <a:ext uri="{FF2B5EF4-FFF2-40B4-BE49-F238E27FC236}">
                <a16:creationId xmlns:a16="http://schemas.microsoft.com/office/drawing/2014/main" id="{B6DD66FB-93B6-4629-A0FE-CAB0460A9E23}"/>
              </a:ext>
            </a:extLst>
          </p:cNvPr>
          <p:cNvSpPr/>
          <p:nvPr userDrawn="1"/>
        </p:nvSpPr>
        <p:spPr>
          <a:xfrm>
            <a:off x="2352841" y="184099"/>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9" name="사각형: 둥근 모서리 38">
            <a:extLst>
              <a:ext uri="{FF2B5EF4-FFF2-40B4-BE49-F238E27FC236}">
                <a16:creationId xmlns:a16="http://schemas.microsoft.com/office/drawing/2014/main" id="{0E3136A0-B269-4DE9-97F7-A5742F5065F7}"/>
              </a:ext>
            </a:extLst>
          </p:cNvPr>
          <p:cNvSpPr/>
          <p:nvPr userDrawn="1"/>
        </p:nvSpPr>
        <p:spPr>
          <a:xfrm>
            <a:off x="3124167" y="136743"/>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40" name="웃는 얼굴 39">
            <a:extLst>
              <a:ext uri="{FF2B5EF4-FFF2-40B4-BE49-F238E27FC236}">
                <a16:creationId xmlns:a16="http://schemas.microsoft.com/office/drawing/2014/main" id="{CF1B7F19-E9EA-42F1-A722-6FED2EFC37D4}"/>
              </a:ext>
            </a:extLst>
          </p:cNvPr>
          <p:cNvSpPr/>
          <p:nvPr userDrawn="1"/>
        </p:nvSpPr>
        <p:spPr>
          <a:xfrm>
            <a:off x="3177228" y="173613"/>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 name="사각형: 둥근 모서리 40">
            <a:extLst>
              <a:ext uri="{FF2B5EF4-FFF2-40B4-BE49-F238E27FC236}">
                <a16:creationId xmlns:a16="http://schemas.microsoft.com/office/drawing/2014/main" id="{DDF40C9B-0FC3-43CD-89CD-A6DCAD517C2A}"/>
              </a:ext>
            </a:extLst>
          </p:cNvPr>
          <p:cNvSpPr/>
          <p:nvPr userDrawn="1"/>
        </p:nvSpPr>
        <p:spPr>
          <a:xfrm>
            <a:off x="3948618" y="141986"/>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42" name="웃는 얼굴 41">
            <a:extLst>
              <a:ext uri="{FF2B5EF4-FFF2-40B4-BE49-F238E27FC236}">
                <a16:creationId xmlns:a16="http://schemas.microsoft.com/office/drawing/2014/main" id="{052FBC93-13AB-4459-8D55-848F7C413149}"/>
              </a:ext>
            </a:extLst>
          </p:cNvPr>
          <p:cNvSpPr/>
          <p:nvPr userDrawn="1"/>
        </p:nvSpPr>
        <p:spPr>
          <a:xfrm>
            <a:off x="4001679" y="178856"/>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44" name="표 20">
            <a:extLst>
              <a:ext uri="{FF2B5EF4-FFF2-40B4-BE49-F238E27FC236}">
                <a16:creationId xmlns:a16="http://schemas.microsoft.com/office/drawing/2014/main" id="{08B80639-AA56-43F9-B723-58297E04A4BA}"/>
              </a:ext>
            </a:extLst>
          </p:cNvPr>
          <p:cNvGraphicFramePr>
            <a:graphicFrameLocks noGrp="1"/>
          </p:cNvGraphicFramePr>
          <p:nvPr userDrawn="1">
            <p:extLst>
              <p:ext uri="{D42A27DB-BD31-4B8C-83A1-F6EECF244321}">
                <p14:modId xmlns:p14="http://schemas.microsoft.com/office/powerpoint/2010/main" val="1862138909"/>
              </p:ext>
            </p:extLst>
          </p:nvPr>
        </p:nvGraphicFramePr>
        <p:xfrm>
          <a:off x="40495" y="3269414"/>
          <a:ext cx="1305704" cy="190500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정보관리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lnSpc>
                          <a:spcPct val="150000"/>
                        </a:lnSpc>
                      </a:pPr>
                      <a:r>
                        <a:rPr lang="en-US" altLang="ko-KR" sz="700" dirty="0"/>
                        <a:t>   -  </a:t>
                      </a:r>
                      <a:r>
                        <a:rPr lang="ko-KR" altLang="en-US" sz="700" dirty="0"/>
                        <a:t>회원 정보 수정</a:t>
                      </a:r>
                      <a:endParaRPr lang="en-US" altLang="ko-KR" sz="700" dirty="0"/>
                    </a:p>
                    <a:p>
                      <a:pPr latinLnBrk="1">
                        <a:lnSpc>
                          <a:spcPct val="150000"/>
                        </a:lnSpc>
                      </a:pPr>
                      <a:r>
                        <a:rPr lang="en-US" altLang="ko-KR" sz="700" dirty="0"/>
                        <a:t>   -  </a:t>
                      </a:r>
                      <a:r>
                        <a:rPr lang="ko-KR" altLang="en-US" sz="700" dirty="0" err="1"/>
                        <a:t>배송지</a:t>
                      </a:r>
                      <a:r>
                        <a:rPr lang="ko-KR" altLang="en-US" sz="700" dirty="0"/>
                        <a:t> 설정</a:t>
                      </a:r>
                      <a:endParaRPr lang="en-US" altLang="ko-KR" sz="700" dirty="0"/>
                    </a:p>
                    <a:p>
                      <a:pPr latinLnBrk="1">
                        <a:lnSpc>
                          <a:spcPct val="150000"/>
                        </a:lnSpc>
                      </a:pPr>
                      <a:endParaRPr lang="en-US" altLang="ko-KR" sz="700" dirty="0"/>
                    </a:p>
                    <a:p>
                      <a:pPr latinLnBrk="1">
                        <a:lnSpc>
                          <a:spcPct val="150000"/>
                        </a:lnSpc>
                      </a:pPr>
                      <a:r>
                        <a:rPr lang="en-US" altLang="ko-KR" sz="700" dirty="0"/>
                        <a:t>   -  </a:t>
                      </a:r>
                      <a:r>
                        <a:rPr lang="ko-KR" altLang="en-US" sz="700" dirty="0"/>
                        <a:t>회원 탈퇴 신청</a:t>
                      </a:r>
                      <a:endParaRPr lang="en-US" altLang="ko-KR" sz="700" dirty="0"/>
                    </a:p>
                    <a:p>
                      <a:pPr latinLnBrk="1"/>
                      <a:endParaRPr lang="en-US" altLang="ko-KR" sz="7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710769806"/>
                  </a:ext>
                </a:extLst>
              </a:tr>
              <a:tr h="0">
                <a:tc>
                  <a:txBody>
                    <a:bodyPr/>
                    <a:lstStyle/>
                    <a:p>
                      <a:pPr latinLnBrk="1"/>
                      <a:r>
                        <a:rPr lang="ko-KR" altLang="en-US" sz="800" dirty="0"/>
                        <a:t>○ 방문한 채널</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포인트 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장바구니 목록</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951731866"/>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a:t>
                      </a:r>
                      <a:r>
                        <a:rPr lang="ko-KR" altLang="en-US" sz="800" dirty="0" err="1"/>
                        <a:t>찜한</a:t>
                      </a:r>
                      <a:r>
                        <a:rPr lang="ko-KR" altLang="en-US" sz="800" dirty="0"/>
                        <a:t> 상품 목록</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629674474"/>
                  </a:ext>
                </a:extLst>
              </a:tr>
            </a:tbl>
          </a:graphicData>
        </a:graphic>
      </p:graphicFrame>
      <p:sp>
        <p:nvSpPr>
          <p:cNvPr id="45" name="TextBox 44">
            <a:extLst>
              <a:ext uri="{FF2B5EF4-FFF2-40B4-BE49-F238E27FC236}">
                <a16:creationId xmlns:a16="http://schemas.microsoft.com/office/drawing/2014/main" id="{4BEBBFBE-1685-40D5-8904-B19BD1969A4D}"/>
              </a:ext>
            </a:extLst>
          </p:cNvPr>
          <p:cNvSpPr txBox="1"/>
          <p:nvPr userDrawn="1"/>
        </p:nvSpPr>
        <p:spPr>
          <a:xfrm rot="10800000">
            <a:off x="1073023" y="6422896"/>
            <a:ext cx="276038" cy="246221"/>
          </a:xfrm>
          <a:prstGeom prst="rect">
            <a:avLst/>
          </a:prstGeom>
          <a:noFill/>
        </p:spPr>
        <p:txBody>
          <a:bodyPr wrap="none" rtlCol="0">
            <a:spAutoFit/>
          </a:bodyPr>
          <a:lstStyle/>
          <a:p>
            <a:r>
              <a:rPr lang="ko-KR" altLang="en-US" sz="1000" b="1" dirty="0"/>
              <a:t>∨</a:t>
            </a:r>
          </a:p>
        </p:txBody>
      </p:sp>
      <p:sp>
        <p:nvSpPr>
          <p:cNvPr id="46" name="TextBox 45">
            <a:extLst>
              <a:ext uri="{FF2B5EF4-FFF2-40B4-BE49-F238E27FC236}">
                <a16:creationId xmlns:a16="http://schemas.microsoft.com/office/drawing/2014/main" id="{D2E5C58A-F5DE-41DF-B495-4379C69E649A}"/>
              </a:ext>
            </a:extLst>
          </p:cNvPr>
          <p:cNvSpPr txBox="1"/>
          <p:nvPr userDrawn="1"/>
        </p:nvSpPr>
        <p:spPr>
          <a:xfrm>
            <a:off x="1110536" y="3239441"/>
            <a:ext cx="276038" cy="246221"/>
          </a:xfrm>
          <a:prstGeom prst="rect">
            <a:avLst/>
          </a:prstGeom>
          <a:noFill/>
        </p:spPr>
        <p:txBody>
          <a:bodyPr wrap="none" rtlCol="0">
            <a:spAutoFit/>
          </a:bodyPr>
          <a:lstStyle/>
          <a:p>
            <a:r>
              <a:rPr lang="ko-KR" altLang="en-US" sz="1000" b="1" dirty="0"/>
              <a:t>∨</a:t>
            </a:r>
          </a:p>
        </p:txBody>
      </p:sp>
      <p:graphicFrame>
        <p:nvGraphicFramePr>
          <p:cNvPr id="56" name="표 20">
            <a:extLst>
              <a:ext uri="{FF2B5EF4-FFF2-40B4-BE49-F238E27FC236}">
                <a16:creationId xmlns:a16="http://schemas.microsoft.com/office/drawing/2014/main" id="{D91275E4-21F9-49D4-AC30-5423FB7F6B11}"/>
              </a:ext>
            </a:extLst>
          </p:cNvPr>
          <p:cNvGraphicFramePr>
            <a:graphicFrameLocks noGrp="1"/>
          </p:cNvGraphicFramePr>
          <p:nvPr userDrawn="1">
            <p:extLst>
              <p:ext uri="{D42A27DB-BD31-4B8C-83A1-F6EECF244321}">
                <p14:modId xmlns:p14="http://schemas.microsoft.com/office/powerpoint/2010/main" val="2918550619"/>
              </p:ext>
            </p:extLst>
          </p:nvPr>
        </p:nvGraphicFramePr>
        <p:xfrm>
          <a:off x="44781" y="5770560"/>
          <a:ext cx="1305704" cy="85344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서비스 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주요기능</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가입안내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r h="0">
                <a:tc>
                  <a:txBody>
                    <a:bodyPr/>
                    <a:lstStyle/>
                    <a:p>
                      <a:pPr latinLnBrk="1"/>
                      <a:r>
                        <a:rPr lang="ko-KR" altLang="en-US" sz="800" dirty="0"/>
                        <a:t>○ 고객센터</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878359119"/>
                  </a:ext>
                </a:extLst>
              </a:tr>
            </a:tbl>
          </a:graphicData>
        </a:graphic>
      </p:graphicFrame>
      <p:sp>
        <p:nvSpPr>
          <p:cNvPr id="57" name="TextBox 56">
            <a:extLst>
              <a:ext uri="{FF2B5EF4-FFF2-40B4-BE49-F238E27FC236}">
                <a16:creationId xmlns:a16="http://schemas.microsoft.com/office/drawing/2014/main" id="{89536F43-F5AD-4476-97B7-23CC481F03BF}"/>
              </a:ext>
            </a:extLst>
          </p:cNvPr>
          <p:cNvSpPr txBox="1"/>
          <p:nvPr userDrawn="1"/>
        </p:nvSpPr>
        <p:spPr>
          <a:xfrm>
            <a:off x="18077" y="5541382"/>
            <a:ext cx="1182036" cy="215444"/>
          </a:xfrm>
          <a:prstGeom prst="rect">
            <a:avLst/>
          </a:prstGeom>
          <a:noFill/>
        </p:spPr>
        <p:txBody>
          <a:bodyPr wrap="square">
            <a:spAutoFit/>
          </a:bodyPr>
          <a:lstStyle/>
          <a:p>
            <a:pPr latinLnBrk="1"/>
            <a:r>
              <a:rPr lang="ko-KR" altLang="en-US" sz="800" b="1" dirty="0">
                <a:solidFill>
                  <a:schemeClr val="bg1">
                    <a:lumMod val="50000"/>
                  </a:schemeClr>
                </a:solidFill>
              </a:rPr>
              <a:t> </a:t>
            </a:r>
            <a:r>
              <a:rPr lang="en-US" altLang="ko-KR" sz="800" b="1" dirty="0">
                <a:solidFill>
                  <a:schemeClr val="bg1">
                    <a:lumMod val="50000"/>
                  </a:schemeClr>
                </a:solidFill>
              </a:rPr>
              <a:t>Me9 Market </a:t>
            </a:r>
            <a:endParaRPr lang="ko-KR" altLang="en-US" sz="800" b="1" dirty="0">
              <a:solidFill>
                <a:schemeClr val="bg1">
                  <a:lumMod val="50000"/>
                </a:schemeClr>
              </a:solidFill>
            </a:endParaRPr>
          </a:p>
        </p:txBody>
      </p:sp>
      <p:sp>
        <p:nvSpPr>
          <p:cNvPr id="58" name="TextBox 57">
            <a:extLst>
              <a:ext uri="{FF2B5EF4-FFF2-40B4-BE49-F238E27FC236}">
                <a16:creationId xmlns:a16="http://schemas.microsoft.com/office/drawing/2014/main" id="{4A174763-997B-4A6C-B7DA-8E180088844C}"/>
              </a:ext>
            </a:extLst>
          </p:cNvPr>
          <p:cNvSpPr txBox="1"/>
          <p:nvPr userDrawn="1"/>
        </p:nvSpPr>
        <p:spPr>
          <a:xfrm>
            <a:off x="29006" y="3052016"/>
            <a:ext cx="1182036" cy="215444"/>
          </a:xfrm>
          <a:prstGeom prst="rect">
            <a:avLst/>
          </a:prstGeom>
          <a:noFill/>
        </p:spPr>
        <p:txBody>
          <a:bodyPr wrap="square">
            <a:spAutoFit/>
          </a:bodyPr>
          <a:lstStyle/>
          <a:p>
            <a:pPr latinLnBrk="1"/>
            <a:r>
              <a:rPr lang="ko-KR" altLang="en-US" sz="800" b="1" dirty="0">
                <a:solidFill>
                  <a:schemeClr val="bg1">
                    <a:lumMod val="50000"/>
                  </a:schemeClr>
                </a:solidFill>
              </a:rPr>
              <a:t> 주요메뉴</a:t>
            </a:r>
            <a:r>
              <a:rPr lang="en-US" altLang="ko-KR" sz="800" b="1" dirty="0">
                <a:solidFill>
                  <a:schemeClr val="bg1">
                    <a:lumMod val="50000"/>
                  </a:schemeClr>
                </a:solidFill>
              </a:rPr>
              <a:t> </a:t>
            </a:r>
            <a:endParaRPr lang="ko-KR" altLang="en-US" sz="800" b="1" dirty="0">
              <a:solidFill>
                <a:schemeClr val="bg1">
                  <a:lumMod val="50000"/>
                </a:schemeClr>
              </a:solidFill>
            </a:endParaRPr>
          </a:p>
        </p:txBody>
      </p:sp>
      <p:sp>
        <p:nvSpPr>
          <p:cNvPr id="53" name="직사각형 52">
            <a:extLst>
              <a:ext uri="{FF2B5EF4-FFF2-40B4-BE49-F238E27FC236}">
                <a16:creationId xmlns:a16="http://schemas.microsoft.com/office/drawing/2014/main" id="{6BA00956-B14B-4BD2-91E9-94D97D4BC2C0}"/>
              </a:ext>
            </a:extLst>
          </p:cNvPr>
          <p:cNvSpPr/>
          <p:nvPr userDrawn="1"/>
        </p:nvSpPr>
        <p:spPr>
          <a:xfrm>
            <a:off x="41208" y="429370"/>
            <a:ext cx="1304991"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31" name="표 4">
            <a:extLst>
              <a:ext uri="{FF2B5EF4-FFF2-40B4-BE49-F238E27FC236}">
                <a16:creationId xmlns:a16="http://schemas.microsoft.com/office/drawing/2014/main" id="{0AF5D069-E4EE-4454-9B43-BEA9D245F01A}"/>
              </a:ext>
            </a:extLst>
          </p:cNvPr>
          <p:cNvGraphicFramePr>
            <a:graphicFrameLocks noGrp="1"/>
          </p:cNvGraphicFramePr>
          <p:nvPr userDrawn="1">
            <p:extLst>
              <p:ext uri="{D42A27DB-BD31-4B8C-83A1-F6EECF244321}">
                <p14:modId xmlns:p14="http://schemas.microsoft.com/office/powerpoint/2010/main" val="581264550"/>
              </p:ext>
            </p:extLst>
          </p:nvPr>
        </p:nvGraphicFramePr>
        <p:xfrm>
          <a:off x="2067965" y="1051241"/>
          <a:ext cx="7315200" cy="321854"/>
        </p:xfrm>
        <a:graphic>
          <a:graphicData uri="http://schemas.openxmlformats.org/drawingml/2006/table">
            <a:tbl>
              <a:tblPr firstRow="1" bandRow="1">
                <a:tableStyleId>{5940675A-B579-460E-94D1-54222C63F5DA}</a:tableStyleId>
              </a:tblPr>
              <a:tblGrid>
                <a:gridCol w="1828800">
                  <a:extLst>
                    <a:ext uri="{9D8B030D-6E8A-4147-A177-3AD203B41FA5}">
                      <a16:colId xmlns:a16="http://schemas.microsoft.com/office/drawing/2014/main" val="3306315618"/>
                    </a:ext>
                  </a:extLst>
                </a:gridCol>
                <a:gridCol w="1828800">
                  <a:extLst>
                    <a:ext uri="{9D8B030D-6E8A-4147-A177-3AD203B41FA5}">
                      <a16:colId xmlns:a16="http://schemas.microsoft.com/office/drawing/2014/main" val="3684204346"/>
                    </a:ext>
                  </a:extLst>
                </a:gridCol>
                <a:gridCol w="1828800">
                  <a:extLst>
                    <a:ext uri="{9D8B030D-6E8A-4147-A177-3AD203B41FA5}">
                      <a16:colId xmlns:a16="http://schemas.microsoft.com/office/drawing/2014/main" val="1934738033"/>
                    </a:ext>
                  </a:extLst>
                </a:gridCol>
                <a:gridCol w="1828800">
                  <a:extLst>
                    <a:ext uri="{9D8B030D-6E8A-4147-A177-3AD203B41FA5}">
                      <a16:colId xmlns:a16="http://schemas.microsoft.com/office/drawing/2014/main" val="189309699"/>
                    </a:ext>
                  </a:extLst>
                </a:gridCol>
              </a:tblGrid>
              <a:tr h="321854">
                <a:tc>
                  <a:txBody>
                    <a:bodyPr/>
                    <a:lstStyle/>
                    <a:p>
                      <a:pPr algn="ctr" latinLnBrk="1"/>
                      <a:r>
                        <a:rPr lang="ko-KR" altLang="en-US" sz="1000" b="0" dirty="0">
                          <a:solidFill>
                            <a:schemeClr val="tx1"/>
                          </a:solidFill>
                        </a:rPr>
                        <a:t>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0" dirty="0">
                          <a:solidFill>
                            <a:schemeClr val="tx1"/>
                          </a:solidFill>
                        </a:rPr>
                        <a:t>취소</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1" dirty="0">
                          <a:solidFill>
                            <a:schemeClr val="bg1"/>
                          </a:solidFill>
                        </a:rPr>
                        <a:t>반품</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1000" dirty="0"/>
                        <a:t>교환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2825709569"/>
                  </a:ext>
                </a:extLst>
              </a:tr>
            </a:tbl>
          </a:graphicData>
        </a:graphic>
      </p:graphicFrame>
      <p:graphicFrame>
        <p:nvGraphicFramePr>
          <p:cNvPr id="32" name="표 13">
            <a:extLst>
              <a:ext uri="{FF2B5EF4-FFF2-40B4-BE49-F238E27FC236}">
                <a16:creationId xmlns:a16="http://schemas.microsoft.com/office/drawing/2014/main" id="{747F01A7-E54A-42C3-98E9-5215CE541D0F}"/>
              </a:ext>
            </a:extLst>
          </p:cNvPr>
          <p:cNvGraphicFramePr>
            <a:graphicFrameLocks noGrp="1"/>
          </p:cNvGraphicFramePr>
          <p:nvPr userDrawn="1">
            <p:extLst>
              <p:ext uri="{D42A27DB-BD31-4B8C-83A1-F6EECF244321}">
                <p14:modId xmlns:p14="http://schemas.microsoft.com/office/powerpoint/2010/main" val="2252547495"/>
              </p:ext>
            </p:extLst>
          </p:nvPr>
        </p:nvGraphicFramePr>
        <p:xfrm>
          <a:off x="2079520" y="2756709"/>
          <a:ext cx="7315200" cy="853440"/>
        </p:xfrm>
        <a:graphic>
          <a:graphicData uri="http://schemas.openxmlformats.org/drawingml/2006/table">
            <a:tbl>
              <a:tblPr firstRow="1" bandRow="1">
                <a:tableStyleId>{5940675A-B579-460E-94D1-54222C63F5DA}</a:tableStyleId>
              </a:tblPr>
              <a:tblGrid>
                <a:gridCol w="843481">
                  <a:extLst>
                    <a:ext uri="{9D8B030D-6E8A-4147-A177-3AD203B41FA5}">
                      <a16:colId xmlns:a16="http://schemas.microsoft.com/office/drawing/2014/main" val="2416159356"/>
                    </a:ext>
                  </a:extLst>
                </a:gridCol>
                <a:gridCol w="3390999">
                  <a:extLst>
                    <a:ext uri="{9D8B030D-6E8A-4147-A177-3AD203B41FA5}">
                      <a16:colId xmlns:a16="http://schemas.microsoft.com/office/drawing/2014/main" val="4215256312"/>
                    </a:ext>
                  </a:extLst>
                </a:gridCol>
                <a:gridCol w="438168">
                  <a:extLst>
                    <a:ext uri="{9D8B030D-6E8A-4147-A177-3AD203B41FA5}">
                      <a16:colId xmlns:a16="http://schemas.microsoft.com/office/drawing/2014/main" val="2751414510"/>
                    </a:ext>
                  </a:extLst>
                </a:gridCol>
                <a:gridCol w="438168">
                  <a:extLst>
                    <a:ext uri="{9D8B030D-6E8A-4147-A177-3AD203B41FA5}">
                      <a16:colId xmlns:a16="http://schemas.microsoft.com/office/drawing/2014/main" val="3916658608"/>
                    </a:ext>
                  </a:extLst>
                </a:gridCol>
                <a:gridCol w="438168">
                  <a:extLst>
                    <a:ext uri="{9D8B030D-6E8A-4147-A177-3AD203B41FA5}">
                      <a16:colId xmlns:a16="http://schemas.microsoft.com/office/drawing/2014/main" val="2117488308"/>
                    </a:ext>
                  </a:extLst>
                </a:gridCol>
                <a:gridCol w="963843">
                  <a:extLst>
                    <a:ext uri="{9D8B030D-6E8A-4147-A177-3AD203B41FA5}">
                      <a16:colId xmlns:a16="http://schemas.microsoft.com/office/drawing/2014/main" val="739747790"/>
                    </a:ext>
                  </a:extLst>
                </a:gridCol>
                <a:gridCol w="802373">
                  <a:extLst>
                    <a:ext uri="{9D8B030D-6E8A-4147-A177-3AD203B41FA5}">
                      <a16:colId xmlns:a16="http://schemas.microsoft.com/office/drawing/2014/main" val="3960621706"/>
                    </a:ext>
                  </a:extLst>
                </a:gridCol>
              </a:tblGrid>
              <a:tr h="0">
                <a:tc gridSpan="7">
                  <a:txBody>
                    <a:bodyPr/>
                    <a:lstStyle/>
                    <a:p>
                      <a:pPr latinLnBrk="1"/>
                      <a:r>
                        <a:rPr lang="en-US" altLang="ko-KR" sz="800" b="1" dirty="0">
                          <a:solidFill>
                            <a:schemeClr val="bg1">
                              <a:lumMod val="65000"/>
                            </a:schemeClr>
                          </a:solidFill>
                        </a:rPr>
                        <a:t>Shop </a:t>
                      </a:r>
                      <a:r>
                        <a:rPr lang="ko-KR" altLang="en-US" sz="800" b="1" dirty="0" err="1">
                          <a:solidFill>
                            <a:schemeClr val="bg1">
                              <a:lumMod val="65000"/>
                            </a:schemeClr>
                          </a:solidFill>
                        </a:rPr>
                        <a:t>채널명</a:t>
                      </a:r>
                      <a:r>
                        <a:rPr lang="ko-KR" altLang="en-US" sz="800" b="1" dirty="0">
                          <a:solidFill>
                            <a:schemeClr val="bg1">
                              <a:lumMod val="65000"/>
                            </a:schemeClr>
                          </a:solidFill>
                        </a:rPr>
                        <a:t> </a:t>
                      </a:r>
                      <a:r>
                        <a:rPr lang="en-US" altLang="ko-KR" sz="800" b="1" dirty="0">
                          <a:solidFill>
                            <a:schemeClr val="bg1">
                              <a:lumMod val="65000"/>
                            </a:schemeClr>
                          </a:solidFill>
                        </a:rPr>
                        <a:t>|</a:t>
                      </a:r>
                      <a:r>
                        <a:rPr lang="ko-KR" altLang="en-US" sz="800" b="1" dirty="0">
                          <a:solidFill>
                            <a:schemeClr val="bg1">
                              <a:lumMod val="65000"/>
                            </a:schemeClr>
                          </a:solidFill>
                        </a:rPr>
                        <a:t> 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err="1"/>
                        <a:t>반품신청중</a:t>
                      </a:r>
                      <a:endParaRPr lang="ko-KR" altLang="en-US" sz="900" dirty="0"/>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bl>
          </a:graphicData>
        </a:graphic>
      </p:graphicFrame>
      <p:grpSp>
        <p:nvGrpSpPr>
          <p:cNvPr id="33" name="그룹 32">
            <a:extLst>
              <a:ext uri="{FF2B5EF4-FFF2-40B4-BE49-F238E27FC236}">
                <a16:creationId xmlns:a16="http://schemas.microsoft.com/office/drawing/2014/main" id="{AD66EDE7-F07D-42C5-93C2-CE5FBC09699E}"/>
              </a:ext>
            </a:extLst>
          </p:cNvPr>
          <p:cNvGrpSpPr/>
          <p:nvPr userDrawn="1"/>
        </p:nvGrpSpPr>
        <p:grpSpPr>
          <a:xfrm>
            <a:off x="3018037" y="3070183"/>
            <a:ext cx="689346" cy="440906"/>
            <a:chOff x="2843808" y="1955121"/>
            <a:chExt cx="1674813" cy="596970"/>
          </a:xfrm>
          <a:solidFill>
            <a:schemeClr val="bg1">
              <a:lumMod val="95000"/>
            </a:schemeClr>
          </a:solidFill>
        </p:grpSpPr>
        <p:sp>
          <p:nvSpPr>
            <p:cNvPr id="47" name="Border">
              <a:extLst>
                <a:ext uri="{FF2B5EF4-FFF2-40B4-BE49-F238E27FC236}">
                  <a16:creationId xmlns:a16="http://schemas.microsoft.com/office/drawing/2014/main" id="{16DB5FCA-BD29-4ACF-AB78-99B295D4A3E3}"/>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8" name="Line 2">
              <a:extLst>
                <a:ext uri="{FF2B5EF4-FFF2-40B4-BE49-F238E27FC236}">
                  <a16:creationId xmlns:a16="http://schemas.microsoft.com/office/drawing/2014/main" id="{3453AAE6-5FA7-442E-BCE2-51525C7FE49E}"/>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9" name="Line 1">
              <a:extLst>
                <a:ext uri="{FF2B5EF4-FFF2-40B4-BE49-F238E27FC236}">
                  <a16:creationId xmlns:a16="http://schemas.microsoft.com/office/drawing/2014/main" id="{F833E031-5492-4D8D-A173-0E6C7EE8AA7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0" name="TextBox 49">
              <a:extLst>
                <a:ext uri="{FF2B5EF4-FFF2-40B4-BE49-F238E27FC236}">
                  <a16:creationId xmlns:a16="http://schemas.microsoft.com/office/drawing/2014/main" id="{23D082D9-0CBB-4D84-A06E-2B583504F2F5}"/>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51" name="직사각형 50">
            <a:extLst>
              <a:ext uri="{FF2B5EF4-FFF2-40B4-BE49-F238E27FC236}">
                <a16:creationId xmlns:a16="http://schemas.microsoft.com/office/drawing/2014/main" id="{B3FF4175-0C33-40EA-9F31-AF82CFEE5F0E}"/>
              </a:ext>
            </a:extLst>
          </p:cNvPr>
          <p:cNvSpPr/>
          <p:nvPr userDrawn="1"/>
        </p:nvSpPr>
        <p:spPr>
          <a:xfrm>
            <a:off x="3728466" y="3070183"/>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52" name="TextBox 51">
            <a:extLst>
              <a:ext uri="{FF2B5EF4-FFF2-40B4-BE49-F238E27FC236}">
                <a16:creationId xmlns:a16="http://schemas.microsoft.com/office/drawing/2014/main" id="{48794AAC-8EF2-474B-85C9-93F9347BB2F8}"/>
              </a:ext>
            </a:extLst>
          </p:cNvPr>
          <p:cNvSpPr txBox="1"/>
          <p:nvPr userDrawn="1"/>
        </p:nvSpPr>
        <p:spPr>
          <a:xfrm>
            <a:off x="2000700" y="2526290"/>
            <a:ext cx="2484976" cy="215444"/>
          </a:xfrm>
          <a:prstGeom prst="rect">
            <a:avLst/>
          </a:prstGeom>
          <a:noFill/>
        </p:spPr>
        <p:txBody>
          <a:bodyPr wrap="none" rtlCol="0">
            <a:spAutoFit/>
          </a:bodyPr>
          <a:lstStyle/>
          <a:p>
            <a:r>
              <a:rPr lang="ko-KR" altLang="en-US" sz="800" dirty="0"/>
              <a:t>반품날짜</a:t>
            </a:r>
            <a:r>
              <a:rPr lang="en-US" altLang="ko-KR" sz="800" dirty="0"/>
              <a:t>: 2024.10.12  |  </a:t>
            </a:r>
            <a:r>
              <a:rPr lang="ko-KR" altLang="en-US" sz="800" dirty="0"/>
              <a:t>주문번호</a:t>
            </a:r>
            <a:r>
              <a:rPr lang="en-US" altLang="ko-KR" sz="800" dirty="0"/>
              <a:t>:</a:t>
            </a:r>
            <a:r>
              <a:rPr lang="ko-KR" altLang="en-US" sz="800" dirty="0"/>
              <a:t> </a:t>
            </a:r>
            <a:r>
              <a:rPr lang="en-US" altLang="ko-KR" sz="800" dirty="0"/>
              <a:t>Me9-00929111</a:t>
            </a:r>
            <a:endParaRPr lang="ko-KR" altLang="en-US" sz="800" dirty="0"/>
          </a:p>
        </p:txBody>
      </p:sp>
      <p:sp>
        <p:nvSpPr>
          <p:cNvPr id="59" name="TextBox 58">
            <a:extLst>
              <a:ext uri="{FF2B5EF4-FFF2-40B4-BE49-F238E27FC236}">
                <a16:creationId xmlns:a16="http://schemas.microsoft.com/office/drawing/2014/main" id="{26CC5B8D-3176-4349-A830-F90F75C6DDCC}"/>
              </a:ext>
            </a:extLst>
          </p:cNvPr>
          <p:cNvSpPr txBox="1"/>
          <p:nvPr userDrawn="1"/>
        </p:nvSpPr>
        <p:spPr>
          <a:xfrm>
            <a:off x="7117327" y="3654957"/>
            <a:ext cx="2380780" cy="215444"/>
          </a:xfrm>
          <a:prstGeom prst="rect">
            <a:avLst/>
          </a:prstGeom>
          <a:noFill/>
        </p:spPr>
        <p:txBody>
          <a:bodyPr wrap="none" rtlCol="0">
            <a:spAutoFit/>
          </a:bodyPr>
          <a:lstStyle/>
          <a:p>
            <a:r>
              <a:rPr lang="en-US" altLang="ko-KR" sz="800" dirty="0"/>
              <a:t>30,000</a:t>
            </a:r>
            <a:r>
              <a:rPr lang="ko-KR" altLang="en-US" sz="800" dirty="0"/>
              <a:t>원 미만 </a:t>
            </a:r>
            <a:r>
              <a:rPr lang="en-US" altLang="ko-KR" sz="800" dirty="0"/>
              <a:t>: 2,500 </a:t>
            </a:r>
            <a:r>
              <a:rPr lang="ko-KR" altLang="en-US" sz="800" dirty="0"/>
              <a:t>원</a:t>
            </a:r>
            <a:r>
              <a:rPr lang="en-US" altLang="ko-KR" sz="800" dirty="0"/>
              <a:t>  |  </a:t>
            </a:r>
            <a:r>
              <a:rPr lang="ko-KR" altLang="en-US" sz="800" dirty="0"/>
              <a:t>판매자 문의하기 ▷</a:t>
            </a:r>
          </a:p>
        </p:txBody>
      </p:sp>
      <p:pic>
        <p:nvPicPr>
          <p:cNvPr id="60" name="Picture 2">
            <a:extLst>
              <a:ext uri="{FF2B5EF4-FFF2-40B4-BE49-F238E27FC236}">
                <a16:creationId xmlns:a16="http://schemas.microsoft.com/office/drawing/2014/main" id="{0B7025CB-05D4-4040-8068-0C6D8BFB2744}"/>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705806" y="6077065"/>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61" name="직사각형 60">
            <a:extLst>
              <a:ext uri="{FF2B5EF4-FFF2-40B4-BE49-F238E27FC236}">
                <a16:creationId xmlns:a16="http://schemas.microsoft.com/office/drawing/2014/main" id="{BCCA8038-E013-45ED-B620-3BBC2A2C3A2C}"/>
              </a:ext>
            </a:extLst>
          </p:cNvPr>
          <p:cNvSpPr/>
          <p:nvPr userDrawn="1"/>
        </p:nvSpPr>
        <p:spPr>
          <a:xfrm>
            <a:off x="4506713" y="2547397"/>
            <a:ext cx="666792" cy="150254"/>
          </a:xfrm>
          <a:prstGeom prst="rect">
            <a:avLst/>
          </a:prstGeom>
          <a:solidFill>
            <a:schemeClr val="accent5">
              <a:lumMod val="75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주문상세</a:t>
            </a:r>
          </a:p>
        </p:txBody>
      </p:sp>
      <p:graphicFrame>
        <p:nvGraphicFramePr>
          <p:cNvPr id="62" name="표 13">
            <a:extLst>
              <a:ext uri="{FF2B5EF4-FFF2-40B4-BE49-F238E27FC236}">
                <a16:creationId xmlns:a16="http://schemas.microsoft.com/office/drawing/2014/main" id="{31A2DACB-1402-4B22-AEC8-8213668E0920}"/>
              </a:ext>
            </a:extLst>
          </p:cNvPr>
          <p:cNvGraphicFramePr>
            <a:graphicFrameLocks noGrp="1"/>
          </p:cNvGraphicFramePr>
          <p:nvPr userDrawn="1">
            <p:extLst>
              <p:ext uri="{D42A27DB-BD31-4B8C-83A1-F6EECF244321}">
                <p14:modId xmlns:p14="http://schemas.microsoft.com/office/powerpoint/2010/main" val="1772517199"/>
              </p:ext>
            </p:extLst>
          </p:nvPr>
        </p:nvGraphicFramePr>
        <p:xfrm>
          <a:off x="2079474" y="4357582"/>
          <a:ext cx="7315200" cy="853440"/>
        </p:xfrm>
        <a:graphic>
          <a:graphicData uri="http://schemas.openxmlformats.org/drawingml/2006/table">
            <a:tbl>
              <a:tblPr firstRow="1" bandRow="1">
                <a:tableStyleId>{5940675A-B579-460E-94D1-54222C63F5DA}</a:tableStyleId>
              </a:tblPr>
              <a:tblGrid>
                <a:gridCol w="814031">
                  <a:extLst>
                    <a:ext uri="{9D8B030D-6E8A-4147-A177-3AD203B41FA5}">
                      <a16:colId xmlns:a16="http://schemas.microsoft.com/office/drawing/2014/main" val="2416159356"/>
                    </a:ext>
                  </a:extLst>
                </a:gridCol>
                <a:gridCol w="3420449">
                  <a:extLst>
                    <a:ext uri="{9D8B030D-6E8A-4147-A177-3AD203B41FA5}">
                      <a16:colId xmlns:a16="http://schemas.microsoft.com/office/drawing/2014/main" val="4215256312"/>
                    </a:ext>
                  </a:extLst>
                </a:gridCol>
                <a:gridCol w="438168">
                  <a:extLst>
                    <a:ext uri="{9D8B030D-6E8A-4147-A177-3AD203B41FA5}">
                      <a16:colId xmlns:a16="http://schemas.microsoft.com/office/drawing/2014/main" val="2751414510"/>
                    </a:ext>
                  </a:extLst>
                </a:gridCol>
                <a:gridCol w="301651">
                  <a:extLst>
                    <a:ext uri="{9D8B030D-6E8A-4147-A177-3AD203B41FA5}">
                      <a16:colId xmlns:a16="http://schemas.microsoft.com/office/drawing/2014/main" val="3916658608"/>
                    </a:ext>
                  </a:extLst>
                </a:gridCol>
                <a:gridCol w="800100">
                  <a:extLst>
                    <a:ext uri="{9D8B030D-6E8A-4147-A177-3AD203B41FA5}">
                      <a16:colId xmlns:a16="http://schemas.microsoft.com/office/drawing/2014/main" val="2117488308"/>
                    </a:ext>
                  </a:extLst>
                </a:gridCol>
                <a:gridCol w="738428">
                  <a:extLst>
                    <a:ext uri="{9D8B030D-6E8A-4147-A177-3AD203B41FA5}">
                      <a16:colId xmlns:a16="http://schemas.microsoft.com/office/drawing/2014/main" val="739747790"/>
                    </a:ext>
                  </a:extLst>
                </a:gridCol>
                <a:gridCol w="802373">
                  <a:extLst>
                    <a:ext uri="{9D8B030D-6E8A-4147-A177-3AD203B41FA5}">
                      <a16:colId xmlns:a16="http://schemas.microsoft.com/office/drawing/2014/main" val="3960621706"/>
                    </a:ext>
                  </a:extLst>
                </a:gridCol>
              </a:tblGrid>
              <a:tr h="0">
                <a:tc gridSpan="7">
                  <a:txBody>
                    <a:bodyPr/>
                    <a:lstStyle/>
                    <a:p>
                      <a:pPr latinLnBrk="1"/>
                      <a:r>
                        <a:rPr lang="en-US" altLang="ko-KR" sz="800" b="1" dirty="0">
                          <a:solidFill>
                            <a:schemeClr val="bg1">
                              <a:lumMod val="65000"/>
                            </a:schemeClr>
                          </a:solidFill>
                        </a:rPr>
                        <a:t>Shop </a:t>
                      </a:r>
                      <a:r>
                        <a:rPr lang="ko-KR" altLang="en-US" sz="800" b="1" dirty="0" err="1">
                          <a:solidFill>
                            <a:schemeClr val="bg1">
                              <a:lumMod val="65000"/>
                            </a:schemeClr>
                          </a:solidFill>
                        </a:rPr>
                        <a:t>채널명</a:t>
                      </a:r>
                      <a:r>
                        <a:rPr lang="ko-KR" altLang="en-US" sz="800" b="1" dirty="0">
                          <a:solidFill>
                            <a:schemeClr val="bg1">
                              <a:lumMod val="65000"/>
                            </a:schemeClr>
                          </a:solidFill>
                        </a:rPr>
                        <a:t> </a:t>
                      </a:r>
                      <a:r>
                        <a:rPr lang="en-US" altLang="ko-KR" sz="800" b="1" dirty="0">
                          <a:solidFill>
                            <a:schemeClr val="bg1">
                              <a:lumMod val="65000"/>
                            </a:schemeClr>
                          </a:solidFill>
                        </a:rPr>
                        <a:t>|</a:t>
                      </a:r>
                      <a:r>
                        <a:rPr lang="ko-KR" altLang="en-US" sz="800" b="1" dirty="0">
                          <a:solidFill>
                            <a:schemeClr val="bg1">
                              <a:lumMod val="65000"/>
                            </a:schemeClr>
                          </a:solidFill>
                        </a:rPr>
                        <a:t> 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반품완료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endParaRPr lang="ko-KR" altLang="en-US" sz="900" b="1" dirty="0">
                        <a:solidFill>
                          <a:srgbClr val="FF0000"/>
                        </a:solidFill>
                      </a:endParaRP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bl>
          </a:graphicData>
        </a:graphic>
      </p:graphicFrame>
      <p:grpSp>
        <p:nvGrpSpPr>
          <p:cNvPr id="63" name="그룹 62">
            <a:extLst>
              <a:ext uri="{FF2B5EF4-FFF2-40B4-BE49-F238E27FC236}">
                <a16:creationId xmlns:a16="http://schemas.microsoft.com/office/drawing/2014/main" id="{4A65CC33-B616-4165-8289-9A0F9F6E2F12}"/>
              </a:ext>
            </a:extLst>
          </p:cNvPr>
          <p:cNvGrpSpPr/>
          <p:nvPr userDrawn="1"/>
        </p:nvGrpSpPr>
        <p:grpSpPr>
          <a:xfrm>
            <a:off x="3017991" y="4671056"/>
            <a:ext cx="689346" cy="440906"/>
            <a:chOff x="2843808" y="1955121"/>
            <a:chExt cx="1674813" cy="596970"/>
          </a:xfrm>
          <a:solidFill>
            <a:schemeClr val="bg1">
              <a:lumMod val="95000"/>
            </a:schemeClr>
          </a:solidFill>
        </p:grpSpPr>
        <p:sp>
          <p:nvSpPr>
            <p:cNvPr id="64" name="Border">
              <a:extLst>
                <a:ext uri="{FF2B5EF4-FFF2-40B4-BE49-F238E27FC236}">
                  <a16:creationId xmlns:a16="http://schemas.microsoft.com/office/drawing/2014/main" id="{24032225-9956-42D8-9C05-AEEE9E0AC043}"/>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5" name="Line 2">
              <a:extLst>
                <a:ext uri="{FF2B5EF4-FFF2-40B4-BE49-F238E27FC236}">
                  <a16:creationId xmlns:a16="http://schemas.microsoft.com/office/drawing/2014/main" id="{CEB907F7-3391-4C55-A3C1-4780908C71E8}"/>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6" name="Line 1">
              <a:extLst>
                <a:ext uri="{FF2B5EF4-FFF2-40B4-BE49-F238E27FC236}">
                  <a16:creationId xmlns:a16="http://schemas.microsoft.com/office/drawing/2014/main" id="{035A7843-C2B4-4FAF-BD57-9668585E570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7" name="TextBox 66">
              <a:extLst>
                <a:ext uri="{FF2B5EF4-FFF2-40B4-BE49-F238E27FC236}">
                  <a16:creationId xmlns:a16="http://schemas.microsoft.com/office/drawing/2014/main" id="{2FC3C204-DA7E-481F-BCF9-E544A6F01ADE}"/>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68" name="직사각형 67">
            <a:extLst>
              <a:ext uri="{FF2B5EF4-FFF2-40B4-BE49-F238E27FC236}">
                <a16:creationId xmlns:a16="http://schemas.microsoft.com/office/drawing/2014/main" id="{996C3C50-91B2-4499-BBA1-4C0E515E9346}"/>
              </a:ext>
            </a:extLst>
          </p:cNvPr>
          <p:cNvSpPr/>
          <p:nvPr userDrawn="1"/>
        </p:nvSpPr>
        <p:spPr>
          <a:xfrm>
            <a:off x="3728420" y="4671056"/>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69" name="TextBox 68">
            <a:extLst>
              <a:ext uri="{FF2B5EF4-FFF2-40B4-BE49-F238E27FC236}">
                <a16:creationId xmlns:a16="http://schemas.microsoft.com/office/drawing/2014/main" id="{3E2E118E-A9C5-4D02-A034-DDA53767DD92}"/>
              </a:ext>
            </a:extLst>
          </p:cNvPr>
          <p:cNvSpPr txBox="1"/>
          <p:nvPr userDrawn="1"/>
        </p:nvSpPr>
        <p:spPr>
          <a:xfrm>
            <a:off x="2000654" y="4127163"/>
            <a:ext cx="2484976" cy="215444"/>
          </a:xfrm>
          <a:prstGeom prst="rect">
            <a:avLst/>
          </a:prstGeom>
          <a:noFill/>
        </p:spPr>
        <p:txBody>
          <a:bodyPr wrap="none" rtlCol="0">
            <a:spAutoFit/>
          </a:bodyPr>
          <a:lstStyle/>
          <a:p>
            <a:r>
              <a:rPr lang="ko-KR" altLang="en-US" sz="800" dirty="0"/>
              <a:t>반품날짜</a:t>
            </a:r>
            <a:r>
              <a:rPr lang="en-US" altLang="ko-KR" sz="800" dirty="0"/>
              <a:t>: 2024.10.11  |  </a:t>
            </a:r>
            <a:r>
              <a:rPr lang="ko-KR" altLang="en-US" sz="800" dirty="0"/>
              <a:t>주문번호</a:t>
            </a:r>
            <a:r>
              <a:rPr lang="en-US" altLang="ko-KR" sz="800" dirty="0"/>
              <a:t>:</a:t>
            </a:r>
            <a:r>
              <a:rPr lang="ko-KR" altLang="en-US" sz="800" dirty="0"/>
              <a:t> </a:t>
            </a:r>
            <a:r>
              <a:rPr lang="en-US" altLang="ko-KR" sz="800" dirty="0"/>
              <a:t>Me9-00929111</a:t>
            </a:r>
            <a:endParaRPr lang="ko-KR" altLang="en-US" sz="800" dirty="0"/>
          </a:p>
        </p:txBody>
      </p:sp>
      <p:sp>
        <p:nvSpPr>
          <p:cNvPr id="70" name="TextBox 69">
            <a:extLst>
              <a:ext uri="{FF2B5EF4-FFF2-40B4-BE49-F238E27FC236}">
                <a16:creationId xmlns:a16="http://schemas.microsoft.com/office/drawing/2014/main" id="{443CF646-4F33-40F4-B848-97E818D823F4}"/>
              </a:ext>
            </a:extLst>
          </p:cNvPr>
          <p:cNvSpPr txBox="1"/>
          <p:nvPr userDrawn="1"/>
        </p:nvSpPr>
        <p:spPr>
          <a:xfrm>
            <a:off x="7117281" y="5255830"/>
            <a:ext cx="1412566" cy="215444"/>
          </a:xfrm>
          <a:prstGeom prst="rect">
            <a:avLst/>
          </a:prstGeom>
          <a:noFill/>
        </p:spPr>
        <p:txBody>
          <a:bodyPr wrap="none" rtlCol="0">
            <a:spAutoFit/>
          </a:bodyPr>
          <a:lstStyle/>
          <a:p>
            <a:r>
              <a:rPr lang="en-US" altLang="ko-KR" sz="800" dirty="0"/>
              <a:t>30,000</a:t>
            </a:r>
            <a:r>
              <a:rPr lang="ko-KR" altLang="en-US" sz="800" dirty="0"/>
              <a:t>원 미만 </a:t>
            </a:r>
            <a:r>
              <a:rPr lang="en-US" altLang="ko-KR" sz="800" dirty="0"/>
              <a:t>: 2,500 </a:t>
            </a:r>
            <a:r>
              <a:rPr lang="ko-KR" altLang="en-US" sz="800" dirty="0"/>
              <a:t>원</a:t>
            </a:r>
            <a:r>
              <a:rPr lang="en-US" altLang="ko-KR" sz="800" dirty="0"/>
              <a:t>  |</a:t>
            </a:r>
            <a:endParaRPr lang="ko-KR" altLang="en-US" sz="800" dirty="0"/>
          </a:p>
        </p:txBody>
      </p:sp>
      <p:sp>
        <p:nvSpPr>
          <p:cNvPr id="71" name="직사각형 70">
            <a:extLst>
              <a:ext uri="{FF2B5EF4-FFF2-40B4-BE49-F238E27FC236}">
                <a16:creationId xmlns:a16="http://schemas.microsoft.com/office/drawing/2014/main" id="{16486B0B-9F0A-4C4D-8A4C-6DB689E79F7F}"/>
              </a:ext>
            </a:extLst>
          </p:cNvPr>
          <p:cNvSpPr/>
          <p:nvPr userDrawn="1"/>
        </p:nvSpPr>
        <p:spPr>
          <a:xfrm>
            <a:off x="4506713" y="4148854"/>
            <a:ext cx="666792" cy="150254"/>
          </a:xfrm>
          <a:prstGeom prst="rect">
            <a:avLst/>
          </a:prstGeom>
          <a:solidFill>
            <a:schemeClr val="accent5">
              <a:lumMod val="75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주문상세</a:t>
            </a:r>
          </a:p>
        </p:txBody>
      </p:sp>
      <p:sp>
        <p:nvSpPr>
          <p:cNvPr id="72" name="직사각형 71">
            <a:extLst>
              <a:ext uri="{FF2B5EF4-FFF2-40B4-BE49-F238E27FC236}">
                <a16:creationId xmlns:a16="http://schemas.microsoft.com/office/drawing/2014/main" id="{0C33CEBA-7582-49DF-AE34-23ED7E7C3AF9}"/>
              </a:ext>
            </a:extLst>
          </p:cNvPr>
          <p:cNvSpPr/>
          <p:nvPr userDrawn="1"/>
        </p:nvSpPr>
        <p:spPr>
          <a:xfrm>
            <a:off x="3193958" y="1600388"/>
            <a:ext cx="788807" cy="321855"/>
          </a:xfrm>
          <a:prstGeom prst="rect">
            <a:avLst/>
          </a:prstGeom>
          <a:solidFill>
            <a:schemeClr val="tx1">
              <a:lumMod val="95000"/>
              <a:lumOff val="5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최근 </a:t>
            </a:r>
            <a:r>
              <a:rPr lang="en-US" altLang="ko-KR" sz="800" b="1" dirty="0">
                <a:solidFill>
                  <a:schemeClr val="bg1"/>
                </a:solidFill>
              </a:rPr>
              <a:t>1</a:t>
            </a:r>
            <a:r>
              <a:rPr lang="ko-KR" altLang="en-US" sz="800" b="1" dirty="0">
                <a:solidFill>
                  <a:schemeClr val="bg1"/>
                </a:solidFill>
              </a:rPr>
              <a:t>개월</a:t>
            </a:r>
            <a:endParaRPr lang="en-US" altLang="ko-KR" sz="800" b="1" dirty="0">
              <a:solidFill>
                <a:schemeClr val="bg1"/>
              </a:solidFill>
            </a:endParaRPr>
          </a:p>
        </p:txBody>
      </p:sp>
      <p:sp>
        <p:nvSpPr>
          <p:cNvPr id="73" name="직사각형 72">
            <a:extLst>
              <a:ext uri="{FF2B5EF4-FFF2-40B4-BE49-F238E27FC236}">
                <a16:creationId xmlns:a16="http://schemas.microsoft.com/office/drawing/2014/main" id="{9C60BAEB-A2F6-407A-86B7-6C81F759E25A}"/>
              </a:ext>
            </a:extLst>
          </p:cNvPr>
          <p:cNvSpPr/>
          <p:nvPr userDrawn="1"/>
        </p:nvSpPr>
        <p:spPr>
          <a:xfrm>
            <a:off x="3982765" y="1600388"/>
            <a:ext cx="788806"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최근 </a:t>
            </a:r>
            <a:r>
              <a:rPr lang="en-US" altLang="ko-KR" sz="800" dirty="0">
                <a:solidFill>
                  <a:schemeClr val="tx1">
                    <a:lumMod val="50000"/>
                    <a:lumOff val="50000"/>
                  </a:schemeClr>
                </a:solidFill>
              </a:rPr>
              <a:t>3</a:t>
            </a:r>
            <a:r>
              <a:rPr lang="ko-KR" altLang="en-US" sz="800" dirty="0">
                <a:solidFill>
                  <a:schemeClr val="tx1">
                    <a:lumMod val="50000"/>
                    <a:lumOff val="50000"/>
                  </a:schemeClr>
                </a:solidFill>
              </a:rPr>
              <a:t>개월</a:t>
            </a:r>
            <a:endParaRPr lang="en-US" altLang="ko-KR" sz="800" dirty="0">
              <a:solidFill>
                <a:schemeClr val="tx1">
                  <a:lumMod val="50000"/>
                  <a:lumOff val="50000"/>
                </a:schemeClr>
              </a:solidFill>
            </a:endParaRPr>
          </a:p>
        </p:txBody>
      </p:sp>
      <p:sp>
        <p:nvSpPr>
          <p:cNvPr id="74" name="직사각형 73">
            <a:extLst>
              <a:ext uri="{FF2B5EF4-FFF2-40B4-BE49-F238E27FC236}">
                <a16:creationId xmlns:a16="http://schemas.microsoft.com/office/drawing/2014/main" id="{E66895B5-6F42-4C88-AB82-E9D09D1696FD}"/>
              </a:ext>
            </a:extLst>
          </p:cNvPr>
          <p:cNvSpPr/>
          <p:nvPr userDrawn="1"/>
        </p:nvSpPr>
        <p:spPr>
          <a:xfrm>
            <a:off x="4771571" y="1600388"/>
            <a:ext cx="724713"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최근 </a:t>
            </a:r>
            <a:r>
              <a:rPr lang="en-US" altLang="ko-KR" sz="800" dirty="0">
                <a:solidFill>
                  <a:schemeClr val="tx1">
                    <a:lumMod val="50000"/>
                    <a:lumOff val="50000"/>
                  </a:schemeClr>
                </a:solidFill>
              </a:rPr>
              <a:t>6</a:t>
            </a:r>
            <a:r>
              <a:rPr lang="ko-KR" altLang="en-US" sz="800" dirty="0">
                <a:solidFill>
                  <a:schemeClr val="tx1">
                    <a:lumMod val="50000"/>
                    <a:lumOff val="50000"/>
                  </a:schemeClr>
                </a:solidFill>
              </a:rPr>
              <a:t>개월</a:t>
            </a:r>
            <a:endParaRPr lang="en-US" altLang="ko-KR" sz="800" dirty="0">
              <a:solidFill>
                <a:schemeClr val="tx1">
                  <a:lumMod val="50000"/>
                  <a:lumOff val="50000"/>
                </a:schemeClr>
              </a:solidFill>
            </a:endParaRPr>
          </a:p>
        </p:txBody>
      </p:sp>
      <p:sp>
        <p:nvSpPr>
          <p:cNvPr id="75" name="직사각형 74">
            <a:extLst>
              <a:ext uri="{FF2B5EF4-FFF2-40B4-BE49-F238E27FC236}">
                <a16:creationId xmlns:a16="http://schemas.microsoft.com/office/drawing/2014/main" id="{FC348796-321F-47C8-856E-4F31E9087044}"/>
              </a:ext>
            </a:extLst>
          </p:cNvPr>
          <p:cNvSpPr/>
          <p:nvPr userDrawn="1"/>
        </p:nvSpPr>
        <p:spPr>
          <a:xfrm>
            <a:off x="5496284" y="1600388"/>
            <a:ext cx="724713"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최근 </a:t>
            </a:r>
            <a:r>
              <a:rPr lang="en-US" altLang="ko-KR" sz="800" dirty="0">
                <a:solidFill>
                  <a:schemeClr val="tx1">
                    <a:lumMod val="50000"/>
                    <a:lumOff val="50000"/>
                  </a:schemeClr>
                </a:solidFill>
              </a:rPr>
              <a:t>1</a:t>
            </a:r>
            <a:r>
              <a:rPr lang="ko-KR" altLang="en-US" sz="800" dirty="0">
                <a:solidFill>
                  <a:schemeClr val="tx1">
                    <a:lumMod val="50000"/>
                    <a:lumOff val="50000"/>
                  </a:schemeClr>
                </a:solidFill>
              </a:rPr>
              <a:t>년</a:t>
            </a:r>
            <a:endParaRPr lang="en-US" altLang="ko-KR" sz="800" dirty="0">
              <a:solidFill>
                <a:schemeClr val="tx1">
                  <a:lumMod val="50000"/>
                  <a:lumOff val="50000"/>
                </a:schemeClr>
              </a:solidFill>
            </a:endParaRPr>
          </a:p>
        </p:txBody>
      </p:sp>
      <p:sp>
        <p:nvSpPr>
          <p:cNvPr id="76" name="직사각형 75">
            <a:extLst>
              <a:ext uri="{FF2B5EF4-FFF2-40B4-BE49-F238E27FC236}">
                <a16:creationId xmlns:a16="http://schemas.microsoft.com/office/drawing/2014/main" id="{7684B5DC-4EA8-402B-A846-58FFEBB1F52C}"/>
              </a:ext>
            </a:extLst>
          </p:cNvPr>
          <p:cNvSpPr/>
          <p:nvPr userDrawn="1"/>
        </p:nvSpPr>
        <p:spPr>
          <a:xfrm>
            <a:off x="6320177" y="1600388"/>
            <a:ext cx="2609448"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77" name="TextBox 76">
            <a:extLst>
              <a:ext uri="{FF2B5EF4-FFF2-40B4-BE49-F238E27FC236}">
                <a16:creationId xmlns:a16="http://schemas.microsoft.com/office/drawing/2014/main" id="{8F4A80BB-5A7F-4D89-BCB2-4368023AE488}"/>
              </a:ext>
            </a:extLst>
          </p:cNvPr>
          <p:cNvSpPr txBox="1"/>
          <p:nvPr userDrawn="1"/>
        </p:nvSpPr>
        <p:spPr>
          <a:xfrm>
            <a:off x="6349673" y="1656760"/>
            <a:ext cx="595035" cy="215444"/>
          </a:xfrm>
          <a:prstGeom prst="rect">
            <a:avLst/>
          </a:prstGeom>
          <a:noFill/>
        </p:spPr>
        <p:txBody>
          <a:bodyPr wrap="square" rtlCol="0">
            <a:spAutoFit/>
          </a:bodyPr>
          <a:lstStyle/>
          <a:p>
            <a:r>
              <a:rPr lang="ko-KR" altLang="en-US" sz="800" dirty="0"/>
              <a:t>주문기간</a:t>
            </a:r>
          </a:p>
        </p:txBody>
      </p:sp>
      <p:sp>
        <p:nvSpPr>
          <p:cNvPr id="78" name="직사각형 77">
            <a:extLst>
              <a:ext uri="{FF2B5EF4-FFF2-40B4-BE49-F238E27FC236}">
                <a16:creationId xmlns:a16="http://schemas.microsoft.com/office/drawing/2014/main" id="{6C8B3BBC-FDB2-4A77-8A67-55ACCCD2F37E}"/>
              </a:ext>
            </a:extLst>
          </p:cNvPr>
          <p:cNvSpPr/>
          <p:nvPr userDrawn="1"/>
        </p:nvSpPr>
        <p:spPr>
          <a:xfrm>
            <a:off x="6916991" y="1660455"/>
            <a:ext cx="609315"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79" name="그림 78">
            <a:extLst>
              <a:ext uri="{FF2B5EF4-FFF2-40B4-BE49-F238E27FC236}">
                <a16:creationId xmlns:a16="http://schemas.microsoft.com/office/drawing/2014/main" id="{E7A2B73B-B344-4C11-8BA3-E42D9919C8A6}"/>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7551708" y="1652524"/>
            <a:ext cx="200163" cy="207177"/>
          </a:xfrm>
          <a:prstGeom prst="rect">
            <a:avLst/>
          </a:prstGeom>
          <a:ln w="6350">
            <a:noFill/>
          </a:ln>
        </p:spPr>
      </p:pic>
      <p:sp>
        <p:nvSpPr>
          <p:cNvPr id="80" name="TextBox 79">
            <a:extLst>
              <a:ext uri="{FF2B5EF4-FFF2-40B4-BE49-F238E27FC236}">
                <a16:creationId xmlns:a16="http://schemas.microsoft.com/office/drawing/2014/main" id="{7C0B8BC1-C6BA-487E-A715-54696B36D01A}"/>
              </a:ext>
            </a:extLst>
          </p:cNvPr>
          <p:cNvSpPr txBox="1"/>
          <p:nvPr userDrawn="1"/>
        </p:nvSpPr>
        <p:spPr>
          <a:xfrm>
            <a:off x="7699429" y="1637258"/>
            <a:ext cx="264816" cy="230832"/>
          </a:xfrm>
          <a:prstGeom prst="rect">
            <a:avLst/>
          </a:prstGeom>
          <a:noFill/>
        </p:spPr>
        <p:txBody>
          <a:bodyPr wrap="square" rtlCol="0">
            <a:spAutoFit/>
          </a:bodyPr>
          <a:lstStyle/>
          <a:p>
            <a:r>
              <a:rPr lang="en-US" altLang="ko-KR" sz="900" dirty="0"/>
              <a:t>~</a:t>
            </a:r>
            <a:endParaRPr lang="ko-KR" altLang="en-US" sz="900" dirty="0"/>
          </a:p>
        </p:txBody>
      </p:sp>
      <p:sp>
        <p:nvSpPr>
          <p:cNvPr id="81" name="직사각형 80">
            <a:extLst>
              <a:ext uri="{FF2B5EF4-FFF2-40B4-BE49-F238E27FC236}">
                <a16:creationId xmlns:a16="http://schemas.microsoft.com/office/drawing/2014/main" id="{850C2001-8453-4B77-8B10-1BC496C250A9}"/>
              </a:ext>
            </a:extLst>
          </p:cNvPr>
          <p:cNvSpPr/>
          <p:nvPr userDrawn="1"/>
        </p:nvSpPr>
        <p:spPr>
          <a:xfrm>
            <a:off x="7925779" y="1660455"/>
            <a:ext cx="606992"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82" name="그림 81">
            <a:extLst>
              <a:ext uri="{FF2B5EF4-FFF2-40B4-BE49-F238E27FC236}">
                <a16:creationId xmlns:a16="http://schemas.microsoft.com/office/drawing/2014/main" id="{360EF132-2968-45E5-9E7D-560355CC37CE}"/>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8560495" y="1652524"/>
            <a:ext cx="200163" cy="207177"/>
          </a:xfrm>
          <a:prstGeom prst="rect">
            <a:avLst/>
          </a:prstGeom>
          <a:ln w="6350">
            <a:noFill/>
          </a:ln>
        </p:spPr>
      </p:pic>
      <p:sp>
        <p:nvSpPr>
          <p:cNvPr id="83" name="직사각형 82">
            <a:extLst>
              <a:ext uri="{FF2B5EF4-FFF2-40B4-BE49-F238E27FC236}">
                <a16:creationId xmlns:a16="http://schemas.microsoft.com/office/drawing/2014/main" id="{96E3CEB5-C2E6-45F4-8A8D-8C702EB757E2}"/>
              </a:ext>
            </a:extLst>
          </p:cNvPr>
          <p:cNvSpPr/>
          <p:nvPr userDrawn="1"/>
        </p:nvSpPr>
        <p:spPr>
          <a:xfrm>
            <a:off x="8929625" y="1600389"/>
            <a:ext cx="453540" cy="32428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조회</a:t>
            </a:r>
          </a:p>
        </p:txBody>
      </p:sp>
      <p:cxnSp>
        <p:nvCxnSpPr>
          <p:cNvPr id="84" name="직선 연결선 83">
            <a:extLst>
              <a:ext uri="{FF2B5EF4-FFF2-40B4-BE49-F238E27FC236}">
                <a16:creationId xmlns:a16="http://schemas.microsoft.com/office/drawing/2014/main" id="{FA1A109A-E3A5-47B6-966F-A4E2B1D13925}"/>
              </a:ext>
            </a:extLst>
          </p:cNvPr>
          <p:cNvCxnSpPr>
            <a:cxnSpLocks/>
          </p:cNvCxnSpPr>
          <p:nvPr userDrawn="1"/>
        </p:nvCxnSpPr>
        <p:spPr>
          <a:xfrm>
            <a:off x="2108840" y="2152911"/>
            <a:ext cx="7323667" cy="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85" name="직사각형 84">
            <a:extLst>
              <a:ext uri="{FF2B5EF4-FFF2-40B4-BE49-F238E27FC236}">
                <a16:creationId xmlns:a16="http://schemas.microsoft.com/office/drawing/2014/main" id="{417AA2B0-5F0A-4A8A-ACE0-61454F987982}"/>
              </a:ext>
            </a:extLst>
          </p:cNvPr>
          <p:cNvSpPr/>
          <p:nvPr userDrawn="1"/>
        </p:nvSpPr>
        <p:spPr>
          <a:xfrm>
            <a:off x="2080014" y="1605292"/>
            <a:ext cx="1014763" cy="31691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반품상태 전체  ▼</a:t>
            </a:r>
            <a:endParaRPr lang="en-US" altLang="ko-KR" sz="800" dirty="0">
              <a:solidFill>
                <a:schemeClr val="tx1">
                  <a:lumMod val="50000"/>
                  <a:lumOff val="50000"/>
                </a:schemeClr>
              </a:solidFill>
            </a:endParaRPr>
          </a:p>
        </p:txBody>
      </p:sp>
      <p:sp>
        <p:nvSpPr>
          <p:cNvPr id="86" name="직사각형 85">
            <a:extLst>
              <a:ext uri="{FF2B5EF4-FFF2-40B4-BE49-F238E27FC236}">
                <a16:creationId xmlns:a16="http://schemas.microsoft.com/office/drawing/2014/main" id="{1AED6BF4-BDF8-4901-85CF-F9B763091BFC}"/>
              </a:ext>
            </a:extLst>
          </p:cNvPr>
          <p:cNvSpPr/>
          <p:nvPr userDrawn="1"/>
        </p:nvSpPr>
        <p:spPr>
          <a:xfrm>
            <a:off x="8529847" y="4749306"/>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반품완료일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87" name="직사각형 86">
            <a:extLst>
              <a:ext uri="{FF2B5EF4-FFF2-40B4-BE49-F238E27FC236}">
                <a16:creationId xmlns:a16="http://schemas.microsoft.com/office/drawing/2014/main" id="{1FCD2CBA-C61E-4B10-84F2-6F9C84480D99}"/>
              </a:ext>
            </a:extLst>
          </p:cNvPr>
          <p:cNvSpPr/>
          <p:nvPr userDrawn="1"/>
        </p:nvSpPr>
        <p:spPr>
          <a:xfrm>
            <a:off x="8511350" y="3159188"/>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반품신청일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88" name="사각형: 둥근 모서리 14">
            <a:extLst>
              <a:ext uri="{FF2B5EF4-FFF2-40B4-BE49-F238E27FC236}">
                <a16:creationId xmlns:a16="http://schemas.microsoft.com/office/drawing/2014/main" id="{ED8EEC5C-9926-4AF9-BE83-EFDA3B3643F8}"/>
              </a:ext>
            </a:extLst>
          </p:cNvPr>
          <p:cNvSpPr/>
          <p:nvPr userDrawn="1"/>
        </p:nvSpPr>
        <p:spPr>
          <a:xfrm>
            <a:off x="118741" y="527575"/>
            <a:ext cx="1148071" cy="2478003"/>
          </a:xfrm>
          <a:prstGeom prst="roundRect">
            <a:avLst>
              <a:gd name="adj" fmla="val 4472"/>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l">
              <a:lnSpc>
                <a:spcPct val="150000"/>
              </a:lnSpc>
            </a:pPr>
            <a:r>
              <a:rPr lang="ko-KR" altLang="en-US" sz="800" dirty="0">
                <a:solidFill>
                  <a:schemeClr val="tx1"/>
                </a:solidFill>
              </a:rPr>
              <a:t>○ 주문 목록</a:t>
            </a:r>
            <a:endParaRPr lang="en-US" altLang="ko-KR" sz="800" dirty="0">
              <a:solidFill>
                <a:schemeClr val="tx1"/>
              </a:solidFill>
            </a:endParaRPr>
          </a:p>
          <a:p>
            <a:pPr algn="l">
              <a:lnSpc>
                <a:spcPct val="150000"/>
              </a:lnSpc>
            </a:pPr>
            <a:r>
              <a:rPr lang="en-US" altLang="ko-KR" sz="700" dirty="0">
                <a:solidFill>
                  <a:schemeClr val="tx1"/>
                </a:solidFill>
              </a:rPr>
              <a:t>   - </a:t>
            </a:r>
            <a:r>
              <a:rPr lang="ko-KR" altLang="en-US" sz="700" dirty="0">
                <a:solidFill>
                  <a:schemeClr val="tx1"/>
                </a:solidFill>
              </a:rPr>
              <a:t>결제 완료 </a:t>
            </a:r>
            <a:r>
              <a:rPr lang="en-US" altLang="ko-KR" sz="700" dirty="0">
                <a:solidFill>
                  <a:schemeClr val="tx1"/>
                </a:solidFill>
              </a:rPr>
              <a:t>(5)</a:t>
            </a:r>
          </a:p>
          <a:p>
            <a:pPr algn="l">
              <a:lnSpc>
                <a:spcPct val="150000"/>
              </a:lnSpc>
            </a:pPr>
            <a:r>
              <a:rPr lang="en-US" altLang="ko-KR" sz="700" dirty="0">
                <a:solidFill>
                  <a:schemeClr val="tx1"/>
                </a:solidFill>
              </a:rPr>
              <a:t>   - </a:t>
            </a:r>
            <a:r>
              <a:rPr lang="ko-KR" altLang="en-US" sz="700" dirty="0">
                <a:solidFill>
                  <a:schemeClr val="tx1"/>
                </a:solidFill>
              </a:rPr>
              <a:t>배송 대기 중 </a:t>
            </a:r>
            <a:r>
              <a:rPr lang="en-US" altLang="ko-KR" sz="700" dirty="0">
                <a:solidFill>
                  <a:schemeClr val="tx1"/>
                </a:solidFill>
              </a:rPr>
              <a:t>(1)</a:t>
            </a:r>
          </a:p>
          <a:p>
            <a:pPr algn="l">
              <a:lnSpc>
                <a:spcPct val="150000"/>
              </a:lnSpc>
            </a:pPr>
            <a:r>
              <a:rPr lang="en-US" altLang="ko-KR" sz="700" dirty="0">
                <a:solidFill>
                  <a:schemeClr val="tx1"/>
                </a:solidFill>
              </a:rPr>
              <a:t>   - </a:t>
            </a:r>
            <a:r>
              <a:rPr lang="ko-KR" altLang="en-US" sz="700" dirty="0">
                <a:solidFill>
                  <a:schemeClr val="tx1"/>
                </a:solidFill>
              </a:rPr>
              <a:t>배송 중 </a:t>
            </a:r>
            <a:r>
              <a:rPr lang="en-US" altLang="ko-KR" sz="7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구매확정 </a:t>
            </a:r>
            <a:r>
              <a:rPr lang="en-US" altLang="ko-KR" sz="700" dirty="0">
                <a:solidFill>
                  <a:schemeClr val="tx1"/>
                </a:solidFill>
              </a:rPr>
              <a:t>(5)</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취소 목록 </a:t>
            </a:r>
            <a:r>
              <a:rPr lang="en-US" altLang="ko-KR" sz="8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취소 요청 </a:t>
            </a:r>
            <a:r>
              <a:rPr lang="en-US" altLang="ko-KR" sz="7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취소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반품 목록</a:t>
            </a:r>
            <a:endParaRPr lang="en-US" altLang="ko-KR" sz="800" dirty="0">
              <a:solidFill>
                <a:schemeClr val="tx1"/>
              </a:solidFill>
            </a:endParaRP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반품 신청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반품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교환 목록</a:t>
            </a:r>
            <a:endParaRPr lang="en-US" altLang="ko-KR" sz="800" dirty="0">
              <a:solidFill>
                <a:schemeClr val="tx1"/>
              </a:solidFill>
            </a:endParaRP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교환 신청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교환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dirty="0">
              <a:solidFill>
                <a:schemeClr val="tx1"/>
              </a:solidFill>
            </a:endParaRPr>
          </a:p>
          <a:p>
            <a:pPr algn="l">
              <a:lnSpc>
                <a:spcPct val="150000"/>
              </a:lnSpc>
            </a:pPr>
            <a:endParaRPr lang="en-US" altLang="ko-KR" sz="700" dirty="0">
              <a:solidFill>
                <a:schemeClr val="tx1"/>
              </a:solidFill>
            </a:endParaRPr>
          </a:p>
          <a:p>
            <a:pPr algn="l">
              <a:lnSpc>
                <a:spcPct val="150000"/>
              </a:lnSpc>
            </a:pPr>
            <a:endParaRPr lang="en-US" altLang="ko-KR" sz="700" dirty="0">
              <a:solidFill>
                <a:schemeClr val="tx1"/>
              </a:solidFill>
            </a:endParaRPr>
          </a:p>
        </p:txBody>
      </p:sp>
    </p:spTree>
    <p:extLst>
      <p:ext uri="{BB962C8B-B14F-4D97-AF65-F5344CB8AC3E}">
        <p14:creationId xmlns:p14="http://schemas.microsoft.com/office/powerpoint/2010/main" val="2883193807"/>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4_마이페이지 기본틀 긴화면">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605EB3FE-840F-4EF5-9033-AEA247AA349D}"/>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7F3ADF11-B500-4F1F-9425-9A4206C95698}"/>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E1EE8C42-4447-4ABF-B019-DBAAC2F5B704}"/>
              </a:ext>
            </a:extLst>
          </p:cNvPr>
          <p:cNvSpPr/>
          <p:nvPr userDrawn="1"/>
        </p:nvSpPr>
        <p:spPr>
          <a:xfrm>
            <a:off x="41208" y="34272"/>
            <a:ext cx="10071693" cy="39509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a:extLst>
              <a:ext uri="{FF2B5EF4-FFF2-40B4-BE49-F238E27FC236}">
                <a16:creationId xmlns:a16="http://schemas.microsoft.com/office/drawing/2014/main" id="{271E5BA9-5F15-40D8-B41F-7E9A2E6D410E}"/>
              </a:ext>
            </a:extLst>
          </p:cNvPr>
          <p:cNvGrpSpPr/>
          <p:nvPr userDrawn="1"/>
        </p:nvGrpSpPr>
        <p:grpSpPr>
          <a:xfrm>
            <a:off x="118741" y="94475"/>
            <a:ext cx="1148071" cy="273280"/>
            <a:chOff x="2843808" y="1955121"/>
            <a:chExt cx="1674813" cy="596970"/>
          </a:xfrm>
          <a:solidFill>
            <a:schemeClr val="bg1">
              <a:lumMod val="95000"/>
            </a:schemeClr>
          </a:solidFill>
        </p:grpSpPr>
        <p:sp>
          <p:nvSpPr>
            <p:cNvPr id="7" name="Border">
              <a:extLst>
                <a:ext uri="{FF2B5EF4-FFF2-40B4-BE49-F238E27FC236}">
                  <a16:creationId xmlns:a16="http://schemas.microsoft.com/office/drawing/2014/main" id="{F9AB7030-82F1-4D0A-BB74-93A1FE8B0C2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60965009-092E-411F-B241-49E3CEC459C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4FEB3E1A-4091-4ECD-B830-5B00388FE8A7}"/>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TextBox 9">
              <a:extLst>
                <a:ext uri="{FF2B5EF4-FFF2-40B4-BE49-F238E27FC236}">
                  <a16:creationId xmlns:a16="http://schemas.microsoft.com/office/drawing/2014/main" id="{A7AA3F6C-E931-4772-B894-ACDAB4151BE9}"/>
                </a:ext>
              </a:extLst>
            </p:cNvPr>
            <p:cNvSpPr txBox="1"/>
            <p:nvPr/>
          </p:nvSpPr>
          <p:spPr>
            <a:xfrm>
              <a:off x="3335780" y="2018289"/>
              <a:ext cx="690867" cy="470629"/>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54" name="직사각형 53">
            <a:extLst>
              <a:ext uri="{FF2B5EF4-FFF2-40B4-BE49-F238E27FC236}">
                <a16:creationId xmlns:a16="http://schemas.microsoft.com/office/drawing/2014/main" id="{F450E196-5852-43B7-99A3-92E857F36AFC}"/>
              </a:ext>
            </a:extLst>
          </p:cNvPr>
          <p:cNvSpPr/>
          <p:nvPr userDrawn="1"/>
        </p:nvSpPr>
        <p:spPr>
          <a:xfrm>
            <a:off x="1423732" y="481757"/>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55" name="직사각형 54">
            <a:extLst>
              <a:ext uri="{FF2B5EF4-FFF2-40B4-BE49-F238E27FC236}">
                <a16:creationId xmlns:a16="http://schemas.microsoft.com/office/drawing/2014/main" id="{8AE35E3B-3484-482E-8AC9-B152A0721C5D}"/>
              </a:ext>
            </a:extLst>
          </p:cNvPr>
          <p:cNvSpPr/>
          <p:nvPr userDrawn="1"/>
        </p:nvSpPr>
        <p:spPr>
          <a:xfrm>
            <a:off x="8025304" y="481757"/>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
        <p:nvSpPr>
          <p:cNvPr id="34" name="직사각형 33">
            <a:extLst>
              <a:ext uri="{FF2B5EF4-FFF2-40B4-BE49-F238E27FC236}">
                <a16:creationId xmlns:a16="http://schemas.microsoft.com/office/drawing/2014/main" id="{EE4742BF-99E5-4378-9C8B-60FC9AA23DE2}"/>
              </a:ext>
            </a:extLst>
          </p:cNvPr>
          <p:cNvSpPr/>
          <p:nvPr userDrawn="1"/>
        </p:nvSpPr>
        <p:spPr>
          <a:xfrm>
            <a:off x="7086600" y="104509"/>
            <a:ext cx="3017529" cy="253211"/>
          </a:xfrm>
          <a:prstGeom prst="rect">
            <a:avLst/>
          </a:prstGeom>
        </p:spPr>
        <p:txBody>
          <a:bodyPr wrap="square">
            <a:spAutoFit/>
          </a:bodyPr>
          <a:lstStyle/>
          <a:p>
            <a:pPr algn="r">
              <a:lnSpc>
                <a:spcPct val="150000"/>
              </a:lnSpc>
            </a:pPr>
            <a:r>
              <a:rPr lang="ko-KR" altLang="en-US" sz="800" b="0" dirty="0">
                <a:latin typeface="+mj-ea"/>
                <a:ea typeface="+mj-ea"/>
              </a:rPr>
              <a:t>채널관리자  </a:t>
            </a:r>
            <a:r>
              <a:rPr lang="en-US" altLang="ko-KR" sz="800" b="0" dirty="0">
                <a:latin typeface="+mj-ea"/>
                <a:ea typeface="+mj-ea"/>
              </a:rPr>
              <a:t>  </a:t>
            </a:r>
            <a:r>
              <a:rPr lang="en-US" altLang="ko-KR" sz="800" dirty="0">
                <a:solidFill>
                  <a:schemeClr val="bg1">
                    <a:lumMod val="75000"/>
                  </a:schemeClr>
                </a:solidFill>
                <a:latin typeface="+mj-ea"/>
                <a:ea typeface="+mj-ea"/>
              </a:rPr>
              <a:t>|   </a:t>
            </a:r>
            <a:r>
              <a:rPr lang="ko-KR" altLang="en-US" sz="800" b="0" dirty="0" err="1">
                <a:latin typeface="+mj-ea"/>
                <a:ea typeface="+mj-ea"/>
              </a:rPr>
              <a:t>회원명</a:t>
            </a:r>
            <a:r>
              <a:rPr lang="ko-KR" altLang="en-US" sz="800" b="0" dirty="0">
                <a:latin typeface="+mj-ea"/>
                <a:ea typeface="+mj-ea"/>
              </a:rPr>
              <a:t>  </a:t>
            </a:r>
            <a:r>
              <a:rPr lang="en-US" altLang="ko-KR" sz="800" b="0" dirty="0">
                <a:latin typeface="+mj-ea"/>
                <a:ea typeface="+mj-ea"/>
              </a:rPr>
              <a:t>  </a:t>
            </a:r>
            <a:r>
              <a:rPr lang="en-US" altLang="ko-KR" sz="800" dirty="0">
                <a:solidFill>
                  <a:schemeClr val="bg1">
                    <a:lumMod val="75000"/>
                  </a:schemeClr>
                </a:solidFill>
                <a:latin typeface="+mj-ea"/>
                <a:ea typeface="+mj-ea"/>
              </a:rPr>
              <a:t>|  </a:t>
            </a:r>
            <a:r>
              <a:rPr lang="ko-KR" altLang="en-US" sz="800" dirty="0">
                <a:latin typeface="+mj-ea"/>
                <a:ea typeface="+mj-ea"/>
              </a:rPr>
              <a:t>총 포인트 </a:t>
            </a:r>
            <a:r>
              <a:rPr lang="en-US" altLang="ko-KR" sz="800" dirty="0">
                <a:latin typeface="+mj-ea"/>
                <a:ea typeface="+mj-ea"/>
              </a:rPr>
              <a:t>( 00 )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sp>
        <p:nvSpPr>
          <p:cNvPr id="35" name="사각형: 둥근 모서리 34">
            <a:extLst>
              <a:ext uri="{FF2B5EF4-FFF2-40B4-BE49-F238E27FC236}">
                <a16:creationId xmlns:a16="http://schemas.microsoft.com/office/drawing/2014/main" id="{4BE00F5F-5536-4E7F-BA72-D19A9BC94752}"/>
              </a:ext>
            </a:extLst>
          </p:cNvPr>
          <p:cNvSpPr/>
          <p:nvPr userDrawn="1"/>
        </p:nvSpPr>
        <p:spPr>
          <a:xfrm>
            <a:off x="1475329" y="141986"/>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36" name="웃는 얼굴 35">
            <a:extLst>
              <a:ext uri="{FF2B5EF4-FFF2-40B4-BE49-F238E27FC236}">
                <a16:creationId xmlns:a16="http://schemas.microsoft.com/office/drawing/2014/main" id="{5058C951-C9B0-4D78-915C-A2B051F5EFB7}"/>
              </a:ext>
            </a:extLst>
          </p:cNvPr>
          <p:cNvSpPr/>
          <p:nvPr userDrawn="1"/>
        </p:nvSpPr>
        <p:spPr>
          <a:xfrm>
            <a:off x="1528390" y="178856"/>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7" name="사각형: 둥근 모서리 36">
            <a:extLst>
              <a:ext uri="{FF2B5EF4-FFF2-40B4-BE49-F238E27FC236}">
                <a16:creationId xmlns:a16="http://schemas.microsoft.com/office/drawing/2014/main" id="{4EE483C6-A3EF-4A86-8944-62F79D5D4C2B}"/>
              </a:ext>
            </a:extLst>
          </p:cNvPr>
          <p:cNvSpPr/>
          <p:nvPr userDrawn="1"/>
        </p:nvSpPr>
        <p:spPr>
          <a:xfrm>
            <a:off x="2299780" y="147229"/>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38" name="웃는 얼굴 37">
            <a:extLst>
              <a:ext uri="{FF2B5EF4-FFF2-40B4-BE49-F238E27FC236}">
                <a16:creationId xmlns:a16="http://schemas.microsoft.com/office/drawing/2014/main" id="{B6DD66FB-93B6-4629-A0FE-CAB0460A9E23}"/>
              </a:ext>
            </a:extLst>
          </p:cNvPr>
          <p:cNvSpPr/>
          <p:nvPr userDrawn="1"/>
        </p:nvSpPr>
        <p:spPr>
          <a:xfrm>
            <a:off x="2352841" y="184099"/>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9" name="사각형: 둥근 모서리 38">
            <a:extLst>
              <a:ext uri="{FF2B5EF4-FFF2-40B4-BE49-F238E27FC236}">
                <a16:creationId xmlns:a16="http://schemas.microsoft.com/office/drawing/2014/main" id="{0E3136A0-B269-4DE9-97F7-A5742F5065F7}"/>
              </a:ext>
            </a:extLst>
          </p:cNvPr>
          <p:cNvSpPr/>
          <p:nvPr userDrawn="1"/>
        </p:nvSpPr>
        <p:spPr>
          <a:xfrm>
            <a:off x="3124167" y="136743"/>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40" name="웃는 얼굴 39">
            <a:extLst>
              <a:ext uri="{FF2B5EF4-FFF2-40B4-BE49-F238E27FC236}">
                <a16:creationId xmlns:a16="http://schemas.microsoft.com/office/drawing/2014/main" id="{CF1B7F19-E9EA-42F1-A722-6FED2EFC37D4}"/>
              </a:ext>
            </a:extLst>
          </p:cNvPr>
          <p:cNvSpPr/>
          <p:nvPr userDrawn="1"/>
        </p:nvSpPr>
        <p:spPr>
          <a:xfrm>
            <a:off x="3177228" y="173613"/>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 name="사각형: 둥근 모서리 40">
            <a:extLst>
              <a:ext uri="{FF2B5EF4-FFF2-40B4-BE49-F238E27FC236}">
                <a16:creationId xmlns:a16="http://schemas.microsoft.com/office/drawing/2014/main" id="{DDF40C9B-0FC3-43CD-89CD-A6DCAD517C2A}"/>
              </a:ext>
            </a:extLst>
          </p:cNvPr>
          <p:cNvSpPr/>
          <p:nvPr userDrawn="1"/>
        </p:nvSpPr>
        <p:spPr>
          <a:xfrm>
            <a:off x="3948618" y="141986"/>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42" name="웃는 얼굴 41">
            <a:extLst>
              <a:ext uri="{FF2B5EF4-FFF2-40B4-BE49-F238E27FC236}">
                <a16:creationId xmlns:a16="http://schemas.microsoft.com/office/drawing/2014/main" id="{052FBC93-13AB-4459-8D55-848F7C413149}"/>
              </a:ext>
            </a:extLst>
          </p:cNvPr>
          <p:cNvSpPr/>
          <p:nvPr userDrawn="1"/>
        </p:nvSpPr>
        <p:spPr>
          <a:xfrm>
            <a:off x="4001679" y="178856"/>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44" name="표 20">
            <a:extLst>
              <a:ext uri="{FF2B5EF4-FFF2-40B4-BE49-F238E27FC236}">
                <a16:creationId xmlns:a16="http://schemas.microsoft.com/office/drawing/2014/main" id="{08B80639-AA56-43F9-B723-58297E04A4BA}"/>
              </a:ext>
            </a:extLst>
          </p:cNvPr>
          <p:cNvGraphicFramePr>
            <a:graphicFrameLocks noGrp="1"/>
          </p:cNvGraphicFramePr>
          <p:nvPr userDrawn="1">
            <p:extLst>
              <p:ext uri="{D42A27DB-BD31-4B8C-83A1-F6EECF244321}">
                <p14:modId xmlns:p14="http://schemas.microsoft.com/office/powerpoint/2010/main" val="3821561293"/>
              </p:ext>
            </p:extLst>
          </p:nvPr>
        </p:nvGraphicFramePr>
        <p:xfrm>
          <a:off x="40495" y="3269414"/>
          <a:ext cx="1305704" cy="190500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정보관리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lnSpc>
                          <a:spcPct val="150000"/>
                        </a:lnSpc>
                      </a:pPr>
                      <a:r>
                        <a:rPr lang="en-US" altLang="ko-KR" sz="700" dirty="0"/>
                        <a:t>   -  </a:t>
                      </a:r>
                      <a:r>
                        <a:rPr lang="ko-KR" altLang="en-US" sz="700" dirty="0"/>
                        <a:t>회원 정보 수정</a:t>
                      </a:r>
                      <a:endParaRPr lang="en-US" altLang="ko-KR" sz="700" dirty="0"/>
                    </a:p>
                    <a:p>
                      <a:pPr latinLnBrk="1">
                        <a:lnSpc>
                          <a:spcPct val="150000"/>
                        </a:lnSpc>
                      </a:pPr>
                      <a:r>
                        <a:rPr lang="en-US" altLang="ko-KR" sz="700" dirty="0"/>
                        <a:t>   -  </a:t>
                      </a:r>
                      <a:r>
                        <a:rPr lang="ko-KR" altLang="en-US" sz="700" dirty="0" err="1"/>
                        <a:t>배송지</a:t>
                      </a:r>
                      <a:r>
                        <a:rPr lang="ko-KR" altLang="en-US" sz="700" dirty="0"/>
                        <a:t> 설정</a:t>
                      </a:r>
                      <a:endParaRPr lang="en-US" altLang="ko-KR" sz="700" dirty="0"/>
                    </a:p>
                    <a:p>
                      <a:pPr latinLnBrk="1">
                        <a:lnSpc>
                          <a:spcPct val="150000"/>
                        </a:lnSpc>
                      </a:pPr>
                      <a:endParaRPr lang="en-US" altLang="ko-KR" sz="700" dirty="0"/>
                    </a:p>
                    <a:p>
                      <a:pPr latinLnBrk="1">
                        <a:lnSpc>
                          <a:spcPct val="150000"/>
                        </a:lnSpc>
                      </a:pPr>
                      <a:r>
                        <a:rPr lang="en-US" altLang="ko-KR" sz="700" dirty="0"/>
                        <a:t>   -  </a:t>
                      </a:r>
                      <a:r>
                        <a:rPr lang="ko-KR" altLang="en-US" sz="700" dirty="0"/>
                        <a:t>회원 탈퇴 신청</a:t>
                      </a:r>
                      <a:endParaRPr lang="en-US" altLang="ko-KR" sz="700" dirty="0"/>
                    </a:p>
                    <a:p>
                      <a:pPr latinLnBrk="1"/>
                      <a:endParaRPr lang="en-US" altLang="ko-KR" sz="7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710769806"/>
                  </a:ext>
                </a:extLst>
              </a:tr>
              <a:tr h="0">
                <a:tc>
                  <a:txBody>
                    <a:bodyPr/>
                    <a:lstStyle/>
                    <a:p>
                      <a:pPr latinLnBrk="1"/>
                      <a:r>
                        <a:rPr lang="ko-KR" altLang="en-US" sz="800" dirty="0"/>
                        <a:t>○ 방문한 채널</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포인트 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장바구니 목록</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951731866"/>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a:t>
                      </a:r>
                      <a:r>
                        <a:rPr lang="ko-KR" altLang="en-US" sz="800" dirty="0" err="1"/>
                        <a:t>찜한</a:t>
                      </a:r>
                      <a:r>
                        <a:rPr lang="ko-KR" altLang="en-US" sz="800" dirty="0"/>
                        <a:t> 상품 목록</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629674474"/>
                  </a:ext>
                </a:extLst>
              </a:tr>
            </a:tbl>
          </a:graphicData>
        </a:graphic>
      </p:graphicFrame>
      <p:sp>
        <p:nvSpPr>
          <p:cNvPr id="45" name="TextBox 44">
            <a:extLst>
              <a:ext uri="{FF2B5EF4-FFF2-40B4-BE49-F238E27FC236}">
                <a16:creationId xmlns:a16="http://schemas.microsoft.com/office/drawing/2014/main" id="{4BEBBFBE-1685-40D5-8904-B19BD1969A4D}"/>
              </a:ext>
            </a:extLst>
          </p:cNvPr>
          <p:cNvSpPr txBox="1"/>
          <p:nvPr userDrawn="1"/>
        </p:nvSpPr>
        <p:spPr>
          <a:xfrm rot="10800000">
            <a:off x="1073023" y="6422896"/>
            <a:ext cx="276038" cy="246221"/>
          </a:xfrm>
          <a:prstGeom prst="rect">
            <a:avLst/>
          </a:prstGeom>
          <a:noFill/>
        </p:spPr>
        <p:txBody>
          <a:bodyPr wrap="none" rtlCol="0">
            <a:spAutoFit/>
          </a:bodyPr>
          <a:lstStyle/>
          <a:p>
            <a:r>
              <a:rPr lang="ko-KR" altLang="en-US" sz="1000" b="1" dirty="0"/>
              <a:t>∨</a:t>
            </a:r>
          </a:p>
        </p:txBody>
      </p:sp>
      <p:sp>
        <p:nvSpPr>
          <p:cNvPr id="46" name="TextBox 45">
            <a:extLst>
              <a:ext uri="{FF2B5EF4-FFF2-40B4-BE49-F238E27FC236}">
                <a16:creationId xmlns:a16="http://schemas.microsoft.com/office/drawing/2014/main" id="{D2E5C58A-F5DE-41DF-B495-4379C69E649A}"/>
              </a:ext>
            </a:extLst>
          </p:cNvPr>
          <p:cNvSpPr txBox="1"/>
          <p:nvPr userDrawn="1"/>
        </p:nvSpPr>
        <p:spPr>
          <a:xfrm>
            <a:off x="1110536" y="3239441"/>
            <a:ext cx="276038" cy="246221"/>
          </a:xfrm>
          <a:prstGeom prst="rect">
            <a:avLst/>
          </a:prstGeom>
          <a:noFill/>
        </p:spPr>
        <p:txBody>
          <a:bodyPr wrap="none" rtlCol="0">
            <a:spAutoFit/>
          </a:bodyPr>
          <a:lstStyle/>
          <a:p>
            <a:r>
              <a:rPr lang="ko-KR" altLang="en-US" sz="1000" b="1" dirty="0"/>
              <a:t>∨</a:t>
            </a:r>
          </a:p>
        </p:txBody>
      </p:sp>
      <p:graphicFrame>
        <p:nvGraphicFramePr>
          <p:cNvPr id="56" name="표 20">
            <a:extLst>
              <a:ext uri="{FF2B5EF4-FFF2-40B4-BE49-F238E27FC236}">
                <a16:creationId xmlns:a16="http://schemas.microsoft.com/office/drawing/2014/main" id="{D91275E4-21F9-49D4-AC30-5423FB7F6B11}"/>
              </a:ext>
            </a:extLst>
          </p:cNvPr>
          <p:cNvGraphicFramePr>
            <a:graphicFrameLocks noGrp="1"/>
          </p:cNvGraphicFramePr>
          <p:nvPr userDrawn="1">
            <p:extLst>
              <p:ext uri="{D42A27DB-BD31-4B8C-83A1-F6EECF244321}">
                <p14:modId xmlns:p14="http://schemas.microsoft.com/office/powerpoint/2010/main" val="917615579"/>
              </p:ext>
            </p:extLst>
          </p:nvPr>
        </p:nvGraphicFramePr>
        <p:xfrm>
          <a:off x="44781" y="5770560"/>
          <a:ext cx="1305704" cy="85344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서비스 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주요기능</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가입안내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r h="0">
                <a:tc>
                  <a:txBody>
                    <a:bodyPr/>
                    <a:lstStyle/>
                    <a:p>
                      <a:pPr latinLnBrk="1"/>
                      <a:r>
                        <a:rPr lang="ko-KR" altLang="en-US" sz="800" dirty="0"/>
                        <a:t>○ 고객센터</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878359119"/>
                  </a:ext>
                </a:extLst>
              </a:tr>
            </a:tbl>
          </a:graphicData>
        </a:graphic>
      </p:graphicFrame>
      <p:sp>
        <p:nvSpPr>
          <p:cNvPr id="57" name="TextBox 56">
            <a:extLst>
              <a:ext uri="{FF2B5EF4-FFF2-40B4-BE49-F238E27FC236}">
                <a16:creationId xmlns:a16="http://schemas.microsoft.com/office/drawing/2014/main" id="{89536F43-F5AD-4476-97B7-23CC481F03BF}"/>
              </a:ext>
            </a:extLst>
          </p:cNvPr>
          <p:cNvSpPr txBox="1"/>
          <p:nvPr userDrawn="1"/>
        </p:nvSpPr>
        <p:spPr>
          <a:xfrm>
            <a:off x="18077" y="5541382"/>
            <a:ext cx="1182036" cy="215444"/>
          </a:xfrm>
          <a:prstGeom prst="rect">
            <a:avLst/>
          </a:prstGeom>
          <a:noFill/>
        </p:spPr>
        <p:txBody>
          <a:bodyPr wrap="square">
            <a:spAutoFit/>
          </a:bodyPr>
          <a:lstStyle/>
          <a:p>
            <a:pPr latinLnBrk="1"/>
            <a:r>
              <a:rPr lang="ko-KR" altLang="en-US" sz="800" b="1" dirty="0">
                <a:solidFill>
                  <a:schemeClr val="bg1">
                    <a:lumMod val="50000"/>
                  </a:schemeClr>
                </a:solidFill>
              </a:rPr>
              <a:t> </a:t>
            </a:r>
            <a:r>
              <a:rPr lang="en-US" altLang="ko-KR" sz="800" b="1" dirty="0">
                <a:solidFill>
                  <a:schemeClr val="bg1">
                    <a:lumMod val="50000"/>
                  </a:schemeClr>
                </a:solidFill>
              </a:rPr>
              <a:t>Me9 Market </a:t>
            </a:r>
            <a:endParaRPr lang="ko-KR" altLang="en-US" sz="800" b="1" dirty="0">
              <a:solidFill>
                <a:schemeClr val="bg1">
                  <a:lumMod val="50000"/>
                </a:schemeClr>
              </a:solidFill>
            </a:endParaRPr>
          </a:p>
        </p:txBody>
      </p:sp>
      <p:sp>
        <p:nvSpPr>
          <p:cNvPr id="58" name="TextBox 57">
            <a:extLst>
              <a:ext uri="{FF2B5EF4-FFF2-40B4-BE49-F238E27FC236}">
                <a16:creationId xmlns:a16="http://schemas.microsoft.com/office/drawing/2014/main" id="{4A174763-997B-4A6C-B7DA-8E180088844C}"/>
              </a:ext>
            </a:extLst>
          </p:cNvPr>
          <p:cNvSpPr txBox="1"/>
          <p:nvPr userDrawn="1"/>
        </p:nvSpPr>
        <p:spPr>
          <a:xfrm>
            <a:off x="29006" y="3052016"/>
            <a:ext cx="1182036" cy="215444"/>
          </a:xfrm>
          <a:prstGeom prst="rect">
            <a:avLst/>
          </a:prstGeom>
          <a:noFill/>
        </p:spPr>
        <p:txBody>
          <a:bodyPr wrap="square">
            <a:spAutoFit/>
          </a:bodyPr>
          <a:lstStyle/>
          <a:p>
            <a:pPr latinLnBrk="1"/>
            <a:r>
              <a:rPr lang="ko-KR" altLang="en-US" sz="800" b="1" dirty="0">
                <a:solidFill>
                  <a:schemeClr val="bg1">
                    <a:lumMod val="50000"/>
                  </a:schemeClr>
                </a:solidFill>
              </a:rPr>
              <a:t> 주요메뉴</a:t>
            </a:r>
            <a:r>
              <a:rPr lang="en-US" altLang="ko-KR" sz="800" b="1" dirty="0">
                <a:solidFill>
                  <a:schemeClr val="bg1">
                    <a:lumMod val="50000"/>
                  </a:schemeClr>
                </a:solidFill>
              </a:rPr>
              <a:t> </a:t>
            </a:r>
            <a:endParaRPr lang="ko-KR" altLang="en-US" sz="800" b="1" dirty="0">
              <a:solidFill>
                <a:schemeClr val="bg1">
                  <a:lumMod val="50000"/>
                </a:schemeClr>
              </a:solidFill>
            </a:endParaRPr>
          </a:p>
        </p:txBody>
      </p:sp>
      <p:sp>
        <p:nvSpPr>
          <p:cNvPr id="53" name="직사각형 52">
            <a:extLst>
              <a:ext uri="{FF2B5EF4-FFF2-40B4-BE49-F238E27FC236}">
                <a16:creationId xmlns:a16="http://schemas.microsoft.com/office/drawing/2014/main" id="{6BA00956-B14B-4BD2-91E9-94D97D4BC2C0}"/>
              </a:ext>
            </a:extLst>
          </p:cNvPr>
          <p:cNvSpPr/>
          <p:nvPr userDrawn="1"/>
        </p:nvSpPr>
        <p:spPr>
          <a:xfrm>
            <a:off x="41208" y="429370"/>
            <a:ext cx="1304991"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29" name="표 4">
            <a:extLst>
              <a:ext uri="{FF2B5EF4-FFF2-40B4-BE49-F238E27FC236}">
                <a16:creationId xmlns:a16="http://schemas.microsoft.com/office/drawing/2014/main" id="{CE7ED93B-C72D-438F-A482-DB844237929C}"/>
              </a:ext>
            </a:extLst>
          </p:cNvPr>
          <p:cNvGraphicFramePr>
            <a:graphicFrameLocks noGrp="1"/>
          </p:cNvGraphicFramePr>
          <p:nvPr userDrawn="1">
            <p:extLst>
              <p:ext uri="{D42A27DB-BD31-4B8C-83A1-F6EECF244321}">
                <p14:modId xmlns:p14="http://schemas.microsoft.com/office/powerpoint/2010/main" val="3085508139"/>
              </p:ext>
            </p:extLst>
          </p:nvPr>
        </p:nvGraphicFramePr>
        <p:xfrm>
          <a:off x="2067965" y="1051241"/>
          <a:ext cx="7315200" cy="321854"/>
        </p:xfrm>
        <a:graphic>
          <a:graphicData uri="http://schemas.openxmlformats.org/drawingml/2006/table">
            <a:tbl>
              <a:tblPr firstRow="1" bandRow="1">
                <a:tableStyleId>{5940675A-B579-460E-94D1-54222C63F5DA}</a:tableStyleId>
              </a:tblPr>
              <a:tblGrid>
                <a:gridCol w="1828800">
                  <a:extLst>
                    <a:ext uri="{9D8B030D-6E8A-4147-A177-3AD203B41FA5}">
                      <a16:colId xmlns:a16="http://schemas.microsoft.com/office/drawing/2014/main" val="3306315618"/>
                    </a:ext>
                  </a:extLst>
                </a:gridCol>
                <a:gridCol w="1828800">
                  <a:extLst>
                    <a:ext uri="{9D8B030D-6E8A-4147-A177-3AD203B41FA5}">
                      <a16:colId xmlns:a16="http://schemas.microsoft.com/office/drawing/2014/main" val="3684204346"/>
                    </a:ext>
                  </a:extLst>
                </a:gridCol>
                <a:gridCol w="1828800">
                  <a:extLst>
                    <a:ext uri="{9D8B030D-6E8A-4147-A177-3AD203B41FA5}">
                      <a16:colId xmlns:a16="http://schemas.microsoft.com/office/drawing/2014/main" val="1934738033"/>
                    </a:ext>
                  </a:extLst>
                </a:gridCol>
                <a:gridCol w="1828800">
                  <a:extLst>
                    <a:ext uri="{9D8B030D-6E8A-4147-A177-3AD203B41FA5}">
                      <a16:colId xmlns:a16="http://schemas.microsoft.com/office/drawing/2014/main" val="189309699"/>
                    </a:ext>
                  </a:extLst>
                </a:gridCol>
              </a:tblGrid>
              <a:tr h="321854">
                <a:tc>
                  <a:txBody>
                    <a:bodyPr/>
                    <a:lstStyle/>
                    <a:p>
                      <a:pPr algn="ctr" latinLnBrk="1"/>
                      <a:r>
                        <a:rPr lang="ko-KR" altLang="en-US" sz="1000" b="0" dirty="0">
                          <a:solidFill>
                            <a:schemeClr val="tx1"/>
                          </a:solidFill>
                        </a:rPr>
                        <a:t>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1" dirty="0">
                          <a:solidFill>
                            <a:schemeClr val="bg1"/>
                          </a:solidFill>
                        </a:rPr>
                        <a:t>취소</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1000" dirty="0"/>
                        <a:t>반품</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1000" dirty="0"/>
                        <a:t>교환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2825709569"/>
                  </a:ext>
                </a:extLst>
              </a:tr>
            </a:tbl>
          </a:graphicData>
        </a:graphic>
      </p:graphicFrame>
      <p:graphicFrame>
        <p:nvGraphicFramePr>
          <p:cNvPr id="30" name="표 13">
            <a:extLst>
              <a:ext uri="{FF2B5EF4-FFF2-40B4-BE49-F238E27FC236}">
                <a16:creationId xmlns:a16="http://schemas.microsoft.com/office/drawing/2014/main" id="{1100483C-DB73-467D-AC41-30699A5DB869}"/>
              </a:ext>
            </a:extLst>
          </p:cNvPr>
          <p:cNvGraphicFramePr>
            <a:graphicFrameLocks noGrp="1"/>
          </p:cNvGraphicFramePr>
          <p:nvPr userDrawn="1">
            <p:extLst>
              <p:ext uri="{D42A27DB-BD31-4B8C-83A1-F6EECF244321}">
                <p14:modId xmlns:p14="http://schemas.microsoft.com/office/powerpoint/2010/main" val="2824662813"/>
              </p:ext>
            </p:extLst>
          </p:nvPr>
        </p:nvGraphicFramePr>
        <p:xfrm>
          <a:off x="2079520" y="2756709"/>
          <a:ext cx="7315200" cy="853440"/>
        </p:xfrm>
        <a:graphic>
          <a:graphicData uri="http://schemas.openxmlformats.org/drawingml/2006/table">
            <a:tbl>
              <a:tblPr firstRow="1" bandRow="1">
                <a:tableStyleId>{5940675A-B579-460E-94D1-54222C63F5DA}</a:tableStyleId>
              </a:tblPr>
              <a:tblGrid>
                <a:gridCol w="843481">
                  <a:extLst>
                    <a:ext uri="{9D8B030D-6E8A-4147-A177-3AD203B41FA5}">
                      <a16:colId xmlns:a16="http://schemas.microsoft.com/office/drawing/2014/main" val="2416159356"/>
                    </a:ext>
                  </a:extLst>
                </a:gridCol>
                <a:gridCol w="3390999">
                  <a:extLst>
                    <a:ext uri="{9D8B030D-6E8A-4147-A177-3AD203B41FA5}">
                      <a16:colId xmlns:a16="http://schemas.microsoft.com/office/drawing/2014/main" val="4215256312"/>
                    </a:ext>
                  </a:extLst>
                </a:gridCol>
                <a:gridCol w="438168">
                  <a:extLst>
                    <a:ext uri="{9D8B030D-6E8A-4147-A177-3AD203B41FA5}">
                      <a16:colId xmlns:a16="http://schemas.microsoft.com/office/drawing/2014/main" val="2751414510"/>
                    </a:ext>
                  </a:extLst>
                </a:gridCol>
                <a:gridCol w="438168">
                  <a:extLst>
                    <a:ext uri="{9D8B030D-6E8A-4147-A177-3AD203B41FA5}">
                      <a16:colId xmlns:a16="http://schemas.microsoft.com/office/drawing/2014/main" val="3916658608"/>
                    </a:ext>
                  </a:extLst>
                </a:gridCol>
                <a:gridCol w="438168">
                  <a:extLst>
                    <a:ext uri="{9D8B030D-6E8A-4147-A177-3AD203B41FA5}">
                      <a16:colId xmlns:a16="http://schemas.microsoft.com/office/drawing/2014/main" val="2117488308"/>
                    </a:ext>
                  </a:extLst>
                </a:gridCol>
                <a:gridCol w="963843">
                  <a:extLst>
                    <a:ext uri="{9D8B030D-6E8A-4147-A177-3AD203B41FA5}">
                      <a16:colId xmlns:a16="http://schemas.microsoft.com/office/drawing/2014/main" val="739747790"/>
                    </a:ext>
                  </a:extLst>
                </a:gridCol>
                <a:gridCol w="802373">
                  <a:extLst>
                    <a:ext uri="{9D8B030D-6E8A-4147-A177-3AD203B41FA5}">
                      <a16:colId xmlns:a16="http://schemas.microsoft.com/office/drawing/2014/main" val="3960621706"/>
                    </a:ext>
                  </a:extLst>
                </a:gridCol>
              </a:tblGrid>
              <a:tr h="0">
                <a:tc gridSpan="7">
                  <a:txBody>
                    <a:bodyPr/>
                    <a:lstStyle/>
                    <a:p>
                      <a:pPr latinLnBrk="1"/>
                      <a:r>
                        <a:rPr lang="en-US" altLang="ko-KR" sz="800" b="1" dirty="0">
                          <a:solidFill>
                            <a:schemeClr val="bg1">
                              <a:lumMod val="65000"/>
                            </a:schemeClr>
                          </a:solidFill>
                        </a:rPr>
                        <a:t>Shop </a:t>
                      </a:r>
                      <a:r>
                        <a:rPr lang="ko-KR" altLang="en-US" sz="800" b="1" dirty="0" err="1">
                          <a:solidFill>
                            <a:schemeClr val="bg1">
                              <a:lumMod val="65000"/>
                            </a:schemeClr>
                          </a:solidFill>
                        </a:rPr>
                        <a:t>채널명</a:t>
                      </a:r>
                      <a:r>
                        <a:rPr lang="ko-KR" altLang="en-US" sz="800" b="1" dirty="0">
                          <a:solidFill>
                            <a:schemeClr val="bg1">
                              <a:lumMod val="65000"/>
                            </a:schemeClr>
                          </a:solidFill>
                        </a:rPr>
                        <a:t> </a:t>
                      </a:r>
                      <a:r>
                        <a:rPr lang="en-US" altLang="ko-KR" sz="800" b="1" dirty="0">
                          <a:solidFill>
                            <a:schemeClr val="bg1">
                              <a:lumMod val="65000"/>
                            </a:schemeClr>
                          </a:solidFill>
                        </a:rPr>
                        <a:t>|</a:t>
                      </a:r>
                      <a:r>
                        <a:rPr lang="ko-KR" altLang="en-US" sz="800" b="1" dirty="0">
                          <a:solidFill>
                            <a:schemeClr val="bg1">
                              <a:lumMod val="65000"/>
                            </a:schemeClr>
                          </a:solidFill>
                        </a:rPr>
                        <a:t> 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err="1"/>
                        <a:t>취소신청중</a:t>
                      </a:r>
                      <a:endParaRPr lang="ko-KR" altLang="en-US" sz="900" dirty="0"/>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bl>
          </a:graphicData>
        </a:graphic>
      </p:graphicFrame>
      <p:grpSp>
        <p:nvGrpSpPr>
          <p:cNvPr id="31" name="그룹 30">
            <a:extLst>
              <a:ext uri="{FF2B5EF4-FFF2-40B4-BE49-F238E27FC236}">
                <a16:creationId xmlns:a16="http://schemas.microsoft.com/office/drawing/2014/main" id="{4A681524-DD63-4309-812B-ED66F19C6C69}"/>
              </a:ext>
            </a:extLst>
          </p:cNvPr>
          <p:cNvGrpSpPr/>
          <p:nvPr userDrawn="1"/>
        </p:nvGrpSpPr>
        <p:grpSpPr>
          <a:xfrm>
            <a:off x="3018037" y="3070183"/>
            <a:ext cx="689346" cy="440906"/>
            <a:chOff x="2843808" y="1955121"/>
            <a:chExt cx="1674813" cy="596970"/>
          </a:xfrm>
          <a:solidFill>
            <a:schemeClr val="bg1">
              <a:lumMod val="95000"/>
            </a:schemeClr>
          </a:solidFill>
        </p:grpSpPr>
        <p:sp>
          <p:nvSpPr>
            <p:cNvPr id="32" name="Border">
              <a:extLst>
                <a:ext uri="{FF2B5EF4-FFF2-40B4-BE49-F238E27FC236}">
                  <a16:creationId xmlns:a16="http://schemas.microsoft.com/office/drawing/2014/main" id="{2AC64A6A-7D8F-401A-B82F-46B757B5BF3A}"/>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3" name="Line 2">
              <a:extLst>
                <a:ext uri="{FF2B5EF4-FFF2-40B4-BE49-F238E27FC236}">
                  <a16:creationId xmlns:a16="http://schemas.microsoft.com/office/drawing/2014/main" id="{3C05E762-94F9-49FC-902D-E0D0F0A992B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7" name="Line 1">
              <a:extLst>
                <a:ext uri="{FF2B5EF4-FFF2-40B4-BE49-F238E27FC236}">
                  <a16:creationId xmlns:a16="http://schemas.microsoft.com/office/drawing/2014/main" id="{C5EB1A74-8C0D-4F6E-B547-9F42B11E8734}"/>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8" name="TextBox 47">
              <a:extLst>
                <a:ext uri="{FF2B5EF4-FFF2-40B4-BE49-F238E27FC236}">
                  <a16:creationId xmlns:a16="http://schemas.microsoft.com/office/drawing/2014/main" id="{123C5072-EACA-48B8-9458-C6C21230ECBA}"/>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49" name="직사각형 48">
            <a:extLst>
              <a:ext uri="{FF2B5EF4-FFF2-40B4-BE49-F238E27FC236}">
                <a16:creationId xmlns:a16="http://schemas.microsoft.com/office/drawing/2014/main" id="{5AF816AB-5B50-4768-974B-8A1546C2BB5B}"/>
              </a:ext>
            </a:extLst>
          </p:cNvPr>
          <p:cNvSpPr/>
          <p:nvPr userDrawn="1"/>
        </p:nvSpPr>
        <p:spPr>
          <a:xfrm>
            <a:off x="3728466" y="3070183"/>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50" name="TextBox 49">
            <a:extLst>
              <a:ext uri="{FF2B5EF4-FFF2-40B4-BE49-F238E27FC236}">
                <a16:creationId xmlns:a16="http://schemas.microsoft.com/office/drawing/2014/main" id="{01C52439-B8DD-45DA-A276-40AFF4F07F9C}"/>
              </a:ext>
            </a:extLst>
          </p:cNvPr>
          <p:cNvSpPr txBox="1"/>
          <p:nvPr userDrawn="1"/>
        </p:nvSpPr>
        <p:spPr>
          <a:xfrm>
            <a:off x="2000700" y="2526290"/>
            <a:ext cx="2462534" cy="215444"/>
          </a:xfrm>
          <a:prstGeom prst="rect">
            <a:avLst/>
          </a:prstGeom>
          <a:noFill/>
        </p:spPr>
        <p:txBody>
          <a:bodyPr wrap="none" rtlCol="0">
            <a:spAutoFit/>
          </a:bodyPr>
          <a:lstStyle/>
          <a:p>
            <a:r>
              <a:rPr lang="ko-KR" altLang="en-US" sz="800" dirty="0"/>
              <a:t>취소날짜</a:t>
            </a:r>
            <a:r>
              <a:rPr lang="en-US" altLang="ko-KR" sz="800" dirty="0"/>
              <a:t>: 2024.10.12  |  </a:t>
            </a:r>
            <a:r>
              <a:rPr lang="ko-KR" altLang="en-US" sz="800" dirty="0"/>
              <a:t>주문번호</a:t>
            </a:r>
            <a:r>
              <a:rPr lang="en-US" altLang="ko-KR" sz="800" dirty="0"/>
              <a:t>:</a:t>
            </a:r>
            <a:r>
              <a:rPr lang="ko-KR" altLang="en-US" sz="800" dirty="0"/>
              <a:t> </a:t>
            </a:r>
            <a:r>
              <a:rPr lang="en-US" altLang="ko-KR" sz="800" dirty="0"/>
              <a:t>Me9-00929111</a:t>
            </a:r>
            <a:endParaRPr lang="ko-KR" altLang="en-US" sz="800" dirty="0"/>
          </a:p>
        </p:txBody>
      </p:sp>
      <p:sp>
        <p:nvSpPr>
          <p:cNvPr id="51" name="TextBox 50">
            <a:extLst>
              <a:ext uri="{FF2B5EF4-FFF2-40B4-BE49-F238E27FC236}">
                <a16:creationId xmlns:a16="http://schemas.microsoft.com/office/drawing/2014/main" id="{9B7421D5-747C-44E9-A1D5-29913D70F674}"/>
              </a:ext>
            </a:extLst>
          </p:cNvPr>
          <p:cNvSpPr txBox="1"/>
          <p:nvPr userDrawn="1"/>
        </p:nvSpPr>
        <p:spPr>
          <a:xfrm>
            <a:off x="7117327" y="3654957"/>
            <a:ext cx="2380780" cy="215444"/>
          </a:xfrm>
          <a:prstGeom prst="rect">
            <a:avLst/>
          </a:prstGeom>
          <a:noFill/>
        </p:spPr>
        <p:txBody>
          <a:bodyPr wrap="none" rtlCol="0">
            <a:spAutoFit/>
          </a:bodyPr>
          <a:lstStyle/>
          <a:p>
            <a:r>
              <a:rPr lang="en-US" altLang="ko-KR" sz="800" dirty="0"/>
              <a:t>30,000</a:t>
            </a:r>
            <a:r>
              <a:rPr lang="ko-KR" altLang="en-US" sz="800" dirty="0"/>
              <a:t>원 미만 </a:t>
            </a:r>
            <a:r>
              <a:rPr lang="en-US" altLang="ko-KR" sz="800" dirty="0"/>
              <a:t>: 2,500 </a:t>
            </a:r>
            <a:r>
              <a:rPr lang="ko-KR" altLang="en-US" sz="800" dirty="0"/>
              <a:t>원</a:t>
            </a:r>
            <a:r>
              <a:rPr lang="en-US" altLang="ko-KR" sz="800" dirty="0"/>
              <a:t>  |  </a:t>
            </a:r>
            <a:r>
              <a:rPr lang="ko-KR" altLang="en-US" sz="800" dirty="0"/>
              <a:t>판매자 문의하기 ▷</a:t>
            </a:r>
          </a:p>
        </p:txBody>
      </p:sp>
      <p:pic>
        <p:nvPicPr>
          <p:cNvPr id="52" name="Picture 2">
            <a:extLst>
              <a:ext uri="{FF2B5EF4-FFF2-40B4-BE49-F238E27FC236}">
                <a16:creationId xmlns:a16="http://schemas.microsoft.com/office/drawing/2014/main" id="{967EC398-BAAE-4AAF-BAFD-693A6AF6E4D5}"/>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705806" y="6077065"/>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9" name="직사각형 58">
            <a:extLst>
              <a:ext uri="{FF2B5EF4-FFF2-40B4-BE49-F238E27FC236}">
                <a16:creationId xmlns:a16="http://schemas.microsoft.com/office/drawing/2014/main" id="{FC7592A5-AFE4-4126-B91E-F8AE5F71A17E}"/>
              </a:ext>
            </a:extLst>
          </p:cNvPr>
          <p:cNvSpPr/>
          <p:nvPr userDrawn="1"/>
        </p:nvSpPr>
        <p:spPr>
          <a:xfrm>
            <a:off x="4506713" y="2547397"/>
            <a:ext cx="666792" cy="150254"/>
          </a:xfrm>
          <a:prstGeom prst="rect">
            <a:avLst/>
          </a:prstGeom>
          <a:solidFill>
            <a:schemeClr val="accent5">
              <a:lumMod val="75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주문상세</a:t>
            </a:r>
          </a:p>
        </p:txBody>
      </p:sp>
      <p:graphicFrame>
        <p:nvGraphicFramePr>
          <p:cNvPr id="60" name="표 13">
            <a:extLst>
              <a:ext uri="{FF2B5EF4-FFF2-40B4-BE49-F238E27FC236}">
                <a16:creationId xmlns:a16="http://schemas.microsoft.com/office/drawing/2014/main" id="{7BAE91B6-B39E-404E-AF70-54E5117DF58E}"/>
              </a:ext>
            </a:extLst>
          </p:cNvPr>
          <p:cNvGraphicFramePr>
            <a:graphicFrameLocks noGrp="1"/>
          </p:cNvGraphicFramePr>
          <p:nvPr userDrawn="1">
            <p:extLst>
              <p:ext uri="{D42A27DB-BD31-4B8C-83A1-F6EECF244321}">
                <p14:modId xmlns:p14="http://schemas.microsoft.com/office/powerpoint/2010/main" val="1399897614"/>
              </p:ext>
            </p:extLst>
          </p:nvPr>
        </p:nvGraphicFramePr>
        <p:xfrm>
          <a:off x="2079474" y="4357582"/>
          <a:ext cx="7315200" cy="853440"/>
        </p:xfrm>
        <a:graphic>
          <a:graphicData uri="http://schemas.openxmlformats.org/drawingml/2006/table">
            <a:tbl>
              <a:tblPr firstRow="1" bandRow="1">
                <a:tableStyleId>{5940675A-B579-460E-94D1-54222C63F5DA}</a:tableStyleId>
              </a:tblPr>
              <a:tblGrid>
                <a:gridCol w="814031">
                  <a:extLst>
                    <a:ext uri="{9D8B030D-6E8A-4147-A177-3AD203B41FA5}">
                      <a16:colId xmlns:a16="http://schemas.microsoft.com/office/drawing/2014/main" val="2416159356"/>
                    </a:ext>
                  </a:extLst>
                </a:gridCol>
                <a:gridCol w="3420449">
                  <a:extLst>
                    <a:ext uri="{9D8B030D-6E8A-4147-A177-3AD203B41FA5}">
                      <a16:colId xmlns:a16="http://schemas.microsoft.com/office/drawing/2014/main" val="4215256312"/>
                    </a:ext>
                  </a:extLst>
                </a:gridCol>
                <a:gridCol w="438168">
                  <a:extLst>
                    <a:ext uri="{9D8B030D-6E8A-4147-A177-3AD203B41FA5}">
                      <a16:colId xmlns:a16="http://schemas.microsoft.com/office/drawing/2014/main" val="2751414510"/>
                    </a:ext>
                  </a:extLst>
                </a:gridCol>
                <a:gridCol w="438168">
                  <a:extLst>
                    <a:ext uri="{9D8B030D-6E8A-4147-A177-3AD203B41FA5}">
                      <a16:colId xmlns:a16="http://schemas.microsoft.com/office/drawing/2014/main" val="3916658608"/>
                    </a:ext>
                  </a:extLst>
                </a:gridCol>
                <a:gridCol w="438168">
                  <a:extLst>
                    <a:ext uri="{9D8B030D-6E8A-4147-A177-3AD203B41FA5}">
                      <a16:colId xmlns:a16="http://schemas.microsoft.com/office/drawing/2014/main" val="2117488308"/>
                    </a:ext>
                  </a:extLst>
                </a:gridCol>
                <a:gridCol w="963843">
                  <a:extLst>
                    <a:ext uri="{9D8B030D-6E8A-4147-A177-3AD203B41FA5}">
                      <a16:colId xmlns:a16="http://schemas.microsoft.com/office/drawing/2014/main" val="739747790"/>
                    </a:ext>
                  </a:extLst>
                </a:gridCol>
                <a:gridCol w="802373">
                  <a:extLst>
                    <a:ext uri="{9D8B030D-6E8A-4147-A177-3AD203B41FA5}">
                      <a16:colId xmlns:a16="http://schemas.microsoft.com/office/drawing/2014/main" val="3960621706"/>
                    </a:ext>
                  </a:extLst>
                </a:gridCol>
              </a:tblGrid>
              <a:tr h="0">
                <a:tc gridSpan="7">
                  <a:txBody>
                    <a:bodyPr/>
                    <a:lstStyle/>
                    <a:p>
                      <a:pPr latinLnBrk="1"/>
                      <a:r>
                        <a:rPr lang="en-US" altLang="ko-KR" sz="800" b="1" dirty="0">
                          <a:solidFill>
                            <a:schemeClr val="bg1">
                              <a:lumMod val="65000"/>
                            </a:schemeClr>
                          </a:solidFill>
                        </a:rPr>
                        <a:t>Shop </a:t>
                      </a:r>
                      <a:r>
                        <a:rPr lang="ko-KR" altLang="en-US" sz="800" b="1" dirty="0" err="1">
                          <a:solidFill>
                            <a:schemeClr val="bg1">
                              <a:lumMod val="65000"/>
                            </a:schemeClr>
                          </a:solidFill>
                        </a:rPr>
                        <a:t>채널명</a:t>
                      </a:r>
                      <a:r>
                        <a:rPr lang="ko-KR" altLang="en-US" sz="800" b="1" dirty="0">
                          <a:solidFill>
                            <a:schemeClr val="bg1">
                              <a:lumMod val="65000"/>
                            </a:schemeClr>
                          </a:solidFill>
                        </a:rPr>
                        <a:t> </a:t>
                      </a:r>
                      <a:r>
                        <a:rPr lang="en-US" altLang="ko-KR" sz="800" b="1" dirty="0">
                          <a:solidFill>
                            <a:schemeClr val="bg1">
                              <a:lumMod val="65000"/>
                            </a:schemeClr>
                          </a:solidFill>
                        </a:rPr>
                        <a:t>|</a:t>
                      </a:r>
                      <a:r>
                        <a:rPr lang="ko-KR" altLang="en-US" sz="800" b="1" dirty="0">
                          <a:solidFill>
                            <a:schemeClr val="bg1">
                              <a:lumMod val="65000"/>
                            </a:schemeClr>
                          </a:solidFill>
                        </a:rPr>
                        <a:t> 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취소완료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bl>
          </a:graphicData>
        </a:graphic>
      </p:graphicFrame>
      <p:grpSp>
        <p:nvGrpSpPr>
          <p:cNvPr id="61" name="그룹 60">
            <a:extLst>
              <a:ext uri="{FF2B5EF4-FFF2-40B4-BE49-F238E27FC236}">
                <a16:creationId xmlns:a16="http://schemas.microsoft.com/office/drawing/2014/main" id="{A96B0A69-A5F9-4639-8E66-07C633E414A8}"/>
              </a:ext>
            </a:extLst>
          </p:cNvPr>
          <p:cNvGrpSpPr/>
          <p:nvPr userDrawn="1"/>
        </p:nvGrpSpPr>
        <p:grpSpPr>
          <a:xfrm>
            <a:off x="3017991" y="4671056"/>
            <a:ext cx="689346" cy="440906"/>
            <a:chOff x="2843808" y="1955121"/>
            <a:chExt cx="1674813" cy="596970"/>
          </a:xfrm>
          <a:solidFill>
            <a:schemeClr val="bg1">
              <a:lumMod val="95000"/>
            </a:schemeClr>
          </a:solidFill>
        </p:grpSpPr>
        <p:sp>
          <p:nvSpPr>
            <p:cNvPr id="62" name="Border">
              <a:extLst>
                <a:ext uri="{FF2B5EF4-FFF2-40B4-BE49-F238E27FC236}">
                  <a16:creationId xmlns:a16="http://schemas.microsoft.com/office/drawing/2014/main" id="{472E491B-CE17-4582-8771-6C72D50BFE38}"/>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3" name="Line 2">
              <a:extLst>
                <a:ext uri="{FF2B5EF4-FFF2-40B4-BE49-F238E27FC236}">
                  <a16:creationId xmlns:a16="http://schemas.microsoft.com/office/drawing/2014/main" id="{9B71A069-B54B-471F-A902-45EE7892FFE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4" name="Line 1">
              <a:extLst>
                <a:ext uri="{FF2B5EF4-FFF2-40B4-BE49-F238E27FC236}">
                  <a16:creationId xmlns:a16="http://schemas.microsoft.com/office/drawing/2014/main" id="{745684CB-19D8-45E0-BA3B-60D057BBE92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5" name="TextBox 64">
              <a:extLst>
                <a:ext uri="{FF2B5EF4-FFF2-40B4-BE49-F238E27FC236}">
                  <a16:creationId xmlns:a16="http://schemas.microsoft.com/office/drawing/2014/main" id="{191D8B51-1E6F-49CA-96FF-03E51243C27D}"/>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66" name="직사각형 65">
            <a:extLst>
              <a:ext uri="{FF2B5EF4-FFF2-40B4-BE49-F238E27FC236}">
                <a16:creationId xmlns:a16="http://schemas.microsoft.com/office/drawing/2014/main" id="{7DACC548-F884-40A9-B155-788F5C7F6888}"/>
              </a:ext>
            </a:extLst>
          </p:cNvPr>
          <p:cNvSpPr/>
          <p:nvPr userDrawn="1"/>
        </p:nvSpPr>
        <p:spPr>
          <a:xfrm>
            <a:off x="3728420" y="4671056"/>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67" name="TextBox 66">
            <a:extLst>
              <a:ext uri="{FF2B5EF4-FFF2-40B4-BE49-F238E27FC236}">
                <a16:creationId xmlns:a16="http://schemas.microsoft.com/office/drawing/2014/main" id="{460DF020-431B-4270-A30D-32A2BD089E3A}"/>
              </a:ext>
            </a:extLst>
          </p:cNvPr>
          <p:cNvSpPr txBox="1"/>
          <p:nvPr userDrawn="1"/>
        </p:nvSpPr>
        <p:spPr>
          <a:xfrm>
            <a:off x="2000654" y="4127163"/>
            <a:ext cx="2484976" cy="215444"/>
          </a:xfrm>
          <a:prstGeom prst="rect">
            <a:avLst/>
          </a:prstGeom>
          <a:noFill/>
        </p:spPr>
        <p:txBody>
          <a:bodyPr wrap="none" rtlCol="0">
            <a:spAutoFit/>
          </a:bodyPr>
          <a:lstStyle/>
          <a:p>
            <a:r>
              <a:rPr lang="ko-KR" altLang="en-US" sz="800" dirty="0"/>
              <a:t>취소날짜</a:t>
            </a:r>
            <a:r>
              <a:rPr lang="en-US" altLang="ko-KR" sz="800" dirty="0"/>
              <a:t>: 2024.10.11  |  </a:t>
            </a:r>
            <a:r>
              <a:rPr lang="ko-KR" altLang="en-US" sz="800" dirty="0"/>
              <a:t>주문번호</a:t>
            </a:r>
            <a:r>
              <a:rPr lang="en-US" altLang="ko-KR" sz="800" dirty="0"/>
              <a:t>:</a:t>
            </a:r>
            <a:r>
              <a:rPr lang="ko-KR" altLang="en-US" sz="800" dirty="0"/>
              <a:t> </a:t>
            </a:r>
            <a:r>
              <a:rPr lang="en-US" altLang="ko-KR" sz="800" dirty="0"/>
              <a:t>Me9-00929111</a:t>
            </a:r>
            <a:endParaRPr lang="ko-KR" altLang="en-US" sz="800" dirty="0"/>
          </a:p>
        </p:txBody>
      </p:sp>
      <p:sp>
        <p:nvSpPr>
          <p:cNvPr id="68" name="TextBox 67">
            <a:extLst>
              <a:ext uri="{FF2B5EF4-FFF2-40B4-BE49-F238E27FC236}">
                <a16:creationId xmlns:a16="http://schemas.microsoft.com/office/drawing/2014/main" id="{94E8AC4B-A3FD-4C19-BCA0-69018C73BC77}"/>
              </a:ext>
            </a:extLst>
          </p:cNvPr>
          <p:cNvSpPr txBox="1"/>
          <p:nvPr userDrawn="1"/>
        </p:nvSpPr>
        <p:spPr>
          <a:xfrm>
            <a:off x="7117281" y="5255830"/>
            <a:ext cx="1412566" cy="215444"/>
          </a:xfrm>
          <a:prstGeom prst="rect">
            <a:avLst/>
          </a:prstGeom>
          <a:noFill/>
        </p:spPr>
        <p:txBody>
          <a:bodyPr wrap="none" rtlCol="0">
            <a:spAutoFit/>
          </a:bodyPr>
          <a:lstStyle/>
          <a:p>
            <a:r>
              <a:rPr lang="en-US" altLang="ko-KR" sz="800" dirty="0"/>
              <a:t>30,000</a:t>
            </a:r>
            <a:r>
              <a:rPr lang="ko-KR" altLang="en-US" sz="800" dirty="0"/>
              <a:t>원 미만 </a:t>
            </a:r>
            <a:r>
              <a:rPr lang="en-US" altLang="ko-KR" sz="800" dirty="0"/>
              <a:t>: 2,500 </a:t>
            </a:r>
            <a:r>
              <a:rPr lang="ko-KR" altLang="en-US" sz="800" dirty="0"/>
              <a:t>원</a:t>
            </a:r>
            <a:r>
              <a:rPr lang="en-US" altLang="ko-KR" sz="800" dirty="0"/>
              <a:t>  |</a:t>
            </a:r>
            <a:endParaRPr lang="ko-KR" altLang="en-US" sz="800" dirty="0"/>
          </a:p>
        </p:txBody>
      </p:sp>
      <p:sp>
        <p:nvSpPr>
          <p:cNvPr id="69" name="직사각형 68">
            <a:extLst>
              <a:ext uri="{FF2B5EF4-FFF2-40B4-BE49-F238E27FC236}">
                <a16:creationId xmlns:a16="http://schemas.microsoft.com/office/drawing/2014/main" id="{E560D841-932D-466E-BF26-A0B39D6FFB99}"/>
              </a:ext>
            </a:extLst>
          </p:cNvPr>
          <p:cNvSpPr/>
          <p:nvPr userDrawn="1"/>
        </p:nvSpPr>
        <p:spPr>
          <a:xfrm>
            <a:off x="4506713" y="4148854"/>
            <a:ext cx="666792" cy="150254"/>
          </a:xfrm>
          <a:prstGeom prst="rect">
            <a:avLst/>
          </a:prstGeom>
          <a:solidFill>
            <a:schemeClr val="accent5">
              <a:lumMod val="75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주문상세</a:t>
            </a:r>
          </a:p>
        </p:txBody>
      </p:sp>
      <p:sp>
        <p:nvSpPr>
          <p:cNvPr id="70" name="직사각형 69">
            <a:extLst>
              <a:ext uri="{FF2B5EF4-FFF2-40B4-BE49-F238E27FC236}">
                <a16:creationId xmlns:a16="http://schemas.microsoft.com/office/drawing/2014/main" id="{EAA015CA-413B-4E32-9202-F158CA508EA5}"/>
              </a:ext>
            </a:extLst>
          </p:cNvPr>
          <p:cNvSpPr/>
          <p:nvPr userDrawn="1"/>
        </p:nvSpPr>
        <p:spPr>
          <a:xfrm>
            <a:off x="3193958" y="1600388"/>
            <a:ext cx="788807" cy="321855"/>
          </a:xfrm>
          <a:prstGeom prst="rect">
            <a:avLst/>
          </a:prstGeom>
          <a:solidFill>
            <a:schemeClr val="tx1">
              <a:lumMod val="95000"/>
              <a:lumOff val="5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최근 </a:t>
            </a:r>
            <a:r>
              <a:rPr lang="en-US" altLang="ko-KR" sz="800" b="1" dirty="0">
                <a:solidFill>
                  <a:schemeClr val="bg1"/>
                </a:solidFill>
              </a:rPr>
              <a:t>1</a:t>
            </a:r>
            <a:r>
              <a:rPr lang="ko-KR" altLang="en-US" sz="800" b="1" dirty="0">
                <a:solidFill>
                  <a:schemeClr val="bg1"/>
                </a:solidFill>
              </a:rPr>
              <a:t>개월</a:t>
            </a:r>
            <a:endParaRPr lang="en-US" altLang="ko-KR" sz="800" b="1" dirty="0">
              <a:solidFill>
                <a:schemeClr val="bg1"/>
              </a:solidFill>
            </a:endParaRPr>
          </a:p>
        </p:txBody>
      </p:sp>
      <p:sp>
        <p:nvSpPr>
          <p:cNvPr id="71" name="직사각형 70">
            <a:extLst>
              <a:ext uri="{FF2B5EF4-FFF2-40B4-BE49-F238E27FC236}">
                <a16:creationId xmlns:a16="http://schemas.microsoft.com/office/drawing/2014/main" id="{5E3EAB53-6F1B-46A1-A0A2-90D648310193}"/>
              </a:ext>
            </a:extLst>
          </p:cNvPr>
          <p:cNvSpPr/>
          <p:nvPr userDrawn="1"/>
        </p:nvSpPr>
        <p:spPr>
          <a:xfrm>
            <a:off x="3982765" y="1600388"/>
            <a:ext cx="788806"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최근 </a:t>
            </a:r>
            <a:r>
              <a:rPr lang="en-US" altLang="ko-KR" sz="800" dirty="0">
                <a:solidFill>
                  <a:schemeClr val="tx1">
                    <a:lumMod val="50000"/>
                    <a:lumOff val="50000"/>
                  </a:schemeClr>
                </a:solidFill>
              </a:rPr>
              <a:t>3</a:t>
            </a:r>
            <a:r>
              <a:rPr lang="ko-KR" altLang="en-US" sz="800" dirty="0">
                <a:solidFill>
                  <a:schemeClr val="tx1">
                    <a:lumMod val="50000"/>
                    <a:lumOff val="50000"/>
                  </a:schemeClr>
                </a:solidFill>
              </a:rPr>
              <a:t>개월</a:t>
            </a:r>
            <a:endParaRPr lang="en-US" altLang="ko-KR" sz="800" dirty="0">
              <a:solidFill>
                <a:schemeClr val="tx1">
                  <a:lumMod val="50000"/>
                  <a:lumOff val="50000"/>
                </a:schemeClr>
              </a:solidFill>
            </a:endParaRPr>
          </a:p>
        </p:txBody>
      </p:sp>
      <p:sp>
        <p:nvSpPr>
          <p:cNvPr id="72" name="직사각형 71">
            <a:extLst>
              <a:ext uri="{FF2B5EF4-FFF2-40B4-BE49-F238E27FC236}">
                <a16:creationId xmlns:a16="http://schemas.microsoft.com/office/drawing/2014/main" id="{973FC43E-1775-4076-9EE9-71A5A2087871}"/>
              </a:ext>
            </a:extLst>
          </p:cNvPr>
          <p:cNvSpPr/>
          <p:nvPr userDrawn="1"/>
        </p:nvSpPr>
        <p:spPr>
          <a:xfrm>
            <a:off x="4771571" y="1600388"/>
            <a:ext cx="724713"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최근 </a:t>
            </a:r>
            <a:r>
              <a:rPr lang="en-US" altLang="ko-KR" sz="800" dirty="0">
                <a:solidFill>
                  <a:schemeClr val="tx1">
                    <a:lumMod val="50000"/>
                    <a:lumOff val="50000"/>
                  </a:schemeClr>
                </a:solidFill>
              </a:rPr>
              <a:t>6</a:t>
            </a:r>
            <a:r>
              <a:rPr lang="ko-KR" altLang="en-US" sz="800" dirty="0">
                <a:solidFill>
                  <a:schemeClr val="tx1">
                    <a:lumMod val="50000"/>
                    <a:lumOff val="50000"/>
                  </a:schemeClr>
                </a:solidFill>
              </a:rPr>
              <a:t>개월</a:t>
            </a:r>
            <a:endParaRPr lang="en-US" altLang="ko-KR" sz="800" dirty="0">
              <a:solidFill>
                <a:schemeClr val="tx1">
                  <a:lumMod val="50000"/>
                  <a:lumOff val="50000"/>
                </a:schemeClr>
              </a:solidFill>
            </a:endParaRPr>
          </a:p>
        </p:txBody>
      </p:sp>
      <p:sp>
        <p:nvSpPr>
          <p:cNvPr id="73" name="직사각형 72">
            <a:extLst>
              <a:ext uri="{FF2B5EF4-FFF2-40B4-BE49-F238E27FC236}">
                <a16:creationId xmlns:a16="http://schemas.microsoft.com/office/drawing/2014/main" id="{9E001DE6-B8D9-40EF-8645-E9F80F726377}"/>
              </a:ext>
            </a:extLst>
          </p:cNvPr>
          <p:cNvSpPr/>
          <p:nvPr userDrawn="1"/>
        </p:nvSpPr>
        <p:spPr>
          <a:xfrm>
            <a:off x="5496284" y="1600388"/>
            <a:ext cx="724713"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최근 </a:t>
            </a:r>
            <a:r>
              <a:rPr lang="en-US" altLang="ko-KR" sz="800" dirty="0">
                <a:solidFill>
                  <a:schemeClr val="tx1">
                    <a:lumMod val="50000"/>
                    <a:lumOff val="50000"/>
                  </a:schemeClr>
                </a:solidFill>
              </a:rPr>
              <a:t>1</a:t>
            </a:r>
            <a:r>
              <a:rPr lang="ko-KR" altLang="en-US" sz="800" dirty="0">
                <a:solidFill>
                  <a:schemeClr val="tx1">
                    <a:lumMod val="50000"/>
                    <a:lumOff val="50000"/>
                  </a:schemeClr>
                </a:solidFill>
              </a:rPr>
              <a:t>년</a:t>
            </a:r>
            <a:endParaRPr lang="en-US" altLang="ko-KR" sz="800" dirty="0">
              <a:solidFill>
                <a:schemeClr val="tx1">
                  <a:lumMod val="50000"/>
                  <a:lumOff val="50000"/>
                </a:schemeClr>
              </a:solidFill>
            </a:endParaRPr>
          </a:p>
        </p:txBody>
      </p:sp>
      <p:sp>
        <p:nvSpPr>
          <p:cNvPr id="74" name="직사각형 73">
            <a:extLst>
              <a:ext uri="{FF2B5EF4-FFF2-40B4-BE49-F238E27FC236}">
                <a16:creationId xmlns:a16="http://schemas.microsoft.com/office/drawing/2014/main" id="{2AD83A36-E9D4-468F-AE24-A38F0378A91C}"/>
              </a:ext>
            </a:extLst>
          </p:cNvPr>
          <p:cNvSpPr/>
          <p:nvPr userDrawn="1"/>
        </p:nvSpPr>
        <p:spPr>
          <a:xfrm>
            <a:off x="6320177" y="1600388"/>
            <a:ext cx="2609448"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75" name="TextBox 74">
            <a:extLst>
              <a:ext uri="{FF2B5EF4-FFF2-40B4-BE49-F238E27FC236}">
                <a16:creationId xmlns:a16="http://schemas.microsoft.com/office/drawing/2014/main" id="{62BA89AA-9177-4892-A820-F560DEEE291C}"/>
              </a:ext>
            </a:extLst>
          </p:cNvPr>
          <p:cNvSpPr txBox="1"/>
          <p:nvPr userDrawn="1"/>
        </p:nvSpPr>
        <p:spPr>
          <a:xfrm>
            <a:off x="6349673" y="1656760"/>
            <a:ext cx="595035" cy="215444"/>
          </a:xfrm>
          <a:prstGeom prst="rect">
            <a:avLst/>
          </a:prstGeom>
          <a:noFill/>
        </p:spPr>
        <p:txBody>
          <a:bodyPr wrap="square" rtlCol="0">
            <a:spAutoFit/>
          </a:bodyPr>
          <a:lstStyle/>
          <a:p>
            <a:r>
              <a:rPr lang="ko-KR" altLang="en-US" sz="800" dirty="0"/>
              <a:t>주문기간</a:t>
            </a:r>
          </a:p>
        </p:txBody>
      </p:sp>
      <p:sp>
        <p:nvSpPr>
          <p:cNvPr id="76" name="직사각형 75">
            <a:extLst>
              <a:ext uri="{FF2B5EF4-FFF2-40B4-BE49-F238E27FC236}">
                <a16:creationId xmlns:a16="http://schemas.microsoft.com/office/drawing/2014/main" id="{48542EA6-A677-430A-8C98-6839BBA40499}"/>
              </a:ext>
            </a:extLst>
          </p:cNvPr>
          <p:cNvSpPr/>
          <p:nvPr userDrawn="1"/>
        </p:nvSpPr>
        <p:spPr>
          <a:xfrm>
            <a:off x="6916991" y="1660455"/>
            <a:ext cx="609315"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77" name="그림 76">
            <a:extLst>
              <a:ext uri="{FF2B5EF4-FFF2-40B4-BE49-F238E27FC236}">
                <a16:creationId xmlns:a16="http://schemas.microsoft.com/office/drawing/2014/main" id="{4CF872CC-A5B7-403B-A2C5-3B2D42C32194}"/>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7551708" y="1652524"/>
            <a:ext cx="200163" cy="207177"/>
          </a:xfrm>
          <a:prstGeom prst="rect">
            <a:avLst/>
          </a:prstGeom>
          <a:ln w="6350">
            <a:noFill/>
          </a:ln>
        </p:spPr>
      </p:pic>
      <p:sp>
        <p:nvSpPr>
          <p:cNvPr id="78" name="TextBox 77">
            <a:extLst>
              <a:ext uri="{FF2B5EF4-FFF2-40B4-BE49-F238E27FC236}">
                <a16:creationId xmlns:a16="http://schemas.microsoft.com/office/drawing/2014/main" id="{F37C9F70-848E-46A9-9C90-9ACC82EAB14D}"/>
              </a:ext>
            </a:extLst>
          </p:cNvPr>
          <p:cNvSpPr txBox="1"/>
          <p:nvPr userDrawn="1"/>
        </p:nvSpPr>
        <p:spPr>
          <a:xfrm>
            <a:off x="7699429" y="1637258"/>
            <a:ext cx="264816" cy="230832"/>
          </a:xfrm>
          <a:prstGeom prst="rect">
            <a:avLst/>
          </a:prstGeom>
          <a:noFill/>
        </p:spPr>
        <p:txBody>
          <a:bodyPr wrap="square" rtlCol="0">
            <a:spAutoFit/>
          </a:bodyPr>
          <a:lstStyle/>
          <a:p>
            <a:r>
              <a:rPr lang="en-US" altLang="ko-KR" sz="900" dirty="0"/>
              <a:t>~</a:t>
            </a:r>
            <a:endParaRPr lang="ko-KR" altLang="en-US" sz="900" dirty="0"/>
          </a:p>
        </p:txBody>
      </p:sp>
      <p:sp>
        <p:nvSpPr>
          <p:cNvPr id="79" name="직사각형 78">
            <a:extLst>
              <a:ext uri="{FF2B5EF4-FFF2-40B4-BE49-F238E27FC236}">
                <a16:creationId xmlns:a16="http://schemas.microsoft.com/office/drawing/2014/main" id="{9C6F933D-12B0-4855-9335-BFA3688FF57A}"/>
              </a:ext>
            </a:extLst>
          </p:cNvPr>
          <p:cNvSpPr/>
          <p:nvPr userDrawn="1"/>
        </p:nvSpPr>
        <p:spPr>
          <a:xfrm>
            <a:off x="7925779" y="1660455"/>
            <a:ext cx="606992"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80" name="그림 79">
            <a:extLst>
              <a:ext uri="{FF2B5EF4-FFF2-40B4-BE49-F238E27FC236}">
                <a16:creationId xmlns:a16="http://schemas.microsoft.com/office/drawing/2014/main" id="{64E05EBA-5070-44FC-A1F5-D48AE4A37EB2}"/>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8560495" y="1652524"/>
            <a:ext cx="200163" cy="207177"/>
          </a:xfrm>
          <a:prstGeom prst="rect">
            <a:avLst/>
          </a:prstGeom>
          <a:ln w="6350">
            <a:noFill/>
          </a:ln>
        </p:spPr>
      </p:pic>
      <p:sp>
        <p:nvSpPr>
          <p:cNvPr id="81" name="직사각형 80">
            <a:extLst>
              <a:ext uri="{FF2B5EF4-FFF2-40B4-BE49-F238E27FC236}">
                <a16:creationId xmlns:a16="http://schemas.microsoft.com/office/drawing/2014/main" id="{2815D395-053A-46EB-9C2B-E0A48953E0BF}"/>
              </a:ext>
            </a:extLst>
          </p:cNvPr>
          <p:cNvSpPr/>
          <p:nvPr userDrawn="1"/>
        </p:nvSpPr>
        <p:spPr>
          <a:xfrm>
            <a:off x="8929625" y="1600389"/>
            <a:ext cx="453540" cy="32428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조회</a:t>
            </a:r>
          </a:p>
        </p:txBody>
      </p:sp>
      <p:cxnSp>
        <p:nvCxnSpPr>
          <p:cNvPr id="82" name="직선 연결선 81">
            <a:extLst>
              <a:ext uri="{FF2B5EF4-FFF2-40B4-BE49-F238E27FC236}">
                <a16:creationId xmlns:a16="http://schemas.microsoft.com/office/drawing/2014/main" id="{26E878AF-810B-4BB3-A567-A7722CA99AAF}"/>
              </a:ext>
            </a:extLst>
          </p:cNvPr>
          <p:cNvCxnSpPr>
            <a:cxnSpLocks/>
          </p:cNvCxnSpPr>
          <p:nvPr userDrawn="1"/>
        </p:nvCxnSpPr>
        <p:spPr>
          <a:xfrm>
            <a:off x="2108840" y="2152911"/>
            <a:ext cx="7323667" cy="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83" name="직사각형 82">
            <a:extLst>
              <a:ext uri="{FF2B5EF4-FFF2-40B4-BE49-F238E27FC236}">
                <a16:creationId xmlns:a16="http://schemas.microsoft.com/office/drawing/2014/main" id="{93D0C67F-5556-48EF-809E-1DC49F5D44A5}"/>
              </a:ext>
            </a:extLst>
          </p:cNvPr>
          <p:cNvSpPr/>
          <p:nvPr userDrawn="1"/>
        </p:nvSpPr>
        <p:spPr>
          <a:xfrm>
            <a:off x="2080014" y="1605292"/>
            <a:ext cx="1014763" cy="31691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취소상태 전체  ▼</a:t>
            </a:r>
            <a:endParaRPr lang="en-US" altLang="ko-KR" sz="800" dirty="0">
              <a:solidFill>
                <a:schemeClr val="tx1">
                  <a:lumMod val="50000"/>
                  <a:lumOff val="50000"/>
                </a:schemeClr>
              </a:solidFill>
            </a:endParaRPr>
          </a:p>
        </p:txBody>
      </p:sp>
      <p:sp>
        <p:nvSpPr>
          <p:cNvPr id="84" name="직사각형 83">
            <a:extLst>
              <a:ext uri="{FF2B5EF4-FFF2-40B4-BE49-F238E27FC236}">
                <a16:creationId xmlns:a16="http://schemas.microsoft.com/office/drawing/2014/main" id="{D81B0046-D814-43A3-A2A5-FA08D26C333D}"/>
              </a:ext>
            </a:extLst>
          </p:cNvPr>
          <p:cNvSpPr/>
          <p:nvPr userDrawn="1"/>
        </p:nvSpPr>
        <p:spPr>
          <a:xfrm>
            <a:off x="8529847" y="4749306"/>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취소완료일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85" name="직사각형 84">
            <a:extLst>
              <a:ext uri="{FF2B5EF4-FFF2-40B4-BE49-F238E27FC236}">
                <a16:creationId xmlns:a16="http://schemas.microsoft.com/office/drawing/2014/main" id="{09CA0230-EC24-4D41-8BEC-CC1311CCA680}"/>
              </a:ext>
            </a:extLst>
          </p:cNvPr>
          <p:cNvSpPr/>
          <p:nvPr userDrawn="1"/>
        </p:nvSpPr>
        <p:spPr>
          <a:xfrm>
            <a:off x="8511350" y="3159188"/>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취소신청일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86" name="사각형: 둥근 모서리 14">
            <a:extLst>
              <a:ext uri="{FF2B5EF4-FFF2-40B4-BE49-F238E27FC236}">
                <a16:creationId xmlns:a16="http://schemas.microsoft.com/office/drawing/2014/main" id="{ED8EEC5C-9926-4AF9-BE83-EFDA3B3643F8}"/>
              </a:ext>
            </a:extLst>
          </p:cNvPr>
          <p:cNvSpPr/>
          <p:nvPr userDrawn="1"/>
        </p:nvSpPr>
        <p:spPr>
          <a:xfrm>
            <a:off x="118741" y="527575"/>
            <a:ext cx="1148071" cy="2478003"/>
          </a:xfrm>
          <a:prstGeom prst="roundRect">
            <a:avLst>
              <a:gd name="adj" fmla="val 4472"/>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l">
              <a:lnSpc>
                <a:spcPct val="150000"/>
              </a:lnSpc>
            </a:pPr>
            <a:r>
              <a:rPr lang="ko-KR" altLang="en-US" sz="800" dirty="0">
                <a:solidFill>
                  <a:schemeClr val="tx1"/>
                </a:solidFill>
              </a:rPr>
              <a:t>○ 주문 목록</a:t>
            </a:r>
            <a:endParaRPr lang="en-US" altLang="ko-KR" sz="800" dirty="0">
              <a:solidFill>
                <a:schemeClr val="tx1"/>
              </a:solidFill>
            </a:endParaRPr>
          </a:p>
          <a:p>
            <a:pPr algn="l">
              <a:lnSpc>
                <a:spcPct val="150000"/>
              </a:lnSpc>
            </a:pPr>
            <a:r>
              <a:rPr lang="en-US" altLang="ko-KR" sz="700" dirty="0">
                <a:solidFill>
                  <a:schemeClr val="tx1"/>
                </a:solidFill>
              </a:rPr>
              <a:t>   - </a:t>
            </a:r>
            <a:r>
              <a:rPr lang="ko-KR" altLang="en-US" sz="700" dirty="0">
                <a:solidFill>
                  <a:schemeClr val="tx1"/>
                </a:solidFill>
              </a:rPr>
              <a:t>결제 완료 </a:t>
            </a:r>
            <a:r>
              <a:rPr lang="en-US" altLang="ko-KR" sz="700" dirty="0">
                <a:solidFill>
                  <a:schemeClr val="tx1"/>
                </a:solidFill>
              </a:rPr>
              <a:t>(5)</a:t>
            </a:r>
          </a:p>
          <a:p>
            <a:pPr algn="l">
              <a:lnSpc>
                <a:spcPct val="150000"/>
              </a:lnSpc>
            </a:pPr>
            <a:r>
              <a:rPr lang="en-US" altLang="ko-KR" sz="700" dirty="0">
                <a:solidFill>
                  <a:schemeClr val="tx1"/>
                </a:solidFill>
              </a:rPr>
              <a:t>   - </a:t>
            </a:r>
            <a:r>
              <a:rPr lang="ko-KR" altLang="en-US" sz="700" dirty="0">
                <a:solidFill>
                  <a:schemeClr val="tx1"/>
                </a:solidFill>
              </a:rPr>
              <a:t>배송 대기 중 </a:t>
            </a:r>
            <a:r>
              <a:rPr lang="en-US" altLang="ko-KR" sz="700" dirty="0">
                <a:solidFill>
                  <a:schemeClr val="tx1"/>
                </a:solidFill>
              </a:rPr>
              <a:t>(1)</a:t>
            </a:r>
          </a:p>
          <a:p>
            <a:pPr algn="l">
              <a:lnSpc>
                <a:spcPct val="150000"/>
              </a:lnSpc>
            </a:pPr>
            <a:r>
              <a:rPr lang="en-US" altLang="ko-KR" sz="700" dirty="0">
                <a:solidFill>
                  <a:schemeClr val="tx1"/>
                </a:solidFill>
              </a:rPr>
              <a:t>   - </a:t>
            </a:r>
            <a:r>
              <a:rPr lang="ko-KR" altLang="en-US" sz="700" dirty="0">
                <a:solidFill>
                  <a:schemeClr val="tx1"/>
                </a:solidFill>
              </a:rPr>
              <a:t>배송 중 </a:t>
            </a:r>
            <a:r>
              <a:rPr lang="en-US" altLang="ko-KR" sz="7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구매확정 </a:t>
            </a:r>
            <a:r>
              <a:rPr lang="en-US" altLang="ko-KR" sz="700" dirty="0">
                <a:solidFill>
                  <a:schemeClr val="tx1"/>
                </a:solidFill>
              </a:rPr>
              <a:t>(5)</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취소 목록 </a:t>
            </a:r>
            <a:r>
              <a:rPr lang="en-US" altLang="ko-KR" sz="8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취소 요청 </a:t>
            </a:r>
            <a:r>
              <a:rPr lang="en-US" altLang="ko-KR" sz="7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취소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반품 목록</a:t>
            </a:r>
            <a:endParaRPr lang="en-US" altLang="ko-KR" sz="800" dirty="0">
              <a:solidFill>
                <a:schemeClr val="tx1"/>
              </a:solidFill>
            </a:endParaRP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반품 신청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반품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교환 목록</a:t>
            </a:r>
            <a:endParaRPr lang="en-US" altLang="ko-KR" sz="800" dirty="0">
              <a:solidFill>
                <a:schemeClr val="tx1"/>
              </a:solidFill>
            </a:endParaRP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교환 신청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교환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dirty="0">
              <a:solidFill>
                <a:schemeClr val="tx1"/>
              </a:solidFill>
            </a:endParaRPr>
          </a:p>
          <a:p>
            <a:pPr algn="l">
              <a:lnSpc>
                <a:spcPct val="150000"/>
              </a:lnSpc>
            </a:pPr>
            <a:endParaRPr lang="en-US" altLang="ko-KR" sz="700" dirty="0">
              <a:solidFill>
                <a:schemeClr val="tx1"/>
              </a:solidFill>
            </a:endParaRPr>
          </a:p>
          <a:p>
            <a:pPr algn="l">
              <a:lnSpc>
                <a:spcPct val="150000"/>
              </a:lnSpc>
            </a:pPr>
            <a:endParaRPr lang="en-US" altLang="ko-KR" sz="700" dirty="0">
              <a:solidFill>
                <a:schemeClr val="tx1"/>
              </a:solidFill>
            </a:endParaRPr>
          </a:p>
        </p:txBody>
      </p:sp>
    </p:spTree>
    <p:extLst>
      <p:ext uri="{BB962C8B-B14F-4D97-AF65-F5344CB8AC3E}">
        <p14:creationId xmlns:p14="http://schemas.microsoft.com/office/powerpoint/2010/main" val="1884963864"/>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7_마이페이지 기본틀 긴화면">
    <p:spTree>
      <p:nvGrpSpPr>
        <p:cNvPr id="1" name=""/>
        <p:cNvGrpSpPr/>
        <p:nvPr/>
      </p:nvGrpSpPr>
      <p:grpSpPr>
        <a:xfrm>
          <a:off x="0" y="0"/>
          <a:ext cx="0" cy="0"/>
          <a:chOff x="0" y="0"/>
          <a:chExt cx="0" cy="0"/>
        </a:xfrm>
      </p:grpSpPr>
      <p:sp>
        <p:nvSpPr>
          <p:cNvPr id="166" name="직사각형 165">
            <a:extLst>
              <a:ext uri="{FF2B5EF4-FFF2-40B4-BE49-F238E27FC236}">
                <a16:creationId xmlns:a16="http://schemas.microsoft.com/office/drawing/2014/main" id="{78A24B3B-7371-43BE-8035-C2B654860160}"/>
              </a:ext>
            </a:extLst>
          </p:cNvPr>
          <p:cNvSpPr/>
          <p:nvPr userDrawn="1"/>
        </p:nvSpPr>
        <p:spPr>
          <a:xfrm>
            <a:off x="1344345" y="429369"/>
            <a:ext cx="8767843" cy="18213355"/>
          </a:xfrm>
          <a:prstGeom prst="rect">
            <a:avLst/>
          </a:prstGeom>
          <a:solidFill>
            <a:schemeClr val="bg1"/>
          </a:solidFill>
          <a:ln w="3175">
            <a:solidFill>
              <a:schemeClr val="tx1">
                <a:lumMod val="50000"/>
                <a:lumOff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 name="직사각형 2">
            <a:extLst>
              <a:ext uri="{FF2B5EF4-FFF2-40B4-BE49-F238E27FC236}">
                <a16:creationId xmlns:a16="http://schemas.microsoft.com/office/drawing/2014/main" id="{605EB3FE-840F-4EF5-9033-AEA247AA349D}"/>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7F3ADF11-B500-4F1F-9425-9A4206C95698}"/>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E1EE8C42-4447-4ABF-B019-DBAAC2F5B704}"/>
              </a:ext>
            </a:extLst>
          </p:cNvPr>
          <p:cNvSpPr/>
          <p:nvPr userDrawn="1"/>
        </p:nvSpPr>
        <p:spPr>
          <a:xfrm>
            <a:off x="41208" y="34272"/>
            <a:ext cx="10071693" cy="39509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a:extLst>
              <a:ext uri="{FF2B5EF4-FFF2-40B4-BE49-F238E27FC236}">
                <a16:creationId xmlns:a16="http://schemas.microsoft.com/office/drawing/2014/main" id="{271E5BA9-5F15-40D8-B41F-7E9A2E6D410E}"/>
              </a:ext>
            </a:extLst>
          </p:cNvPr>
          <p:cNvGrpSpPr/>
          <p:nvPr userDrawn="1"/>
        </p:nvGrpSpPr>
        <p:grpSpPr>
          <a:xfrm>
            <a:off x="118741" y="94475"/>
            <a:ext cx="1148071" cy="273280"/>
            <a:chOff x="2843808" y="1955121"/>
            <a:chExt cx="1674813" cy="596970"/>
          </a:xfrm>
          <a:solidFill>
            <a:schemeClr val="bg1">
              <a:lumMod val="95000"/>
            </a:schemeClr>
          </a:solidFill>
        </p:grpSpPr>
        <p:sp>
          <p:nvSpPr>
            <p:cNvPr id="7" name="Border">
              <a:extLst>
                <a:ext uri="{FF2B5EF4-FFF2-40B4-BE49-F238E27FC236}">
                  <a16:creationId xmlns:a16="http://schemas.microsoft.com/office/drawing/2014/main" id="{F9AB7030-82F1-4D0A-BB74-93A1FE8B0C2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60965009-092E-411F-B241-49E3CEC459C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4FEB3E1A-4091-4ECD-B830-5B00388FE8A7}"/>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TextBox 9">
              <a:extLst>
                <a:ext uri="{FF2B5EF4-FFF2-40B4-BE49-F238E27FC236}">
                  <a16:creationId xmlns:a16="http://schemas.microsoft.com/office/drawing/2014/main" id="{A7AA3F6C-E931-4772-B894-ACDAB4151BE9}"/>
                </a:ext>
              </a:extLst>
            </p:cNvPr>
            <p:cNvSpPr txBox="1"/>
            <p:nvPr/>
          </p:nvSpPr>
          <p:spPr>
            <a:xfrm>
              <a:off x="3335780" y="2018289"/>
              <a:ext cx="690867" cy="470629"/>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54" name="직사각형 53">
            <a:extLst>
              <a:ext uri="{FF2B5EF4-FFF2-40B4-BE49-F238E27FC236}">
                <a16:creationId xmlns:a16="http://schemas.microsoft.com/office/drawing/2014/main" id="{F450E196-5852-43B7-99A3-92E857F36AFC}"/>
              </a:ext>
            </a:extLst>
          </p:cNvPr>
          <p:cNvSpPr/>
          <p:nvPr userDrawn="1"/>
        </p:nvSpPr>
        <p:spPr>
          <a:xfrm>
            <a:off x="1423732" y="481757"/>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55" name="직사각형 54">
            <a:extLst>
              <a:ext uri="{FF2B5EF4-FFF2-40B4-BE49-F238E27FC236}">
                <a16:creationId xmlns:a16="http://schemas.microsoft.com/office/drawing/2014/main" id="{8AE35E3B-3484-482E-8AC9-B152A0721C5D}"/>
              </a:ext>
            </a:extLst>
          </p:cNvPr>
          <p:cNvSpPr/>
          <p:nvPr userDrawn="1"/>
        </p:nvSpPr>
        <p:spPr>
          <a:xfrm>
            <a:off x="8025304" y="481757"/>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
        <p:nvSpPr>
          <p:cNvPr id="34" name="직사각형 33">
            <a:extLst>
              <a:ext uri="{FF2B5EF4-FFF2-40B4-BE49-F238E27FC236}">
                <a16:creationId xmlns:a16="http://schemas.microsoft.com/office/drawing/2014/main" id="{EE4742BF-99E5-4378-9C8B-60FC9AA23DE2}"/>
              </a:ext>
            </a:extLst>
          </p:cNvPr>
          <p:cNvSpPr/>
          <p:nvPr userDrawn="1"/>
        </p:nvSpPr>
        <p:spPr>
          <a:xfrm>
            <a:off x="7086600" y="104509"/>
            <a:ext cx="3017529" cy="253211"/>
          </a:xfrm>
          <a:prstGeom prst="rect">
            <a:avLst/>
          </a:prstGeom>
        </p:spPr>
        <p:txBody>
          <a:bodyPr wrap="square">
            <a:spAutoFit/>
          </a:bodyPr>
          <a:lstStyle/>
          <a:p>
            <a:pPr algn="r">
              <a:lnSpc>
                <a:spcPct val="150000"/>
              </a:lnSpc>
            </a:pPr>
            <a:r>
              <a:rPr lang="ko-KR" altLang="en-US" sz="800" b="0" dirty="0">
                <a:latin typeface="+mj-ea"/>
                <a:ea typeface="+mj-ea"/>
              </a:rPr>
              <a:t>채널관리자  </a:t>
            </a:r>
            <a:r>
              <a:rPr lang="en-US" altLang="ko-KR" sz="800" b="0" dirty="0">
                <a:latin typeface="+mj-ea"/>
                <a:ea typeface="+mj-ea"/>
              </a:rPr>
              <a:t>  </a:t>
            </a:r>
            <a:r>
              <a:rPr lang="en-US" altLang="ko-KR" sz="800" dirty="0">
                <a:solidFill>
                  <a:schemeClr val="bg1">
                    <a:lumMod val="75000"/>
                  </a:schemeClr>
                </a:solidFill>
                <a:latin typeface="+mj-ea"/>
                <a:ea typeface="+mj-ea"/>
              </a:rPr>
              <a:t>|   </a:t>
            </a:r>
            <a:r>
              <a:rPr lang="ko-KR" altLang="en-US" sz="800" b="0" dirty="0" err="1">
                <a:latin typeface="+mj-ea"/>
                <a:ea typeface="+mj-ea"/>
              </a:rPr>
              <a:t>회원명</a:t>
            </a:r>
            <a:r>
              <a:rPr lang="ko-KR" altLang="en-US" sz="800" b="0" dirty="0">
                <a:latin typeface="+mj-ea"/>
                <a:ea typeface="+mj-ea"/>
              </a:rPr>
              <a:t>  </a:t>
            </a:r>
            <a:r>
              <a:rPr lang="en-US" altLang="ko-KR" sz="800" b="0" dirty="0">
                <a:latin typeface="+mj-ea"/>
                <a:ea typeface="+mj-ea"/>
              </a:rPr>
              <a:t>  </a:t>
            </a:r>
            <a:r>
              <a:rPr lang="en-US" altLang="ko-KR" sz="800" dirty="0">
                <a:solidFill>
                  <a:schemeClr val="bg1">
                    <a:lumMod val="75000"/>
                  </a:schemeClr>
                </a:solidFill>
                <a:latin typeface="+mj-ea"/>
                <a:ea typeface="+mj-ea"/>
              </a:rPr>
              <a:t>|  </a:t>
            </a:r>
            <a:r>
              <a:rPr lang="ko-KR" altLang="en-US" sz="800" dirty="0">
                <a:latin typeface="+mj-ea"/>
                <a:ea typeface="+mj-ea"/>
              </a:rPr>
              <a:t>총 포인트 </a:t>
            </a:r>
            <a:r>
              <a:rPr lang="en-US" altLang="ko-KR" sz="800" dirty="0">
                <a:latin typeface="+mj-ea"/>
                <a:ea typeface="+mj-ea"/>
              </a:rPr>
              <a:t>( 00 )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sp>
        <p:nvSpPr>
          <p:cNvPr id="35" name="사각형: 둥근 모서리 34">
            <a:extLst>
              <a:ext uri="{FF2B5EF4-FFF2-40B4-BE49-F238E27FC236}">
                <a16:creationId xmlns:a16="http://schemas.microsoft.com/office/drawing/2014/main" id="{4BE00F5F-5536-4E7F-BA72-D19A9BC94752}"/>
              </a:ext>
            </a:extLst>
          </p:cNvPr>
          <p:cNvSpPr/>
          <p:nvPr userDrawn="1"/>
        </p:nvSpPr>
        <p:spPr>
          <a:xfrm>
            <a:off x="1475329" y="141986"/>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36" name="웃는 얼굴 35">
            <a:extLst>
              <a:ext uri="{FF2B5EF4-FFF2-40B4-BE49-F238E27FC236}">
                <a16:creationId xmlns:a16="http://schemas.microsoft.com/office/drawing/2014/main" id="{5058C951-C9B0-4D78-915C-A2B051F5EFB7}"/>
              </a:ext>
            </a:extLst>
          </p:cNvPr>
          <p:cNvSpPr/>
          <p:nvPr userDrawn="1"/>
        </p:nvSpPr>
        <p:spPr>
          <a:xfrm>
            <a:off x="1528390" y="178856"/>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7" name="사각형: 둥근 모서리 36">
            <a:extLst>
              <a:ext uri="{FF2B5EF4-FFF2-40B4-BE49-F238E27FC236}">
                <a16:creationId xmlns:a16="http://schemas.microsoft.com/office/drawing/2014/main" id="{4EE483C6-A3EF-4A86-8944-62F79D5D4C2B}"/>
              </a:ext>
            </a:extLst>
          </p:cNvPr>
          <p:cNvSpPr/>
          <p:nvPr userDrawn="1"/>
        </p:nvSpPr>
        <p:spPr>
          <a:xfrm>
            <a:off x="2299780" y="147229"/>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38" name="웃는 얼굴 37">
            <a:extLst>
              <a:ext uri="{FF2B5EF4-FFF2-40B4-BE49-F238E27FC236}">
                <a16:creationId xmlns:a16="http://schemas.microsoft.com/office/drawing/2014/main" id="{B6DD66FB-93B6-4629-A0FE-CAB0460A9E23}"/>
              </a:ext>
            </a:extLst>
          </p:cNvPr>
          <p:cNvSpPr/>
          <p:nvPr userDrawn="1"/>
        </p:nvSpPr>
        <p:spPr>
          <a:xfrm>
            <a:off x="2352841" y="184099"/>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9" name="사각형: 둥근 모서리 38">
            <a:extLst>
              <a:ext uri="{FF2B5EF4-FFF2-40B4-BE49-F238E27FC236}">
                <a16:creationId xmlns:a16="http://schemas.microsoft.com/office/drawing/2014/main" id="{0E3136A0-B269-4DE9-97F7-A5742F5065F7}"/>
              </a:ext>
            </a:extLst>
          </p:cNvPr>
          <p:cNvSpPr/>
          <p:nvPr userDrawn="1"/>
        </p:nvSpPr>
        <p:spPr>
          <a:xfrm>
            <a:off x="3124167" y="136743"/>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40" name="웃는 얼굴 39">
            <a:extLst>
              <a:ext uri="{FF2B5EF4-FFF2-40B4-BE49-F238E27FC236}">
                <a16:creationId xmlns:a16="http://schemas.microsoft.com/office/drawing/2014/main" id="{CF1B7F19-E9EA-42F1-A722-6FED2EFC37D4}"/>
              </a:ext>
            </a:extLst>
          </p:cNvPr>
          <p:cNvSpPr/>
          <p:nvPr userDrawn="1"/>
        </p:nvSpPr>
        <p:spPr>
          <a:xfrm>
            <a:off x="3177228" y="173613"/>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 name="사각형: 둥근 모서리 40">
            <a:extLst>
              <a:ext uri="{FF2B5EF4-FFF2-40B4-BE49-F238E27FC236}">
                <a16:creationId xmlns:a16="http://schemas.microsoft.com/office/drawing/2014/main" id="{DDF40C9B-0FC3-43CD-89CD-A6DCAD517C2A}"/>
              </a:ext>
            </a:extLst>
          </p:cNvPr>
          <p:cNvSpPr/>
          <p:nvPr userDrawn="1"/>
        </p:nvSpPr>
        <p:spPr>
          <a:xfrm>
            <a:off x="3948618" y="141986"/>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42" name="웃는 얼굴 41">
            <a:extLst>
              <a:ext uri="{FF2B5EF4-FFF2-40B4-BE49-F238E27FC236}">
                <a16:creationId xmlns:a16="http://schemas.microsoft.com/office/drawing/2014/main" id="{052FBC93-13AB-4459-8D55-848F7C413149}"/>
              </a:ext>
            </a:extLst>
          </p:cNvPr>
          <p:cNvSpPr/>
          <p:nvPr userDrawn="1"/>
        </p:nvSpPr>
        <p:spPr>
          <a:xfrm>
            <a:off x="4001679" y="178856"/>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44" name="표 20">
            <a:extLst>
              <a:ext uri="{FF2B5EF4-FFF2-40B4-BE49-F238E27FC236}">
                <a16:creationId xmlns:a16="http://schemas.microsoft.com/office/drawing/2014/main" id="{08B80639-AA56-43F9-B723-58297E04A4BA}"/>
              </a:ext>
            </a:extLst>
          </p:cNvPr>
          <p:cNvGraphicFramePr>
            <a:graphicFrameLocks noGrp="1"/>
          </p:cNvGraphicFramePr>
          <p:nvPr userDrawn="1">
            <p:extLst>
              <p:ext uri="{D42A27DB-BD31-4B8C-83A1-F6EECF244321}">
                <p14:modId xmlns:p14="http://schemas.microsoft.com/office/powerpoint/2010/main" val="1358099053"/>
              </p:ext>
            </p:extLst>
          </p:nvPr>
        </p:nvGraphicFramePr>
        <p:xfrm>
          <a:off x="40495" y="3269414"/>
          <a:ext cx="1305704" cy="190500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정보관리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lnSpc>
                          <a:spcPct val="150000"/>
                        </a:lnSpc>
                      </a:pPr>
                      <a:r>
                        <a:rPr lang="en-US" altLang="ko-KR" sz="700" dirty="0"/>
                        <a:t>   -  </a:t>
                      </a:r>
                      <a:r>
                        <a:rPr lang="ko-KR" altLang="en-US" sz="700" dirty="0"/>
                        <a:t>회원 정보 수정</a:t>
                      </a:r>
                      <a:endParaRPr lang="en-US" altLang="ko-KR" sz="700" dirty="0"/>
                    </a:p>
                    <a:p>
                      <a:pPr latinLnBrk="1">
                        <a:lnSpc>
                          <a:spcPct val="150000"/>
                        </a:lnSpc>
                      </a:pPr>
                      <a:r>
                        <a:rPr lang="en-US" altLang="ko-KR" sz="700" dirty="0"/>
                        <a:t>   -  </a:t>
                      </a:r>
                      <a:r>
                        <a:rPr lang="ko-KR" altLang="en-US" sz="700" dirty="0" err="1"/>
                        <a:t>배송지</a:t>
                      </a:r>
                      <a:r>
                        <a:rPr lang="ko-KR" altLang="en-US" sz="700" dirty="0"/>
                        <a:t> 설정</a:t>
                      </a:r>
                      <a:endParaRPr lang="en-US" altLang="ko-KR" sz="700" dirty="0"/>
                    </a:p>
                    <a:p>
                      <a:pPr latinLnBrk="1">
                        <a:lnSpc>
                          <a:spcPct val="150000"/>
                        </a:lnSpc>
                      </a:pPr>
                      <a:endParaRPr lang="en-US" altLang="ko-KR" sz="700" dirty="0"/>
                    </a:p>
                    <a:p>
                      <a:pPr latinLnBrk="1">
                        <a:lnSpc>
                          <a:spcPct val="150000"/>
                        </a:lnSpc>
                      </a:pPr>
                      <a:r>
                        <a:rPr lang="en-US" altLang="ko-KR" sz="700" dirty="0"/>
                        <a:t>   -  </a:t>
                      </a:r>
                      <a:r>
                        <a:rPr lang="ko-KR" altLang="en-US" sz="700" dirty="0"/>
                        <a:t>회원 탈퇴 신청</a:t>
                      </a:r>
                      <a:endParaRPr lang="en-US" altLang="ko-KR" sz="700" dirty="0"/>
                    </a:p>
                    <a:p>
                      <a:pPr latinLnBrk="1"/>
                      <a:endParaRPr lang="en-US" altLang="ko-KR" sz="7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710769806"/>
                  </a:ext>
                </a:extLst>
              </a:tr>
              <a:tr h="0">
                <a:tc>
                  <a:txBody>
                    <a:bodyPr/>
                    <a:lstStyle/>
                    <a:p>
                      <a:pPr latinLnBrk="1"/>
                      <a:r>
                        <a:rPr lang="ko-KR" altLang="en-US" sz="800" dirty="0"/>
                        <a:t>○ 방문한 채널</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포인트 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장바구니 목록</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951731866"/>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a:t>
                      </a:r>
                      <a:r>
                        <a:rPr lang="ko-KR" altLang="en-US" sz="800" dirty="0" err="1"/>
                        <a:t>찜한</a:t>
                      </a:r>
                      <a:r>
                        <a:rPr lang="ko-KR" altLang="en-US" sz="800" dirty="0"/>
                        <a:t> 상품 목록</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629674474"/>
                  </a:ext>
                </a:extLst>
              </a:tr>
            </a:tbl>
          </a:graphicData>
        </a:graphic>
      </p:graphicFrame>
      <p:sp>
        <p:nvSpPr>
          <p:cNvPr id="45" name="TextBox 44">
            <a:extLst>
              <a:ext uri="{FF2B5EF4-FFF2-40B4-BE49-F238E27FC236}">
                <a16:creationId xmlns:a16="http://schemas.microsoft.com/office/drawing/2014/main" id="{4BEBBFBE-1685-40D5-8904-B19BD1969A4D}"/>
              </a:ext>
            </a:extLst>
          </p:cNvPr>
          <p:cNvSpPr txBox="1"/>
          <p:nvPr userDrawn="1"/>
        </p:nvSpPr>
        <p:spPr>
          <a:xfrm rot="10800000">
            <a:off x="1073023" y="6422896"/>
            <a:ext cx="276038" cy="246221"/>
          </a:xfrm>
          <a:prstGeom prst="rect">
            <a:avLst/>
          </a:prstGeom>
          <a:noFill/>
        </p:spPr>
        <p:txBody>
          <a:bodyPr wrap="none" rtlCol="0">
            <a:spAutoFit/>
          </a:bodyPr>
          <a:lstStyle/>
          <a:p>
            <a:r>
              <a:rPr lang="ko-KR" altLang="en-US" sz="1000" b="1" dirty="0"/>
              <a:t>∨</a:t>
            </a:r>
          </a:p>
        </p:txBody>
      </p:sp>
      <p:sp>
        <p:nvSpPr>
          <p:cNvPr id="46" name="TextBox 45">
            <a:extLst>
              <a:ext uri="{FF2B5EF4-FFF2-40B4-BE49-F238E27FC236}">
                <a16:creationId xmlns:a16="http://schemas.microsoft.com/office/drawing/2014/main" id="{D2E5C58A-F5DE-41DF-B495-4379C69E649A}"/>
              </a:ext>
            </a:extLst>
          </p:cNvPr>
          <p:cNvSpPr txBox="1"/>
          <p:nvPr userDrawn="1"/>
        </p:nvSpPr>
        <p:spPr>
          <a:xfrm>
            <a:off x="1110536" y="3239441"/>
            <a:ext cx="276038" cy="246221"/>
          </a:xfrm>
          <a:prstGeom prst="rect">
            <a:avLst/>
          </a:prstGeom>
          <a:noFill/>
        </p:spPr>
        <p:txBody>
          <a:bodyPr wrap="none" rtlCol="0">
            <a:spAutoFit/>
          </a:bodyPr>
          <a:lstStyle/>
          <a:p>
            <a:r>
              <a:rPr lang="ko-KR" altLang="en-US" sz="1000" b="1" dirty="0"/>
              <a:t>∨</a:t>
            </a:r>
          </a:p>
        </p:txBody>
      </p:sp>
      <p:graphicFrame>
        <p:nvGraphicFramePr>
          <p:cNvPr id="56" name="표 20">
            <a:extLst>
              <a:ext uri="{FF2B5EF4-FFF2-40B4-BE49-F238E27FC236}">
                <a16:creationId xmlns:a16="http://schemas.microsoft.com/office/drawing/2014/main" id="{D91275E4-21F9-49D4-AC30-5423FB7F6B11}"/>
              </a:ext>
            </a:extLst>
          </p:cNvPr>
          <p:cNvGraphicFramePr>
            <a:graphicFrameLocks noGrp="1"/>
          </p:cNvGraphicFramePr>
          <p:nvPr userDrawn="1">
            <p:extLst>
              <p:ext uri="{D42A27DB-BD31-4B8C-83A1-F6EECF244321}">
                <p14:modId xmlns:p14="http://schemas.microsoft.com/office/powerpoint/2010/main" val="3331518354"/>
              </p:ext>
            </p:extLst>
          </p:nvPr>
        </p:nvGraphicFramePr>
        <p:xfrm>
          <a:off x="44781" y="5770560"/>
          <a:ext cx="1305704" cy="85344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서비스 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주요기능</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가입안내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r h="0">
                <a:tc>
                  <a:txBody>
                    <a:bodyPr/>
                    <a:lstStyle/>
                    <a:p>
                      <a:pPr latinLnBrk="1"/>
                      <a:r>
                        <a:rPr lang="ko-KR" altLang="en-US" sz="800" dirty="0"/>
                        <a:t>○ 고객센터</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878359119"/>
                  </a:ext>
                </a:extLst>
              </a:tr>
            </a:tbl>
          </a:graphicData>
        </a:graphic>
      </p:graphicFrame>
      <p:sp>
        <p:nvSpPr>
          <p:cNvPr id="57" name="TextBox 56">
            <a:extLst>
              <a:ext uri="{FF2B5EF4-FFF2-40B4-BE49-F238E27FC236}">
                <a16:creationId xmlns:a16="http://schemas.microsoft.com/office/drawing/2014/main" id="{89536F43-F5AD-4476-97B7-23CC481F03BF}"/>
              </a:ext>
            </a:extLst>
          </p:cNvPr>
          <p:cNvSpPr txBox="1"/>
          <p:nvPr userDrawn="1"/>
        </p:nvSpPr>
        <p:spPr>
          <a:xfrm>
            <a:off x="18077" y="5541382"/>
            <a:ext cx="1182036" cy="215444"/>
          </a:xfrm>
          <a:prstGeom prst="rect">
            <a:avLst/>
          </a:prstGeom>
          <a:noFill/>
        </p:spPr>
        <p:txBody>
          <a:bodyPr wrap="square">
            <a:spAutoFit/>
          </a:bodyPr>
          <a:lstStyle/>
          <a:p>
            <a:pPr latinLnBrk="1"/>
            <a:r>
              <a:rPr lang="ko-KR" altLang="en-US" sz="800" b="1" dirty="0">
                <a:solidFill>
                  <a:schemeClr val="bg1">
                    <a:lumMod val="50000"/>
                  </a:schemeClr>
                </a:solidFill>
              </a:rPr>
              <a:t> </a:t>
            </a:r>
            <a:r>
              <a:rPr lang="en-US" altLang="ko-KR" sz="800" b="1" dirty="0">
                <a:solidFill>
                  <a:schemeClr val="bg1">
                    <a:lumMod val="50000"/>
                  </a:schemeClr>
                </a:solidFill>
              </a:rPr>
              <a:t>Me9 Market </a:t>
            </a:r>
            <a:endParaRPr lang="ko-KR" altLang="en-US" sz="800" b="1" dirty="0">
              <a:solidFill>
                <a:schemeClr val="bg1">
                  <a:lumMod val="50000"/>
                </a:schemeClr>
              </a:solidFill>
            </a:endParaRPr>
          </a:p>
        </p:txBody>
      </p:sp>
      <p:sp>
        <p:nvSpPr>
          <p:cNvPr id="58" name="TextBox 57">
            <a:extLst>
              <a:ext uri="{FF2B5EF4-FFF2-40B4-BE49-F238E27FC236}">
                <a16:creationId xmlns:a16="http://schemas.microsoft.com/office/drawing/2014/main" id="{4A174763-997B-4A6C-B7DA-8E180088844C}"/>
              </a:ext>
            </a:extLst>
          </p:cNvPr>
          <p:cNvSpPr txBox="1"/>
          <p:nvPr userDrawn="1"/>
        </p:nvSpPr>
        <p:spPr>
          <a:xfrm>
            <a:off x="29006" y="3052016"/>
            <a:ext cx="1182036" cy="215444"/>
          </a:xfrm>
          <a:prstGeom prst="rect">
            <a:avLst/>
          </a:prstGeom>
          <a:noFill/>
        </p:spPr>
        <p:txBody>
          <a:bodyPr wrap="square">
            <a:spAutoFit/>
          </a:bodyPr>
          <a:lstStyle/>
          <a:p>
            <a:pPr latinLnBrk="1"/>
            <a:r>
              <a:rPr lang="ko-KR" altLang="en-US" sz="800" b="1" dirty="0">
                <a:solidFill>
                  <a:schemeClr val="bg1">
                    <a:lumMod val="50000"/>
                  </a:schemeClr>
                </a:solidFill>
              </a:rPr>
              <a:t> 주요메뉴</a:t>
            </a:r>
            <a:r>
              <a:rPr lang="en-US" altLang="ko-KR" sz="800" b="1" dirty="0">
                <a:solidFill>
                  <a:schemeClr val="bg1">
                    <a:lumMod val="50000"/>
                  </a:schemeClr>
                </a:solidFill>
              </a:rPr>
              <a:t> </a:t>
            </a:r>
            <a:endParaRPr lang="ko-KR" altLang="en-US" sz="800" b="1" dirty="0">
              <a:solidFill>
                <a:schemeClr val="bg1">
                  <a:lumMod val="50000"/>
                </a:schemeClr>
              </a:solidFill>
            </a:endParaRPr>
          </a:p>
        </p:txBody>
      </p:sp>
      <p:sp>
        <p:nvSpPr>
          <p:cNvPr id="53" name="직사각형 52">
            <a:extLst>
              <a:ext uri="{FF2B5EF4-FFF2-40B4-BE49-F238E27FC236}">
                <a16:creationId xmlns:a16="http://schemas.microsoft.com/office/drawing/2014/main" id="{6BA00956-B14B-4BD2-91E9-94D97D4BC2C0}"/>
              </a:ext>
            </a:extLst>
          </p:cNvPr>
          <p:cNvSpPr/>
          <p:nvPr userDrawn="1"/>
        </p:nvSpPr>
        <p:spPr>
          <a:xfrm>
            <a:off x="41208" y="429370"/>
            <a:ext cx="1304991"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6" name="TextBox 85">
            <a:extLst>
              <a:ext uri="{FF2B5EF4-FFF2-40B4-BE49-F238E27FC236}">
                <a16:creationId xmlns:a16="http://schemas.microsoft.com/office/drawing/2014/main" id="{B03E721A-0C41-497D-92EA-80EF06D84AFD}"/>
              </a:ext>
            </a:extLst>
          </p:cNvPr>
          <p:cNvSpPr txBox="1"/>
          <p:nvPr userDrawn="1"/>
        </p:nvSpPr>
        <p:spPr>
          <a:xfrm>
            <a:off x="5293174" y="811511"/>
            <a:ext cx="854721" cy="276999"/>
          </a:xfrm>
          <a:prstGeom prst="rect">
            <a:avLst/>
          </a:prstGeom>
          <a:noFill/>
        </p:spPr>
        <p:txBody>
          <a:bodyPr wrap="none" rtlCol="0">
            <a:spAutoFit/>
          </a:bodyPr>
          <a:lstStyle/>
          <a:p>
            <a:r>
              <a:rPr lang="ko-KR" altLang="en-US" sz="1200" b="1" dirty="0"/>
              <a:t>주문 상세</a:t>
            </a:r>
          </a:p>
        </p:txBody>
      </p:sp>
      <p:cxnSp>
        <p:nvCxnSpPr>
          <p:cNvPr id="87" name="직선 연결선 86">
            <a:extLst>
              <a:ext uri="{FF2B5EF4-FFF2-40B4-BE49-F238E27FC236}">
                <a16:creationId xmlns:a16="http://schemas.microsoft.com/office/drawing/2014/main" id="{5D873F61-5ADB-44DE-A156-57447F1B5C04}"/>
              </a:ext>
            </a:extLst>
          </p:cNvPr>
          <p:cNvCxnSpPr>
            <a:cxnSpLocks/>
          </p:cNvCxnSpPr>
          <p:nvPr userDrawn="1"/>
        </p:nvCxnSpPr>
        <p:spPr>
          <a:xfrm>
            <a:off x="2143819" y="1254678"/>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8" name="TextBox 87">
            <a:extLst>
              <a:ext uri="{FF2B5EF4-FFF2-40B4-BE49-F238E27FC236}">
                <a16:creationId xmlns:a16="http://schemas.microsoft.com/office/drawing/2014/main" id="{40C403D4-5F64-4908-8D6C-1513231C5D4D}"/>
              </a:ext>
            </a:extLst>
          </p:cNvPr>
          <p:cNvSpPr txBox="1"/>
          <p:nvPr userDrawn="1"/>
        </p:nvSpPr>
        <p:spPr>
          <a:xfrm>
            <a:off x="2149562" y="1336285"/>
            <a:ext cx="2015295" cy="215444"/>
          </a:xfrm>
          <a:prstGeom prst="rect">
            <a:avLst/>
          </a:prstGeom>
          <a:noFill/>
        </p:spPr>
        <p:txBody>
          <a:bodyPr wrap="none" rtlCol="0">
            <a:spAutoFit/>
          </a:bodyPr>
          <a:lstStyle/>
          <a:p>
            <a:r>
              <a:rPr lang="en-US" altLang="ko-KR" sz="800" dirty="0"/>
              <a:t>2024.10.14  |  </a:t>
            </a:r>
            <a:r>
              <a:rPr lang="ko-KR" altLang="en-US" sz="800" dirty="0"/>
              <a:t>주문번호</a:t>
            </a:r>
            <a:r>
              <a:rPr lang="en-US" altLang="ko-KR" sz="800" dirty="0"/>
              <a:t>:</a:t>
            </a:r>
            <a:r>
              <a:rPr lang="ko-KR" altLang="en-US" sz="800" dirty="0"/>
              <a:t> </a:t>
            </a:r>
            <a:r>
              <a:rPr lang="en-US" altLang="ko-KR" sz="800" dirty="0"/>
              <a:t>Me9-00929423</a:t>
            </a:r>
            <a:endParaRPr lang="ko-KR" altLang="en-US" sz="800" dirty="0"/>
          </a:p>
        </p:txBody>
      </p:sp>
      <p:graphicFrame>
        <p:nvGraphicFramePr>
          <p:cNvPr id="89" name="표 87">
            <a:extLst>
              <a:ext uri="{FF2B5EF4-FFF2-40B4-BE49-F238E27FC236}">
                <a16:creationId xmlns:a16="http://schemas.microsoft.com/office/drawing/2014/main" id="{75F04A0F-61D0-4902-B9CB-842AD4A4F3FC}"/>
              </a:ext>
            </a:extLst>
          </p:cNvPr>
          <p:cNvGraphicFramePr>
            <a:graphicFrameLocks noGrp="1"/>
          </p:cNvGraphicFramePr>
          <p:nvPr userDrawn="1">
            <p:extLst>
              <p:ext uri="{D42A27DB-BD31-4B8C-83A1-F6EECF244321}">
                <p14:modId xmlns:p14="http://schemas.microsoft.com/office/powerpoint/2010/main" val="1093575394"/>
              </p:ext>
            </p:extLst>
          </p:nvPr>
        </p:nvGraphicFramePr>
        <p:xfrm>
          <a:off x="2141169" y="1625912"/>
          <a:ext cx="7317849" cy="640080"/>
        </p:xfrm>
        <a:graphic>
          <a:graphicData uri="http://schemas.openxmlformats.org/drawingml/2006/table">
            <a:tbl>
              <a:tblPr firstRow="1" bandRow="1">
                <a:tableStyleId>{5940675A-B579-460E-94D1-54222C63F5DA}</a:tableStyleId>
              </a:tblPr>
              <a:tblGrid>
                <a:gridCol w="747347">
                  <a:extLst>
                    <a:ext uri="{9D8B030D-6E8A-4147-A177-3AD203B41FA5}">
                      <a16:colId xmlns:a16="http://schemas.microsoft.com/office/drawing/2014/main" val="1741250993"/>
                    </a:ext>
                  </a:extLst>
                </a:gridCol>
                <a:gridCol w="1200647">
                  <a:extLst>
                    <a:ext uri="{9D8B030D-6E8A-4147-A177-3AD203B41FA5}">
                      <a16:colId xmlns:a16="http://schemas.microsoft.com/office/drawing/2014/main" val="1468661165"/>
                    </a:ext>
                  </a:extLst>
                </a:gridCol>
                <a:gridCol w="5369855">
                  <a:extLst>
                    <a:ext uri="{9D8B030D-6E8A-4147-A177-3AD203B41FA5}">
                      <a16:colId xmlns:a16="http://schemas.microsoft.com/office/drawing/2014/main" val="3917594789"/>
                    </a:ext>
                  </a:extLst>
                </a:gridCol>
              </a:tblGrid>
              <a:tr h="165784">
                <a:tc rowSpan="3">
                  <a:txBody>
                    <a:bodyPr/>
                    <a:lstStyle/>
                    <a:p>
                      <a:pPr latinLnBrk="1"/>
                      <a:r>
                        <a:rPr lang="ko-KR" altLang="en-US" sz="800" dirty="0"/>
                        <a:t>주문자 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주문자 이름</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홍길동</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vMerge="1">
                  <a:txBody>
                    <a:bodyPr/>
                    <a:lstStyle/>
                    <a:p>
                      <a:pPr latinLnBrk="1"/>
                      <a:endParaRPr lang="ko-KR" altLang="en-US" sz="800" dirty="0"/>
                    </a:p>
                  </a:txBody>
                  <a:tcPr/>
                </a:tc>
                <a:tc>
                  <a:txBody>
                    <a:bodyPr/>
                    <a:lstStyle/>
                    <a:p>
                      <a:pPr latinLnBrk="1"/>
                      <a:r>
                        <a:rPr lang="ko-KR" altLang="en-US" sz="800" dirty="0"/>
                        <a:t>휴대폰 번호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010-0000-0000</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vMerge="1">
                  <a:txBody>
                    <a:bodyPr/>
                    <a:lstStyle/>
                    <a:p>
                      <a:pPr latinLnBrk="1"/>
                      <a:endParaRPr lang="ko-KR" altLang="en-US" sz="800" dirty="0"/>
                    </a:p>
                  </a:txBody>
                  <a:tcPr/>
                </a:tc>
                <a:tc>
                  <a:txBody>
                    <a:bodyPr/>
                    <a:lstStyle/>
                    <a:p>
                      <a:pPr latinLnBrk="1"/>
                      <a:r>
                        <a:rPr lang="ko-KR" altLang="en-US" sz="800" dirty="0"/>
                        <a:t>이메일 주소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hlinkClick r:id="rId2"/>
                        </a:rPr>
                        <a:t>test1234@naver.com</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bl>
          </a:graphicData>
        </a:graphic>
      </p:graphicFrame>
      <p:graphicFrame>
        <p:nvGraphicFramePr>
          <p:cNvPr id="90" name="표 89">
            <a:extLst>
              <a:ext uri="{FF2B5EF4-FFF2-40B4-BE49-F238E27FC236}">
                <a16:creationId xmlns:a16="http://schemas.microsoft.com/office/drawing/2014/main" id="{60CB7F6B-CF7E-4063-8D70-61EF5FA02F58}"/>
              </a:ext>
            </a:extLst>
          </p:cNvPr>
          <p:cNvGraphicFramePr>
            <a:graphicFrameLocks noGrp="1"/>
          </p:cNvGraphicFramePr>
          <p:nvPr userDrawn="1">
            <p:extLst>
              <p:ext uri="{D42A27DB-BD31-4B8C-83A1-F6EECF244321}">
                <p14:modId xmlns:p14="http://schemas.microsoft.com/office/powerpoint/2010/main" val="3689263788"/>
              </p:ext>
            </p:extLst>
          </p:nvPr>
        </p:nvGraphicFramePr>
        <p:xfrm>
          <a:off x="2141169" y="2525734"/>
          <a:ext cx="7317849" cy="975360"/>
        </p:xfrm>
        <a:graphic>
          <a:graphicData uri="http://schemas.openxmlformats.org/drawingml/2006/table">
            <a:tbl>
              <a:tblPr firstRow="1" bandRow="1">
                <a:tableStyleId>{5940675A-B579-460E-94D1-54222C63F5DA}</a:tableStyleId>
              </a:tblPr>
              <a:tblGrid>
                <a:gridCol w="747347">
                  <a:extLst>
                    <a:ext uri="{9D8B030D-6E8A-4147-A177-3AD203B41FA5}">
                      <a16:colId xmlns:a16="http://schemas.microsoft.com/office/drawing/2014/main" val="1741250993"/>
                    </a:ext>
                  </a:extLst>
                </a:gridCol>
                <a:gridCol w="1200647">
                  <a:extLst>
                    <a:ext uri="{9D8B030D-6E8A-4147-A177-3AD203B41FA5}">
                      <a16:colId xmlns:a16="http://schemas.microsoft.com/office/drawing/2014/main" val="1468661165"/>
                    </a:ext>
                  </a:extLst>
                </a:gridCol>
                <a:gridCol w="5369855">
                  <a:extLst>
                    <a:ext uri="{9D8B030D-6E8A-4147-A177-3AD203B41FA5}">
                      <a16:colId xmlns:a16="http://schemas.microsoft.com/office/drawing/2014/main" val="3917594789"/>
                    </a:ext>
                  </a:extLst>
                </a:gridCol>
              </a:tblGrid>
              <a:tr h="165784">
                <a:tc rowSpan="4">
                  <a:txBody>
                    <a:bodyPr/>
                    <a:lstStyle/>
                    <a:p>
                      <a:pPr latinLnBrk="1"/>
                      <a:r>
                        <a:rPr lang="ko-KR" altLang="en-US" sz="800" dirty="0"/>
                        <a:t>배송 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받는 사람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홍길동</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vMerge="1">
                  <a:txBody>
                    <a:bodyPr/>
                    <a:lstStyle/>
                    <a:p>
                      <a:pPr latinLnBrk="1"/>
                      <a:endParaRPr lang="ko-KR" altLang="en-US" sz="800" dirty="0"/>
                    </a:p>
                  </a:txBody>
                  <a:tcPr/>
                </a:tc>
                <a:tc>
                  <a:txBody>
                    <a:bodyPr/>
                    <a:lstStyle/>
                    <a:p>
                      <a:pPr latinLnBrk="1"/>
                      <a:r>
                        <a:rPr lang="ko-KR" altLang="en-US" sz="800" dirty="0"/>
                        <a:t>휴대폰 번호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010-0000-0000</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vMerge="1">
                  <a:txBody>
                    <a:bodyPr/>
                    <a:lstStyle/>
                    <a:p>
                      <a:pPr latinLnBrk="1"/>
                      <a:endParaRPr lang="ko-KR" altLang="en-US" sz="800" dirty="0"/>
                    </a:p>
                  </a:txBody>
                  <a:tcPr/>
                </a:tc>
                <a:tc>
                  <a:txBody>
                    <a:bodyPr/>
                    <a:lstStyle/>
                    <a:p>
                      <a:pPr latinLnBrk="1"/>
                      <a:r>
                        <a:rPr lang="ko-KR" altLang="en-US" sz="800" dirty="0"/>
                        <a:t>주소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22012 </a:t>
                      </a:r>
                      <a:r>
                        <a:rPr lang="ko-KR" altLang="en-US" sz="800" dirty="0"/>
                        <a:t>서울특별시 광진구 </a:t>
                      </a:r>
                      <a:r>
                        <a:rPr lang="ko-KR" altLang="en-US" sz="800" dirty="0" err="1"/>
                        <a:t>가나다동</a:t>
                      </a:r>
                      <a:r>
                        <a:rPr lang="ko-KR" altLang="en-US" sz="800" dirty="0"/>
                        <a:t> </a:t>
                      </a:r>
                      <a:r>
                        <a:rPr lang="en-US" altLang="ko-KR" sz="800" dirty="0"/>
                        <a:t>119-12</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r h="0">
                <a:tc vMerge="1">
                  <a:txBody>
                    <a:bodyPr/>
                    <a:lstStyle/>
                    <a:p>
                      <a:pPr latinLnBrk="1"/>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배송메모</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배송메모 </a:t>
                      </a:r>
                      <a:endParaRPr lang="en-US" altLang="ko-KR" sz="800" dirty="0"/>
                    </a:p>
                    <a:p>
                      <a:pPr latinLnBrk="1"/>
                      <a:r>
                        <a:rPr lang="en-US" altLang="ko-KR" sz="800" dirty="0"/>
                        <a:t>1122</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610892354"/>
                  </a:ext>
                </a:extLst>
              </a:tr>
            </a:tbl>
          </a:graphicData>
        </a:graphic>
      </p:graphicFrame>
      <p:cxnSp>
        <p:nvCxnSpPr>
          <p:cNvPr id="91" name="직선 연결선 90">
            <a:extLst>
              <a:ext uri="{FF2B5EF4-FFF2-40B4-BE49-F238E27FC236}">
                <a16:creationId xmlns:a16="http://schemas.microsoft.com/office/drawing/2014/main" id="{755D9221-FE20-47DB-A02E-648A26F31597}"/>
              </a:ext>
            </a:extLst>
          </p:cNvPr>
          <p:cNvCxnSpPr>
            <a:cxnSpLocks/>
          </p:cNvCxnSpPr>
          <p:nvPr userDrawn="1"/>
        </p:nvCxnSpPr>
        <p:spPr>
          <a:xfrm>
            <a:off x="2141169" y="3816323"/>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92" name="표 13">
            <a:extLst>
              <a:ext uri="{FF2B5EF4-FFF2-40B4-BE49-F238E27FC236}">
                <a16:creationId xmlns:a16="http://schemas.microsoft.com/office/drawing/2014/main" id="{47457B6D-376E-492A-9EDD-201F15630C81}"/>
              </a:ext>
            </a:extLst>
          </p:cNvPr>
          <p:cNvGraphicFramePr>
            <a:graphicFrameLocks noGrp="1"/>
          </p:cNvGraphicFramePr>
          <p:nvPr userDrawn="1">
            <p:extLst>
              <p:ext uri="{D42A27DB-BD31-4B8C-83A1-F6EECF244321}">
                <p14:modId xmlns:p14="http://schemas.microsoft.com/office/powerpoint/2010/main" val="2672176033"/>
              </p:ext>
            </p:extLst>
          </p:nvPr>
        </p:nvGraphicFramePr>
        <p:xfrm>
          <a:off x="2141169" y="4202787"/>
          <a:ext cx="7317158" cy="2773680"/>
        </p:xfrm>
        <a:graphic>
          <a:graphicData uri="http://schemas.openxmlformats.org/drawingml/2006/table">
            <a:tbl>
              <a:tblPr firstRow="1" bandRow="1">
                <a:tableStyleId>{5940675A-B579-460E-94D1-54222C63F5DA}</a:tableStyleId>
              </a:tblPr>
              <a:tblGrid>
                <a:gridCol w="813636">
                  <a:extLst>
                    <a:ext uri="{9D8B030D-6E8A-4147-A177-3AD203B41FA5}">
                      <a16:colId xmlns:a16="http://schemas.microsoft.com/office/drawing/2014/main" val="2416159356"/>
                    </a:ext>
                  </a:extLst>
                </a:gridCol>
                <a:gridCol w="2517886">
                  <a:extLst>
                    <a:ext uri="{9D8B030D-6E8A-4147-A177-3AD203B41FA5}">
                      <a16:colId xmlns:a16="http://schemas.microsoft.com/office/drawing/2014/main" val="4215256312"/>
                    </a:ext>
                  </a:extLst>
                </a:gridCol>
                <a:gridCol w="2329732">
                  <a:extLst>
                    <a:ext uri="{9D8B030D-6E8A-4147-A177-3AD203B41FA5}">
                      <a16:colId xmlns:a16="http://schemas.microsoft.com/office/drawing/2014/main" val="2417053123"/>
                    </a:ext>
                  </a:extLst>
                </a:gridCol>
                <a:gridCol w="870472">
                  <a:extLst>
                    <a:ext uri="{9D8B030D-6E8A-4147-A177-3AD203B41FA5}">
                      <a16:colId xmlns:a16="http://schemas.microsoft.com/office/drawing/2014/main" val="739747790"/>
                    </a:ext>
                  </a:extLst>
                </a:gridCol>
                <a:gridCol w="785432">
                  <a:extLst>
                    <a:ext uri="{9D8B030D-6E8A-4147-A177-3AD203B41FA5}">
                      <a16:colId xmlns:a16="http://schemas.microsoft.com/office/drawing/2014/main" val="3960621706"/>
                    </a:ext>
                  </a:extLst>
                </a:gridCol>
              </a:tblGrid>
              <a:tr h="0">
                <a:tc gridSpan="5">
                  <a:txBody>
                    <a:bodyPr/>
                    <a:lstStyle/>
                    <a:p>
                      <a:pPr latinLnBrk="1"/>
                      <a:r>
                        <a:rPr lang="en-US" altLang="ko-KR" sz="800" b="1" dirty="0">
                          <a:solidFill>
                            <a:schemeClr val="bg1">
                              <a:lumMod val="65000"/>
                            </a:schemeClr>
                          </a:solidFill>
                        </a:rPr>
                        <a:t>Shop </a:t>
                      </a:r>
                      <a:r>
                        <a:rPr lang="ko-KR" altLang="en-US" sz="800" b="1" dirty="0" err="1">
                          <a:solidFill>
                            <a:schemeClr val="bg1">
                              <a:lumMod val="65000"/>
                            </a:schemeClr>
                          </a:solidFill>
                        </a:rPr>
                        <a:t>채널명</a:t>
                      </a:r>
                      <a:r>
                        <a:rPr lang="ko-KR" altLang="en-US" sz="800" b="1" dirty="0">
                          <a:solidFill>
                            <a:schemeClr val="bg1">
                              <a:lumMod val="65000"/>
                            </a:schemeClr>
                          </a:solidFill>
                        </a:rPr>
                        <a:t> </a:t>
                      </a:r>
                      <a:r>
                        <a:rPr lang="en-US" altLang="ko-KR" sz="800" b="1" dirty="0">
                          <a:solidFill>
                            <a:schemeClr val="bg1">
                              <a:lumMod val="65000"/>
                            </a:schemeClr>
                          </a:solidFill>
                        </a:rPr>
                        <a:t>|</a:t>
                      </a:r>
                      <a:r>
                        <a:rPr lang="ko-KR" altLang="en-US" sz="800" b="1" dirty="0">
                          <a:solidFill>
                            <a:schemeClr val="bg1">
                              <a:lumMod val="65000"/>
                            </a:schemeClr>
                          </a:solidFill>
                        </a:rPr>
                        <a:t> 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lnL w="3175" cap="flat" cmpd="sng" algn="ctr">
                      <a:solidFill>
                        <a:schemeClr val="tx1">
                          <a:lumMod val="65000"/>
                          <a:lumOff val="35000"/>
                        </a:schemeClr>
                      </a:solidFill>
                      <a:prstDash val="solid"/>
                      <a:round/>
                      <a:headEnd type="none" w="med" len="med"/>
                      <a:tailEnd type="none" w="med" len="med"/>
                    </a:ln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구매확정</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r h="0">
                <a:tc>
                  <a:txBody>
                    <a:bodyPr/>
                    <a:lstStyle/>
                    <a:p>
                      <a:pPr algn="ctr" latinLnBrk="1"/>
                      <a:r>
                        <a:rPr lang="ko-KR" altLang="en-US" sz="900" dirty="0"/>
                        <a:t>취소완료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34933101"/>
                  </a:ext>
                </a:extLst>
              </a:tr>
              <a:tr h="0">
                <a:tc>
                  <a:txBody>
                    <a:bodyPr/>
                    <a:lstStyle/>
                    <a:p>
                      <a:pPr algn="ctr" latinLnBrk="1"/>
                      <a:r>
                        <a:rPr lang="ko-KR" altLang="en-US" sz="900" dirty="0"/>
                        <a:t>반품완료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545427743"/>
                  </a:ext>
                </a:extLst>
              </a:tr>
              <a:tr h="0">
                <a:tc>
                  <a:txBody>
                    <a:bodyPr/>
                    <a:lstStyle/>
                    <a:p>
                      <a:pPr algn="ctr" latinLnBrk="1"/>
                      <a:r>
                        <a:rPr lang="ko-KR" altLang="en-US" sz="900" dirty="0"/>
                        <a:t>교환완료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tc>
                  <a:txBody>
                    <a:bodyPr/>
                    <a:lstStyle/>
                    <a:p>
                      <a:pPr algn="l" latinLnBrk="1"/>
                      <a:r>
                        <a:rPr lang="ko-KR" altLang="en-US" sz="900" dirty="0"/>
                        <a:t>주문번호</a:t>
                      </a:r>
                      <a:r>
                        <a:rPr lang="en-US" altLang="ko-KR" sz="900" dirty="0"/>
                        <a:t>:</a:t>
                      </a:r>
                      <a:r>
                        <a:rPr lang="ko-KR" altLang="en-US" sz="900" dirty="0"/>
                        <a:t> </a:t>
                      </a:r>
                      <a:r>
                        <a:rPr lang="en-US" altLang="ko-KR" sz="900" dirty="0"/>
                        <a:t>Me9-00929111</a:t>
                      </a:r>
                    </a:p>
                    <a:p>
                      <a:pPr algn="l" latinLnBrk="1"/>
                      <a:r>
                        <a:rPr lang="ko-KR" altLang="en-US" sz="900" b="1" dirty="0">
                          <a:solidFill>
                            <a:srgbClr val="FF0000"/>
                          </a:solidFill>
                        </a:rPr>
                        <a:t>  → </a:t>
                      </a:r>
                      <a:r>
                        <a:rPr lang="ko-KR" altLang="en-US" sz="900" dirty="0"/>
                        <a:t>교환 주문번호</a:t>
                      </a:r>
                      <a:r>
                        <a:rPr lang="en-US" altLang="ko-KR" sz="900" dirty="0"/>
                        <a:t>:</a:t>
                      </a:r>
                      <a:r>
                        <a:rPr lang="ko-KR" altLang="en-US" sz="900" dirty="0"/>
                        <a:t> </a:t>
                      </a:r>
                      <a:r>
                        <a:rPr lang="en-US" altLang="ko-KR" sz="900" dirty="0"/>
                        <a:t>Me9-RE-00929111</a:t>
                      </a:r>
                      <a:endParaRPr lang="ko-KR" altLang="en-US" sz="900" b="1" dirty="0">
                        <a:solidFill>
                          <a:srgbClr val="FF0000"/>
                        </a:solidFill>
                      </a:endParaRP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tc>
                  <a:txBody>
                    <a:bodyPr/>
                    <a:lstStyle/>
                    <a:p>
                      <a:pPr algn="r" latinLnBrk="1"/>
                      <a:r>
                        <a:rPr lang="en-US" altLang="ko-KR" sz="900" b="1" dirty="0"/>
                        <a:t>1,000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extLst>
                  <a:ext uri="{0D108BD9-81ED-4DB2-BD59-A6C34878D82A}">
                    <a16:rowId xmlns:a16="http://schemas.microsoft.com/office/drawing/2014/main" val="2155482761"/>
                  </a:ext>
                </a:extLst>
              </a:tr>
            </a:tbl>
          </a:graphicData>
        </a:graphic>
      </p:graphicFrame>
      <p:grpSp>
        <p:nvGrpSpPr>
          <p:cNvPr id="93" name="그룹 92">
            <a:extLst>
              <a:ext uri="{FF2B5EF4-FFF2-40B4-BE49-F238E27FC236}">
                <a16:creationId xmlns:a16="http://schemas.microsoft.com/office/drawing/2014/main" id="{5FBBA953-C8D1-44D7-886C-5080DFD07007}"/>
              </a:ext>
            </a:extLst>
          </p:cNvPr>
          <p:cNvGrpSpPr/>
          <p:nvPr userDrawn="1"/>
        </p:nvGrpSpPr>
        <p:grpSpPr>
          <a:xfrm>
            <a:off x="3079686" y="4516261"/>
            <a:ext cx="689346" cy="440906"/>
            <a:chOff x="2843808" y="1955121"/>
            <a:chExt cx="1674813" cy="596970"/>
          </a:xfrm>
          <a:solidFill>
            <a:schemeClr val="bg1">
              <a:lumMod val="95000"/>
            </a:schemeClr>
          </a:solidFill>
        </p:grpSpPr>
        <p:sp>
          <p:nvSpPr>
            <p:cNvPr id="94" name="Border">
              <a:extLst>
                <a:ext uri="{FF2B5EF4-FFF2-40B4-BE49-F238E27FC236}">
                  <a16:creationId xmlns:a16="http://schemas.microsoft.com/office/drawing/2014/main" id="{BC624722-4190-4C24-87C7-4663653ACBA8}"/>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5" name="Line 2">
              <a:extLst>
                <a:ext uri="{FF2B5EF4-FFF2-40B4-BE49-F238E27FC236}">
                  <a16:creationId xmlns:a16="http://schemas.microsoft.com/office/drawing/2014/main" id="{A9F20A3C-3309-453F-9F60-C178E2072650}"/>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6" name="Line 1">
              <a:extLst>
                <a:ext uri="{FF2B5EF4-FFF2-40B4-BE49-F238E27FC236}">
                  <a16:creationId xmlns:a16="http://schemas.microsoft.com/office/drawing/2014/main" id="{4172DF93-2601-4EC1-AC48-4722F7426E9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7" name="TextBox 96">
              <a:extLst>
                <a:ext uri="{FF2B5EF4-FFF2-40B4-BE49-F238E27FC236}">
                  <a16:creationId xmlns:a16="http://schemas.microsoft.com/office/drawing/2014/main" id="{7944D546-B557-44E9-9C1F-C462D9B5A925}"/>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98" name="직사각형 97">
            <a:extLst>
              <a:ext uri="{FF2B5EF4-FFF2-40B4-BE49-F238E27FC236}">
                <a16:creationId xmlns:a16="http://schemas.microsoft.com/office/drawing/2014/main" id="{EBE54292-B4E1-45B9-9025-5505D1CD7708}"/>
              </a:ext>
            </a:extLst>
          </p:cNvPr>
          <p:cNvSpPr/>
          <p:nvPr userDrawn="1"/>
        </p:nvSpPr>
        <p:spPr>
          <a:xfrm>
            <a:off x="3790115" y="4516261"/>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99" name="직사각형 98">
            <a:extLst>
              <a:ext uri="{FF2B5EF4-FFF2-40B4-BE49-F238E27FC236}">
                <a16:creationId xmlns:a16="http://schemas.microsoft.com/office/drawing/2014/main" id="{B2AAA1DC-4E70-44C4-9B8F-65901164F7C7}"/>
              </a:ext>
            </a:extLst>
          </p:cNvPr>
          <p:cNvSpPr/>
          <p:nvPr userDrawn="1"/>
        </p:nvSpPr>
        <p:spPr>
          <a:xfrm>
            <a:off x="3786567" y="5163626"/>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grpSp>
        <p:nvGrpSpPr>
          <p:cNvPr id="100" name="그룹 99">
            <a:extLst>
              <a:ext uri="{FF2B5EF4-FFF2-40B4-BE49-F238E27FC236}">
                <a16:creationId xmlns:a16="http://schemas.microsoft.com/office/drawing/2014/main" id="{77666BAF-2D10-41CD-821C-5F6CF146ABDB}"/>
              </a:ext>
            </a:extLst>
          </p:cNvPr>
          <p:cNvGrpSpPr/>
          <p:nvPr userDrawn="1"/>
        </p:nvGrpSpPr>
        <p:grpSpPr>
          <a:xfrm>
            <a:off x="3076138" y="5139072"/>
            <a:ext cx="689346" cy="440906"/>
            <a:chOff x="2843808" y="1955121"/>
            <a:chExt cx="1674813" cy="596970"/>
          </a:xfrm>
          <a:solidFill>
            <a:schemeClr val="bg1">
              <a:lumMod val="95000"/>
            </a:schemeClr>
          </a:solidFill>
        </p:grpSpPr>
        <p:sp>
          <p:nvSpPr>
            <p:cNvPr id="101" name="Border">
              <a:extLst>
                <a:ext uri="{FF2B5EF4-FFF2-40B4-BE49-F238E27FC236}">
                  <a16:creationId xmlns:a16="http://schemas.microsoft.com/office/drawing/2014/main" id="{FFCD9F83-C918-4681-BC2B-D0970A04DAE3}"/>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2" name="Line 2">
              <a:extLst>
                <a:ext uri="{FF2B5EF4-FFF2-40B4-BE49-F238E27FC236}">
                  <a16:creationId xmlns:a16="http://schemas.microsoft.com/office/drawing/2014/main" id="{66CA2729-1BA8-4D40-90F1-C401EE6EA2D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3" name="Line 1">
              <a:extLst>
                <a:ext uri="{FF2B5EF4-FFF2-40B4-BE49-F238E27FC236}">
                  <a16:creationId xmlns:a16="http://schemas.microsoft.com/office/drawing/2014/main" id="{07D8BF29-0962-463A-B190-D3436DE918D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4" name="TextBox 103">
              <a:extLst>
                <a:ext uri="{FF2B5EF4-FFF2-40B4-BE49-F238E27FC236}">
                  <a16:creationId xmlns:a16="http://schemas.microsoft.com/office/drawing/2014/main" id="{E03DEABC-239E-448F-A1BE-7B45C40D7AA6}"/>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05" name="TextBox 104">
            <a:extLst>
              <a:ext uri="{FF2B5EF4-FFF2-40B4-BE49-F238E27FC236}">
                <a16:creationId xmlns:a16="http://schemas.microsoft.com/office/drawing/2014/main" id="{1BD61D6D-16FD-4D3E-9DDF-B93A79460D7F}"/>
              </a:ext>
            </a:extLst>
          </p:cNvPr>
          <p:cNvSpPr txBox="1"/>
          <p:nvPr userDrawn="1"/>
        </p:nvSpPr>
        <p:spPr>
          <a:xfrm>
            <a:off x="2149562" y="3927312"/>
            <a:ext cx="631904" cy="215444"/>
          </a:xfrm>
          <a:prstGeom prst="rect">
            <a:avLst/>
          </a:prstGeom>
          <a:noFill/>
        </p:spPr>
        <p:txBody>
          <a:bodyPr wrap="none" rtlCol="0">
            <a:spAutoFit/>
          </a:bodyPr>
          <a:lstStyle/>
          <a:p>
            <a:r>
              <a:rPr lang="ko-KR" altLang="en-US" sz="800" dirty="0"/>
              <a:t>구매 상품</a:t>
            </a:r>
          </a:p>
        </p:txBody>
      </p:sp>
      <p:cxnSp>
        <p:nvCxnSpPr>
          <p:cNvPr id="106" name="직선 연결선 105">
            <a:extLst>
              <a:ext uri="{FF2B5EF4-FFF2-40B4-BE49-F238E27FC236}">
                <a16:creationId xmlns:a16="http://schemas.microsoft.com/office/drawing/2014/main" id="{290A3F66-5939-4C0B-8181-EFE658ED4306}"/>
              </a:ext>
            </a:extLst>
          </p:cNvPr>
          <p:cNvCxnSpPr>
            <a:cxnSpLocks/>
          </p:cNvCxnSpPr>
          <p:nvPr userDrawn="1"/>
        </p:nvCxnSpPr>
        <p:spPr>
          <a:xfrm>
            <a:off x="2141169" y="7628905"/>
            <a:ext cx="433338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TextBox 106">
            <a:extLst>
              <a:ext uri="{FF2B5EF4-FFF2-40B4-BE49-F238E27FC236}">
                <a16:creationId xmlns:a16="http://schemas.microsoft.com/office/drawing/2014/main" id="{8B3F93C1-DBD0-4BEF-B21D-481C9487CF11}"/>
              </a:ext>
            </a:extLst>
          </p:cNvPr>
          <p:cNvSpPr txBox="1"/>
          <p:nvPr userDrawn="1"/>
        </p:nvSpPr>
        <p:spPr>
          <a:xfrm>
            <a:off x="2149562" y="7723992"/>
            <a:ext cx="631904" cy="215444"/>
          </a:xfrm>
          <a:prstGeom prst="rect">
            <a:avLst/>
          </a:prstGeom>
          <a:noFill/>
        </p:spPr>
        <p:txBody>
          <a:bodyPr wrap="square" rtlCol="0">
            <a:spAutoFit/>
          </a:bodyPr>
          <a:lstStyle/>
          <a:p>
            <a:r>
              <a:rPr lang="ko-KR" altLang="en-US" sz="800" dirty="0"/>
              <a:t>결제 정보</a:t>
            </a:r>
          </a:p>
        </p:txBody>
      </p:sp>
      <p:cxnSp>
        <p:nvCxnSpPr>
          <p:cNvPr id="108" name="직선 연결선 107">
            <a:extLst>
              <a:ext uri="{FF2B5EF4-FFF2-40B4-BE49-F238E27FC236}">
                <a16:creationId xmlns:a16="http://schemas.microsoft.com/office/drawing/2014/main" id="{20CC772A-D4B3-443D-BA35-1E2D4EBFF34C}"/>
              </a:ext>
            </a:extLst>
          </p:cNvPr>
          <p:cNvCxnSpPr>
            <a:cxnSpLocks/>
          </p:cNvCxnSpPr>
          <p:nvPr userDrawn="1"/>
        </p:nvCxnSpPr>
        <p:spPr>
          <a:xfrm>
            <a:off x="6758152" y="7628905"/>
            <a:ext cx="269821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09" name="TextBox 108">
            <a:extLst>
              <a:ext uri="{FF2B5EF4-FFF2-40B4-BE49-F238E27FC236}">
                <a16:creationId xmlns:a16="http://schemas.microsoft.com/office/drawing/2014/main" id="{487609E8-D62B-47CC-995B-8B02FC8A5750}"/>
              </a:ext>
            </a:extLst>
          </p:cNvPr>
          <p:cNvSpPr txBox="1"/>
          <p:nvPr userDrawn="1"/>
        </p:nvSpPr>
        <p:spPr>
          <a:xfrm>
            <a:off x="6758152" y="7723992"/>
            <a:ext cx="1078727" cy="215444"/>
          </a:xfrm>
          <a:prstGeom prst="rect">
            <a:avLst/>
          </a:prstGeom>
          <a:noFill/>
        </p:spPr>
        <p:txBody>
          <a:bodyPr wrap="square" rtlCol="0">
            <a:spAutoFit/>
          </a:bodyPr>
          <a:lstStyle/>
          <a:p>
            <a:r>
              <a:rPr lang="ko-KR" altLang="en-US" sz="800" dirty="0"/>
              <a:t>최종 결제금액</a:t>
            </a:r>
          </a:p>
        </p:txBody>
      </p:sp>
      <p:graphicFrame>
        <p:nvGraphicFramePr>
          <p:cNvPr id="110" name="표 109">
            <a:extLst>
              <a:ext uri="{FF2B5EF4-FFF2-40B4-BE49-F238E27FC236}">
                <a16:creationId xmlns:a16="http://schemas.microsoft.com/office/drawing/2014/main" id="{8F4E7DAD-7102-4FE0-BA0B-57E7CD87AB98}"/>
              </a:ext>
            </a:extLst>
          </p:cNvPr>
          <p:cNvGraphicFramePr>
            <a:graphicFrameLocks noGrp="1"/>
          </p:cNvGraphicFramePr>
          <p:nvPr userDrawn="1">
            <p:extLst>
              <p:ext uri="{D42A27DB-BD31-4B8C-83A1-F6EECF244321}">
                <p14:modId xmlns:p14="http://schemas.microsoft.com/office/powerpoint/2010/main" val="4273425351"/>
              </p:ext>
            </p:extLst>
          </p:nvPr>
        </p:nvGraphicFramePr>
        <p:xfrm>
          <a:off x="2138519" y="8033327"/>
          <a:ext cx="4336035" cy="853440"/>
        </p:xfrm>
        <a:graphic>
          <a:graphicData uri="http://schemas.openxmlformats.org/drawingml/2006/table">
            <a:tbl>
              <a:tblPr firstRow="1" bandRow="1">
                <a:tableStyleId>{5940675A-B579-460E-94D1-54222C63F5DA}</a:tableStyleId>
              </a:tblPr>
              <a:tblGrid>
                <a:gridCol w="1237336">
                  <a:extLst>
                    <a:ext uri="{9D8B030D-6E8A-4147-A177-3AD203B41FA5}">
                      <a16:colId xmlns:a16="http://schemas.microsoft.com/office/drawing/2014/main" val="1468661165"/>
                    </a:ext>
                  </a:extLst>
                </a:gridCol>
                <a:gridCol w="3098699">
                  <a:extLst>
                    <a:ext uri="{9D8B030D-6E8A-4147-A177-3AD203B41FA5}">
                      <a16:colId xmlns:a16="http://schemas.microsoft.com/office/drawing/2014/main" val="3917594789"/>
                    </a:ext>
                  </a:extLst>
                </a:gridCol>
              </a:tblGrid>
              <a:tr h="165784">
                <a:tc>
                  <a:txBody>
                    <a:bodyPr/>
                    <a:lstStyle/>
                    <a:p>
                      <a:pPr latinLnBrk="1"/>
                      <a:r>
                        <a:rPr lang="ko-KR" altLang="en-US" sz="800" dirty="0"/>
                        <a:t>결제수단</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카드결제</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a:txBody>
                    <a:bodyPr/>
                    <a:lstStyle/>
                    <a:p>
                      <a:pPr latinLnBrk="1"/>
                      <a:r>
                        <a:rPr lang="ko-KR" altLang="en-US" sz="800" dirty="0"/>
                        <a:t>카드종류</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현대카드</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a:txBody>
                    <a:bodyPr/>
                    <a:lstStyle/>
                    <a:p>
                      <a:pPr latinLnBrk="1"/>
                      <a:r>
                        <a:rPr lang="ko-KR" altLang="en-US" sz="800" dirty="0"/>
                        <a:t>카드번호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22030222-******</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r h="0">
                <a:tc>
                  <a:txBody>
                    <a:bodyPr/>
                    <a:lstStyle/>
                    <a:p>
                      <a:pPr latinLnBrk="1"/>
                      <a:r>
                        <a:rPr lang="ko-KR" altLang="en-US" sz="800" dirty="0"/>
                        <a:t>적립포인트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+ 1000 point</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610892354"/>
                  </a:ext>
                </a:extLst>
              </a:tr>
            </a:tbl>
          </a:graphicData>
        </a:graphic>
      </p:graphicFrame>
      <p:graphicFrame>
        <p:nvGraphicFramePr>
          <p:cNvPr id="111" name="표 110">
            <a:extLst>
              <a:ext uri="{FF2B5EF4-FFF2-40B4-BE49-F238E27FC236}">
                <a16:creationId xmlns:a16="http://schemas.microsoft.com/office/drawing/2014/main" id="{5722B225-A59D-48D7-BEA3-F69579E9C976}"/>
              </a:ext>
            </a:extLst>
          </p:cNvPr>
          <p:cNvGraphicFramePr>
            <a:graphicFrameLocks noGrp="1"/>
          </p:cNvGraphicFramePr>
          <p:nvPr userDrawn="1">
            <p:extLst>
              <p:ext uri="{D42A27DB-BD31-4B8C-83A1-F6EECF244321}">
                <p14:modId xmlns:p14="http://schemas.microsoft.com/office/powerpoint/2010/main" val="3479301952"/>
              </p:ext>
            </p:extLst>
          </p:nvPr>
        </p:nvGraphicFramePr>
        <p:xfrm>
          <a:off x="6758152" y="8023850"/>
          <a:ext cx="2687174" cy="914400"/>
        </p:xfrm>
        <a:graphic>
          <a:graphicData uri="http://schemas.openxmlformats.org/drawingml/2006/table">
            <a:tbl>
              <a:tblPr firstRow="1" bandRow="1">
                <a:tableStyleId>{5940675A-B579-460E-94D1-54222C63F5DA}</a:tableStyleId>
              </a:tblPr>
              <a:tblGrid>
                <a:gridCol w="1256071">
                  <a:extLst>
                    <a:ext uri="{9D8B030D-6E8A-4147-A177-3AD203B41FA5}">
                      <a16:colId xmlns:a16="http://schemas.microsoft.com/office/drawing/2014/main" val="1468661165"/>
                    </a:ext>
                  </a:extLst>
                </a:gridCol>
                <a:gridCol w="1431103">
                  <a:extLst>
                    <a:ext uri="{9D8B030D-6E8A-4147-A177-3AD203B41FA5}">
                      <a16:colId xmlns:a16="http://schemas.microsoft.com/office/drawing/2014/main" val="3917594789"/>
                    </a:ext>
                  </a:extLst>
                </a:gridCol>
              </a:tblGrid>
              <a:tr h="165784">
                <a:tc>
                  <a:txBody>
                    <a:bodyPr/>
                    <a:lstStyle/>
                    <a:p>
                      <a:pPr latinLnBrk="1"/>
                      <a:r>
                        <a:rPr lang="ko-KR" altLang="en-US" sz="800" dirty="0"/>
                        <a:t>총 상품금액</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800" dirty="0"/>
                        <a:t>3,000 </a:t>
                      </a:r>
                      <a:r>
                        <a:rPr lang="ko-KR" altLang="en-US" sz="800" dirty="0"/>
                        <a:t>원</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a:txBody>
                    <a:bodyPr/>
                    <a:lstStyle/>
                    <a:p>
                      <a:pPr latinLnBrk="1"/>
                      <a:r>
                        <a:rPr lang="ko-KR" altLang="en-US" sz="800" dirty="0"/>
                        <a:t>배송비</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800" dirty="0"/>
                        <a:t>+ 2,500 </a:t>
                      </a:r>
                      <a:r>
                        <a:rPr lang="ko-KR" altLang="en-US" sz="800" dirty="0"/>
                        <a:t>원</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a:txBody>
                    <a:bodyPr/>
                    <a:lstStyle/>
                    <a:p>
                      <a:pPr latinLnBrk="1"/>
                      <a:r>
                        <a:rPr lang="ko-KR" altLang="en-US" sz="800" dirty="0"/>
                        <a:t>포인트 사용</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800" dirty="0"/>
                        <a:t>- 2,000 p</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r h="0">
                <a:tc>
                  <a:txBody>
                    <a:bodyPr/>
                    <a:lstStyle/>
                    <a:p>
                      <a:pPr latinLnBrk="1"/>
                      <a:r>
                        <a:rPr lang="ko-KR" altLang="en-US" sz="800" dirty="0"/>
                        <a:t>최종 결제금액</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1200" b="1" dirty="0">
                          <a:solidFill>
                            <a:schemeClr val="accent2">
                              <a:lumMod val="75000"/>
                            </a:schemeClr>
                          </a:solidFill>
                        </a:rPr>
                        <a:t>4,500 </a:t>
                      </a:r>
                      <a:r>
                        <a:rPr lang="ko-KR" altLang="en-US" sz="800" b="1" dirty="0">
                          <a:solidFill>
                            <a:schemeClr val="tx1"/>
                          </a:solidFill>
                        </a:rPr>
                        <a:t>원</a:t>
                      </a:r>
                      <a:endParaRPr lang="en-US" altLang="ko-KR" sz="800" b="1" dirty="0">
                        <a:solidFill>
                          <a:schemeClr val="tx1"/>
                        </a:solidFill>
                      </a:endParaRP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610892354"/>
                  </a:ext>
                </a:extLst>
              </a:tr>
            </a:tbl>
          </a:graphicData>
        </a:graphic>
      </p:graphicFrame>
      <p:sp>
        <p:nvSpPr>
          <p:cNvPr id="112" name="직사각형 111">
            <a:extLst>
              <a:ext uri="{FF2B5EF4-FFF2-40B4-BE49-F238E27FC236}">
                <a16:creationId xmlns:a16="http://schemas.microsoft.com/office/drawing/2014/main" id="{64B3EDA4-40E9-4CCB-A85F-7F71B78CB096}"/>
              </a:ext>
            </a:extLst>
          </p:cNvPr>
          <p:cNvSpPr/>
          <p:nvPr userDrawn="1"/>
        </p:nvSpPr>
        <p:spPr>
          <a:xfrm>
            <a:off x="3786567" y="5810699"/>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grpSp>
        <p:nvGrpSpPr>
          <p:cNvPr id="113" name="그룹 112">
            <a:extLst>
              <a:ext uri="{FF2B5EF4-FFF2-40B4-BE49-F238E27FC236}">
                <a16:creationId xmlns:a16="http://schemas.microsoft.com/office/drawing/2014/main" id="{20557F4B-6E6F-4FC0-86EA-8B0E17DC5F08}"/>
              </a:ext>
            </a:extLst>
          </p:cNvPr>
          <p:cNvGrpSpPr/>
          <p:nvPr userDrawn="1"/>
        </p:nvGrpSpPr>
        <p:grpSpPr>
          <a:xfrm>
            <a:off x="3076138" y="5786145"/>
            <a:ext cx="689346" cy="440906"/>
            <a:chOff x="2843808" y="1955121"/>
            <a:chExt cx="1674813" cy="596970"/>
          </a:xfrm>
          <a:solidFill>
            <a:schemeClr val="bg1">
              <a:lumMod val="95000"/>
            </a:schemeClr>
          </a:solidFill>
        </p:grpSpPr>
        <p:sp>
          <p:nvSpPr>
            <p:cNvPr id="114" name="Border">
              <a:extLst>
                <a:ext uri="{FF2B5EF4-FFF2-40B4-BE49-F238E27FC236}">
                  <a16:creationId xmlns:a16="http://schemas.microsoft.com/office/drawing/2014/main" id="{DB165722-AB1A-4CE0-8B3E-C46B1785EDB8}"/>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5" name="Line 2">
              <a:extLst>
                <a:ext uri="{FF2B5EF4-FFF2-40B4-BE49-F238E27FC236}">
                  <a16:creationId xmlns:a16="http://schemas.microsoft.com/office/drawing/2014/main" id="{A66316E2-313C-4816-8889-6B60472CC47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6" name="Line 1">
              <a:extLst>
                <a:ext uri="{FF2B5EF4-FFF2-40B4-BE49-F238E27FC236}">
                  <a16:creationId xmlns:a16="http://schemas.microsoft.com/office/drawing/2014/main" id="{00A15704-0D3C-4A33-B5D6-0946E272178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7" name="TextBox 116">
              <a:extLst>
                <a:ext uri="{FF2B5EF4-FFF2-40B4-BE49-F238E27FC236}">
                  <a16:creationId xmlns:a16="http://schemas.microsoft.com/office/drawing/2014/main" id="{9E7FB7C7-D743-47CF-B7EA-38CB25B01E2C}"/>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18" name="직사각형 117">
            <a:extLst>
              <a:ext uri="{FF2B5EF4-FFF2-40B4-BE49-F238E27FC236}">
                <a16:creationId xmlns:a16="http://schemas.microsoft.com/office/drawing/2014/main" id="{B3F77EC3-EDBD-4B9A-8AF6-4C69E1021A8A}"/>
              </a:ext>
            </a:extLst>
          </p:cNvPr>
          <p:cNvSpPr/>
          <p:nvPr userDrawn="1"/>
        </p:nvSpPr>
        <p:spPr>
          <a:xfrm>
            <a:off x="3786567" y="6461342"/>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grpSp>
        <p:nvGrpSpPr>
          <p:cNvPr id="119" name="그룹 118">
            <a:extLst>
              <a:ext uri="{FF2B5EF4-FFF2-40B4-BE49-F238E27FC236}">
                <a16:creationId xmlns:a16="http://schemas.microsoft.com/office/drawing/2014/main" id="{D42EF69C-A06B-4BAF-BF39-44FBC55B70FD}"/>
              </a:ext>
            </a:extLst>
          </p:cNvPr>
          <p:cNvGrpSpPr/>
          <p:nvPr userDrawn="1"/>
        </p:nvGrpSpPr>
        <p:grpSpPr>
          <a:xfrm>
            <a:off x="3076138" y="6436788"/>
            <a:ext cx="689346" cy="440906"/>
            <a:chOff x="2843808" y="1955121"/>
            <a:chExt cx="1674813" cy="596970"/>
          </a:xfrm>
          <a:solidFill>
            <a:schemeClr val="bg1">
              <a:lumMod val="95000"/>
            </a:schemeClr>
          </a:solidFill>
        </p:grpSpPr>
        <p:sp>
          <p:nvSpPr>
            <p:cNvPr id="120" name="Border">
              <a:extLst>
                <a:ext uri="{FF2B5EF4-FFF2-40B4-BE49-F238E27FC236}">
                  <a16:creationId xmlns:a16="http://schemas.microsoft.com/office/drawing/2014/main" id="{AB532964-8806-4B4D-81AD-AB547EA85E6F}"/>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1" name="Line 2">
              <a:extLst>
                <a:ext uri="{FF2B5EF4-FFF2-40B4-BE49-F238E27FC236}">
                  <a16:creationId xmlns:a16="http://schemas.microsoft.com/office/drawing/2014/main" id="{80354085-6C9E-430A-93AE-CA3C6AA43F4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2" name="Line 1">
              <a:extLst>
                <a:ext uri="{FF2B5EF4-FFF2-40B4-BE49-F238E27FC236}">
                  <a16:creationId xmlns:a16="http://schemas.microsoft.com/office/drawing/2014/main" id="{C5BDBF3E-E969-403A-BF5C-D9451956B254}"/>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3" name="TextBox 122">
              <a:extLst>
                <a:ext uri="{FF2B5EF4-FFF2-40B4-BE49-F238E27FC236}">
                  <a16:creationId xmlns:a16="http://schemas.microsoft.com/office/drawing/2014/main" id="{CA892C74-0DD2-4527-B4B2-56580D9C9032}"/>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24" name="직사각형 123">
            <a:extLst>
              <a:ext uri="{FF2B5EF4-FFF2-40B4-BE49-F238E27FC236}">
                <a16:creationId xmlns:a16="http://schemas.microsoft.com/office/drawing/2014/main" id="{2D536809-11BA-4420-ADE6-61CA01DE8BAF}"/>
              </a:ext>
            </a:extLst>
          </p:cNvPr>
          <p:cNvSpPr/>
          <p:nvPr userDrawn="1"/>
        </p:nvSpPr>
        <p:spPr>
          <a:xfrm>
            <a:off x="8619819" y="4619783"/>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tx1"/>
                </a:solidFill>
              </a:rPr>
              <a:t>구매확정일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125" name="직사각형 124">
            <a:extLst>
              <a:ext uri="{FF2B5EF4-FFF2-40B4-BE49-F238E27FC236}">
                <a16:creationId xmlns:a16="http://schemas.microsoft.com/office/drawing/2014/main" id="{301BC44D-DEE9-4DD8-B80F-CB52F0A713AA}"/>
              </a:ext>
            </a:extLst>
          </p:cNvPr>
          <p:cNvSpPr/>
          <p:nvPr userDrawn="1"/>
        </p:nvSpPr>
        <p:spPr>
          <a:xfrm>
            <a:off x="8619819" y="6527674"/>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교환완료일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126" name="직사각형 125">
            <a:extLst>
              <a:ext uri="{FF2B5EF4-FFF2-40B4-BE49-F238E27FC236}">
                <a16:creationId xmlns:a16="http://schemas.microsoft.com/office/drawing/2014/main" id="{C349AB8C-8C4E-4CD2-A21E-34D7476B887C}"/>
              </a:ext>
            </a:extLst>
          </p:cNvPr>
          <p:cNvSpPr/>
          <p:nvPr userDrawn="1"/>
        </p:nvSpPr>
        <p:spPr>
          <a:xfrm>
            <a:off x="8619819" y="5878546"/>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반품완료일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127" name="직사각형 126">
            <a:extLst>
              <a:ext uri="{FF2B5EF4-FFF2-40B4-BE49-F238E27FC236}">
                <a16:creationId xmlns:a16="http://schemas.microsoft.com/office/drawing/2014/main" id="{8753AD12-3D38-45D4-8F94-92270E43B752}"/>
              </a:ext>
            </a:extLst>
          </p:cNvPr>
          <p:cNvSpPr/>
          <p:nvPr userDrawn="1"/>
        </p:nvSpPr>
        <p:spPr>
          <a:xfrm>
            <a:off x="8619819" y="5229958"/>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취소완료일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cxnSp>
        <p:nvCxnSpPr>
          <p:cNvPr id="128" name="직선 연결선 127">
            <a:extLst>
              <a:ext uri="{FF2B5EF4-FFF2-40B4-BE49-F238E27FC236}">
                <a16:creationId xmlns:a16="http://schemas.microsoft.com/office/drawing/2014/main" id="{DB24FBC9-1887-48A8-84A8-20AD2DDCC14C}"/>
              </a:ext>
            </a:extLst>
          </p:cNvPr>
          <p:cNvCxnSpPr>
            <a:cxnSpLocks/>
          </p:cNvCxnSpPr>
          <p:nvPr userDrawn="1"/>
        </p:nvCxnSpPr>
        <p:spPr>
          <a:xfrm>
            <a:off x="2149562" y="9471912"/>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129" name="표 13">
            <a:extLst>
              <a:ext uri="{FF2B5EF4-FFF2-40B4-BE49-F238E27FC236}">
                <a16:creationId xmlns:a16="http://schemas.microsoft.com/office/drawing/2014/main" id="{47DE0E80-9E6A-421F-9D6E-8F8C1AA3D42B}"/>
              </a:ext>
            </a:extLst>
          </p:cNvPr>
          <p:cNvGraphicFramePr>
            <a:graphicFrameLocks noGrp="1"/>
          </p:cNvGraphicFramePr>
          <p:nvPr userDrawn="1">
            <p:extLst>
              <p:ext uri="{D42A27DB-BD31-4B8C-83A1-F6EECF244321}">
                <p14:modId xmlns:p14="http://schemas.microsoft.com/office/powerpoint/2010/main" val="2783567723"/>
              </p:ext>
            </p:extLst>
          </p:nvPr>
        </p:nvGraphicFramePr>
        <p:xfrm>
          <a:off x="2149562" y="9858376"/>
          <a:ext cx="7317158" cy="853440"/>
        </p:xfrm>
        <a:graphic>
          <a:graphicData uri="http://schemas.openxmlformats.org/drawingml/2006/table">
            <a:tbl>
              <a:tblPr firstRow="1" bandRow="1">
                <a:tableStyleId>{5940675A-B579-460E-94D1-54222C63F5DA}</a:tableStyleId>
              </a:tblPr>
              <a:tblGrid>
                <a:gridCol w="813636">
                  <a:extLst>
                    <a:ext uri="{9D8B030D-6E8A-4147-A177-3AD203B41FA5}">
                      <a16:colId xmlns:a16="http://schemas.microsoft.com/office/drawing/2014/main" val="2416159356"/>
                    </a:ext>
                  </a:extLst>
                </a:gridCol>
                <a:gridCol w="2517886">
                  <a:extLst>
                    <a:ext uri="{9D8B030D-6E8A-4147-A177-3AD203B41FA5}">
                      <a16:colId xmlns:a16="http://schemas.microsoft.com/office/drawing/2014/main" val="4215256312"/>
                    </a:ext>
                  </a:extLst>
                </a:gridCol>
                <a:gridCol w="2329732">
                  <a:extLst>
                    <a:ext uri="{9D8B030D-6E8A-4147-A177-3AD203B41FA5}">
                      <a16:colId xmlns:a16="http://schemas.microsoft.com/office/drawing/2014/main" val="2417053123"/>
                    </a:ext>
                  </a:extLst>
                </a:gridCol>
                <a:gridCol w="1430793">
                  <a:extLst>
                    <a:ext uri="{9D8B030D-6E8A-4147-A177-3AD203B41FA5}">
                      <a16:colId xmlns:a16="http://schemas.microsoft.com/office/drawing/2014/main" val="739747790"/>
                    </a:ext>
                  </a:extLst>
                </a:gridCol>
                <a:gridCol w="225111">
                  <a:extLst>
                    <a:ext uri="{9D8B030D-6E8A-4147-A177-3AD203B41FA5}">
                      <a16:colId xmlns:a16="http://schemas.microsoft.com/office/drawing/2014/main" val="3960621706"/>
                    </a:ext>
                  </a:extLst>
                </a:gridCol>
              </a:tblGrid>
              <a:tr h="0">
                <a:tc gridSpan="5">
                  <a:txBody>
                    <a:bodyPr/>
                    <a:lstStyle/>
                    <a:p>
                      <a:pPr latinLnBrk="1"/>
                      <a:r>
                        <a:rPr lang="en-US" altLang="ko-KR" sz="800" b="1" dirty="0">
                          <a:solidFill>
                            <a:schemeClr val="bg1">
                              <a:lumMod val="65000"/>
                            </a:schemeClr>
                          </a:solidFill>
                        </a:rPr>
                        <a:t>Shop </a:t>
                      </a:r>
                      <a:r>
                        <a:rPr lang="ko-KR" altLang="en-US" sz="800" b="1" dirty="0" err="1">
                          <a:solidFill>
                            <a:schemeClr val="bg1">
                              <a:lumMod val="65000"/>
                            </a:schemeClr>
                          </a:solidFill>
                        </a:rPr>
                        <a:t>채널명</a:t>
                      </a:r>
                      <a:r>
                        <a:rPr lang="ko-KR" altLang="en-US" sz="800" b="1" dirty="0">
                          <a:solidFill>
                            <a:schemeClr val="bg1">
                              <a:lumMod val="65000"/>
                            </a:schemeClr>
                          </a:solidFill>
                        </a:rPr>
                        <a:t> </a:t>
                      </a:r>
                      <a:r>
                        <a:rPr lang="en-US" altLang="ko-KR" sz="800" b="1" dirty="0">
                          <a:solidFill>
                            <a:schemeClr val="bg1">
                              <a:lumMod val="65000"/>
                            </a:schemeClr>
                          </a:solidFill>
                        </a:rPr>
                        <a:t>|</a:t>
                      </a:r>
                      <a:r>
                        <a:rPr lang="ko-KR" altLang="en-US" sz="800" b="1" dirty="0">
                          <a:solidFill>
                            <a:schemeClr val="bg1">
                              <a:lumMod val="65000"/>
                            </a:schemeClr>
                          </a:solidFill>
                        </a:rPr>
                        <a:t> 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lnL w="3175" cap="flat" cmpd="sng" algn="ctr">
                      <a:solidFill>
                        <a:schemeClr val="tx1">
                          <a:lumMod val="65000"/>
                          <a:lumOff val="35000"/>
                        </a:schemeClr>
                      </a:solidFill>
                      <a:prstDash val="solid"/>
                      <a:round/>
                      <a:headEnd type="none" w="med" len="med"/>
                      <a:tailEnd type="none" w="med" len="med"/>
                    </a:ln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취소완료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34933101"/>
                  </a:ext>
                </a:extLst>
              </a:tr>
            </a:tbl>
          </a:graphicData>
        </a:graphic>
      </p:graphicFrame>
      <p:grpSp>
        <p:nvGrpSpPr>
          <p:cNvPr id="130" name="그룹 129">
            <a:extLst>
              <a:ext uri="{FF2B5EF4-FFF2-40B4-BE49-F238E27FC236}">
                <a16:creationId xmlns:a16="http://schemas.microsoft.com/office/drawing/2014/main" id="{9D6EC13C-1352-49B5-B403-66C9E833312C}"/>
              </a:ext>
            </a:extLst>
          </p:cNvPr>
          <p:cNvGrpSpPr/>
          <p:nvPr userDrawn="1"/>
        </p:nvGrpSpPr>
        <p:grpSpPr>
          <a:xfrm>
            <a:off x="3088079" y="10171850"/>
            <a:ext cx="689346" cy="440906"/>
            <a:chOff x="2843808" y="1955121"/>
            <a:chExt cx="1674813" cy="596970"/>
          </a:xfrm>
          <a:solidFill>
            <a:schemeClr val="bg1">
              <a:lumMod val="95000"/>
            </a:schemeClr>
          </a:solidFill>
        </p:grpSpPr>
        <p:sp>
          <p:nvSpPr>
            <p:cNvPr id="131" name="Border">
              <a:extLst>
                <a:ext uri="{FF2B5EF4-FFF2-40B4-BE49-F238E27FC236}">
                  <a16:creationId xmlns:a16="http://schemas.microsoft.com/office/drawing/2014/main" id="{6E120A0B-5D9C-4DE1-BB83-0E8898F51492}"/>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2" name="Line 2">
              <a:extLst>
                <a:ext uri="{FF2B5EF4-FFF2-40B4-BE49-F238E27FC236}">
                  <a16:creationId xmlns:a16="http://schemas.microsoft.com/office/drawing/2014/main" id="{0D7149DD-BD20-40AC-8A21-C991FBF3F1E0}"/>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3" name="Line 1">
              <a:extLst>
                <a:ext uri="{FF2B5EF4-FFF2-40B4-BE49-F238E27FC236}">
                  <a16:creationId xmlns:a16="http://schemas.microsoft.com/office/drawing/2014/main" id="{AC7647C6-50C8-4960-B83F-55A992D94E11}"/>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4" name="TextBox 133">
              <a:extLst>
                <a:ext uri="{FF2B5EF4-FFF2-40B4-BE49-F238E27FC236}">
                  <a16:creationId xmlns:a16="http://schemas.microsoft.com/office/drawing/2014/main" id="{C5DBB6C4-E1C8-468F-ACEA-5410B6B1E5DD}"/>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35" name="직사각형 134">
            <a:extLst>
              <a:ext uri="{FF2B5EF4-FFF2-40B4-BE49-F238E27FC236}">
                <a16:creationId xmlns:a16="http://schemas.microsoft.com/office/drawing/2014/main" id="{3A81996F-FB44-4DD1-BF66-BDA02AF70C1E}"/>
              </a:ext>
            </a:extLst>
          </p:cNvPr>
          <p:cNvSpPr/>
          <p:nvPr userDrawn="1"/>
        </p:nvSpPr>
        <p:spPr>
          <a:xfrm>
            <a:off x="3798508" y="10171850"/>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36" name="TextBox 135">
            <a:extLst>
              <a:ext uri="{FF2B5EF4-FFF2-40B4-BE49-F238E27FC236}">
                <a16:creationId xmlns:a16="http://schemas.microsoft.com/office/drawing/2014/main" id="{38437BD5-D757-426B-AE3D-F12C03E501B7}"/>
              </a:ext>
            </a:extLst>
          </p:cNvPr>
          <p:cNvSpPr txBox="1"/>
          <p:nvPr userDrawn="1"/>
        </p:nvSpPr>
        <p:spPr>
          <a:xfrm>
            <a:off x="2157955" y="9582901"/>
            <a:ext cx="631904" cy="215444"/>
          </a:xfrm>
          <a:prstGeom prst="rect">
            <a:avLst/>
          </a:prstGeom>
          <a:noFill/>
        </p:spPr>
        <p:txBody>
          <a:bodyPr wrap="none" rtlCol="0">
            <a:spAutoFit/>
          </a:bodyPr>
          <a:lstStyle/>
          <a:p>
            <a:r>
              <a:rPr lang="ko-KR" altLang="en-US" sz="800" dirty="0"/>
              <a:t>취소 상품</a:t>
            </a:r>
          </a:p>
        </p:txBody>
      </p:sp>
      <p:sp>
        <p:nvSpPr>
          <p:cNvPr id="137" name="TextBox 136">
            <a:extLst>
              <a:ext uri="{FF2B5EF4-FFF2-40B4-BE49-F238E27FC236}">
                <a16:creationId xmlns:a16="http://schemas.microsoft.com/office/drawing/2014/main" id="{46816881-3DB8-4516-8CE5-55755D61BBEB}"/>
              </a:ext>
            </a:extLst>
          </p:cNvPr>
          <p:cNvSpPr txBox="1"/>
          <p:nvPr userDrawn="1"/>
        </p:nvSpPr>
        <p:spPr>
          <a:xfrm>
            <a:off x="7695800" y="7010053"/>
            <a:ext cx="1848038" cy="215444"/>
          </a:xfrm>
          <a:prstGeom prst="rect">
            <a:avLst/>
          </a:prstGeom>
          <a:noFill/>
        </p:spPr>
        <p:txBody>
          <a:bodyPr wrap="square" rtlCol="0">
            <a:spAutoFit/>
          </a:bodyPr>
          <a:lstStyle/>
          <a:p>
            <a:r>
              <a:rPr lang="en-US" altLang="ko-KR" sz="800" dirty="0"/>
              <a:t>( </a:t>
            </a:r>
            <a:r>
              <a:rPr lang="ko-KR" altLang="en-US" sz="800" dirty="0"/>
              <a:t>배송비 </a:t>
            </a:r>
            <a:r>
              <a:rPr lang="en-US" altLang="ko-KR" sz="800" dirty="0"/>
              <a:t>) 30,000</a:t>
            </a:r>
            <a:r>
              <a:rPr lang="ko-KR" altLang="en-US" sz="800" dirty="0"/>
              <a:t>원 미만 </a:t>
            </a:r>
            <a:r>
              <a:rPr lang="en-US" altLang="ko-KR" sz="800" dirty="0"/>
              <a:t>: 2,500 </a:t>
            </a:r>
            <a:r>
              <a:rPr lang="ko-KR" altLang="en-US" sz="800" dirty="0"/>
              <a:t>원</a:t>
            </a:r>
          </a:p>
        </p:txBody>
      </p:sp>
      <p:sp>
        <p:nvSpPr>
          <p:cNvPr id="138" name="TextBox 137">
            <a:extLst>
              <a:ext uri="{FF2B5EF4-FFF2-40B4-BE49-F238E27FC236}">
                <a16:creationId xmlns:a16="http://schemas.microsoft.com/office/drawing/2014/main" id="{C7F7A66F-B808-41E2-B67A-0183F313C9ED}"/>
              </a:ext>
            </a:extLst>
          </p:cNvPr>
          <p:cNvSpPr txBox="1"/>
          <p:nvPr userDrawn="1"/>
        </p:nvSpPr>
        <p:spPr>
          <a:xfrm>
            <a:off x="7695800" y="10749523"/>
            <a:ext cx="1848038" cy="215444"/>
          </a:xfrm>
          <a:prstGeom prst="rect">
            <a:avLst/>
          </a:prstGeom>
          <a:noFill/>
        </p:spPr>
        <p:txBody>
          <a:bodyPr wrap="square" rtlCol="0">
            <a:spAutoFit/>
          </a:bodyPr>
          <a:lstStyle/>
          <a:p>
            <a:r>
              <a:rPr lang="en-US" altLang="ko-KR" sz="800" dirty="0"/>
              <a:t>                        ( </a:t>
            </a:r>
            <a:r>
              <a:rPr lang="ko-KR" altLang="en-US" sz="800" dirty="0"/>
              <a:t>배송비 </a:t>
            </a:r>
            <a:r>
              <a:rPr lang="en-US" altLang="ko-KR" sz="800" dirty="0"/>
              <a:t>) </a:t>
            </a:r>
            <a:r>
              <a:rPr lang="ko-KR" altLang="en-US" sz="800" dirty="0"/>
              <a:t>무료</a:t>
            </a:r>
          </a:p>
        </p:txBody>
      </p:sp>
      <p:graphicFrame>
        <p:nvGraphicFramePr>
          <p:cNvPr id="139" name="표 138">
            <a:extLst>
              <a:ext uri="{FF2B5EF4-FFF2-40B4-BE49-F238E27FC236}">
                <a16:creationId xmlns:a16="http://schemas.microsoft.com/office/drawing/2014/main" id="{5CEE06D7-2B7A-4664-A13A-4BC589D422BF}"/>
              </a:ext>
            </a:extLst>
          </p:cNvPr>
          <p:cNvGraphicFramePr>
            <a:graphicFrameLocks noGrp="1"/>
          </p:cNvGraphicFramePr>
          <p:nvPr userDrawn="1">
            <p:extLst>
              <p:ext uri="{D42A27DB-BD31-4B8C-83A1-F6EECF244321}">
                <p14:modId xmlns:p14="http://schemas.microsoft.com/office/powerpoint/2010/main" val="1928848730"/>
              </p:ext>
            </p:extLst>
          </p:nvPr>
        </p:nvGraphicFramePr>
        <p:xfrm>
          <a:off x="2138519" y="11108332"/>
          <a:ext cx="7306807" cy="213360"/>
        </p:xfrm>
        <a:graphic>
          <a:graphicData uri="http://schemas.openxmlformats.org/drawingml/2006/table">
            <a:tbl>
              <a:tblPr firstRow="1" bandRow="1">
                <a:tableStyleId>{5940675A-B579-460E-94D1-54222C63F5DA}</a:tableStyleId>
              </a:tblPr>
              <a:tblGrid>
                <a:gridCol w="1326910">
                  <a:extLst>
                    <a:ext uri="{9D8B030D-6E8A-4147-A177-3AD203B41FA5}">
                      <a16:colId xmlns:a16="http://schemas.microsoft.com/office/drawing/2014/main" val="1468661165"/>
                    </a:ext>
                  </a:extLst>
                </a:gridCol>
                <a:gridCol w="5979897">
                  <a:extLst>
                    <a:ext uri="{9D8B030D-6E8A-4147-A177-3AD203B41FA5}">
                      <a16:colId xmlns:a16="http://schemas.microsoft.com/office/drawing/2014/main" val="3917594789"/>
                    </a:ext>
                  </a:extLst>
                </a:gridCol>
              </a:tblGrid>
              <a:tr h="165784">
                <a:tc>
                  <a:txBody>
                    <a:bodyPr/>
                    <a:lstStyle/>
                    <a:p>
                      <a:pPr latinLnBrk="1"/>
                      <a:r>
                        <a:rPr lang="ko-KR" altLang="en-US" sz="800" dirty="0"/>
                        <a:t>취소 사유</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단순 변심</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bl>
          </a:graphicData>
        </a:graphic>
      </p:graphicFrame>
      <p:graphicFrame>
        <p:nvGraphicFramePr>
          <p:cNvPr id="140" name="표 139">
            <a:extLst>
              <a:ext uri="{FF2B5EF4-FFF2-40B4-BE49-F238E27FC236}">
                <a16:creationId xmlns:a16="http://schemas.microsoft.com/office/drawing/2014/main" id="{AEC854F9-FE1F-418B-9B55-D53039F334B3}"/>
              </a:ext>
            </a:extLst>
          </p:cNvPr>
          <p:cNvGraphicFramePr>
            <a:graphicFrameLocks noGrp="1"/>
          </p:cNvGraphicFramePr>
          <p:nvPr userDrawn="1">
            <p:extLst>
              <p:ext uri="{D42A27DB-BD31-4B8C-83A1-F6EECF244321}">
                <p14:modId xmlns:p14="http://schemas.microsoft.com/office/powerpoint/2010/main" val="3696268423"/>
              </p:ext>
            </p:extLst>
          </p:nvPr>
        </p:nvGraphicFramePr>
        <p:xfrm>
          <a:off x="2138519" y="11367021"/>
          <a:ext cx="7306807" cy="426720"/>
        </p:xfrm>
        <a:graphic>
          <a:graphicData uri="http://schemas.openxmlformats.org/drawingml/2006/table">
            <a:tbl>
              <a:tblPr firstRow="1" bandRow="1">
                <a:tableStyleId>{5940675A-B579-460E-94D1-54222C63F5DA}</a:tableStyleId>
              </a:tblPr>
              <a:tblGrid>
                <a:gridCol w="1326910">
                  <a:extLst>
                    <a:ext uri="{9D8B030D-6E8A-4147-A177-3AD203B41FA5}">
                      <a16:colId xmlns:a16="http://schemas.microsoft.com/office/drawing/2014/main" val="1468661165"/>
                    </a:ext>
                  </a:extLst>
                </a:gridCol>
                <a:gridCol w="1391478">
                  <a:extLst>
                    <a:ext uri="{9D8B030D-6E8A-4147-A177-3AD203B41FA5}">
                      <a16:colId xmlns:a16="http://schemas.microsoft.com/office/drawing/2014/main" val="46953116"/>
                    </a:ext>
                  </a:extLst>
                </a:gridCol>
                <a:gridCol w="4588419">
                  <a:extLst>
                    <a:ext uri="{9D8B030D-6E8A-4147-A177-3AD203B41FA5}">
                      <a16:colId xmlns:a16="http://schemas.microsoft.com/office/drawing/2014/main" val="3917594789"/>
                    </a:ext>
                  </a:extLst>
                </a:gridCol>
              </a:tblGrid>
              <a:tr h="165784">
                <a:tc rowSpan="2">
                  <a:txBody>
                    <a:bodyPr/>
                    <a:lstStyle/>
                    <a:p>
                      <a:pPr latinLnBrk="1"/>
                      <a:r>
                        <a:rPr lang="ko-KR" altLang="en-US" sz="800" dirty="0"/>
                        <a:t>환불 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카드취소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2,000 </a:t>
                      </a:r>
                      <a:r>
                        <a:rPr lang="ko-KR" altLang="en-US" sz="800" dirty="0"/>
                        <a:t>원</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vMerge="1">
                  <a:txBody>
                    <a:bodyPr/>
                    <a:lstStyle/>
                    <a:p>
                      <a:pPr latinLnBrk="1"/>
                      <a:r>
                        <a:rPr lang="ko-KR" altLang="en-US" sz="800" dirty="0"/>
                        <a:t>카드종류</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포인트 환불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200 point</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bl>
          </a:graphicData>
        </a:graphic>
      </p:graphicFrame>
      <p:cxnSp>
        <p:nvCxnSpPr>
          <p:cNvPr id="141" name="직선 연결선 140">
            <a:extLst>
              <a:ext uri="{FF2B5EF4-FFF2-40B4-BE49-F238E27FC236}">
                <a16:creationId xmlns:a16="http://schemas.microsoft.com/office/drawing/2014/main" id="{65C2D80A-DD47-41EB-B46C-34736B3BB83F}"/>
              </a:ext>
            </a:extLst>
          </p:cNvPr>
          <p:cNvCxnSpPr>
            <a:cxnSpLocks/>
          </p:cNvCxnSpPr>
          <p:nvPr userDrawn="1"/>
        </p:nvCxnSpPr>
        <p:spPr>
          <a:xfrm>
            <a:off x="2141169" y="12389875"/>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142" name="표 13">
            <a:extLst>
              <a:ext uri="{FF2B5EF4-FFF2-40B4-BE49-F238E27FC236}">
                <a16:creationId xmlns:a16="http://schemas.microsoft.com/office/drawing/2014/main" id="{DDD96B12-85BE-4169-9242-4F64951763CE}"/>
              </a:ext>
            </a:extLst>
          </p:cNvPr>
          <p:cNvGraphicFramePr>
            <a:graphicFrameLocks noGrp="1"/>
          </p:cNvGraphicFramePr>
          <p:nvPr userDrawn="1">
            <p:extLst>
              <p:ext uri="{D42A27DB-BD31-4B8C-83A1-F6EECF244321}">
                <p14:modId xmlns:p14="http://schemas.microsoft.com/office/powerpoint/2010/main" val="554773376"/>
              </p:ext>
            </p:extLst>
          </p:nvPr>
        </p:nvGraphicFramePr>
        <p:xfrm>
          <a:off x="2141169" y="12776339"/>
          <a:ext cx="7317158" cy="853440"/>
        </p:xfrm>
        <a:graphic>
          <a:graphicData uri="http://schemas.openxmlformats.org/drawingml/2006/table">
            <a:tbl>
              <a:tblPr firstRow="1" bandRow="1">
                <a:tableStyleId>{5940675A-B579-460E-94D1-54222C63F5DA}</a:tableStyleId>
              </a:tblPr>
              <a:tblGrid>
                <a:gridCol w="813636">
                  <a:extLst>
                    <a:ext uri="{9D8B030D-6E8A-4147-A177-3AD203B41FA5}">
                      <a16:colId xmlns:a16="http://schemas.microsoft.com/office/drawing/2014/main" val="2416159356"/>
                    </a:ext>
                  </a:extLst>
                </a:gridCol>
                <a:gridCol w="2517886">
                  <a:extLst>
                    <a:ext uri="{9D8B030D-6E8A-4147-A177-3AD203B41FA5}">
                      <a16:colId xmlns:a16="http://schemas.microsoft.com/office/drawing/2014/main" val="4215256312"/>
                    </a:ext>
                  </a:extLst>
                </a:gridCol>
                <a:gridCol w="2329732">
                  <a:extLst>
                    <a:ext uri="{9D8B030D-6E8A-4147-A177-3AD203B41FA5}">
                      <a16:colId xmlns:a16="http://schemas.microsoft.com/office/drawing/2014/main" val="2417053123"/>
                    </a:ext>
                  </a:extLst>
                </a:gridCol>
                <a:gridCol w="1430793">
                  <a:extLst>
                    <a:ext uri="{9D8B030D-6E8A-4147-A177-3AD203B41FA5}">
                      <a16:colId xmlns:a16="http://schemas.microsoft.com/office/drawing/2014/main" val="739747790"/>
                    </a:ext>
                  </a:extLst>
                </a:gridCol>
                <a:gridCol w="225111">
                  <a:extLst>
                    <a:ext uri="{9D8B030D-6E8A-4147-A177-3AD203B41FA5}">
                      <a16:colId xmlns:a16="http://schemas.microsoft.com/office/drawing/2014/main" val="3960621706"/>
                    </a:ext>
                  </a:extLst>
                </a:gridCol>
              </a:tblGrid>
              <a:tr h="0">
                <a:tc gridSpan="5">
                  <a:txBody>
                    <a:bodyPr/>
                    <a:lstStyle/>
                    <a:p>
                      <a:pPr latinLnBrk="1"/>
                      <a:r>
                        <a:rPr lang="en-US" altLang="ko-KR" sz="800" b="1" dirty="0">
                          <a:solidFill>
                            <a:schemeClr val="bg1">
                              <a:lumMod val="65000"/>
                            </a:schemeClr>
                          </a:solidFill>
                        </a:rPr>
                        <a:t>Shop </a:t>
                      </a:r>
                      <a:r>
                        <a:rPr lang="ko-KR" altLang="en-US" sz="800" b="1" dirty="0" err="1">
                          <a:solidFill>
                            <a:schemeClr val="bg1">
                              <a:lumMod val="65000"/>
                            </a:schemeClr>
                          </a:solidFill>
                        </a:rPr>
                        <a:t>채널명</a:t>
                      </a:r>
                      <a:r>
                        <a:rPr lang="ko-KR" altLang="en-US" sz="800" b="1" dirty="0">
                          <a:solidFill>
                            <a:schemeClr val="bg1">
                              <a:lumMod val="65000"/>
                            </a:schemeClr>
                          </a:solidFill>
                        </a:rPr>
                        <a:t> </a:t>
                      </a:r>
                      <a:r>
                        <a:rPr lang="en-US" altLang="ko-KR" sz="800" b="1" dirty="0">
                          <a:solidFill>
                            <a:schemeClr val="bg1">
                              <a:lumMod val="65000"/>
                            </a:schemeClr>
                          </a:solidFill>
                        </a:rPr>
                        <a:t>|</a:t>
                      </a:r>
                      <a:r>
                        <a:rPr lang="ko-KR" altLang="en-US" sz="800" b="1" dirty="0">
                          <a:solidFill>
                            <a:schemeClr val="bg1">
                              <a:lumMod val="65000"/>
                            </a:schemeClr>
                          </a:solidFill>
                        </a:rPr>
                        <a:t> 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lnL w="3175" cap="flat" cmpd="sng" algn="ctr">
                      <a:solidFill>
                        <a:schemeClr val="tx1">
                          <a:lumMod val="65000"/>
                          <a:lumOff val="35000"/>
                        </a:schemeClr>
                      </a:solidFill>
                      <a:prstDash val="solid"/>
                      <a:round/>
                      <a:headEnd type="none" w="med" len="med"/>
                      <a:tailEnd type="none" w="med" len="med"/>
                    </a:ln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반품완료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34933101"/>
                  </a:ext>
                </a:extLst>
              </a:tr>
            </a:tbl>
          </a:graphicData>
        </a:graphic>
      </p:graphicFrame>
      <p:grpSp>
        <p:nvGrpSpPr>
          <p:cNvPr id="143" name="그룹 142">
            <a:extLst>
              <a:ext uri="{FF2B5EF4-FFF2-40B4-BE49-F238E27FC236}">
                <a16:creationId xmlns:a16="http://schemas.microsoft.com/office/drawing/2014/main" id="{4E3DE552-F5B2-4B45-AAFE-5D83E7FA48A6}"/>
              </a:ext>
            </a:extLst>
          </p:cNvPr>
          <p:cNvGrpSpPr/>
          <p:nvPr userDrawn="1"/>
        </p:nvGrpSpPr>
        <p:grpSpPr>
          <a:xfrm>
            <a:off x="3079686" y="13089813"/>
            <a:ext cx="689346" cy="440906"/>
            <a:chOff x="2843808" y="1955121"/>
            <a:chExt cx="1674813" cy="596970"/>
          </a:xfrm>
          <a:solidFill>
            <a:schemeClr val="bg1">
              <a:lumMod val="95000"/>
            </a:schemeClr>
          </a:solidFill>
        </p:grpSpPr>
        <p:sp>
          <p:nvSpPr>
            <p:cNvPr id="144" name="Border">
              <a:extLst>
                <a:ext uri="{FF2B5EF4-FFF2-40B4-BE49-F238E27FC236}">
                  <a16:creationId xmlns:a16="http://schemas.microsoft.com/office/drawing/2014/main" id="{4804E6B5-3D2E-4216-A701-B6F6E852F045}"/>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5" name="Line 2">
              <a:extLst>
                <a:ext uri="{FF2B5EF4-FFF2-40B4-BE49-F238E27FC236}">
                  <a16:creationId xmlns:a16="http://schemas.microsoft.com/office/drawing/2014/main" id="{DF93B429-6EE6-4AA7-B993-8EA9EFA87C2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6" name="Line 1">
              <a:extLst>
                <a:ext uri="{FF2B5EF4-FFF2-40B4-BE49-F238E27FC236}">
                  <a16:creationId xmlns:a16="http://schemas.microsoft.com/office/drawing/2014/main" id="{FAF0A20A-1666-4114-AC46-02608CA05AD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7" name="TextBox 146">
              <a:extLst>
                <a:ext uri="{FF2B5EF4-FFF2-40B4-BE49-F238E27FC236}">
                  <a16:creationId xmlns:a16="http://schemas.microsoft.com/office/drawing/2014/main" id="{E5854796-8160-44F5-AD61-F9044C4F8F4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48" name="직사각형 147">
            <a:extLst>
              <a:ext uri="{FF2B5EF4-FFF2-40B4-BE49-F238E27FC236}">
                <a16:creationId xmlns:a16="http://schemas.microsoft.com/office/drawing/2014/main" id="{E7E1DA2E-039C-4B25-9353-F145D8EEBDFD}"/>
              </a:ext>
            </a:extLst>
          </p:cNvPr>
          <p:cNvSpPr/>
          <p:nvPr userDrawn="1"/>
        </p:nvSpPr>
        <p:spPr>
          <a:xfrm>
            <a:off x="3790115" y="13089813"/>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49" name="TextBox 148">
            <a:extLst>
              <a:ext uri="{FF2B5EF4-FFF2-40B4-BE49-F238E27FC236}">
                <a16:creationId xmlns:a16="http://schemas.microsoft.com/office/drawing/2014/main" id="{EC897D0F-1A91-4994-ACF1-C622CAA142D1}"/>
              </a:ext>
            </a:extLst>
          </p:cNvPr>
          <p:cNvSpPr txBox="1"/>
          <p:nvPr userDrawn="1"/>
        </p:nvSpPr>
        <p:spPr>
          <a:xfrm>
            <a:off x="2149562" y="12500864"/>
            <a:ext cx="631904" cy="215444"/>
          </a:xfrm>
          <a:prstGeom prst="rect">
            <a:avLst/>
          </a:prstGeom>
          <a:noFill/>
        </p:spPr>
        <p:txBody>
          <a:bodyPr wrap="none" rtlCol="0">
            <a:spAutoFit/>
          </a:bodyPr>
          <a:lstStyle/>
          <a:p>
            <a:r>
              <a:rPr lang="ko-KR" altLang="en-US" sz="800" dirty="0"/>
              <a:t>반품 상품</a:t>
            </a:r>
          </a:p>
        </p:txBody>
      </p:sp>
      <p:sp>
        <p:nvSpPr>
          <p:cNvPr id="150" name="TextBox 149">
            <a:extLst>
              <a:ext uri="{FF2B5EF4-FFF2-40B4-BE49-F238E27FC236}">
                <a16:creationId xmlns:a16="http://schemas.microsoft.com/office/drawing/2014/main" id="{DA6DEA30-39FF-41EF-B000-EF9FA4102073}"/>
              </a:ext>
            </a:extLst>
          </p:cNvPr>
          <p:cNvSpPr txBox="1"/>
          <p:nvPr userDrawn="1"/>
        </p:nvSpPr>
        <p:spPr>
          <a:xfrm>
            <a:off x="7687407" y="13667486"/>
            <a:ext cx="1848038" cy="215444"/>
          </a:xfrm>
          <a:prstGeom prst="rect">
            <a:avLst/>
          </a:prstGeom>
          <a:noFill/>
        </p:spPr>
        <p:txBody>
          <a:bodyPr wrap="square" rtlCol="0">
            <a:spAutoFit/>
          </a:bodyPr>
          <a:lstStyle/>
          <a:p>
            <a:r>
              <a:rPr lang="en-US" altLang="ko-KR" sz="800" dirty="0"/>
              <a:t>                        ( </a:t>
            </a:r>
            <a:r>
              <a:rPr lang="ko-KR" altLang="en-US" sz="800" dirty="0"/>
              <a:t>배송비 </a:t>
            </a:r>
            <a:r>
              <a:rPr lang="en-US" altLang="ko-KR" sz="800" dirty="0"/>
              <a:t>) </a:t>
            </a:r>
            <a:r>
              <a:rPr lang="ko-KR" altLang="en-US" sz="800" dirty="0"/>
              <a:t>무료</a:t>
            </a:r>
          </a:p>
        </p:txBody>
      </p:sp>
      <p:graphicFrame>
        <p:nvGraphicFramePr>
          <p:cNvPr id="151" name="표 150">
            <a:extLst>
              <a:ext uri="{FF2B5EF4-FFF2-40B4-BE49-F238E27FC236}">
                <a16:creationId xmlns:a16="http://schemas.microsoft.com/office/drawing/2014/main" id="{E5F07996-71EE-49A3-8441-02B0A7F5073B}"/>
              </a:ext>
            </a:extLst>
          </p:cNvPr>
          <p:cNvGraphicFramePr>
            <a:graphicFrameLocks noGrp="1"/>
          </p:cNvGraphicFramePr>
          <p:nvPr userDrawn="1">
            <p:extLst>
              <p:ext uri="{D42A27DB-BD31-4B8C-83A1-F6EECF244321}">
                <p14:modId xmlns:p14="http://schemas.microsoft.com/office/powerpoint/2010/main" val="488487526"/>
              </p:ext>
            </p:extLst>
          </p:nvPr>
        </p:nvGraphicFramePr>
        <p:xfrm>
          <a:off x="2138519" y="13949810"/>
          <a:ext cx="7306807" cy="548640"/>
        </p:xfrm>
        <a:graphic>
          <a:graphicData uri="http://schemas.openxmlformats.org/drawingml/2006/table">
            <a:tbl>
              <a:tblPr firstRow="1" bandRow="1">
                <a:tableStyleId>{5940675A-B579-460E-94D1-54222C63F5DA}</a:tableStyleId>
              </a:tblPr>
              <a:tblGrid>
                <a:gridCol w="1326910">
                  <a:extLst>
                    <a:ext uri="{9D8B030D-6E8A-4147-A177-3AD203B41FA5}">
                      <a16:colId xmlns:a16="http://schemas.microsoft.com/office/drawing/2014/main" val="1468661165"/>
                    </a:ext>
                  </a:extLst>
                </a:gridCol>
                <a:gridCol w="5979897">
                  <a:extLst>
                    <a:ext uri="{9D8B030D-6E8A-4147-A177-3AD203B41FA5}">
                      <a16:colId xmlns:a16="http://schemas.microsoft.com/office/drawing/2014/main" val="3917594789"/>
                    </a:ext>
                  </a:extLst>
                </a:gridCol>
              </a:tblGrid>
              <a:tr h="165784">
                <a:tc rowSpan="2">
                  <a:txBody>
                    <a:bodyPr/>
                    <a:lstStyle/>
                    <a:p>
                      <a:pPr latinLnBrk="1"/>
                      <a:r>
                        <a:rPr lang="ko-KR" altLang="en-US" sz="800" dirty="0"/>
                        <a:t>반품 사유</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기타</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vMerge="1">
                  <a:txBody>
                    <a:bodyPr/>
                    <a:lstStyle/>
                    <a:p>
                      <a:pPr latinLnBrk="1"/>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처음 사려고 했던 상품이 상품표기 이상으로 구매를 잘 못 하였습니다</a:t>
                      </a:r>
                      <a:r>
                        <a:rPr lang="en-US" altLang="ko-KR" sz="800" dirty="0"/>
                        <a:t>.</a:t>
                      </a:r>
                    </a:p>
                    <a:p>
                      <a:pPr latinLnBrk="1"/>
                      <a:r>
                        <a:rPr lang="ko-KR" altLang="en-US" sz="800" dirty="0"/>
                        <a:t>그래서 반품을 신청합니다</a:t>
                      </a:r>
                      <a:r>
                        <a:rPr lang="en-US" altLang="ko-KR" sz="800" dirty="0"/>
                        <a:t>.</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598830366"/>
                  </a:ext>
                </a:extLst>
              </a:tr>
            </a:tbl>
          </a:graphicData>
        </a:graphic>
      </p:graphicFrame>
      <p:graphicFrame>
        <p:nvGraphicFramePr>
          <p:cNvPr id="152" name="표 151">
            <a:extLst>
              <a:ext uri="{FF2B5EF4-FFF2-40B4-BE49-F238E27FC236}">
                <a16:creationId xmlns:a16="http://schemas.microsoft.com/office/drawing/2014/main" id="{CD097DDF-6CFB-4762-A134-E6BC3CEA7C74}"/>
              </a:ext>
            </a:extLst>
          </p:cNvPr>
          <p:cNvGraphicFramePr>
            <a:graphicFrameLocks noGrp="1"/>
          </p:cNvGraphicFramePr>
          <p:nvPr userDrawn="1">
            <p:extLst>
              <p:ext uri="{D42A27DB-BD31-4B8C-83A1-F6EECF244321}">
                <p14:modId xmlns:p14="http://schemas.microsoft.com/office/powerpoint/2010/main" val="3110100832"/>
              </p:ext>
            </p:extLst>
          </p:nvPr>
        </p:nvGraphicFramePr>
        <p:xfrm>
          <a:off x="2138519" y="14570449"/>
          <a:ext cx="7306807" cy="426720"/>
        </p:xfrm>
        <a:graphic>
          <a:graphicData uri="http://schemas.openxmlformats.org/drawingml/2006/table">
            <a:tbl>
              <a:tblPr firstRow="1" bandRow="1">
                <a:tableStyleId>{5940675A-B579-460E-94D1-54222C63F5DA}</a:tableStyleId>
              </a:tblPr>
              <a:tblGrid>
                <a:gridCol w="1326910">
                  <a:extLst>
                    <a:ext uri="{9D8B030D-6E8A-4147-A177-3AD203B41FA5}">
                      <a16:colId xmlns:a16="http://schemas.microsoft.com/office/drawing/2014/main" val="1468661165"/>
                    </a:ext>
                  </a:extLst>
                </a:gridCol>
                <a:gridCol w="1391478">
                  <a:extLst>
                    <a:ext uri="{9D8B030D-6E8A-4147-A177-3AD203B41FA5}">
                      <a16:colId xmlns:a16="http://schemas.microsoft.com/office/drawing/2014/main" val="46953116"/>
                    </a:ext>
                  </a:extLst>
                </a:gridCol>
                <a:gridCol w="4588419">
                  <a:extLst>
                    <a:ext uri="{9D8B030D-6E8A-4147-A177-3AD203B41FA5}">
                      <a16:colId xmlns:a16="http://schemas.microsoft.com/office/drawing/2014/main" val="3917594789"/>
                    </a:ext>
                  </a:extLst>
                </a:gridCol>
              </a:tblGrid>
              <a:tr h="165784">
                <a:tc rowSpan="2">
                  <a:txBody>
                    <a:bodyPr/>
                    <a:lstStyle/>
                    <a:p>
                      <a:pPr latinLnBrk="1"/>
                      <a:r>
                        <a:rPr lang="ko-KR" altLang="en-US" sz="800" dirty="0"/>
                        <a:t>환불 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무통장입금 환불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2,000 </a:t>
                      </a:r>
                      <a:r>
                        <a:rPr lang="ko-KR" altLang="en-US" sz="800" dirty="0"/>
                        <a:t>원</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vMerge="1">
                  <a:txBody>
                    <a:bodyPr/>
                    <a:lstStyle/>
                    <a:p>
                      <a:pPr latinLnBrk="1"/>
                      <a:r>
                        <a:rPr lang="ko-KR" altLang="en-US" sz="800" dirty="0"/>
                        <a:t>카드종류</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포인트 환불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200 point</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bl>
          </a:graphicData>
        </a:graphic>
      </p:graphicFrame>
      <p:cxnSp>
        <p:nvCxnSpPr>
          <p:cNvPr id="153" name="직선 연결선 152">
            <a:extLst>
              <a:ext uri="{FF2B5EF4-FFF2-40B4-BE49-F238E27FC236}">
                <a16:creationId xmlns:a16="http://schemas.microsoft.com/office/drawing/2014/main" id="{A886ACA5-5083-412F-B195-B1509C2FF283}"/>
              </a:ext>
            </a:extLst>
          </p:cNvPr>
          <p:cNvCxnSpPr>
            <a:cxnSpLocks/>
          </p:cNvCxnSpPr>
          <p:nvPr userDrawn="1"/>
        </p:nvCxnSpPr>
        <p:spPr>
          <a:xfrm>
            <a:off x="2141169" y="15489734"/>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154" name="표 13">
            <a:extLst>
              <a:ext uri="{FF2B5EF4-FFF2-40B4-BE49-F238E27FC236}">
                <a16:creationId xmlns:a16="http://schemas.microsoft.com/office/drawing/2014/main" id="{E771B1B5-1F4F-409E-81C7-1A1310881FB1}"/>
              </a:ext>
            </a:extLst>
          </p:cNvPr>
          <p:cNvGraphicFramePr>
            <a:graphicFrameLocks noGrp="1"/>
          </p:cNvGraphicFramePr>
          <p:nvPr userDrawn="1">
            <p:extLst>
              <p:ext uri="{D42A27DB-BD31-4B8C-83A1-F6EECF244321}">
                <p14:modId xmlns:p14="http://schemas.microsoft.com/office/powerpoint/2010/main" val="3378179018"/>
              </p:ext>
            </p:extLst>
          </p:nvPr>
        </p:nvGraphicFramePr>
        <p:xfrm>
          <a:off x="2152212" y="15847623"/>
          <a:ext cx="7317158" cy="853440"/>
        </p:xfrm>
        <a:graphic>
          <a:graphicData uri="http://schemas.openxmlformats.org/drawingml/2006/table">
            <a:tbl>
              <a:tblPr firstRow="1" bandRow="1">
                <a:tableStyleId>{5940675A-B579-460E-94D1-54222C63F5DA}</a:tableStyleId>
              </a:tblPr>
              <a:tblGrid>
                <a:gridCol w="813636">
                  <a:extLst>
                    <a:ext uri="{9D8B030D-6E8A-4147-A177-3AD203B41FA5}">
                      <a16:colId xmlns:a16="http://schemas.microsoft.com/office/drawing/2014/main" val="2416159356"/>
                    </a:ext>
                  </a:extLst>
                </a:gridCol>
                <a:gridCol w="2517886">
                  <a:extLst>
                    <a:ext uri="{9D8B030D-6E8A-4147-A177-3AD203B41FA5}">
                      <a16:colId xmlns:a16="http://schemas.microsoft.com/office/drawing/2014/main" val="4215256312"/>
                    </a:ext>
                  </a:extLst>
                </a:gridCol>
                <a:gridCol w="2329732">
                  <a:extLst>
                    <a:ext uri="{9D8B030D-6E8A-4147-A177-3AD203B41FA5}">
                      <a16:colId xmlns:a16="http://schemas.microsoft.com/office/drawing/2014/main" val="2417053123"/>
                    </a:ext>
                  </a:extLst>
                </a:gridCol>
                <a:gridCol w="1430793">
                  <a:extLst>
                    <a:ext uri="{9D8B030D-6E8A-4147-A177-3AD203B41FA5}">
                      <a16:colId xmlns:a16="http://schemas.microsoft.com/office/drawing/2014/main" val="739747790"/>
                    </a:ext>
                  </a:extLst>
                </a:gridCol>
                <a:gridCol w="225111">
                  <a:extLst>
                    <a:ext uri="{9D8B030D-6E8A-4147-A177-3AD203B41FA5}">
                      <a16:colId xmlns:a16="http://schemas.microsoft.com/office/drawing/2014/main" val="3960621706"/>
                    </a:ext>
                  </a:extLst>
                </a:gridCol>
              </a:tblGrid>
              <a:tr h="0">
                <a:tc gridSpan="5">
                  <a:txBody>
                    <a:bodyPr/>
                    <a:lstStyle/>
                    <a:p>
                      <a:pPr latinLnBrk="1"/>
                      <a:r>
                        <a:rPr lang="en-US" altLang="ko-KR" sz="800" b="1" dirty="0">
                          <a:solidFill>
                            <a:schemeClr val="bg1">
                              <a:lumMod val="65000"/>
                            </a:schemeClr>
                          </a:solidFill>
                        </a:rPr>
                        <a:t>Shop </a:t>
                      </a:r>
                      <a:r>
                        <a:rPr lang="ko-KR" altLang="en-US" sz="800" b="1" dirty="0" err="1">
                          <a:solidFill>
                            <a:schemeClr val="bg1">
                              <a:lumMod val="65000"/>
                            </a:schemeClr>
                          </a:solidFill>
                        </a:rPr>
                        <a:t>채널명</a:t>
                      </a:r>
                      <a:r>
                        <a:rPr lang="ko-KR" altLang="en-US" sz="800" b="1" dirty="0">
                          <a:solidFill>
                            <a:schemeClr val="bg1">
                              <a:lumMod val="65000"/>
                            </a:schemeClr>
                          </a:solidFill>
                        </a:rPr>
                        <a:t> </a:t>
                      </a:r>
                      <a:r>
                        <a:rPr lang="en-US" altLang="ko-KR" sz="800" b="1" dirty="0">
                          <a:solidFill>
                            <a:schemeClr val="bg1">
                              <a:lumMod val="65000"/>
                            </a:schemeClr>
                          </a:solidFill>
                        </a:rPr>
                        <a:t>|</a:t>
                      </a:r>
                      <a:r>
                        <a:rPr lang="ko-KR" altLang="en-US" sz="800" b="1" dirty="0">
                          <a:solidFill>
                            <a:schemeClr val="bg1">
                              <a:lumMod val="65000"/>
                            </a:schemeClr>
                          </a:solidFill>
                        </a:rPr>
                        <a:t> 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lnL w="3175" cap="flat" cmpd="sng" algn="ctr">
                      <a:solidFill>
                        <a:schemeClr val="tx1">
                          <a:lumMod val="65000"/>
                          <a:lumOff val="35000"/>
                        </a:schemeClr>
                      </a:solidFill>
                      <a:prstDash val="solid"/>
                      <a:round/>
                      <a:headEnd type="none" w="med" len="med"/>
                      <a:tailEnd type="none" w="med" len="med"/>
                    </a:ln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교환완료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l" latinLnBrk="1"/>
                      <a:endParaRPr lang="en-US" altLang="ko-KR" sz="900" dirty="0"/>
                    </a:p>
                    <a:p>
                      <a:pPr algn="l" latinLnBrk="1"/>
                      <a:r>
                        <a:rPr lang="ko-KR" altLang="en-US" sz="900" dirty="0"/>
                        <a:t>주문번호</a:t>
                      </a:r>
                      <a:r>
                        <a:rPr lang="en-US" altLang="ko-KR" sz="900" dirty="0"/>
                        <a:t>:</a:t>
                      </a:r>
                      <a:r>
                        <a:rPr lang="ko-KR" altLang="en-US" sz="900" dirty="0"/>
                        <a:t> </a:t>
                      </a:r>
                      <a:r>
                        <a:rPr lang="en-US" altLang="ko-KR" sz="900" dirty="0"/>
                        <a:t>Me9-00929111</a:t>
                      </a:r>
                    </a:p>
                    <a:p>
                      <a:pPr algn="l" latinLnBrk="1"/>
                      <a:r>
                        <a:rPr lang="ko-KR" altLang="en-US" sz="900" b="1" dirty="0">
                          <a:solidFill>
                            <a:srgbClr val="FF0000"/>
                          </a:solidFill>
                        </a:rPr>
                        <a:t>  → </a:t>
                      </a:r>
                      <a:r>
                        <a:rPr lang="ko-KR" altLang="en-US" sz="900" dirty="0"/>
                        <a:t>교환 주문번호</a:t>
                      </a:r>
                      <a:r>
                        <a:rPr lang="en-US" altLang="ko-KR" sz="900" dirty="0"/>
                        <a:t>:</a:t>
                      </a:r>
                      <a:r>
                        <a:rPr lang="ko-KR" altLang="en-US" sz="900" dirty="0"/>
                        <a:t> </a:t>
                      </a:r>
                      <a:r>
                        <a:rPr lang="en-US" altLang="ko-KR" sz="900" dirty="0"/>
                        <a:t>Me9-RE-00929111</a:t>
                      </a:r>
                      <a:endParaRPr lang="ko-KR" altLang="en-US" sz="900" b="1" dirty="0">
                        <a:solidFill>
                          <a:srgbClr val="FF0000"/>
                        </a:solidFill>
                      </a:endParaRPr>
                    </a:p>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34933101"/>
                  </a:ext>
                </a:extLst>
              </a:tr>
            </a:tbl>
          </a:graphicData>
        </a:graphic>
      </p:graphicFrame>
      <p:grpSp>
        <p:nvGrpSpPr>
          <p:cNvPr id="155" name="그룹 154">
            <a:extLst>
              <a:ext uri="{FF2B5EF4-FFF2-40B4-BE49-F238E27FC236}">
                <a16:creationId xmlns:a16="http://schemas.microsoft.com/office/drawing/2014/main" id="{1889D06C-A4B9-48AF-B045-25BC779E35C3}"/>
              </a:ext>
            </a:extLst>
          </p:cNvPr>
          <p:cNvGrpSpPr/>
          <p:nvPr userDrawn="1"/>
        </p:nvGrpSpPr>
        <p:grpSpPr>
          <a:xfrm>
            <a:off x="3090729" y="16161097"/>
            <a:ext cx="689346" cy="440906"/>
            <a:chOff x="2843808" y="1955121"/>
            <a:chExt cx="1674813" cy="596970"/>
          </a:xfrm>
          <a:solidFill>
            <a:schemeClr val="bg1">
              <a:lumMod val="95000"/>
            </a:schemeClr>
          </a:solidFill>
        </p:grpSpPr>
        <p:sp>
          <p:nvSpPr>
            <p:cNvPr id="156" name="Border">
              <a:extLst>
                <a:ext uri="{FF2B5EF4-FFF2-40B4-BE49-F238E27FC236}">
                  <a16:creationId xmlns:a16="http://schemas.microsoft.com/office/drawing/2014/main" id="{FD453337-EAC1-4BCA-ABAE-BAE1C971F80E}"/>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7" name="Line 2">
              <a:extLst>
                <a:ext uri="{FF2B5EF4-FFF2-40B4-BE49-F238E27FC236}">
                  <a16:creationId xmlns:a16="http://schemas.microsoft.com/office/drawing/2014/main" id="{134F7E67-0C73-4E93-816D-0CE44A500A08}"/>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8" name="Line 1">
              <a:extLst>
                <a:ext uri="{FF2B5EF4-FFF2-40B4-BE49-F238E27FC236}">
                  <a16:creationId xmlns:a16="http://schemas.microsoft.com/office/drawing/2014/main" id="{529C217D-A0A3-4D0E-BE83-4CE6991B0EE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9" name="TextBox 158">
              <a:extLst>
                <a:ext uri="{FF2B5EF4-FFF2-40B4-BE49-F238E27FC236}">
                  <a16:creationId xmlns:a16="http://schemas.microsoft.com/office/drawing/2014/main" id="{76DDC8FF-DF3A-417E-B2B3-2CFE671DCFB3}"/>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60" name="직사각형 159">
            <a:extLst>
              <a:ext uri="{FF2B5EF4-FFF2-40B4-BE49-F238E27FC236}">
                <a16:creationId xmlns:a16="http://schemas.microsoft.com/office/drawing/2014/main" id="{3A1D5D71-747C-4094-A393-CA158589BF9B}"/>
              </a:ext>
            </a:extLst>
          </p:cNvPr>
          <p:cNvSpPr/>
          <p:nvPr userDrawn="1"/>
        </p:nvSpPr>
        <p:spPr>
          <a:xfrm>
            <a:off x="3801158" y="16161097"/>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61" name="TextBox 160">
            <a:extLst>
              <a:ext uri="{FF2B5EF4-FFF2-40B4-BE49-F238E27FC236}">
                <a16:creationId xmlns:a16="http://schemas.microsoft.com/office/drawing/2014/main" id="{602EADAB-3EDB-4251-B59A-9D1A004DAC71}"/>
              </a:ext>
            </a:extLst>
          </p:cNvPr>
          <p:cNvSpPr txBox="1"/>
          <p:nvPr userDrawn="1"/>
        </p:nvSpPr>
        <p:spPr>
          <a:xfrm>
            <a:off x="2160605" y="15572148"/>
            <a:ext cx="631904" cy="215444"/>
          </a:xfrm>
          <a:prstGeom prst="rect">
            <a:avLst/>
          </a:prstGeom>
          <a:noFill/>
        </p:spPr>
        <p:txBody>
          <a:bodyPr wrap="none" rtlCol="0">
            <a:spAutoFit/>
          </a:bodyPr>
          <a:lstStyle/>
          <a:p>
            <a:r>
              <a:rPr lang="ko-KR" altLang="en-US" sz="800" dirty="0"/>
              <a:t>교환 상품</a:t>
            </a:r>
          </a:p>
        </p:txBody>
      </p:sp>
      <p:sp>
        <p:nvSpPr>
          <p:cNvPr id="162" name="TextBox 161">
            <a:extLst>
              <a:ext uri="{FF2B5EF4-FFF2-40B4-BE49-F238E27FC236}">
                <a16:creationId xmlns:a16="http://schemas.microsoft.com/office/drawing/2014/main" id="{EBF37350-8BAD-49C9-9B0B-59FF660921AE}"/>
              </a:ext>
            </a:extLst>
          </p:cNvPr>
          <p:cNvSpPr txBox="1"/>
          <p:nvPr userDrawn="1"/>
        </p:nvSpPr>
        <p:spPr>
          <a:xfrm>
            <a:off x="7698450" y="16738770"/>
            <a:ext cx="1848038" cy="215444"/>
          </a:xfrm>
          <a:prstGeom prst="rect">
            <a:avLst/>
          </a:prstGeom>
          <a:noFill/>
        </p:spPr>
        <p:txBody>
          <a:bodyPr wrap="square" rtlCol="0">
            <a:spAutoFit/>
          </a:bodyPr>
          <a:lstStyle/>
          <a:p>
            <a:r>
              <a:rPr lang="en-US" altLang="ko-KR" sz="800" dirty="0"/>
              <a:t>                        ( </a:t>
            </a:r>
            <a:r>
              <a:rPr lang="ko-KR" altLang="en-US" sz="800" dirty="0"/>
              <a:t>배송비 </a:t>
            </a:r>
            <a:r>
              <a:rPr lang="en-US" altLang="ko-KR" sz="800" dirty="0"/>
              <a:t>) </a:t>
            </a:r>
            <a:r>
              <a:rPr lang="ko-KR" altLang="en-US" sz="800" dirty="0"/>
              <a:t>무료</a:t>
            </a:r>
          </a:p>
        </p:txBody>
      </p:sp>
      <p:graphicFrame>
        <p:nvGraphicFramePr>
          <p:cNvPr id="163" name="표 162">
            <a:extLst>
              <a:ext uri="{FF2B5EF4-FFF2-40B4-BE49-F238E27FC236}">
                <a16:creationId xmlns:a16="http://schemas.microsoft.com/office/drawing/2014/main" id="{34D0CDF4-8E9D-42BC-92A6-5B440BEDEEE2}"/>
              </a:ext>
            </a:extLst>
          </p:cNvPr>
          <p:cNvGraphicFramePr>
            <a:graphicFrameLocks noGrp="1"/>
          </p:cNvGraphicFramePr>
          <p:nvPr userDrawn="1">
            <p:extLst>
              <p:ext uri="{D42A27DB-BD31-4B8C-83A1-F6EECF244321}">
                <p14:modId xmlns:p14="http://schemas.microsoft.com/office/powerpoint/2010/main" val="888981363"/>
              </p:ext>
            </p:extLst>
          </p:nvPr>
        </p:nvGraphicFramePr>
        <p:xfrm>
          <a:off x="2149562" y="17021094"/>
          <a:ext cx="7306807" cy="213360"/>
        </p:xfrm>
        <a:graphic>
          <a:graphicData uri="http://schemas.openxmlformats.org/drawingml/2006/table">
            <a:tbl>
              <a:tblPr firstRow="1" bandRow="1">
                <a:tableStyleId>{5940675A-B579-460E-94D1-54222C63F5DA}</a:tableStyleId>
              </a:tblPr>
              <a:tblGrid>
                <a:gridCol w="1326910">
                  <a:extLst>
                    <a:ext uri="{9D8B030D-6E8A-4147-A177-3AD203B41FA5}">
                      <a16:colId xmlns:a16="http://schemas.microsoft.com/office/drawing/2014/main" val="1468661165"/>
                    </a:ext>
                  </a:extLst>
                </a:gridCol>
                <a:gridCol w="5979897">
                  <a:extLst>
                    <a:ext uri="{9D8B030D-6E8A-4147-A177-3AD203B41FA5}">
                      <a16:colId xmlns:a16="http://schemas.microsoft.com/office/drawing/2014/main" val="3917594789"/>
                    </a:ext>
                  </a:extLst>
                </a:gridCol>
              </a:tblGrid>
              <a:tr h="165784">
                <a:tc>
                  <a:txBody>
                    <a:bodyPr/>
                    <a:lstStyle/>
                    <a:p>
                      <a:pPr latinLnBrk="1"/>
                      <a:r>
                        <a:rPr lang="ko-KR" altLang="en-US" sz="800" dirty="0"/>
                        <a:t>교환 사유</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다른 상품이 배송되었습니다</a:t>
                      </a:r>
                      <a:r>
                        <a:rPr lang="en-US" altLang="ko-KR" sz="800" dirty="0"/>
                        <a:t>.</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bl>
          </a:graphicData>
        </a:graphic>
      </p:graphicFrame>
      <p:graphicFrame>
        <p:nvGraphicFramePr>
          <p:cNvPr id="164" name="표 163">
            <a:extLst>
              <a:ext uri="{FF2B5EF4-FFF2-40B4-BE49-F238E27FC236}">
                <a16:creationId xmlns:a16="http://schemas.microsoft.com/office/drawing/2014/main" id="{D0BF4353-84C4-4FB1-818D-6607BC6F41D3}"/>
              </a:ext>
            </a:extLst>
          </p:cNvPr>
          <p:cNvGraphicFramePr>
            <a:graphicFrameLocks noGrp="1"/>
          </p:cNvGraphicFramePr>
          <p:nvPr userDrawn="1">
            <p:extLst>
              <p:ext uri="{D42A27DB-BD31-4B8C-83A1-F6EECF244321}">
                <p14:modId xmlns:p14="http://schemas.microsoft.com/office/powerpoint/2010/main" val="1755948991"/>
              </p:ext>
            </p:extLst>
          </p:nvPr>
        </p:nvGraphicFramePr>
        <p:xfrm>
          <a:off x="2149562" y="17279783"/>
          <a:ext cx="7306807" cy="426720"/>
        </p:xfrm>
        <a:graphic>
          <a:graphicData uri="http://schemas.openxmlformats.org/drawingml/2006/table">
            <a:tbl>
              <a:tblPr firstRow="1" bandRow="1">
                <a:tableStyleId>{5940675A-B579-460E-94D1-54222C63F5DA}</a:tableStyleId>
              </a:tblPr>
              <a:tblGrid>
                <a:gridCol w="1326910">
                  <a:extLst>
                    <a:ext uri="{9D8B030D-6E8A-4147-A177-3AD203B41FA5}">
                      <a16:colId xmlns:a16="http://schemas.microsoft.com/office/drawing/2014/main" val="1468661165"/>
                    </a:ext>
                  </a:extLst>
                </a:gridCol>
                <a:gridCol w="1391478">
                  <a:extLst>
                    <a:ext uri="{9D8B030D-6E8A-4147-A177-3AD203B41FA5}">
                      <a16:colId xmlns:a16="http://schemas.microsoft.com/office/drawing/2014/main" val="46953116"/>
                    </a:ext>
                  </a:extLst>
                </a:gridCol>
                <a:gridCol w="4588419">
                  <a:extLst>
                    <a:ext uri="{9D8B030D-6E8A-4147-A177-3AD203B41FA5}">
                      <a16:colId xmlns:a16="http://schemas.microsoft.com/office/drawing/2014/main" val="3917594789"/>
                    </a:ext>
                  </a:extLst>
                </a:gridCol>
              </a:tblGrid>
              <a:tr h="165784">
                <a:tc rowSpan="2">
                  <a:txBody>
                    <a:bodyPr/>
                    <a:lstStyle/>
                    <a:p>
                      <a:pPr latinLnBrk="1"/>
                      <a:r>
                        <a:rPr lang="ko-KR" altLang="en-US" sz="800" dirty="0"/>
                        <a:t>환불 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err="1"/>
                        <a:t>택배비</a:t>
                      </a:r>
                      <a:r>
                        <a:rPr lang="ko-KR" altLang="en-US" sz="800" dirty="0"/>
                        <a:t> </a:t>
                      </a:r>
                      <a:r>
                        <a:rPr lang="en-US" altLang="ko-KR" sz="800" dirty="0"/>
                        <a:t>(</a:t>
                      </a:r>
                      <a:r>
                        <a:rPr lang="ko-KR" altLang="en-US" sz="800" dirty="0"/>
                        <a:t>착불</a:t>
                      </a:r>
                      <a:r>
                        <a:rPr lang="en-US" altLang="ko-KR" sz="800" dirty="0"/>
                        <a:t>)</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2,500 </a:t>
                      </a:r>
                      <a:r>
                        <a:rPr lang="ko-KR" altLang="en-US" sz="800" dirty="0"/>
                        <a:t>원</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vMerge="1">
                  <a:txBody>
                    <a:bodyPr/>
                    <a:lstStyle/>
                    <a:p>
                      <a:pPr latinLnBrk="1"/>
                      <a:r>
                        <a:rPr lang="ko-KR" altLang="en-US" sz="800" dirty="0"/>
                        <a:t>카드종류</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포인트 환불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200 point</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bl>
          </a:graphicData>
        </a:graphic>
      </p:graphicFrame>
      <p:sp>
        <p:nvSpPr>
          <p:cNvPr id="165" name="직사각형 164">
            <a:extLst>
              <a:ext uri="{FF2B5EF4-FFF2-40B4-BE49-F238E27FC236}">
                <a16:creationId xmlns:a16="http://schemas.microsoft.com/office/drawing/2014/main" id="{0C530832-A72F-4FCC-8006-B10FA8CE8FE7}"/>
              </a:ext>
            </a:extLst>
          </p:cNvPr>
          <p:cNvSpPr/>
          <p:nvPr userDrawn="1"/>
        </p:nvSpPr>
        <p:spPr>
          <a:xfrm>
            <a:off x="5338493" y="18022281"/>
            <a:ext cx="920552" cy="297955"/>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주문목록</a:t>
            </a:r>
            <a:endParaRPr lang="en-US" altLang="ko-KR" sz="800" dirty="0">
              <a:solidFill>
                <a:schemeClr val="bg1"/>
              </a:solidFill>
            </a:endParaRPr>
          </a:p>
        </p:txBody>
      </p:sp>
      <p:sp>
        <p:nvSpPr>
          <p:cNvPr id="167" name="사각형: 둥근 모서리 14">
            <a:extLst>
              <a:ext uri="{FF2B5EF4-FFF2-40B4-BE49-F238E27FC236}">
                <a16:creationId xmlns:a16="http://schemas.microsoft.com/office/drawing/2014/main" id="{ED8EEC5C-9926-4AF9-BE83-EFDA3B3643F8}"/>
              </a:ext>
            </a:extLst>
          </p:cNvPr>
          <p:cNvSpPr/>
          <p:nvPr userDrawn="1"/>
        </p:nvSpPr>
        <p:spPr>
          <a:xfrm>
            <a:off x="118741" y="527575"/>
            <a:ext cx="1148071" cy="2478003"/>
          </a:xfrm>
          <a:prstGeom prst="roundRect">
            <a:avLst>
              <a:gd name="adj" fmla="val 4472"/>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l">
              <a:lnSpc>
                <a:spcPct val="150000"/>
              </a:lnSpc>
            </a:pPr>
            <a:r>
              <a:rPr lang="ko-KR" altLang="en-US" sz="800" dirty="0">
                <a:solidFill>
                  <a:schemeClr val="tx1"/>
                </a:solidFill>
              </a:rPr>
              <a:t>○ 주문 목록</a:t>
            </a:r>
            <a:endParaRPr lang="en-US" altLang="ko-KR" sz="800" dirty="0">
              <a:solidFill>
                <a:schemeClr val="tx1"/>
              </a:solidFill>
            </a:endParaRPr>
          </a:p>
          <a:p>
            <a:pPr algn="l">
              <a:lnSpc>
                <a:spcPct val="150000"/>
              </a:lnSpc>
            </a:pPr>
            <a:r>
              <a:rPr lang="en-US" altLang="ko-KR" sz="700" dirty="0">
                <a:solidFill>
                  <a:schemeClr val="tx1"/>
                </a:solidFill>
              </a:rPr>
              <a:t>   - </a:t>
            </a:r>
            <a:r>
              <a:rPr lang="ko-KR" altLang="en-US" sz="700" dirty="0">
                <a:solidFill>
                  <a:schemeClr val="tx1"/>
                </a:solidFill>
              </a:rPr>
              <a:t>결제 완료 </a:t>
            </a:r>
            <a:r>
              <a:rPr lang="en-US" altLang="ko-KR" sz="700" dirty="0">
                <a:solidFill>
                  <a:schemeClr val="tx1"/>
                </a:solidFill>
              </a:rPr>
              <a:t>(5)</a:t>
            </a:r>
          </a:p>
          <a:p>
            <a:pPr algn="l">
              <a:lnSpc>
                <a:spcPct val="150000"/>
              </a:lnSpc>
            </a:pPr>
            <a:r>
              <a:rPr lang="en-US" altLang="ko-KR" sz="700" dirty="0">
                <a:solidFill>
                  <a:schemeClr val="tx1"/>
                </a:solidFill>
              </a:rPr>
              <a:t>   - </a:t>
            </a:r>
            <a:r>
              <a:rPr lang="ko-KR" altLang="en-US" sz="700" dirty="0">
                <a:solidFill>
                  <a:schemeClr val="tx1"/>
                </a:solidFill>
              </a:rPr>
              <a:t>배송 대기 중 </a:t>
            </a:r>
            <a:r>
              <a:rPr lang="en-US" altLang="ko-KR" sz="700" dirty="0">
                <a:solidFill>
                  <a:schemeClr val="tx1"/>
                </a:solidFill>
              </a:rPr>
              <a:t>(1)</a:t>
            </a:r>
          </a:p>
          <a:p>
            <a:pPr algn="l">
              <a:lnSpc>
                <a:spcPct val="150000"/>
              </a:lnSpc>
            </a:pPr>
            <a:r>
              <a:rPr lang="en-US" altLang="ko-KR" sz="700" dirty="0">
                <a:solidFill>
                  <a:schemeClr val="tx1"/>
                </a:solidFill>
              </a:rPr>
              <a:t>   - </a:t>
            </a:r>
            <a:r>
              <a:rPr lang="ko-KR" altLang="en-US" sz="700" dirty="0">
                <a:solidFill>
                  <a:schemeClr val="tx1"/>
                </a:solidFill>
              </a:rPr>
              <a:t>배송 중 </a:t>
            </a:r>
            <a:r>
              <a:rPr lang="en-US" altLang="ko-KR" sz="7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구매확정 </a:t>
            </a:r>
            <a:r>
              <a:rPr lang="en-US" altLang="ko-KR" sz="700" dirty="0">
                <a:solidFill>
                  <a:schemeClr val="tx1"/>
                </a:solidFill>
              </a:rPr>
              <a:t>(5)</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취소 목록 </a:t>
            </a:r>
            <a:r>
              <a:rPr lang="en-US" altLang="ko-KR" sz="8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취소 요청 </a:t>
            </a:r>
            <a:r>
              <a:rPr lang="en-US" altLang="ko-KR" sz="7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취소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반품 목록</a:t>
            </a:r>
            <a:endParaRPr lang="en-US" altLang="ko-KR" sz="800" dirty="0">
              <a:solidFill>
                <a:schemeClr val="tx1"/>
              </a:solidFill>
            </a:endParaRP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반품 신청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반품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교환 목록</a:t>
            </a:r>
            <a:endParaRPr lang="en-US" altLang="ko-KR" sz="800" dirty="0">
              <a:solidFill>
                <a:schemeClr val="tx1"/>
              </a:solidFill>
            </a:endParaRP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교환 신청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교환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dirty="0">
              <a:solidFill>
                <a:schemeClr val="tx1"/>
              </a:solidFill>
            </a:endParaRPr>
          </a:p>
          <a:p>
            <a:pPr algn="l">
              <a:lnSpc>
                <a:spcPct val="150000"/>
              </a:lnSpc>
            </a:pPr>
            <a:endParaRPr lang="en-US" altLang="ko-KR" sz="700" dirty="0">
              <a:solidFill>
                <a:schemeClr val="tx1"/>
              </a:solidFill>
            </a:endParaRPr>
          </a:p>
          <a:p>
            <a:pPr algn="l">
              <a:lnSpc>
                <a:spcPct val="150000"/>
              </a:lnSpc>
            </a:pPr>
            <a:endParaRPr lang="en-US" altLang="ko-KR" sz="700" dirty="0">
              <a:solidFill>
                <a:schemeClr val="tx1"/>
              </a:solidFill>
            </a:endParaRPr>
          </a:p>
        </p:txBody>
      </p:sp>
    </p:spTree>
    <p:extLst>
      <p:ext uri="{BB962C8B-B14F-4D97-AF65-F5344CB8AC3E}">
        <p14:creationId xmlns:p14="http://schemas.microsoft.com/office/powerpoint/2010/main" val="2994684922"/>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1_마이페이지 기본틀 긴화면">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605EB3FE-840F-4EF5-9033-AEA247AA349D}"/>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7F3ADF11-B500-4F1F-9425-9A4206C95698}"/>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E1EE8C42-4447-4ABF-B019-DBAAC2F5B704}"/>
              </a:ext>
            </a:extLst>
          </p:cNvPr>
          <p:cNvSpPr/>
          <p:nvPr userDrawn="1"/>
        </p:nvSpPr>
        <p:spPr>
          <a:xfrm>
            <a:off x="41208" y="34272"/>
            <a:ext cx="10071693" cy="39509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a:extLst>
              <a:ext uri="{FF2B5EF4-FFF2-40B4-BE49-F238E27FC236}">
                <a16:creationId xmlns:a16="http://schemas.microsoft.com/office/drawing/2014/main" id="{271E5BA9-5F15-40D8-B41F-7E9A2E6D410E}"/>
              </a:ext>
            </a:extLst>
          </p:cNvPr>
          <p:cNvGrpSpPr/>
          <p:nvPr userDrawn="1"/>
        </p:nvGrpSpPr>
        <p:grpSpPr>
          <a:xfrm>
            <a:off x="118741" y="94475"/>
            <a:ext cx="1148071" cy="273280"/>
            <a:chOff x="2843808" y="1955121"/>
            <a:chExt cx="1674813" cy="596970"/>
          </a:xfrm>
          <a:solidFill>
            <a:schemeClr val="bg1">
              <a:lumMod val="95000"/>
            </a:schemeClr>
          </a:solidFill>
        </p:grpSpPr>
        <p:sp>
          <p:nvSpPr>
            <p:cNvPr id="7" name="Border">
              <a:extLst>
                <a:ext uri="{FF2B5EF4-FFF2-40B4-BE49-F238E27FC236}">
                  <a16:creationId xmlns:a16="http://schemas.microsoft.com/office/drawing/2014/main" id="{F9AB7030-82F1-4D0A-BB74-93A1FE8B0C2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60965009-092E-411F-B241-49E3CEC459C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4FEB3E1A-4091-4ECD-B830-5B00388FE8A7}"/>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TextBox 9">
              <a:extLst>
                <a:ext uri="{FF2B5EF4-FFF2-40B4-BE49-F238E27FC236}">
                  <a16:creationId xmlns:a16="http://schemas.microsoft.com/office/drawing/2014/main" id="{A7AA3F6C-E931-4772-B894-ACDAB4151BE9}"/>
                </a:ext>
              </a:extLst>
            </p:cNvPr>
            <p:cNvSpPr txBox="1"/>
            <p:nvPr/>
          </p:nvSpPr>
          <p:spPr>
            <a:xfrm>
              <a:off x="3335780" y="2018289"/>
              <a:ext cx="690867" cy="470629"/>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32" name="직사각형 31">
            <a:extLst>
              <a:ext uri="{FF2B5EF4-FFF2-40B4-BE49-F238E27FC236}">
                <a16:creationId xmlns:a16="http://schemas.microsoft.com/office/drawing/2014/main" id="{78A24B3B-7371-43BE-8035-C2B654860160}"/>
              </a:ext>
            </a:extLst>
          </p:cNvPr>
          <p:cNvSpPr/>
          <p:nvPr userDrawn="1"/>
        </p:nvSpPr>
        <p:spPr>
          <a:xfrm>
            <a:off x="1344345" y="429371"/>
            <a:ext cx="8767843" cy="10401540"/>
          </a:xfrm>
          <a:prstGeom prst="rect">
            <a:avLst/>
          </a:prstGeom>
          <a:solidFill>
            <a:schemeClr val="bg1"/>
          </a:solidFill>
          <a:ln w="3175">
            <a:solidFill>
              <a:schemeClr val="tx1">
                <a:lumMod val="50000"/>
                <a:lumOff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4" name="직사각형 53">
            <a:extLst>
              <a:ext uri="{FF2B5EF4-FFF2-40B4-BE49-F238E27FC236}">
                <a16:creationId xmlns:a16="http://schemas.microsoft.com/office/drawing/2014/main" id="{F450E196-5852-43B7-99A3-92E857F36AFC}"/>
              </a:ext>
            </a:extLst>
          </p:cNvPr>
          <p:cNvSpPr/>
          <p:nvPr userDrawn="1"/>
        </p:nvSpPr>
        <p:spPr>
          <a:xfrm>
            <a:off x="1423732" y="481757"/>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55" name="직사각형 54">
            <a:extLst>
              <a:ext uri="{FF2B5EF4-FFF2-40B4-BE49-F238E27FC236}">
                <a16:creationId xmlns:a16="http://schemas.microsoft.com/office/drawing/2014/main" id="{8AE35E3B-3484-482E-8AC9-B152A0721C5D}"/>
              </a:ext>
            </a:extLst>
          </p:cNvPr>
          <p:cNvSpPr/>
          <p:nvPr userDrawn="1"/>
        </p:nvSpPr>
        <p:spPr>
          <a:xfrm>
            <a:off x="8025304" y="481757"/>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
        <p:nvSpPr>
          <p:cNvPr id="34" name="직사각형 33">
            <a:extLst>
              <a:ext uri="{FF2B5EF4-FFF2-40B4-BE49-F238E27FC236}">
                <a16:creationId xmlns:a16="http://schemas.microsoft.com/office/drawing/2014/main" id="{EE4742BF-99E5-4378-9C8B-60FC9AA23DE2}"/>
              </a:ext>
            </a:extLst>
          </p:cNvPr>
          <p:cNvSpPr/>
          <p:nvPr userDrawn="1"/>
        </p:nvSpPr>
        <p:spPr>
          <a:xfrm>
            <a:off x="7086600" y="104509"/>
            <a:ext cx="3017529" cy="253211"/>
          </a:xfrm>
          <a:prstGeom prst="rect">
            <a:avLst/>
          </a:prstGeom>
        </p:spPr>
        <p:txBody>
          <a:bodyPr wrap="square">
            <a:spAutoFit/>
          </a:bodyPr>
          <a:lstStyle/>
          <a:p>
            <a:pPr algn="r">
              <a:lnSpc>
                <a:spcPct val="150000"/>
              </a:lnSpc>
            </a:pPr>
            <a:r>
              <a:rPr lang="ko-KR" altLang="en-US" sz="800" b="0" dirty="0">
                <a:latin typeface="+mj-ea"/>
                <a:ea typeface="+mj-ea"/>
              </a:rPr>
              <a:t>채널관리자  </a:t>
            </a:r>
            <a:r>
              <a:rPr lang="en-US" altLang="ko-KR" sz="800" b="0" dirty="0">
                <a:latin typeface="+mj-ea"/>
                <a:ea typeface="+mj-ea"/>
              </a:rPr>
              <a:t>  </a:t>
            </a:r>
            <a:r>
              <a:rPr lang="en-US" altLang="ko-KR" sz="800" dirty="0">
                <a:solidFill>
                  <a:schemeClr val="bg1">
                    <a:lumMod val="75000"/>
                  </a:schemeClr>
                </a:solidFill>
                <a:latin typeface="+mj-ea"/>
                <a:ea typeface="+mj-ea"/>
              </a:rPr>
              <a:t>|   </a:t>
            </a:r>
            <a:r>
              <a:rPr lang="ko-KR" altLang="en-US" sz="800" b="0" dirty="0" err="1">
                <a:latin typeface="+mj-ea"/>
                <a:ea typeface="+mj-ea"/>
              </a:rPr>
              <a:t>회원명</a:t>
            </a:r>
            <a:r>
              <a:rPr lang="ko-KR" altLang="en-US" sz="800" b="0" dirty="0">
                <a:latin typeface="+mj-ea"/>
                <a:ea typeface="+mj-ea"/>
              </a:rPr>
              <a:t>  </a:t>
            </a:r>
            <a:r>
              <a:rPr lang="en-US" altLang="ko-KR" sz="800" b="0" dirty="0">
                <a:latin typeface="+mj-ea"/>
                <a:ea typeface="+mj-ea"/>
              </a:rPr>
              <a:t>  </a:t>
            </a:r>
            <a:r>
              <a:rPr lang="en-US" altLang="ko-KR" sz="800" dirty="0">
                <a:solidFill>
                  <a:schemeClr val="bg1">
                    <a:lumMod val="75000"/>
                  </a:schemeClr>
                </a:solidFill>
                <a:latin typeface="+mj-ea"/>
                <a:ea typeface="+mj-ea"/>
              </a:rPr>
              <a:t>|  </a:t>
            </a:r>
            <a:r>
              <a:rPr lang="ko-KR" altLang="en-US" sz="800" dirty="0">
                <a:latin typeface="+mj-ea"/>
                <a:ea typeface="+mj-ea"/>
              </a:rPr>
              <a:t>총 포인트 </a:t>
            </a:r>
            <a:r>
              <a:rPr lang="en-US" altLang="ko-KR" sz="800" dirty="0">
                <a:latin typeface="+mj-ea"/>
                <a:ea typeface="+mj-ea"/>
              </a:rPr>
              <a:t>( 00 )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sp>
        <p:nvSpPr>
          <p:cNvPr id="35" name="사각형: 둥근 모서리 34">
            <a:extLst>
              <a:ext uri="{FF2B5EF4-FFF2-40B4-BE49-F238E27FC236}">
                <a16:creationId xmlns:a16="http://schemas.microsoft.com/office/drawing/2014/main" id="{4BE00F5F-5536-4E7F-BA72-D19A9BC94752}"/>
              </a:ext>
            </a:extLst>
          </p:cNvPr>
          <p:cNvSpPr/>
          <p:nvPr userDrawn="1"/>
        </p:nvSpPr>
        <p:spPr>
          <a:xfrm>
            <a:off x="1475329" y="141986"/>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36" name="웃는 얼굴 35">
            <a:extLst>
              <a:ext uri="{FF2B5EF4-FFF2-40B4-BE49-F238E27FC236}">
                <a16:creationId xmlns:a16="http://schemas.microsoft.com/office/drawing/2014/main" id="{5058C951-C9B0-4D78-915C-A2B051F5EFB7}"/>
              </a:ext>
            </a:extLst>
          </p:cNvPr>
          <p:cNvSpPr/>
          <p:nvPr userDrawn="1"/>
        </p:nvSpPr>
        <p:spPr>
          <a:xfrm>
            <a:off x="1528390" y="178856"/>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7" name="사각형: 둥근 모서리 36">
            <a:extLst>
              <a:ext uri="{FF2B5EF4-FFF2-40B4-BE49-F238E27FC236}">
                <a16:creationId xmlns:a16="http://schemas.microsoft.com/office/drawing/2014/main" id="{4EE483C6-A3EF-4A86-8944-62F79D5D4C2B}"/>
              </a:ext>
            </a:extLst>
          </p:cNvPr>
          <p:cNvSpPr/>
          <p:nvPr userDrawn="1"/>
        </p:nvSpPr>
        <p:spPr>
          <a:xfrm>
            <a:off x="2299780" y="147229"/>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38" name="웃는 얼굴 37">
            <a:extLst>
              <a:ext uri="{FF2B5EF4-FFF2-40B4-BE49-F238E27FC236}">
                <a16:creationId xmlns:a16="http://schemas.microsoft.com/office/drawing/2014/main" id="{B6DD66FB-93B6-4629-A0FE-CAB0460A9E23}"/>
              </a:ext>
            </a:extLst>
          </p:cNvPr>
          <p:cNvSpPr/>
          <p:nvPr userDrawn="1"/>
        </p:nvSpPr>
        <p:spPr>
          <a:xfrm>
            <a:off x="2352841" y="184099"/>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9" name="사각형: 둥근 모서리 38">
            <a:extLst>
              <a:ext uri="{FF2B5EF4-FFF2-40B4-BE49-F238E27FC236}">
                <a16:creationId xmlns:a16="http://schemas.microsoft.com/office/drawing/2014/main" id="{0E3136A0-B269-4DE9-97F7-A5742F5065F7}"/>
              </a:ext>
            </a:extLst>
          </p:cNvPr>
          <p:cNvSpPr/>
          <p:nvPr userDrawn="1"/>
        </p:nvSpPr>
        <p:spPr>
          <a:xfrm>
            <a:off x="3124167" y="136743"/>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40" name="웃는 얼굴 39">
            <a:extLst>
              <a:ext uri="{FF2B5EF4-FFF2-40B4-BE49-F238E27FC236}">
                <a16:creationId xmlns:a16="http://schemas.microsoft.com/office/drawing/2014/main" id="{CF1B7F19-E9EA-42F1-A722-6FED2EFC37D4}"/>
              </a:ext>
            </a:extLst>
          </p:cNvPr>
          <p:cNvSpPr/>
          <p:nvPr userDrawn="1"/>
        </p:nvSpPr>
        <p:spPr>
          <a:xfrm>
            <a:off x="3177228" y="173613"/>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 name="사각형: 둥근 모서리 40">
            <a:extLst>
              <a:ext uri="{FF2B5EF4-FFF2-40B4-BE49-F238E27FC236}">
                <a16:creationId xmlns:a16="http://schemas.microsoft.com/office/drawing/2014/main" id="{DDF40C9B-0FC3-43CD-89CD-A6DCAD517C2A}"/>
              </a:ext>
            </a:extLst>
          </p:cNvPr>
          <p:cNvSpPr/>
          <p:nvPr userDrawn="1"/>
        </p:nvSpPr>
        <p:spPr>
          <a:xfrm>
            <a:off x="3948618" y="141986"/>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바로가기</a:t>
            </a:r>
          </a:p>
        </p:txBody>
      </p:sp>
      <p:sp>
        <p:nvSpPr>
          <p:cNvPr id="42" name="웃는 얼굴 41">
            <a:extLst>
              <a:ext uri="{FF2B5EF4-FFF2-40B4-BE49-F238E27FC236}">
                <a16:creationId xmlns:a16="http://schemas.microsoft.com/office/drawing/2014/main" id="{052FBC93-13AB-4459-8D55-848F7C413149}"/>
              </a:ext>
            </a:extLst>
          </p:cNvPr>
          <p:cNvSpPr/>
          <p:nvPr userDrawn="1"/>
        </p:nvSpPr>
        <p:spPr>
          <a:xfrm>
            <a:off x="4001679" y="178856"/>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44" name="표 20">
            <a:extLst>
              <a:ext uri="{FF2B5EF4-FFF2-40B4-BE49-F238E27FC236}">
                <a16:creationId xmlns:a16="http://schemas.microsoft.com/office/drawing/2014/main" id="{08B80639-AA56-43F9-B723-58297E04A4BA}"/>
              </a:ext>
            </a:extLst>
          </p:cNvPr>
          <p:cNvGraphicFramePr>
            <a:graphicFrameLocks noGrp="1"/>
          </p:cNvGraphicFramePr>
          <p:nvPr userDrawn="1">
            <p:extLst>
              <p:ext uri="{D42A27DB-BD31-4B8C-83A1-F6EECF244321}">
                <p14:modId xmlns:p14="http://schemas.microsoft.com/office/powerpoint/2010/main" val="786206591"/>
              </p:ext>
            </p:extLst>
          </p:nvPr>
        </p:nvGraphicFramePr>
        <p:xfrm>
          <a:off x="40495" y="3269412"/>
          <a:ext cx="1305704" cy="190500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정보관리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lnSpc>
                          <a:spcPct val="150000"/>
                        </a:lnSpc>
                      </a:pPr>
                      <a:r>
                        <a:rPr lang="en-US" altLang="ko-KR" sz="700" dirty="0"/>
                        <a:t>   -  </a:t>
                      </a:r>
                      <a:r>
                        <a:rPr lang="ko-KR" altLang="en-US" sz="700" dirty="0"/>
                        <a:t>회원 정보 수정</a:t>
                      </a:r>
                      <a:endParaRPr lang="en-US" altLang="ko-KR" sz="700" dirty="0"/>
                    </a:p>
                    <a:p>
                      <a:pPr latinLnBrk="1">
                        <a:lnSpc>
                          <a:spcPct val="150000"/>
                        </a:lnSpc>
                      </a:pPr>
                      <a:r>
                        <a:rPr lang="en-US" altLang="ko-KR" sz="700" dirty="0"/>
                        <a:t>   -  </a:t>
                      </a:r>
                      <a:r>
                        <a:rPr lang="ko-KR" altLang="en-US" sz="700" dirty="0" err="1"/>
                        <a:t>배송지</a:t>
                      </a:r>
                      <a:r>
                        <a:rPr lang="ko-KR" altLang="en-US" sz="700" dirty="0"/>
                        <a:t> 설정</a:t>
                      </a:r>
                      <a:endParaRPr lang="en-US" altLang="ko-KR" sz="700" dirty="0"/>
                    </a:p>
                    <a:p>
                      <a:pPr latinLnBrk="1">
                        <a:lnSpc>
                          <a:spcPct val="150000"/>
                        </a:lnSpc>
                      </a:pPr>
                      <a:endParaRPr lang="en-US" altLang="ko-KR" sz="700" dirty="0"/>
                    </a:p>
                    <a:p>
                      <a:pPr latinLnBrk="1">
                        <a:lnSpc>
                          <a:spcPct val="150000"/>
                        </a:lnSpc>
                      </a:pPr>
                      <a:r>
                        <a:rPr lang="en-US" altLang="ko-KR" sz="700" dirty="0"/>
                        <a:t>   -  </a:t>
                      </a:r>
                      <a:r>
                        <a:rPr lang="ko-KR" altLang="en-US" sz="700" dirty="0"/>
                        <a:t>회원 탈퇴 신청</a:t>
                      </a:r>
                      <a:endParaRPr lang="en-US" altLang="ko-KR" sz="700" dirty="0"/>
                    </a:p>
                    <a:p>
                      <a:pPr latinLnBrk="1"/>
                      <a:endParaRPr lang="en-US" altLang="ko-KR" sz="7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710769806"/>
                  </a:ext>
                </a:extLst>
              </a:tr>
              <a:tr h="0">
                <a:tc>
                  <a:txBody>
                    <a:bodyPr/>
                    <a:lstStyle/>
                    <a:p>
                      <a:pPr latinLnBrk="1"/>
                      <a:r>
                        <a:rPr lang="ko-KR" altLang="en-US" sz="800" dirty="0"/>
                        <a:t>○ 방문한 채널</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포인트 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장바구니 목록</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951731866"/>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a:t>
                      </a:r>
                      <a:r>
                        <a:rPr lang="ko-KR" altLang="en-US" sz="800" dirty="0" err="1"/>
                        <a:t>찜한</a:t>
                      </a:r>
                      <a:r>
                        <a:rPr lang="ko-KR" altLang="en-US" sz="800" dirty="0"/>
                        <a:t> 상품 목록</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629674474"/>
                  </a:ext>
                </a:extLst>
              </a:tr>
            </a:tbl>
          </a:graphicData>
        </a:graphic>
      </p:graphicFrame>
      <p:sp>
        <p:nvSpPr>
          <p:cNvPr id="45" name="TextBox 44">
            <a:extLst>
              <a:ext uri="{FF2B5EF4-FFF2-40B4-BE49-F238E27FC236}">
                <a16:creationId xmlns:a16="http://schemas.microsoft.com/office/drawing/2014/main" id="{4BEBBFBE-1685-40D5-8904-B19BD1969A4D}"/>
              </a:ext>
            </a:extLst>
          </p:cNvPr>
          <p:cNvSpPr txBox="1"/>
          <p:nvPr userDrawn="1"/>
        </p:nvSpPr>
        <p:spPr>
          <a:xfrm rot="10800000">
            <a:off x="1073023" y="6422894"/>
            <a:ext cx="276038" cy="246221"/>
          </a:xfrm>
          <a:prstGeom prst="rect">
            <a:avLst/>
          </a:prstGeom>
          <a:noFill/>
        </p:spPr>
        <p:txBody>
          <a:bodyPr wrap="none" rtlCol="0">
            <a:spAutoFit/>
          </a:bodyPr>
          <a:lstStyle/>
          <a:p>
            <a:r>
              <a:rPr lang="ko-KR" altLang="en-US" sz="1000" b="1" dirty="0"/>
              <a:t>∨</a:t>
            </a:r>
          </a:p>
        </p:txBody>
      </p:sp>
      <p:sp>
        <p:nvSpPr>
          <p:cNvPr id="46" name="TextBox 45">
            <a:extLst>
              <a:ext uri="{FF2B5EF4-FFF2-40B4-BE49-F238E27FC236}">
                <a16:creationId xmlns:a16="http://schemas.microsoft.com/office/drawing/2014/main" id="{D2E5C58A-F5DE-41DF-B495-4379C69E649A}"/>
              </a:ext>
            </a:extLst>
          </p:cNvPr>
          <p:cNvSpPr txBox="1"/>
          <p:nvPr userDrawn="1"/>
        </p:nvSpPr>
        <p:spPr>
          <a:xfrm>
            <a:off x="1110536" y="3239439"/>
            <a:ext cx="276038" cy="246221"/>
          </a:xfrm>
          <a:prstGeom prst="rect">
            <a:avLst/>
          </a:prstGeom>
          <a:noFill/>
        </p:spPr>
        <p:txBody>
          <a:bodyPr wrap="none" rtlCol="0">
            <a:spAutoFit/>
          </a:bodyPr>
          <a:lstStyle/>
          <a:p>
            <a:r>
              <a:rPr lang="ko-KR" altLang="en-US" sz="1000" b="1" dirty="0"/>
              <a:t>∨</a:t>
            </a:r>
          </a:p>
        </p:txBody>
      </p:sp>
      <p:graphicFrame>
        <p:nvGraphicFramePr>
          <p:cNvPr id="56" name="표 20">
            <a:extLst>
              <a:ext uri="{FF2B5EF4-FFF2-40B4-BE49-F238E27FC236}">
                <a16:creationId xmlns:a16="http://schemas.microsoft.com/office/drawing/2014/main" id="{D91275E4-21F9-49D4-AC30-5423FB7F6B11}"/>
              </a:ext>
            </a:extLst>
          </p:cNvPr>
          <p:cNvGraphicFramePr>
            <a:graphicFrameLocks noGrp="1"/>
          </p:cNvGraphicFramePr>
          <p:nvPr userDrawn="1">
            <p:extLst>
              <p:ext uri="{D42A27DB-BD31-4B8C-83A1-F6EECF244321}">
                <p14:modId xmlns:p14="http://schemas.microsoft.com/office/powerpoint/2010/main" val="674479628"/>
              </p:ext>
            </p:extLst>
          </p:nvPr>
        </p:nvGraphicFramePr>
        <p:xfrm>
          <a:off x="44781" y="5770558"/>
          <a:ext cx="1305704" cy="85344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서비스 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주요기능</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가입안내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r h="0">
                <a:tc>
                  <a:txBody>
                    <a:bodyPr/>
                    <a:lstStyle/>
                    <a:p>
                      <a:pPr latinLnBrk="1"/>
                      <a:r>
                        <a:rPr lang="ko-KR" altLang="en-US" sz="800" dirty="0"/>
                        <a:t>○ 고객센터</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878359119"/>
                  </a:ext>
                </a:extLst>
              </a:tr>
            </a:tbl>
          </a:graphicData>
        </a:graphic>
      </p:graphicFrame>
      <p:sp>
        <p:nvSpPr>
          <p:cNvPr id="57" name="TextBox 56">
            <a:extLst>
              <a:ext uri="{FF2B5EF4-FFF2-40B4-BE49-F238E27FC236}">
                <a16:creationId xmlns:a16="http://schemas.microsoft.com/office/drawing/2014/main" id="{89536F43-F5AD-4476-97B7-23CC481F03BF}"/>
              </a:ext>
            </a:extLst>
          </p:cNvPr>
          <p:cNvSpPr txBox="1"/>
          <p:nvPr userDrawn="1"/>
        </p:nvSpPr>
        <p:spPr>
          <a:xfrm>
            <a:off x="18077" y="5541380"/>
            <a:ext cx="1182036" cy="215444"/>
          </a:xfrm>
          <a:prstGeom prst="rect">
            <a:avLst/>
          </a:prstGeom>
          <a:noFill/>
        </p:spPr>
        <p:txBody>
          <a:bodyPr wrap="square">
            <a:spAutoFit/>
          </a:bodyPr>
          <a:lstStyle/>
          <a:p>
            <a:pPr latinLnBrk="1"/>
            <a:r>
              <a:rPr lang="ko-KR" altLang="en-US" sz="800" b="1" dirty="0">
                <a:solidFill>
                  <a:schemeClr val="bg1">
                    <a:lumMod val="50000"/>
                  </a:schemeClr>
                </a:solidFill>
              </a:rPr>
              <a:t> </a:t>
            </a:r>
            <a:r>
              <a:rPr lang="en-US" altLang="ko-KR" sz="800" b="1" dirty="0">
                <a:solidFill>
                  <a:schemeClr val="bg1">
                    <a:lumMod val="50000"/>
                  </a:schemeClr>
                </a:solidFill>
              </a:rPr>
              <a:t>Me9 Market </a:t>
            </a:r>
            <a:endParaRPr lang="ko-KR" altLang="en-US" sz="800" b="1" dirty="0">
              <a:solidFill>
                <a:schemeClr val="bg1">
                  <a:lumMod val="50000"/>
                </a:schemeClr>
              </a:solidFill>
            </a:endParaRPr>
          </a:p>
        </p:txBody>
      </p:sp>
      <p:sp>
        <p:nvSpPr>
          <p:cNvPr id="58" name="TextBox 57">
            <a:extLst>
              <a:ext uri="{FF2B5EF4-FFF2-40B4-BE49-F238E27FC236}">
                <a16:creationId xmlns:a16="http://schemas.microsoft.com/office/drawing/2014/main" id="{4A174763-997B-4A6C-B7DA-8E180088844C}"/>
              </a:ext>
            </a:extLst>
          </p:cNvPr>
          <p:cNvSpPr txBox="1"/>
          <p:nvPr userDrawn="1"/>
        </p:nvSpPr>
        <p:spPr>
          <a:xfrm>
            <a:off x="29006" y="3052014"/>
            <a:ext cx="1182036" cy="215444"/>
          </a:xfrm>
          <a:prstGeom prst="rect">
            <a:avLst/>
          </a:prstGeom>
          <a:noFill/>
        </p:spPr>
        <p:txBody>
          <a:bodyPr wrap="square">
            <a:spAutoFit/>
          </a:bodyPr>
          <a:lstStyle/>
          <a:p>
            <a:pPr latinLnBrk="1"/>
            <a:r>
              <a:rPr lang="ko-KR" altLang="en-US" sz="800" b="1" dirty="0">
                <a:solidFill>
                  <a:schemeClr val="bg1">
                    <a:lumMod val="50000"/>
                  </a:schemeClr>
                </a:solidFill>
              </a:rPr>
              <a:t> 주요메뉴</a:t>
            </a:r>
            <a:r>
              <a:rPr lang="en-US" altLang="ko-KR" sz="800" b="1" dirty="0">
                <a:solidFill>
                  <a:schemeClr val="bg1">
                    <a:lumMod val="50000"/>
                  </a:schemeClr>
                </a:solidFill>
              </a:rPr>
              <a:t> </a:t>
            </a:r>
            <a:endParaRPr lang="ko-KR" altLang="en-US" sz="800" b="1" dirty="0">
              <a:solidFill>
                <a:schemeClr val="bg1">
                  <a:lumMod val="50000"/>
                </a:schemeClr>
              </a:solidFill>
            </a:endParaRPr>
          </a:p>
        </p:txBody>
      </p:sp>
      <p:sp>
        <p:nvSpPr>
          <p:cNvPr id="53" name="직사각형 52">
            <a:extLst>
              <a:ext uri="{FF2B5EF4-FFF2-40B4-BE49-F238E27FC236}">
                <a16:creationId xmlns:a16="http://schemas.microsoft.com/office/drawing/2014/main" id="{6BA00956-B14B-4BD2-91E9-94D97D4BC2C0}"/>
              </a:ext>
            </a:extLst>
          </p:cNvPr>
          <p:cNvSpPr/>
          <p:nvPr userDrawn="1"/>
        </p:nvSpPr>
        <p:spPr>
          <a:xfrm>
            <a:off x="41208" y="429370"/>
            <a:ext cx="1304991"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 name="TextBox 29">
            <a:extLst>
              <a:ext uri="{FF2B5EF4-FFF2-40B4-BE49-F238E27FC236}">
                <a16:creationId xmlns:a16="http://schemas.microsoft.com/office/drawing/2014/main" id="{70EDDAD7-CC5A-4536-8174-9E22E4B2DB9A}"/>
              </a:ext>
            </a:extLst>
          </p:cNvPr>
          <p:cNvSpPr txBox="1"/>
          <p:nvPr userDrawn="1"/>
        </p:nvSpPr>
        <p:spPr>
          <a:xfrm>
            <a:off x="1451541" y="836031"/>
            <a:ext cx="734496"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ko-KR" altLang="en-US" sz="800" b="1" dirty="0"/>
              <a:t>회원정보</a:t>
            </a:r>
          </a:p>
        </p:txBody>
      </p:sp>
      <p:graphicFrame>
        <p:nvGraphicFramePr>
          <p:cNvPr id="31" name="표 30">
            <a:extLst>
              <a:ext uri="{FF2B5EF4-FFF2-40B4-BE49-F238E27FC236}">
                <a16:creationId xmlns:a16="http://schemas.microsoft.com/office/drawing/2014/main" id="{622F7717-663C-4109-AE98-00FB8B36A0C4}"/>
              </a:ext>
            </a:extLst>
          </p:cNvPr>
          <p:cNvGraphicFramePr>
            <a:graphicFrameLocks noGrp="1"/>
          </p:cNvGraphicFramePr>
          <p:nvPr userDrawn="1">
            <p:extLst>
              <p:ext uri="{D42A27DB-BD31-4B8C-83A1-F6EECF244321}">
                <p14:modId xmlns:p14="http://schemas.microsoft.com/office/powerpoint/2010/main" val="967337326"/>
              </p:ext>
            </p:extLst>
          </p:nvPr>
        </p:nvGraphicFramePr>
        <p:xfrm>
          <a:off x="1531934" y="1051475"/>
          <a:ext cx="7777839" cy="426720"/>
        </p:xfrm>
        <a:graphic>
          <a:graphicData uri="http://schemas.openxmlformats.org/drawingml/2006/table">
            <a:tbl>
              <a:tblPr firstRow="1" bandRow="1">
                <a:tableStyleId>{5C22544A-7EE6-4342-B048-85BDC9FD1C3A}</a:tableStyleId>
              </a:tblPr>
              <a:tblGrid>
                <a:gridCol w="1291301">
                  <a:extLst>
                    <a:ext uri="{9D8B030D-6E8A-4147-A177-3AD203B41FA5}">
                      <a16:colId xmlns:a16="http://schemas.microsoft.com/office/drawing/2014/main" val="20000"/>
                    </a:ext>
                  </a:extLst>
                </a:gridCol>
                <a:gridCol w="2609400">
                  <a:extLst>
                    <a:ext uri="{9D8B030D-6E8A-4147-A177-3AD203B41FA5}">
                      <a16:colId xmlns:a16="http://schemas.microsoft.com/office/drawing/2014/main" val="20001"/>
                    </a:ext>
                  </a:extLst>
                </a:gridCol>
                <a:gridCol w="1349929">
                  <a:extLst>
                    <a:ext uri="{9D8B030D-6E8A-4147-A177-3AD203B41FA5}">
                      <a16:colId xmlns:a16="http://schemas.microsoft.com/office/drawing/2014/main" val="3928038812"/>
                    </a:ext>
                  </a:extLst>
                </a:gridCol>
                <a:gridCol w="2527209">
                  <a:extLst>
                    <a:ext uri="{9D8B030D-6E8A-4147-A177-3AD203B41FA5}">
                      <a16:colId xmlns:a16="http://schemas.microsoft.com/office/drawing/2014/main" val="1221996721"/>
                    </a:ext>
                  </a:extLst>
                </a:gridCol>
              </a:tblGrid>
              <a:tr h="0">
                <a:tc>
                  <a:txBody>
                    <a:bodyPr/>
                    <a:lstStyle/>
                    <a:p>
                      <a:pPr latinLnBrk="1"/>
                      <a:r>
                        <a:rPr lang="ko-KR" altLang="en-US" sz="800" b="0" dirty="0">
                          <a:solidFill>
                            <a:schemeClr val="tx1"/>
                          </a:solidFill>
                        </a:rPr>
                        <a:t>회원번호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M9-99872</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가입일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2024-10-01 12:21:12</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아이디</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abcde1234</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비밀번호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33" name="직사각형 32">
            <a:extLst>
              <a:ext uri="{FF2B5EF4-FFF2-40B4-BE49-F238E27FC236}">
                <a16:creationId xmlns:a16="http://schemas.microsoft.com/office/drawing/2014/main" id="{FC305CBB-BFDD-4C20-8F7C-5DAA2B2B3235}"/>
              </a:ext>
            </a:extLst>
          </p:cNvPr>
          <p:cNvSpPr/>
          <p:nvPr userDrawn="1"/>
        </p:nvSpPr>
        <p:spPr>
          <a:xfrm>
            <a:off x="6860725" y="1297178"/>
            <a:ext cx="909631" cy="140567"/>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비밀번호변경</a:t>
            </a:r>
            <a:endParaRPr lang="en-US" altLang="ko-KR" sz="800" b="1" dirty="0">
              <a:solidFill>
                <a:schemeClr val="bg1"/>
              </a:solidFill>
            </a:endParaRPr>
          </a:p>
        </p:txBody>
      </p:sp>
      <p:sp>
        <p:nvSpPr>
          <p:cNvPr id="47" name="TextBox 46">
            <a:extLst>
              <a:ext uri="{FF2B5EF4-FFF2-40B4-BE49-F238E27FC236}">
                <a16:creationId xmlns:a16="http://schemas.microsoft.com/office/drawing/2014/main" id="{294AAC80-B33E-418E-9C90-64D6C404C427}"/>
              </a:ext>
            </a:extLst>
          </p:cNvPr>
          <p:cNvSpPr txBox="1"/>
          <p:nvPr userDrawn="1"/>
        </p:nvSpPr>
        <p:spPr>
          <a:xfrm>
            <a:off x="1451541" y="1724392"/>
            <a:ext cx="1308371"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ko-KR" altLang="en-US" sz="800" b="1" dirty="0"/>
              <a:t>기본정보  </a:t>
            </a:r>
            <a:r>
              <a:rPr lang="en-US" altLang="ko-KR" sz="800" b="1" dirty="0"/>
              <a:t>( </a:t>
            </a:r>
            <a:r>
              <a:rPr lang="ko-KR" altLang="en-US" sz="800" b="1" dirty="0"/>
              <a:t>닫침     </a:t>
            </a:r>
            <a:r>
              <a:rPr lang="en-US" altLang="ko-KR" sz="800" b="1" dirty="0"/>
              <a:t>)</a:t>
            </a:r>
            <a:endParaRPr lang="ko-KR" altLang="en-US" sz="800" b="1" dirty="0"/>
          </a:p>
        </p:txBody>
      </p:sp>
      <p:graphicFrame>
        <p:nvGraphicFramePr>
          <p:cNvPr id="48" name="표 47">
            <a:extLst>
              <a:ext uri="{FF2B5EF4-FFF2-40B4-BE49-F238E27FC236}">
                <a16:creationId xmlns:a16="http://schemas.microsoft.com/office/drawing/2014/main" id="{B70B2815-0F8A-40B5-BF2B-3A5608D378B7}"/>
              </a:ext>
            </a:extLst>
          </p:cNvPr>
          <p:cNvGraphicFramePr>
            <a:graphicFrameLocks noGrp="1"/>
          </p:cNvGraphicFramePr>
          <p:nvPr userDrawn="1">
            <p:extLst>
              <p:ext uri="{D42A27DB-BD31-4B8C-83A1-F6EECF244321}">
                <p14:modId xmlns:p14="http://schemas.microsoft.com/office/powerpoint/2010/main" val="3955845773"/>
              </p:ext>
            </p:extLst>
          </p:nvPr>
        </p:nvGraphicFramePr>
        <p:xfrm>
          <a:off x="1531934" y="1939836"/>
          <a:ext cx="7777839" cy="1341120"/>
        </p:xfrm>
        <a:graphic>
          <a:graphicData uri="http://schemas.openxmlformats.org/drawingml/2006/table">
            <a:tbl>
              <a:tblPr firstRow="1" bandRow="1">
                <a:tableStyleId>{5C22544A-7EE6-4342-B048-85BDC9FD1C3A}</a:tableStyleId>
              </a:tblPr>
              <a:tblGrid>
                <a:gridCol w="1291301">
                  <a:extLst>
                    <a:ext uri="{9D8B030D-6E8A-4147-A177-3AD203B41FA5}">
                      <a16:colId xmlns:a16="http://schemas.microsoft.com/office/drawing/2014/main" val="20000"/>
                    </a:ext>
                  </a:extLst>
                </a:gridCol>
                <a:gridCol w="2609400">
                  <a:extLst>
                    <a:ext uri="{9D8B030D-6E8A-4147-A177-3AD203B41FA5}">
                      <a16:colId xmlns:a16="http://schemas.microsoft.com/office/drawing/2014/main" val="20001"/>
                    </a:ext>
                  </a:extLst>
                </a:gridCol>
                <a:gridCol w="1349929">
                  <a:extLst>
                    <a:ext uri="{9D8B030D-6E8A-4147-A177-3AD203B41FA5}">
                      <a16:colId xmlns:a16="http://schemas.microsoft.com/office/drawing/2014/main" val="3928038812"/>
                    </a:ext>
                  </a:extLst>
                </a:gridCol>
                <a:gridCol w="2527209">
                  <a:extLst>
                    <a:ext uri="{9D8B030D-6E8A-4147-A177-3AD203B41FA5}">
                      <a16:colId xmlns:a16="http://schemas.microsoft.com/office/drawing/2014/main" val="1221996721"/>
                    </a:ext>
                  </a:extLst>
                </a:gridCol>
              </a:tblGrid>
              <a:tr h="0">
                <a:tc>
                  <a:txBody>
                    <a:bodyPr/>
                    <a:lstStyle/>
                    <a:p>
                      <a:pPr latinLnBrk="1"/>
                      <a:r>
                        <a:rPr lang="ko-KR" altLang="en-US" sz="800" b="0" dirty="0">
                          <a:solidFill>
                            <a:schemeClr val="tx1"/>
                          </a:solidFill>
                        </a:rPr>
                        <a:t>이름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성별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남성  ○ 여성 </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연락처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                                                                             </a:t>
                      </a:r>
                      <a:r>
                        <a:rPr lang="en-US" altLang="ko-KR" sz="800" b="1" i="0" u="none" strike="noStrike" dirty="0">
                          <a:solidFill>
                            <a:srgbClr val="C00000"/>
                          </a:solidFill>
                          <a:effectLst/>
                          <a:latin typeface="+mn-lt"/>
                        </a:rPr>
                        <a:t>( 2024</a:t>
                      </a:r>
                      <a:r>
                        <a:rPr lang="ko-KR" altLang="en-US" sz="800" b="1" i="0" u="none" strike="noStrike" dirty="0">
                          <a:solidFill>
                            <a:srgbClr val="C00000"/>
                          </a:solidFill>
                          <a:effectLst/>
                          <a:latin typeface="+mn-lt"/>
                        </a:rPr>
                        <a:t>년 </a:t>
                      </a:r>
                      <a:r>
                        <a:rPr lang="en-US" altLang="ko-KR" sz="800" b="1" i="0" u="none" strike="noStrike" dirty="0">
                          <a:solidFill>
                            <a:srgbClr val="C00000"/>
                          </a:solidFill>
                          <a:effectLst/>
                          <a:latin typeface="+mn-lt"/>
                        </a:rPr>
                        <a:t>01</a:t>
                      </a:r>
                      <a:r>
                        <a:rPr lang="ko-KR" altLang="en-US" sz="800" b="1" i="0" u="none" strike="noStrike" dirty="0">
                          <a:solidFill>
                            <a:srgbClr val="C00000"/>
                          </a:solidFill>
                          <a:effectLst/>
                          <a:latin typeface="+mn-lt"/>
                        </a:rPr>
                        <a:t>월 </a:t>
                      </a:r>
                      <a:r>
                        <a:rPr lang="en-US" altLang="ko-KR" sz="800" b="1" i="0" u="none" strike="noStrike" dirty="0">
                          <a:solidFill>
                            <a:srgbClr val="C00000"/>
                          </a:solidFill>
                          <a:effectLst/>
                          <a:latin typeface="+mn-lt"/>
                        </a:rPr>
                        <a:t>01</a:t>
                      </a:r>
                      <a:r>
                        <a:rPr lang="ko-KR" altLang="en-US" sz="800" b="1" i="0" u="none" strike="noStrike" dirty="0">
                          <a:solidFill>
                            <a:srgbClr val="C00000"/>
                          </a:solidFill>
                          <a:effectLst/>
                          <a:latin typeface="+mn-lt"/>
                        </a:rPr>
                        <a:t>일 인증완료 </a:t>
                      </a:r>
                      <a:r>
                        <a:rPr lang="en-US" altLang="ko-KR" sz="800" b="1" i="0" u="none" strike="noStrike" dirty="0">
                          <a:solidFill>
                            <a:srgbClr val="C00000"/>
                          </a:solidFill>
                          <a:effectLst/>
                          <a:latin typeface="+mn-lt"/>
                        </a:rPr>
                        <a:t>)</a:t>
                      </a:r>
                      <a:endParaRPr lang="ko-KR" altLang="en-US" sz="800" b="1" i="0" u="none" strike="noStrike" dirty="0">
                        <a:solidFill>
                          <a:srgbClr val="C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생년월일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이메일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1" i="0" u="none" strike="noStrike" dirty="0">
                          <a:solidFill>
                            <a:srgbClr val="C00000"/>
                          </a:solidFill>
                          <a:effectLst/>
                          <a:latin typeface="+mn-lt"/>
                        </a:rPr>
                        <a:t>                                          </a:t>
                      </a:r>
                      <a:r>
                        <a:rPr lang="en-US" altLang="ko-KR" sz="800" b="1" i="0" u="none" strike="noStrike" dirty="0">
                          <a:solidFill>
                            <a:schemeClr val="tx1"/>
                          </a:solidFill>
                          <a:effectLst/>
                          <a:latin typeface="+mn-lt"/>
                        </a:rPr>
                        <a:t>@</a:t>
                      </a: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032034566"/>
                  </a:ext>
                </a:extLst>
              </a:tr>
              <a:tr h="0">
                <a:tc>
                  <a:txBody>
                    <a:bodyPr/>
                    <a:lstStyle/>
                    <a:p>
                      <a:pPr latinLnBrk="1"/>
                      <a:r>
                        <a:rPr lang="ko-KR" altLang="en-US" sz="800" b="0" dirty="0">
                          <a:solidFill>
                            <a:schemeClr val="tx1"/>
                          </a:solidFill>
                        </a:rPr>
                        <a:t>주소 </a:t>
                      </a:r>
                      <a:r>
                        <a:rPr lang="en-US" altLang="ko-KR" sz="800" b="0" dirty="0">
                          <a:solidFill>
                            <a:schemeClr val="tx1"/>
                          </a:solidFill>
                        </a:rPr>
                        <a:t>( </a:t>
                      </a:r>
                      <a:r>
                        <a:rPr lang="ko-KR" altLang="en-US" sz="800" b="0" dirty="0" err="1">
                          <a:solidFill>
                            <a:schemeClr val="tx1"/>
                          </a:solidFill>
                        </a:rPr>
                        <a:t>배송지</a:t>
                      </a:r>
                      <a:r>
                        <a:rPr lang="ko-KR" altLang="en-US" sz="800" b="0" dirty="0">
                          <a:solidFill>
                            <a:schemeClr val="tx1"/>
                          </a:solidFill>
                        </a:rPr>
                        <a:t>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89819523"/>
                  </a:ext>
                </a:extLst>
              </a:tr>
            </a:tbl>
          </a:graphicData>
        </a:graphic>
      </p:graphicFrame>
      <p:sp>
        <p:nvSpPr>
          <p:cNvPr id="49" name="직사각형 48">
            <a:extLst>
              <a:ext uri="{FF2B5EF4-FFF2-40B4-BE49-F238E27FC236}">
                <a16:creationId xmlns:a16="http://schemas.microsoft.com/office/drawing/2014/main" id="{1FAA4D54-08B3-48CD-8E78-68098C34A9A0}"/>
              </a:ext>
            </a:extLst>
          </p:cNvPr>
          <p:cNvSpPr/>
          <p:nvPr userDrawn="1"/>
        </p:nvSpPr>
        <p:spPr>
          <a:xfrm>
            <a:off x="2904233" y="1966569"/>
            <a:ext cx="2137858"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아무개</a:t>
            </a:r>
            <a:endParaRPr lang="en-US" altLang="ko-KR" sz="800" dirty="0">
              <a:solidFill>
                <a:schemeClr val="tx1"/>
              </a:solidFill>
            </a:endParaRPr>
          </a:p>
        </p:txBody>
      </p:sp>
      <p:sp>
        <p:nvSpPr>
          <p:cNvPr id="50" name="이등변 삼각형 49">
            <a:extLst>
              <a:ext uri="{FF2B5EF4-FFF2-40B4-BE49-F238E27FC236}">
                <a16:creationId xmlns:a16="http://schemas.microsoft.com/office/drawing/2014/main" id="{1222EE5B-1A94-4637-B13C-149C42EF23A7}"/>
              </a:ext>
            </a:extLst>
          </p:cNvPr>
          <p:cNvSpPr/>
          <p:nvPr userDrawn="1"/>
        </p:nvSpPr>
        <p:spPr>
          <a:xfrm>
            <a:off x="2476692" y="1794621"/>
            <a:ext cx="90835" cy="74987"/>
          </a:xfrm>
          <a:prstGeom prst="triangl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51" name="그룹 50">
            <a:extLst>
              <a:ext uri="{FF2B5EF4-FFF2-40B4-BE49-F238E27FC236}">
                <a16:creationId xmlns:a16="http://schemas.microsoft.com/office/drawing/2014/main" id="{51EDA643-BE2F-4AEE-BE83-56B01DC911B0}"/>
              </a:ext>
            </a:extLst>
          </p:cNvPr>
          <p:cNvGrpSpPr/>
          <p:nvPr userDrawn="1"/>
        </p:nvGrpSpPr>
        <p:grpSpPr>
          <a:xfrm>
            <a:off x="2904233" y="2126521"/>
            <a:ext cx="1789788" cy="230832"/>
            <a:chOff x="2924648" y="2579699"/>
            <a:chExt cx="1789788" cy="230832"/>
          </a:xfrm>
        </p:grpSpPr>
        <p:sp>
          <p:nvSpPr>
            <p:cNvPr id="52" name="직사각형 51">
              <a:extLst>
                <a:ext uri="{FF2B5EF4-FFF2-40B4-BE49-F238E27FC236}">
                  <a16:creationId xmlns:a16="http://schemas.microsoft.com/office/drawing/2014/main" id="{EC820062-852C-4602-A4B1-3C5087146F60}"/>
                </a:ext>
              </a:extLst>
            </p:cNvPr>
            <p:cNvSpPr/>
            <p:nvPr/>
          </p:nvSpPr>
          <p:spPr>
            <a:xfrm>
              <a:off x="2924648"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010  </a:t>
              </a:r>
              <a:r>
                <a:rPr lang="ko-KR" altLang="en-US" sz="800" dirty="0">
                  <a:solidFill>
                    <a:schemeClr val="tx1"/>
                  </a:solidFill>
                </a:rPr>
                <a:t>▼</a:t>
              </a:r>
              <a:endParaRPr lang="en-US" altLang="ko-KR" sz="800" dirty="0">
                <a:solidFill>
                  <a:schemeClr val="tx1"/>
                </a:solidFill>
              </a:endParaRPr>
            </a:p>
          </p:txBody>
        </p:sp>
        <p:sp>
          <p:nvSpPr>
            <p:cNvPr id="59" name="직사각형 58">
              <a:extLst>
                <a:ext uri="{FF2B5EF4-FFF2-40B4-BE49-F238E27FC236}">
                  <a16:creationId xmlns:a16="http://schemas.microsoft.com/office/drawing/2014/main" id="{27D756EB-D508-46E2-BA14-219455DA4CBF}"/>
                </a:ext>
              </a:extLst>
            </p:cNvPr>
            <p:cNvSpPr/>
            <p:nvPr/>
          </p:nvSpPr>
          <p:spPr>
            <a:xfrm>
              <a:off x="3542442"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60" name="직사각형 59">
              <a:extLst>
                <a:ext uri="{FF2B5EF4-FFF2-40B4-BE49-F238E27FC236}">
                  <a16:creationId xmlns:a16="http://schemas.microsoft.com/office/drawing/2014/main" id="{054D1618-C0AF-4075-966B-41E7C47A8D0C}"/>
                </a:ext>
              </a:extLst>
            </p:cNvPr>
            <p:cNvSpPr/>
            <p:nvPr/>
          </p:nvSpPr>
          <p:spPr>
            <a:xfrm>
              <a:off x="4160236" y="2633078"/>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61" name="TextBox 60">
              <a:extLst>
                <a:ext uri="{FF2B5EF4-FFF2-40B4-BE49-F238E27FC236}">
                  <a16:creationId xmlns:a16="http://schemas.microsoft.com/office/drawing/2014/main" id="{CEABBB00-D492-476D-9635-73A4C360B9D4}"/>
                </a:ext>
              </a:extLst>
            </p:cNvPr>
            <p:cNvSpPr txBox="1"/>
            <p:nvPr/>
          </p:nvSpPr>
          <p:spPr>
            <a:xfrm>
              <a:off x="3394267" y="2579699"/>
              <a:ext cx="232756" cy="230832"/>
            </a:xfrm>
            <a:prstGeom prst="rect">
              <a:avLst/>
            </a:prstGeom>
            <a:noFill/>
          </p:spPr>
          <p:txBody>
            <a:bodyPr wrap="none" rtlCol="0">
              <a:spAutoFit/>
            </a:bodyPr>
            <a:lstStyle/>
            <a:p>
              <a:r>
                <a:rPr lang="en-US" altLang="ko-KR" sz="900" dirty="0"/>
                <a:t>-</a:t>
              </a:r>
              <a:endParaRPr lang="ko-KR" altLang="en-US" sz="900" dirty="0"/>
            </a:p>
          </p:txBody>
        </p:sp>
        <p:sp>
          <p:nvSpPr>
            <p:cNvPr id="62" name="TextBox 61">
              <a:extLst>
                <a:ext uri="{FF2B5EF4-FFF2-40B4-BE49-F238E27FC236}">
                  <a16:creationId xmlns:a16="http://schemas.microsoft.com/office/drawing/2014/main" id="{80D64E92-6BBF-4682-8124-9518E2E7E0F7}"/>
                </a:ext>
              </a:extLst>
            </p:cNvPr>
            <p:cNvSpPr txBox="1"/>
            <p:nvPr/>
          </p:nvSpPr>
          <p:spPr>
            <a:xfrm>
              <a:off x="4012061" y="2579699"/>
              <a:ext cx="232756" cy="230832"/>
            </a:xfrm>
            <a:prstGeom prst="rect">
              <a:avLst/>
            </a:prstGeom>
            <a:noFill/>
          </p:spPr>
          <p:txBody>
            <a:bodyPr wrap="none" rtlCol="0">
              <a:spAutoFit/>
            </a:bodyPr>
            <a:lstStyle/>
            <a:p>
              <a:r>
                <a:rPr lang="en-US" altLang="ko-KR" sz="900" dirty="0"/>
                <a:t>-</a:t>
              </a:r>
              <a:endParaRPr lang="ko-KR" altLang="en-US" sz="900" dirty="0"/>
            </a:p>
          </p:txBody>
        </p:sp>
      </p:grpSp>
      <p:sp>
        <p:nvSpPr>
          <p:cNvPr id="63" name="직사각형 62">
            <a:extLst>
              <a:ext uri="{FF2B5EF4-FFF2-40B4-BE49-F238E27FC236}">
                <a16:creationId xmlns:a16="http://schemas.microsoft.com/office/drawing/2014/main" id="{4C4ECE1A-60B0-4360-81B9-3D8DDB4BF508}"/>
              </a:ext>
            </a:extLst>
          </p:cNvPr>
          <p:cNvSpPr/>
          <p:nvPr userDrawn="1"/>
        </p:nvSpPr>
        <p:spPr>
          <a:xfrm>
            <a:off x="4757615" y="2182013"/>
            <a:ext cx="909631" cy="15348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본인인증</a:t>
            </a:r>
            <a:endParaRPr lang="en-US" altLang="ko-KR" sz="800" b="1" dirty="0">
              <a:solidFill>
                <a:schemeClr val="bg1"/>
              </a:solidFill>
            </a:endParaRPr>
          </a:p>
        </p:txBody>
      </p:sp>
      <p:sp>
        <p:nvSpPr>
          <p:cNvPr id="64" name="직사각형 63">
            <a:extLst>
              <a:ext uri="{FF2B5EF4-FFF2-40B4-BE49-F238E27FC236}">
                <a16:creationId xmlns:a16="http://schemas.microsoft.com/office/drawing/2014/main" id="{02CF7481-45AF-45B1-B87F-C44E42D7E8BC}"/>
              </a:ext>
            </a:extLst>
          </p:cNvPr>
          <p:cNvSpPr/>
          <p:nvPr userDrawn="1"/>
        </p:nvSpPr>
        <p:spPr>
          <a:xfrm>
            <a:off x="3805183" y="2634954"/>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우편번호찾기</a:t>
            </a:r>
            <a:endParaRPr lang="ko-KR" altLang="en-US" sz="800" dirty="0">
              <a:solidFill>
                <a:schemeClr val="bg1"/>
              </a:solidFill>
            </a:endParaRPr>
          </a:p>
        </p:txBody>
      </p:sp>
      <p:sp>
        <p:nvSpPr>
          <p:cNvPr id="65" name="직사각형 64">
            <a:extLst>
              <a:ext uri="{FF2B5EF4-FFF2-40B4-BE49-F238E27FC236}">
                <a16:creationId xmlns:a16="http://schemas.microsoft.com/office/drawing/2014/main" id="{BBD1E5ED-74E3-480A-854F-CA21491632A9}"/>
              </a:ext>
            </a:extLst>
          </p:cNvPr>
          <p:cNvSpPr/>
          <p:nvPr userDrawn="1"/>
        </p:nvSpPr>
        <p:spPr>
          <a:xfrm>
            <a:off x="2904233" y="2641930"/>
            <a:ext cx="854065"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우편번호</a:t>
            </a:r>
          </a:p>
        </p:txBody>
      </p:sp>
      <p:sp>
        <p:nvSpPr>
          <p:cNvPr id="66" name="직사각형 65">
            <a:extLst>
              <a:ext uri="{FF2B5EF4-FFF2-40B4-BE49-F238E27FC236}">
                <a16:creationId xmlns:a16="http://schemas.microsoft.com/office/drawing/2014/main" id="{2CC0EEDC-3E23-45F5-9054-3174F33F482A}"/>
              </a:ext>
            </a:extLst>
          </p:cNvPr>
          <p:cNvSpPr/>
          <p:nvPr userDrawn="1"/>
        </p:nvSpPr>
        <p:spPr>
          <a:xfrm>
            <a:off x="2904233" y="2850398"/>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주소</a:t>
            </a:r>
          </a:p>
        </p:txBody>
      </p:sp>
      <p:sp>
        <p:nvSpPr>
          <p:cNvPr id="67" name="직사각형 66">
            <a:extLst>
              <a:ext uri="{FF2B5EF4-FFF2-40B4-BE49-F238E27FC236}">
                <a16:creationId xmlns:a16="http://schemas.microsoft.com/office/drawing/2014/main" id="{2547F3EC-4E8C-491E-A0E3-B4B9A3E8FB6B}"/>
              </a:ext>
            </a:extLst>
          </p:cNvPr>
          <p:cNvSpPr/>
          <p:nvPr userDrawn="1"/>
        </p:nvSpPr>
        <p:spPr>
          <a:xfrm>
            <a:off x="2904233" y="3051602"/>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상세 주소 </a:t>
            </a:r>
          </a:p>
        </p:txBody>
      </p:sp>
      <p:sp>
        <p:nvSpPr>
          <p:cNvPr id="68" name="직사각형 67">
            <a:extLst>
              <a:ext uri="{FF2B5EF4-FFF2-40B4-BE49-F238E27FC236}">
                <a16:creationId xmlns:a16="http://schemas.microsoft.com/office/drawing/2014/main" id="{CAFF9624-AD84-455C-9A2D-BCB2BEFC3F6A}"/>
              </a:ext>
            </a:extLst>
          </p:cNvPr>
          <p:cNvSpPr/>
          <p:nvPr userDrawn="1"/>
        </p:nvSpPr>
        <p:spPr>
          <a:xfrm>
            <a:off x="2902524" y="2406775"/>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abcde1234</a:t>
            </a:r>
          </a:p>
        </p:txBody>
      </p:sp>
      <p:sp>
        <p:nvSpPr>
          <p:cNvPr id="69" name="직사각형 68">
            <a:extLst>
              <a:ext uri="{FF2B5EF4-FFF2-40B4-BE49-F238E27FC236}">
                <a16:creationId xmlns:a16="http://schemas.microsoft.com/office/drawing/2014/main" id="{719DA644-9B0B-4E38-B558-1B8827255FE8}"/>
              </a:ext>
            </a:extLst>
          </p:cNvPr>
          <p:cNvSpPr/>
          <p:nvPr userDrawn="1"/>
        </p:nvSpPr>
        <p:spPr>
          <a:xfrm>
            <a:off x="4613878" y="2406775"/>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naver.com</a:t>
            </a:r>
          </a:p>
        </p:txBody>
      </p:sp>
      <p:sp>
        <p:nvSpPr>
          <p:cNvPr id="70" name="직사각형 69">
            <a:extLst>
              <a:ext uri="{FF2B5EF4-FFF2-40B4-BE49-F238E27FC236}">
                <a16:creationId xmlns:a16="http://schemas.microsoft.com/office/drawing/2014/main" id="{900770DA-6DB6-4668-B8F1-03C75184F0C5}"/>
              </a:ext>
            </a:extLst>
          </p:cNvPr>
          <p:cNvSpPr/>
          <p:nvPr userDrawn="1"/>
        </p:nvSpPr>
        <p:spPr>
          <a:xfrm>
            <a:off x="6185323" y="2406775"/>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직접입력                       ▼</a:t>
            </a:r>
            <a:endParaRPr lang="en-US" altLang="ko-KR" sz="800" dirty="0">
              <a:solidFill>
                <a:schemeClr val="tx1"/>
              </a:solidFill>
            </a:endParaRPr>
          </a:p>
        </p:txBody>
      </p:sp>
      <p:sp>
        <p:nvSpPr>
          <p:cNvPr id="71" name="TextBox 70">
            <a:extLst>
              <a:ext uri="{FF2B5EF4-FFF2-40B4-BE49-F238E27FC236}">
                <a16:creationId xmlns:a16="http://schemas.microsoft.com/office/drawing/2014/main" id="{2D518BAB-EDBF-4B14-A50E-18B0EEFD1BF8}"/>
              </a:ext>
            </a:extLst>
          </p:cNvPr>
          <p:cNvSpPr txBox="1"/>
          <p:nvPr userDrawn="1"/>
        </p:nvSpPr>
        <p:spPr>
          <a:xfrm>
            <a:off x="1451541" y="3520449"/>
            <a:ext cx="1447832"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회원사 </a:t>
            </a:r>
            <a:r>
              <a:rPr lang="ko-KR" altLang="en-US" sz="800" b="1" dirty="0"/>
              <a:t>정보  </a:t>
            </a:r>
            <a:r>
              <a:rPr lang="en-US" altLang="ko-KR" sz="800" b="1" dirty="0"/>
              <a:t>( </a:t>
            </a:r>
            <a:r>
              <a:rPr lang="ko-KR" altLang="en-US" sz="800" b="1" dirty="0"/>
              <a:t>닫침     </a:t>
            </a:r>
            <a:r>
              <a:rPr lang="en-US" altLang="ko-KR" sz="800" b="1" dirty="0"/>
              <a:t>)</a:t>
            </a:r>
            <a:endParaRPr lang="ko-KR" altLang="en-US" sz="800" b="1" dirty="0"/>
          </a:p>
        </p:txBody>
      </p:sp>
      <p:graphicFrame>
        <p:nvGraphicFramePr>
          <p:cNvPr id="72" name="표 71">
            <a:extLst>
              <a:ext uri="{FF2B5EF4-FFF2-40B4-BE49-F238E27FC236}">
                <a16:creationId xmlns:a16="http://schemas.microsoft.com/office/drawing/2014/main" id="{43597B23-9C7A-4D94-B45A-EE2E318EF599}"/>
              </a:ext>
            </a:extLst>
          </p:cNvPr>
          <p:cNvGraphicFramePr>
            <a:graphicFrameLocks noGrp="1"/>
          </p:cNvGraphicFramePr>
          <p:nvPr userDrawn="1">
            <p:extLst>
              <p:ext uri="{D42A27DB-BD31-4B8C-83A1-F6EECF244321}">
                <p14:modId xmlns:p14="http://schemas.microsoft.com/office/powerpoint/2010/main" val="339588214"/>
              </p:ext>
            </p:extLst>
          </p:nvPr>
        </p:nvGraphicFramePr>
        <p:xfrm>
          <a:off x="1531934" y="3735893"/>
          <a:ext cx="7777839" cy="1981200"/>
        </p:xfrm>
        <a:graphic>
          <a:graphicData uri="http://schemas.openxmlformats.org/drawingml/2006/table">
            <a:tbl>
              <a:tblPr firstRow="1" bandRow="1">
                <a:tableStyleId>{5C22544A-7EE6-4342-B048-85BDC9FD1C3A}</a:tableStyleId>
              </a:tblPr>
              <a:tblGrid>
                <a:gridCol w="1291300">
                  <a:extLst>
                    <a:ext uri="{9D8B030D-6E8A-4147-A177-3AD203B41FA5}">
                      <a16:colId xmlns:a16="http://schemas.microsoft.com/office/drawing/2014/main" val="20000"/>
                    </a:ext>
                  </a:extLst>
                </a:gridCol>
                <a:gridCol w="2825111">
                  <a:extLst>
                    <a:ext uri="{9D8B030D-6E8A-4147-A177-3AD203B41FA5}">
                      <a16:colId xmlns:a16="http://schemas.microsoft.com/office/drawing/2014/main" val="20001"/>
                    </a:ext>
                  </a:extLst>
                </a:gridCol>
                <a:gridCol w="1127261">
                  <a:extLst>
                    <a:ext uri="{9D8B030D-6E8A-4147-A177-3AD203B41FA5}">
                      <a16:colId xmlns:a16="http://schemas.microsoft.com/office/drawing/2014/main" val="4123994656"/>
                    </a:ext>
                  </a:extLst>
                </a:gridCol>
                <a:gridCol w="2534167">
                  <a:extLst>
                    <a:ext uri="{9D8B030D-6E8A-4147-A177-3AD203B41FA5}">
                      <a16:colId xmlns:a16="http://schemas.microsoft.com/office/drawing/2014/main" val="1145626449"/>
                    </a:ext>
                  </a:extLst>
                </a:gridCol>
              </a:tblGrid>
              <a:tr h="0">
                <a:tc>
                  <a:txBody>
                    <a:bodyPr/>
                    <a:lstStyle/>
                    <a:p>
                      <a:pPr latinLnBrk="1"/>
                      <a:r>
                        <a:rPr lang="ko-KR" altLang="en-US" sz="800" b="0" dirty="0">
                          <a:solidFill>
                            <a:schemeClr val="tx1"/>
                          </a:solidFill>
                        </a:rPr>
                        <a:t>회원사 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사업자구분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개인판매   ○ 개인사업자   ○ 법인사업자 </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사업자등록번호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rgbClr val="C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대표연락처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158815553"/>
                  </a:ext>
                </a:extLst>
              </a:tr>
              <a:tr h="0">
                <a:tc>
                  <a:txBody>
                    <a:bodyPr/>
                    <a:lstStyle/>
                    <a:p>
                      <a:pPr latinLnBrk="1"/>
                      <a:r>
                        <a:rPr lang="ko-KR" altLang="en-US" sz="800" b="0" dirty="0" err="1">
                          <a:solidFill>
                            <a:schemeClr val="tx1"/>
                          </a:solidFill>
                        </a:rPr>
                        <a:t>대표이메일</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1" i="0" u="none" strike="noStrike" dirty="0">
                          <a:solidFill>
                            <a:srgbClr val="C00000"/>
                          </a:solidFill>
                          <a:effectLst/>
                          <a:latin typeface="+mn-lt"/>
                        </a:rPr>
                        <a:t>                                          </a:t>
                      </a:r>
                      <a:r>
                        <a:rPr lang="en-US" altLang="ko-KR" sz="800" b="1" i="0" u="none" strike="noStrike" dirty="0">
                          <a:solidFill>
                            <a:schemeClr val="tx1"/>
                          </a:solidFill>
                          <a:effectLst/>
                          <a:latin typeface="+mn-lt"/>
                        </a:rPr>
                        <a:t>@</a:t>
                      </a: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32034566"/>
                  </a:ext>
                </a:extLst>
              </a:tr>
              <a:tr h="0">
                <a:tc>
                  <a:txBody>
                    <a:bodyPr/>
                    <a:lstStyle/>
                    <a:p>
                      <a:pPr latinLnBrk="1"/>
                      <a:r>
                        <a:rPr lang="ko-KR" altLang="en-US" sz="800" b="0" dirty="0">
                          <a:solidFill>
                            <a:schemeClr val="tx1"/>
                          </a:solidFill>
                        </a:rPr>
                        <a:t>회원사 주소지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89819523"/>
                  </a:ext>
                </a:extLst>
              </a:tr>
              <a:tr h="0">
                <a:tc>
                  <a:txBody>
                    <a:bodyPr/>
                    <a:lstStyle/>
                    <a:p>
                      <a:pPr latinLnBrk="1"/>
                      <a:r>
                        <a:rPr lang="ko-KR" altLang="en-US" sz="800" b="0" dirty="0">
                          <a:solidFill>
                            <a:schemeClr val="tx1"/>
                          </a:solidFill>
                        </a:rPr>
                        <a:t>정산용 계좌번호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719954552"/>
                  </a:ext>
                </a:extLst>
              </a:tr>
              <a:tr h="0">
                <a:tc>
                  <a:txBody>
                    <a:bodyPr/>
                    <a:lstStyle/>
                    <a:p>
                      <a:pPr latinLnBrk="1"/>
                      <a:r>
                        <a:rPr lang="ko-KR" altLang="en-US" sz="800" b="0" dirty="0">
                          <a:solidFill>
                            <a:schemeClr val="tx1"/>
                          </a:solidFill>
                        </a:rPr>
                        <a:t>정산용 통장사본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685865444"/>
                  </a:ext>
                </a:extLst>
              </a:tr>
            </a:tbl>
          </a:graphicData>
        </a:graphic>
      </p:graphicFrame>
      <p:sp>
        <p:nvSpPr>
          <p:cNvPr id="73" name="직사각형 72">
            <a:extLst>
              <a:ext uri="{FF2B5EF4-FFF2-40B4-BE49-F238E27FC236}">
                <a16:creationId xmlns:a16="http://schemas.microsoft.com/office/drawing/2014/main" id="{5AEC8AFD-4FA4-430F-A8CE-0B161DD5B337}"/>
              </a:ext>
            </a:extLst>
          </p:cNvPr>
          <p:cNvSpPr/>
          <p:nvPr userDrawn="1"/>
        </p:nvSpPr>
        <p:spPr>
          <a:xfrm>
            <a:off x="2904233" y="3762626"/>
            <a:ext cx="5474510" cy="148514"/>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회원사 명</a:t>
            </a:r>
            <a:endParaRPr lang="en-US" altLang="ko-KR" sz="800" dirty="0">
              <a:solidFill>
                <a:schemeClr val="tx1"/>
              </a:solidFill>
            </a:endParaRPr>
          </a:p>
        </p:txBody>
      </p:sp>
      <p:sp>
        <p:nvSpPr>
          <p:cNvPr id="74" name="이등변 삼각형 73">
            <a:extLst>
              <a:ext uri="{FF2B5EF4-FFF2-40B4-BE49-F238E27FC236}">
                <a16:creationId xmlns:a16="http://schemas.microsoft.com/office/drawing/2014/main" id="{6735BDBE-C458-494C-8581-623A2A8F46C9}"/>
              </a:ext>
            </a:extLst>
          </p:cNvPr>
          <p:cNvSpPr/>
          <p:nvPr userDrawn="1"/>
        </p:nvSpPr>
        <p:spPr>
          <a:xfrm>
            <a:off x="2620097" y="3590678"/>
            <a:ext cx="90835" cy="74987"/>
          </a:xfrm>
          <a:prstGeom prst="triangl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5" name="직사각형 74">
            <a:extLst>
              <a:ext uri="{FF2B5EF4-FFF2-40B4-BE49-F238E27FC236}">
                <a16:creationId xmlns:a16="http://schemas.microsoft.com/office/drawing/2014/main" id="{4659200C-92AE-4E71-9AB3-35B064990CEF}"/>
              </a:ext>
            </a:extLst>
          </p:cNvPr>
          <p:cNvSpPr/>
          <p:nvPr userDrawn="1"/>
        </p:nvSpPr>
        <p:spPr>
          <a:xfrm>
            <a:off x="3805183" y="4651583"/>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우편번호찾기</a:t>
            </a:r>
            <a:endParaRPr lang="ko-KR" altLang="en-US" sz="800" dirty="0">
              <a:solidFill>
                <a:schemeClr val="bg1"/>
              </a:solidFill>
            </a:endParaRPr>
          </a:p>
        </p:txBody>
      </p:sp>
      <p:sp>
        <p:nvSpPr>
          <p:cNvPr id="76" name="직사각형 75">
            <a:extLst>
              <a:ext uri="{FF2B5EF4-FFF2-40B4-BE49-F238E27FC236}">
                <a16:creationId xmlns:a16="http://schemas.microsoft.com/office/drawing/2014/main" id="{92D66B06-6668-4A34-8A0F-839BE00D40D3}"/>
              </a:ext>
            </a:extLst>
          </p:cNvPr>
          <p:cNvSpPr/>
          <p:nvPr userDrawn="1"/>
        </p:nvSpPr>
        <p:spPr>
          <a:xfrm>
            <a:off x="2904233" y="4658559"/>
            <a:ext cx="854065"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우편번호</a:t>
            </a:r>
          </a:p>
        </p:txBody>
      </p:sp>
      <p:sp>
        <p:nvSpPr>
          <p:cNvPr id="77" name="직사각형 76">
            <a:extLst>
              <a:ext uri="{FF2B5EF4-FFF2-40B4-BE49-F238E27FC236}">
                <a16:creationId xmlns:a16="http://schemas.microsoft.com/office/drawing/2014/main" id="{3C5229AB-6021-4BD7-9664-5C38CA0F2B59}"/>
              </a:ext>
            </a:extLst>
          </p:cNvPr>
          <p:cNvSpPr/>
          <p:nvPr userDrawn="1"/>
        </p:nvSpPr>
        <p:spPr>
          <a:xfrm>
            <a:off x="2904233" y="4867027"/>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주소</a:t>
            </a:r>
          </a:p>
        </p:txBody>
      </p:sp>
      <p:sp>
        <p:nvSpPr>
          <p:cNvPr id="78" name="직사각형 77">
            <a:extLst>
              <a:ext uri="{FF2B5EF4-FFF2-40B4-BE49-F238E27FC236}">
                <a16:creationId xmlns:a16="http://schemas.microsoft.com/office/drawing/2014/main" id="{702FFD0F-27DD-48BD-9BA4-6E1EE9AE8DF9}"/>
              </a:ext>
            </a:extLst>
          </p:cNvPr>
          <p:cNvSpPr/>
          <p:nvPr userDrawn="1"/>
        </p:nvSpPr>
        <p:spPr>
          <a:xfrm>
            <a:off x="2904233" y="5068231"/>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상세 주소 </a:t>
            </a:r>
          </a:p>
        </p:txBody>
      </p:sp>
      <p:sp>
        <p:nvSpPr>
          <p:cNvPr id="79" name="직사각형 78">
            <a:extLst>
              <a:ext uri="{FF2B5EF4-FFF2-40B4-BE49-F238E27FC236}">
                <a16:creationId xmlns:a16="http://schemas.microsoft.com/office/drawing/2014/main" id="{DF298682-EEA1-4084-81ED-174B600CC581}"/>
              </a:ext>
            </a:extLst>
          </p:cNvPr>
          <p:cNvSpPr/>
          <p:nvPr userDrawn="1"/>
        </p:nvSpPr>
        <p:spPr>
          <a:xfrm>
            <a:off x="2902524" y="4407146"/>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solidFill>
            </a:endParaRPr>
          </a:p>
        </p:txBody>
      </p:sp>
      <p:sp>
        <p:nvSpPr>
          <p:cNvPr id="80" name="직사각형 79">
            <a:extLst>
              <a:ext uri="{FF2B5EF4-FFF2-40B4-BE49-F238E27FC236}">
                <a16:creationId xmlns:a16="http://schemas.microsoft.com/office/drawing/2014/main" id="{B1189C7A-47A6-494E-B1EB-B63A94B5E287}"/>
              </a:ext>
            </a:extLst>
          </p:cNvPr>
          <p:cNvSpPr/>
          <p:nvPr userDrawn="1"/>
        </p:nvSpPr>
        <p:spPr>
          <a:xfrm>
            <a:off x="4613878" y="4407146"/>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solidFill>
            </a:endParaRPr>
          </a:p>
        </p:txBody>
      </p:sp>
      <p:sp>
        <p:nvSpPr>
          <p:cNvPr id="81" name="직사각형 80">
            <a:extLst>
              <a:ext uri="{FF2B5EF4-FFF2-40B4-BE49-F238E27FC236}">
                <a16:creationId xmlns:a16="http://schemas.microsoft.com/office/drawing/2014/main" id="{A37B1D29-3217-4183-8ABA-AA505B25BAAF}"/>
              </a:ext>
            </a:extLst>
          </p:cNvPr>
          <p:cNvSpPr/>
          <p:nvPr userDrawn="1"/>
        </p:nvSpPr>
        <p:spPr>
          <a:xfrm>
            <a:off x="6185323" y="4407146"/>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직접입력                       ▼</a:t>
            </a:r>
            <a:endParaRPr lang="en-US" altLang="ko-KR" sz="800" dirty="0">
              <a:solidFill>
                <a:schemeClr val="tx1"/>
              </a:solidFill>
            </a:endParaRPr>
          </a:p>
        </p:txBody>
      </p:sp>
      <p:grpSp>
        <p:nvGrpSpPr>
          <p:cNvPr id="82" name="그룹 81">
            <a:extLst>
              <a:ext uri="{FF2B5EF4-FFF2-40B4-BE49-F238E27FC236}">
                <a16:creationId xmlns:a16="http://schemas.microsoft.com/office/drawing/2014/main" id="{95B7ACFF-4BB6-4964-AE92-C3B44B2D6E85}"/>
              </a:ext>
            </a:extLst>
          </p:cNvPr>
          <p:cNvGrpSpPr/>
          <p:nvPr userDrawn="1"/>
        </p:nvGrpSpPr>
        <p:grpSpPr>
          <a:xfrm>
            <a:off x="6852012" y="3920529"/>
            <a:ext cx="1426444" cy="230832"/>
            <a:chOff x="308616" y="753079"/>
            <a:chExt cx="1426444" cy="230832"/>
          </a:xfrm>
        </p:grpSpPr>
        <p:sp>
          <p:nvSpPr>
            <p:cNvPr id="83" name="직사각형 82">
              <a:extLst>
                <a:ext uri="{FF2B5EF4-FFF2-40B4-BE49-F238E27FC236}">
                  <a16:creationId xmlns:a16="http://schemas.microsoft.com/office/drawing/2014/main" id="{E2361BC1-CBBA-4ECB-B81E-263320C4E647}"/>
                </a:ext>
              </a:extLst>
            </p:cNvPr>
            <p:cNvSpPr/>
            <p:nvPr/>
          </p:nvSpPr>
          <p:spPr>
            <a:xfrm>
              <a:off x="308616" y="808571"/>
              <a:ext cx="393733"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010  </a:t>
              </a:r>
            </a:p>
          </p:txBody>
        </p:sp>
        <p:sp>
          <p:nvSpPr>
            <p:cNvPr id="84" name="직사각형 83">
              <a:extLst>
                <a:ext uri="{FF2B5EF4-FFF2-40B4-BE49-F238E27FC236}">
                  <a16:creationId xmlns:a16="http://schemas.microsoft.com/office/drawing/2014/main" id="{5AA91524-5AA3-405A-90C8-82C34DA23DAB}"/>
                </a:ext>
              </a:extLst>
            </p:cNvPr>
            <p:cNvSpPr/>
            <p:nvPr/>
          </p:nvSpPr>
          <p:spPr>
            <a:xfrm>
              <a:off x="787127" y="808571"/>
              <a:ext cx="321444"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a:t>
              </a:r>
            </a:p>
          </p:txBody>
        </p:sp>
        <p:sp>
          <p:nvSpPr>
            <p:cNvPr id="85" name="직사각형 84">
              <a:extLst>
                <a:ext uri="{FF2B5EF4-FFF2-40B4-BE49-F238E27FC236}">
                  <a16:creationId xmlns:a16="http://schemas.microsoft.com/office/drawing/2014/main" id="{04F29357-B928-4990-9D20-B477540C059E}"/>
                </a:ext>
              </a:extLst>
            </p:cNvPr>
            <p:cNvSpPr/>
            <p:nvPr/>
          </p:nvSpPr>
          <p:spPr>
            <a:xfrm>
              <a:off x="1180860" y="806458"/>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00000</a:t>
              </a:r>
            </a:p>
          </p:txBody>
        </p:sp>
        <p:sp>
          <p:nvSpPr>
            <p:cNvPr id="86" name="TextBox 85">
              <a:extLst>
                <a:ext uri="{FF2B5EF4-FFF2-40B4-BE49-F238E27FC236}">
                  <a16:creationId xmlns:a16="http://schemas.microsoft.com/office/drawing/2014/main" id="{7DC9BD5C-24B5-41DF-883F-DF1622AD5029}"/>
                </a:ext>
              </a:extLst>
            </p:cNvPr>
            <p:cNvSpPr txBox="1"/>
            <p:nvPr/>
          </p:nvSpPr>
          <p:spPr>
            <a:xfrm>
              <a:off x="638952" y="753079"/>
              <a:ext cx="232756" cy="230832"/>
            </a:xfrm>
            <a:prstGeom prst="rect">
              <a:avLst/>
            </a:prstGeom>
            <a:noFill/>
          </p:spPr>
          <p:txBody>
            <a:bodyPr wrap="none" rtlCol="0">
              <a:spAutoFit/>
            </a:bodyPr>
            <a:lstStyle/>
            <a:p>
              <a:r>
                <a:rPr lang="en-US" altLang="ko-KR" sz="900" dirty="0"/>
                <a:t>-</a:t>
              </a:r>
              <a:endParaRPr lang="ko-KR" altLang="en-US" sz="900" dirty="0"/>
            </a:p>
          </p:txBody>
        </p:sp>
        <p:sp>
          <p:nvSpPr>
            <p:cNvPr id="87" name="TextBox 86">
              <a:extLst>
                <a:ext uri="{FF2B5EF4-FFF2-40B4-BE49-F238E27FC236}">
                  <a16:creationId xmlns:a16="http://schemas.microsoft.com/office/drawing/2014/main" id="{EDED95CE-BA01-488E-A49A-40924E41E7CE}"/>
                </a:ext>
              </a:extLst>
            </p:cNvPr>
            <p:cNvSpPr txBox="1"/>
            <p:nvPr/>
          </p:nvSpPr>
          <p:spPr>
            <a:xfrm>
              <a:off x="1032685" y="753079"/>
              <a:ext cx="232756" cy="230832"/>
            </a:xfrm>
            <a:prstGeom prst="rect">
              <a:avLst/>
            </a:prstGeom>
            <a:noFill/>
          </p:spPr>
          <p:txBody>
            <a:bodyPr wrap="none" rtlCol="0">
              <a:spAutoFit/>
            </a:bodyPr>
            <a:lstStyle/>
            <a:p>
              <a:r>
                <a:rPr lang="en-US" altLang="ko-KR" sz="900" dirty="0"/>
                <a:t>-</a:t>
              </a:r>
              <a:endParaRPr lang="ko-KR" altLang="en-US" sz="900" dirty="0"/>
            </a:p>
          </p:txBody>
        </p:sp>
      </p:grpSp>
      <p:grpSp>
        <p:nvGrpSpPr>
          <p:cNvPr id="88" name="그룹 87">
            <a:extLst>
              <a:ext uri="{FF2B5EF4-FFF2-40B4-BE49-F238E27FC236}">
                <a16:creationId xmlns:a16="http://schemas.microsoft.com/office/drawing/2014/main" id="{DD2B341B-5396-441D-9FFB-AF4646E53BA7}"/>
              </a:ext>
            </a:extLst>
          </p:cNvPr>
          <p:cNvGrpSpPr/>
          <p:nvPr userDrawn="1"/>
        </p:nvGrpSpPr>
        <p:grpSpPr>
          <a:xfrm>
            <a:off x="2907294" y="4122960"/>
            <a:ext cx="1789788" cy="230832"/>
            <a:chOff x="2924648" y="2579699"/>
            <a:chExt cx="1789788" cy="230832"/>
          </a:xfrm>
        </p:grpSpPr>
        <p:sp>
          <p:nvSpPr>
            <p:cNvPr id="89" name="직사각형 88">
              <a:extLst>
                <a:ext uri="{FF2B5EF4-FFF2-40B4-BE49-F238E27FC236}">
                  <a16:creationId xmlns:a16="http://schemas.microsoft.com/office/drawing/2014/main" id="{72AB5813-65C7-43CA-B398-EBCD1B6E192A}"/>
                </a:ext>
              </a:extLst>
            </p:cNvPr>
            <p:cNvSpPr/>
            <p:nvPr/>
          </p:nvSpPr>
          <p:spPr>
            <a:xfrm>
              <a:off x="2924648"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010  </a:t>
              </a:r>
              <a:r>
                <a:rPr lang="ko-KR" altLang="en-US" sz="800" dirty="0">
                  <a:solidFill>
                    <a:schemeClr val="tx1"/>
                  </a:solidFill>
                </a:rPr>
                <a:t>▼</a:t>
              </a:r>
              <a:endParaRPr lang="en-US" altLang="ko-KR" sz="800" dirty="0">
                <a:solidFill>
                  <a:schemeClr val="tx1"/>
                </a:solidFill>
              </a:endParaRPr>
            </a:p>
          </p:txBody>
        </p:sp>
        <p:sp>
          <p:nvSpPr>
            <p:cNvPr id="90" name="직사각형 89">
              <a:extLst>
                <a:ext uri="{FF2B5EF4-FFF2-40B4-BE49-F238E27FC236}">
                  <a16:creationId xmlns:a16="http://schemas.microsoft.com/office/drawing/2014/main" id="{83E9BEA4-0387-478A-AD15-6C073272ED3B}"/>
                </a:ext>
              </a:extLst>
            </p:cNvPr>
            <p:cNvSpPr/>
            <p:nvPr/>
          </p:nvSpPr>
          <p:spPr>
            <a:xfrm>
              <a:off x="3542442"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91" name="직사각형 90">
              <a:extLst>
                <a:ext uri="{FF2B5EF4-FFF2-40B4-BE49-F238E27FC236}">
                  <a16:creationId xmlns:a16="http://schemas.microsoft.com/office/drawing/2014/main" id="{DD125CA4-0321-4812-AE1C-1E3C6E16B7BF}"/>
                </a:ext>
              </a:extLst>
            </p:cNvPr>
            <p:cNvSpPr/>
            <p:nvPr/>
          </p:nvSpPr>
          <p:spPr>
            <a:xfrm>
              <a:off x="4160236" y="2633078"/>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92" name="TextBox 91">
              <a:extLst>
                <a:ext uri="{FF2B5EF4-FFF2-40B4-BE49-F238E27FC236}">
                  <a16:creationId xmlns:a16="http://schemas.microsoft.com/office/drawing/2014/main" id="{25C01B58-0E75-4936-830E-F64392E660DC}"/>
                </a:ext>
              </a:extLst>
            </p:cNvPr>
            <p:cNvSpPr txBox="1"/>
            <p:nvPr/>
          </p:nvSpPr>
          <p:spPr>
            <a:xfrm>
              <a:off x="3394267" y="2579699"/>
              <a:ext cx="232756" cy="230832"/>
            </a:xfrm>
            <a:prstGeom prst="rect">
              <a:avLst/>
            </a:prstGeom>
            <a:noFill/>
          </p:spPr>
          <p:txBody>
            <a:bodyPr wrap="none" rtlCol="0">
              <a:spAutoFit/>
            </a:bodyPr>
            <a:lstStyle/>
            <a:p>
              <a:r>
                <a:rPr lang="en-US" altLang="ko-KR" sz="900" dirty="0"/>
                <a:t>-</a:t>
              </a:r>
              <a:endParaRPr lang="ko-KR" altLang="en-US" sz="900" dirty="0"/>
            </a:p>
          </p:txBody>
        </p:sp>
        <p:sp>
          <p:nvSpPr>
            <p:cNvPr id="93" name="TextBox 92">
              <a:extLst>
                <a:ext uri="{FF2B5EF4-FFF2-40B4-BE49-F238E27FC236}">
                  <a16:creationId xmlns:a16="http://schemas.microsoft.com/office/drawing/2014/main" id="{DD778F61-B6FB-4146-A741-CAE282F045CE}"/>
                </a:ext>
              </a:extLst>
            </p:cNvPr>
            <p:cNvSpPr txBox="1"/>
            <p:nvPr/>
          </p:nvSpPr>
          <p:spPr>
            <a:xfrm>
              <a:off x="4012061" y="2579699"/>
              <a:ext cx="232756" cy="230832"/>
            </a:xfrm>
            <a:prstGeom prst="rect">
              <a:avLst/>
            </a:prstGeom>
            <a:noFill/>
          </p:spPr>
          <p:txBody>
            <a:bodyPr wrap="none" rtlCol="0">
              <a:spAutoFit/>
            </a:bodyPr>
            <a:lstStyle/>
            <a:p>
              <a:r>
                <a:rPr lang="en-US" altLang="ko-KR" sz="900" dirty="0"/>
                <a:t>-</a:t>
              </a:r>
              <a:endParaRPr lang="ko-KR" altLang="en-US" sz="900" dirty="0"/>
            </a:p>
          </p:txBody>
        </p:sp>
      </p:grpSp>
      <p:sp>
        <p:nvSpPr>
          <p:cNvPr id="94" name="TextBox 93">
            <a:extLst>
              <a:ext uri="{FF2B5EF4-FFF2-40B4-BE49-F238E27FC236}">
                <a16:creationId xmlns:a16="http://schemas.microsoft.com/office/drawing/2014/main" id="{5881770A-4F0F-4B1C-A588-1A9AA28AB617}"/>
              </a:ext>
            </a:extLst>
          </p:cNvPr>
          <p:cNvSpPr txBox="1"/>
          <p:nvPr userDrawn="1"/>
        </p:nvSpPr>
        <p:spPr>
          <a:xfrm>
            <a:off x="1451541" y="5983487"/>
            <a:ext cx="6022803"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회원사 판매권한 </a:t>
            </a:r>
            <a:r>
              <a:rPr lang="ko-KR" altLang="en-US" sz="800" b="1" dirty="0"/>
              <a:t>정보 </a:t>
            </a:r>
            <a:r>
              <a:rPr lang="en-US" altLang="ko-KR" sz="800" dirty="0">
                <a:solidFill>
                  <a:srgbClr val="FF0000"/>
                </a:solidFill>
              </a:rPr>
              <a:t>( M9</a:t>
            </a:r>
            <a:r>
              <a:rPr lang="ko-KR" altLang="en-US" sz="800" dirty="0">
                <a:solidFill>
                  <a:srgbClr val="FF0000"/>
                </a:solidFill>
              </a:rPr>
              <a:t> </a:t>
            </a:r>
            <a:r>
              <a:rPr lang="en-US" altLang="ko-KR" sz="800" dirty="0">
                <a:solidFill>
                  <a:srgbClr val="FF0000"/>
                </a:solidFill>
              </a:rPr>
              <a:t>Market </a:t>
            </a:r>
            <a:r>
              <a:rPr lang="ko-KR" altLang="en-US" sz="800" dirty="0">
                <a:solidFill>
                  <a:srgbClr val="FF0000"/>
                </a:solidFill>
              </a:rPr>
              <a:t>의 </a:t>
            </a:r>
            <a:r>
              <a:rPr lang="en-US" altLang="ko-KR" sz="800" dirty="0">
                <a:solidFill>
                  <a:srgbClr val="FF0000"/>
                </a:solidFill>
              </a:rPr>
              <a:t>Shop </a:t>
            </a:r>
            <a:r>
              <a:rPr lang="ko-KR" altLang="en-US" sz="800" dirty="0">
                <a:solidFill>
                  <a:srgbClr val="FF0000"/>
                </a:solidFill>
              </a:rPr>
              <a:t>채널에서 공유 및 공동구매 상품을 판매하기 위해서는 판매인증이 필요합니다</a:t>
            </a:r>
            <a:r>
              <a:rPr lang="en-US" altLang="ko-KR" sz="800" dirty="0">
                <a:solidFill>
                  <a:srgbClr val="FF0000"/>
                </a:solidFill>
              </a:rPr>
              <a:t>. )</a:t>
            </a:r>
            <a:endParaRPr lang="ko-KR" altLang="en-US" sz="800" dirty="0">
              <a:solidFill>
                <a:srgbClr val="FF0000"/>
              </a:solidFill>
            </a:endParaRPr>
          </a:p>
        </p:txBody>
      </p:sp>
      <p:graphicFrame>
        <p:nvGraphicFramePr>
          <p:cNvPr id="95" name="표 94">
            <a:extLst>
              <a:ext uri="{FF2B5EF4-FFF2-40B4-BE49-F238E27FC236}">
                <a16:creationId xmlns:a16="http://schemas.microsoft.com/office/drawing/2014/main" id="{4B5349A1-4706-4DE7-9568-49E66DDC54FA}"/>
              </a:ext>
            </a:extLst>
          </p:cNvPr>
          <p:cNvGraphicFramePr>
            <a:graphicFrameLocks noGrp="1"/>
          </p:cNvGraphicFramePr>
          <p:nvPr userDrawn="1">
            <p:extLst>
              <p:ext uri="{D42A27DB-BD31-4B8C-83A1-F6EECF244321}">
                <p14:modId xmlns:p14="http://schemas.microsoft.com/office/powerpoint/2010/main" val="932634214"/>
              </p:ext>
            </p:extLst>
          </p:nvPr>
        </p:nvGraphicFramePr>
        <p:xfrm>
          <a:off x="1531934" y="6198931"/>
          <a:ext cx="7777838" cy="853440"/>
        </p:xfrm>
        <a:graphic>
          <a:graphicData uri="http://schemas.openxmlformats.org/drawingml/2006/table">
            <a:tbl>
              <a:tblPr firstRow="1" bandRow="1">
                <a:tableStyleId>{5C22544A-7EE6-4342-B048-85BDC9FD1C3A}</a:tableStyleId>
              </a:tblPr>
              <a:tblGrid>
                <a:gridCol w="1594443">
                  <a:extLst>
                    <a:ext uri="{9D8B030D-6E8A-4147-A177-3AD203B41FA5}">
                      <a16:colId xmlns:a16="http://schemas.microsoft.com/office/drawing/2014/main" val="20000"/>
                    </a:ext>
                  </a:extLst>
                </a:gridCol>
                <a:gridCol w="5364480">
                  <a:extLst>
                    <a:ext uri="{9D8B030D-6E8A-4147-A177-3AD203B41FA5}">
                      <a16:colId xmlns:a16="http://schemas.microsoft.com/office/drawing/2014/main" val="20001"/>
                    </a:ext>
                  </a:extLst>
                </a:gridCol>
                <a:gridCol w="818915">
                  <a:extLst>
                    <a:ext uri="{9D8B030D-6E8A-4147-A177-3AD203B41FA5}">
                      <a16:colId xmlns:a16="http://schemas.microsoft.com/office/drawing/2014/main" val="2389116110"/>
                    </a:ext>
                  </a:extLst>
                </a:gridCol>
              </a:tblGrid>
              <a:tr h="0">
                <a:tc>
                  <a:txBody>
                    <a:bodyPr/>
                    <a:lstStyle/>
                    <a:p>
                      <a:pPr latinLnBrk="1"/>
                      <a:r>
                        <a:rPr lang="ko-KR" altLang="en-US" sz="800" b="0" dirty="0">
                          <a:solidFill>
                            <a:schemeClr val="tx1"/>
                          </a:solidFill>
                        </a:rPr>
                        <a:t>판매인증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i="0" u="none" strike="noStrike" dirty="0" err="1">
                          <a:solidFill>
                            <a:srgbClr val="FF0000"/>
                          </a:solidFill>
                          <a:effectLst/>
                          <a:latin typeface="+mn-lt"/>
                        </a:rPr>
                        <a:t>미인증</a:t>
                      </a:r>
                      <a:endParaRPr lang="ko-KR" altLang="en-US" sz="800" b="1" i="0" u="none" strike="noStrike" dirty="0">
                        <a:solidFill>
                          <a:srgbClr val="FF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rowSpan="4">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rgbClr val="FF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사업자등록증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v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사업자 명의 계좌번호 </a:t>
                      </a:r>
                      <a:r>
                        <a:rPr lang="en-US" altLang="ko-KR" sz="800" b="0" dirty="0">
                          <a:solidFill>
                            <a:schemeClr val="tx1"/>
                          </a:solidFill>
                        </a:rPr>
                        <a:t>(</a:t>
                      </a:r>
                      <a:r>
                        <a:rPr lang="ko-KR" altLang="en-US" sz="800" b="0" dirty="0">
                          <a:solidFill>
                            <a:schemeClr val="tx1"/>
                          </a:solidFill>
                        </a:rPr>
                        <a:t>정산용</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v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58815553"/>
                  </a:ext>
                </a:extLst>
              </a:tr>
              <a:tr h="0">
                <a:tc>
                  <a:txBody>
                    <a:bodyPr/>
                    <a:lstStyle/>
                    <a:p>
                      <a:pPr latinLnBrk="1"/>
                      <a:r>
                        <a:rPr lang="ko-KR" altLang="en-US" sz="800" b="0" dirty="0">
                          <a:solidFill>
                            <a:schemeClr val="tx1"/>
                          </a:solidFill>
                        </a:rPr>
                        <a:t>사업자 명의 통장사본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v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32034566"/>
                  </a:ext>
                </a:extLst>
              </a:tr>
            </a:tbl>
          </a:graphicData>
        </a:graphic>
      </p:graphicFrame>
      <p:sp>
        <p:nvSpPr>
          <p:cNvPr id="96" name="직사각형 95">
            <a:extLst>
              <a:ext uri="{FF2B5EF4-FFF2-40B4-BE49-F238E27FC236}">
                <a16:creationId xmlns:a16="http://schemas.microsoft.com/office/drawing/2014/main" id="{877B7F17-CF0E-4A53-8F0E-4BE65DCE79AE}"/>
              </a:ext>
            </a:extLst>
          </p:cNvPr>
          <p:cNvSpPr/>
          <p:nvPr userDrawn="1"/>
        </p:nvSpPr>
        <p:spPr>
          <a:xfrm>
            <a:off x="5220311" y="6441792"/>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p>
        </p:txBody>
      </p:sp>
      <p:sp>
        <p:nvSpPr>
          <p:cNvPr id="97" name="직사각형 96">
            <a:extLst>
              <a:ext uri="{FF2B5EF4-FFF2-40B4-BE49-F238E27FC236}">
                <a16:creationId xmlns:a16="http://schemas.microsoft.com/office/drawing/2014/main" id="{C2573F87-FA37-4562-853B-11C25EC6F1BE}"/>
              </a:ext>
            </a:extLst>
          </p:cNvPr>
          <p:cNvSpPr/>
          <p:nvPr userDrawn="1"/>
        </p:nvSpPr>
        <p:spPr>
          <a:xfrm>
            <a:off x="3225257" y="6652516"/>
            <a:ext cx="968906"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은행선택  ▼</a:t>
            </a:r>
          </a:p>
        </p:txBody>
      </p:sp>
      <p:sp>
        <p:nvSpPr>
          <p:cNvPr id="98" name="직사각형 97">
            <a:extLst>
              <a:ext uri="{FF2B5EF4-FFF2-40B4-BE49-F238E27FC236}">
                <a16:creationId xmlns:a16="http://schemas.microsoft.com/office/drawing/2014/main" id="{5597BF0D-F552-4CFC-B872-5DB032D4CA61}"/>
              </a:ext>
            </a:extLst>
          </p:cNvPr>
          <p:cNvSpPr/>
          <p:nvPr userDrawn="1"/>
        </p:nvSpPr>
        <p:spPr>
          <a:xfrm>
            <a:off x="4239409" y="6652516"/>
            <a:ext cx="1949807"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계좌번호 </a:t>
            </a:r>
            <a:r>
              <a:rPr lang="en-US" altLang="ko-KR" sz="800" dirty="0">
                <a:solidFill>
                  <a:schemeClr val="bg1">
                    <a:lumMod val="65000"/>
                  </a:schemeClr>
                </a:solidFill>
              </a:rPr>
              <a:t>(‘-’</a:t>
            </a:r>
            <a:r>
              <a:rPr lang="ko-KR" altLang="en-US" sz="800" dirty="0">
                <a:solidFill>
                  <a:schemeClr val="bg1">
                    <a:lumMod val="65000"/>
                  </a:schemeClr>
                </a:solidFill>
              </a:rPr>
              <a:t>없이 숫자만 입력</a:t>
            </a:r>
            <a:r>
              <a:rPr lang="en-US" altLang="ko-KR" sz="800" dirty="0">
                <a:solidFill>
                  <a:schemeClr val="bg1">
                    <a:lumMod val="65000"/>
                  </a:schemeClr>
                </a:solidFill>
              </a:rPr>
              <a:t>)</a:t>
            </a:r>
            <a:endParaRPr lang="ko-KR" altLang="en-US" sz="800" dirty="0">
              <a:solidFill>
                <a:schemeClr val="bg1">
                  <a:lumMod val="65000"/>
                </a:schemeClr>
              </a:solidFill>
            </a:endParaRPr>
          </a:p>
        </p:txBody>
      </p:sp>
      <p:sp>
        <p:nvSpPr>
          <p:cNvPr id="99" name="직사각형 98">
            <a:extLst>
              <a:ext uri="{FF2B5EF4-FFF2-40B4-BE49-F238E27FC236}">
                <a16:creationId xmlns:a16="http://schemas.microsoft.com/office/drawing/2014/main" id="{E060279C-24D7-4396-B7E6-6260884B7D74}"/>
              </a:ext>
            </a:extLst>
          </p:cNvPr>
          <p:cNvSpPr/>
          <p:nvPr userDrawn="1"/>
        </p:nvSpPr>
        <p:spPr>
          <a:xfrm>
            <a:off x="6225373" y="6652516"/>
            <a:ext cx="1188246"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예금주</a:t>
            </a:r>
          </a:p>
        </p:txBody>
      </p:sp>
      <p:sp>
        <p:nvSpPr>
          <p:cNvPr id="100" name="직사각형 99">
            <a:extLst>
              <a:ext uri="{FF2B5EF4-FFF2-40B4-BE49-F238E27FC236}">
                <a16:creationId xmlns:a16="http://schemas.microsoft.com/office/drawing/2014/main" id="{B1AF605C-B54D-402E-AB59-45CCCA5E526F}"/>
              </a:ext>
            </a:extLst>
          </p:cNvPr>
          <p:cNvSpPr/>
          <p:nvPr userDrawn="1"/>
        </p:nvSpPr>
        <p:spPr>
          <a:xfrm>
            <a:off x="5220311" y="6874424"/>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p>
        </p:txBody>
      </p:sp>
      <p:sp>
        <p:nvSpPr>
          <p:cNvPr id="101" name="직사각형 100">
            <a:extLst>
              <a:ext uri="{FF2B5EF4-FFF2-40B4-BE49-F238E27FC236}">
                <a16:creationId xmlns:a16="http://schemas.microsoft.com/office/drawing/2014/main" id="{3DEACF89-4D5C-4A8D-8A97-9DEB939FE45D}"/>
              </a:ext>
            </a:extLst>
          </p:cNvPr>
          <p:cNvSpPr/>
          <p:nvPr userDrawn="1"/>
        </p:nvSpPr>
        <p:spPr>
          <a:xfrm>
            <a:off x="3233569" y="6874424"/>
            <a:ext cx="1949807" cy="15705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입력한 계좌번호와 동일한 통장첨부</a:t>
            </a:r>
          </a:p>
        </p:txBody>
      </p:sp>
      <p:sp>
        <p:nvSpPr>
          <p:cNvPr id="102" name="직사각형 101">
            <a:extLst>
              <a:ext uri="{FF2B5EF4-FFF2-40B4-BE49-F238E27FC236}">
                <a16:creationId xmlns:a16="http://schemas.microsoft.com/office/drawing/2014/main" id="{41185650-D5E5-4B99-86AE-9B6E81FBDC1E}"/>
              </a:ext>
            </a:extLst>
          </p:cNvPr>
          <p:cNvSpPr/>
          <p:nvPr userDrawn="1"/>
        </p:nvSpPr>
        <p:spPr>
          <a:xfrm>
            <a:off x="3233569" y="6441792"/>
            <a:ext cx="1949807"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입력한 계좌번호와 동일한 통장첨부</a:t>
            </a:r>
          </a:p>
        </p:txBody>
      </p:sp>
      <p:sp>
        <p:nvSpPr>
          <p:cNvPr id="103" name="직사각형 102">
            <a:extLst>
              <a:ext uri="{FF2B5EF4-FFF2-40B4-BE49-F238E27FC236}">
                <a16:creationId xmlns:a16="http://schemas.microsoft.com/office/drawing/2014/main" id="{301A5E70-9A78-4F0B-984C-5D779CF3C0B7}"/>
              </a:ext>
            </a:extLst>
          </p:cNvPr>
          <p:cNvSpPr/>
          <p:nvPr userDrawn="1"/>
        </p:nvSpPr>
        <p:spPr>
          <a:xfrm>
            <a:off x="4626289" y="10328709"/>
            <a:ext cx="1499126" cy="315737"/>
          </a:xfrm>
          <a:prstGeom prst="rect">
            <a:avLst/>
          </a:prstGeom>
          <a:solidFill>
            <a:schemeClr val="tx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a:solidFill>
                  <a:schemeClr val="bg1"/>
                </a:solidFill>
              </a:rPr>
              <a:t>정보 수정</a:t>
            </a:r>
          </a:p>
        </p:txBody>
      </p:sp>
      <p:sp>
        <p:nvSpPr>
          <p:cNvPr id="121" name="직사각형 120">
            <a:extLst>
              <a:ext uri="{FF2B5EF4-FFF2-40B4-BE49-F238E27FC236}">
                <a16:creationId xmlns:a16="http://schemas.microsoft.com/office/drawing/2014/main" id="{5A2AE545-B21B-428A-B1BC-8A485D03A3CC}"/>
              </a:ext>
            </a:extLst>
          </p:cNvPr>
          <p:cNvSpPr/>
          <p:nvPr userDrawn="1"/>
        </p:nvSpPr>
        <p:spPr>
          <a:xfrm>
            <a:off x="8649793" y="6347981"/>
            <a:ext cx="505097" cy="547721"/>
          </a:xfrm>
          <a:prstGeom prst="rect">
            <a:avLst/>
          </a:prstGeom>
          <a:solidFill>
            <a:schemeClr val="tx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a:solidFill>
                  <a:schemeClr val="bg1"/>
                </a:solidFill>
              </a:rPr>
              <a:t>인증</a:t>
            </a:r>
            <a:endParaRPr lang="en-US" altLang="ko-KR" sz="900" dirty="0">
              <a:solidFill>
                <a:schemeClr val="bg1"/>
              </a:solidFill>
            </a:endParaRPr>
          </a:p>
          <a:p>
            <a:pPr algn="ctr"/>
            <a:r>
              <a:rPr lang="ko-KR" altLang="en-US" sz="900" dirty="0">
                <a:solidFill>
                  <a:schemeClr val="bg1"/>
                </a:solidFill>
              </a:rPr>
              <a:t>요청</a:t>
            </a:r>
          </a:p>
        </p:txBody>
      </p:sp>
      <p:sp>
        <p:nvSpPr>
          <p:cNvPr id="131" name="직사각형 130">
            <a:extLst>
              <a:ext uri="{FF2B5EF4-FFF2-40B4-BE49-F238E27FC236}">
                <a16:creationId xmlns:a16="http://schemas.microsoft.com/office/drawing/2014/main" id="{0FA1C4F6-AF4E-4644-958A-0B0DC1AB8DE2}"/>
              </a:ext>
            </a:extLst>
          </p:cNvPr>
          <p:cNvSpPr/>
          <p:nvPr userDrawn="1"/>
        </p:nvSpPr>
        <p:spPr>
          <a:xfrm>
            <a:off x="2899643" y="5302087"/>
            <a:ext cx="968906"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은행선택  ▼</a:t>
            </a:r>
          </a:p>
        </p:txBody>
      </p:sp>
      <p:sp>
        <p:nvSpPr>
          <p:cNvPr id="132" name="직사각형 131">
            <a:extLst>
              <a:ext uri="{FF2B5EF4-FFF2-40B4-BE49-F238E27FC236}">
                <a16:creationId xmlns:a16="http://schemas.microsoft.com/office/drawing/2014/main" id="{120788AD-C477-4D49-8CEB-721DD3F03F4E}"/>
              </a:ext>
            </a:extLst>
          </p:cNvPr>
          <p:cNvSpPr/>
          <p:nvPr userDrawn="1"/>
        </p:nvSpPr>
        <p:spPr>
          <a:xfrm>
            <a:off x="3913795" y="5302087"/>
            <a:ext cx="1949807"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계좌번호 </a:t>
            </a:r>
            <a:r>
              <a:rPr lang="en-US" altLang="ko-KR" sz="800" dirty="0">
                <a:solidFill>
                  <a:schemeClr val="bg1">
                    <a:lumMod val="65000"/>
                  </a:schemeClr>
                </a:solidFill>
              </a:rPr>
              <a:t>(‘-’</a:t>
            </a:r>
            <a:r>
              <a:rPr lang="ko-KR" altLang="en-US" sz="800" dirty="0">
                <a:solidFill>
                  <a:schemeClr val="bg1">
                    <a:lumMod val="65000"/>
                  </a:schemeClr>
                </a:solidFill>
              </a:rPr>
              <a:t>없이 숫자만 입력</a:t>
            </a:r>
            <a:r>
              <a:rPr lang="en-US" altLang="ko-KR" sz="800" dirty="0">
                <a:solidFill>
                  <a:schemeClr val="bg1">
                    <a:lumMod val="65000"/>
                  </a:schemeClr>
                </a:solidFill>
              </a:rPr>
              <a:t>)</a:t>
            </a:r>
            <a:endParaRPr lang="ko-KR" altLang="en-US" sz="800" dirty="0">
              <a:solidFill>
                <a:schemeClr val="bg1">
                  <a:lumMod val="65000"/>
                </a:schemeClr>
              </a:solidFill>
            </a:endParaRPr>
          </a:p>
        </p:txBody>
      </p:sp>
      <p:sp>
        <p:nvSpPr>
          <p:cNvPr id="133" name="직사각형 132">
            <a:extLst>
              <a:ext uri="{FF2B5EF4-FFF2-40B4-BE49-F238E27FC236}">
                <a16:creationId xmlns:a16="http://schemas.microsoft.com/office/drawing/2014/main" id="{EAD6A710-9D46-4422-94BC-1EADA6C4BCAB}"/>
              </a:ext>
            </a:extLst>
          </p:cNvPr>
          <p:cNvSpPr/>
          <p:nvPr userDrawn="1"/>
        </p:nvSpPr>
        <p:spPr>
          <a:xfrm>
            <a:off x="5899759" y="5302087"/>
            <a:ext cx="1188246"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예금주</a:t>
            </a:r>
          </a:p>
        </p:txBody>
      </p:sp>
      <p:sp>
        <p:nvSpPr>
          <p:cNvPr id="134" name="직사각형 133">
            <a:extLst>
              <a:ext uri="{FF2B5EF4-FFF2-40B4-BE49-F238E27FC236}">
                <a16:creationId xmlns:a16="http://schemas.microsoft.com/office/drawing/2014/main" id="{86DB0395-5A6D-41B3-B36A-D026F34BCB5E}"/>
              </a:ext>
            </a:extLst>
          </p:cNvPr>
          <p:cNvSpPr/>
          <p:nvPr userDrawn="1"/>
        </p:nvSpPr>
        <p:spPr>
          <a:xfrm>
            <a:off x="4894697" y="5523995"/>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p>
        </p:txBody>
      </p:sp>
      <p:sp>
        <p:nvSpPr>
          <p:cNvPr id="135" name="직사각형 134">
            <a:extLst>
              <a:ext uri="{FF2B5EF4-FFF2-40B4-BE49-F238E27FC236}">
                <a16:creationId xmlns:a16="http://schemas.microsoft.com/office/drawing/2014/main" id="{6F09CD7E-88EE-4ABA-83A9-D522D3F197BE}"/>
              </a:ext>
            </a:extLst>
          </p:cNvPr>
          <p:cNvSpPr/>
          <p:nvPr userDrawn="1"/>
        </p:nvSpPr>
        <p:spPr>
          <a:xfrm>
            <a:off x="2907955" y="5523995"/>
            <a:ext cx="1949807" cy="15705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입력한 계좌번호와 동일한 통장첨부</a:t>
            </a:r>
          </a:p>
        </p:txBody>
      </p:sp>
      <p:sp>
        <p:nvSpPr>
          <p:cNvPr id="136" name="TextBox 135">
            <a:extLst>
              <a:ext uri="{FF2B5EF4-FFF2-40B4-BE49-F238E27FC236}">
                <a16:creationId xmlns:a16="http://schemas.microsoft.com/office/drawing/2014/main" id="{D0403EB6-1AC0-4703-B2A0-02F90FF2C3B5}"/>
              </a:ext>
            </a:extLst>
          </p:cNvPr>
          <p:cNvSpPr txBox="1"/>
          <p:nvPr userDrawn="1"/>
        </p:nvSpPr>
        <p:spPr>
          <a:xfrm>
            <a:off x="1528826" y="7246926"/>
            <a:ext cx="734496"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약관동의</a:t>
            </a:r>
            <a:endParaRPr lang="ko-KR" altLang="en-US" sz="800" b="1" dirty="0"/>
          </a:p>
        </p:txBody>
      </p:sp>
      <p:graphicFrame>
        <p:nvGraphicFramePr>
          <p:cNvPr id="137" name="표 136">
            <a:extLst>
              <a:ext uri="{FF2B5EF4-FFF2-40B4-BE49-F238E27FC236}">
                <a16:creationId xmlns:a16="http://schemas.microsoft.com/office/drawing/2014/main" id="{11539D18-ECEC-4BE1-80AB-47ABE7D9E429}"/>
              </a:ext>
            </a:extLst>
          </p:cNvPr>
          <p:cNvGraphicFramePr>
            <a:graphicFrameLocks noGrp="1"/>
          </p:cNvGraphicFramePr>
          <p:nvPr userDrawn="1">
            <p:extLst>
              <p:ext uri="{D42A27DB-BD31-4B8C-83A1-F6EECF244321}">
                <p14:modId xmlns:p14="http://schemas.microsoft.com/office/powerpoint/2010/main" val="469257130"/>
              </p:ext>
            </p:extLst>
          </p:nvPr>
        </p:nvGraphicFramePr>
        <p:xfrm>
          <a:off x="1528826" y="7472104"/>
          <a:ext cx="7777838" cy="2594320"/>
        </p:xfrm>
        <a:graphic>
          <a:graphicData uri="http://schemas.openxmlformats.org/drawingml/2006/table">
            <a:tbl>
              <a:tblPr firstRow="1" bandRow="1">
                <a:tableStyleId>{5C22544A-7EE6-4342-B048-85BDC9FD1C3A}</a:tableStyleId>
              </a:tblPr>
              <a:tblGrid>
                <a:gridCol w="7777838">
                  <a:extLst>
                    <a:ext uri="{9D8B030D-6E8A-4147-A177-3AD203B41FA5}">
                      <a16:colId xmlns:a16="http://schemas.microsoft.com/office/drawing/2014/main" val="20001"/>
                    </a:ext>
                  </a:extLst>
                </a:gridCol>
              </a:tblGrid>
              <a:tr h="259432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89819523"/>
                  </a:ext>
                </a:extLst>
              </a:tr>
            </a:tbl>
          </a:graphicData>
        </a:graphic>
      </p:graphicFrame>
      <p:pic>
        <p:nvPicPr>
          <p:cNvPr id="138" name="그림 137">
            <a:extLst>
              <a:ext uri="{FF2B5EF4-FFF2-40B4-BE49-F238E27FC236}">
                <a16:creationId xmlns:a16="http://schemas.microsoft.com/office/drawing/2014/main" id="{81D4E3D3-D3EA-4A5F-BC11-8C8367115BF6}"/>
              </a:ext>
            </a:extLst>
          </p:cNvPr>
          <p:cNvPicPr>
            <a:picLocks noChangeAspect="1"/>
          </p:cNvPicPr>
          <p:nvPr userDrawn="1"/>
        </p:nvPicPr>
        <p:blipFill rotWithShape="1">
          <a:blip r:embed="rId2" cstate="print">
            <a:extLst>
              <a:ext uri="{28A0092B-C50C-407E-A947-70E740481C1C}">
                <a14:useLocalDpi xmlns:a14="http://schemas.microsoft.com/office/drawing/2010/main" val="0"/>
              </a:ext>
            </a:extLst>
          </a:blip>
          <a:srcRect l="4629" t="3196" r="3195" b="2954"/>
          <a:stretch/>
        </p:blipFill>
        <p:spPr>
          <a:xfrm>
            <a:off x="1633880" y="7811165"/>
            <a:ext cx="144015" cy="146633"/>
          </a:xfrm>
          <a:prstGeom prst="rect">
            <a:avLst/>
          </a:prstGeom>
        </p:spPr>
      </p:pic>
      <p:sp>
        <p:nvSpPr>
          <p:cNvPr id="139" name="직사각형 138">
            <a:extLst>
              <a:ext uri="{FF2B5EF4-FFF2-40B4-BE49-F238E27FC236}">
                <a16:creationId xmlns:a16="http://schemas.microsoft.com/office/drawing/2014/main" id="{872EA40C-2995-4706-870D-9C4E7A2988A8}"/>
              </a:ext>
            </a:extLst>
          </p:cNvPr>
          <p:cNvSpPr/>
          <p:nvPr userDrawn="1"/>
        </p:nvSpPr>
        <p:spPr>
          <a:xfrm>
            <a:off x="1734989" y="7771444"/>
            <a:ext cx="4572000" cy="215444"/>
          </a:xfrm>
          <a:prstGeom prst="rect">
            <a:avLst/>
          </a:prstGeom>
        </p:spPr>
        <p:txBody>
          <a:bodyPr>
            <a:spAutoFit/>
          </a:bodyPr>
          <a:lstStyle/>
          <a:p>
            <a:pPr>
              <a:defRPr/>
            </a:pPr>
            <a:r>
              <a:rPr lang="ko-KR" altLang="en-US" sz="800" dirty="0"/>
              <a:t>이용약관 동의 </a:t>
            </a:r>
            <a:r>
              <a:rPr lang="en-US" altLang="ko-KR" sz="800" dirty="0"/>
              <a:t>(</a:t>
            </a:r>
            <a:r>
              <a:rPr lang="ko-KR" altLang="en-US" sz="800" dirty="0"/>
              <a:t>필수</a:t>
            </a:r>
            <a:r>
              <a:rPr lang="en-US" altLang="ko-KR" sz="800" dirty="0"/>
              <a:t>)</a:t>
            </a:r>
          </a:p>
        </p:txBody>
      </p:sp>
      <p:pic>
        <p:nvPicPr>
          <p:cNvPr id="140" name="그림 139">
            <a:extLst>
              <a:ext uri="{FF2B5EF4-FFF2-40B4-BE49-F238E27FC236}">
                <a16:creationId xmlns:a16="http://schemas.microsoft.com/office/drawing/2014/main" id="{92A66CB9-CD5E-4D0E-ABC9-6E9685413EA6}"/>
              </a:ext>
            </a:extLst>
          </p:cNvPr>
          <p:cNvPicPr>
            <a:picLocks noChangeAspect="1"/>
          </p:cNvPicPr>
          <p:nvPr userDrawn="1"/>
        </p:nvPicPr>
        <p:blipFill rotWithShape="1">
          <a:blip r:embed="rId2" cstate="print">
            <a:extLst>
              <a:ext uri="{28A0092B-C50C-407E-A947-70E740481C1C}">
                <a14:useLocalDpi xmlns:a14="http://schemas.microsoft.com/office/drawing/2010/main" val="0"/>
              </a:ext>
            </a:extLst>
          </a:blip>
          <a:srcRect l="4629" t="3196" r="3195" b="2954"/>
          <a:stretch/>
        </p:blipFill>
        <p:spPr>
          <a:xfrm>
            <a:off x="1633880" y="7997519"/>
            <a:ext cx="144015" cy="146633"/>
          </a:xfrm>
          <a:prstGeom prst="rect">
            <a:avLst/>
          </a:prstGeom>
        </p:spPr>
      </p:pic>
      <p:sp>
        <p:nvSpPr>
          <p:cNvPr id="141" name="직사각형 140">
            <a:extLst>
              <a:ext uri="{FF2B5EF4-FFF2-40B4-BE49-F238E27FC236}">
                <a16:creationId xmlns:a16="http://schemas.microsoft.com/office/drawing/2014/main" id="{EA6ABC85-A009-45DF-BDD8-C07922AA2817}"/>
              </a:ext>
            </a:extLst>
          </p:cNvPr>
          <p:cNvSpPr/>
          <p:nvPr userDrawn="1"/>
        </p:nvSpPr>
        <p:spPr>
          <a:xfrm>
            <a:off x="1734989" y="7957798"/>
            <a:ext cx="4572000" cy="215444"/>
          </a:xfrm>
          <a:prstGeom prst="rect">
            <a:avLst/>
          </a:prstGeom>
        </p:spPr>
        <p:txBody>
          <a:bodyPr>
            <a:spAutoFit/>
          </a:bodyPr>
          <a:lstStyle/>
          <a:p>
            <a:pPr>
              <a:defRPr/>
            </a:pPr>
            <a:r>
              <a:rPr lang="ko-KR" altLang="en-US" sz="800" dirty="0"/>
              <a:t>개인정보 수집 및 이용에 관한 안내 </a:t>
            </a:r>
            <a:r>
              <a:rPr lang="en-US" altLang="ko-KR" sz="800" dirty="0"/>
              <a:t>(</a:t>
            </a:r>
            <a:r>
              <a:rPr lang="ko-KR" altLang="en-US" sz="800" dirty="0"/>
              <a:t>필수</a:t>
            </a:r>
            <a:r>
              <a:rPr lang="en-US" altLang="ko-KR" sz="800" dirty="0"/>
              <a:t>)</a:t>
            </a:r>
          </a:p>
        </p:txBody>
      </p:sp>
      <p:sp>
        <p:nvSpPr>
          <p:cNvPr id="142" name="직사각형 141">
            <a:extLst>
              <a:ext uri="{FF2B5EF4-FFF2-40B4-BE49-F238E27FC236}">
                <a16:creationId xmlns:a16="http://schemas.microsoft.com/office/drawing/2014/main" id="{8B03DC95-C114-4E17-905A-62F76535DB09}"/>
              </a:ext>
            </a:extLst>
          </p:cNvPr>
          <p:cNvSpPr/>
          <p:nvPr userDrawn="1"/>
        </p:nvSpPr>
        <p:spPr>
          <a:xfrm>
            <a:off x="8526929" y="7811165"/>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sp>
        <p:nvSpPr>
          <p:cNvPr id="143" name="직사각형 142">
            <a:extLst>
              <a:ext uri="{FF2B5EF4-FFF2-40B4-BE49-F238E27FC236}">
                <a16:creationId xmlns:a16="http://schemas.microsoft.com/office/drawing/2014/main" id="{B9F0EDB3-FC42-4DF2-B290-A89D7CCE9066}"/>
              </a:ext>
            </a:extLst>
          </p:cNvPr>
          <p:cNvSpPr/>
          <p:nvPr userDrawn="1"/>
        </p:nvSpPr>
        <p:spPr>
          <a:xfrm>
            <a:off x="8526929" y="8009285"/>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pic>
        <p:nvPicPr>
          <p:cNvPr id="144" name="그림 143">
            <a:extLst>
              <a:ext uri="{FF2B5EF4-FFF2-40B4-BE49-F238E27FC236}">
                <a16:creationId xmlns:a16="http://schemas.microsoft.com/office/drawing/2014/main" id="{3AE710CA-18B6-4724-883E-A8C132A7F1B7}"/>
              </a:ext>
            </a:extLst>
          </p:cNvPr>
          <p:cNvPicPr>
            <a:picLocks noChangeAspect="1"/>
          </p:cNvPicPr>
          <p:nvPr userDrawn="1"/>
        </p:nvPicPr>
        <p:blipFill rotWithShape="1">
          <a:blip r:embed="rId2" cstate="print">
            <a:extLst>
              <a:ext uri="{28A0092B-C50C-407E-A947-70E740481C1C}">
                <a14:useLocalDpi xmlns:a14="http://schemas.microsoft.com/office/drawing/2010/main" val="0"/>
              </a:ext>
            </a:extLst>
          </a:blip>
          <a:srcRect l="4629" t="3196" r="3195" b="2954"/>
          <a:stretch/>
        </p:blipFill>
        <p:spPr>
          <a:xfrm>
            <a:off x="1633880" y="8196936"/>
            <a:ext cx="144015" cy="146633"/>
          </a:xfrm>
          <a:prstGeom prst="rect">
            <a:avLst/>
          </a:prstGeom>
        </p:spPr>
      </p:pic>
      <p:sp>
        <p:nvSpPr>
          <p:cNvPr id="145" name="직사각형 144">
            <a:extLst>
              <a:ext uri="{FF2B5EF4-FFF2-40B4-BE49-F238E27FC236}">
                <a16:creationId xmlns:a16="http://schemas.microsoft.com/office/drawing/2014/main" id="{573A75B1-EC88-4FAF-804D-AFE56333FC1C}"/>
              </a:ext>
            </a:extLst>
          </p:cNvPr>
          <p:cNvSpPr/>
          <p:nvPr userDrawn="1"/>
        </p:nvSpPr>
        <p:spPr>
          <a:xfrm>
            <a:off x="1734989" y="8157215"/>
            <a:ext cx="4572000" cy="215444"/>
          </a:xfrm>
          <a:prstGeom prst="rect">
            <a:avLst/>
          </a:prstGeom>
        </p:spPr>
        <p:txBody>
          <a:bodyPr>
            <a:spAutoFit/>
          </a:bodyPr>
          <a:lstStyle/>
          <a:p>
            <a:pPr>
              <a:defRPr/>
            </a:pPr>
            <a:r>
              <a:rPr lang="ko-KR" altLang="en-US" sz="800" dirty="0"/>
              <a:t>제</a:t>
            </a:r>
            <a:r>
              <a:rPr lang="en-US" altLang="ko-KR" sz="800" dirty="0"/>
              <a:t>3</a:t>
            </a:r>
            <a:r>
              <a:rPr lang="ko-KR" altLang="en-US" sz="800" dirty="0"/>
              <a:t>자 정보제공 동의 </a:t>
            </a:r>
            <a:r>
              <a:rPr lang="en-US" altLang="ko-KR" sz="800" dirty="0"/>
              <a:t>(</a:t>
            </a:r>
            <a:r>
              <a:rPr lang="ko-KR" altLang="en-US" sz="800" dirty="0"/>
              <a:t>필수</a:t>
            </a:r>
            <a:r>
              <a:rPr lang="en-US" altLang="ko-KR" sz="800" dirty="0"/>
              <a:t>)</a:t>
            </a:r>
          </a:p>
        </p:txBody>
      </p:sp>
      <p:sp>
        <p:nvSpPr>
          <p:cNvPr id="146" name="직사각형 145">
            <a:extLst>
              <a:ext uri="{FF2B5EF4-FFF2-40B4-BE49-F238E27FC236}">
                <a16:creationId xmlns:a16="http://schemas.microsoft.com/office/drawing/2014/main" id="{47CC037E-26DA-4B70-966A-3CC0FB92AE37}"/>
              </a:ext>
            </a:extLst>
          </p:cNvPr>
          <p:cNvSpPr/>
          <p:nvPr userDrawn="1"/>
        </p:nvSpPr>
        <p:spPr>
          <a:xfrm>
            <a:off x="1734989" y="8360438"/>
            <a:ext cx="4572000" cy="215444"/>
          </a:xfrm>
          <a:prstGeom prst="rect">
            <a:avLst/>
          </a:prstGeom>
        </p:spPr>
        <p:txBody>
          <a:bodyPr>
            <a:spAutoFit/>
          </a:bodyPr>
          <a:lstStyle/>
          <a:p>
            <a:pPr>
              <a:defRPr/>
            </a:pPr>
            <a:r>
              <a:rPr lang="ko-KR" altLang="en-US" sz="800" dirty="0"/>
              <a:t>마케팅활용동의 </a:t>
            </a:r>
            <a:r>
              <a:rPr lang="en-US" altLang="ko-KR" sz="800" dirty="0"/>
              <a:t>(</a:t>
            </a:r>
            <a:r>
              <a:rPr lang="ko-KR" altLang="en-US" sz="800" dirty="0"/>
              <a:t>선택</a:t>
            </a:r>
            <a:r>
              <a:rPr lang="en-US" altLang="ko-KR" sz="800" dirty="0"/>
              <a:t>)</a:t>
            </a:r>
          </a:p>
        </p:txBody>
      </p:sp>
      <p:sp>
        <p:nvSpPr>
          <p:cNvPr id="147" name="타원 146">
            <a:extLst>
              <a:ext uri="{FF2B5EF4-FFF2-40B4-BE49-F238E27FC236}">
                <a16:creationId xmlns:a16="http://schemas.microsoft.com/office/drawing/2014/main" id="{EEF94C61-E470-4BAF-8ED2-7656D0BFE956}"/>
              </a:ext>
            </a:extLst>
          </p:cNvPr>
          <p:cNvSpPr/>
          <p:nvPr userDrawn="1"/>
        </p:nvSpPr>
        <p:spPr>
          <a:xfrm>
            <a:off x="1633880" y="8405179"/>
            <a:ext cx="125386" cy="119095"/>
          </a:xfrm>
          <a:prstGeom prst="ellipse">
            <a:avLst/>
          </a:prstGeom>
          <a:solidFill>
            <a:schemeClr val="bg1"/>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8" name="직사각형 147">
            <a:extLst>
              <a:ext uri="{FF2B5EF4-FFF2-40B4-BE49-F238E27FC236}">
                <a16:creationId xmlns:a16="http://schemas.microsoft.com/office/drawing/2014/main" id="{980A50EE-2504-4D01-A264-94CCF30DDAA2}"/>
              </a:ext>
            </a:extLst>
          </p:cNvPr>
          <p:cNvSpPr/>
          <p:nvPr userDrawn="1"/>
        </p:nvSpPr>
        <p:spPr>
          <a:xfrm>
            <a:off x="1734989" y="8545997"/>
            <a:ext cx="4572000" cy="215444"/>
          </a:xfrm>
          <a:prstGeom prst="rect">
            <a:avLst/>
          </a:prstGeom>
        </p:spPr>
        <p:txBody>
          <a:bodyPr>
            <a:spAutoFit/>
          </a:bodyPr>
          <a:lstStyle/>
          <a:p>
            <a:pPr>
              <a:defRPr/>
            </a:pPr>
            <a:r>
              <a:rPr lang="ko-KR" altLang="en-US" sz="800" dirty="0" err="1"/>
              <a:t>알림정보수신동의</a:t>
            </a:r>
            <a:r>
              <a:rPr lang="ko-KR" altLang="en-US" sz="800" dirty="0"/>
              <a:t> </a:t>
            </a:r>
            <a:r>
              <a:rPr lang="en-US" altLang="ko-KR" sz="800" dirty="0"/>
              <a:t>(</a:t>
            </a:r>
            <a:r>
              <a:rPr lang="ko-KR" altLang="en-US" sz="800" dirty="0"/>
              <a:t>선택</a:t>
            </a:r>
            <a:r>
              <a:rPr lang="en-US" altLang="ko-KR" sz="800" dirty="0"/>
              <a:t>)</a:t>
            </a:r>
          </a:p>
        </p:txBody>
      </p:sp>
      <p:sp>
        <p:nvSpPr>
          <p:cNvPr id="149" name="타원 148">
            <a:extLst>
              <a:ext uri="{FF2B5EF4-FFF2-40B4-BE49-F238E27FC236}">
                <a16:creationId xmlns:a16="http://schemas.microsoft.com/office/drawing/2014/main" id="{BA32894C-267F-4B63-A250-2929097525BE}"/>
              </a:ext>
            </a:extLst>
          </p:cNvPr>
          <p:cNvSpPr/>
          <p:nvPr userDrawn="1"/>
        </p:nvSpPr>
        <p:spPr>
          <a:xfrm>
            <a:off x="1633880" y="8590738"/>
            <a:ext cx="125386" cy="119095"/>
          </a:xfrm>
          <a:prstGeom prst="ellipse">
            <a:avLst/>
          </a:prstGeom>
          <a:solidFill>
            <a:schemeClr val="bg1"/>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0" name="직사각형 149">
            <a:extLst>
              <a:ext uri="{FF2B5EF4-FFF2-40B4-BE49-F238E27FC236}">
                <a16:creationId xmlns:a16="http://schemas.microsoft.com/office/drawing/2014/main" id="{7FC5F25B-BE03-4371-8262-38BFB6CD098E}"/>
              </a:ext>
            </a:extLst>
          </p:cNvPr>
          <p:cNvSpPr/>
          <p:nvPr userDrawn="1"/>
        </p:nvSpPr>
        <p:spPr>
          <a:xfrm>
            <a:off x="8526929" y="8206018"/>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sp>
        <p:nvSpPr>
          <p:cNvPr id="151" name="직사각형 150">
            <a:extLst>
              <a:ext uri="{FF2B5EF4-FFF2-40B4-BE49-F238E27FC236}">
                <a16:creationId xmlns:a16="http://schemas.microsoft.com/office/drawing/2014/main" id="{B1E9980E-8C56-41B0-9A8A-551FA649441D}"/>
              </a:ext>
            </a:extLst>
          </p:cNvPr>
          <p:cNvSpPr/>
          <p:nvPr userDrawn="1"/>
        </p:nvSpPr>
        <p:spPr>
          <a:xfrm>
            <a:off x="8526929" y="8404138"/>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sp>
        <p:nvSpPr>
          <p:cNvPr id="152" name="직사각형 151">
            <a:extLst>
              <a:ext uri="{FF2B5EF4-FFF2-40B4-BE49-F238E27FC236}">
                <a16:creationId xmlns:a16="http://schemas.microsoft.com/office/drawing/2014/main" id="{AE3A769E-11EF-4F80-83CD-41337245984A}"/>
              </a:ext>
            </a:extLst>
          </p:cNvPr>
          <p:cNvSpPr/>
          <p:nvPr userDrawn="1"/>
        </p:nvSpPr>
        <p:spPr>
          <a:xfrm>
            <a:off x="8526929" y="8602258"/>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pic>
        <p:nvPicPr>
          <p:cNvPr id="153" name="그림 152">
            <a:extLst>
              <a:ext uri="{FF2B5EF4-FFF2-40B4-BE49-F238E27FC236}">
                <a16:creationId xmlns:a16="http://schemas.microsoft.com/office/drawing/2014/main" id="{6DC7C269-255D-485B-9F7B-19F89AB33EC6}"/>
              </a:ext>
            </a:extLst>
          </p:cNvPr>
          <p:cNvPicPr>
            <a:picLocks noChangeAspect="1"/>
          </p:cNvPicPr>
          <p:nvPr userDrawn="1"/>
        </p:nvPicPr>
        <p:blipFill rotWithShape="1">
          <a:blip r:embed="rId2" cstate="print">
            <a:extLst>
              <a:ext uri="{28A0092B-C50C-407E-A947-70E740481C1C}">
                <a14:useLocalDpi xmlns:a14="http://schemas.microsoft.com/office/drawing/2010/main" val="0"/>
              </a:ext>
            </a:extLst>
          </a:blip>
          <a:srcRect l="4629" t="3196" r="3195" b="2954"/>
          <a:stretch/>
        </p:blipFill>
        <p:spPr>
          <a:xfrm>
            <a:off x="1633880" y="9134858"/>
            <a:ext cx="144015" cy="146633"/>
          </a:xfrm>
          <a:prstGeom prst="rect">
            <a:avLst/>
          </a:prstGeom>
        </p:spPr>
      </p:pic>
      <p:sp>
        <p:nvSpPr>
          <p:cNvPr id="154" name="직사각형 153">
            <a:extLst>
              <a:ext uri="{FF2B5EF4-FFF2-40B4-BE49-F238E27FC236}">
                <a16:creationId xmlns:a16="http://schemas.microsoft.com/office/drawing/2014/main" id="{9C7271B7-477C-4665-991D-5D1F7A611539}"/>
              </a:ext>
            </a:extLst>
          </p:cNvPr>
          <p:cNvSpPr/>
          <p:nvPr userDrawn="1"/>
        </p:nvSpPr>
        <p:spPr>
          <a:xfrm>
            <a:off x="1734989" y="9095137"/>
            <a:ext cx="4572000" cy="215444"/>
          </a:xfrm>
          <a:prstGeom prst="rect">
            <a:avLst/>
          </a:prstGeom>
        </p:spPr>
        <p:txBody>
          <a:bodyPr>
            <a:spAutoFit/>
          </a:bodyPr>
          <a:lstStyle/>
          <a:p>
            <a:pPr>
              <a:defRPr/>
            </a:pPr>
            <a:r>
              <a:rPr lang="ko-KR" altLang="en-US" sz="800" dirty="0">
                <a:latin typeface="맑은 고딕" panose="020B0503020000020004" pitchFamily="50" charset="-127"/>
              </a:rPr>
              <a:t>상품 </a:t>
            </a:r>
            <a:r>
              <a:rPr lang="ko-KR" altLang="en-US" sz="800" dirty="0" err="1">
                <a:latin typeface="맑은 고딕" panose="020B0503020000020004" pitchFamily="50" charset="-127"/>
              </a:rPr>
              <a:t>판매시</a:t>
            </a:r>
            <a:r>
              <a:rPr lang="ko-KR" altLang="en-US" sz="800" dirty="0">
                <a:latin typeface="맑은 고딕" panose="020B0503020000020004" pitchFamily="50" charset="-127"/>
              </a:rPr>
              <a:t> 약관 동의 </a:t>
            </a:r>
            <a:r>
              <a:rPr lang="en-US" altLang="ko-KR" sz="800" dirty="0"/>
              <a:t>(</a:t>
            </a:r>
            <a:r>
              <a:rPr lang="ko-KR" altLang="en-US" sz="800" dirty="0"/>
              <a:t>필수</a:t>
            </a:r>
            <a:r>
              <a:rPr lang="en-US" altLang="ko-KR" sz="800" dirty="0"/>
              <a:t>)</a:t>
            </a:r>
          </a:p>
        </p:txBody>
      </p:sp>
      <p:sp>
        <p:nvSpPr>
          <p:cNvPr id="155" name="직사각형 154">
            <a:extLst>
              <a:ext uri="{FF2B5EF4-FFF2-40B4-BE49-F238E27FC236}">
                <a16:creationId xmlns:a16="http://schemas.microsoft.com/office/drawing/2014/main" id="{0DF04704-5D3B-4A2A-B858-EB84B297F9A5}"/>
              </a:ext>
            </a:extLst>
          </p:cNvPr>
          <p:cNvSpPr/>
          <p:nvPr userDrawn="1"/>
        </p:nvSpPr>
        <p:spPr>
          <a:xfrm>
            <a:off x="8526929" y="9143940"/>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pic>
        <p:nvPicPr>
          <p:cNvPr id="156" name="그림 155">
            <a:extLst>
              <a:ext uri="{FF2B5EF4-FFF2-40B4-BE49-F238E27FC236}">
                <a16:creationId xmlns:a16="http://schemas.microsoft.com/office/drawing/2014/main" id="{89341A2C-FF36-47E6-B252-CEF4006DC309}"/>
              </a:ext>
            </a:extLst>
          </p:cNvPr>
          <p:cNvPicPr>
            <a:picLocks noChangeAspect="1"/>
          </p:cNvPicPr>
          <p:nvPr userDrawn="1"/>
        </p:nvPicPr>
        <p:blipFill rotWithShape="1">
          <a:blip r:embed="rId2" cstate="print">
            <a:extLst>
              <a:ext uri="{28A0092B-C50C-407E-A947-70E740481C1C}">
                <a14:useLocalDpi xmlns:a14="http://schemas.microsoft.com/office/drawing/2010/main" val="0"/>
              </a:ext>
            </a:extLst>
          </a:blip>
          <a:srcRect l="4629" t="3196" r="3195" b="2954"/>
          <a:stretch/>
        </p:blipFill>
        <p:spPr>
          <a:xfrm>
            <a:off x="1633880" y="9797623"/>
            <a:ext cx="144015" cy="146633"/>
          </a:xfrm>
          <a:prstGeom prst="rect">
            <a:avLst/>
          </a:prstGeom>
        </p:spPr>
      </p:pic>
      <p:sp>
        <p:nvSpPr>
          <p:cNvPr id="157" name="직사각형 156">
            <a:extLst>
              <a:ext uri="{FF2B5EF4-FFF2-40B4-BE49-F238E27FC236}">
                <a16:creationId xmlns:a16="http://schemas.microsoft.com/office/drawing/2014/main" id="{D39F3A5E-350E-45F2-9D19-D9B7F6054B65}"/>
              </a:ext>
            </a:extLst>
          </p:cNvPr>
          <p:cNvSpPr/>
          <p:nvPr userDrawn="1"/>
        </p:nvSpPr>
        <p:spPr>
          <a:xfrm>
            <a:off x="1734989" y="9757902"/>
            <a:ext cx="4572000" cy="215444"/>
          </a:xfrm>
          <a:prstGeom prst="rect">
            <a:avLst/>
          </a:prstGeom>
        </p:spPr>
        <p:txBody>
          <a:bodyPr>
            <a:spAutoFit/>
          </a:bodyPr>
          <a:lstStyle/>
          <a:p>
            <a:pPr>
              <a:defRPr/>
            </a:pPr>
            <a:r>
              <a:rPr lang="ko-KR" altLang="en-US" sz="800" dirty="0">
                <a:latin typeface="맑은 고딕" panose="020B0503020000020004" pitchFamily="50" charset="-127"/>
              </a:rPr>
              <a:t>판매권한 약관 동의 </a:t>
            </a:r>
            <a:r>
              <a:rPr lang="en-US" altLang="ko-KR" sz="800" dirty="0"/>
              <a:t>(</a:t>
            </a:r>
            <a:r>
              <a:rPr lang="ko-KR" altLang="en-US" sz="800" dirty="0"/>
              <a:t>필수</a:t>
            </a:r>
            <a:r>
              <a:rPr lang="en-US" altLang="ko-KR" sz="800" dirty="0"/>
              <a:t>)</a:t>
            </a:r>
          </a:p>
        </p:txBody>
      </p:sp>
      <p:sp>
        <p:nvSpPr>
          <p:cNvPr id="158" name="직사각형 157">
            <a:extLst>
              <a:ext uri="{FF2B5EF4-FFF2-40B4-BE49-F238E27FC236}">
                <a16:creationId xmlns:a16="http://schemas.microsoft.com/office/drawing/2014/main" id="{8C2D9D9F-12CD-4253-A48D-1FBC777C91B4}"/>
              </a:ext>
            </a:extLst>
          </p:cNvPr>
          <p:cNvSpPr/>
          <p:nvPr userDrawn="1"/>
        </p:nvSpPr>
        <p:spPr>
          <a:xfrm>
            <a:off x="8526929" y="9806705"/>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sp>
        <p:nvSpPr>
          <p:cNvPr id="160" name="직사각형 159">
            <a:extLst>
              <a:ext uri="{FF2B5EF4-FFF2-40B4-BE49-F238E27FC236}">
                <a16:creationId xmlns:a16="http://schemas.microsoft.com/office/drawing/2014/main" id="{EADC6012-90C5-4DF7-9541-711DE2223CFA}"/>
              </a:ext>
            </a:extLst>
          </p:cNvPr>
          <p:cNvSpPr/>
          <p:nvPr userDrawn="1"/>
        </p:nvSpPr>
        <p:spPr>
          <a:xfrm>
            <a:off x="1553239" y="8896917"/>
            <a:ext cx="4572000" cy="215444"/>
          </a:xfrm>
          <a:prstGeom prst="rect">
            <a:avLst/>
          </a:prstGeom>
        </p:spPr>
        <p:txBody>
          <a:bodyPr>
            <a:spAutoFit/>
          </a:bodyPr>
          <a:lstStyle/>
          <a:p>
            <a:pPr>
              <a:defRPr/>
            </a:pPr>
            <a:r>
              <a:rPr lang="ko-KR" altLang="en-US" sz="800" b="1" dirty="0"/>
              <a:t>회원사 권한 약관</a:t>
            </a:r>
            <a:endParaRPr lang="en-US" altLang="ko-KR" sz="800" b="1" dirty="0"/>
          </a:p>
        </p:txBody>
      </p:sp>
      <p:sp>
        <p:nvSpPr>
          <p:cNvPr id="161" name="직사각형 160">
            <a:extLst>
              <a:ext uri="{FF2B5EF4-FFF2-40B4-BE49-F238E27FC236}">
                <a16:creationId xmlns:a16="http://schemas.microsoft.com/office/drawing/2014/main" id="{4B98C21D-DFD6-412E-B593-4E2BB606711C}"/>
              </a:ext>
            </a:extLst>
          </p:cNvPr>
          <p:cNvSpPr/>
          <p:nvPr userDrawn="1"/>
        </p:nvSpPr>
        <p:spPr>
          <a:xfrm>
            <a:off x="1553239" y="9558353"/>
            <a:ext cx="4572000" cy="215444"/>
          </a:xfrm>
          <a:prstGeom prst="rect">
            <a:avLst/>
          </a:prstGeom>
        </p:spPr>
        <p:txBody>
          <a:bodyPr>
            <a:spAutoFit/>
          </a:bodyPr>
          <a:lstStyle/>
          <a:p>
            <a:pPr>
              <a:defRPr/>
            </a:pPr>
            <a:r>
              <a:rPr lang="ko-KR" altLang="en-US" sz="800" b="1" dirty="0"/>
              <a:t>판매 권한 약관</a:t>
            </a:r>
            <a:endParaRPr lang="en-US" altLang="ko-KR" sz="800" b="1" dirty="0"/>
          </a:p>
        </p:txBody>
      </p:sp>
      <p:sp>
        <p:nvSpPr>
          <p:cNvPr id="162" name="직사각형 161">
            <a:extLst>
              <a:ext uri="{FF2B5EF4-FFF2-40B4-BE49-F238E27FC236}">
                <a16:creationId xmlns:a16="http://schemas.microsoft.com/office/drawing/2014/main" id="{795CF6A8-7CFF-4029-82B9-88F43C8BF0A0}"/>
              </a:ext>
            </a:extLst>
          </p:cNvPr>
          <p:cNvSpPr/>
          <p:nvPr userDrawn="1"/>
        </p:nvSpPr>
        <p:spPr>
          <a:xfrm>
            <a:off x="1553239" y="7571192"/>
            <a:ext cx="4572000" cy="215444"/>
          </a:xfrm>
          <a:prstGeom prst="rect">
            <a:avLst/>
          </a:prstGeom>
        </p:spPr>
        <p:txBody>
          <a:bodyPr>
            <a:spAutoFit/>
          </a:bodyPr>
          <a:lstStyle/>
          <a:p>
            <a:pPr>
              <a:defRPr/>
            </a:pPr>
            <a:r>
              <a:rPr lang="ko-KR" altLang="en-US" sz="800" b="1" dirty="0"/>
              <a:t>회원 권한 약관</a:t>
            </a:r>
            <a:endParaRPr lang="en-US" altLang="ko-KR" sz="800" b="1" dirty="0"/>
          </a:p>
        </p:txBody>
      </p:sp>
      <p:sp>
        <p:nvSpPr>
          <p:cNvPr id="116" name="사각형: 둥근 모서리 14">
            <a:extLst>
              <a:ext uri="{FF2B5EF4-FFF2-40B4-BE49-F238E27FC236}">
                <a16:creationId xmlns:a16="http://schemas.microsoft.com/office/drawing/2014/main" id="{ED8EEC5C-9926-4AF9-BE83-EFDA3B3643F8}"/>
              </a:ext>
            </a:extLst>
          </p:cNvPr>
          <p:cNvSpPr/>
          <p:nvPr userDrawn="1"/>
        </p:nvSpPr>
        <p:spPr>
          <a:xfrm>
            <a:off x="118741" y="527575"/>
            <a:ext cx="1148071" cy="2478003"/>
          </a:xfrm>
          <a:prstGeom prst="roundRect">
            <a:avLst>
              <a:gd name="adj" fmla="val 4472"/>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l">
              <a:lnSpc>
                <a:spcPct val="150000"/>
              </a:lnSpc>
            </a:pPr>
            <a:r>
              <a:rPr lang="ko-KR" altLang="en-US" sz="800" dirty="0">
                <a:solidFill>
                  <a:schemeClr val="tx1"/>
                </a:solidFill>
              </a:rPr>
              <a:t>○ 주문 목록</a:t>
            </a:r>
            <a:endParaRPr lang="en-US" altLang="ko-KR" sz="800" dirty="0">
              <a:solidFill>
                <a:schemeClr val="tx1"/>
              </a:solidFill>
            </a:endParaRPr>
          </a:p>
          <a:p>
            <a:pPr algn="l">
              <a:lnSpc>
                <a:spcPct val="150000"/>
              </a:lnSpc>
            </a:pPr>
            <a:r>
              <a:rPr lang="en-US" altLang="ko-KR" sz="700" dirty="0">
                <a:solidFill>
                  <a:schemeClr val="tx1"/>
                </a:solidFill>
              </a:rPr>
              <a:t>   - </a:t>
            </a:r>
            <a:r>
              <a:rPr lang="ko-KR" altLang="en-US" sz="700" dirty="0">
                <a:solidFill>
                  <a:schemeClr val="tx1"/>
                </a:solidFill>
              </a:rPr>
              <a:t>결제 완료 </a:t>
            </a:r>
            <a:r>
              <a:rPr lang="en-US" altLang="ko-KR" sz="700" dirty="0">
                <a:solidFill>
                  <a:schemeClr val="tx1"/>
                </a:solidFill>
              </a:rPr>
              <a:t>(5)</a:t>
            </a:r>
          </a:p>
          <a:p>
            <a:pPr algn="l">
              <a:lnSpc>
                <a:spcPct val="150000"/>
              </a:lnSpc>
            </a:pPr>
            <a:r>
              <a:rPr lang="en-US" altLang="ko-KR" sz="700" dirty="0">
                <a:solidFill>
                  <a:schemeClr val="tx1"/>
                </a:solidFill>
              </a:rPr>
              <a:t>   - </a:t>
            </a:r>
            <a:r>
              <a:rPr lang="ko-KR" altLang="en-US" sz="700" dirty="0">
                <a:solidFill>
                  <a:schemeClr val="tx1"/>
                </a:solidFill>
              </a:rPr>
              <a:t>배송 대기 중 </a:t>
            </a:r>
            <a:r>
              <a:rPr lang="en-US" altLang="ko-KR" sz="700" dirty="0">
                <a:solidFill>
                  <a:schemeClr val="tx1"/>
                </a:solidFill>
              </a:rPr>
              <a:t>(1)</a:t>
            </a:r>
          </a:p>
          <a:p>
            <a:pPr algn="l">
              <a:lnSpc>
                <a:spcPct val="150000"/>
              </a:lnSpc>
            </a:pPr>
            <a:r>
              <a:rPr lang="en-US" altLang="ko-KR" sz="700" dirty="0">
                <a:solidFill>
                  <a:schemeClr val="tx1"/>
                </a:solidFill>
              </a:rPr>
              <a:t>   - </a:t>
            </a:r>
            <a:r>
              <a:rPr lang="ko-KR" altLang="en-US" sz="700" dirty="0">
                <a:solidFill>
                  <a:schemeClr val="tx1"/>
                </a:solidFill>
              </a:rPr>
              <a:t>배송 중 </a:t>
            </a:r>
            <a:r>
              <a:rPr lang="en-US" altLang="ko-KR" sz="7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구매확정 </a:t>
            </a:r>
            <a:r>
              <a:rPr lang="en-US" altLang="ko-KR" sz="700" dirty="0">
                <a:solidFill>
                  <a:schemeClr val="tx1"/>
                </a:solidFill>
              </a:rPr>
              <a:t>(5)</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취소 목록 </a:t>
            </a:r>
            <a:r>
              <a:rPr lang="en-US" altLang="ko-KR" sz="8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취소 요청 </a:t>
            </a:r>
            <a:r>
              <a:rPr lang="en-US" altLang="ko-KR" sz="700" dirty="0">
                <a:solidFill>
                  <a:schemeClr val="tx1"/>
                </a:solidFill>
              </a:rPr>
              <a:t>(0)</a:t>
            </a:r>
          </a:p>
          <a:p>
            <a:pPr algn="l">
              <a:lnSpc>
                <a:spcPct val="150000"/>
              </a:lnSpc>
            </a:pPr>
            <a:r>
              <a:rPr lang="en-US" altLang="ko-KR" sz="700" dirty="0">
                <a:solidFill>
                  <a:schemeClr val="tx1"/>
                </a:solidFill>
              </a:rPr>
              <a:t>   - </a:t>
            </a:r>
            <a:r>
              <a:rPr lang="ko-KR" altLang="en-US" sz="700" dirty="0">
                <a:solidFill>
                  <a:schemeClr val="tx1"/>
                </a:solidFill>
              </a:rPr>
              <a:t>취소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반품 목록</a:t>
            </a:r>
            <a:endParaRPr lang="en-US" altLang="ko-KR" sz="800" dirty="0">
              <a:solidFill>
                <a:schemeClr val="tx1"/>
              </a:solidFill>
            </a:endParaRP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반품 신청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반품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교환 목록</a:t>
            </a:r>
            <a:endParaRPr lang="en-US" altLang="ko-KR" sz="800" dirty="0">
              <a:solidFill>
                <a:schemeClr val="tx1"/>
              </a:solidFill>
            </a:endParaRP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교환 신청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700" dirty="0">
                <a:solidFill>
                  <a:schemeClr val="tx1"/>
                </a:solidFill>
              </a:rPr>
              <a:t>   - </a:t>
            </a:r>
            <a:r>
              <a:rPr lang="ko-KR" altLang="en-US" sz="700" dirty="0">
                <a:solidFill>
                  <a:schemeClr val="tx1"/>
                </a:solidFill>
              </a:rPr>
              <a:t>교환 완료 </a:t>
            </a:r>
            <a:r>
              <a:rPr lang="en-US" altLang="ko-KR" sz="700" dirty="0">
                <a:solidFill>
                  <a:schemeClr val="tx1"/>
                </a:solidFill>
              </a:rPr>
              <a:t>(0)</a:t>
            </a: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dirty="0">
              <a:solidFill>
                <a:schemeClr val="tx1"/>
              </a:solidFill>
            </a:endParaRPr>
          </a:p>
          <a:p>
            <a:pPr algn="l">
              <a:lnSpc>
                <a:spcPct val="150000"/>
              </a:lnSpc>
            </a:pPr>
            <a:endParaRPr lang="en-US" altLang="ko-KR" sz="700" dirty="0">
              <a:solidFill>
                <a:schemeClr val="tx1"/>
              </a:solidFill>
            </a:endParaRPr>
          </a:p>
          <a:p>
            <a:pPr algn="l">
              <a:lnSpc>
                <a:spcPct val="150000"/>
              </a:lnSpc>
            </a:pPr>
            <a:endParaRPr lang="en-US" altLang="ko-KR" sz="700" dirty="0">
              <a:solidFill>
                <a:schemeClr val="tx1"/>
              </a:solidFill>
            </a:endParaRPr>
          </a:p>
        </p:txBody>
      </p:sp>
    </p:spTree>
    <p:extLst>
      <p:ext uri="{BB962C8B-B14F-4D97-AF65-F5344CB8AC3E}">
        <p14:creationId xmlns:p14="http://schemas.microsoft.com/office/powerpoint/2010/main" val="425854251"/>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채널관리자 대시보드틀">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8225F826-684D-463B-A0A5-4A12C1744552}"/>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C6F756B5-4EBC-4248-81D8-C076B07E1B41}"/>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2548E36D-20C3-41DF-A717-D0A97107FB97}"/>
              </a:ext>
            </a:extLst>
          </p:cNvPr>
          <p:cNvSpPr/>
          <p:nvPr userDrawn="1"/>
        </p:nvSpPr>
        <p:spPr>
          <a:xfrm>
            <a:off x="41208" y="34272"/>
            <a:ext cx="10071693" cy="39509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a:extLst>
              <a:ext uri="{FF2B5EF4-FFF2-40B4-BE49-F238E27FC236}">
                <a16:creationId xmlns:a16="http://schemas.microsoft.com/office/drawing/2014/main" id="{E5154F2B-C408-43EC-B20B-12EA46C0AD9C}"/>
              </a:ext>
            </a:extLst>
          </p:cNvPr>
          <p:cNvGrpSpPr/>
          <p:nvPr userDrawn="1"/>
        </p:nvGrpSpPr>
        <p:grpSpPr>
          <a:xfrm>
            <a:off x="118741" y="94475"/>
            <a:ext cx="1148071" cy="273280"/>
            <a:chOff x="2843808" y="1955121"/>
            <a:chExt cx="1674813" cy="596970"/>
          </a:xfrm>
          <a:solidFill>
            <a:schemeClr val="bg1">
              <a:lumMod val="95000"/>
            </a:schemeClr>
          </a:solidFill>
        </p:grpSpPr>
        <p:sp>
          <p:nvSpPr>
            <p:cNvPr id="7" name="Border">
              <a:extLst>
                <a:ext uri="{FF2B5EF4-FFF2-40B4-BE49-F238E27FC236}">
                  <a16:creationId xmlns:a16="http://schemas.microsoft.com/office/drawing/2014/main" id="{C4387068-1613-49F6-809E-1BD95F996CF2}"/>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FE3CDE9E-5C35-49F4-9A15-9B127E064CED}"/>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F1752B8C-C929-4720-8B5E-BDAC58F74C97}"/>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TextBox 9">
              <a:extLst>
                <a:ext uri="{FF2B5EF4-FFF2-40B4-BE49-F238E27FC236}">
                  <a16:creationId xmlns:a16="http://schemas.microsoft.com/office/drawing/2014/main" id="{A9DF6609-CB63-406D-A63F-86F406AE4013}"/>
                </a:ext>
              </a:extLst>
            </p:cNvPr>
            <p:cNvSpPr txBox="1"/>
            <p:nvPr/>
          </p:nvSpPr>
          <p:spPr>
            <a:xfrm>
              <a:off x="3335780" y="2018289"/>
              <a:ext cx="690867" cy="470629"/>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1" name="직사각형 10">
            <a:extLst>
              <a:ext uri="{FF2B5EF4-FFF2-40B4-BE49-F238E27FC236}">
                <a16:creationId xmlns:a16="http://schemas.microsoft.com/office/drawing/2014/main" id="{66CDAC52-9A9F-45D8-97E7-5AEFE0243DBB}"/>
              </a:ext>
            </a:extLst>
          </p:cNvPr>
          <p:cNvSpPr/>
          <p:nvPr userDrawn="1"/>
        </p:nvSpPr>
        <p:spPr>
          <a:xfrm>
            <a:off x="7107532" y="104509"/>
            <a:ext cx="2933097" cy="253211"/>
          </a:xfrm>
          <a:prstGeom prst="rect">
            <a:avLst/>
          </a:prstGeom>
        </p:spPr>
        <p:txBody>
          <a:bodyPr wrap="square">
            <a:spAutoFit/>
          </a:bodyPr>
          <a:lstStyle/>
          <a:p>
            <a:pPr algn="r">
              <a:lnSpc>
                <a:spcPct val="150000"/>
              </a:lnSpc>
            </a:pPr>
            <a:r>
              <a:rPr lang="en-US" altLang="ko-KR" sz="800" dirty="0">
                <a:solidFill>
                  <a:schemeClr val="bg1">
                    <a:lumMod val="75000"/>
                  </a:schemeClr>
                </a:solidFill>
                <a:latin typeface="+mj-ea"/>
                <a:ea typeface="+mj-ea"/>
              </a:rPr>
              <a:t> </a:t>
            </a:r>
            <a:r>
              <a:rPr lang="en-US" altLang="ko-KR" sz="800" b="1" dirty="0">
                <a:solidFill>
                  <a:schemeClr val="tx1"/>
                </a:solidFill>
                <a:latin typeface="+mj-ea"/>
                <a:ea typeface="+mj-ea"/>
              </a:rPr>
              <a:t>[ </a:t>
            </a:r>
            <a:r>
              <a:rPr lang="ko-KR" altLang="en-US" sz="800" b="1" dirty="0">
                <a:solidFill>
                  <a:schemeClr val="tx1"/>
                </a:solidFill>
                <a:latin typeface="+mj-ea"/>
                <a:ea typeface="+mj-ea"/>
              </a:rPr>
              <a:t>상호명 </a:t>
            </a:r>
            <a:r>
              <a:rPr lang="en-US" altLang="ko-KR" sz="800" b="1" dirty="0">
                <a:solidFill>
                  <a:schemeClr val="tx1"/>
                </a:solidFill>
                <a:latin typeface="+mj-ea"/>
                <a:ea typeface="+mj-ea"/>
              </a:rPr>
              <a:t>]  </a:t>
            </a:r>
            <a:r>
              <a:rPr lang="ko-KR" altLang="en-US" sz="800" dirty="0" err="1">
                <a:latin typeface="+mj-ea"/>
                <a:ea typeface="+mj-ea"/>
              </a:rPr>
              <a:t>회원명</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sp>
        <p:nvSpPr>
          <p:cNvPr id="12" name="사각형: 둥근 모서리 11">
            <a:extLst>
              <a:ext uri="{FF2B5EF4-FFF2-40B4-BE49-F238E27FC236}">
                <a16:creationId xmlns:a16="http://schemas.microsoft.com/office/drawing/2014/main" id="{71E3C0DC-F4AD-4B3C-8D68-81D4E78B6FCC}"/>
              </a:ext>
            </a:extLst>
          </p:cNvPr>
          <p:cNvSpPr/>
          <p:nvPr userDrawn="1"/>
        </p:nvSpPr>
        <p:spPr>
          <a:xfrm>
            <a:off x="118741" y="567332"/>
            <a:ext cx="1148071" cy="474970"/>
          </a:xfrm>
          <a:prstGeom prst="roundRect">
            <a:avLst>
              <a:gd name="adj" fmla="val 4472"/>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l">
              <a:lnSpc>
                <a:spcPct val="150000"/>
              </a:lnSpc>
            </a:pPr>
            <a:r>
              <a:rPr lang="ko-KR" altLang="en-US" sz="800" dirty="0">
                <a:solidFill>
                  <a:schemeClr val="tx1"/>
                </a:solidFill>
              </a:rPr>
              <a:t>○ 주문관리</a:t>
            </a:r>
            <a:endParaRPr lang="en-US" altLang="ko-KR" sz="800" dirty="0">
              <a:solidFill>
                <a:schemeClr val="tx1"/>
              </a:solidFill>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상품등록</a:t>
            </a:r>
            <a:endParaRPr lang="en-US" altLang="ko-KR" sz="800" dirty="0">
              <a:solidFill>
                <a:schemeClr val="tx1"/>
              </a:solidFill>
            </a:endParaRPr>
          </a:p>
          <a:p>
            <a:pPr algn="l">
              <a:lnSpc>
                <a:spcPct val="150000"/>
              </a:lnSpc>
            </a:pPr>
            <a:endParaRPr lang="en-US" altLang="ko-KR" sz="800" dirty="0">
              <a:solidFill>
                <a:schemeClr val="tx1"/>
              </a:solidFill>
            </a:endParaRPr>
          </a:p>
        </p:txBody>
      </p:sp>
      <p:sp>
        <p:nvSpPr>
          <p:cNvPr id="13" name="사각형: 둥근 모서리 12">
            <a:extLst>
              <a:ext uri="{FF2B5EF4-FFF2-40B4-BE49-F238E27FC236}">
                <a16:creationId xmlns:a16="http://schemas.microsoft.com/office/drawing/2014/main" id="{1388BAAD-C42F-495D-8484-7AC19FC8793E}"/>
              </a:ext>
            </a:extLst>
          </p:cNvPr>
          <p:cNvSpPr/>
          <p:nvPr userDrawn="1"/>
        </p:nvSpPr>
        <p:spPr>
          <a:xfrm>
            <a:off x="1476347" y="170905"/>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주문목록</a:t>
            </a:r>
          </a:p>
        </p:txBody>
      </p:sp>
      <p:sp>
        <p:nvSpPr>
          <p:cNvPr id="14" name="사각형: 둥근 모서리 13">
            <a:extLst>
              <a:ext uri="{FF2B5EF4-FFF2-40B4-BE49-F238E27FC236}">
                <a16:creationId xmlns:a16="http://schemas.microsoft.com/office/drawing/2014/main" id="{6AEFA626-079E-4C14-AFB9-DB60DFF49906}"/>
              </a:ext>
            </a:extLst>
          </p:cNvPr>
          <p:cNvSpPr/>
          <p:nvPr userDrawn="1"/>
        </p:nvSpPr>
        <p:spPr>
          <a:xfrm>
            <a:off x="2296062" y="170905"/>
            <a:ext cx="888569"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회원정보수정</a:t>
            </a:r>
          </a:p>
        </p:txBody>
      </p:sp>
      <p:sp>
        <p:nvSpPr>
          <p:cNvPr id="15" name="사각형: 둥근 모서리 14">
            <a:extLst>
              <a:ext uri="{FF2B5EF4-FFF2-40B4-BE49-F238E27FC236}">
                <a16:creationId xmlns:a16="http://schemas.microsoft.com/office/drawing/2014/main" id="{2F7BB044-83F5-4446-846F-A22B24D58702}"/>
              </a:ext>
            </a:extLst>
          </p:cNvPr>
          <p:cNvSpPr/>
          <p:nvPr userDrawn="1"/>
        </p:nvSpPr>
        <p:spPr>
          <a:xfrm>
            <a:off x="3256190" y="171431"/>
            <a:ext cx="636360"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 포인트</a:t>
            </a:r>
          </a:p>
        </p:txBody>
      </p:sp>
      <p:sp>
        <p:nvSpPr>
          <p:cNvPr id="16" name="사각형: 둥근 모서리 15">
            <a:extLst>
              <a:ext uri="{FF2B5EF4-FFF2-40B4-BE49-F238E27FC236}">
                <a16:creationId xmlns:a16="http://schemas.microsoft.com/office/drawing/2014/main" id="{0E4CC61F-372B-415C-A74D-7F3E6113608B}"/>
              </a:ext>
            </a:extLst>
          </p:cNvPr>
          <p:cNvSpPr/>
          <p:nvPr userDrawn="1"/>
        </p:nvSpPr>
        <p:spPr>
          <a:xfrm>
            <a:off x="4020832" y="170905"/>
            <a:ext cx="842850"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     방문한 채널</a:t>
            </a:r>
          </a:p>
        </p:txBody>
      </p:sp>
      <p:graphicFrame>
        <p:nvGraphicFramePr>
          <p:cNvPr id="17" name="표 20">
            <a:extLst>
              <a:ext uri="{FF2B5EF4-FFF2-40B4-BE49-F238E27FC236}">
                <a16:creationId xmlns:a16="http://schemas.microsoft.com/office/drawing/2014/main" id="{BFCBD7FC-70F0-4E17-AB2B-13BB00E467EB}"/>
              </a:ext>
            </a:extLst>
          </p:cNvPr>
          <p:cNvGraphicFramePr>
            <a:graphicFrameLocks noGrp="1"/>
          </p:cNvGraphicFramePr>
          <p:nvPr userDrawn="1">
            <p:extLst>
              <p:ext uri="{D42A27DB-BD31-4B8C-83A1-F6EECF244321}">
                <p14:modId xmlns:p14="http://schemas.microsoft.com/office/powerpoint/2010/main" val="466534539"/>
              </p:ext>
            </p:extLst>
          </p:nvPr>
        </p:nvGraphicFramePr>
        <p:xfrm>
          <a:off x="40495" y="1178787"/>
          <a:ext cx="1305704" cy="106680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a:t>
                      </a:r>
                      <a:r>
                        <a:rPr lang="en-US" altLang="ko-KR" sz="800" dirty="0"/>
                        <a:t>Shop </a:t>
                      </a:r>
                      <a:r>
                        <a:rPr lang="ko-KR" altLang="en-US" sz="800" dirty="0"/>
                        <a:t>채널관리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상품관리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공동구매 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latinLnBrk="1"/>
                      <a:r>
                        <a:rPr lang="ko-KR" altLang="en-US" sz="800" dirty="0"/>
                        <a:t>○ 주문관리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정산관리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878359119"/>
                  </a:ext>
                </a:extLst>
              </a:tr>
            </a:tbl>
          </a:graphicData>
        </a:graphic>
      </p:graphicFrame>
      <p:sp>
        <p:nvSpPr>
          <p:cNvPr id="21" name="웃는 얼굴 20">
            <a:extLst>
              <a:ext uri="{FF2B5EF4-FFF2-40B4-BE49-F238E27FC236}">
                <a16:creationId xmlns:a16="http://schemas.microsoft.com/office/drawing/2014/main" id="{80E8EC7B-E555-4F1B-A145-15139B57B6A8}"/>
              </a:ext>
            </a:extLst>
          </p:cNvPr>
          <p:cNvSpPr/>
          <p:nvPr userDrawn="1"/>
        </p:nvSpPr>
        <p:spPr>
          <a:xfrm>
            <a:off x="1529408" y="20777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 name="웃는 얼굴 21">
            <a:extLst>
              <a:ext uri="{FF2B5EF4-FFF2-40B4-BE49-F238E27FC236}">
                <a16:creationId xmlns:a16="http://schemas.microsoft.com/office/drawing/2014/main" id="{371E0863-38F2-4722-860A-8EA0999C3647}"/>
              </a:ext>
            </a:extLst>
          </p:cNvPr>
          <p:cNvSpPr/>
          <p:nvPr userDrawn="1"/>
        </p:nvSpPr>
        <p:spPr>
          <a:xfrm>
            <a:off x="2348177" y="20534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 name="웃는 얼굴 22">
            <a:extLst>
              <a:ext uri="{FF2B5EF4-FFF2-40B4-BE49-F238E27FC236}">
                <a16:creationId xmlns:a16="http://schemas.microsoft.com/office/drawing/2014/main" id="{D3B1541D-4AF8-442C-8751-DD0E38D01C78}"/>
              </a:ext>
            </a:extLst>
          </p:cNvPr>
          <p:cNvSpPr/>
          <p:nvPr userDrawn="1"/>
        </p:nvSpPr>
        <p:spPr>
          <a:xfrm>
            <a:off x="3315372" y="20291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웃는 얼굴 23">
            <a:extLst>
              <a:ext uri="{FF2B5EF4-FFF2-40B4-BE49-F238E27FC236}">
                <a16:creationId xmlns:a16="http://schemas.microsoft.com/office/drawing/2014/main" id="{51D881BF-663E-47E2-B7F0-623FE6B0FF9F}"/>
              </a:ext>
            </a:extLst>
          </p:cNvPr>
          <p:cNvSpPr/>
          <p:nvPr userDrawn="1"/>
        </p:nvSpPr>
        <p:spPr>
          <a:xfrm>
            <a:off x="4084904" y="213898"/>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53" name="표 20">
            <a:extLst>
              <a:ext uri="{FF2B5EF4-FFF2-40B4-BE49-F238E27FC236}">
                <a16:creationId xmlns:a16="http://schemas.microsoft.com/office/drawing/2014/main" id="{CD62D7E6-4B4D-4C70-BF28-B695B64B61D5}"/>
              </a:ext>
            </a:extLst>
          </p:cNvPr>
          <p:cNvGraphicFramePr>
            <a:graphicFrameLocks noGrp="1"/>
          </p:cNvGraphicFramePr>
          <p:nvPr userDrawn="1">
            <p:extLst>
              <p:ext uri="{D42A27DB-BD31-4B8C-83A1-F6EECF244321}">
                <p14:modId xmlns:p14="http://schemas.microsoft.com/office/powerpoint/2010/main" val="3206096741"/>
              </p:ext>
            </p:extLst>
          </p:nvPr>
        </p:nvGraphicFramePr>
        <p:xfrm>
          <a:off x="48089" y="3141314"/>
          <a:ext cx="1305704" cy="128016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정보관리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서브관리자관리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발주담당관리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latinLnBrk="1"/>
                      <a:r>
                        <a:rPr lang="ko-KR" altLang="en-US" sz="800" dirty="0"/>
                        <a:t>○ 포인트관리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a:t>
                      </a:r>
                      <a:r>
                        <a:rPr lang="ko-KR" altLang="en-US" sz="800" dirty="0" err="1"/>
                        <a:t>배송비설정</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취소</a:t>
                      </a:r>
                      <a:r>
                        <a:rPr lang="en-US" altLang="ko-KR" sz="800" dirty="0"/>
                        <a:t>/</a:t>
                      </a:r>
                      <a:r>
                        <a:rPr lang="ko-KR" altLang="en-US" sz="800" dirty="0"/>
                        <a:t>환불안내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bl>
          </a:graphicData>
        </a:graphic>
      </p:graphicFrame>
      <p:sp>
        <p:nvSpPr>
          <p:cNvPr id="54" name="TextBox 53">
            <a:extLst>
              <a:ext uri="{FF2B5EF4-FFF2-40B4-BE49-F238E27FC236}">
                <a16:creationId xmlns:a16="http://schemas.microsoft.com/office/drawing/2014/main" id="{2BEEB98B-62C8-4A89-AEC3-BA0C86BFE590}"/>
              </a:ext>
            </a:extLst>
          </p:cNvPr>
          <p:cNvSpPr txBox="1"/>
          <p:nvPr userDrawn="1"/>
        </p:nvSpPr>
        <p:spPr>
          <a:xfrm rot="10800000">
            <a:off x="1078469" y="1170836"/>
            <a:ext cx="276038" cy="246221"/>
          </a:xfrm>
          <a:prstGeom prst="rect">
            <a:avLst/>
          </a:prstGeom>
          <a:noFill/>
        </p:spPr>
        <p:txBody>
          <a:bodyPr wrap="none" rtlCol="0">
            <a:spAutoFit/>
          </a:bodyPr>
          <a:lstStyle/>
          <a:p>
            <a:r>
              <a:rPr lang="ko-KR" altLang="en-US" sz="1000" b="1" dirty="0"/>
              <a:t>∨</a:t>
            </a:r>
          </a:p>
        </p:txBody>
      </p:sp>
      <p:sp>
        <p:nvSpPr>
          <p:cNvPr id="59" name="TextBox 58">
            <a:extLst>
              <a:ext uri="{FF2B5EF4-FFF2-40B4-BE49-F238E27FC236}">
                <a16:creationId xmlns:a16="http://schemas.microsoft.com/office/drawing/2014/main" id="{CB9FC12E-AC4C-45F6-9E8D-BC75E7395304}"/>
              </a:ext>
            </a:extLst>
          </p:cNvPr>
          <p:cNvSpPr txBox="1"/>
          <p:nvPr userDrawn="1"/>
        </p:nvSpPr>
        <p:spPr>
          <a:xfrm rot="10800000">
            <a:off x="1080745" y="1381815"/>
            <a:ext cx="276038" cy="246221"/>
          </a:xfrm>
          <a:prstGeom prst="rect">
            <a:avLst/>
          </a:prstGeom>
          <a:noFill/>
        </p:spPr>
        <p:txBody>
          <a:bodyPr wrap="none" rtlCol="0">
            <a:spAutoFit/>
          </a:bodyPr>
          <a:lstStyle/>
          <a:p>
            <a:r>
              <a:rPr lang="ko-KR" altLang="en-US" sz="1000" b="1" dirty="0"/>
              <a:t>∨</a:t>
            </a:r>
          </a:p>
        </p:txBody>
      </p:sp>
      <p:sp>
        <p:nvSpPr>
          <p:cNvPr id="60" name="TextBox 59">
            <a:extLst>
              <a:ext uri="{FF2B5EF4-FFF2-40B4-BE49-F238E27FC236}">
                <a16:creationId xmlns:a16="http://schemas.microsoft.com/office/drawing/2014/main" id="{9A24F7B9-2663-40E2-B5F5-8625EC03D09A}"/>
              </a:ext>
            </a:extLst>
          </p:cNvPr>
          <p:cNvSpPr txBox="1"/>
          <p:nvPr userDrawn="1"/>
        </p:nvSpPr>
        <p:spPr>
          <a:xfrm rot="10800000">
            <a:off x="1078468" y="1598765"/>
            <a:ext cx="276038" cy="246221"/>
          </a:xfrm>
          <a:prstGeom prst="rect">
            <a:avLst/>
          </a:prstGeom>
          <a:noFill/>
        </p:spPr>
        <p:txBody>
          <a:bodyPr wrap="none" rtlCol="0">
            <a:spAutoFit/>
          </a:bodyPr>
          <a:lstStyle/>
          <a:p>
            <a:r>
              <a:rPr lang="ko-KR" altLang="en-US" sz="1000" b="1" dirty="0"/>
              <a:t>∨</a:t>
            </a:r>
          </a:p>
        </p:txBody>
      </p:sp>
      <p:sp>
        <p:nvSpPr>
          <p:cNvPr id="61" name="TextBox 60">
            <a:extLst>
              <a:ext uri="{FF2B5EF4-FFF2-40B4-BE49-F238E27FC236}">
                <a16:creationId xmlns:a16="http://schemas.microsoft.com/office/drawing/2014/main" id="{71729E52-58F2-4DD3-A2CC-0ADFB8D9775C}"/>
              </a:ext>
            </a:extLst>
          </p:cNvPr>
          <p:cNvSpPr txBox="1"/>
          <p:nvPr userDrawn="1"/>
        </p:nvSpPr>
        <p:spPr>
          <a:xfrm rot="10800000">
            <a:off x="1080093" y="1831065"/>
            <a:ext cx="276038" cy="246221"/>
          </a:xfrm>
          <a:prstGeom prst="rect">
            <a:avLst/>
          </a:prstGeom>
          <a:noFill/>
        </p:spPr>
        <p:txBody>
          <a:bodyPr wrap="none" rtlCol="0">
            <a:spAutoFit/>
          </a:bodyPr>
          <a:lstStyle/>
          <a:p>
            <a:r>
              <a:rPr lang="ko-KR" altLang="en-US" sz="1000" b="1" dirty="0"/>
              <a:t>∨</a:t>
            </a:r>
          </a:p>
        </p:txBody>
      </p:sp>
      <p:sp>
        <p:nvSpPr>
          <p:cNvPr id="18" name="직사각형 17">
            <a:extLst>
              <a:ext uri="{FF2B5EF4-FFF2-40B4-BE49-F238E27FC236}">
                <a16:creationId xmlns:a16="http://schemas.microsoft.com/office/drawing/2014/main" id="{803128F8-3F03-4CC5-B2C7-F5EFE369540C}"/>
              </a:ext>
            </a:extLst>
          </p:cNvPr>
          <p:cNvSpPr/>
          <p:nvPr userDrawn="1"/>
        </p:nvSpPr>
        <p:spPr>
          <a:xfrm>
            <a:off x="41208" y="429370"/>
            <a:ext cx="1304991"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5" name="TextBox 64">
            <a:extLst>
              <a:ext uri="{FF2B5EF4-FFF2-40B4-BE49-F238E27FC236}">
                <a16:creationId xmlns:a16="http://schemas.microsoft.com/office/drawing/2014/main" id="{FF063B65-4BAA-42EE-8CAA-45CEB4CE3FA0}"/>
              </a:ext>
            </a:extLst>
          </p:cNvPr>
          <p:cNvSpPr txBox="1"/>
          <p:nvPr userDrawn="1"/>
        </p:nvSpPr>
        <p:spPr>
          <a:xfrm>
            <a:off x="40495" y="2905534"/>
            <a:ext cx="631904" cy="215444"/>
          </a:xfrm>
          <a:prstGeom prst="rect">
            <a:avLst/>
          </a:prstGeom>
          <a:noFill/>
        </p:spPr>
        <p:txBody>
          <a:bodyPr wrap="none" rtlCol="0">
            <a:spAutoFit/>
          </a:bodyPr>
          <a:lstStyle/>
          <a:p>
            <a:r>
              <a:rPr lang="ko-KR" altLang="en-US" sz="800" b="1" dirty="0">
                <a:solidFill>
                  <a:schemeClr val="bg1">
                    <a:lumMod val="65000"/>
                  </a:schemeClr>
                </a:solidFill>
              </a:rPr>
              <a:t> 환경설정</a:t>
            </a:r>
          </a:p>
        </p:txBody>
      </p:sp>
      <p:sp>
        <p:nvSpPr>
          <p:cNvPr id="28" name="직사각형 27">
            <a:extLst>
              <a:ext uri="{FF2B5EF4-FFF2-40B4-BE49-F238E27FC236}">
                <a16:creationId xmlns:a16="http://schemas.microsoft.com/office/drawing/2014/main" id="{AEA6788D-1DC2-4508-A9C6-E439E2163C67}"/>
              </a:ext>
            </a:extLst>
          </p:cNvPr>
          <p:cNvSpPr/>
          <p:nvPr userDrawn="1"/>
        </p:nvSpPr>
        <p:spPr>
          <a:xfrm>
            <a:off x="9271463" y="429370"/>
            <a:ext cx="840725"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 name="직사각형 28">
            <a:extLst>
              <a:ext uri="{FF2B5EF4-FFF2-40B4-BE49-F238E27FC236}">
                <a16:creationId xmlns:a16="http://schemas.microsoft.com/office/drawing/2014/main" id="{8FC459BA-DDA5-4574-9673-19BB147A9553}"/>
              </a:ext>
            </a:extLst>
          </p:cNvPr>
          <p:cNvSpPr/>
          <p:nvPr userDrawn="1"/>
        </p:nvSpPr>
        <p:spPr>
          <a:xfrm>
            <a:off x="9375639" y="540420"/>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0" name="직사각형 29">
            <a:extLst>
              <a:ext uri="{FF2B5EF4-FFF2-40B4-BE49-F238E27FC236}">
                <a16:creationId xmlns:a16="http://schemas.microsoft.com/office/drawing/2014/main" id="{5DBF2C15-0320-4283-999F-6CC5C5597C63}"/>
              </a:ext>
            </a:extLst>
          </p:cNvPr>
          <p:cNvSpPr/>
          <p:nvPr userDrawn="1"/>
        </p:nvSpPr>
        <p:spPr>
          <a:xfrm>
            <a:off x="9375639" y="847737"/>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1" name="직사각형 30">
            <a:extLst>
              <a:ext uri="{FF2B5EF4-FFF2-40B4-BE49-F238E27FC236}">
                <a16:creationId xmlns:a16="http://schemas.microsoft.com/office/drawing/2014/main" id="{8AD11893-F082-4739-91B8-FC520BBB38EF}"/>
              </a:ext>
            </a:extLst>
          </p:cNvPr>
          <p:cNvSpPr/>
          <p:nvPr userDrawn="1"/>
        </p:nvSpPr>
        <p:spPr>
          <a:xfrm>
            <a:off x="9375639" y="1155054"/>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2" name="직사각형 31">
            <a:extLst>
              <a:ext uri="{FF2B5EF4-FFF2-40B4-BE49-F238E27FC236}">
                <a16:creationId xmlns:a16="http://schemas.microsoft.com/office/drawing/2014/main" id="{29D27B69-3DBC-4F71-818B-B2D2BF0A7D67}"/>
              </a:ext>
            </a:extLst>
          </p:cNvPr>
          <p:cNvSpPr/>
          <p:nvPr userDrawn="1"/>
        </p:nvSpPr>
        <p:spPr>
          <a:xfrm>
            <a:off x="9375639" y="1462371"/>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3" name="직사각형 32">
            <a:extLst>
              <a:ext uri="{FF2B5EF4-FFF2-40B4-BE49-F238E27FC236}">
                <a16:creationId xmlns:a16="http://schemas.microsoft.com/office/drawing/2014/main" id="{F976BDC3-64C4-4B72-8B74-07B342E0FDF4}"/>
              </a:ext>
            </a:extLst>
          </p:cNvPr>
          <p:cNvSpPr/>
          <p:nvPr userDrawn="1"/>
        </p:nvSpPr>
        <p:spPr>
          <a:xfrm>
            <a:off x="9375639" y="1769688"/>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4" name="직사각형 33">
            <a:extLst>
              <a:ext uri="{FF2B5EF4-FFF2-40B4-BE49-F238E27FC236}">
                <a16:creationId xmlns:a16="http://schemas.microsoft.com/office/drawing/2014/main" id="{4EA4D690-D428-41EA-AF92-343E51FCC28A}"/>
              </a:ext>
            </a:extLst>
          </p:cNvPr>
          <p:cNvSpPr/>
          <p:nvPr userDrawn="1"/>
        </p:nvSpPr>
        <p:spPr>
          <a:xfrm>
            <a:off x="9375639" y="2077005"/>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5" name="직사각형 34">
            <a:extLst>
              <a:ext uri="{FF2B5EF4-FFF2-40B4-BE49-F238E27FC236}">
                <a16:creationId xmlns:a16="http://schemas.microsoft.com/office/drawing/2014/main" id="{0C2401E4-E6CA-4BC8-95B5-B0327731117F}"/>
              </a:ext>
            </a:extLst>
          </p:cNvPr>
          <p:cNvSpPr/>
          <p:nvPr userDrawn="1"/>
        </p:nvSpPr>
        <p:spPr>
          <a:xfrm>
            <a:off x="9375639" y="2384322"/>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6" name="직사각형 35">
            <a:extLst>
              <a:ext uri="{FF2B5EF4-FFF2-40B4-BE49-F238E27FC236}">
                <a16:creationId xmlns:a16="http://schemas.microsoft.com/office/drawing/2014/main" id="{EEA4FCCE-BD96-4CBC-9EE9-406F4BCBBD7E}"/>
              </a:ext>
            </a:extLst>
          </p:cNvPr>
          <p:cNvSpPr/>
          <p:nvPr userDrawn="1"/>
        </p:nvSpPr>
        <p:spPr>
          <a:xfrm>
            <a:off x="9375639" y="2691639"/>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grpSp>
        <p:nvGrpSpPr>
          <p:cNvPr id="2" name="그룹 1">
            <a:extLst>
              <a:ext uri="{FF2B5EF4-FFF2-40B4-BE49-F238E27FC236}">
                <a16:creationId xmlns:a16="http://schemas.microsoft.com/office/drawing/2014/main" id="{09E2B9B4-F910-46AF-886A-63D29E8EB593}"/>
              </a:ext>
            </a:extLst>
          </p:cNvPr>
          <p:cNvGrpSpPr/>
          <p:nvPr userDrawn="1"/>
        </p:nvGrpSpPr>
        <p:grpSpPr>
          <a:xfrm>
            <a:off x="1442922" y="527576"/>
            <a:ext cx="7774753" cy="732442"/>
            <a:chOff x="1442922" y="527576"/>
            <a:chExt cx="7774753" cy="732442"/>
          </a:xfrm>
        </p:grpSpPr>
        <p:sp>
          <p:nvSpPr>
            <p:cNvPr id="38" name="사각형: 둥근 모서리 37">
              <a:extLst>
                <a:ext uri="{FF2B5EF4-FFF2-40B4-BE49-F238E27FC236}">
                  <a16:creationId xmlns:a16="http://schemas.microsoft.com/office/drawing/2014/main" id="{082E5369-4ACB-475F-9AD0-A7D039A93DF3}"/>
                </a:ext>
              </a:extLst>
            </p:cNvPr>
            <p:cNvSpPr/>
            <p:nvPr/>
          </p:nvSpPr>
          <p:spPr>
            <a:xfrm>
              <a:off x="1442922" y="527576"/>
              <a:ext cx="7774753" cy="732442"/>
            </a:xfrm>
            <a:prstGeom prst="roundRect">
              <a:avLst>
                <a:gd name="adj" fmla="val 3328"/>
              </a:avLst>
            </a:prstGeom>
            <a:solidFill>
              <a:srgbClr val="4B525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9" name="타원 38">
              <a:extLst>
                <a:ext uri="{FF2B5EF4-FFF2-40B4-BE49-F238E27FC236}">
                  <a16:creationId xmlns:a16="http://schemas.microsoft.com/office/drawing/2014/main" id="{630915EC-D1BA-4CA5-8071-36A67284A014}"/>
                </a:ext>
              </a:extLst>
            </p:cNvPr>
            <p:cNvSpPr/>
            <p:nvPr/>
          </p:nvSpPr>
          <p:spPr>
            <a:xfrm>
              <a:off x="1612575" y="667810"/>
              <a:ext cx="452430" cy="446277"/>
            </a:xfrm>
            <a:prstGeom prst="ellipse">
              <a:avLst/>
            </a:prstGeom>
            <a:solidFill>
              <a:schemeClr val="accent1">
                <a:lumMod val="20000"/>
                <a:lumOff val="80000"/>
              </a:schemeClr>
            </a:solidFill>
            <a:ln>
              <a:solidFill>
                <a:srgbClr val="4B52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0" name="TextBox 39">
              <a:extLst>
                <a:ext uri="{FF2B5EF4-FFF2-40B4-BE49-F238E27FC236}">
                  <a16:creationId xmlns:a16="http://schemas.microsoft.com/office/drawing/2014/main" id="{38BF25B5-13D1-4ED7-9619-9367587B7D56}"/>
                </a:ext>
              </a:extLst>
            </p:cNvPr>
            <p:cNvSpPr txBox="1"/>
            <p:nvPr/>
          </p:nvSpPr>
          <p:spPr>
            <a:xfrm>
              <a:off x="2024704" y="670884"/>
              <a:ext cx="569387" cy="446276"/>
            </a:xfrm>
            <a:prstGeom prst="rect">
              <a:avLst/>
            </a:prstGeom>
            <a:noFill/>
          </p:spPr>
          <p:txBody>
            <a:bodyPr wrap="none" rtlCol="0" anchor="ctr" anchorCtr="0">
              <a:spAutoFit/>
            </a:bodyPr>
            <a:lstStyle/>
            <a:p>
              <a:r>
                <a:rPr lang="ko-KR" altLang="en-US" sz="700" b="1" dirty="0">
                  <a:solidFill>
                    <a:schemeClr val="bg1"/>
                  </a:solidFill>
                </a:rPr>
                <a:t>전체</a:t>
              </a:r>
              <a:endParaRPr lang="en-US" altLang="ko-KR" sz="700" b="1" dirty="0">
                <a:solidFill>
                  <a:schemeClr val="bg1"/>
                </a:solidFill>
              </a:endParaRPr>
            </a:p>
            <a:p>
              <a:r>
                <a:rPr lang="en-US" altLang="ko-KR" sz="1600" b="1" dirty="0">
                  <a:solidFill>
                    <a:schemeClr val="bg1"/>
                  </a:solidFill>
                </a:rPr>
                <a:t>42</a:t>
              </a:r>
              <a:r>
                <a:rPr lang="en-US" altLang="ko-KR" sz="1000" b="1" dirty="0">
                  <a:solidFill>
                    <a:schemeClr val="bg1"/>
                  </a:solidFill>
                </a:rPr>
                <a:t> </a:t>
              </a:r>
              <a:r>
                <a:rPr lang="ko-KR" altLang="en-US" sz="800" b="1" dirty="0">
                  <a:solidFill>
                    <a:schemeClr val="bg1"/>
                  </a:solidFill>
                </a:rPr>
                <a:t>건</a:t>
              </a:r>
            </a:p>
          </p:txBody>
        </p:sp>
        <p:sp>
          <p:nvSpPr>
            <p:cNvPr id="41" name="타원 40">
              <a:extLst>
                <a:ext uri="{FF2B5EF4-FFF2-40B4-BE49-F238E27FC236}">
                  <a16:creationId xmlns:a16="http://schemas.microsoft.com/office/drawing/2014/main" id="{BF99BAF5-2062-4FBE-BBC4-5194D75B76E0}"/>
                </a:ext>
              </a:extLst>
            </p:cNvPr>
            <p:cNvSpPr/>
            <p:nvPr/>
          </p:nvSpPr>
          <p:spPr>
            <a:xfrm>
              <a:off x="2680826" y="667810"/>
              <a:ext cx="452430" cy="446277"/>
            </a:xfrm>
            <a:prstGeom prst="ellipse">
              <a:avLst/>
            </a:prstGeom>
            <a:solidFill>
              <a:schemeClr val="accent1">
                <a:lumMod val="20000"/>
                <a:lumOff val="80000"/>
              </a:schemeClr>
            </a:solidFill>
            <a:ln>
              <a:solidFill>
                <a:srgbClr val="4B52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2" name="TextBox 41">
              <a:extLst>
                <a:ext uri="{FF2B5EF4-FFF2-40B4-BE49-F238E27FC236}">
                  <a16:creationId xmlns:a16="http://schemas.microsoft.com/office/drawing/2014/main" id="{FEE4D932-63B8-4038-9EB0-2C2076C6B547}"/>
                </a:ext>
              </a:extLst>
            </p:cNvPr>
            <p:cNvSpPr txBox="1"/>
            <p:nvPr/>
          </p:nvSpPr>
          <p:spPr>
            <a:xfrm>
              <a:off x="3092955" y="670884"/>
              <a:ext cx="569387" cy="446276"/>
            </a:xfrm>
            <a:prstGeom prst="rect">
              <a:avLst/>
            </a:prstGeom>
            <a:noFill/>
          </p:spPr>
          <p:txBody>
            <a:bodyPr wrap="none" rtlCol="0" anchor="ctr" anchorCtr="0">
              <a:spAutoFit/>
            </a:bodyPr>
            <a:lstStyle/>
            <a:p>
              <a:r>
                <a:rPr lang="ko-KR" altLang="en-US" sz="700" b="1" dirty="0">
                  <a:solidFill>
                    <a:schemeClr val="bg1"/>
                  </a:solidFill>
                </a:rPr>
                <a:t>결제완료</a:t>
              </a:r>
              <a:endParaRPr lang="en-US" altLang="ko-KR" sz="700" b="1" dirty="0">
                <a:solidFill>
                  <a:schemeClr val="bg1"/>
                </a:solidFill>
              </a:endParaRPr>
            </a:p>
            <a:p>
              <a:r>
                <a:rPr lang="en-US" altLang="ko-KR" sz="1600" b="1" dirty="0">
                  <a:solidFill>
                    <a:schemeClr val="bg1"/>
                  </a:solidFill>
                </a:rPr>
                <a:t>14</a:t>
              </a:r>
              <a:r>
                <a:rPr lang="en-US" altLang="ko-KR" sz="1000" b="1" dirty="0">
                  <a:solidFill>
                    <a:schemeClr val="bg1"/>
                  </a:solidFill>
                </a:rPr>
                <a:t> </a:t>
              </a:r>
              <a:r>
                <a:rPr lang="ko-KR" altLang="en-US" sz="800" b="1" dirty="0">
                  <a:solidFill>
                    <a:schemeClr val="bg1"/>
                  </a:solidFill>
                </a:rPr>
                <a:t>건</a:t>
              </a:r>
            </a:p>
          </p:txBody>
        </p:sp>
        <p:sp>
          <p:nvSpPr>
            <p:cNvPr id="43" name="타원 42">
              <a:extLst>
                <a:ext uri="{FF2B5EF4-FFF2-40B4-BE49-F238E27FC236}">
                  <a16:creationId xmlns:a16="http://schemas.microsoft.com/office/drawing/2014/main" id="{9BA8FAAC-21DE-4C5A-8F48-42B9D4CA4785}"/>
                </a:ext>
              </a:extLst>
            </p:cNvPr>
            <p:cNvSpPr/>
            <p:nvPr/>
          </p:nvSpPr>
          <p:spPr>
            <a:xfrm>
              <a:off x="3825332" y="667810"/>
              <a:ext cx="452430" cy="446277"/>
            </a:xfrm>
            <a:prstGeom prst="ellipse">
              <a:avLst/>
            </a:prstGeom>
            <a:solidFill>
              <a:schemeClr val="accent1">
                <a:lumMod val="20000"/>
                <a:lumOff val="80000"/>
              </a:schemeClr>
            </a:solidFill>
            <a:ln>
              <a:solidFill>
                <a:srgbClr val="4B52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4" name="TextBox 43">
              <a:extLst>
                <a:ext uri="{FF2B5EF4-FFF2-40B4-BE49-F238E27FC236}">
                  <a16:creationId xmlns:a16="http://schemas.microsoft.com/office/drawing/2014/main" id="{5AE80A64-A6ED-4EBB-85E7-F61CBF155352}"/>
                </a:ext>
              </a:extLst>
            </p:cNvPr>
            <p:cNvSpPr txBox="1"/>
            <p:nvPr/>
          </p:nvSpPr>
          <p:spPr>
            <a:xfrm>
              <a:off x="4237461" y="670884"/>
              <a:ext cx="633507" cy="446276"/>
            </a:xfrm>
            <a:prstGeom prst="rect">
              <a:avLst/>
            </a:prstGeom>
            <a:noFill/>
          </p:spPr>
          <p:txBody>
            <a:bodyPr wrap="none" rtlCol="0" anchor="ctr" anchorCtr="0">
              <a:spAutoFit/>
            </a:bodyPr>
            <a:lstStyle/>
            <a:p>
              <a:r>
                <a:rPr lang="ko-KR" altLang="en-US" sz="700" b="1" dirty="0" err="1">
                  <a:solidFill>
                    <a:schemeClr val="bg1"/>
                  </a:solidFill>
                </a:rPr>
                <a:t>배송대기중</a:t>
              </a:r>
              <a:endParaRPr lang="en-US" altLang="ko-KR" sz="700" b="1" dirty="0">
                <a:solidFill>
                  <a:schemeClr val="bg1"/>
                </a:solidFill>
              </a:endParaRPr>
            </a:p>
            <a:p>
              <a:r>
                <a:rPr lang="en-US" altLang="ko-KR" sz="1600" b="1" dirty="0">
                  <a:solidFill>
                    <a:schemeClr val="bg1"/>
                  </a:solidFill>
                </a:rPr>
                <a:t>11</a:t>
              </a:r>
              <a:r>
                <a:rPr lang="en-US" altLang="ko-KR" sz="1000" b="1" dirty="0">
                  <a:solidFill>
                    <a:schemeClr val="bg1"/>
                  </a:solidFill>
                </a:rPr>
                <a:t> </a:t>
              </a:r>
              <a:r>
                <a:rPr lang="ko-KR" altLang="en-US" sz="800" b="1" dirty="0">
                  <a:solidFill>
                    <a:schemeClr val="bg1"/>
                  </a:solidFill>
                </a:rPr>
                <a:t>건</a:t>
              </a:r>
            </a:p>
          </p:txBody>
        </p:sp>
        <p:sp>
          <p:nvSpPr>
            <p:cNvPr id="45" name="타원 44">
              <a:extLst>
                <a:ext uri="{FF2B5EF4-FFF2-40B4-BE49-F238E27FC236}">
                  <a16:creationId xmlns:a16="http://schemas.microsoft.com/office/drawing/2014/main" id="{6B4E9AC5-2074-4D79-A31D-49C91C04843C}"/>
                </a:ext>
              </a:extLst>
            </p:cNvPr>
            <p:cNvSpPr/>
            <p:nvPr/>
          </p:nvSpPr>
          <p:spPr>
            <a:xfrm>
              <a:off x="4902176" y="661459"/>
              <a:ext cx="452430" cy="446277"/>
            </a:xfrm>
            <a:prstGeom prst="ellipse">
              <a:avLst/>
            </a:prstGeom>
            <a:solidFill>
              <a:schemeClr val="accent1">
                <a:lumMod val="20000"/>
                <a:lumOff val="80000"/>
              </a:schemeClr>
            </a:solidFill>
            <a:ln>
              <a:solidFill>
                <a:srgbClr val="4B52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6" name="TextBox 45">
              <a:extLst>
                <a:ext uri="{FF2B5EF4-FFF2-40B4-BE49-F238E27FC236}">
                  <a16:creationId xmlns:a16="http://schemas.microsoft.com/office/drawing/2014/main" id="{1244A1F9-DD60-4C21-B3F3-95AF062168C4}"/>
                </a:ext>
              </a:extLst>
            </p:cNvPr>
            <p:cNvSpPr txBox="1"/>
            <p:nvPr/>
          </p:nvSpPr>
          <p:spPr>
            <a:xfrm>
              <a:off x="5314305" y="664533"/>
              <a:ext cx="453970" cy="446276"/>
            </a:xfrm>
            <a:prstGeom prst="rect">
              <a:avLst/>
            </a:prstGeom>
            <a:noFill/>
          </p:spPr>
          <p:txBody>
            <a:bodyPr wrap="none" rtlCol="0" anchor="ctr" anchorCtr="0">
              <a:spAutoFit/>
            </a:bodyPr>
            <a:lstStyle/>
            <a:p>
              <a:r>
                <a:rPr lang="ko-KR" altLang="en-US" sz="700" b="1" dirty="0" err="1">
                  <a:solidFill>
                    <a:schemeClr val="bg1"/>
                  </a:solidFill>
                </a:rPr>
                <a:t>배송중</a:t>
              </a:r>
              <a:endParaRPr lang="en-US" altLang="ko-KR" sz="700" b="1" dirty="0">
                <a:solidFill>
                  <a:schemeClr val="bg1"/>
                </a:solidFill>
              </a:endParaRPr>
            </a:p>
            <a:p>
              <a:r>
                <a:rPr lang="en-US" altLang="ko-KR" sz="1600" b="1" dirty="0">
                  <a:solidFill>
                    <a:schemeClr val="bg1"/>
                  </a:solidFill>
                </a:rPr>
                <a:t>2</a:t>
              </a:r>
              <a:r>
                <a:rPr lang="en-US" altLang="ko-KR" sz="1000" b="1" dirty="0">
                  <a:solidFill>
                    <a:schemeClr val="bg1"/>
                  </a:solidFill>
                </a:rPr>
                <a:t> </a:t>
              </a:r>
              <a:r>
                <a:rPr lang="ko-KR" altLang="en-US" sz="800" b="1" dirty="0">
                  <a:solidFill>
                    <a:schemeClr val="bg1"/>
                  </a:solidFill>
                </a:rPr>
                <a:t>건</a:t>
              </a:r>
            </a:p>
          </p:txBody>
        </p:sp>
        <p:sp>
          <p:nvSpPr>
            <p:cNvPr id="47" name="타원 46">
              <a:extLst>
                <a:ext uri="{FF2B5EF4-FFF2-40B4-BE49-F238E27FC236}">
                  <a16:creationId xmlns:a16="http://schemas.microsoft.com/office/drawing/2014/main" id="{C52ECC06-D267-4915-9B6C-45FA10D6B9DB}"/>
                </a:ext>
              </a:extLst>
            </p:cNvPr>
            <p:cNvSpPr/>
            <p:nvPr/>
          </p:nvSpPr>
          <p:spPr>
            <a:xfrm>
              <a:off x="5993574" y="661459"/>
              <a:ext cx="452430" cy="446277"/>
            </a:xfrm>
            <a:prstGeom prst="ellipse">
              <a:avLst/>
            </a:prstGeom>
            <a:solidFill>
              <a:schemeClr val="accent1">
                <a:lumMod val="20000"/>
                <a:lumOff val="80000"/>
              </a:schemeClr>
            </a:solidFill>
            <a:ln>
              <a:solidFill>
                <a:srgbClr val="4B52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8" name="TextBox 47">
              <a:extLst>
                <a:ext uri="{FF2B5EF4-FFF2-40B4-BE49-F238E27FC236}">
                  <a16:creationId xmlns:a16="http://schemas.microsoft.com/office/drawing/2014/main" id="{F22B026B-D561-490F-9EB5-40A782031418}"/>
                </a:ext>
              </a:extLst>
            </p:cNvPr>
            <p:cNvSpPr txBox="1"/>
            <p:nvPr/>
          </p:nvSpPr>
          <p:spPr>
            <a:xfrm>
              <a:off x="6405703" y="664533"/>
              <a:ext cx="569387" cy="446276"/>
            </a:xfrm>
            <a:prstGeom prst="rect">
              <a:avLst/>
            </a:prstGeom>
            <a:noFill/>
          </p:spPr>
          <p:txBody>
            <a:bodyPr wrap="none" rtlCol="0" anchor="ctr" anchorCtr="0">
              <a:spAutoFit/>
            </a:bodyPr>
            <a:lstStyle/>
            <a:p>
              <a:r>
                <a:rPr lang="ko-KR" altLang="en-US" sz="700" b="1" dirty="0">
                  <a:solidFill>
                    <a:schemeClr val="bg1"/>
                  </a:solidFill>
                </a:rPr>
                <a:t>구매확정</a:t>
              </a:r>
              <a:endParaRPr lang="en-US" altLang="ko-KR" sz="700" b="1" dirty="0">
                <a:solidFill>
                  <a:schemeClr val="bg1"/>
                </a:solidFill>
              </a:endParaRPr>
            </a:p>
            <a:p>
              <a:r>
                <a:rPr lang="en-US" altLang="ko-KR" sz="1600" b="1" dirty="0">
                  <a:solidFill>
                    <a:schemeClr val="bg1"/>
                  </a:solidFill>
                </a:rPr>
                <a:t>10</a:t>
              </a:r>
              <a:r>
                <a:rPr lang="en-US" altLang="ko-KR" sz="1000" b="1" dirty="0">
                  <a:solidFill>
                    <a:schemeClr val="bg1"/>
                  </a:solidFill>
                </a:rPr>
                <a:t> </a:t>
              </a:r>
              <a:r>
                <a:rPr lang="ko-KR" altLang="en-US" sz="800" b="1" dirty="0">
                  <a:solidFill>
                    <a:schemeClr val="bg1"/>
                  </a:solidFill>
                </a:rPr>
                <a:t>건</a:t>
              </a:r>
            </a:p>
          </p:txBody>
        </p:sp>
        <p:sp>
          <p:nvSpPr>
            <p:cNvPr id="49" name="타원 48">
              <a:extLst>
                <a:ext uri="{FF2B5EF4-FFF2-40B4-BE49-F238E27FC236}">
                  <a16:creationId xmlns:a16="http://schemas.microsoft.com/office/drawing/2014/main" id="{FCA21AA8-B90A-4F5B-B72E-D375D707243F}"/>
                </a:ext>
              </a:extLst>
            </p:cNvPr>
            <p:cNvSpPr/>
            <p:nvPr/>
          </p:nvSpPr>
          <p:spPr>
            <a:xfrm>
              <a:off x="7077957" y="658386"/>
              <a:ext cx="452430" cy="446277"/>
            </a:xfrm>
            <a:prstGeom prst="ellipse">
              <a:avLst/>
            </a:prstGeom>
            <a:solidFill>
              <a:schemeClr val="accent1">
                <a:lumMod val="20000"/>
                <a:lumOff val="80000"/>
              </a:schemeClr>
            </a:solidFill>
            <a:ln>
              <a:solidFill>
                <a:srgbClr val="4B52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50" name="TextBox 49">
              <a:extLst>
                <a:ext uri="{FF2B5EF4-FFF2-40B4-BE49-F238E27FC236}">
                  <a16:creationId xmlns:a16="http://schemas.microsoft.com/office/drawing/2014/main" id="{B33089EE-3463-4E9A-AC3E-175F19797D45}"/>
                </a:ext>
              </a:extLst>
            </p:cNvPr>
            <p:cNvSpPr txBox="1"/>
            <p:nvPr/>
          </p:nvSpPr>
          <p:spPr>
            <a:xfrm>
              <a:off x="7490086" y="661460"/>
              <a:ext cx="543739" cy="446276"/>
            </a:xfrm>
            <a:prstGeom prst="rect">
              <a:avLst/>
            </a:prstGeom>
            <a:noFill/>
          </p:spPr>
          <p:txBody>
            <a:bodyPr wrap="none" rtlCol="0" anchor="ctr" anchorCtr="0">
              <a:spAutoFit/>
            </a:bodyPr>
            <a:lstStyle/>
            <a:p>
              <a:r>
                <a:rPr lang="ko-KR" altLang="en-US" sz="700" b="1" dirty="0">
                  <a:solidFill>
                    <a:schemeClr val="bg1"/>
                  </a:solidFill>
                </a:rPr>
                <a:t>취소요청</a:t>
              </a:r>
              <a:endParaRPr lang="en-US" altLang="ko-KR" sz="700" b="1" dirty="0">
                <a:solidFill>
                  <a:schemeClr val="bg1"/>
                </a:solidFill>
              </a:endParaRPr>
            </a:p>
            <a:p>
              <a:r>
                <a:rPr lang="en-US" altLang="ko-KR" sz="1600" b="1" dirty="0">
                  <a:solidFill>
                    <a:schemeClr val="bg1"/>
                  </a:solidFill>
                </a:rPr>
                <a:t>2</a:t>
              </a:r>
              <a:r>
                <a:rPr lang="en-US" altLang="ko-KR" sz="1000" b="1" dirty="0">
                  <a:solidFill>
                    <a:schemeClr val="bg1"/>
                  </a:solidFill>
                </a:rPr>
                <a:t> </a:t>
              </a:r>
              <a:r>
                <a:rPr lang="ko-KR" altLang="en-US" sz="800" b="1" dirty="0">
                  <a:solidFill>
                    <a:schemeClr val="bg1"/>
                  </a:solidFill>
                </a:rPr>
                <a:t>건</a:t>
              </a:r>
            </a:p>
          </p:txBody>
        </p:sp>
        <p:sp>
          <p:nvSpPr>
            <p:cNvPr id="51" name="타원 50">
              <a:extLst>
                <a:ext uri="{FF2B5EF4-FFF2-40B4-BE49-F238E27FC236}">
                  <a16:creationId xmlns:a16="http://schemas.microsoft.com/office/drawing/2014/main" id="{5BB16CF4-675B-46DA-9A32-B123BBF7964C}"/>
                </a:ext>
              </a:extLst>
            </p:cNvPr>
            <p:cNvSpPr/>
            <p:nvPr/>
          </p:nvSpPr>
          <p:spPr>
            <a:xfrm>
              <a:off x="8202736" y="658386"/>
              <a:ext cx="452430" cy="446277"/>
            </a:xfrm>
            <a:prstGeom prst="ellipse">
              <a:avLst/>
            </a:prstGeom>
            <a:solidFill>
              <a:schemeClr val="accent1">
                <a:lumMod val="20000"/>
                <a:lumOff val="80000"/>
              </a:schemeClr>
            </a:solidFill>
            <a:ln>
              <a:solidFill>
                <a:srgbClr val="4B52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52" name="TextBox 51">
              <a:extLst>
                <a:ext uri="{FF2B5EF4-FFF2-40B4-BE49-F238E27FC236}">
                  <a16:creationId xmlns:a16="http://schemas.microsoft.com/office/drawing/2014/main" id="{0B350203-7A33-47EE-94CE-3D1418ACB37F}"/>
                </a:ext>
              </a:extLst>
            </p:cNvPr>
            <p:cNvSpPr txBox="1"/>
            <p:nvPr/>
          </p:nvSpPr>
          <p:spPr>
            <a:xfrm>
              <a:off x="8614865" y="661460"/>
              <a:ext cx="543739" cy="446276"/>
            </a:xfrm>
            <a:prstGeom prst="rect">
              <a:avLst/>
            </a:prstGeom>
            <a:noFill/>
          </p:spPr>
          <p:txBody>
            <a:bodyPr wrap="none" rtlCol="0" anchor="ctr" anchorCtr="0">
              <a:spAutoFit/>
            </a:bodyPr>
            <a:lstStyle/>
            <a:p>
              <a:r>
                <a:rPr lang="ko-KR" altLang="en-US" sz="700" b="1" dirty="0">
                  <a:solidFill>
                    <a:schemeClr val="bg1"/>
                  </a:solidFill>
                </a:rPr>
                <a:t>반품신청</a:t>
              </a:r>
              <a:endParaRPr lang="en-US" altLang="ko-KR" sz="700" b="1" dirty="0">
                <a:solidFill>
                  <a:schemeClr val="bg1"/>
                </a:solidFill>
              </a:endParaRPr>
            </a:p>
            <a:p>
              <a:r>
                <a:rPr lang="en-US" altLang="ko-KR" sz="1600" b="1" dirty="0">
                  <a:solidFill>
                    <a:schemeClr val="bg1"/>
                  </a:solidFill>
                </a:rPr>
                <a:t>3</a:t>
              </a:r>
              <a:r>
                <a:rPr lang="en-US" altLang="ko-KR" sz="1000" b="1" dirty="0">
                  <a:solidFill>
                    <a:schemeClr val="bg1"/>
                  </a:solidFill>
                </a:rPr>
                <a:t> </a:t>
              </a:r>
              <a:r>
                <a:rPr lang="ko-KR" altLang="en-US" sz="800" b="1" dirty="0">
                  <a:solidFill>
                    <a:schemeClr val="bg1"/>
                  </a:solidFill>
                </a:rPr>
                <a:t>건</a:t>
              </a:r>
            </a:p>
          </p:txBody>
        </p:sp>
        <p:pic>
          <p:nvPicPr>
            <p:cNvPr id="55" name="그래픽 54" descr="세계">
              <a:extLst>
                <a:ext uri="{FF2B5EF4-FFF2-40B4-BE49-F238E27FC236}">
                  <a16:creationId xmlns:a16="http://schemas.microsoft.com/office/drawing/2014/main" id="{2F16AFFB-55E7-47EF-A649-F32D514F676E}"/>
                </a:ext>
              </a:extLst>
            </p:cNvPr>
            <p:cNvPicPr>
              <a:picLocks noChangeAspect="1"/>
            </p:cNvPicPr>
            <p:nvPr/>
          </p:nvPicPr>
          <p:blipFill>
            <a:blip r:embed="rId2" cstate="hq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671505" y="726920"/>
              <a:ext cx="339444" cy="339444"/>
            </a:xfrm>
            <a:prstGeom prst="rect">
              <a:avLst/>
            </a:prstGeom>
          </p:spPr>
        </p:pic>
        <p:pic>
          <p:nvPicPr>
            <p:cNvPr id="56" name="그래픽 55" descr="연필">
              <a:extLst>
                <a:ext uri="{FF2B5EF4-FFF2-40B4-BE49-F238E27FC236}">
                  <a16:creationId xmlns:a16="http://schemas.microsoft.com/office/drawing/2014/main" id="{76579595-8653-4293-A5D5-C37D0D6A9645}"/>
                </a:ext>
              </a:extLst>
            </p:cNvPr>
            <p:cNvPicPr>
              <a:picLocks noChangeAspect="1"/>
            </p:cNvPicPr>
            <p:nvPr userDrawn="1"/>
          </p:nvPicPr>
          <p:blipFill>
            <a:blip r:embed="rId4" cstate="hq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771544" y="742222"/>
              <a:ext cx="297452" cy="297452"/>
            </a:xfrm>
            <a:prstGeom prst="rect">
              <a:avLst/>
            </a:prstGeom>
          </p:spPr>
        </p:pic>
        <p:pic>
          <p:nvPicPr>
            <p:cNvPr id="57" name="그래픽 56" descr="질문">
              <a:extLst>
                <a:ext uri="{FF2B5EF4-FFF2-40B4-BE49-F238E27FC236}">
                  <a16:creationId xmlns:a16="http://schemas.microsoft.com/office/drawing/2014/main" id="{A8AE0534-01BB-412F-81A0-F6C34C57635A}"/>
                </a:ext>
              </a:extLst>
            </p:cNvPr>
            <p:cNvPicPr>
              <a:picLocks noChangeAspect="1"/>
            </p:cNvPicPr>
            <p:nvPr userDrawn="1"/>
          </p:nvPicPr>
          <p:blipFill>
            <a:blip r:embed="rId6" cstate="hq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112128" y="675645"/>
              <a:ext cx="378617" cy="378617"/>
            </a:xfrm>
            <a:prstGeom prst="rect">
              <a:avLst/>
            </a:prstGeom>
          </p:spPr>
        </p:pic>
        <p:pic>
          <p:nvPicPr>
            <p:cNvPr id="58" name="그래픽 57" descr="재활용 기호">
              <a:extLst>
                <a:ext uri="{FF2B5EF4-FFF2-40B4-BE49-F238E27FC236}">
                  <a16:creationId xmlns:a16="http://schemas.microsoft.com/office/drawing/2014/main" id="{C1124904-4EB2-4F62-8FFD-0BD817A76870}"/>
                </a:ext>
              </a:extLst>
            </p:cNvPr>
            <p:cNvPicPr>
              <a:picLocks noChangeAspect="1"/>
            </p:cNvPicPr>
            <p:nvPr userDrawn="1"/>
          </p:nvPicPr>
          <p:blipFill>
            <a:blip r:embed="rId8" cstate="hq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269681" y="698827"/>
              <a:ext cx="355435" cy="355435"/>
            </a:xfrm>
            <a:prstGeom prst="rect">
              <a:avLst/>
            </a:prstGeom>
          </p:spPr>
        </p:pic>
        <p:pic>
          <p:nvPicPr>
            <p:cNvPr id="62" name="그래픽 61" descr="확인 표시">
              <a:extLst>
                <a:ext uri="{FF2B5EF4-FFF2-40B4-BE49-F238E27FC236}">
                  <a16:creationId xmlns:a16="http://schemas.microsoft.com/office/drawing/2014/main" id="{5C1149BF-25D8-47C5-A6D7-59006B13C34F}"/>
                </a:ext>
              </a:extLst>
            </p:cNvPr>
            <p:cNvPicPr>
              <a:picLocks noChangeAspect="1"/>
            </p:cNvPicPr>
            <p:nvPr userDrawn="1"/>
          </p:nvPicPr>
          <p:blipFill>
            <a:blip r:embed="rId10" cstate="hq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915174" y="750020"/>
              <a:ext cx="288755" cy="288755"/>
            </a:xfrm>
            <a:prstGeom prst="rect">
              <a:avLst/>
            </a:prstGeom>
          </p:spPr>
        </p:pic>
        <p:pic>
          <p:nvPicPr>
            <p:cNvPr id="63" name="그래픽 62" descr="악수">
              <a:extLst>
                <a:ext uri="{FF2B5EF4-FFF2-40B4-BE49-F238E27FC236}">
                  <a16:creationId xmlns:a16="http://schemas.microsoft.com/office/drawing/2014/main" id="{E8512E62-0253-47CC-AD97-36E6EA82FED2}"/>
                </a:ext>
              </a:extLst>
            </p:cNvPr>
            <p:cNvPicPr>
              <a:picLocks noChangeAspect="1"/>
            </p:cNvPicPr>
            <p:nvPr userDrawn="1"/>
          </p:nvPicPr>
          <p:blipFill>
            <a:blip r:embed="rId12" cstate="hq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6058080" y="736851"/>
              <a:ext cx="308194" cy="308194"/>
            </a:xfrm>
            <a:prstGeom prst="rect">
              <a:avLst/>
            </a:prstGeom>
          </p:spPr>
        </p:pic>
        <p:pic>
          <p:nvPicPr>
            <p:cNvPr id="64" name="그래픽 63" descr="확인 표시">
              <a:extLst>
                <a:ext uri="{FF2B5EF4-FFF2-40B4-BE49-F238E27FC236}">
                  <a16:creationId xmlns:a16="http://schemas.microsoft.com/office/drawing/2014/main" id="{C938C59C-A898-44AC-A7E5-D0555190D5DD}"/>
                </a:ext>
              </a:extLst>
            </p:cNvPr>
            <p:cNvPicPr>
              <a:picLocks noChangeAspect="1"/>
            </p:cNvPicPr>
            <p:nvPr userDrawn="1"/>
          </p:nvPicPr>
          <p:blipFill>
            <a:blip r:embed="rId10" cstate="hq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5001323" y="726920"/>
              <a:ext cx="288755" cy="288755"/>
            </a:xfrm>
            <a:prstGeom prst="rect">
              <a:avLst/>
            </a:prstGeom>
          </p:spPr>
        </p:pic>
      </p:grpSp>
      <p:sp>
        <p:nvSpPr>
          <p:cNvPr id="19" name="TextBox 18">
            <a:extLst>
              <a:ext uri="{FF2B5EF4-FFF2-40B4-BE49-F238E27FC236}">
                <a16:creationId xmlns:a16="http://schemas.microsoft.com/office/drawing/2014/main" id="{627D8BAD-FA2C-45FB-99C7-C396125346A5}"/>
              </a:ext>
            </a:extLst>
          </p:cNvPr>
          <p:cNvSpPr txBox="1"/>
          <p:nvPr userDrawn="1"/>
        </p:nvSpPr>
        <p:spPr>
          <a:xfrm>
            <a:off x="1470768" y="1283735"/>
            <a:ext cx="2491388" cy="246221"/>
          </a:xfrm>
          <a:prstGeom prst="rect">
            <a:avLst/>
          </a:prstGeom>
          <a:noFill/>
        </p:spPr>
        <p:txBody>
          <a:bodyPr wrap="none" rtlCol="0">
            <a:spAutoFit/>
          </a:bodyPr>
          <a:lstStyle/>
          <a:p>
            <a:r>
              <a:rPr lang="ko-KR" altLang="en-US" sz="1000" b="1" dirty="0"/>
              <a:t>○ 수집기간 </a:t>
            </a:r>
            <a:r>
              <a:rPr lang="en-US" altLang="ko-KR" sz="1000" b="1" dirty="0"/>
              <a:t>: 2024.01.01 ~ 2024.01.15</a:t>
            </a:r>
            <a:endParaRPr lang="ko-KR" altLang="en-US" sz="1000" b="1" dirty="0"/>
          </a:p>
        </p:txBody>
      </p:sp>
      <p:graphicFrame>
        <p:nvGraphicFramePr>
          <p:cNvPr id="66" name="차트 65">
            <a:extLst>
              <a:ext uri="{FF2B5EF4-FFF2-40B4-BE49-F238E27FC236}">
                <a16:creationId xmlns:a16="http://schemas.microsoft.com/office/drawing/2014/main" id="{4ECA59A5-DF52-42C0-9DC7-6C619359D53F}"/>
              </a:ext>
            </a:extLst>
          </p:cNvPr>
          <p:cNvGraphicFramePr/>
          <p:nvPr userDrawn="1">
            <p:extLst>
              <p:ext uri="{D42A27DB-BD31-4B8C-83A1-F6EECF244321}">
                <p14:modId xmlns:p14="http://schemas.microsoft.com/office/powerpoint/2010/main" val="1861490205"/>
              </p:ext>
            </p:extLst>
          </p:nvPr>
        </p:nvGraphicFramePr>
        <p:xfrm>
          <a:off x="3441699" y="1727193"/>
          <a:ext cx="2108199" cy="1972734"/>
        </p:xfrm>
        <a:graphic>
          <a:graphicData uri="http://schemas.openxmlformats.org/drawingml/2006/chart">
            <c:chart xmlns:c="http://schemas.openxmlformats.org/drawingml/2006/chart" xmlns:r="http://schemas.openxmlformats.org/officeDocument/2006/relationships" r:id="rId14"/>
          </a:graphicData>
        </a:graphic>
      </p:graphicFrame>
      <p:grpSp>
        <p:nvGrpSpPr>
          <p:cNvPr id="69" name="그룹 68">
            <a:extLst>
              <a:ext uri="{FF2B5EF4-FFF2-40B4-BE49-F238E27FC236}">
                <a16:creationId xmlns:a16="http://schemas.microsoft.com/office/drawing/2014/main" id="{D04C2429-AB7D-4FC4-97BF-CE9BD0947CF7}"/>
              </a:ext>
            </a:extLst>
          </p:cNvPr>
          <p:cNvGrpSpPr/>
          <p:nvPr userDrawn="1"/>
        </p:nvGrpSpPr>
        <p:grpSpPr>
          <a:xfrm>
            <a:off x="1447800" y="1650991"/>
            <a:ext cx="2108199" cy="2016185"/>
            <a:chOff x="2843808" y="1955121"/>
            <a:chExt cx="1674813" cy="596970"/>
          </a:xfrm>
          <a:solidFill>
            <a:schemeClr val="bg1">
              <a:lumMod val="95000"/>
            </a:schemeClr>
          </a:solidFill>
        </p:grpSpPr>
        <p:sp>
          <p:nvSpPr>
            <p:cNvPr id="70" name="Border">
              <a:extLst>
                <a:ext uri="{FF2B5EF4-FFF2-40B4-BE49-F238E27FC236}">
                  <a16:creationId xmlns:a16="http://schemas.microsoft.com/office/drawing/2014/main" id="{8AFDDD83-FC43-4ECA-B1F1-E4EC1F42066D}"/>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1" name="Line 2">
              <a:extLst>
                <a:ext uri="{FF2B5EF4-FFF2-40B4-BE49-F238E27FC236}">
                  <a16:creationId xmlns:a16="http://schemas.microsoft.com/office/drawing/2014/main" id="{EACA6DE7-85F0-4F22-AC76-ADA63B29F988}"/>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2" name="Line 1">
              <a:extLst>
                <a:ext uri="{FF2B5EF4-FFF2-40B4-BE49-F238E27FC236}">
                  <a16:creationId xmlns:a16="http://schemas.microsoft.com/office/drawing/2014/main" id="{E88AABE3-DCAB-4016-89BD-90AA71D8E9C1}"/>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3" name="TextBox 72">
              <a:extLst>
                <a:ext uri="{FF2B5EF4-FFF2-40B4-BE49-F238E27FC236}">
                  <a16:creationId xmlns:a16="http://schemas.microsoft.com/office/drawing/2014/main" id="{4E6E1019-BAB5-4562-BFC3-8ABDF58C982D}"/>
                </a:ext>
              </a:extLst>
            </p:cNvPr>
            <p:cNvSpPr txBox="1"/>
            <p:nvPr/>
          </p:nvSpPr>
          <p:spPr>
            <a:xfrm>
              <a:off x="3324247" y="2219432"/>
              <a:ext cx="615627" cy="68347"/>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Contents</a:t>
              </a:r>
              <a:endParaRPr lang="ko-KR" altLang="en-US" sz="900" dirty="0">
                <a:solidFill>
                  <a:schemeClr val="tx1">
                    <a:lumMod val="50000"/>
                    <a:lumOff val="50000"/>
                  </a:schemeClr>
                </a:solidFill>
              </a:endParaRPr>
            </a:p>
          </p:txBody>
        </p:sp>
      </p:grpSp>
      <p:grpSp>
        <p:nvGrpSpPr>
          <p:cNvPr id="74" name="그룹 73">
            <a:extLst>
              <a:ext uri="{FF2B5EF4-FFF2-40B4-BE49-F238E27FC236}">
                <a16:creationId xmlns:a16="http://schemas.microsoft.com/office/drawing/2014/main" id="{46BE1C50-86EE-4EC0-9532-3D842DF09224}"/>
              </a:ext>
            </a:extLst>
          </p:cNvPr>
          <p:cNvGrpSpPr/>
          <p:nvPr userDrawn="1"/>
        </p:nvGrpSpPr>
        <p:grpSpPr>
          <a:xfrm>
            <a:off x="1447799" y="3748720"/>
            <a:ext cx="5359401" cy="2787547"/>
            <a:chOff x="2843808" y="1955121"/>
            <a:chExt cx="1674813" cy="596970"/>
          </a:xfrm>
          <a:solidFill>
            <a:schemeClr val="bg1">
              <a:lumMod val="95000"/>
            </a:schemeClr>
          </a:solidFill>
        </p:grpSpPr>
        <p:sp>
          <p:nvSpPr>
            <p:cNvPr id="75" name="Border">
              <a:extLst>
                <a:ext uri="{FF2B5EF4-FFF2-40B4-BE49-F238E27FC236}">
                  <a16:creationId xmlns:a16="http://schemas.microsoft.com/office/drawing/2014/main" id="{5ACF01FB-2C33-4FDD-AFD5-14E89F3A9DD1}"/>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6" name="Line 2">
              <a:extLst>
                <a:ext uri="{FF2B5EF4-FFF2-40B4-BE49-F238E27FC236}">
                  <a16:creationId xmlns:a16="http://schemas.microsoft.com/office/drawing/2014/main" id="{8BF3BD23-A683-4048-924A-FCB7848C65CE}"/>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7" name="Line 1">
              <a:extLst>
                <a:ext uri="{FF2B5EF4-FFF2-40B4-BE49-F238E27FC236}">
                  <a16:creationId xmlns:a16="http://schemas.microsoft.com/office/drawing/2014/main" id="{0C6080A6-13DF-4E48-8FB1-BBACABE51F8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8" name="TextBox 77">
              <a:extLst>
                <a:ext uri="{FF2B5EF4-FFF2-40B4-BE49-F238E27FC236}">
                  <a16:creationId xmlns:a16="http://schemas.microsoft.com/office/drawing/2014/main" id="{98B7F24A-E19C-437C-B89E-3707955E5E40}"/>
                </a:ext>
              </a:extLst>
            </p:cNvPr>
            <p:cNvSpPr txBox="1"/>
            <p:nvPr/>
          </p:nvSpPr>
          <p:spPr>
            <a:xfrm>
              <a:off x="3572341" y="2228888"/>
              <a:ext cx="217747" cy="49434"/>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Contents</a:t>
              </a:r>
              <a:endParaRPr lang="ko-KR" altLang="en-US" sz="900" dirty="0">
                <a:solidFill>
                  <a:schemeClr val="tx1">
                    <a:lumMod val="50000"/>
                    <a:lumOff val="50000"/>
                  </a:schemeClr>
                </a:solidFill>
              </a:endParaRPr>
            </a:p>
          </p:txBody>
        </p:sp>
      </p:grpSp>
      <p:grpSp>
        <p:nvGrpSpPr>
          <p:cNvPr id="79" name="그룹 78">
            <a:extLst>
              <a:ext uri="{FF2B5EF4-FFF2-40B4-BE49-F238E27FC236}">
                <a16:creationId xmlns:a16="http://schemas.microsoft.com/office/drawing/2014/main" id="{6A15E3CF-0FCA-4EC5-BE98-9B5E1B42583A}"/>
              </a:ext>
            </a:extLst>
          </p:cNvPr>
          <p:cNvGrpSpPr/>
          <p:nvPr userDrawn="1"/>
        </p:nvGrpSpPr>
        <p:grpSpPr>
          <a:xfrm>
            <a:off x="6925514" y="3748720"/>
            <a:ext cx="2245893" cy="2787547"/>
            <a:chOff x="2843808" y="1955121"/>
            <a:chExt cx="1674813" cy="596970"/>
          </a:xfrm>
          <a:solidFill>
            <a:schemeClr val="bg1">
              <a:lumMod val="95000"/>
            </a:schemeClr>
          </a:solidFill>
        </p:grpSpPr>
        <p:sp>
          <p:nvSpPr>
            <p:cNvPr id="80" name="Border">
              <a:extLst>
                <a:ext uri="{FF2B5EF4-FFF2-40B4-BE49-F238E27FC236}">
                  <a16:creationId xmlns:a16="http://schemas.microsoft.com/office/drawing/2014/main" id="{C8A3AAF9-84FD-4C11-AFB1-F1D3F9A5860D}"/>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1" name="Line 2">
              <a:extLst>
                <a:ext uri="{FF2B5EF4-FFF2-40B4-BE49-F238E27FC236}">
                  <a16:creationId xmlns:a16="http://schemas.microsoft.com/office/drawing/2014/main" id="{483FD655-188F-4390-9047-77A7427688A8}"/>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2" name="Line 1">
              <a:extLst>
                <a:ext uri="{FF2B5EF4-FFF2-40B4-BE49-F238E27FC236}">
                  <a16:creationId xmlns:a16="http://schemas.microsoft.com/office/drawing/2014/main" id="{A1A82835-B07C-49F6-A337-2F98337A691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3" name="TextBox 82">
              <a:extLst>
                <a:ext uri="{FF2B5EF4-FFF2-40B4-BE49-F238E27FC236}">
                  <a16:creationId xmlns:a16="http://schemas.microsoft.com/office/drawing/2014/main" id="{D25C9B4E-BFF1-48F0-8E1C-FC091049E07A}"/>
                </a:ext>
              </a:extLst>
            </p:cNvPr>
            <p:cNvSpPr txBox="1"/>
            <p:nvPr/>
          </p:nvSpPr>
          <p:spPr>
            <a:xfrm>
              <a:off x="3432033" y="2228888"/>
              <a:ext cx="498361" cy="49434"/>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Contents</a:t>
              </a:r>
              <a:endParaRPr lang="ko-KR" altLang="en-US" sz="900" dirty="0">
                <a:solidFill>
                  <a:schemeClr val="tx1">
                    <a:lumMod val="50000"/>
                    <a:lumOff val="50000"/>
                  </a:schemeClr>
                </a:solidFill>
              </a:endParaRPr>
            </a:p>
          </p:txBody>
        </p:sp>
      </p:grpSp>
      <p:graphicFrame>
        <p:nvGraphicFramePr>
          <p:cNvPr id="85" name="차트 84">
            <a:extLst>
              <a:ext uri="{FF2B5EF4-FFF2-40B4-BE49-F238E27FC236}">
                <a16:creationId xmlns:a16="http://schemas.microsoft.com/office/drawing/2014/main" id="{F4EB5139-F835-4FEA-BB78-C7BAB93EE4DF}"/>
              </a:ext>
            </a:extLst>
          </p:cNvPr>
          <p:cNvGraphicFramePr/>
          <p:nvPr userDrawn="1">
            <p:extLst>
              <p:ext uri="{D42A27DB-BD31-4B8C-83A1-F6EECF244321}">
                <p14:modId xmlns:p14="http://schemas.microsoft.com/office/powerpoint/2010/main" val="3395731736"/>
              </p:ext>
            </p:extLst>
          </p:nvPr>
        </p:nvGraphicFramePr>
        <p:xfrm>
          <a:off x="5381894" y="1374555"/>
          <a:ext cx="3987800" cy="2286000"/>
        </p:xfrm>
        <a:graphic>
          <a:graphicData uri="http://schemas.openxmlformats.org/drawingml/2006/chart">
            <c:chart xmlns:c="http://schemas.openxmlformats.org/drawingml/2006/chart" xmlns:r="http://schemas.openxmlformats.org/officeDocument/2006/relationships" r:id="rId15"/>
          </a:graphicData>
        </a:graphic>
      </p:graphicFrame>
    </p:spTree>
    <p:extLst>
      <p:ext uri="{BB962C8B-B14F-4D97-AF65-F5344CB8AC3E}">
        <p14:creationId xmlns:p14="http://schemas.microsoft.com/office/powerpoint/2010/main" val="4214020830"/>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채널관리자 기본틀">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1AFCC724-7BF7-48B8-A745-48C575487F18}"/>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ECB2B8C5-6274-4D4A-A9B0-4035B1A37120}"/>
              </a:ext>
            </a:extLst>
          </p:cNvPr>
          <p:cNvSpPr/>
          <p:nvPr userDrawn="1"/>
        </p:nvSpPr>
        <p:spPr>
          <a:xfrm>
            <a:off x="41208" y="34272"/>
            <a:ext cx="10071693" cy="39509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5" name="그룹 4">
            <a:extLst>
              <a:ext uri="{FF2B5EF4-FFF2-40B4-BE49-F238E27FC236}">
                <a16:creationId xmlns:a16="http://schemas.microsoft.com/office/drawing/2014/main" id="{391EB724-1B55-4BC6-B1D2-E81D7EEF70A8}"/>
              </a:ext>
            </a:extLst>
          </p:cNvPr>
          <p:cNvGrpSpPr/>
          <p:nvPr userDrawn="1"/>
        </p:nvGrpSpPr>
        <p:grpSpPr>
          <a:xfrm>
            <a:off x="118741" y="94475"/>
            <a:ext cx="1148071" cy="273280"/>
            <a:chOff x="2843808" y="1955121"/>
            <a:chExt cx="1674813" cy="596970"/>
          </a:xfrm>
          <a:solidFill>
            <a:schemeClr val="bg1">
              <a:lumMod val="95000"/>
            </a:schemeClr>
          </a:solidFill>
        </p:grpSpPr>
        <p:sp>
          <p:nvSpPr>
            <p:cNvPr id="6" name="Border">
              <a:extLst>
                <a:ext uri="{FF2B5EF4-FFF2-40B4-BE49-F238E27FC236}">
                  <a16:creationId xmlns:a16="http://schemas.microsoft.com/office/drawing/2014/main" id="{6AB3EC89-1D9A-494E-8BB4-1139BDC8104D}"/>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 name="Line 2">
              <a:extLst>
                <a:ext uri="{FF2B5EF4-FFF2-40B4-BE49-F238E27FC236}">
                  <a16:creationId xmlns:a16="http://schemas.microsoft.com/office/drawing/2014/main" id="{5BCDA29B-F207-4BCE-AD31-2092C9F9C50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1">
              <a:extLst>
                <a:ext uri="{FF2B5EF4-FFF2-40B4-BE49-F238E27FC236}">
                  <a16:creationId xmlns:a16="http://schemas.microsoft.com/office/drawing/2014/main" id="{403FA6C6-3CFC-41C6-AB1C-FA5088F31CF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TextBox 8">
              <a:extLst>
                <a:ext uri="{FF2B5EF4-FFF2-40B4-BE49-F238E27FC236}">
                  <a16:creationId xmlns:a16="http://schemas.microsoft.com/office/drawing/2014/main" id="{535E146F-568B-429A-A94F-F708BB1940D4}"/>
                </a:ext>
              </a:extLst>
            </p:cNvPr>
            <p:cNvSpPr txBox="1"/>
            <p:nvPr/>
          </p:nvSpPr>
          <p:spPr>
            <a:xfrm>
              <a:off x="3335780" y="2018289"/>
              <a:ext cx="690867" cy="470629"/>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0" name="직사각형 9">
            <a:extLst>
              <a:ext uri="{FF2B5EF4-FFF2-40B4-BE49-F238E27FC236}">
                <a16:creationId xmlns:a16="http://schemas.microsoft.com/office/drawing/2014/main" id="{0886D838-88E9-4DF1-916C-3D67C9362E97}"/>
              </a:ext>
            </a:extLst>
          </p:cNvPr>
          <p:cNvSpPr/>
          <p:nvPr userDrawn="1"/>
        </p:nvSpPr>
        <p:spPr>
          <a:xfrm>
            <a:off x="7107532" y="104509"/>
            <a:ext cx="2933097" cy="253211"/>
          </a:xfrm>
          <a:prstGeom prst="rect">
            <a:avLst/>
          </a:prstGeom>
        </p:spPr>
        <p:txBody>
          <a:bodyPr wrap="square">
            <a:spAutoFit/>
          </a:bodyPr>
          <a:lstStyle/>
          <a:p>
            <a:pPr algn="r">
              <a:lnSpc>
                <a:spcPct val="150000"/>
              </a:lnSpc>
            </a:pPr>
            <a:r>
              <a:rPr lang="en-US" altLang="ko-KR" sz="800" dirty="0">
                <a:solidFill>
                  <a:schemeClr val="bg1">
                    <a:lumMod val="75000"/>
                  </a:schemeClr>
                </a:solidFill>
                <a:latin typeface="+mj-ea"/>
                <a:ea typeface="+mj-ea"/>
              </a:rPr>
              <a:t> </a:t>
            </a:r>
            <a:r>
              <a:rPr lang="en-US" altLang="ko-KR" sz="800" b="1" dirty="0">
                <a:solidFill>
                  <a:schemeClr val="tx1"/>
                </a:solidFill>
                <a:latin typeface="+mj-ea"/>
                <a:ea typeface="+mj-ea"/>
              </a:rPr>
              <a:t>[ </a:t>
            </a:r>
            <a:r>
              <a:rPr lang="ko-KR" altLang="en-US" sz="800" b="1" dirty="0">
                <a:solidFill>
                  <a:schemeClr val="tx1"/>
                </a:solidFill>
                <a:latin typeface="+mj-ea"/>
                <a:ea typeface="+mj-ea"/>
              </a:rPr>
              <a:t>상호명 </a:t>
            </a:r>
            <a:r>
              <a:rPr lang="en-US" altLang="ko-KR" sz="800" b="1" dirty="0">
                <a:solidFill>
                  <a:schemeClr val="tx1"/>
                </a:solidFill>
                <a:latin typeface="+mj-ea"/>
                <a:ea typeface="+mj-ea"/>
              </a:rPr>
              <a:t>]  </a:t>
            </a:r>
            <a:r>
              <a:rPr lang="ko-KR" altLang="en-US" sz="800" dirty="0" err="1">
                <a:latin typeface="+mj-ea"/>
                <a:ea typeface="+mj-ea"/>
              </a:rPr>
              <a:t>회원명</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sp>
        <p:nvSpPr>
          <p:cNvPr id="11" name="사각형: 둥근 모서리 10">
            <a:extLst>
              <a:ext uri="{FF2B5EF4-FFF2-40B4-BE49-F238E27FC236}">
                <a16:creationId xmlns:a16="http://schemas.microsoft.com/office/drawing/2014/main" id="{88A7CEC3-B705-494A-8EBF-5C4AF7C84E02}"/>
              </a:ext>
            </a:extLst>
          </p:cNvPr>
          <p:cNvSpPr/>
          <p:nvPr userDrawn="1"/>
        </p:nvSpPr>
        <p:spPr>
          <a:xfrm>
            <a:off x="118741" y="567332"/>
            <a:ext cx="1148071" cy="474970"/>
          </a:xfrm>
          <a:prstGeom prst="roundRect">
            <a:avLst>
              <a:gd name="adj" fmla="val 4472"/>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l">
              <a:lnSpc>
                <a:spcPct val="150000"/>
              </a:lnSpc>
            </a:pPr>
            <a:r>
              <a:rPr lang="ko-KR" altLang="en-US" sz="800" dirty="0">
                <a:solidFill>
                  <a:schemeClr val="tx1"/>
                </a:solidFill>
              </a:rPr>
              <a:t>○ 주문관리</a:t>
            </a:r>
            <a:endParaRPr lang="en-US" altLang="ko-KR" sz="800" dirty="0">
              <a:solidFill>
                <a:schemeClr val="tx1"/>
              </a:solidFill>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상품등록</a:t>
            </a:r>
            <a:endParaRPr lang="en-US" altLang="ko-KR" sz="800" dirty="0">
              <a:solidFill>
                <a:schemeClr val="tx1"/>
              </a:solidFill>
            </a:endParaRPr>
          </a:p>
          <a:p>
            <a:pPr algn="l">
              <a:lnSpc>
                <a:spcPct val="150000"/>
              </a:lnSpc>
            </a:pPr>
            <a:endParaRPr lang="en-US" altLang="ko-KR" sz="800" dirty="0">
              <a:solidFill>
                <a:schemeClr val="tx1"/>
              </a:solidFill>
            </a:endParaRPr>
          </a:p>
        </p:txBody>
      </p:sp>
      <p:sp>
        <p:nvSpPr>
          <p:cNvPr id="12" name="사각형: 둥근 모서리 11">
            <a:extLst>
              <a:ext uri="{FF2B5EF4-FFF2-40B4-BE49-F238E27FC236}">
                <a16:creationId xmlns:a16="http://schemas.microsoft.com/office/drawing/2014/main" id="{FDD8E23F-0A63-4D55-8530-58B3CFE99840}"/>
              </a:ext>
            </a:extLst>
          </p:cNvPr>
          <p:cNvSpPr/>
          <p:nvPr userDrawn="1"/>
        </p:nvSpPr>
        <p:spPr>
          <a:xfrm>
            <a:off x="1476347" y="170905"/>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주문목록</a:t>
            </a:r>
          </a:p>
        </p:txBody>
      </p:sp>
      <p:sp>
        <p:nvSpPr>
          <p:cNvPr id="13" name="사각형: 둥근 모서리 12">
            <a:extLst>
              <a:ext uri="{FF2B5EF4-FFF2-40B4-BE49-F238E27FC236}">
                <a16:creationId xmlns:a16="http://schemas.microsoft.com/office/drawing/2014/main" id="{DAC94688-B650-4AD7-8F21-EC0C9BE87E19}"/>
              </a:ext>
            </a:extLst>
          </p:cNvPr>
          <p:cNvSpPr/>
          <p:nvPr userDrawn="1"/>
        </p:nvSpPr>
        <p:spPr>
          <a:xfrm>
            <a:off x="2296062" y="170905"/>
            <a:ext cx="888569"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회원정보수정</a:t>
            </a:r>
          </a:p>
        </p:txBody>
      </p:sp>
      <p:sp>
        <p:nvSpPr>
          <p:cNvPr id="14" name="사각형: 둥근 모서리 13">
            <a:extLst>
              <a:ext uri="{FF2B5EF4-FFF2-40B4-BE49-F238E27FC236}">
                <a16:creationId xmlns:a16="http://schemas.microsoft.com/office/drawing/2014/main" id="{B9158343-2AAF-4141-9E71-847A65975CD7}"/>
              </a:ext>
            </a:extLst>
          </p:cNvPr>
          <p:cNvSpPr/>
          <p:nvPr userDrawn="1"/>
        </p:nvSpPr>
        <p:spPr>
          <a:xfrm>
            <a:off x="3256190" y="171431"/>
            <a:ext cx="636360"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 포인트</a:t>
            </a:r>
          </a:p>
        </p:txBody>
      </p:sp>
      <p:sp>
        <p:nvSpPr>
          <p:cNvPr id="15" name="사각형: 둥근 모서리 14">
            <a:extLst>
              <a:ext uri="{FF2B5EF4-FFF2-40B4-BE49-F238E27FC236}">
                <a16:creationId xmlns:a16="http://schemas.microsoft.com/office/drawing/2014/main" id="{5A1086F0-0764-4992-996D-C4D3AACE3526}"/>
              </a:ext>
            </a:extLst>
          </p:cNvPr>
          <p:cNvSpPr/>
          <p:nvPr userDrawn="1"/>
        </p:nvSpPr>
        <p:spPr>
          <a:xfrm>
            <a:off x="4020832" y="170905"/>
            <a:ext cx="842850"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     방문한 채널</a:t>
            </a:r>
          </a:p>
        </p:txBody>
      </p:sp>
      <p:graphicFrame>
        <p:nvGraphicFramePr>
          <p:cNvPr id="16" name="표 20">
            <a:extLst>
              <a:ext uri="{FF2B5EF4-FFF2-40B4-BE49-F238E27FC236}">
                <a16:creationId xmlns:a16="http://schemas.microsoft.com/office/drawing/2014/main" id="{BF9CB86B-A574-4403-9347-6E5159A61FB6}"/>
              </a:ext>
            </a:extLst>
          </p:cNvPr>
          <p:cNvGraphicFramePr>
            <a:graphicFrameLocks noGrp="1"/>
          </p:cNvGraphicFramePr>
          <p:nvPr userDrawn="1">
            <p:extLst>
              <p:ext uri="{D42A27DB-BD31-4B8C-83A1-F6EECF244321}">
                <p14:modId xmlns:p14="http://schemas.microsoft.com/office/powerpoint/2010/main" val="3457937842"/>
              </p:ext>
            </p:extLst>
          </p:nvPr>
        </p:nvGraphicFramePr>
        <p:xfrm>
          <a:off x="40495" y="1178787"/>
          <a:ext cx="1305704" cy="106680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a:t>
                      </a:r>
                      <a:r>
                        <a:rPr lang="en-US" altLang="ko-KR" sz="800" dirty="0"/>
                        <a:t>Shop </a:t>
                      </a:r>
                      <a:r>
                        <a:rPr lang="ko-KR" altLang="en-US" sz="800" dirty="0"/>
                        <a:t>채널관리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상품관리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공동구매 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latinLnBrk="1"/>
                      <a:r>
                        <a:rPr lang="ko-KR" altLang="en-US" sz="800" dirty="0"/>
                        <a:t>○ 주문관리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정산관리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878359119"/>
                  </a:ext>
                </a:extLst>
              </a:tr>
            </a:tbl>
          </a:graphicData>
        </a:graphic>
      </p:graphicFrame>
      <p:sp>
        <p:nvSpPr>
          <p:cNvPr id="17" name="웃는 얼굴 16">
            <a:extLst>
              <a:ext uri="{FF2B5EF4-FFF2-40B4-BE49-F238E27FC236}">
                <a16:creationId xmlns:a16="http://schemas.microsoft.com/office/drawing/2014/main" id="{5892CCFA-6266-4AA4-BBE3-FB2A70CA7F09}"/>
              </a:ext>
            </a:extLst>
          </p:cNvPr>
          <p:cNvSpPr/>
          <p:nvPr userDrawn="1"/>
        </p:nvSpPr>
        <p:spPr>
          <a:xfrm>
            <a:off x="1529408" y="20777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 name="웃는 얼굴 17">
            <a:extLst>
              <a:ext uri="{FF2B5EF4-FFF2-40B4-BE49-F238E27FC236}">
                <a16:creationId xmlns:a16="http://schemas.microsoft.com/office/drawing/2014/main" id="{AF4A9D53-486E-4AA2-8036-229DFCD2BF72}"/>
              </a:ext>
            </a:extLst>
          </p:cNvPr>
          <p:cNvSpPr/>
          <p:nvPr userDrawn="1"/>
        </p:nvSpPr>
        <p:spPr>
          <a:xfrm>
            <a:off x="2348177" y="20534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웃는 얼굴 18">
            <a:extLst>
              <a:ext uri="{FF2B5EF4-FFF2-40B4-BE49-F238E27FC236}">
                <a16:creationId xmlns:a16="http://schemas.microsoft.com/office/drawing/2014/main" id="{3EE1D5DB-18E8-4006-8BB2-059F660F3E6B}"/>
              </a:ext>
            </a:extLst>
          </p:cNvPr>
          <p:cNvSpPr/>
          <p:nvPr userDrawn="1"/>
        </p:nvSpPr>
        <p:spPr>
          <a:xfrm>
            <a:off x="3315372" y="20291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웃는 얼굴 19">
            <a:extLst>
              <a:ext uri="{FF2B5EF4-FFF2-40B4-BE49-F238E27FC236}">
                <a16:creationId xmlns:a16="http://schemas.microsoft.com/office/drawing/2014/main" id="{AB4EC477-89D2-4B43-904A-D55E47CE6386}"/>
              </a:ext>
            </a:extLst>
          </p:cNvPr>
          <p:cNvSpPr/>
          <p:nvPr userDrawn="1"/>
        </p:nvSpPr>
        <p:spPr>
          <a:xfrm>
            <a:off x="4084904" y="213898"/>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21" name="표 20">
            <a:extLst>
              <a:ext uri="{FF2B5EF4-FFF2-40B4-BE49-F238E27FC236}">
                <a16:creationId xmlns:a16="http://schemas.microsoft.com/office/drawing/2014/main" id="{A4D7011A-F1A4-4465-9437-6D53261478AF}"/>
              </a:ext>
            </a:extLst>
          </p:cNvPr>
          <p:cNvGraphicFramePr>
            <a:graphicFrameLocks noGrp="1"/>
          </p:cNvGraphicFramePr>
          <p:nvPr userDrawn="1">
            <p:extLst>
              <p:ext uri="{D42A27DB-BD31-4B8C-83A1-F6EECF244321}">
                <p14:modId xmlns:p14="http://schemas.microsoft.com/office/powerpoint/2010/main" val="1537317200"/>
              </p:ext>
            </p:extLst>
          </p:nvPr>
        </p:nvGraphicFramePr>
        <p:xfrm>
          <a:off x="48089" y="3141314"/>
          <a:ext cx="1305704" cy="128016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정보관리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서브관리자관리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발주담당관리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latinLnBrk="1"/>
                      <a:r>
                        <a:rPr lang="ko-KR" altLang="en-US" sz="800" dirty="0"/>
                        <a:t>○ 포인트관리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a:t>
                      </a:r>
                      <a:r>
                        <a:rPr lang="ko-KR" altLang="en-US" sz="800" dirty="0" err="1"/>
                        <a:t>배송비설정</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취소</a:t>
                      </a:r>
                      <a:r>
                        <a:rPr lang="en-US" altLang="ko-KR" sz="800" dirty="0"/>
                        <a:t>/</a:t>
                      </a:r>
                      <a:r>
                        <a:rPr lang="ko-KR" altLang="en-US" sz="800" dirty="0"/>
                        <a:t>환불안내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bl>
          </a:graphicData>
        </a:graphic>
      </p:graphicFrame>
      <p:sp>
        <p:nvSpPr>
          <p:cNvPr id="22" name="TextBox 21">
            <a:extLst>
              <a:ext uri="{FF2B5EF4-FFF2-40B4-BE49-F238E27FC236}">
                <a16:creationId xmlns:a16="http://schemas.microsoft.com/office/drawing/2014/main" id="{BC8D3265-2B03-438E-AA78-B36B078AAB01}"/>
              </a:ext>
            </a:extLst>
          </p:cNvPr>
          <p:cNvSpPr txBox="1"/>
          <p:nvPr userDrawn="1"/>
        </p:nvSpPr>
        <p:spPr>
          <a:xfrm rot="10800000">
            <a:off x="1078469" y="1170836"/>
            <a:ext cx="276038" cy="246221"/>
          </a:xfrm>
          <a:prstGeom prst="rect">
            <a:avLst/>
          </a:prstGeom>
          <a:noFill/>
        </p:spPr>
        <p:txBody>
          <a:bodyPr wrap="none" rtlCol="0">
            <a:spAutoFit/>
          </a:bodyPr>
          <a:lstStyle/>
          <a:p>
            <a:r>
              <a:rPr lang="ko-KR" altLang="en-US" sz="1000" b="1" dirty="0"/>
              <a:t>∨</a:t>
            </a:r>
          </a:p>
        </p:txBody>
      </p:sp>
      <p:sp>
        <p:nvSpPr>
          <p:cNvPr id="23" name="TextBox 22">
            <a:extLst>
              <a:ext uri="{FF2B5EF4-FFF2-40B4-BE49-F238E27FC236}">
                <a16:creationId xmlns:a16="http://schemas.microsoft.com/office/drawing/2014/main" id="{D15332B9-191C-4641-8990-333A13B417F1}"/>
              </a:ext>
            </a:extLst>
          </p:cNvPr>
          <p:cNvSpPr txBox="1"/>
          <p:nvPr userDrawn="1"/>
        </p:nvSpPr>
        <p:spPr>
          <a:xfrm rot="10800000">
            <a:off x="1080745" y="1381815"/>
            <a:ext cx="276038" cy="246221"/>
          </a:xfrm>
          <a:prstGeom prst="rect">
            <a:avLst/>
          </a:prstGeom>
          <a:noFill/>
        </p:spPr>
        <p:txBody>
          <a:bodyPr wrap="none" rtlCol="0">
            <a:spAutoFit/>
          </a:bodyPr>
          <a:lstStyle/>
          <a:p>
            <a:r>
              <a:rPr lang="ko-KR" altLang="en-US" sz="1000" b="1" dirty="0"/>
              <a:t>∨</a:t>
            </a:r>
          </a:p>
        </p:txBody>
      </p:sp>
      <p:sp>
        <p:nvSpPr>
          <p:cNvPr id="24" name="TextBox 23">
            <a:extLst>
              <a:ext uri="{FF2B5EF4-FFF2-40B4-BE49-F238E27FC236}">
                <a16:creationId xmlns:a16="http://schemas.microsoft.com/office/drawing/2014/main" id="{9A56AF25-5630-4D30-BD64-86C1C8443ACD}"/>
              </a:ext>
            </a:extLst>
          </p:cNvPr>
          <p:cNvSpPr txBox="1"/>
          <p:nvPr userDrawn="1"/>
        </p:nvSpPr>
        <p:spPr>
          <a:xfrm rot="10800000">
            <a:off x="1078468" y="1598765"/>
            <a:ext cx="276038" cy="246221"/>
          </a:xfrm>
          <a:prstGeom prst="rect">
            <a:avLst/>
          </a:prstGeom>
          <a:noFill/>
        </p:spPr>
        <p:txBody>
          <a:bodyPr wrap="none" rtlCol="0">
            <a:spAutoFit/>
          </a:bodyPr>
          <a:lstStyle/>
          <a:p>
            <a:r>
              <a:rPr lang="ko-KR" altLang="en-US" sz="1000" b="1" dirty="0"/>
              <a:t>∨</a:t>
            </a:r>
          </a:p>
        </p:txBody>
      </p:sp>
      <p:sp>
        <p:nvSpPr>
          <p:cNvPr id="25" name="TextBox 24">
            <a:extLst>
              <a:ext uri="{FF2B5EF4-FFF2-40B4-BE49-F238E27FC236}">
                <a16:creationId xmlns:a16="http://schemas.microsoft.com/office/drawing/2014/main" id="{23BFFC09-9B25-480E-8A0D-B55536013B6F}"/>
              </a:ext>
            </a:extLst>
          </p:cNvPr>
          <p:cNvSpPr txBox="1"/>
          <p:nvPr userDrawn="1"/>
        </p:nvSpPr>
        <p:spPr>
          <a:xfrm rot="10800000">
            <a:off x="1080093" y="1831065"/>
            <a:ext cx="276038" cy="246221"/>
          </a:xfrm>
          <a:prstGeom prst="rect">
            <a:avLst/>
          </a:prstGeom>
          <a:noFill/>
        </p:spPr>
        <p:txBody>
          <a:bodyPr wrap="none" rtlCol="0">
            <a:spAutoFit/>
          </a:bodyPr>
          <a:lstStyle/>
          <a:p>
            <a:r>
              <a:rPr lang="ko-KR" altLang="en-US" sz="1000" b="1" dirty="0"/>
              <a:t>∨</a:t>
            </a:r>
          </a:p>
        </p:txBody>
      </p:sp>
      <p:sp>
        <p:nvSpPr>
          <p:cNvPr id="26" name="직사각형 25">
            <a:extLst>
              <a:ext uri="{FF2B5EF4-FFF2-40B4-BE49-F238E27FC236}">
                <a16:creationId xmlns:a16="http://schemas.microsoft.com/office/drawing/2014/main" id="{8FF9E67F-865C-4941-8F4C-BD77070B2672}"/>
              </a:ext>
            </a:extLst>
          </p:cNvPr>
          <p:cNvSpPr/>
          <p:nvPr userDrawn="1"/>
        </p:nvSpPr>
        <p:spPr>
          <a:xfrm>
            <a:off x="41208" y="429370"/>
            <a:ext cx="1304991"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 name="TextBox 26">
            <a:extLst>
              <a:ext uri="{FF2B5EF4-FFF2-40B4-BE49-F238E27FC236}">
                <a16:creationId xmlns:a16="http://schemas.microsoft.com/office/drawing/2014/main" id="{5E3554E6-FFA0-4AB2-9770-77F77FFF2960}"/>
              </a:ext>
            </a:extLst>
          </p:cNvPr>
          <p:cNvSpPr txBox="1"/>
          <p:nvPr userDrawn="1"/>
        </p:nvSpPr>
        <p:spPr>
          <a:xfrm>
            <a:off x="40495" y="2905534"/>
            <a:ext cx="631904" cy="215444"/>
          </a:xfrm>
          <a:prstGeom prst="rect">
            <a:avLst/>
          </a:prstGeom>
          <a:noFill/>
        </p:spPr>
        <p:txBody>
          <a:bodyPr wrap="none" rtlCol="0">
            <a:spAutoFit/>
          </a:bodyPr>
          <a:lstStyle/>
          <a:p>
            <a:r>
              <a:rPr lang="ko-KR" altLang="en-US" sz="800" b="1" dirty="0">
                <a:solidFill>
                  <a:schemeClr val="bg1">
                    <a:lumMod val="65000"/>
                  </a:schemeClr>
                </a:solidFill>
              </a:rPr>
              <a:t> 환경설정</a:t>
            </a:r>
          </a:p>
        </p:txBody>
      </p:sp>
      <p:sp>
        <p:nvSpPr>
          <p:cNvPr id="28" name="직사각형 27">
            <a:extLst>
              <a:ext uri="{FF2B5EF4-FFF2-40B4-BE49-F238E27FC236}">
                <a16:creationId xmlns:a16="http://schemas.microsoft.com/office/drawing/2014/main" id="{D424B240-347A-4226-A533-396CEA462E35}"/>
              </a:ext>
            </a:extLst>
          </p:cNvPr>
          <p:cNvSpPr/>
          <p:nvPr userDrawn="1"/>
        </p:nvSpPr>
        <p:spPr>
          <a:xfrm>
            <a:off x="9271463" y="429370"/>
            <a:ext cx="840725"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 name="직사각형 28">
            <a:extLst>
              <a:ext uri="{FF2B5EF4-FFF2-40B4-BE49-F238E27FC236}">
                <a16:creationId xmlns:a16="http://schemas.microsoft.com/office/drawing/2014/main" id="{712CFF9C-6597-4080-9334-EAF146D0BD3A}"/>
              </a:ext>
            </a:extLst>
          </p:cNvPr>
          <p:cNvSpPr/>
          <p:nvPr userDrawn="1"/>
        </p:nvSpPr>
        <p:spPr>
          <a:xfrm>
            <a:off x="9375639" y="540420"/>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0" name="직사각형 29">
            <a:extLst>
              <a:ext uri="{FF2B5EF4-FFF2-40B4-BE49-F238E27FC236}">
                <a16:creationId xmlns:a16="http://schemas.microsoft.com/office/drawing/2014/main" id="{953B08B0-2DA9-45CC-BCA5-192CAE72EC65}"/>
              </a:ext>
            </a:extLst>
          </p:cNvPr>
          <p:cNvSpPr/>
          <p:nvPr userDrawn="1"/>
        </p:nvSpPr>
        <p:spPr>
          <a:xfrm>
            <a:off x="9375639" y="847737"/>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1" name="직사각형 30">
            <a:extLst>
              <a:ext uri="{FF2B5EF4-FFF2-40B4-BE49-F238E27FC236}">
                <a16:creationId xmlns:a16="http://schemas.microsoft.com/office/drawing/2014/main" id="{9AC8D88B-62AC-4D6A-A1F4-D504C94EC50F}"/>
              </a:ext>
            </a:extLst>
          </p:cNvPr>
          <p:cNvSpPr/>
          <p:nvPr userDrawn="1"/>
        </p:nvSpPr>
        <p:spPr>
          <a:xfrm>
            <a:off x="9375639" y="1155054"/>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2" name="직사각형 31">
            <a:extLst>
              <a:ext uri="{FF2B5EF4-FFF2-40B4-BE49-F238E27FC236}">
                <a16:creationId xmlns:a16="http://schemas.microsoft.com/office/drawing/2014/main" id="{14AFB3A6-F304-430E-BCF1-13D5D5F5DD6C}"/>
              </a:ext>
            </a:extLst>
          </p:cNvPr>
          <p:cNvSpPr/>
          <p:nvPr userDrawn="1"/>
        </p:nvSpPr>
        <p:spPr>
          <a:xfrm>
            <a:off x="9375639" y="1462371"/>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3" name="직사각형 32">
            <a:extLst>
              <a:ext uri="{FF2B5EF4-FFF2-40B4-BE49-F238E27FC236}">
                <a16:creationId xmlns:a16="http://schemas.microsoft.com/office/drawing/2014/main" id="{A4BFF4BF-5D2B-4567-9770-5E644DFF8B4B}"/>
              </a:ext>
            </a:extLst>
          </p:cNvPr>
          <p:cNvSpPr/>
          <p:nvPr userDrawn="1"/>
        </p:nvSpPr>
        <p:spPr>
          <a:xfrm>
            <a:off x="9375639" y="1769688"/>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4" name="직사각형 33">
            <a:extLst>
              <a:ext uri="{FF2B5EF4-FFF2-40B4-BE49-F238E27FC236}">
                <a16:creationId xmlns:a16="http://schemas.microsoft.com/office/drawing/2014/main" id="{4FF4492D-6FFF-4F5A-B24A-C419465EBF87}"/>
              </a:ext>
            </a:extLst>
          </p:cNvPr>
          <p:cNvSpPr/>
          <p:nvPr userDrawn="1"/>
        </p:nvSpPr>
        <p:spPr>
          <a:xfrm>
            <a:off x="9375639" y="2077005"/>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5" name="직사각형 34">
            <a:extLst>
              <a:ext uri="{FF2B5EF4-FFF2-40B4-BE49-F238E27FC236}">
                <a16:creationId xmlns:a16="http://schemas.microsoft.com/office/drawing/2014/main" id="{37919699-F6AE-4A06-B8FA-F192BE18A595}"/>
              </a:ext>
            </a:extLst>
          </p:cNvPr>
          <p:cNvSpPr/>
          <p:nvPr userDrawn="1"/>
        </p:nvSpPr>
        <p:spPr>
          <a:xfrm>
            <a:off x="9375639" y="2384322"/>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6" name="직사각형 35">
            <a:extLst>
              <a:ext uri="{FF2B5EF4-FFF2-40B4-BE49-F238E27FC236}">
                <a16:creationId xmlns:a16="http://schemas.microsoft.com/office/drawing/2014/main" id="{20863BA7-FEC8-485F-AE86-021AC6177E7C}"/>
              </a:ext>
            </a:extLst>
          </p:cNvPr>
          <p:cNvSpPr/>
          <p:nvPr userDrawn="1"/>
        </p:nvSpPr>
        <p:spPr>
          <a:xfrm>
            <a:off x="9375639" y="2691639"/>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78" name="직사각형 77">
            <a:extLst>
              <a:ext uri="{FF2B5EF4-FFF2-40B4-BE49-F238E27FC236}">
                <a16:creationId xmlns:a16="http://schemas.microsoft.com/office/drawing/2014/main" id="{733F93A0-B6FA-4BB2-9AD4-1FE906C2910D}"/>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9" name="직사각형 78">
            <a:extLst>
              <a:ext uri="{FF2B5EF4-FFF2-40B4-BE49-F238E27FC236}">
                <a16:creationId xmlns:a16="http://schemas.microsoft.com/office/drawing/2014/main" id="{521AA3A4-10AB-41FA-BC53-F7E4F0F59C2D}"/>
              </a:ext>
            </a:extLst>
          </p:cNvPr>
          <p:cNvSpPr/>
          <p:nvPr userDrawn="1"/>
        </p:nvSpPr>
        <p:spPr>
          <a:xfrm>
            <a:off x="1414854" y="48500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80" name="직사각형 79">
            <a:extLst>
              <a:ext uri="{FF2B5EF4-FFF2-40B4-BE49-F238E27FC236}">
                <a16:creationId xmlns:a16="http://schemas.microsoft.com/office/drawing/2014/main" id="{977AF6FD-5CEA-4FFE-BC88-830A40E20018}"/>
              </a:ext>
            </a:extLst>
          </p:cNvPr>
          <p:cNvSpPr/>
          <p:nvPr userDrawn="1"/>
        </p:nvSpPr>
        <p:spPr>
          <a:xfrm>
            <a:off x="7202350" y="493535"/>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Tree>
    <p:extLst>
      <p:ext uri="{BB962C8B-B14F-4D97-AF65-F5344CB8AC3E}">
        <p14:creationId xmlns:p14="http://schemas.microsoft.com/office/powerpoint/2010/main" val="2974373517"/>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1_채널관리자 기본틀 연장">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1AFCC724-7BF7-48B8-A745-48C575487F18}"/>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ECB2B8C5-6274-4D4A-A9B0-4035B1A37120}"/>
              </a:ext>
            </a:extLst>
          </p:cNvPr>
          <p:cNvSpPr/>
          <p:nvPr userDrawn="1"/>
        </p:nvSpPr>
        <p:spPr>
          <a:xfrm>
            <a:off x="41208" y="34272"/>
            <a:ext cx="10071693" cy="39509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5" name="그룹 4">
            <a:extLst>
              <a:ext uri="{FF2B5EF4-FFF2-40B4-BE49-F238E27FC236}">
                <a16:creationId xmlns:a16="http://schemas.microsoft.com/office/drawing/2014/main" id="{391EB724-1B55-4BC6-B1D2-E81D7EEF70A8}"/>
              </a:ext>
            </a:extLst>
          </p:cNvPr>
          <p:cNvGrpSpPr/>
          <p:nvPr userDrawn="1"/>
        </p:nvGrpSpPr>
        <p:grpSpPr>
          <a:xfrm>
            <a:off x="118741" y="94475"/>
            <a:ext cx="1148071" cy="273280"/>
            <a:chOff x="2843808" y="1955121"/>
            <a:chExt cx="1674813" cy="596970"/>
          </a:xfrm>
          <a:solidFill>
            <a:schemeClr val="bg1">
              <a:lumMod val="95000"/>
            </a:schemeClr>
          </a:solidFill>
        </p:grpSpPr>
        <p:sp>
          <p:nvSpPr>
            <p:cNvPr id="6" name="Border">
              <a:extLst>
                <a:ext uri="{FF2B5EF4-FFF2-40B4-BE49-F238E27FC236}">
                  <a16:creationId xmlns:a16="http://schemas.microsoft.com/office/drawing/2014/main" id="{6AB3EC89-1D9A-494E-8BB4-1139BDC8104D}"/>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 name="Line 2">
              <a:extLst>
                <a:ext uri="{FF2B5EF4-FFF2-40B4-BE49-F238E27FC236}">
                  <a16:creationId xmlns:a16="http://schemas.microsoft.com/office/drawing/2014/main" id="{5BCDA29B-F207-4BCE-AD31-2092C9F9C50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1">
              <a:extLst>
                <a:ext uri="{FF2B5EF4-FFF2-40B4-BE49-F238E27FC236}">
                  <a16:creationId xmlns:a16="http://schemas.microsoft.com/office/drawing/2014/main" id="{403FA6C6-3CFC-41C6-AB1C-FA5088F31CF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TextBox 8">
              <a:extLst>
                <a:ext uri="{FF2B5EF4-FFF2-40B4-BE49-F238E27FC236}">
                  <a16:creationId xmlns:a16="http://schemas.microsoft.com/office/drawing/2014/main" id="{535E146F-568B-429A-A94F-F708BB1940D4}"/>
                </a:ext>
              </a:extLst>
            </p:cNvPr>
            <p:cNvSpPr txBox="1"/>
            <p:nvPr/>
          </p:nvSpPr>
          <p:spPr>
            <a:xfrm>
              <a:off x="3335780" y="2018289"/>
              <a:ext cx="690867" cy="470629"/>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0" name="직사각형 9">
            <a:extLst>
              <a:ext uri="{FF2B5EF4-FFF2-40B4-BE49-F238E27FC236}">
                <a16:creationId xmlns:a16="http://schemas.microsoft.com/office/drawing/2014/main" id="{0886D838-88E9-4DF1-916C-3D67C9362E97}"/>
              </a:ext>
            </a:extLst>
          </p:cNvPr>
          <p:cNvSpPr/>
          <p:nvPr userDrawn="1"/>
        </p:nvSpPr>
        <p:spPr>
          <a:xfrm>
            <a:off x="7107532" y="104509"/>
            <a:ext cx="2933097" cy="253211"/>
          </a:xfrm>
          <a:prstGeom prst="rect">
            <a:avLst/>
          </a:prstGeom>
        </p:spPr>
        <p:txBody>
          <a:bodyPr wrap="square">
            <a:spAutoFit/>
          </a:bodyPr>
          <a:lstStyle/>
          <a:p>
            <a:pPr algn="r">
              <a:lnSpc>
                <a:spcPct val="150000"/>
              </a:lnSpc>
            </a:pPr>
            <a:r>
              <a:rPr lang="en-US" altLang="ko-KR" sz="800" dirty="0">
                <a:solidFill>
                  <a:schemeClr val="bg1">
                    <a:lumMod val="75000"/>
                  </a:schemeClr>
                </a:solidFill>
                <a:latin typeface="+mj-ea"/>
                <a:ea typeface="+mj-ea"/>
              </a:rPr>
              <a:t> </a:t>
            </a:r>
            <a:r>
              <a:rPr lang="en-US" altLang="ko-KR" sz="800" b="1" dirty="0">
                <a:solidFill>
                  <a:schemeClr val="tx1"/>
                </a:solidFill>
                <a:latin typeface="+mj-ea"/>
                <a:ea typeface="+mj-ea"/>
              </a:rPr>
              <a:t>[ </a:t>
            </a:r>
            <a:r>
              <a:rPr lang="ko-KR" altLang="en-US" sz="800" b="1" dirty="0">
                <a:solidFill>
                  <a:schemeClr val="tx1"/>
                </a:solidFill>
                <a:latin typeface="+mj-ea"/>
                <a:ea typeface="+mj-ea"/>
              </a:rPr>
              <a:t>상호명 </a:t>
            </a:r>
            <a:r>
              <a:rPr lang="en-US" altLang="ko-KR" sz="800" b="1" dirty="0">
                <a:solidFill>
                  <a:schemeClr val="tx1"/>
                </a:solidFill>
                <a:latin typeface="+mj-ea"/>
                <a:ea typeface="+mj-ea"/>
              </a:rPr>
              <a:t>]  </a:t>
            </a:r>
            <a:r>
              <a:rPr lang="ko-KR" altLang="en-US" sz="800" dirty="0" err="1">
                <a:latin typeface="+mj-ea"/>
                <a:ea typeface="+mj-ea"/>
              </a:rPr>
              <a:t>회원명</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sp>
        <p:nvSpPr>
          <p:cNvPr id="11" name="사각형: 둥근 모서리 10">
            <a:extLst>
              <a:ext uri="{FF2B5EF4-FFF2-40B4-BE49-F238E27FC236}">
                <a16:creationId xmlns:a16="http://schemas.microsoft.com/office/drawing/2014/main" id="{88A7CEC3-B705-494A-8EBF-5C4AF7C84E02}"/>
              </a:ext>
            </a:extLst>
          </p:cNvPr>
          <p:cNvSpPr/>
          <p:nvPr userDrawn="1"/>
        </p:nvSpPr>
        <p:spPr>
          <a:xfrm>
            <a:off x="118741" y="567332"/>
            <a:ext cx="1148071" cy="474970"/>
          </a:xfrm>
          <a:prstGeom prst="roundRect">
            <a:avLst>
              <a:gd name="adj" fmla="val 4472"/>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l">
              <a:lnSpc>
                <a:spcPct val="150000"/>
              </a:lnSpc>
            </a:pPr>
            <a:r>
              <a:rPr lang="ko-KR" altLang="en-US" sz="800" dirty="0">
                <a:solidFill>
                  <a:schemeClr val="tx1"/>
                </a:solidFill>
              </a:rPr>
              <a:t>○ 주문관리</a:t>
            </a:r>
            <a:endParaRPr lang="en-US" altLang="ko-KR" sz="800" dirty="0">
              <a:solidFill>
                <a:schemeClr val="tx1"/>
              </a:solidFill>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상품등록</a:t>
            </a:r>
            <a:endParaRPr lang="en-US" altLang="ko-KR" sz="800" dirty="0">
              <a:solidFill>
                <a:schemeClr val="tx1"/>
              </a:solidFill>
            </a:endParaRPr>
          </a:p>
          <a:p>
            <a:pPr algn="l">
              <a:lnSpc>
                <a:spcPct val="150000"/>
              </a:lnSpc>
            </a:pPr>
            <a:endParaRPr lang="en-US" altLang="ko-KR" sz="800" dirty="0">
              <a:solidFill>
                <a:schemeClr val="tx1"/>
              </a:solidFill>
            </a:endParaRPr>
          </a:p>
        </p:txBody>
      </p:sp>
      <p:sp>
        <p:nvSpPr>
          <p:cNvPr id="12" name="사각형: 둥근 모서리 11">
            <a:extLst>
              <a:ext uri="{FF2B5EF4-FFF2-40B4-BE49-F238E27FC236}">
                <a16:creationId xmlns:a16="http://schemas.microsoft.com/office/drawing/2014/main" id="{FDD8E23F-0A63-4D55-8530-58B3CFE99840}"/>
              </a:ext>
            </a:extLst>
          </p:cNvPr>
          <p:cNvSpPr/>
          <p:nvPr userDrawn="1"/>
        </p:nvSpPr>
        <p:spPr>
          <a:xfrm>
            <a:off x="1476347" y="170905"/>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주문목록</a:t>
            </a:r>
          </a:p>
        </p:txBody>
      </p:sp>
      <p:sp>
        <p:nvSpPr>
          <p:cNvPr id="13" name="사각형: 둥근 모서리 12">
            <a:extLst>
              <a:ext uri="{FF2B5EF4-FFF2-40B4-BE49-F238E27FC236}">
                <a16:creationId xmlns:a16="http://schemas.microsoft.com/office/drawing/2014/main" id="{DAC94688-B650-4AD7-8F21-EC0C9BE87E19}"/>
              </a:ext>
            </a:extLst>
          </p:cNvPr>
          <p:cNvSpPr/>
          <p:nvPr userDrawn="1"/>
        </p:nvSpPr>
        <p:spPr>
          <a:xfrm>
            <a:off x="2296062" y="170905"/>
            <a:ext cx="888569"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회원정보수정</a:t>
            </a:r>
          </a:p>
        </p:txBody>
      </p:sp>
      <p:sp>
        <p:nvSpPr>
          <p:cNvPr id="14" name="사각형: 둥근 모서리 13">
            <a:extLst>
              <a:ext uri="{FF2B5EF4-FFF2-40B4-BE49-F238E27FC236}">
                <a16:creationId xmlns:a16="http://schemas.microsoft.com/office/drawing/2014/main" id="{B9158343-2AAF-4141-9E71-847A65975CD7}"/>
              </a:ext>
            </a:extLst>
          </p:cNvPr>
          <p:cNvSpPr/>
          <p:nvPr userDrawn="1"/>
        </p:nvSpPr>
        <p:spPr>
          <a:xfrm>
            <a:off x="3256190" y="171431"/>
            <a:ext cx="636360"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 포인트</a:t>
            </a:r>
          </a:p>
        </p:txBody>
      </p:sp>
      <p:sp>
        <p:nvSpPr>
          <p:cNvPr id="15" name="사각형: 둥근 모서리 14">
            <a:extLst>
              <a:ext uri="{FF2B5EF4-FFF2-40B4-BE49-F238E27FC236}">
                <a16:creationId xmlns:a16="http://schemas.microsoft.com/office/drawing/2014/main" id="{5A1086F0-0764-4992-996D-C4D3AACE3526}"/>
              </a:ext>
            </a:extLst>
          </p:cNvPr>
          <p:cNvSpPr/>
          <p:nvPr userDrawn="1"/>
        </p:nvSpPr>
        <p:spPr>
          <a:xfrm>
            <a:off x="4020832" y="170905"/>
            <a:ext cx="842850"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     방문한 채널</a:t>
            </a:r>
          </a:p>
        </p:txBody>
      </p:sp>
      <p:graphicFrame>
        <p:nvGraphicFramePr>
          <p:cNvPr id="16" name="표 20">
            <a:extLst>
              <a:ext uri="{FF2B5EF4-FFF2-40B4-BE49-F238E27FC236}">
                <a16:creationId xmlns:a16="http://schemas.microsoft.com/office/drawing/2014/main" id="{BF9CB86B-A574-4403-9347-6E5159A61FB6}"/>
              </a:ext>
            </a:extLst>
          </p:cNvPr>
          <p:cNvGraphicFramePr>
            <a:graphicFrameLocks noGrp="1"/>
          </p:cNvGraphicFramePr>
          <p:nvPr userDrawn="1"/>
        </p:nvGraphicFramePr>
        <p:xfrm>
          <a:off x="40495" y="1178787"/>
          <a:ext cx="1305704" cy="106680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a:t>
                      </a:r>
                      <a:r>
                        <a:rPr lang="en-US" altLang="ko-KR" sz="800" dirty="0"/>
                        <a:t>Shop </a:t>
                      </a:r>
                      <a:r>
                        <a:rPr lang="ko-KR" altLang="en-US" sz="800" dirty="0"/>
                        <a:t>채널관리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상품관리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공동구매 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latinLnBrk="1"/>
                      <a:r>
                        <a:rPr lang="ko-KR" altLang="en-US" sz="800" dirty="0"/>
                        <a:t>○ 주문관리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정산관리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878359119"/>
                  </a:ext>
                </a:extLst>
              </a:tr>
            </a:tbl>
          </a:graphicData>
        </a:graphic>
      </p:graphicFrame>
      <p:sp>
        <p:nvSpPr>
          <p:cNvPr id="17" name="웃는 얼굴 16">
            <a:extLst>
              <a:ext uri="{FF2B5EF4-FFF2-40B4-BE49-F238E27FC236}">
                <a16:creationId xmlns:a16="http://schemas.microsoft.com/office/drawing/2014/main" id="{5892CCFA-6266-4AA4-BBE3-FB2A70CA7F09}"/>
              </a:ext>
            </a:extLst>
          </p:cNvPr>
          <p:cNvSpPr/>
          <p:nvPr userDrawn="1"/>
        </p:nvSpPr>
        <p:spPr>
          <a:xfrm>
            <a:off x="1529408" y="20777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 name="웃는 얼굴 17">
            <a:extLst>
              <a:ext uri="{FF2B5EF4-FFF2-40B4-BE49-F238E27FC236}">
                <a16:creationId xmlns:a16="http://schemas.microsoft.com/office/drawing/2014/main" id="{AF4A9D53-486E-4AA2-8036-229DFCD2BF72}"/>
              </a:ext>
            </a:extLst>
          </p:cNvPr>
          <p:cNvSpPr/>
          <p:nvPr userDrawn="1"/>
        </p:nvSpPr>
        <p:spPr>
          <a:xfrm>
            <a:off x="2348177" y="20534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웃는 얼굴 18">
            <a:extLst>
              <a:ext uri="{FF2B5EF4-FFF2-40B4-BE49-F238E27FC236}">
                <a16:creationId xmlns:a16="http://schemas.microsoft.com/office/drawing/2014/main" id="{3EE1D5DB-18E8-4006-8BB2-059F660F3E6B}"/>
              </a:ext>
            </a:extLst>
          </p:cNvPr>
          <p:cNvSpPr/>
          <p:nvPr userDrawn="1"/>
        </p:nvSpPr>
        <p:spPr>
          <a:xfrm>
            <a:off x="3315372" y="20291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웃는 얼굴 19">
            <a:extLst>
              <a:ext uri="{FF2B5EF4-FFF2-40B4-BE49-F238E27FC236}">
                <a16:creationId xmlns:a16="http://schemas.microsoft.com/office/drawing/2014/main" id="{AB4EC477-89D2-4B43-904A-D55E47CE6386}"/>
              </a:ext>
            </a:extLst>
          </p:cNvPr>
          <p:cNvSpPr/>
          <p:nvPr userDrawn="1"/>
        </p:nvSpPr>
        <p:spPr>
          <a:xfrm>
            <a:off x="4084904" y="213898"/>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21" name="표 20">
            <a:extLst>
              <a:ext uri="{FF2B5EF4-FFF2-40B4-BE49-F238E27FC236}">
                <a16:creationId xmlns:a16="http://schemas.microsoft.com/office/drawing/2014/main" id="{A4D7011A-F1A4-4465-9437-6D53261478AF}"/>
              </a:ext>
            </a:extLst>
          </p:cNvPr>
          <p:cNvGraphicFramePr>
            <a:graphicFrameLocks noGrp="1"/>
          </p:cNvGraphicFramePr>
          <p:nvPr userDrawn="1"/>
        </p:nvGraphicFramePr>
        <p:xfrm>
          <a:off x="48089" y="3141314"/>
          <a:ext cx="1305704" cy="128016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정보관리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서브관리자관리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발주담당관리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latinLnBrk="1"/>
                      <a:r>
                        <a:rPr lang="ko-KR" altLang="en-US" sz="800" dirty="0"/>
                        <a:t>○ 포인트관리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a:t>
                      </a:r>
                      <a:r>
                        <a:rPr lang="ko-KR" altLang="en-US" sz="800" dirty="0" err="1"/>
                        <a:t>배송비설정</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취소</a:t>
                      </a:r>
                      <a:r>
                        <a:rPr lang="en-US" altLang="ko-KR" sz="800" dirty="0"/>
                        <a:t>/</a:t>
                      </a:r>
                      <a:r>
                        <a:rPr lang="ko-KR" altLang="en-US" sz="800" dirty="0"/>
                        <a:t>환불안내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bl>
          </a:graphicData>
        </a:graphic>
      </p:graphicFrame>
      <p:sp>
        <p:nvSpPr>
          <p:cNvPr id="22" name="TextBox 21">
            <a:extLst>
              <a:ext uri="{FF2B5EF4-FFF2-40B4-BE49-F238E27FC236}">
                <a16:creationId xmlns:a16="http://schemas.microsoft.com/office/drawing/2014/main" id="{BC8D3265-2B03-438E-AA78-B36B078AAB01}"/>
              </a:ext>
            </a:extLst>
          </p:cNvPr>
          <p:cNvSpPr txBox="1"/>
          <p:nvPr userDrawn="1"/>
        </p:nvSpPr>
        <p:spPr>
          <a:xfrm rot="10800000">
            <a:off x="1078469" y="1170836"/>
            <a:ext cx="276038" cy="246221"/>
          </a:xfrm>
          <a:prstGeom prst="rect">
            <a:avLst/>
          </a:prstGeom>
          <a:noFill/>
        </p:spPr>
        <p:txBody>
          <a:bodyPr wrap="none" rtlCol="0">
            <a:spAutoFit/>
          </a:bodyPr>
          <a:lstStyle/>
          <a:p>
            <a:r>
              <a:rPr lang="ko-KR" altLang="en-US" sz="1000" b="1" dirty="0"/>
              <a:t>∨</a:t>
            </a:r>
          </a:p>
        </p:txBody>
      </p:sp>
      <p:sp>
        <p:nvSpPr>
          <p:cNvPr id="23" name="TextBox 22">
            <a:extLst>
              <a:ext uri="{FF2B5EF4-FFF2-40B4-BE49-F238E27FC236}">
                <a16:creationId xmlns:a16="http://schemas.microsoft.com/office/drawing/2014/main" id="{D15332B9-191C-4641-8990-333A13B417F1}"/>
              </a:ext>
            </a:extLst>
          </p:cNvPr>
          <p:cNvSpPr txBox="1"/>
          <p:nvPr userDrawn="1"/>
        </p:nvSpPr>
        <p:spPr>
          <a:xfrm rot="10800000">
            <a:off x="1080745" y="1381815"/>
            <a:ext cx="276038" cy="246221"/>
          </a:xfrm>
          <a:prstGeom prst="rect">
            <a:avLst/>
          </a:prstGeom>
          <a:noFill/>
        </p:spPr>
        <p:txBody>
          <a:bodyPr wrap="none" rtlCol="0">
            <a:spAutoFit/>
          </a:bodyPr>
          <a:lstStyle/>
          <a:p>
            <a:r>
              <a:rPr lang="ko-KR" altLang="en-US" sz="1000" b="1" dirty="0"/>
              <a:t>∨</a:t>
            </a:r>
          </a:p>
        </p:txBody>
      </p:sp>
      <p:sp>
        <p:nvSpPr>
          <p:cNvPr id="24" name="TextBox 23">
            <a:extLst>
              <a:ext uri="{FF2B5EF4-FFF2-40B4-BE49-F238E27FC236}">
                <a16:creationId xmlns:a16="http://schemas.microsoft.com/office/drawing/2014/main" id="{9A56AF25-5630-4D30-BD64-86C1C8443ACD}"/>
              </a:ext>
            </a:extLst>
          </p:cNvPr>
          <p:cNvSpPr txBox="1"/>
          <p:nvPr userDrawn="1"/>
        </p:nvSpPr>
        <p:spPr>
          <a:xfrm rot="10800000">
            <a:off x="1078468" y="1598765"/>
            <a:ext cx="276038" cy="246221"/>
          </a:xfrm>
          <a:prstGeom prst="rect">
            <a:avLst/>
          </a:prstGeom>
          <a:noFill/>
        </p:spPr>
        <p:txBody>
          <a:bodyPr wrap="none" rtlCol="0">
            <a:spAutoFit/>
          </a:bodyPr>
          <a:lstStyle/>
          <a:p>
            <a:r>
              <a:rPr lang="ko-KR" altLang="en-US" sz="1000" b="1" dirty="0"/>
              <a:t>∨</a:t>
            </a:r>
          </a:p>
        </p:txBody>
      </p:sp>
      <p:sp>
        <p:nvSpPr>
          <p:cNvPr id="25" name="TextBox 24">
            <a:extLst>
              <a:ext uri="{FF2B5EF4-FFF2-40B4-BE49-F238E27FC236}">
                <a16:creationId xmlns:a16="http://schemas.microsoft.com/office/drawing/2014/main" id="{23BFFC09-9B25-480E-8A0D-B55536013B6F}"/>
              </a:ext>
            </a:extLst>
          </p:cNvPr>
          <p:cNvSpPr txBox="1"/>
          <p:nvPr userDrawn="1"/>
        </p:nvSpPr>
        <p:spPr>
          <a:xfrm rot="10800000">
            <a:off x="1080093" y="1831065"/>
            <a:ext cx="276038" cy="246221"/>
          </a:xfrm>
          <a:prstGeom prst="rect">
            <a:avLst/>
          </a:prstGeom>
          <a:noFill/>
        </p:spPr>
        <p:txBody>
          <a:bodyPr wrap="none" rtlCol="0">
            <a:spAutoFit/>
          </a:bodyPr>
          <a:lstStyle/>
          <a:p>
            <a:r>
              <a:rPr lang="ko-KR" altLang="en-US" sz="1000" b="1" dirty="0"/>
              <a:t>∨</a:t>
            </a:r>
          </a:p>
        </p:txBody>
      </p:sp>
      <p:sp>
        <p:nvSpPr>
          <p:cNvPr id="26" name="직사각형 25">
            <a:extLst>
              <a:ext uri="{FF2B5EF4-FFF2-40B4-BE49-F238E27FC236}">
                <a16:creationId xmlns:a16="http://schemas.microsoft.com/office/drawing/2014/main" id="{8FF9E67F-865C-4941-8F4C-BD77070B2672}"/>
              </a:ext>
            </a:extLst>
          </p:cNvPr>
          <p:cNvSpPr/>
          <p:nvPr userDrawn="1"/>
        </p:nvSpPr>
        <p:spPr>
          <a:xfrm>
            <a:off x="41208" y="429370"/>
            <a:ext cx="1304991"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 name="TextBox 26">
            <a:extLst>
              <a:ext uri="{FF2B5EF4-FFF2-40B4-BE49-F238E27FC236}">
                <a16:creationId xmlns:a16="http://schemas.microsoft.com/office/drawing/2014/main" id="{5E3554E6-FFA0-4AB2-9770-77F77FFF2960}"/>
              </a:ext>
            </a:extLst>
          </p:cNvPr>
          <p:cNvSpPr txBox="1"/>
          <p:nvPr userDrawn="1"/>
        </p:nvSpPr>
        <p:spPr>
          <a:xfrm>
            <a:off x="40495" y="2905534"/>
            <a:ext cx="631904" cy="215444"/>
          </a:xfrm>
          <a:prstGeom prst="rect">
            <a:avLst/>
          </a:prstGeom>
          <a:noFill/>
        </p:spPr>
        <p:txBody>
          <a:bodyPr wrap="none" rtlCol="0">
            <a:spAutoFit/>
          </a:bodyPr>
          <a:lstStyle/>
          <a:p>
            <a:r>
              <a:rPr lang="ko-KR" altLang="en-US" sz="800" b="1" dirty="0">
                <a:solidFill>
                  <a:schemeClr val="bg1">
                    <a:lumMod val="65000"/>
                  </a:schemeClr>
                </a:solidFill>
              </a:rPr>
              <a:t> 환경설정</a:t>
            </a:r>
          </a:p>
        </p:txBody>
      </p:sp>
      <p:sp>
        <p:nvSpPr>
          <p:cNvPr id="28" name="직사각형 27">
            <a:extLst>
              <a:ext uri="{FF2B5EF4-FFF2-40B4-BE49-F238E27FC236}">
                <a16:creationId xmlns:a16="http://schemas.microsoft.com/office/drawing/2014/main" id="{D424B240-347A-4226-A533-396CEA462E35}"/>
              </a:ext>
            </a:extLst>
          </p:cNvPr>
          <p:cNvSpPr/>
          <p:nvPr userDrawn="1"/>
        </p:nvSpPr>
        <p:spPr>
          <a:xfrm>
            <a:off x="9271463" y="429370"/>
            <a:ext cx="840725"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 name="직사각형 28">
            <a:extLst>
              <a:ext uri="{FF2B5EF4-FFF2-40B4-BE49-F238E27FC236}">
                <a16:creationId xmlns:a16="http://schemas.microsoft.com/office/drawing/2014/main" id="{712CFF9C-6597-4080-9334-EAF146D0BD3A}"/>
              </a:ext>
            </a:extLst>
          </p:cNvPr>
          <p:cNvSpPr/>
          <p:nvPr userDrawn="1"/>
        </p:nvSpPr>
        <p:spPr>
          <a:xfrm>
            <a:off x="9375639" y="540420"/>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0" name="직사각형 29">
            <a:extLst>
              <a:ext uri="{FF2B5EF4-FFF2-40B4-BE49-F238E27FC236}">
                <a16:creationId xmlns:a16="http://schemas.microsoft.com/office/drawing/2014/main" id="{953B08B0-2DA9-45CC-BCA5-192CAE72EC65}"/>
              </a:ext>
            </a:extLst>
          </p:cNvPr>
          <p:cNvSpPr/>
          <p:nvPr userDrawn="1"/>
        </p:nvSpPr>
        <p:spPr>
          <a:xfrm>
            <a:off x="9375639" y="847737"/>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1" name="직사각형 30">
            <a:extLst>
              <a:ext uri="{FF2B5EF4-FFF2-40B4-BE49-F238E27FC236}">
                <a16:creationId xmlns:a16="http://schemas.microsoft.com/office/drawing/2014/main" id="{9AC8D88B-62AC-4D6A-A1F4-D504C94EC50F}"/>
              </a:ext>
            </a:extLst>
          </p:cNvPr>
          <p:cNvSpPr/>
          <p:nvPr userDrawn="1"/>
        </p:nvSpPr>
        <p:spPr>
          <a:xfrm>
            <a:off x="9375639" y="1155054"/>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2" name="직사각형 31">
            <a:extLst>
              <a:ext uri="{FF2B5EF4-FFF2-40B4-BE49-F238E27FC236}">
                <a16:creationId xmlns:a16="http://schemas.microsoft.com/office/drawing/2014/main" id="{14AFB3A6-F304-430E-BCF1-13D5D5F5DD6C}"/>
              </a:ext>
            </a:extLst>
          </p:cNvPr>
          <p:cNvSpPr/>
          <p:nvPr userDrawn="1"/>
        </p:nvSpPr>
        <p:spPr>
          <a:xfrm>
            <a:off x="9375639" y="1462371"/>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3" name="직사각형 32">
            <a:extLst>
              <a:ext uri="{FF2B5EF4-FFF2-40B4-BE49-F238E27FC236}">
                <a16:creationId xmlns:a16="http://schemas.microsoft.com/office/drawing/2014/main" id="{A4BFF4BF-5D2B-4567-9770-5E644DFF8B4B}"/>
              </a:ext>
            </a:extLst>
          </p:cNvPr>
          <p:cNvSpPr/>
          <p:nvPr userDrawn="1"/>
        </p:nvSpPr>
        <p:spPr>
          <a:xfrm>
            <a:off x="9375639" y="1769688"/>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4" name="직사각형 33">
            <a:extLst>
              <a:ext uri="{FF2B5EF4-FFF2-40B4-BE49-F238E27FC236}">
                <a16:creationId xmlns:a16="http://schemas.microsoft.com/office/drawing/2014/main" id="{4FF4492D-6FFF-4F5A-B24A-C419465EBF87}"/>
              </a:ext>
            </a:extLst>
          </p:cNvPr>
          <p:cNvSpPr/>
          <p:nvPr userDrawn="1"/>
        </p:nvSpPr>
        <p:spPr>
          <a:xfrm>
            <a:off x="9375639" y="2077005"/>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5" name="직사각형 34">
            <a:extLst>
              <a:ext uri="{FF2B5EF4-FFF2-40B4-BE49-F238E27FC236}">
                <a16:creationId xmlns:a16="http://schemas.microsoft.com/office/drawing/2014/main" id="{37919699-F6AE-4A06-B8FA-F192BE18A595}"/>
              </a:ext>
            </a:extLst>
          </p:cNvPr>
          <p:cNvSpPr/>
          <p:nvPr userDrawn="1"/>
        </p:nvSpPr>
        <p:spPr>
          <a:xfrm>
            <a:off x="9375639" y="2384322"/>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6" name="직사각형 35">
            <a:extLst>
              <a:ext uri="{FF2B5EF4-FFF2-40B4-BE49-F238E27FC236}">
                <a16:creationId xmlns:a16="http://schemas.microsoft.com/office/drawing/2014/main" id="{20863BA7-FEC8-485F-AE86-021AC6177E7C}"/>
              </a:ext>
            </a:extLst>
          </p:cNvPr>
          <p:cNvSpPr/>
          <p:nvPr userDrawn="1"/>
        </p:nvSpPr>
        <p:spPr>
          <a:xfrm>
            <a:off x="9375639" y="2691639"/>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78" name="직사각형 77">
            <a:extLst>
              <a:ext uri="{FF2B5EF4-FFF2-40B4-BE49-F238E27FC236}">
                <a16:creationId xmlns:a16="http://schemas.microsoft.com/office/drawing/2014/main" id="{733F93A0-B6FA-4BB2-9AD4-1FE906C2910D}"/>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9" name="직사각형 78">
            <a:extLst>
              <a:ext uri="{FF2B5EF4-FFF2-40B4-BE49-F238E27FC236}">
                <a16:creationId xmlns:a16="http://schemas.microsoft.com/office/drawing/2014/main" id="{521AA3A4-10AB-41FA-BC53-F7E4F0F59C2D}"/>
              </a:ext>
            </a:extLst>
          </p:cNvPr>
          <p:cNvSpPr/>
          <p:nvPr userDrawn="1"/>
        </p:nvSpPr>
        <p:spPr>
          <a:xfrm>
            <a:off x="1414854" y="48500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80" name="직사각형 79">
            <a:extLst>
              <a:ext uri="{FF2B5EF4-FFF2-40B4-BE49-F238E27FC236}">
                <a16:creationId xmlns:a16="http://schemas.microsoft.com/office/drawing/2014/main" id="{977AF6FD-5CEA-4FFE-BC88-830A40E20018}"/>
              </a:ext>
            </a:extLst>
          </p:cNvPr>
          <p:cNvSpPr/>
          <p:nvPr userDrawn="1"/>
        </p:nvSpPr>
        <p:spPr>
          <a:xfrm>
            <a:off x="7202350" y="493535"/>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
        <p:nvSpPr>
          <p:cNvPr id="39" name="직사각형 38">
            <a:extLst>
              <a:ext uri="{FF2B5EF4-FFF2-40B4-BE49-F238E27FC236}">
                <a16:creationId xmlns:a16="http://schemas.microsoft.com/office/drawing/2014/main" id="{78A24B3B-7371-43BE-8035-C2B654860160}"/>
              </a:ext>
            </a:extLst>
          </p:cNvPr>
          <p:cNvSpPr/>
          <p:nvPr userDrawn="1"/>
        </p:nvSpPr>
        <p:spPr>
          <a:xfrm>
            <a:off x="1344346" y="429370"/>
            <a:ext cx="7916534" cy="13141157"/>
          </a:xfrm>
          <a:prstGeom prst="rect">
            <a:avLst/>
          </a:prstGeom>
          <a:solidFill>
            <a:schemeClr val="bg1"/>
          </a:solidFill>
          <a:ln w="3175">
            <a:solidFill>
              <a:schemeClr val="tx1">
                <a:lumMod val="50000"/>
                <a:lumOff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994042803"/>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사용자 지정 레이아웃">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FC7C98B6-A724-48B2-8824-214DDC0B2BEA}"/>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01CB11EA-EFEF-4F56-93FE-CC2ACBB9D95F}"/>
              </a:ext>
            </a:extLst>
          </p:cNvPr>
          <p:cNvSpPr/>
          <p:nvPr userDrawn="1"/>
        </p:nvSpPr>
        <p:spPr>
          <a:xfrm>
            <a:off x="41208" y="34272"/>
            <a:ext cx="10071693" cy="39509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5" name="그룹 4">
            <a:extLst>
              <a:ext uri="{FF2B5EF4-FFF2-40B4-BE49-F238E27FC236}">
                <a16:creationId xmlns:a16="http://schemas.microsoft.com/office/drawing/2014/main" id="{71D84B45-A194-4B42-AC7E-3159B1EEB8F5}"/>
              </a:ext>
            </a:extLst>
          </p:cNvPr>
          <p:cNvGrpSpPr/>
          <p:nvPr userDrawn="1"/>
        </p:nvGrpSpPr>
        <p:grpSpPr>
          <a:xfrm>
            <a:off x="118741" y="94475"/>
            <a:ext cx="1148071" cy="273280"/>
            <a:chOff x="2843808" y="1955121"/>
            <a:chExt cx="1674813" cy="596970"/>
          </a:xfrm>
          <a:solidFill>
            <a:schemeClr val="bg1">
              <a:lumMod val="95000"/>
            </a:schemeClr>
          </a:solidFill>
        </p:grpSpPr>
        <p:sp>
          <p:nvSpPr>
            <p:cNvPr id="6" name="Border">
              <a:extLst>
                <a:ext uri="{FF2B5EF4-FFF2-40B4-BE49-F238E27FC236}">
                  <a16:creationId xmlns:a16="http://schemas.microsoft.com/office/drawing/2014/main" id="{67E5CCF3-D9C4-4234-A375-049AC39773CF}"/>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 name="Line 2">
              <a:extLst>
                <a:ext uri="{FF2B5EF4-FFF2-40B4-BE49-F238E27FC236}">
                  <a16:creationId xmlns:a16="http://schemas.microsoft.com/office/drawing/2014/main" id="{82B040F9-9B6C-4F9C-BF30-5666A3185C5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1">
              <a:extLst>
                <a:ext uri="{FF2B5EF4-FFF2-40B4-BE49-F238E27FC236}">
                  <a16:creationId xmlns:a16="http://schemas.microsoft.com/office/drawing/2014/main" id="{0C776255-F0D6-42AA-96D3-1012B9E3BB6D}"/>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TextBox 8">
              <a:extLst>
                <a:ext uri="{FF2B5EF4-FFF2-40B4-BE49-F238E27FC236}">
                  <a16:creationId xmlns:a16="http://schemas.microsoft.com/office/drawing/2014/main" id="{FB48207C-B014-4A02-B95F-AC646A90D386}"/>
                </a:ext>
              </a:extLst>
            </p:cNvPr>
            <p:cNvSpPr txBox="1"/>
            <p:nvPr/>
          </p:nvSpPr>
          <p:spPr>
            <a:xfrm>
              <a:off x="3335780" y="2018289"/>
              <a:ext cx="690867" cy="470629"/>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0" name="직사각형 9">
            <a:extLst>
              <a:ext uri="{FF2B5EF4-FFF2-40B4-BE49-F238E27FC236}">
                <a16:creationId xmlns:a16="http://schemas.microsoft.com/office/drawing/2014/main" id="{B5019932-3901-4C6B-A6B1-CC9758E79102}"/>
              </a:ext>
            </a:extLst>
          </p:cNvPr>
          <p:cNvSpPr/>
          <p:nvPr userDrawn="1"/>
        </p:nvSpPr>
        <p:spPr>
          <a:xfrm>
            <a:off x="7107532" y="104509"/>
            <a:ext cx="2933097" cy="253211"/>
          </a:xfrm>
          <a:prstGeom prst="rect">
            <a:avLst/>
          </a:prstGeom>
        </p:spPr>
        <p:txBody>
          <a:bodyPr wrap="square">
            <a:spAutoFit/>
          </a:bodyPr>
          <a:lstStyle/>
          <a:p>
            <a:pPr algn="r">
              <a:lnSpc>
                <a:spcPct val="150000"/>
              </a:lnSpc>
            </a:pPr>
            <a:r>
              <a:rPr lang="en-US" altLang="ko-KR" sz="800" dirty="0">
                <a:solidFill>
                  <a:schemeClr val="bg1">
                    <a:lumMod val="75000"/>
                  </a:schemeClr>
                </a:solidFill>
                <a:latin typeface="+mj-ea"/>
                <a:ea typeface="+mj-ea"/>
              </a:rPr>
              <a:t> </a:t>
            </a:r>
            <a:r>
              <a:rPr lang="en-US" altLang="ko-KR" sz="800" b="1" dirty="0">
                <a:solidFill>
                  <a:schemeClr val="tx1"/>
                </a:solidFill>
                <a:latin typeface="+mj-ea"/>
                <a:ea typeface="+mj-ea"/>
              </a:rPr>
              <a:t>[ </a:t>
            </a:r>
            <a:r>
              <a:rPr lang="ko-KR" altLang="en-US" sz="800" b="1" dirty="0">
                <a:solidFill>
                  <a:schemeClr val="tx1"/>
                </a:solidFill>
                <a:latin typeface="+mj-ea"/>
                <a:ea typeface="+mj-ea"/>
              </a:rPr>
              <a:t>상호명 </a:t>
            </a:r>
            <a:r>
              <a:rPr lang="en-US" altLang="ko-KR" sz="800" b="1" dirty="0">
                <a:solidFill>
                  <a:schemeClr val="tx1"/>
                </a:solidFill>
                <a:latin typeface="+mj-ea"/>
                <a:ea typeface="+mj-ea"/>
              </a:rPr>
              <a:t>]  </a:t>
            </a:r>
            <a:r>
              <a:rPr lang="ko-KR" altLang="en-US" sz="800" dirty="0" err="1">
                <a:latin typeface="+mj-ea"/>
                <a:ea typeface="+mj-ea"/>
              </a:rPr>
              <a:t>회원명</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sp>
        <p:nvSpPr>
          <p:cNvPr id="11" name="사각형: 둥근 모서리 10">
            <a:extLst>
              <a:ext uri="{FF2B5EF4-FFF2-40B4-BE49-F238E27FC236}">
                <a16:creationId xmlns:a16="http://schemas.microsoft.com/office/drawing/2014/main" id="{064FA329-D021-4148-AD83-524D1B18ED38}"/>
              </a:ext>
            </a:extLst>
          </p:cNvPr>
          <p:cNvSpPr/>
          <p:nvPr userDrawn="1"/>
        </p:nvSpPr>
        <p:spPr>
          <a:xfrm>
            <a:off x="118741" y="567332"/>
            <a:ext cx="1148071" cy="474970"/>
          </a:xfrm>
          <a:prstGeom prst="roundRect">
            <a:avLst>
              <a:gd name="adj" fmla="val 4472"/>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l">
              <a:lnSpc>
                <a:spcPct val="150000"/>
              </a:lnSpc>
            </a:pPr>
            <a:r>
              <a:rPr lang="ko-KR" altLang="en-US" sz="800" dirty="0">
                <a:solidFill>
                  <a:schemeClr val="tx1"/>
                </a:solidFill>
              </a:rPr>
              <a:t>○ 주문관리</a:t>
            </a:r>
            <a:endParaRPr lang="en-US" altLang="ko-KR" sz="800" dirty="0">
              <a:solidFill>
                <a:schemeClr val="tx1"/>
              </a:solidFill>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상품등록</a:t>
            </a:r>
            <a:endParaRPr lang="en-US" altLang="ko-KR" sz="800" dirty="0">
              <a:solidFill>
                <a:schemeClr val="tx1"/>
              </a:solidFill>
            </a:endParaRPr>
          </a:p>
          <a:p>
            <a:pPr algn="l">
              <a:lnSpc>
                <a:spcPct val="150000"/>
              </a:lnSpc>
            </a:pPr>
            <a:endParaRPr lang="en-US" altLang="ko-KR" sz="800" dirty="0">
              <a:solidFill>
                <a:schemeClr val="tx1"/>
              </a:solidFill>
            </a:endParaRPr>
          </a:p>
        </p:txBody>
      </p:sp>
      <p:sp>
        <p:nvSpPr>
          <p:cNvPr id="12" name="사각형: 둥근 모서리 11">
            <a:extLst>
              <a:ext uri="{FF2B5EF4-FFF2-40B4-BE49-F238E27FC236}">
                <a16:creationId xmlns:a16="http://schemas.microsoft.com/office/drawing/2014/main" id="{0A2107E8-A597-4569-B861-6F2AE07BD252}"/>
              </a:ext>
            </a:extLst>
          </p:cNvPr>
          <p:cNvSpPr/>
          <p:nvPr userDrawn="1"/>
        </p:nvSpPr>
        <p:spPr>
          <a:xfrm>
            <a:off x="1476347" y="170905"/>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주문목록</a:t>
            </a:r>
          </a:p>
        </p:txBody>
      </p:sp>
      <p:sp>
        <p:nvSpPr>
          <p:cNvPr id="13" name="사각형: 둥근 모서리 12">
            <a:extLst>
              <a:ext uri="{FF2B5EF4-FFF2-40B4-BE49-F238E27FC236}">
                <a16:creationId xmlns:a16="http://schemas.microsoft.com/office/drawing/2014/main" id="{AFFBDBF1-B919-4505-B47B-9C3CE18230C3}"/>
              </a:ext>
            </a:extLst>
          </p:cNvPr>
          <p:cNvSpPr/>
          <p:nvPr userDrawn="1"/>
        </p:nvSpPr>
        <p:spPr>
          <a:xfrm>
            <a:off x="2296062" y="170905"/>
            <a:ext cx="888569"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회원정보수정</a:t>
            </a:r>
          </a:p>
        </p:txBody>
      </p:sp>
      <p:sp>
        <p:nvSpPr>
          <p:cNvPr id="14" name="사각형: 둥근 모서리 13">
            <a:extLst>
              <a:ext uri="{FF2B5EF4-FFF2-40B4-BE49-F238E27FC236}">
                <a16:creationId xmlns:a16="http://schemas.microsoft.com/office/drawing/2014/main" id="{3DB9A787-0261-4B51-B15C-C42014DA13EA}"/>
              </a:ext>
            </a:extLst>
          </p:cNvPr>
          <p:cNvSpPr/>
          <p:nvPr userDrawn="1"/>
        </p:nvSpPr>
        <p:spPr>
          <a:xfrm>
            <a:off x="3256190" y="171431"/>
            <a:ext cx="636360"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 포인트</a:t>
            </a:r>
          </a:p>
        </p:txBody>
      </p:sp>
      <p:sp>
        <p:nvSpPr>
          <p:cNvPr id="15" name="사각형: 둥근 모서리 14">
            <a:extLst>
              <a:ext uri="{FF2B5EF4-FFF2-40B4-BE49-F238E27FC236}">
                <a16:creationId xmlns:a16="http://schemas.microsoft.com/office/drawing/2014/main" id="{680F8F77-3C10-4515-8532-BB8E32F66946}"/>
              </a:ext>
            </a:extLst>
          </p:cNvPr>
          <p:cNvSpPr/>
          <p:nvPr userDrawn="1"/>
        </p:nvSpPr>
        <p:spPr>
          <a:xfrm>
            <a:off x="4020832" y="170905"/>
            <a:ext cx="842850"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     방문한 채널</a:t>
            </a:r>
          </a:p>
        </p:txBody>
      </p:sp>
      <p:graphicFrame>
        <p:nvGraphicFramePr>
          <p:cNvPr id="16" name="표 20">
            <a:extLst>
              <a:ext uri="{FF2B5EF4-FFF2-40B4-BE49-F238E27FC236}">
                <a16:creationId xmlns:a16="http://schemas.microsoft.com/office/drawing/2014/main" id="{D15338DC-C1F2-45AA-A3FE-9A341CE91969}"/>
              </a:ext>
            </a:extLst>
          </p:cNvPr>
          <p:cNvGraphicFramePr>
            <a:graphicFrameLocks noGrp="1"/>
          </p:cNvGraphicFramePr>
          <p:nvPr userDrawn="1">
            <p:extLst>
              <p:ext uri="{D42A27DB-BD31-4B8C-83A1-F6EECF244321}">
                <p14:modId xmlns:p14="http://schemas.microsoft.com/office/powerpoint/2010/main" val="3987119326"/>
              </p:ext>
            </p:extLst>
          </p:nvPr>
        </p:nvGraphicFramePr>
        <p:xfrm>
          <a:off x="40495" y="1178787"/>
          <a:ext cx="1305704" cy="106680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a:t>
                      </a:r>
                      <a:r>
                        <a:rPr lang="en-US" altLang="ko-KR" sz="800" dirty="0"/>
                        <a:t>Shop </a:t>
                      </a:r>
                      <a:r>
                        <a:rPr lang="ko-KR" altLang="en-US" sz="800" dirty="0"/>
                        <a:t>채널관리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상품관리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공동구매 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latinLnBrk="1"/>
                      <a:r>
                        <a:rPr lang="ko-KR" altLang="en-US" sz="800" dirty="0"/>
                        <a:t>○ 주문관리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정산관리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878359119"/>
                  </a:ext>
                </a:extLst>
              </a:tr>
            </a:tbl>
          </a:graphicData>
        </a:graphic>
      </p:graphicFrame>
      <p:sp>
        <p:nvSpPr>
          <p:cNvPr id="17" name="웃는 얼굴 16">
            <a:extLst>
              <a:ext uri="{FF2B5EF4-FFF2-40B4-BE49-F238E27FC236}">
                <a16:creationId xmlns:a16="http://schemas.microsoft.com/office/drawing/2014/main" id="{CD8E64A5-7AD9-4AA9-B188-A965B8BDAA9E}"/>
              </a:ext>
            </a:extLst>
          </p:cNvPr>
          <p:cNvSpPr/>
          <p:nvPr userDrawn="1"/>
        </p:nvSpPr>
        <p:spPr>
          <a:xfrm>
            <a:off x="1529408" y="20777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 name="웃는 얼굴 17">
            <a:extLst>
              <a:ext uri="{FF2B5EF4-FFF2-40B4-BE49-F238E27FC236}">
                <a16:creationId xmlns:a16="http://schemas.microsoft.com/office/drawing/2014/main" id="{860FA053-4F81-444B-AD9C-191E1DB610A9}"/>
              </a:ext>
            </a:extLst>
          </p:cNvPr>
          <p:cNvSpPr/>
          <p:nvPr userDrawn="1"/>
        </p:nvSpPr>
        <p:spPr>
          <a:xfrm>
            <a:off x="2348177" y="20534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웃는 얼굴 18">
            <a:extLst>
              <a:ext uri="{FF2B5EF4-FFF2-40B4-BE49-F238E27FC236}">
                <a16:creationId xmlns:a16="http://schemas.microsoft.com/office/drawing/2014/main" id="{24785928-685B-4251-A6B2-107B742121D3}"/>
              </a:ext>
            </a:extLst>
          </p:cNvPr>
          <p:cNvSpPr/>
          <p:nvPr userDrawn="1"/>
        </p:nvSpPr>
        <p:spPr>
          <a:xfrm>
            <a:off x="3315372" y="20291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웃는 얼굴 19">
            <a:extLst>
              <a:ext uri="{FF2B5EF4-FFF2-40B4-BE49-F238E27FC236}">
                <a16:creationId xmlns:a16="http://schemas.microsoft.com/office/drawing/2014/main" id="{3DC45016-8F30-4713-913C-3C99347D8626}"/>
              </a:ext>
            </a:extLst>
          </p:cNvPr>
          <p:cNvSpPr/>
          <p:nvPr userDrawn="1"/>
        </p:nvSpPr>
        <p:spPr>
          <a:xfrm>
            <a:off x="4084904" y="213898"/>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21" name="표 20">
            <a:extLst>
              <a:ext uri="{FF2B5EF4-FFF2-40B4-BE49-F238E27FC236}">
                <a16:creationId xmlns:a16="http://schemas.microsoft.com/office/drawing/2014/main" id="{F7352E3C-DC23-4271-9DE1-CBDF98B33346}"/>
              </a:ext>
            </a:extLst>
          </p:cNvPr>
          <p:cNvGraphicFramePr>
            <a:graphicFrameLocks noGrp="1"/>
          </p:cNvGraphicFramePr>
          <p:nvPr userDrawn="1">
            <p:extLst>
              <p:ext uri="{D42A27DB-BD31-4B8C-83A1-F6EECF244321}">
                <p14:modId xmlns:p14="http://schemas.microsoft.com/office/powerpoint/2010/main" val="2644296396"/>
              </p:ext>
            </p:extLst>
          </p:nvPr>
        </p:nvGraphicFramePr>
        <p:xfrm>
          <a:off x="48089" y="3141314"/>
          <a:ext cx="1305704" cy="128016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정보관리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서브관리자관리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발주담당관리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latinLnBrk="1"/>
                      <a:r>
                        <a:rPr lang="ko-KR" altLang="en-US" sz="800" dirty="0"/>
                        <a:t>○ 포인트관리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a:t>
                      </a:r>
                      <a:r>
                        <a:rPr lang="ko-KR" altLang="en-US" sz="800" dirty="0" err="1"/>
                        <a:t>배송비설정</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취소</a:t>
                      </a:r>
                      <a:r>
                        <a:rPr lang="en-US" altLang="ko-KR" sz="800" dirty="0"/>
                        <a:t>/</a:t>
                      </a:r>
                      <a:r>
                        <a:rPr lang="ko-KR" altLang="en-US" sz="800" dirty="0"/>
                        <a:t>환불안내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bl>
          </a:graphicData>
        </a:graphic>
      </p:graphicFrame>
      <p:sp>
        <p:nvSpPr>
          <p:cNvPr id="22" name="TextBox 21">
            <a:extLst>
              <a:ext uri="{FF2B5EF4-FFF2-40B4-BE49-F238E27FC236}">
                <a16:creationId xmlns:a16="http://schemas.microsoft.com/office/drawing/2014/main" id="{DB6B9A3E-09FE-4978-96C2-8EAAA380678C}"/>
              </a:ext>
            </a:extLst>
          </p:cNvPr>
          <p:cNvSpPr txBox="1"/>
          <p:nvPr userDrawn="1"/>
        </p:nvSpPr>
        <p:spPr>
          <a:xfrm rot="10800000">
            <a:off x="1078469" y="1170836"/>
            <a:ext cx="276038" cy="246221"/>
          </a:xfrm>
          <a:prstGeom prst="rect">
            <a:avLst/>
          </a:prstGeom>
          <a:noFill/>
        </p:spPr>
        <p:txBody>
          <a:bodyPr wrap="none" rtlCol="0">
            <a:spAutoFit/>
          </a:bodyPr>
          <a:lstStyle/>
          <a:p>
            <a:r>
              <a:rPr lang="ko-KR" altLang="en-US" sz="1000" b="1" dirty="0"/>
              <a:t>∨</a:t>
            </a:r>
          </a:p>
        </p:txBody>
      </p:sp>
      <p:sp>
        <p:nvSpPr>
          <p:cNvPr id="23" name="TextBox 22">
            <a:extLst>
              <a:ext uri="{FF2B5EF4-FFF2-40B4-BE49-F238E27FC236}">
                <a16:creationId xmlns:a16="http://schemas.microsoft.com/office/drawing/2014/main" id="{0C3AF218-ADA7-4849-80A6-0BC2AF310B04}"/>
              </a:ext>
            </a:extLst>
          </p:cNvPr>
          <p:cNvSpPr txBox="1"/>
          <p:nvPr userDrawn="1"/>
        </p:nvSpPr>
        <p:spPr>
          <a:xfrm rot="10800000">
            <a:off x="1080745" y="1381815"/>
            <a:ext cx="276038" cy="246221"/>
          </a:xfrm>
          <a:prstGeom prst="rect">
            <a:avLst/>
          </a:prstGeom>
          <a:noFill/>
        </p:spPr>
        <p:txBody>
          <a:bodyPr wrap="none" rtlCol="0">
            <a:spAutoFit/>
          </a:bodyPr>
          <a:lstStyle/>
          <a:p>
            <a:r>
              <a:rPr lang="ko-KR" altLang="en-US" sz="1000" b="1" dirty="0"/>
              <a:t>∨</a:t>
            </a:r>
          </a:p>
        </p:txBody>
      </p:sp>
      <p:sp>
        <p:nvSpPr>
          <p:cNvPr id="24" name="TextBox 23">
            <a:extLst>
              <a:ext uri="{FF2B5EF4-FFF2-40B4-BE49-F238E27FC236}">
                <a16:creationId xmlns:a16="http://schemas.microsoft.com/office/drawing/2014/main" id="{5A7E1772-1104-4905-B96E-BD776E642F42}"/>
              </a:ext>
            </a:extLst>
          </p:cNvPr>
          <p:cNvSpPr txBox="1"/>
          <p:nvPr userDrawn="1"/>
        </p:nvSpPr>
        <p:spPr>
          <a:xfrm rot="10800000">
            <a:off x="1078468" y="1598765"/>
            <a:ext cx="276038" cy="246221"/>
          </a:xfrm>
          <a:prstGeom prst="rect">
            <a:avLst/>
          </a:prstGeom>
          <a:noFill/>
        </p:spPr>
        <p:txBody>
          <a:bodyPr wrap="none" rtlCol="0">
            <a:spAutoFit/>
          </a:bodyPr>
          <a:lstStyle/>
          <a:p>
            <a:r>
              <a:rPr lang="ko-KR" altLang="en-US" sz="1000" b="1" dirty="0"/>
              <a:t>∨</a:t>
            </a:r>
          </a:p>
        </p:txBody>
      </p:sp>
      <p:sp>
        <p:nvSpPr>
          <p:cNvPr id="25" name="TextBox 24">
            <a:extLst>
              <a:ext uri="{FF2B5EF4-FFF2-40B4-BE49-F238E27FC236}">
                <a16:creationId xmlns:a16="http://schemas.microsoft.com/office/drawing/2014/main" id="{3ECE60E6-A810-45F8-92B4-1FBDCA9519FB}"/>
              </a:ext>
            </a:extLst>
          </p:cNvPr>
          <p:cNvSpPr txBox="1"/>
          <p:nvPr userDrawn="1"/>
        </p:nvSpPr>
        <p:spPr>
          <a:xfrm rot="10800000">
            <a:off x="1080093" y="1831065"/>
            <a:ext cx="276038" cy="246221"/>
          </a:xfrm>
          <a:prstGeom prst="rect">
            <a:avLst/>
          </a:prstGeom>
          <a:noFill/>
        </p:spPr>
        <p:txBody>
          <a:bodyPr wrap="none" rtlCol="0">
            <a:spAutoFit/>
          </a:bodyPr>
          <a:lstStyle/>
          <a:p>
            <a:r>
              <a:rPr lang="ko-KR" altLang="en-US" sz="1000" b="1" dirty="0"/>
              <a:t>∨</a:t>
            </a:r>
          </a:p>
        </p:txBody>
      </p:sp>
      <p:sp>
        <p:nvSpPr>
          <p:cNvPr id="26" name="직사각형 25">
            <a:extLst>
              <a:ext uri="{FF2B5EF4-FFF2-40B4-BE49-F238E27FC236}">
                <a16:creationId xmlns:a16="http://schemas.microsoft.com/office/drawing/2014/main" id="{08CE1692-5B78-46E8-B737-5CAC3B04998A}"/>
              </a:ext>
            </a:extLst>
          </p:cNvPr>
          <p:cNvSpPr/>
          <p:nvPr userDrawn="1"/>
        </p:nvSpPr>
        <p:spPr>
          <a:xfrm>
            <a:off x="41208" y="429370"/>
            <a:ext cx="1304991"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 name="TextBox 26">
            <a:extLst>
              <a:ext uri="{FF2B5EF4-FFF2-40B4-BE49-F238E27FC236}">
                <a16:creationId xmlns:a16="http://schemas.microsoft.com/office/drawing/2014/main" id="{99B9DFA9-0A75-4AC9-B41B-1372FCC51E27}"/>
              </a:ext>
            </a:extLst>
          </p:cNvPr>
          <p:cNvSpPr txBox="1"/>
          <p:nvPr userDrawn="1"/>
        </p:nvSpPr>
        <p:spPr>
          <a:xfrm>
            <a:off x="40495" y="2905534"/>
            <a:ext cx="631904" cy="215444"/>
          </a:xfrm>
          <a:prstGeom prst="rect">
            <a:avLst/>
          </a:prstGeom>
          <a:noFill/>
        </p:spPr>
        <p:txBody>
          <a:bodyPr wrap="none" rtlCol="0">
            <a:spAutoFit/>
          </a:bodyPr>
          <a:lstStyle/>
          <a:p>
            <a:r>
              <a:rPr lang="ko-KR" altLang="en-US" sz="800" b="1" dirty="0">
                <a:solidFill>
                  <a:schemeClr val="bg1">
                    <a:lumMod val="65000"/>
                  </a:schemeClr>
                </a:solidFill>
              </a:rPr>
              <a:t> 환경설정</a:t>
            </a:r>
          </a:p>
        </p:txBody>
      </p:sp>
      <p:sp>
        <p:nvSpPr>
          <p:cNvPr id="28" name="직사각형 27">
            <a:extLst>
              <a:ext uri="{FF2B5EF4-FFF2-40B4-BE49-F238E27FC236}">
                <a16:creationId xmlns:a16="http://schemas.microsoft.com/office/drawing/2014/main" id="{4BE17663-9167-4269-BD5B-48956ECE728C}"/>
              </a:ext>
            </a:extLst>
          </p:cNvPr>
          <p:cNvSpPr/>
          <p:nvPr userDrawn="1"/>
        </p:nvSpPr>
        <p:spPr>
          <a:xfrm>
            <a:off x="9271463" y="429370"/>
            <a:ext cx="840725"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 name="직사각형 28">
            <a:extLst>
              <a:ext uri="{FF2B5EF4-FFF2-40B4-BE49-F238E27FC236}">
                <a16:creationId xmlns:a16="http://schemas.microsoft.com/office/drawing/2014/main" id="{1E19D823-169E-45E3-ADAD-6FCE67A453AB}"/>
              </a:ext>
            </a:extLst>
          </p:cNvPr>
          <p:cNvSpPr/>
          <p:nvPr userDrawn="1"/>
        </p:nvSpPr>
        <p:spPr>
          <a:xfrm>
            <a:off x="9375639" y="540420"/>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0" name="직사각형 29">
            <a:extLst>
              <a:ext uri="{FF2B5EF4-FFF2-40B4-BE49-F238E27FC236}">
                <a16:creationId xmlns:a16="http://schemas.microsoft.com/office/drawing/2014/main" id="{6B88E897-4361-4732-A866-BAD46454F9E8}"/>
              </a:ext>
            </a:extLst>
          </p:cNvPr>
          <p:cNvSpPr/>
          <p:nvPr userDrawn="1"/>
        </p:nvSpPr>
        <p:spPr>
          <a:xfrm>
            <a:off x="9375639" y="847737"/>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1" name="직사각형 30">
            <a:extLst>
              <a:ext uri="{FF2B5EF4-FFF2-40B4-BE49-F238E27FC236}">
                <a16:creationId xmlns:a16="http://schemas.microsoft.com/office/drawing/2014/main" id="{5C86301C-76D3-4E20-A2BA-DB02B41E89D9}"/>
              </a:ext>
            </a:extLst>
          </p:cNvPr>
          <p:cNvSpPr/>
          <p:nvPr userDrawn="1"/>
        </p:nvSpPr>
        <p:spPr>
          <a:xfrm>
            <a:off x="9375639" y="1155054"/>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2" name="직사각형 31">
            <a:extLst>
              <a:ext uri="{FF2B5EF4-FFF2-40B4-BE49-F238E27FC236}">
                <a16:creationId xmlns:a16="http://schemas.microsoft.com/office/drawing/2014/main" id="{76CC17CD-CA28-4A0F-B1AB-D51C5AF71235}"/>
              </a:ext>
            </a:extLst>
          </p:cNvPr>
          <p:cNvSpPr/>
          <p:nvPr userDrawn="1"/>
        </p:nvSpPr>
        <p:spPr>
          <a:xfrm>
            <a:off x="9375639" y="1462371"/>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3" name="직사각형 32">
            <a:extLst>
              <a:ext uri="{FF2B5EF4-FFF2-40B4-BE49-F238E27FC236}">
                <a16:creationId xmlns:a16="http://schemas.microsoft.com/office/drawing/2014/main" id="{50B54B9F-6D4A-4C5C-8DA5-17E072D68DCD}"/>
              </a:ext>
            </a:extLst>
          </p:cNvPr>
          <p:cNvSpPr/>
          <p:nvPr userDrawn="1"/>
        </p:nvSpPr>
        <p:spPr>
          <a:xfrm>
            <a:off x="9375639" y="1769688"/>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4" name="직사각형 33">
            <a:extLst>
              <a:ext uri="{FF2B5EF4-FFF2-40B4-BE49-F238E27FC236}">
                <a16:creationId xmlns:a16="http://schemas.microsoft.com/office/drawing/2014/main" id="{9DC744D3-BC29-456E-A909-3E3F3B72248E}"/>
              </a:ext>
            </a:extLst>
          </p:cNvPr>
          <p:cNvSpPr/>
          <p:nvPr userDrawn="1"/>
        </p:nvSpPr>
        <p:spPr>
          <a:xfrm>
            <a:off x="9375639" y="2077005"/>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5" name="직사각형 34">
            <a:extLst>
              <a:ext uri="{FF2B5EF4-FFF2-40B4-BE49-F238E27FC236}">
                <a16:creationId xmlns:a16="http://schemas.microsoft.com/office/drawing/2014/main" id="{FFD99EF6-62AD-413C-826F-046BCA58FCD2}"/>
              </a:ext>
            </a:extLst>
          </p:cNvPr>
          <p:cNvSpPr/>
          <p:nvPr userDrawn="1"/>
        </p:nvSpPr>
        <p:spPr>
          <a:xfrm>
            <a:off x="9375639" y="2384322"/>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6" name="직사각형 35">
            <a:extLst>
              <a:ext uri="{FF2B5EF4-FFF2-40B4-BE49-F238E27FC236}">
                <a16:creationId xmlns:a16="http://schemas.microsoft.com/office/drawing/2014/main" id="{53FBAF2E-8570-4D2F-A94E-8E4A7F19B279}"/>
              </a:ext>
            </a:extLst>
          </p:cNvPr>
          <p:cNvSpPr/>
          <p:nvPr userDrawn="1"/>
        </p:nvSpPr>
        <p:spPr>
          <a:xfrm>
            <a:off x="9375639" y="2691639"/>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7" name="직사각형 36">
            <a:extLst>
              <a:ext uri="{FF2B5EF4-FFF2-40B4-BE49-F238E27FC236}">
                <a16:creationId xmlns:a16="http://schemas.microsoft.com/office/drawing/2014/main" id="{C0D1E501-2014-4599-8C70-C1CAACDED211}"/>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8" name="직사각형 37">
            <a:extLst>
              <a:ext uri="{FF2B5EF4-FFF2-40B4-BE49-F238E27FC236}">
                <a16:creationId xmlns:a16="http://schemas.microsoft.com/office/drawing/2014/main" id="{AD7C0C13-F9FC-4B35-9363-6F2E2358F972}"/>
              </a:ext>
            </a:extLst>
          </p:cNvPr>
          <p:cNvSpPr/>
          <p:nvPr userDrawn="1"/>
        </p:nvSpPr>
        <p:spPr>
          <a:xfrm>
            <a:off x="1414854" y="48500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39" name="직사각형 38">
            <a:extLst>
              <a:ext uri="{FF2B5EF4-FFF2-40B4-BE49-F238E27FC236}">
                <a16:creationId xmlns:a16="http://schemas.microsoft.com/office/drawing/2014/main" id="{F5AA71F3-D427-413A-8E6C-874E907EAF95}"/>
              </a:ext>
            </a:extLst>
          </p:cNvPr>
          <p:cNvSpPr/>
          <p:nvPr userDrawn="1"/>
        </p:nvSpPr>
        <p:spPr>
          <a:xfrm>
            <a:off x="7202350" y="493535"/>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
        <p:nvSpPr>
          <p:cNvPr id="40" name="직사각형 39">
            <a:extLst>
              <a:ext uri="{FF2B5EF4-FFF2-40B4-BE49-F238E27FC236}">
                <a16:creationId xmlns:a16="http://schemas.microsoft.com/office/drawing/2014/main" id="{E06D851A-891B-474F-B9CE-CA4AB08C4478}"/>
              </a:ext>
            </a:extLst>
          </p:cNvPr>
          <p:cNvSpPr/>
          <p:nvPr userDrawn="1"/>
        </p:nvSpPr>
        <p:spPr>
          <a:xfrm>
            <a:off x="2348177" y="858404"/>
            <a:ext cx="5521056" cy="18389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1" name="직사각형 40">
            <a:extLst>
              <a:ext uri="{FF2B5EF4-FFF2-40B4-BE49-F238E27FC236}">
                <a16:creationId xmlns:a16="http://schemas.microsoft.com/office/drawing/2014/main" id="{8917FA8D-F41F-4DF9-BC88-8829E1F6CF2D}"/>
              </a:ext>
            </a:extLst>
          </p:cNvPr>
          <p:cNvSpPr/>
          <p:nvPr userDrawn="1"/>
        </p:nvSpPr>
        <p:spPr>
          <a:xfrm>
            <a:off x="8450090" y="85840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endParaRPr lang="en-US" altLang="ko-KR" sz="800" dirty="0">
              <a:solidFill>
                <a:schemeClr val="bg1"/>
              </a:solidFill>
            </a:endParaRPr>
          </a:p>
        </p:txBody>
      </p:sp>
      <p:graphicFrame>
        <p:nvGraphicFramePr>
          <p:cNvPr id="42" name="표 63">
            <a:extLst>
              <a:ext uri="{FF2B5EF4-FFF2-40B4-BE49-F238E27FC236}">
                <a16:creationId xmlns:a16="http://schemas.microsoft.com/office/drawing/2014/main" id="{E78660E0-A8E5-44D9-A162-49D190D274D5}"/>
              </a:ext>
            </a:extLst>
          </p:cNvPr>
          <p:cNvGraphicFramePr>
            <a:graphicFrameLocks noGrp="1"/>
          </p:cNvGraphicFramePr>
          <p:nvPr userDrawn="1">
            <p:extLst>
              <p:ext uri="{D42A27DB-BD31-4B8C-83A1-F6EECF244321}">
                <p14:modId xmlns:p14="http://schemas.microsoft.com/office/powerpoint/2010/main" val="1684233243"/>
              </p:ext>
            </p:extLst>
          </p:nvPr>
        </p:nvGraphicFramePr>
        <p:xfrm>
          <a:off x="1419945" y="825016"/>
          <a:ext cx="7797729" cy="489170"/>
        </p:xfrm>
        <a:graphic>
          <a:graphicData uri="http://schemas.openxmlformats.org/drawingml/2006/table">
            <a:tbl>
              <a:tblPr firstRow="1" bandRow="1">
                <a:tableStyleId>{5940675A-B579-460E-94D1-54222C63F5DA}</a:tableStyleId>
              </a:tblPr>
              <a:tblGrid>
                <a:gridCol w="864749">
                  <a:extLst>
                    <a:ext uri="{9D8B030D-6E8A-4147-A177-3AD203B41FA5}">
                      <a16:colId xmlns:a16="http://schemas.microsoft.com/office/drawing/2014/main" val="3701388552"/>
                    </a:ext>
                  </a:extLst>
                </a:gridCol>
                <a:gridCol w="6932980">
                  <a:extLst>
                    <a:ext uri="{9D8B030D-6E8A-4147-A177-3AD203B41FA5}">
                      <a16:colId xmlns:a16="http://schemas.microsoft.com/office/drawing/2014/main" val="339215266"/>
                    </a:ext>
                  </a:extLst>
                </a:gridCol>
              </a:tblGrid>
              <a:tr h="244585">
                <a:tc>
                  <a:txBody>
                    <a:bodyPr/>
                    <a:lstStyle/>
                    <a:p>
                      <a:pPr latinLnBrk="1"/>
                      <a:r>
                        <a:rPr lang="ko-KR" altLang="en-US" sz="900" dirty="0"/>
                        <a:t>상품명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244585">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43" name="직사각형 42">
            <a:extLst>
              <a:ext uri="{FF2B5EF4-FFF2-40B4-BE49-F238E27FC236}">
                <a16:creationId xmlns:a16="http://schemas.microsoft.com/office/drawing/2014/main" id="{B44D5860-88C9-4D79-BEA1-3BE5CA7EE3EB}"/>
              </a:ext>
            </a:extLst>
          </p:cNvPr>
          <p:cNvSpPr/>
          <p:nvPr userDrawn="1"/>
        </p:nvSpPr>
        <p:spPr>
          <a:xfrm>
            <a:off x="8452538" y="1085623"/>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45" name="TextBox 44">
            <a:extLst>
              <a:ext uri="{FF2B5EF4-FFF2-40B4-BE49-F238E27FC236}">
                <a16:creationId xmlns:a16="http://schemas.microsoft.com/office/drawing/2014/main" id="{7B79A77C-968C-4AC2-91FD-E7CF7D0FB9EF}"/>
              </a:ext>
            </a:extLst>
          </p:cNvPr>
          <p:cNvSpPr txBox="1"/>
          <p:nvPr userDrawn="1"/>
        </p:nvSpPr>
        <p:spPr>
          <a:xfrm>
            <a:off x="1431783" y="1472007"/>
            <a:ext cx="761547" cy="215444"/>
          </a:xfrm>
          <a:prstGeom prst="rect">
            <a:avLst/>
          </a:prstGeom>
          <a:noFill/>
        </p:spPr>
        <p:txBody>
          <a:bodyPr wrap="square" rtlCol="0">
            <a:spAutoFit/>
          </a:bodyPr>
          <a:lstStyle/>
          <a:p>
            <a:r>
              <a:rPr lang="ko-KR" altLang="en-US" sz="800"/>
              <a:t>총 </a:t>
            </a:r>
            <a:r>
              <a:rPr lang="en-US" altLang="ko-KR" sz="800" dirty="0"/>
              <a:t>00</a:t>
            </a:r>
            <a:r>
              <a:rPr lang="ko-KR" altLang="en-US" sz="800" dirty="0"/>
              <a:t>건</a:t>
            </a:r>
          </a:p>
        </p:txBody>
      </p:sp>
      <p:pic>
        <p:nvPicPr>
          <p:cNvPr id="46" name="Picture 2">
            <a:extLst>
              <a:ext uri="{FF2B5EF4-FFF2-40B4-BE49-F238E27FC236}">
                <a16:creationId xmlns:a16="http://schemas.microsoft.com/office/drawing/2014/main" id="{AAEDE75C-5A20-4ECE-B0D9-BE50148742E4}"/>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3849764" y="4113244"/>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47" name="직사각형 46">
            <a:extLst>
              <a:ext uri="{FF2B5EF4-FFF2-40B4-BE49-F238E27FC236}">
                <a16:creationId xmlns:a16="http://schemas.microsoft.com/office/drawing/2014/main" id="{1E2DB73E-DD7E-44E2-BC1C-1C6DA0C62AEC}"/>
              </a:ext>
            </a:extLst>
          </p:cNvPr>
          <p:cNvSpPr/>
          <p:nvPr userDrawn="1"/>
        </p:nvSpPr>
        <p:spPr>
          <a:xfrm>
            <a:off x="6942093" y="1388503"/>
            <a:ext cx="1043646"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bg1"/>
                </a:solidFill>
              </a:rPr>
              <a:t> Excel </a:t>
            </a:r>
          </a:p>
        </p:txBody>
      </p:sp>
      <p:grpSp>
        <p:nvGrpSpPr>
          <p:cNvPr id="48" name="그룹 47">
            <a:extLst>
              <a:ext uri="{FF2B5EF4-FFF2-40B4-BE49-F238E27FC236}">
                <a16:creationId xmlns:a16="http://schemas.microsoft.com/office/drawing/2014/main" id="{6B5D1866-31A7-4FD0-B303-395055DA62FB}"/>
              </a:ext>
            </a:extLst>
          </p:cNvPr>
          <p:cNvGrpSpPr/>
          <p:nvPr userDrawn="1"/>
        </p:nvGrpSpPr>
        <p:grpSpPr>
          <a:xfrm>
            <a:off x="7735920" y="1432230"/>
            <a:ext cx="157646" cy="117956"/>
            <a:chOff x="4102371" y="6165304"/>
            <a:chExt cx="294535" cy="220381"/>
          </a:xfrm>
        </p:grpSpPr>
        <p:sp>
          <p:nvSpPr>
            <p:cNvPr id="49" name="직사각형 48">
              <a:extLst>
                <a:ext uri="{FF2B5EF4-FFF2-40B4-BE49-F238E27FC236}">
                  <a16:creationId xmlns:a16="http://schemas.microsoft.com/office/drawing/2014/main" id="{FC2644A6-0A15-4865-88B1-B419B9ED2360}"/>
                </a:ext>
              </a:extLst>
            </p:cNvPr>
            <p:cNvSpPr/>
            <p:nvPr/>
          </p:nvSpPr>
          <p:spPr>
            <a:xfrm>
              <a:off x="4102371" y="6231675"/>
              <a:ext cx="294535" cy="154010"/>
            </a:xfrm>
            <a:prstGeom prst="rect">
              <a:avLst/>
            </a:prstGeom>
            <a:solidFill>
              <a:schemeClr val="bg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0" name="아래쪽 화살표 38">
              <a:extLst>
                <a:ext uri="{FF2B5EF4-FFF2-40B4-BE49-F238E27FC236}">
                  <a16:creationId xmlns:a16="http://schemas.microsoft.com/office/drawing/2014/main" id="{30F6BB85-7517-470C-A8CF-42D279D2029F}"/>
                </a:ext>
              </a:extLst>
            </p:cNvPr>
            <p:cNvSpPr/>
            <p:nvPr/>
          </p:nvSpPr>
          <p:spPr>
            <a:xfrm>
              <a:off x="4139952" y="6165304"/>
              <a:ext cx="203642" cy="200477"/>
            </a:xfrm>
            <a:prstGeom prst="downArrow">
              <a:avLst/>
            </a:prstGeom>
            <a:solidFill>
              <a:schemeClr val="bg1"/>
            </a:solidFill>
            <a:ln w="63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51" name="직사각형 50">
            <a:extLst>
              <a:ext uri="{FF2B5EF4-FFF2-40B4-BE49-F238E27FC236}">
                <a16:creationId xmlns:a16="http://schemas.microsoft.com/office/drawing/2014/main" id="{AECB9A8D-0C1F-49FC-AD4E-FFB26146CCEB}"/>
              </a:ext>
            </a:extLst>
          </p:cNvPr>
          <p:cNvSpPr/>
          <p:nvPr userDrawn="1"/>
        </p:nvSpPr>
        <p:spPr>
          <a:xfrm>
            <a:off x="8052938" y="1388570"/>
            <a:ext cx="1157388"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상품등록</a:t>
            </a:r>
            <a:endParaRPr lang="en-US" altLang="ko-KR" sz="800" dirty="0">
              <a:solidFill>
                <a:schemeClr val="bg1"/>
              </a:solidFill>
            </a:endParaRPr>
          </a:p>
        </p:txBody>
      </p:sp>
      <p:graphicFrame>
        <p:nvGraphicFramePr>
          <p:cNvPr id="101" name="표 100">
            <a:extLst>
              <a:ext uri="{FF2B5EF4-FFF2-40B4-BE49-F238E27FC236}">
                <a16:creationId xmlns:a16="http://schemas.microsoft.com/office/drawing/2014/main" id="{35C1EDB2-6E1E-4F8F-A0BB-58878482F596}"/>
              </a:ext>
            </a:extLst>
          </p:cNvPr>
          <p:cNvGraphicFramePr>
            <a:graphicFrameLocks noGrp="1"/>
          </p:cNvGraphicFramePr>
          <p:nvPr userDrawn="1">
            <p:extLst>
              <p:ext uri="{D42A27DB-BD31-4B8C-83A1-F6EECF244321}">
                <p14:modId xmlns:p14="http://schemas.microsoft.com/office/powerpoint/2010/main" val="61406836"/>
              </p:ext>
            </p:extLst>
          </p:nvPr>
        </p:nvGraphicFramePr>
        <p:xfrm>
          <a:off x="1394083" y="1709832"/>
          <a:ext cx="7823591" cy="1554480"/>
        </p:xfrm>
        <a:graphic>
          <a:graphicData uri="http://schemas.openxmlformats.org/drawingml/2006/table">
            <a:tbl>
              <a:tblPr firstRow="1" bandRow="1">
                <a:tableStyleId>{5C22544A-7EE6-4342-B048-85BDC9FD1C3A}</a:tableStyleId>
              </a:tblPr>
              <a:tblGrid>
                <a:gridCol w="523427">
                  <a:extLst>
                    <a:ext uri="{9D8B030D-6E8A-4147-A177-3AD203B41FA5}">
                      <a16:colId xmlns:a16="http://schemas.microsoft.com/office/drawing/2014/main" val="20000"/>
                    </a:ext>
                  </a:extLst>
                </a:gridCol>
                <a:gridCol w="436729">
                  <a:extLst>
                    <a:ext uri="{9D8B030D-6E8A-4147-A177-3AD203B41FA5}">
                      <a16:colId xmlns:a16="http://schemas.microsoft.com/office/drawing/2014/main" val="20001"/>
                    </a:ext>
                  </a:extLst>
                </a:gridCol>
                <a:gridCol w="1965277">
                  <a:extLst>
                    <a:ext uri="{9D8B030D-6E8A-4147-A177-3AD203B41FA5}">
                      <a16:colId xmlns:a16="http://schemas.microsoft.com/office/drawing/2014/main" val="20003"/>
                    </a:ext>
                  </a:extLst>
                </a:gridCol>
                <a:gridCol w="593678">
                  <a:extLst>
                    <a:ext uri="{9D8B030D-6E8A-4147-A177-3AD203B41FA5}">
                      <a16:colId xmlns:a16="http://schemas.microsoft.com/office/drawing/2014/main" val="20004"/>
                    </a:ext>
                  </a:extLst>
                </a:gridCol>
                <a:gridCol w="457200">
                  <a:extLst>
                    <a:ext uri="{9D8B030D-6E8A-4147-A177-3AD203B41FA5}">
                      <a16:colId xmlns:a16="http://schemas.microsoft.com/office/drawing/2014/main" val="20005"/>
                    </a:ext>
                  </a:extLst>
                </a:gridCol>
                <a:gridCol w="607325">
                  <a:extLst>
                    <a:ext uri="{9D8B030D-6E8A-4147-A177-3AD203B41FA5}">
                      <a16:colId xmlns:a16="http://schemas.microsoft.com/office/drawing/2014/main" val="2296433765"/>
                    </a:ext>
                  </a:extLst>
                </a:gridCol>
                <a:gridCol w="388962">
                  <a:extLst>
                    <a:ext uri="{9D8B030D-6E8A-4147-A177-3AD203B41FA5}">
                      <a16:colId xmlns:a16="http://schemas.microsoft.com/office/drawing/2014/main" val="20006"/>
                    </a:ext>
                  </a:extLst>
                </a:gridCol>
                <a:gridCol w="900752">
                  <a:extLst>
                    <a:ext uri="{9D8B030D-6E8A-4147-A177-3AD203B41FA5}">
                      <a16:colId xmlns:a16="http://schemas.microsoft.com/office/drawing/2014/main" val="20009"/>
                    </a:ext>
                  </a:extLst>
                </a:gridCol>
                <a:gridCol w="1071349">
                  <a:extLst>
                    <a:ext uri="{9D8B030D-6E8A-4147-A177-3AD203B41FA5}">
                      <a16:colId xmlns:a16="http://schemas.microsoft.com/office/drawing/2014/main" val="20010"/>
                    </a:ext>
                  </a:extLst>
                </a:gridCol>
                <a:gridCol w="878892">
                  <a:extLst>
                    <a:ext uri="{9D8B030D-6E8A-4147-A177-3AD203B41FA5}">
                      <a16:colId xmlns:a16="http://schemas.microsoft.com/office/drawing/2014/main" val="2179269706"/>
                    </a:ext>
                  </a:extLst>
                </a:gridCol>
              </a:tblGrid>
              <a:tr h="0">
                <a:tc>
                  <a:txBody>
                    <a:bodyPr/>
                    <a:lstStyle/>
                    <a:p>
                      <a:pPr algn="ctr" latinLnBrk="1"/>
                      <a:r>
                        <a:rPr lang="ko-KR" altLang="en-US" sz="700" b="0" dirty="0">
                          <a:solidFill>
                            <a:schemeClr val="tx1"/>
                          </a:solidFill>
                        </a:rPr>
                        <a:t>상품</a:t>
                      </a:r>
                      <a:br>
                        <a:rPr lang="en-US" altLang="ko-KR" sz="700" b="0" dirty="0">
                          <a:solidFill>
                            <a:schemeClr val="tx1"/>
                          </a:solidFill>
                        </a:rPr>
                      </a:br>
                      <a:r>
                        <a:rPr lang="ko-KR" altLang="en-US" sz="700" b="0" dirty="0">
                          <a:solidFill>
                            <a:schemeClr val="tx1"/>
                          </a:solidFill>
                        </a:rPr>
                        <a:t>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상품</a:t>
                      </a:r>
                      <a:br>
                        <a:rPr lang="en-US" altLang="ko-KR" sz="600" b="0" dirty="0">
                          <a:solidFill>
                            <a:schemeClr val="tx1"/>
                          </a:solidFill>
                        </a:rPr>
                      </a:br>
                      <a:r>
                        <a:rPr lang="ko-KR" altLang="en-US" sz="700" b="0" dirty="0">
                          <a:solidFill>
                            <a:schemeClr val="tx1"/>
                          </a:solidFill>
                        </a:rPr>
                        <a:t>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상품</a:t>
                      </a:r>
                      <a:br>
                        <a:rPr lang="en-US" altLang="ko-KR" sz="700" b="0" dirty="0">
                          <a:solidFill>
                            <a:schemeClr val="tx1"/>
                          </a:solidFill>
                        </a:rPr>
                      </a:br>
                      <a:r>
                        <a:rPr lang="ko-KR" altLang="en-US" sz="700" b="0" dirty="0">
                          <a:solidFill>
                            <a:schemeClr val="tx1"/>
                          </a:solidFill>
                        </a:rPr>
                        <a:t>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판매</a:t>
                      </a:r>
                      <a:br>
                        <a:rPr lang="en-US" altLang="ko-KR" sz="700" b="0" dirty="0">
                          <a:solidFill>
                            <a:schemeClr val="tx1"/>
                          </a:solidFill>
                        </a:rPr>
                      </a:br>
                      <a:r>
                        <a:rPr lang="ko-KR" altLang="en-US" sz="700" b="0" dirty="0">
                          <a:solidFill>
                            <a:schemeClr val="tx1"/>
                          </a:solidFill>
                        </a:rPr>
                        <a:t>범위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판매</a:t>
                      </a:r>
                      <a:br>
                        <a:rPr lang="en-US" altLang="ko-KR" sz="700" b="0" dirty="0">
                          <a:solidFill>
                            <a:schemeClr val="tx1"/>
                          </a:solidFill>
                        </a:rPr>
                      </a:br>
                      <a:r>
                        <a:rPr lang="ko-KR" altLang="en-US" sz="700" b="0" dirty="0">
                          <a:solidFill>
                            <a:schemeClr val="tx1"/>
                          </a:solidFill>
                        </a:rPr>
                        <a:t>형태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게시</a:t>
                      </a:r>
                      <a:br>
                        <a:rPr lang="en-US" altLang="ko-KR" sz="700" b="0" dirty="0">
                          <a:solidFill>
                            <a:schemeClr val="tx1"/>
                          </a:solidFill>
                        </a:rPr>
                      </a:br>
                      <a:r>
                        <a:rPr lang="ko-KR" altLang="en-US" sz="700" b="0" dirty="0">
                          <a:solidFill>
                            <a:schemeClr val="tx1"/>
                          </a:solidFill>
                        </a:rPr>
                        <a:t>채널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latin typeface="맑은 고딕" panose="020B0503020000020004" pitchFamily="50" charset="-127"/>
                          <a:ea typeface="+mn-ea"/>
                        </a:rPr>
                        <a:t>판매요청목록</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판매중지신청</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관리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a20392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 5,000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자사</a:t>
                      </a:r>
                      <a:r>
                        <a:rPr lang="en-US" altLang="ko-KR" sz="800" b="0" dirty="0">
                          <a:solidFill>
                            <a:schemeClr val="tx1"/>
                          </a:solidFill>
                        </a:rPr>
                        <a:t>,</a:t>
                      </a:r>
                      <a:r>
                        <a:rPr lang="ko-KR" altLang="en-US" sz="800" b="0" dirty="0">
                          <a:solidFill>
                            <a:schemeClr val="tx1"/>
                          </a:solidFill>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상품판매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03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a20321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 1,000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위탁판매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a20320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판매</a:t>
                      </a:r>
                      <a:endParaRPr lang="en-US" altLang="ko-KR" sz="800" b="0" dirty="0">
                        <a:solidFill>
                          <a:schemeClr val="tx1"/>
                        </a:solidFill>
                      </a:endParaRPr>
                    </a:p>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중지</a:t>
                      </a:r>
                      <a:endParaRPr lang="en-US" altLang="ko-KR" sz="800" b="0" dirty="0">
                        <a:solidFill>
                          <a:schemeClr val="tx1"/>
                        </a:solidFill>
                      </a:endParaRPr>
                    </a:p>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예고</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 1,000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제휴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위탁판매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grpSp>
        <p:nvGrpSpPr>
          <p:cNvPr id="102" name="그룹 101">
            <a:extLst>
              <a:ext uri="{FF2B5EF4-FFF2-40B4-BE49-F238E27FC236}">
                <a16:creationId xmlns:a16="http://schemas.microsoft.com/office/drawing/2014/main" id="{3D17DCED-3F0A-4C85-82FC-CA96564F0BC3}"/>
              </a:ext>
            </a:extLst>
          </p:cNvPr>
          <p:cNvGrpSpPr/>
          <p:nvPr userDrawn="1"/>
        </p:nvGrpSpPr>
        <p:grpSpPr>
          <a:xfrm>
            <a:off x="2362745" y="2011394"/>
            <a:ext cx="2414206" cy="338554"/>
            <a:chOff x="1237833" y="3417650"/>
            <a:chExt cx="1708480" cy="338554"/>
          </a:xfrm>
        </p:grpSpPr>
        <p:grpSp>
          <p:nvGrpSpPr>
            <p:cNvPr id="103" name="그룹 102">
              <a:extLst>
                <a:ext uri="{FF2B5EF4-FFF2-40B4-BE49-F238E27FC236}">
                  <a16:creationId xmlns:a16="http://schemas.microsoft.com/office/drawing/2014/main" id="{786D5FF5-FBBD-4211-82FE-FEAD5BFAB50D}"/>
                </a:ext>
              </a:extLst>
            </p:cNvPr>
            <p:cNvGrpSpPr/>
            <p:nvPr/>
          </p:nvGrpSpPr>
          <p:grpSpPr>
            <a:xfrm>
              <a:off x="1237833" y="3462866"/>
              <a:ext cx="378630" cy="248122"/>
              <a:chOff x="2681976" y="1955121"/>
              <a:chExt cx="1993118" cy="596970"/>
            </a:xfrm>
          </p:grpSpPr>
          <p:sp>
            <p:nvSpPr>
              <p:cNvPr id="105" name="Border">
                <a:extLst>
                  <a:ext uri="{FF2B5EF4-FFF2-40B4-BE49-F238E27FC236}">
                    <a16:creationId xmlns:a16="http://schemas.microsoft.com/office/drawing/2014/main" id="{2E86F944-DA97-47BE-B803-37B9209B03D5}"/>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6" name="Line 2">
                <a:extLst>
                  <a:ext uri="{FF2B5EF4-FFF2-40B4-BE49-F238E27FC236}">
                    <a16:creationId xmlns:a16="http://schemas.microsoft.com/office/drawing/2014/main" id="{1F2B17F7-43EC-4452-A243-55AE5522971D}"/>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7" name="Line 1">
                <a:extLst>
                  <a:ext uri="{FF2B5EF4-FFF2-40B4-BE49-F238E27FC236}">
                    <a16:creationId xmlns:a16="http://schemas.microsoft.com/office/drawing/2014/main" id="{EA328471-C258-42CF-8032-16EE8CE134E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8" name="TextBox 107">
                <a:extLst>
                  <a:ext uri="{FF2B5EF4-FFF2-40B4-BE49-F238E27FC236}">
                    <a16:creationId xmlns:a16="http://schemas.microsoft.com/office/drawing/2014/main" id="{580E93FB-9D5E-4C1B-A4A3-A01BC7FB104A}"/>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04" name="직사각형 103">
              <a:extLst>
                <a:ext uri="{FF2B5EF4-FFF2-40B4-BE49-F238E27FC236}">
                  <a16:creationId xmlns:a16="http://schemas.microsoft.com/office/drawing/2014/main" id="{362EB82F-ED1A-47C2-910C-DE3CD7DAF1BA}"/>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109" name="그룹 108">
            <a:extLst>
              <a:ext uri="{FF2B5EF4-FFF2-40B4-BE49-F238E27FC236}">
                <a16:creationId xmlns:a16="http://schemas.microsoft.com/office/drawing/2014/main" id="{AFC4E3A8-7786-4946-B75F-19ED98AF5761}"/>
              </a:ext>
            </a:extLst>
          </p:cNvPr>
          <p:cNvGrpSpPr/>
          <p:nvPr userDrawn="1"/>
        </p:nvGrpSpPr>
        <p:grpSpPr>
          <a:xfrm>
            <a:off x="2378401" y="3005454"/>
            <a:ext cx="1727218" cy="216483"/>
            <a:chOff x="1540392" y="3661144"/>
            <a:chExt cx="1222314" cy="216483"/>
          </a:xfrm>
        </p:grpSpPr>
        <p:grpSp>
          <p:nvGrpSpPr>
            <p:cNvPr id="110" name="그룹 109">
              <a:extLst>
                <a:ext uri="{FF2B5EF4-FFF2-40B4-BE49-F238E27FC236}">
                  <a16:creationId xmlns:a16="http://schemas.microsoft.com/office/drawing/2014/main" id="{31751B67-C224-4745-968A-22B59182117D}"/>
                </a:ext>
              </a:extLst>
            </p:cNvPr>
            <p:cNvGrpSpPr/>
            <p:nvPr/>
          </p:nvGrpSpPr>
          <p:grpSpPr>
            <a:xfrm>
              <a:off x="1540392" y="3662183"/>
              <a:ext cx="800219" cy="215444"/>
              <a:chOff x="660362" y="4396314"/>
              <a:chExt cx="800219" cy="215444"/>
            </a:xfrm>
          </p:grpSpPr>
          <p:sp>
            <p:nvSpPr>
              <p:cNvPr id="112" name="모서리가 둥근 직사각형 70">
                <a:extLst>
                  <a:ext uri="{FF2B5EF4-FFF2-40B4-BE49-F238E27FC236}">
                    <a16:creationId xmlns:a16="http://schemas.microsoft.com/office/drawing/2014/main" id="{9CACD90E-4419-401A-8BD8-BAF42B1BC304}"/>
                  </a:ext>
                </a:extLst>
              </p:cNvPr>
              <p:cNvSpPr/>
              <p:nvPr/>
            </p:nvSpPr>
            <p:spPr>
              <a:xfrm>
                <a:off x="677152" y="4437112"/>
                <a:ext cx="756248" cy="122813"/>
              </a:xfrm>
              <a:prstGeom prst="round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3" name="TextBox 112">
                <a:extLst>
                  <a:ext uri="{FF2B5EF4-FFF2-40B4-BE49-F238E27FC236}">
                    <a16:creationId xmlns:a16="http://schemas.microsoft.com/office/drawing/2014/main" id="{469A1169-1897-4DB0-9F59-F6BE475163F1}"/>
                  </a:ext>
                </a:extLst>
              </p:cNvPr>
              <p:cNvSpPr txBox="1"/>
              <p:nvPr/>
            </p:nvSpPr>
            <p:spPr>
              <a:xfrm>
                <a:off x="660362" y="4396314"/>
                <a:ext cx="800219" cy="215444"/>
              </a:xfrm>
              <a:prstGeom prst="rect">
                <a:avLst/>
              </a:prstGeom>
              <a:noFill/>
            </p:spPr>
            <p:txBody>
              <a:bodyPr wrap="none" rtlCol="0">
                <a:spAutoFit/>
              </a:bodyPr>
              <a:lstStyle/>
              <a:p>
                <a:pPr algn="ctr"/>
                <a:r>
                  <a:rPr lang="ko-KR" altLang="en-US" sz="800" dirty="0">
                    <a:solidFill>
                      <a:schemeClr val="bg1"/>
                    </a:solidFill>
                  </a:rPr>
                  <a:t>판매중지예고</a:t>
                </a:r>
              </a:p>
            </p:txBody>
          </p:sp>
        </p:grpSp>
        <p:sp>
          <p:nvSpPr>
            <p:cNvPr id="111" name="직사각형 110">
              <a:extLst>
                <a:ext uri="{FF2B5EF4-FFF2-40B4-BE49-F238E27FC236}">
                  <a16:creationId xmlns:a16="http://schemas.microsoft.com/office/drawing/2014/main" id="{AE770632-BCE3-483A-8E3D-8B2900045FB5}"/>
                </a:ext>
              </a:extLst>
            </p:cNvPr>
            <p:cNvSpPr/>
            <p:nvPr/>
          </p:nvSpPr>
          <p:spPr>
            <a:xfrm>
              <a:off x="2282624" y="3661144"/>
              <a:ext cx="480082" cy="215444"/>
            </a:xfrm>
            <a:prstGeom prst="rect">
              <a:avLst/>
            </a:prstGeom>
          </p:spPr>
          <p:txBody>
            <a:bodyPr wrap="none">
              <a:spAutoFit/>
            </a:bodyPr>
            <a:lstStyle/>
            <a:p>
              <a:r>
                <a:rPr lang="en-US" altLang="ko-KR" sz="800" dirty="0"/>
                <a:t>2024.01.15</a:t>
              </a:r>
              <a:endParaRPr lang="ko-KR" altLang="en-US" dirty="0"/>
            </a:p>
          </p:txBody>
        </p:sp>
      </p:grpSp>
      <p:sp>
        <p:nvSpPr>
          <p:cNvPr id="114" name="직사각형 113">
            <a:extLst>
              <a:ext uri="{FF2B5EF4-FFF2-40B4-BE49-F238E27FC236}">
                <a16:creationId xmlns:a16="http://schemas.microsoft.com/office/drawing/2014/main" id="{69900461-E972-4283-BB86-8738FB821E1D}"/>
              </a:ext>
            </a:extLst>
          </p:cNvPr>
          <p:cNvSpPr/>
          <p:nvPr userDrawn="1"/>
        </p:nvSpPr>
        <p:spPr>
          <a:xfrm>
            <a:off x="8794620" y="2225716"/>
            <a:ext cx="351299" cy="106693"/>
          </a:xfrm>
          <a:prstGeom prst="rect">
            <a:avLst/>
          </a:prstGeom>
          <a:solidFill>
            <a:schemeClr val="tx1">
              <a:lumMod val="50000"/>
              <a:lumOff val="50000"/>
            </a:schemeClr>
          </a:solidFill>
          <a:ln w="6350">
            <a:solidFill>
              <a:schemeClr val="tx1">
                <a:lumMod val="50000"/>
                <a:lumOff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115" name="직사각형 114">
            <a:extLst>
              <a:ext uri="{FF2B5EF4-FFF2-40B4-BE49-F238E27FC236}">
                <a16:creationId xmlns:a16="http://schemas.microsoft.com/office/drawing/2014/main" id="{49668F17-D4AC-4553-A2DF-F9F299924C8B}"/>
              </a:ext>
            </a:extLst>
          </p:cNvPr>
          <p:cNvSpPr/>
          <p:nvPr userDrawn="1"/>
        </p:nvSpPr>
        <p:spPr>
          <a:xfrm>
            <a:off x="8410807" y="2225716"/>
            <a:ext cx="341530" cy="106693"/>
          </a:xfrm>
          <a:prstGeom prst="rect">
            <a:avLst/>
          </a:prstGeom>
          <a:solidFill>
            <a:schemeClr val="tx1">
              <a:lumMod val="50000"/>
              <a:lumOff val="50000"/>
            </a:schemeClr>
          </a:solidFill>
          <a:ln w="6350">
            <a:solidFill>
              <a:schemeClr val="tx1">
                <a:lumMod val="50000"/>
                <a:lumOff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116" name="직사각형 115">
            <a:extLst>
              <a:ext uri="{FF2B5EF4-FFF2-40B4-BE49-F238E27FC236}">
                <a16:creationId xmlns:a16="http://schemas.microsoft.com/office/drawing/2014/main" id="{BDE6CDF4-12F4-4AE6-AC0A-4A67C62AA3C9}"/>
              </a:ext>
            </a:extLst>
          </p:cNvPr>
          <p:cNvSpPr/>
          <p:nvPr userDrawn="1"/>
        </p:nvSpPr>
        <p:spPr>
          <a:xfrm>
            <a:off x="8798394" y="2084370"/>
            <a:ext cx="341530" cy="106693"/>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복사</a:t>
            </a:r>
            <a:endParaRPr lang="en-US" altLang="ko-KR" sz="600" dirty="0">
              <a:solidFill>
                <a:schemeClr val="bg1"/>
              </a:solidFill>
            </a:endParaRPr>
          </a:p>
        </p:txBody>
      </p:sp>
      <p:sp>
        <p:nvSpPr>
          <p:cNvPr id="117" name="직사각형 116">
            <a:extLst>
              <a:ext uri="{FF2B5EF4-FFF2-40B4-BE49-F238E27FC236}">
                <a16:creationId xmlns:a16="http://schemas.microsoft.com/office/drawing/2014/main" id="{2E6EB364-09AB-476A-BD38-16FE2FD2FE7E}"/>
              </a:ext>
            </a:extLst>
          </p:cNvPr>
          <p:cNvSpPr/>
          <p:nvPr userDrawn="1"/>
        </p:nvSpPr>
        <p:spPr>
          <a:xfrm>
            <a:off x="7312449" y="2080463"/>
            <a:ext cx="961717" cy="133233"/>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판매중지 예고신청</a:t>
            </a:r>
            <a:endParaRPr lang="en-US" altLang="ko-KR" sz="700" dirty="0">
              <a:solidFill>
                <a:schemeClr val="bg1"/>
              </a:solidFill>
            </a:endParaRPr>
          </a:p>
        </p:txBody>
      </p:sp>
      <p:sp>
        <p:nvSpPr>
          <p:cNvPr id="118" name="직사각형 117">
            <a:extLst>
              <a:ext uri="{FF2B5EF4-FFF2-40B4-BE49-F238E27FC236}">
                <a16:creationId xmlns:a16="http://schemas.microsoft.com/office/drawing/2014/main" id="{1FCDE7BD-6177-45D5-A8A2-C424BBDBF339}"/>
              </a:ext>
            </a:extLst>
          </p:cNvPr>
          <p:cNvSpPr/>
          <p:nvPr userDrawn="1"/>
        </p:nvSpPr>
        <p:spPr>
          <a:xfrm>
            <a:off x="6458732" y="2080463"/>
            <a:ext cx="729245" cy="127579"/>
          </a:xfrm>
          <a:prstGeom prst="rect">
            <a:avLst/>
          </a:prstGeom>
          <a:solidFill>
            <a:srgbClr val="00B0F0"/>
          </a:solidFill>
          <a:ln w="6350">
            <a:solidFill>
              <a:srgbClr val="00B0F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a:solidFill>
                  <a:schemeClr val="bg1"/>
                </a:solidFill>
              </a:rPr>
              <a:t>판매요청목록</a:t>
            </a:r>
            <a:endParaRPr lang="en-US" altLang="ko-KR" sz="700" dirty="0">
              <a:solidFill>
                <a:schemeClr val="bg1"/>
              </a:solidFill>
            </a:endParaRPr>
          </a:p>
        </p:txBody>
      </p:sp>
      <p:sp>
        <p:nvSpPr>
          <p:cNvPr id="119" name="직사각형 118">
            <a:extLst>
              <a:ext uri="{FF2B5EF4-FFF2-40B4-BE49-F238E27FC236}">
                <a16:creationId xmlns:a16="http://schemas.microsoft.com/office/drawing/2014/main" id="{A7A080B0-800D-4F1A-B2F5-019BB5382E9C}"/>
              </a:ext>
            </a:extLst>
          </p:cNvPr>
          <p:cNvSpPr/>
          <p:nvPr userDrawn="1"/>
        </p:nvSpPr>
        <p:spPr>
          <a:xfrm>
            <a:off x="6458732" y="2415742"/>
            <a:ext cx="729246" cy="127579"/>
          </a:xfrm>
          <a:prstGeom prst="rect">
            <a:avLst/>
          </a:prstGeom>
          <a:solidFill>
            <a:schemeClr val="tx1">
              <a:lumMod val="50000"/>
              <a:lumOff val="50000"/>
            </a:schemeClr>
          </a:solidFill>
          <a:ln w="6350">
            <a:solidFill>
              <a:schemeClr val="tx1">
                <a:lumMod val="50000"/>
                <a:lumOff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a:solidFill>
                  <a:schemeClr val="bg1"/>
                </a:solidFill>
              </a:rPr>
              <a:t>판매요청목록</a:t>
            </a:r>
            <a:endParaRPr lang="en-US" altLang="ko-KR" sz="700" dirty="0">
              <a:solidFill>
                <a:schemeClr val="bg1"/>
              </a:solidFill>
            </a:endParaRPr>
          </a:p>
        </p:txBody>
      </p:sp>
      <p:grpSp>
        <p:nvGrpSpPr>
          <p:cNvPr id="120" name="그룹 119">
            <a:extLst>
              <a:ext uri="{FF2B5EF4-FFF2-40B4-BE49-F238E27FC236}">
                <a16:creationId xmlns:a16="http://schemas.microsoft.com/office/drawing/2014/main" id="{6A6B4F3B-BE41-4716-9C28-EB2589BC2B62}"/>
              </a:ext>
            </a:extLst>
          </p:cNvPr>
          <p:cNvGrpSpPr/>
          <p:nvPr userDrawn="1"/>
        </p:nvGrpSpPr>
        <p:grpSpPr>
          <a:xfrm>
            <a:off x="2354036" y="2345530"/>
            <a:ext cx="2414206" cy="338554"/>
            <a:chOff x="1237833" y="3417650"/>
            <a:chExt cx="1708480" cy="338554"/>
          </a:xfrm>
        </p:grpSpPr>
        <p:grpSp>
          <p:nvGrpSpPr>
            <p:cNvPr id="121" name="그룹 120">
              <a:extLst>
                <a:ext uri="{FF2B5EF4-FFF2-40B4-BE49-F238E27FC236}">
                  <a16:creationId xmlns:a16="http://schemas.microsoft.com/office/drawing/2014/main" id="{2513F232-0A7B-4EC0-BC61-69D8FF3A367B}"/>
                </a:ext>
              </a:extLst>
            </p:cNvPr>
            <p:cNvGrpSpPr/>
            <p:nvPr/>
          </p:nvGrpSpPr>
          <p:grpSpPr>
            <a:xfrm>
              <a:off x="1237833" y="3462866"/>
              <a:ext cx="378630" cy="248122"/>
              <a:chOff x="2681976" y="1955121"/>
              <a:chExt cx="1993118" cy="596970"/>
            </a:xfrm>
          </p:grpSpPr>
          <p:sp>
            <p:nvSpPr>
              <p:cNvPr id="123" name="Border">
                <a:extLst>
                  <a:ext uri="{FF2B5EF4-FFF2-40B4-BE49-F238E27FC236}">
                    <a16:creationId xmlns:a16="http://schemas.microsoft.com/office/drawing/2014/main" id="{2A58C00D-C15F-4735-BCAC-7852CC067140}"/>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4" name="Line 2">
                <a:extLst>
                  <a:ext uri="{FF2B5EF4-FFF2-40B4-BE49-F238E27FC236}">
                    <a16:creationId xmlns:a16="http://schemas.microsoft.com/office/drawing/2014/main" id="{4FC98A15-1C35-4D5F-816C-86E8AFCE9E4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5" name="Line 1">
                <a:extLst>
                  <a:ext uri="{FF2B5EF4-FFF2-40B4-BE49-F238E27FC236}">
                    <a16:creationId xmlns:a16="http://schemas.microsoft.com/office/drawing/2014/main" id="{98FA059B-096F-455F-8194-D1F93AAAADE7}"/>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6" name="TextBox 125">
                <a:extLst>
                  <a:ext uri="{FF2B5EF4-FFF2-40B4-BE49-F238E27FC236}">
                    <a16:creationId xmlns:a16="http://schemas.microsoft.com/office/drawing/2014/main" id="{B973D642-CF49-4C78-BC8A-0D541A06DD10}"/>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22" name="직사각형 121">
              <a:extLst>
                <a:ext uri="{FF2B5EF4-FFF2-40B4-BE49-F238E27FC236}">
                  <a16:creationId xmlns:a16="http://schemas.microsoft.com/office/drawing/2014/main" id="{99333ED1-156D-41D6-82F3-FC870765A9AE}"/>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127" name="그룹 126">
            <a:extLst>
              <a:ext uri="{FF2B5EF4-FFF2-40B4-BE49-F238E27FC236}">
                <a16:creationId xmlns:a16="http://schemas.microsoft.com/office/drawing/2014/main" id="{C8F421A5-66DA-4A3B-AEED-F00C47FCA37E}"/>
              </a:ext>
            </a:extLst>
          </p:cNvPr>
          <p:cNvGrpSpPr/>
          <p:nvPr userDrawn="1"/>
        </p:nvGrpSpPr>
        <p:grpSpPr>
          <a:xfrm>
            <a:off x="2358742" y="2681816"/>
            <a:ext cx="2414206" cy="338554"/>
            <a:chOff x="1237833" y="3417650"/>
            <a:chExt cx="1708480" cy="338554"/>
          </a:xfrm>
        </p:grpSpPr>
        <p:grpSp>
          <p:nvGrpSpPr>
            <p:cNvPr id="128" name="그룹 127">
              <a:extLst>
                <a:ext uri="{FF2B5EF4-FFF2-40B4-BE49-F238E27FC236}">
                  <a16:creationId xmlns:a16="http://schemas.microsoft.com/office/drawing/2014/main" id="{F091CC43-71D9-43AC-854D-C182382D2F8A}"/>
                </a:ext>
              </a:extLst>
            </p:cNvPr>
            <p:cNvGrpSpPr/>
            <p:nvPr/>
          </p:nvGrpSpPr>
          <p:grpSpPr>
            <a:xfrm>
              <a:off x="1237833" y="3462866"/>
              <a:ext cx="378630" cy="248122"/>
              <a:chOff x="2681976" y="1955121"/>
              <a:chExt cx="1993118" cy="596970"/>
            </a:xfrm>
          </p:grpSpPr>
          <p:sp>
            <p:nvSpPr>
              <p:cNvPr id="130" name="Border">
                <a:extLst>
                  <a:ext uri="{FF2B5EF4-FFF2-40B4-BE49-F238E27FC236}">
                    <a16:creationId xmlns:a16="http://schemas.microsoft.com/office/drawing/2014/main" id="{C4057072-83B2-4664-8F45-F29B91A248A1}"/>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1" name="Line 2">
                <a:extLst>
                  <a:ext uri="{FF2B5EF4-FFF2-40B4-BE49-F238E27FC236}">
                    <a16:creationId xmlns:a16="http://schemas.microsoft.com/office/drawing/2014/main" id="{1BC7CFDA-579E-4BA1-9A7A-EC7D631FD46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2" name="Line 1">
                <a:extLst>
                  <a:ext uri="{FF2B5EF4-FFF2-40B4-BE49-F238E27FC236}">
                    <a16:creationId xmlns:a16="http://schemas.microsoft.com/office/drawing/2014/main" id="{2417F0C6-DAB5-4FB2-B8B7-6FF743B5677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3" name="TextBox 132">
                <a:extLst>
                  <a:ext uri="{FF2B5EF4-FFF2-40B4-BE49-F238E27FC236}">
                    <a16:creationId xmlns:a16="http://schemas.microsoft.com/office/drawing/2014/main" id="{931FE412-500A-46A2-BA9D-8D7D053134CE}"/>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29" name="직사각형 128">
              <a:extLst>
                <a:ext uri="{FF2B5EF4-FFF2-40B4-BE49-F238E27FC236}">
                  <a16:creationId xmlns:a16="http://schemas.microsoft.com/office/drawing/2014/main" id="{C85B3137-74E1-40B7-A3C9-18E9C7573F93}"/>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sp>
        <p:nvSpPr>
          <p:cNvPr id="134" name="직사각형 133">
            <a:extLst>
              <a:ext uri="{FF2B5EF4-FFF2-40B4-BE49-F238E27FC236}">
                <a16:creationId xmlns:a16="http://schemas.microsoft.com/office/drawing/2014/main" id="{86C53EB5-413D-4B55-A4D3-B6BDF583EBE4}"/>
              </a:ext>
            </a:extLst>
          </p:cNvPr>
          <p:cNvSpPr/>
          <p:nvPr userDrawn="1"/>
        </p:nvSpPr>
        <p:spPr>
          <a:xfrm>
            <a:off x="6458732" y="2750267"/>
            <a:ext cx="729246" cy="123602"/>
          </a:xfrm>
          <a:prstGeom prst="rect">
            <a:avLst/>
          </a:prstGeom>
          <a:solidFill>
            <a:srgbClr val="00B0F0"/>
          </a:solidFill>
          <a:ln w="6350">
            <a:solidFill>
              <a:srgbClr val="00B0F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a:solidFill>
                  <a:schemeClr val="bg1"/>
                </a:solidFill>
              </a:rPr>
              <a:t>판매요청목록</a:t>
            </a:r>
            <a:endParaRPr lang="en-US" altLang="ko-KR" sz="700" dirty="0">
              <a:solidFill>
                <a:schemeClr val="bg1"/>
              </a:solidFill>
            </a:endParaRPr>
          </a:p>
        </p:txBody>
      </p:sp>
      <p:sp>
        <p:nvSpPr>
          <p:cNvPr id="135" name="직사각형 134">
            <a:extLst>
              <a:ext uri="{FF2B5EF4-FFF2-40B4-BE49-F238E27FC236}">
                <a16:creationId xmlns:a16="http://schemas.microsoft.com/office/drawing/2014/main" id="{DE5C453C-4BCF-4260-8840-C03BE75602A5}"/>
              </a:ext>
            </a:extLst>
          </p:cNvPr>
          <p:cNvSpPr/>
          <p:nvPr userDrawn="1"/>
        </p:nvSpPr>
        <p:spPr>
          <a:xfrm>
            <a:off x="8784522" y="2545730"/>
            <a:ext cx="351299" cy="10669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136" name="직사각형 135">
            <a:extLst>
              <a:ext uri="{FF2B5EF4-FFF2-40B4-BE49-F238E27FC236}">
                <a16:creationId xmlns:a16="http://schemas.microsoft.com/office/drawing/2014/main" id="{821C432A-2AC7-4205-B0C9-F5336217248B}"/>
              </a:ext>
            </a:extLst>
          </p:cNvPr>
          <p:cNvSpPr/>
          <p:nvPr userDrawn="1"/>
        </p:nvSpPr>
        <p:spPr>
          <a:xfrm>
            <a:off x="8400709" y="2545730"/>
            <a:ext cx="341530" cy="106693"/>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137" name="직사각형 136">
            <a:extLst>
              <a:ext uri="{FF2B5EF4-FFF2-40B4-BE49-F238E27FC236}">
                <a16:creationId xmlns:a16="http://schemas.microsoft.com/office/drawing/2014/main" id="{8062A864-DD11-4021-85C8-11A6E3BB91CF}"/>
              </a:ext>
            </a:extLst>
          </p:cNvPr>
          <p:cNvSpPr/>
          <p:nvPr userDrawn="1"/>
        </p:nvSpPr>
        <p:spPr>
          <a:xfrm>
            <a:off x="8788296" y="2404384"/>
            <a:ext cx="341530" cy="106693"/>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복사</a:t>
            </a:r>
            <a:endParaRPr lang="en-US" altLang="ko-KR" sz="600" dirty="0">
              <a:solidFill>
                <a:schemeClr val="bg1"/>
              </a:solidFill>
            </a:endParaRPr>
          </a:p>
        </p:txBody>
      </p:sp>
      <p:sp>
        <p:nvSpPr>
          <p:cNvPr id="138" name="직사각형 137">
            <a:extLst>
              <a:ext uri="{FF2B5EF4-FFF2-40B4-BE49-F238E27FC236}">
                <a16:creationId xmlns:a16="http://schemas.microsoft.com/office/drawing/2014/main" id="{51CB4C13-0905-402C-978D-D004181C8780}"/>
              </a:ext>
            </a:extLst>
          </p:cNvPr>
          <p:cNvSpPr/>
          <p:nvPr userDrawn="1"/>
        </p:nvSpPr>
        <p:spPr>
          <a:xfrm>
            <a:off x="7302352" y="2400477"/>
            <a:ext cx="961716" cy="133233"/>
          </a:xfrm>
          <a:prstGeom prst="rect">
            <a:avLst/>
          </a:prstGeom>
          <a:solidFill>
            <a:schemeClr val="tx1">
              <a:lumMod val="50000"/>
              <a:lumOff val="50000"/>
            </a:schemeClr>
          </a:solidFill>
          <a:ln w="6350">
            <a:solidFill>
              <a:schemeClr val="tx1">
                <a:lumMod val="50000"/>
                <a:lumOff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판매중지 예고신청</a:t>
            </a:r>
            <a:endParaRPr lang="en-US" altLang="ko-KR" sz="700" dirty="0">
              <a:solidFill>
                <a:schemeClr val="bg1"/>
              </a:solidFill>
            </a:endParaRPr>
          </a:p>
        </p:txBody>
      </p:sp>
      <p:sp>
        <p:nvSpPr>
          <p:cNvPr id="139" name="직사각형 138">
            <a:extLst>
              <a:ext uri="{FF2B5EF4-FFF2-40B4-BE49-F238E27FC236}">
                <a16:creationId xmlns:a16="http://schemas.microsoft.com/office/drawing/2014/main" id="{6C90AFC8-0497-421A-BFFC-C2F6909697DF}"/>
              </a:ext>
            </a:extLst>
          </p:cNvPr>
          <p:cNvSpPr/>
          <p:nvPr userDrawn="1"/>
        </p:nvSpPr>
        <p:spPr>
          <a:xfrm>
            <a:off x="8772781" y="2885889"/>
            <a:ext cx="351299" cy="10669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140" name="직사각형 139">
            <a:extLst>
              <a:ext uri="{FF2B5EF4-FFF2-40B4-BE49-F238E27FC236}">
                <a16:creationId xmlns:a16="http://schemas.microsoft.com/office/drawing/2014/main" id="{F80DEF60-83A8-48E7-8207-952B352F2D80}"/>
              </a:ext>
            </a:extLst>
          </p:cNvPr>
          <p:cNvSpPr/>
          <p:nvPr userDrawn="1"/>
        </p:nvSpPr>
        <p:spPr>
          <a:xfrm>
            <a:off x="8388968" y="2885889"/>
            <a:ext cx="341530" cy="106693"/>
          </a:xfrm>
          <a:prstGeom prst="rect">
            <a:avLst/>
          </a:prstGeom>
          <a:solidFill>
            <a:schemeClr val="tx1">
              <a:lumMod val="50000"/>
              <a:lumOff val="50000"/>
            </a:schemeClr>
          </a:solidFill>
          <a:ln w="6350">
            <a:solidFill>
              <a:schemeClr val="tx1">
                <a:lumMod val="50000"/>
                <a:lumOff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141" name="직사각형 140">
            <a:extLst>
              <a:ext uri="{FF2B5EF4-FFF2-40B4-BE49-F238E27FC236}">
                <a16:creationId xmlns:a16="http://schemas.microsoft.com/office/drawing/2014/main" id="{577AC0D8-9F80-4DE1-AF6F-CB8B5BFC7B06}"/>
              </a:ext>
            </a:extLst>
          </p:cNvPr>
          <p:cNvSpPr/>
          <p:nvPr userDrawn="1"/>
        </p:nvSpPr>
        <p:spPr>
          <a:xfrm>
            <a:off x="8776555" y="2744543"/>
            <a:ext cx="341530" cy="106693"/>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복사</a:t>
            </a:r>
            <a:endParaRPr lang="en-US" altLang="ko-KR" sz="600" dirty="0">
              <a:solidFill>
                <a:schemeClr val="bg1"/>
              </a:solidFill>
            </a:endParaRPr>
          </a:p>
        </p:txBody>
      </p:sp>
      <p:sp>
        <p:nvSpPr>
          <p:cNvPr id="142" name="직사각형 141">
            <a:extLst>
              <a:ext uri="{FF2B5EF4-FFF2-40B4-BE49-F238E27FC236}">
                <a16:creationId xmlns:a16="http://schemas.microsoft.com/office/drawing/2014/main" id="{D82D480C-89EA-4741-B368-F819B2A89065}"/>
              </a:ext>
            </a:extLst>
          </p:cNvPr>
          <p:cNvSpPr/>
          <p:nvPr userDrawn="1"/>
        </p:nvSpPr>
        <p:spPr>
          <a:xfrm>
            <a:off x="7290610" y="2740636"/>
            <a:ext cx="983555" cy="133233"/>
          </a:xfrm>
          <a:prstGeom prst="rect">
            <a:avLst/>
          </a:prstGeom>
          <a:solidFill>
            <a:schemeClr val="tx1">
              <a:lumMod val="50000"/>
              <a:lumOff val="50000"/>
            </a:schemeClr>
          </a:solidFill>
          <a:ln w="6350">
            <a:solidFill>
              <a:schemeClr val="tx1">
                <a:lumMod val="50000"/>
                <a:lumOff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판매중지 예고신청</a:t>
            </a:r>
            <a:endParaRPr lang="en-US" altLang="ko-KR" sz="700" dirty="0">
              <a:solidFill>
                <a:schemeClr val="bg1"/>
              </a:solidFill>
            </a:endParaRPr>
          </a:p>
        </p:txBody>
      </p:sp>
      <p:sp>
        <p:nvSpPr>
          <p:cNvPr id="143" name="직사각형 142">
            <a:extLst>
              <a:ext uri="{FF2B5EF4-FFF2-40B4-BE49-F238E27FC236}">
                <a16:creationId xmlns:a16="http://schemas.microsoft.com/office/drawing/2014/main" id="{6AE35946-C478-49F0-AE59-B598C3BD7FBB}"/>
              </a:ext>
            </a:extLst>
          </p:cNvPr>
          <p:cNvSpPr/>
          <p:nvPr userDrawn="1"/>
        </p:nvSpPr>
        <p:spPr>
          <a:xfrm>
            <a:off x="8410094" y="2076381"/>
            <a:ext cx="341530" cy="106693"/>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144" name="직사각형 143">
            <a:extLst>
              <a:ext uri="{FF2B5EF4-FFF2-40B4-BE49-F238E27FC236}">
                <a16:creationId xmlns:a16="http://schemas.microsoft.com/office/drawing/2014/main" id="{904BDCB9-A013-47E8-A773-915C99CAD910}"/>
              </a:ext>
            </a:extLst>
          </p:cNvPr>
          <p:cNvSpPr/>
          <p:nvPr userDrawn="1"/>
        </p:nvSpPr>
        <p:spPr>
          <a:xfrm>
            <a:off x="8399996" y="2396395"/>
            <a:ext cx="341530" cy="106693"/>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145" name="직사각형 144">
            <a:extLst>
              <a:ext uri="{FF2B5EF4-FFF2-40B4-BE49-F238E27FC236}">
                <a16:creationId xmlns:a16="http://schemas.microsoft.com/office/drawing/2014/main" id="{F302C798-7E17-4E62-A807-195AB144A125}"/>
              </a:ext>
            </a:extLst>
          </p:cNvPr>
          <p:cNvSpPr/>
          <p:nvPr userDrawn="1"/>
        </p:nvSpPr>
        <p:spPr>
          <a:xfrm>
            <a:off x="8388255" y="2736554"/>
            <a:ext cx="341530" cy="106693"/>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Tree>
    <p:extLst>
      <p:ext uri="{BB962C8B-B14F-4D97-AF65-F5344CB8AC3E}">
        <p14:creationId xmlns:p14="http://schemas.microsoft.com/office/powerpoint/2010/main" val="354650739"/>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판매채널_배송비관리목록">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FC7C98B6-A724-48B2-8824-214DDC0B2BEA}"/>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01CB11EA-EFEF-4F56-93FE-CC2ACBB9D95F}"/>
              </a:ext>
            </a:extLst>
          </p:cNvPr>
          <p:cNvSpPr/>
          <p:nvPr userDrawn="1"/>
        </p:nvSpPr>
        <p:spPr>
          <a:xfrm>
            <a:off x="41208" y="34272"/>
            <a:ext cx="10071693" cy="39509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5" name="그룹 4">
            <a:extLst>
              <a:ext uri="{FF2B5EF4-FFF2-40B4-BE49-F238E27FC236}">
                <a16:creationId xmlns:a16="http://schemas.microsoft.com/office/drawing/2014/main" id="{71D84B45-A194-4B42-AC7E-3159B1EEB8F5}"/>
              </a:ext>
            </a:extLst>
          </p:cNvPr>
          <p:cNvGrpSpPr/>
          <p:nvPr userDrawn="1"/>
        </p:nvGrpSpPr>
        <p:grpSpPr>
          <a:xfrm>
            <a:off x="118741" y="94475"/>
            <a:ext cx="1148071" cy="273280"/>
            <a:chOff x="2843808" y="1955121"/>
            <a:chExt cx="1674813" cy="596970"/>
          </a:xfrm>
          <a:solidFill>
            <a:schemeClr val="bg1">
              <a:lumMod val="95000"/>
            </a:schemeClr>
          </a:solidFill>
        </p:grpSpPr>
        <p:sp>
          <p:nvSpPr>
            <p:cNvPr id="6" name="Border">
              <a:extLst>
                <a:ext uri="{FF2B5EF4-FFF2-40B4-BE49-F238E27FC236}">
                  <a16:creationId xmlns:a16="http://schemas.microsoft.com/office/drawing/2014/main" id="{67E5CCF3-D9C4-4234-A375-049AC39773CF}"/>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 name="Line 2">
              <a:extLst>
                <a:ext uri="{FF2B5EF4-FFF2-40B4-BE49-F238E27FC236}">
                  <a16:creationId xmlns:a16="http://schemas.microsoft.com/office/drawing/2014/main" id="{82B040F9-9B6C-4F9C-BF30-5666A3185C5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1">
              <a:extLst>
                <a:ext uri="{FF2B5EF4-FFF2-40B4-BE49-F238E27FC236}">
                  <a16:creationId xmlns:a16="http://schemas.microsoft.com/office/drawing/2014/main" id="{0C776255-F0D6-42AA-96D3-1012B9E3BB6D}"/>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TextBox 8">
              <a:extLst>
                <a:ext uri="{FF2B5EF4-FFF2-40B4-BE49-F238E27FC236}">
                  <a16:creationId xmlns:a16="http://schemas.microsoft.com/office/drawing/2014/main" id="{FB48207C-B014-4A02-B95F-AC646A90D386}"/>
                </a:ext>
              </a:extLst>
            </p:cNvPr>
            <p:cNvSpPr txBox="1"/>
            <p:nvPr/>
          </p:nvSpPr>
          <p:spPr>
            <a:xfrm>
              <a:off x="3335780" y="2018289"/>
              <a:ext cx="690867" cy="470629"/>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0" name="직사각형 9">
            <a:extLst>
              <a:ext uri="{FF2B5EF4-FFF2-40B4-BE49-F238E27FC236}">
                <a16:creationId xmlns:a16="http://schemas.microsoft.com/office/drawing/2014/main" id="{B5019932-3901-4C6B-A6B1-CC9758E79102}"/>
              </a:ext>
            </a:extLst>
          </p:cNvPr>
          <p:cNvSpPr/>
          <p:nvPr userDrawn="1"/>
        </p:nvSpPr>
        <p:spPr>
          <a:xfrm>
            <a:off x="7107532" y="104509"/>
            <a:ext cx="2933097" cy="253211"/>
          </a:xfrm>
          <a:prstGeom prst="rect">
            <a:avLst/>
          </a:prstGeom>
        </p:spPr>
        <p:txBody>
          <a:bodyPr wrap="square">
            <a:spAutoFit/>
          </a:bodyPr>
          <a:lstStyle/>
          <a:p>
            <a:pPr algn="r">
              <a:lnSpc>
                <a:spcPct val="150000"/>
              </a:lnSpc>
            </a:pPr>
            <a:r>
              <a:rPr lang="en-US" altLang="ko-KR" sz="800" dirty="0">
                <a:solidFill>
                  <a:schemeClr val="bg1">
                    <a:lumMod val="75000"/>
                  </a:schemeClr>
                </a:solidFill>
                <a:latin typeface="+mj-ea"/>
                <a:ea typeface="+mj-ea"/>
              </a:rPr>
              <a:t> </a:t>
            </a:r>
            <a:r>
              <a:rPr lang="en-US" altLang="ko-KR" sz="800" b="1" dirty="0">
                <a:solidFill>
                  <a:schemeClr val="tx1"/>
                </a:solidFill>
                <a:latin typeface="+mj-ea"/>
                <a:ea typeface="+mj-ea"/>
              </a:rPr>
              <a:t>[ </a:t>
            </a:r>
            <a:r>
              <a:rPr lang="ko-KR" altLang="en-US" sz="800" b="1" dirty="0">
                <a:solidFill>
                  <a:schemeClr val="tx1"/>
                </a:solidFill>
                <a:latin typeface="+mj-ea"/>
                <a:ea typeface="+mj-ea"/>
              </a:rPr>
              <a:t>상호명 </a:t>
            </a:r>
            <a:r>
              <a:rPr lang="en-US" altLang="ko-KR" sz="800" b="1" dirty="0">
                <a:solidFill>
                  <a:schemeClr val="tx1"/>
                </a:solidFill>
                <a:latin typeface="+mj-ea"/>
                <a:ea typeface="+mj-ea"/>
              </a:rPr>
              <a:t>]  </a:t>
            </a:r>
            <a:r>
              <a:rPr lang="ko-KR" altLang="en-US" sz="800" dirty="0" err="1">
                <a:latin typeface="+mj-ea"/>
                <a:ea typeface="+mj-ea"/>
              </a:rPr>
              <a:t>회원명</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sp>
        <p:nvSpPr>
          <p:cNvPr id="11" name="사각형: 둥근 모서리 10">
            <a:extLst>
              <a:ext uri="{FF2B5EF4-FFF2-40B4-BE49-F238E27FC236}">
                <a16:creationId xmlns:a16="http://schemas.microsoft.com/office/drawing/2014/main" id="{064FA329-D021-4148-AD83-524D1B18ED38}"/>
              </a:ext>
            </a:extLst>
          </p:cNvPr>
          <p:cNvSpPr/>
          <p:nvPr userDrawn="1"/>
        </p:nvSpPr>
        <p:spPr>
          <a:xfrm>
            <a:off x="118741" y="567332"/>
            <a:ext cx="1148071" cy="474970"/>
          </a:xfrm>
          <a:prstGeom prst="roundRect">
            <a:avLst>
              <a:gd name="adj" fmla="val 4472"/>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l">
              <a:lnSpc>
                <a:spcPct val="150000"/>
              </a:lnSpc>
            </a:pPr>
            <a:r>
              <a:rPr lang="ko-KR" altLang="en-US" sz="800" dirty="0">
                <a:solidFill>
                  <a:schemeClr val="tx1"/>
                </a:solidFill>
              </a:rPr>
              <a:t>○ 주문관리</a:t>
            </a:r>
            <a:endParaRPr lang="en-US" altLang="ko-KR" sz="800" dirty="0">
              <a:solidFill>
                <a:schemeClr val="tx1"/>
              </a:solidFill>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상품등록</a:t>
            </a:r>
            <a:endParaRPr lang="en-US" altLang="ko-KR" sz="800" dirty="0">
              <a:solidFill>
                <a:schemeClr val="tx1"/>
              </a:solidFill>
            </a:endParaRPr>
          </a:p>
          <a:p>
            <a:pPr algn="l">
              <a:lnSpc>
                <a:spcPct val="150000"/>
              </a:lnSpc>
            </a:pPr>
            <a:endParaRPr lang="en-US" altLang="ko-KR" sz="800" dirty="0">
              <a:solidFill>
                <a:schemeClr val="tx1"/>
              </a:solidFill>
            </a:endParaRPr>
          </a:p>
        </p:txBody>
      </p:sp>
      <p:sp>
        <p:nvSpPr>
          <p:cNvPr id="12" name="사각형: 둥근 모서리 11">
            <a:extLst>
              <a:ext uri="{FF2B5EF4-FFF2-40B4-BE49-F238E27FC236}">
                <a16:creationId xmlns:a16="http://schemas.microsoft.com/office/drawing/2014/main" id="{0A2107E8-A597-4569-B861-6F2AE07BD252}"/>
              </a:ext>
            </a:extLst>
          </p:cNvPr>
          <p:cNvSpPr/>
          <p:nvPr userDrawn="1"/>
        </p:nvSpPr>
        <p:spPr>
          <a:xfrm>
            <a:off x="1476347" y="170905"/>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주문목록</a:t>
            </a:r>
          </a:p>
        </p:txBody>
      </p:sp>
      <p:sp>
        <p:nvSpPr>
          <p:cNvPr id="13" name="사각형: 둥근 모서리 12">
            <a:extLst>
              <a:ext uri="{FF2B5EF4-FFF2-40B4-BE49-F238E27FC236}">
                <a16:creationId xmlns:a16="http://schemas.microsoft.com/office/drawing/2014/main" id="{AFFBDBF1-B919-4505-B47B-9C3CE18230C3}"/>
              </a:ext>
            </a:extLst>
          </p:cNvPr>
          <p:cNvSpPr/>
          <p:nvPr userDrawn="1"/>
        </p:nvSpPr>
        <p:spPr>
          <a:xfrm>
            <a:off x="2296062" y="170905"/>
            <a:ext cx="888569"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회원정보수정</a:t>
            </a:r>
          </a:p>
        </p:txBody>
      </p:sp>
      <p:sp>
        <p:nvSpPr>
          <p:cNvPr id="14" name="사각형: 둥근 모서리 13">
            <a:extLst>
              <a:ext uri="{FF2B5EF4-FFF2-40B4-BE49-F238E27FC236}">
                <a16:creationId xmlns:a16="http://schemas.microsoft.com/office/drawing/2014/main" id="{3DB9A787-0261-4B51-B15C-C42014DA13EA}"/>
              </a:ext>
            </a:extLst>
          </p:cNvPr>
          <p:cNvSpPr/>
          <p:nvPr userDrawn="1"/>
        </p:nvSpPr>
        <p:spPr>
          <a:xfrm>
            <a:off x="3256190" y="171431"/>
            <a:ext cx="636360"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 포인트</a:t>
            </a:r>
          </a:p>
        </p:txBody>
      </p:sp>
      <p:sp>
        <p:nvSpPr>
          <p:cNvPr id="15" name="사각형: 둥근 모서리 14">
            <a:extLst>
              <a:ext uri="{FF2B5EF4-FFF2-40B4-BE49-F238E27FC236}">
                <a16:creationId xmlns:a16="http://schemas.microsoft.com/office/drawing/2014/main" id="{680F8F77-3C10-4515-8532-BB8E32F66946}"/>
              </a:ext>
            </a:extLst>
          </p:cNvPr>
          <p:cNvSpPr/>
          <p:nvPr userDrawn="1"/>
        </p:nvSpPr>
        <p:spPr>
          <a:xfrm>
            <a:off x="4020832" y="170905"/>
            <a:ext cx="842850"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     방문한 채널</a:t>
            </a:r>
          </a:p>
        </p:txBody>
      </p:sp>
      <p:graphicFrame>
        <p:nvGraphicFramePr>
          <p:cNvPr id="16" name="표 20">
            <a:extLst>
              <a:ext uri="{FF2B5EF4-FFF2-40B4-BE49-F238E27FC236}">
                <a16:creationId xmlns:a16="http://schemas.microsoft.com/office/drawing/2014/main" id="{D15338DC-C1F2-45AA-A3FE-9A341CE91969}"/>
              </a:ext>
            </a:extLst>
          </p:cNvPr>
          <p:cNvGraphicFramePr>
            <a:graphicFrameLocks noGrp="1"/>
          </p:cNvGraphicFramePr>
          <p:nvPr userDrawn="1">
            <p:extLst>
              <p:ext uri="{D42A27DB-BD31-4B8C-83A1-F6EECF244321}">
                <p14:modId xmlns:p14="http://schemas.microsoft.com/office/powerpoint/2010/main" val="2217156189"/>
              </p:ext>
            </p:extLst>
          </p:nvPr>
        </p:nvGraphicFramePr>
        <p:xfrm>
          <a:off x="40495" y="1178787"/>
          <a:ext cx="1305704" cy="106680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a:t>
                      </a:r>
                      <a:r>
                        <a:rPr lang="en-US" altLang="ko-KR" sz="800" dirty="0"/>
                        <a:t>Shop </a:t>
                      </a:r>
                      <a:r>
                        <a:rPr lang="ko-KR" altLang="en-US" sz="800" dirty="0"/>
                        <a:t>채널관리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상품관리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공동구매 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latinLnBrk="1"/>
                      <a:r>
                        <a:rPr lang="ko-KR" altLang="en-US" sz="800" dirty="0"/>
                        <a:t>○ 주문관리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정산관리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878359119"/>
                  </a:ext>
                </a:extLst>
              </a:tr>
            </a:tbl>
          </a:graphicData>
        </a:graphic>
      </p:graphicFrame>
      <p:sp>
        <p:nvSpPr>
          <p:cNvPr id="17" name="웃는 얼굴 16">
            <a:extLst>
              <a:ext uri="{FF2B5EF4-FFF2-40B4-BE49-F238E27FC236}">
                <a16:creationId xmlns:a16="http://schemas.microsoft.com/office/drawing/2014/main" id="{CD8E64A5-7AD9-4AA9-B188-A965B8BDAA9E}"/>
              </a:ext>
            </a:extLst>
          </p:cNvPr>
          <p:cNvSpPr/>
          <p:nvPr userDrawn="1"/>
        </p:nvSpPr>
        <p:spPr>
          <a:xfrm>
            <a:off x="1529408" y="20777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 name="웃는 얼굴 17">
            <a:extLst>
              <a:ext uri="{FF2B5EF4-FFF2-40B4-BE49-F238E27FC236}">
                <a16:creationId xmlns:a16="http://schemas.microsoft.com/office/drawing/2014/main" id="{860FA053-4F81-444B-AD9C-191E1DB610A9}"/>
              </a:ext>
            </a:extLst>
          </p:cNvPr>
          <p:cNvSpPr/>
          <p:nvPr userDrawn="1"/>
        </p:nvSpPr>
        <p:spPr>
          <a:xfrm>
            <a:off x="2348177" y="20534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웃는 얼굴 18">
            <a:extLst>
              <a:ext uri="{FF2B5EF4-FFF2-40B4-BE49-F238E27FC236}">
                <a16:creationId xmlns:a16="http://schemas.microsoft.com/office/drawing/2014/main" id="{24785928-685B-4251-A6B2-107B742121D3}"/>
              </a:ext>
            </a:extLst>
          </p:cNvPr>
          <p:cNvSpPr/>
          <p:nvPr userDrawn="1"/>
        </p:nvSpPr>
        <p:spPr>
          <a:xfrm>
            <a:off x="3315372" y="20291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웃는 얼굴 19">
            <a:extLst>
              <a:ext uri="{FF2B5EF4-FFF2-40B4-BE49-F238E27FC236}">
                <a16:creationId xmlns:a16="http://schemas.microsoft.com/office/drawing/2014/main" id="{3DC45016-8F30-4713-913C-3C99347D8626}"/>
              </a:ext>
            </a:extLst>
          </p:cNvPr>
          <p:cNvSpPr/>
          <p:nvPr userDrawn="1"/>
        </p:nvSpPr>
        <p:spPr>
          <a:xfrm>
            <a:off x="4084904" y="213898"/>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21" name="표 20">
            <a:extLst>
              <a:ext uri="{FF2B5EF4-FFF2-40B4-BE49-F238E27FC236}">
                <a16:creationId xmlns:a16="http://schemas.microsoft.com/office/drawing/2014/main" id="{F7352E3C-DC23-4271-9DE1-CBDF98B33346}"/>
              </a:ext>
            </a:extLst>
          </p:cNvPr>
          <p:cNvGraphicFramePr>
            <a:graphicFrameLocks noGrp="1"/>
          </p:cNvGraphicFramePr>
          <p:nvPr userDrawn="1">
            <p:extLst>
              <p:ext uri="{D42A27DB-BD31-4B8C-83A1-F6EECF244321}">
                <p14:modId xmlns:p14="http://schemas.microsoft.com/office/powerpoint/2010/main" val="1163969496"/>
              </p:ext>
            </p:extLst>
          </p:nvPr>
        </p:nvGraphicFramePr>
        <p:xfrm>
          <a:off x="48089" y="3141314"/>
          <a:ext cx="1305704" cy="128016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정보관리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서브관리자관리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발주담당관리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latinLnBrk="1"/>
                      <a:r>
                        <a:rPr lang="ko-KR" altLang="en-US" sz="800" dirty="0"/>
                        <a:t>○ 포인트관리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a:t>
                      </a:r>
                      <a:r>
                        <a:rPr lang="ko-KR" altLang="en-US" sz="800" dirty="0" err="1"/>
                        <a:t>배송비설정</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취소</a:t>
                      </a:r>
                      <a:r>
                        <a:rPr lang="en-US" altLang="ko-KR" sz="800" dirty="0"/>
                        <a:t>/</a:t>
                      </a:r>
                      <a:r>
                        <a:rPr lang="ko-KR" altLang="en-US" sz="800" dirty="0"/>
                        <a:t>환불안내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bl>
          </a:graphicData>
        </a:graphic>
      </p:graphicFrame>
      <p:sp>
        <p:nvSpPr>
          <p:cNvPr id="22" name="TextBox 21">
            <a:extLst>
              <a:ext uri="{FF2B5EF4-FFF2-40B4-BE49-F238E27FC236}">
                <a16:creationId xmlns:a16="http://schemas.microsoft.com/office/drawing/2014/main" id="{DB6B9A3E-09FE-4978-96C2-8EAAA380678C}"/>
              </a:ext>
            </a:extLst>
          </p:cNvPr>
          <p:cNvSpPr txBox="1"/>
          <p:nvPr userDrawn="1"/>
        </p:nvSpPr>
        <p:spPr>
          <a:xfrm rot="10800000">
            <a:off x="1078469" y="1170836"/>
            <a:ext cx="276038" cy="246221"/>
          </a:xfrm>
          <a:prstGeom prst="rect">
            <a:avLst/>
          </a:prstGeom>
          <a:noFill/>
        </p:spPr>
        <p:txBody>
          <a:bodyPr wrap="none" rtlCol="0">
            <a:spAutoFit/>
          </a:bodyPr>
          <a:lstStyle/>
          <a:p>
            <a:r>
              <a:rPr lang="ko-KR" altLang="en-US" sz="1000" b="1" dirty="0"/>
              <a:t>∨</a:t>
            </a:r>
          </a:p>
        </p:txBody>
      </p:sp>
      <p:sp>
        <p:nvSpPr>
          <p:cNvPr id="23" name="TextBox 22">
            <a:extLst>
              <a:ext uri="{FF2B5EF4-FFF2-40B4-BE49-F238E27FC236}">
                <a16:creationId xmlns:a16="http://schemas.microsoft.com/office/drawing/2014/main" id="{0C3AF218-ADA7-4849-80A6-0BC2AF310B04}"/>
              </a:ext>
            </a:extLst>
          </p:cNvPr>
          <p:cNvSpPr txBox="1"/>
          <p:nvPr userDrawn="1"/>
        </p:nvSpPr>
        <p:spPr>
          <a:xfrm rot="10800000">
            <a:off x="1080745" y="1381815"/>
            <a:ext cx="276038" cy="246221"/>
          </a:xfrm>
          <a:prstGeom prst="rect">
            <a:avLst/>
          </a:prstGeom>
          <a:noFill/>
        </p:spPr>
        <p:txBody>
          <a:bodyPr wrap="none" rtlCol="0">
            <a:spAutoFit/>
          </a:bodyPr>
          <a:lstStyle/>
          <a:p>
            <a:r>
              <a:rPr lang="ko-KR" altLang="en-US" sz="1000" b="1" dirty="0"/>
              <a:t>∨</a:t>
            </a:r>
          </a:p>
        </p:txBody>
      </p:sp>
      <p:sp>
        <p:nvSpPr>
          <p:cNvPr id="24" name="TextBox 23">
            <a:extLst>
              <a:ext uri="{FF2B5EF4-FFF2-40B4-BE49-F238E27FC236}">
                <a16:creationId xmlns:a16="http://schemas.microsoft.com/office/drawing/2014/main" id="{5A7E1772-1104-4905-B96E-BD776E642F42}"/>
              </a:ext>
            </a:extLst>
          </p:cNvPr>
          <p:cNvSpPr txBox="1"/>
          <p:nvPr userDrawn="1"/>
        </p:nvSpPr>
        <p:spPr>
          <a:xfrm rot="10800000">
            <a:off x="1078468" y="1598765"/>
            <a:ext cx="276038" cy="246221"/>
          </a:xfrm>
          <a:prstGeom prst="rect">
            <a:avLst/>
          </a:prstGeom>
          <a:noFill/>
        </p:spPr>
        <p:txBody>
          <a:bodyPr wrap="none" rtlCol="0">
            <a:spAutoFit/>
          </a:bodyPr>
          <a:lstStyle/>
          <a:p>
            <a:r>
              <a:rPr lang="ko-KR" altLang="en-US" sz="1000" b="1" dirty="0"/>
              <a:t>∨</a:t>
            </a:r>
          </a:p>
        </p:txBody>
      </p:sp>
      <p:sp>
        <p:nvSpPr>
          <p:cNvPr id="25" name="TextBox 24">
            <a:extLst>
              <a:ext uri="{FF2B5EF4-FFF2-40B4-BE49-F238E27FC236}">
                <a16:creationId xmlns:a16="http://schemas.microsoft.com/office/drawing/2014/main" id="{3ECE60E6-A810-45F8-92B4-1FBDCA9519FB}"/>
              </a:ext>
            </a:extLst>
          </p:cNvPr>
          <p:cNvSpPr txBox="1"/>
          <p:nvPr userDrawn="1"/>
        </p:nvSpPr>
        <p:spPr>
          <a:xfrm rot="10800000">
            <a:off x="1080093" y="1831065"/>
            <a:ext cx="276038" cy="246221"/>
          </a:xfrm>
          <a:prstGeom prst="rect">
            <a:avLst/>
          </a:prstGeom>
          <a:noFill/>
        </p:spPr>
        <p:txBody>
          <a:bodyPr wrap="none" rtlCol="0">
            <a:spAutoFit/>
          </a:bodyPr>
          <a:lstStyle/>
          <a:p>
            <a:r>
              <a:rPr lang="ko-KR" altLang="en-US" sz="1000" b="1" dirty="0"/>
              <a:t>∨</a:t>
            </a:r>
          </a:p>
        </p:txBody>
      </p:sp>
      <p:sp>
        <p:nvSpPr>
          <p:cNvPr id="26" name="직사각형 25">
            <a:extLst>
              <a:ext uri="{FF2B5EF4-FFF2-40B4-BE49-F238E27FC236}">
                <a16:creationId xmlns:a16="http://schemas.microsoft.com/office/drawing/2014/main" id="{08CE1692-5B78-46E8-B737-5CAC3B04998A}"/>
              </a:ext>
            </a:extLst>
          </p:cNvPr>
          <p:cNvSpPr/>
          <p:nvPr userDrawn="1"/>
        </p:nvSpPr>
        <p:spPr>
          <a:xfrm>
            <a:off x="41208" y="429370"/>
            <a:ext cx="1304991"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 name="TextBox 26">
            <a:extLst>
              <a:ext uri="{FF2B5EF4-FFF2-40B4-BE49-F238E27FC236}">
                <a16:creationId xmlns:a16="http://schemas.microsoft.com/office/drawing/2014/main" id="{99B9DFA9-0A75-4AC9-B41B-1372FCC51E27}"/>
              </a:ext>
            </a:extLst>
          </p:cNvPr>
          <p:cNvSpPr txBox="1"/>
          <p:nvPr userDrawn="1"/>
        </p:nvSpPr>
        <p:spPr>
          <a:xfrm>
            <a:off x="40495" y="2905534"/>
            <a:ext cx="631904" cy="215444"/>
          </a:xfrm>
          <a:prstGeom prst="rect">
            <a:avLst/>
          </a:prstGeom>
          <a:noFill/>
        </p:spPr>
        <p:txBody>
          <a:bodyPr wrap="none" rtlCol="0">
            <a:spAutoFit/>
          </a:bodyPr>
          <a:lstStyle/>
          <a:p>
            <a:r>
              <a:rPr lang="ko-KR" altLang="en-US" sz="800" b="1" dirty="0">
                <a:solidFill>
                  <a:schemeClr val="bg1">
                    <a:lumMod val="65000"/>
                  </a:schemeClr>
                </a:solidFill>
              </a:rPr>
              <a:t> 환경설정</a:t>
            </a:r>
          </a:p>
        </p:txBody>
      </p:sp>
      <p:sp>
        <p:nvSpPr>
          <p:cNvPr id="28" name="직사각형 27">
            <a:extLst>
              <a:ext uri="{FF2B5EF4-FFF2-40B4-BE49-F238E27FC236}">
                <a16:creationId xmlns:a16="http://schemas.microsoft.com/office/drawing/2014/main" id="{4BE17663-9167-4269-BD5B-48956ECE728C}"/>
              </a:ext>
            </a:extLst>
          </p:cNvPr>
          <p:cNvSpPr/>
          <p:nvPr userDrawn="1"/>
        </p:nvSpPr>
        <p:spPr>
          <a:xfrm>
            <a:off x="9271463" y="429370"/>
            <a:ext cx="840725"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 name="직사각형 28">
            <a:extLst>
              <a:ext uri="{FF2B5EF4-FFF2-40B4-BE49-F238E27FC236}">
                <a16:creationId xmlns:a16="http://schemas.microsoft.com/office/drawing/2014/main" id="{1E19D823-169E-45E3-ADAD-6FCE67A453AB}"/>
              </a:ext>
            </a:extLst>
          </p:cNvPr>
          <p:cNvSpPr/>
          <p:nvPr userDrawn="1"/>
        </p:nvSpPr>
        <p:spPr>
          <a:xfrm>
            <a:off x="9375639" y="540420"/>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0" name="직사각형 29">
            <a:extLst>
              <a:ext uri="{FF2B5EF4-FFF2-40B4-BE49-F238E27FC236}">
                <a16:creationId xmlns:a16="http://schemas.microsoft.com/office/drawing/2014/main" id="{6B88E897-4361-4732-A866-BAD46454F9E8}"/>
              </a:ext>
            </a:extLst>
          </p:cNvPr>
          <p:cNvSpPr/>
          <p:nvPr userDrawn="1"/>
        </p:nvSpPr>
        <p:spPr>
          <a:xfrm>
            <a:off x="9375639" y="847737"/>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1" name="직사각형 30">
            <a:extLst>
              <a:ext uri="{FF2B5EF4-FFF2-40B4-BE49-F238E27FC236}">
                <a16:creationId xmlns:a16="http://schemas.microsoft.com/office/drawing/2014/main" id="{5C86301C-76D3-4E20-A2BA-DB02B41E89D9}"/>
              </a:ext>
            </a:extLst>
          </p:cNvPr>
          <p:cNvSpPr/>
          <p:nvPr userDrawn="1"/>
        </p:nvSpPr>
        <p:spPr>
          <a:xfrm>
            <a:off x="9375639" y="1155054"/>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2" name="직사각형 31">
            <a:extLst>
              <a:ext uri="{FF2B5EF4-FFF2-40B4-BE49-F238E27FC236}">
                <a16:creationId xmlns:a16="http://schemas.microsoft.com/office/drawing/2014/main" id="{76CC17CD-CA28-4A0F-B1AB-D51C5AF71235}"/>
              </a:ext>
            </a:extLst>
          </p:cNvPr>
          <p:cNvSpPr/>
          <p:nvPr userDrawn="1"/>
        </p:nvSpPr>
        <p:spPr>
          <a:xfrm>
            <a:off x="9375639" y="1462371"/>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3" name="직사각형 32">
            <a:extLst>
              <a:ext uri="{FF2B5EF4-FFF2-40B4-BE49-F238E27FC236}">
                <a16:creationId xmlns:a16="http://schemas.microsoft.com/office/drawing/2014/main" id="{50B54B9F-6D4A-4C5C-8DA5-17E072D68DCD}"/>
              </a:ext>
            </a:extLst>
          </p:cNvPr>
          <p:cNvSpPr/>
          <p:nvPr userDrawn="1"/>
        </p:nvSpPr>
        <p:spPr>
          <a:xfrm>
            <a:off x="9375639" y="1769688"/>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4" name="직사각형 33">
            <a:extLst>
              <a:ext uri="{FF2B5EF4-FFF2-40B4-BE49-F238E27FC236}">
                <a16:creationId xmlns:a16="http://schemas.microsoft.com/office/drawing/2014/main" id="{9DC744D3-BC29-456E-A909-3E3F3B72248E}"/>
              </a:ext>
            </a:extLst>
          </p:cNvPr>
          <p:cNvSpPr/>
          <p:nvPr userDrawn="1"/>
        </p:nvSpPr>
        <p:spPr>
          <a:xfrm>
            <a:off x="9375639" y="2077005"/>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5" name="직사각형 34">
            <a:extLst>
              <a:ext uri="{FF2B5EF4-FFF2-40B4-BE49-F238E27FC236}">
                <a16:creationId xmlns:a16="http://schemas.microsoft.com/office/drawing/2014/main" id="{FFD99EF6-62AD-413C-826F-046BCA58FCD2}"/>
              </a:ext>
            </a:extLst>
          </p:cNvPr>
          <p:cNvSpPr/>
          <p:nvPr userDrawn="1"/>
        </p:nvSpPr>
        <p:spPr>
          <a:xfrm>
            <a:off x="9375639" y="2384322"/>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6" name="직사각형 35">
            <a:extLst>
              <a:ext uri="{FF2B5EF4-FFF2-40B4-BE49-F238E27FC236}">
                <a16:creationId xmlns:a16="http://schemas.microsoft.com/office/drawing/2014/main" id="{53FBAF2E-8570-4D2F-A94E-8E4A7F19B279}"/>
              </a:ext>
            </a:extLst>
          </p:cNvPr>
          <p:cNvSpPr/>
          <p:nvPr userDrawn="1"/>
        </p:nvSpPr>
        <p:spPr>
          <a:xfrm>
            <a:off x="9375639" y="2691639"/>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7" name="직사각형 36">
            <a:extLst>
              <a:ext uri="{FF2B5EF4-FFF2-40B4-BE49-F238E27FC236}">
                <a16:creationId xmlns:a16="http://schemas.microsoft.com/office/drawing/2014/main" id="{C0D1E501-2014-4599-8C70-C1CAACDED211}"/>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8" name="직사각형 37">
            <a:extLst>
              <a:ext uri="{FF2B5EF4-FFF2-40B4-BE49-F238E27FC236}">
                <a16:creationId xmlns:a16="http://schemas.microsoft.com/office/drawing/2014/main" id="{AD7C0C13-F9FC-4B35-9363-6F2E2358F972}"/>
              </a:ext>
            </a:extLst>
          </p:cNvPr>
          <p:cNvSpPr/>
          <p:nvPr userDrawn="1"/>
        </p:nvSpPr>
        <p:spPr>
          <a:xfrm>
            <a:off x="1414854" y="48500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39" name="직사각형 38">
            <a:extLst>
              <a:ext uri="{FF2B5EF4-FFF2-40B4-BE49-F238E27FC236}">
                <a16:creationId xmlns:a16="http://schemas.microsoft.com/office/drawing/2014/main" id="{F5AA71F3-D427-413A-8E6C-874E907EAF95}"/>
              </a:ext>
            </a:extLst>
          </p:cNvPr>
          <p:cNvSpPr/>
          <p:nvPr userDrawn="1"/>
        </p:nvSpPr>
        <p:spPr>
          <a:xfrm>
            <a:off x="7202350" y="493535"/>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
        <p:nvSpPr>
          <p:cNvPr id="45" name="TextBox 44">
            <a:extLst>
              <a:ext uri="{FF2B5EF4-FFF2-40B4-BE49-F238E27FC236}">
                <a16:creationId xmlns:a16="http://schemas.microsoft.com/office/drawing/2014/main" id="{7B79A77C-968C-4AC2-91FD-E7CF7D0FB9EF}"/>
              </a:ext>
            </a:extLst>
          </p:cNvPr>
          <p:cNvSpPr txBox="1"/>
          <p:nvPr userDrawn="1"/>
        </p:nvSpPr>
        <p:spPr>
          <a:xfrm>
            <a:off x="1370988" y="945871"/>
            <a:ext cx="761547" cy="215444"/>
          </a:xfrm>
          <a:prstGeom prst="rect">
            <a:avLst/>
          </a:prstGeom>
          <a:noFill/>
        </p:spPr>
        <p:txBody>
          <a:bodyPr wrap="square" rtlCol="0">
            <a:spAutoFit/>
          </a:bodyPr>
          <a:lstStyle/>
          <a:p>
            <a:r>
              <a:rPr lang="ko-KR" altLang="en-US" sz="800" dirty="0"/>
              <a:t>총 </a:t>
            </a:r>
            <a:r>
              <a:rPr lang="en-US" altLang="ko-KR" sz="800" dirty="0"/>
              <a:t>00</a:t>
            </a:r>
            <a:r>
              <a:rPr lang="ko-KR" altLang="en-US" sz="800" dirty="0"/>
              <a:t>건</a:t>
            </a:r>
          </a:p>
        </p:txBody>
      </p:sp>
      <p:sp>
        <p:nvSpPr>
          <p:cNvPr id="51" name="직사각형 50">
            <a:extLst>
              <a:ext uri="{FF2B5EF4-FFF2-40B4-BE49-F238E27FC236}">
                <a16:creationId xmlns:a16="http://schemas.microsoft.com/office/drawing/2014/main" id="{AECB9A8D-0C1F-49FC-AD4E-FFB26146CCEB}"/>
              </a:ext>
            </a:extLst>
          </p:cNvPr>
          <p:cNvSpPr/>
          <p:nvPr userDrawn="1"/>
        </p:nvSpPr>
        <p:spPr>
          <a:xfrm>
            <a:off x="8052938" y="869949"/>
            <a:ext cx="1157388"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배송비 등록</a:t>
            </a:r>
            <a:endParaRPr lang="en-US" altLang="ko-KR" sz="800" dirty="0">
              <a:solidFill>
                <a:schemeClr val="bg1"/>
              </a:solidFill>
            </a:endParaRPr>
          </a:p>
        </p:txBody>
      </p:sp>
      <p:graphicFrame>
        <p:nvGraphicFramePr>
          <p:cNvPr id="101" name="표 100">
            <a:extLst>
              <a:ext uri="{FF2B5EF4-FFF2-40B4-BE49-F238E27FC236}">
                <a16:creationId xmlns:a16="http://schemas.microsoft.com/office/drawing/2014/main" id="{35C1EDB2-6E1E-4F8F-A0BB-58878482F596}"/>
              </a:ext>
            </a:extLst>
          </p:cNvPr>
          <p:cNvGraphicFramePr>
            <a:graphicFrameLocks noGrp="1"/>
          </p:cNvGraphicFramePr>
          <p:nvPr userDrawn="1">
            <p:extLst>
              <p:ext uri="{D42A27DB-BD31-4B8C-83A1-F6EECF244321}">
                <p14:modId xmlns:p14="http://schemas.microsoft.com/office/powerpoint/2010/main" val="2883173593"/>
              </p:ext>
            </p:extLst>
          </p:nvPr>
        </p:nvGraphicFramePr>
        <p:xfrm>
          <a:off x="1394083" y="1191211"/>
          <a:ext cx="7823593" cy="2133600"/>
        </p:xfrm>
        <a:graphic>
          <a:graphicData uri="http://schemas.openxmlformats.org/drawingml/2006/table">
            <a:tbl>
              <a:tblPr firstRow="1" bandRow="1">
                <a:tableStyleId>{5C22544A-7EE6-4342-B048-85BDC9FD1C3A}</a:tableStyleId>
              </a:tblPr>
              <a:tblGrid>
                <a:gridCol w="721320">
                  <a:extLst>
                    <a:ext uri="{9D8B030D-6E8A-4147-A177-3AD203B41FA5}">
                      <a16:colId xmlns:a16="http://schemas.microsoft.com/office/drawing/2014/main" val="20000"/>
                    </a:ext>
                  </a:extLst>
                </a:gridCol>
                <a:gridCol w="491319">
                  <a:extLst>
                    <a:ext uri="{9D8B030D-6E8A-4147-A177-3AD203B41FA5}">
                      <a16:colId xmlns:a16="http://schemas.microsoft.com/office/drawing/2014/main" val="20001"/>
                    </a:ext>
                  </a:extLst>
                </a:gridCol>
                <a:gridCol w="1542197">
                  <a:extLst>
                    <a:ext uri="{9D8B030D-6E8A-4147-A177-3AD203B41FA5}">
                      <a16:colId xmlns:a16="http://schemas.microsoft.com/office/drawing/2014/main" val="20003"/>
                    </a:ext>
                  </a:extLst>
                </a:gridCol>
                <a:gridCol w="1003111">
                  <a:extLst>
                    <a:ext uri="{9D8B030D-6E8A-4147-A177-3AD203B41FA5}">
                      <a16:colId xmlns:a16="http://schemas.microsoft.com/office/drawing/2014/main" val="1113347812"/>
                    </a:ext>
                  </a:extLst>
                </a:gridCol>
                <a:gridCol w="1064525">
                  <a:extLst>
                    <a:ext uri="{9D8B030D-6E8A-4147-A177-3AD203B41FA5}">
                      <a16:colId xmlns:a16="http://schemas.microsoft.com/office/drawing/2014/main" val="4053828965"/>
                    </a:ext>
                  </a:extLst>
                </a:gridCol>
                <a:gridCol w="832514">
                  <a:extLst>
                    <a:ext uri="{9D8B030D-6E8A-4147-A177-3AD203B41FA5}">
                      <a16:colId xmlns:a16="http://schemas.microsoft.com/office/drawing/2014/main" val="20005"/>
                    </a:ext>
                  </a:extLst>
                </a:gridCol>
                <a:gridCol w="552734">
                  <a:extLst>
                    <a:ext uri="{9D8B030D-6E8A-4147-A177-3AD203B41FA5}">
                      <a16:colId xmlns:a16="http://schemas.microsoft.com/office/drawing/2014/main" val="20010"/>
                    </a:ext>
                  </a:extLst>
                </a:gridCol>
                <a:gridCol w="1615873">
                  <a:extLst>
                    <a:ext uri="{9D8B030D-6E8A-4147-A177-3AD203B41FA5}">
                      <a16:colId xmlns:a16="http://schemas.microsoft.com/office/drawing/2014/main" val="2179269706"/>
                    </a:ext>
                  </a:extLst>
                </a:gridCol>
              </a:tblGrid>
              <a:tr h="0">
                <a:tc>
                  <a:txBody>
                    <a:bodyPr/>
                    <a:lstStyle/>
                    <a:p>
                      <a:pPr algn="ctr" latinLnBrk="1"/>
                      <a:r>
                        <a:rPr lang="ko-KR" altLang="en-US" sz="800" b="0" dirty="0">
                          <a:solidFill>
                            <a:schemeClr val="tx1"/>
                          </a:solidFill>
                        </a:rPr>
                        <a:t>배송구분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err="1">
                          <a:solidFill>
                            <a:schemeClr val="tx1"/>
                          </a:solidFill>
                        </a:rPr>
                        <a:t>배송명</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err="1">
                          <a:solidFill>
                            <a:schemeClr val="tx1"/>
                          </a:solidFill>
                        </a:rPr>
                        <a:t>지정택배사</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배송비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배송비 결제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err="1">
                          <a:solidFill>
                            <a:schemeClr val="tx1"/>
                          </a:solidFill>
                        </a:rPr>
                        <a:t>상품수</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관리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ko-KR" altLang="en-US" sz="800" b="0" dirty="0">
                          <a:solidFill>
                            <a:schemeClr val="tx1"/>
                          </a:solidFill>
                        </a:rPr>
                        <a:t>기본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사용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기본배송비</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자체배송</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무료 배송</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선결제</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ko-KR" altLang="en-US" sz="800" b="0" dirty="0">
                          <a:solidFill>
                            <a:schemeClr val="tx1"/>
                          </a:solidFill>
                        </a:rPr>
                        <a:t>사용자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사용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조건배송비</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한진택배</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무료 배송</a:t>
                      </a:r>
                      <a:r>
                        <a:rPr lang="en-US" altLang="ko-KR" sz="800" b="0" dirty="0">
                          <a:solidFill>
                            <a:schemeClr val="tx1"/>
                          </a:solidFill>
                        </a:rPr>
                        <a:t>(</a:t>
                      </a:r>
                      <a:r>
                        <a:rPr lang="ko-KR" altLang="en-US" sz="800" b="0" dirty="0">
                          <a:solidFill>
                            <a:schemeClr val="tx1"/>
                          </a:solidFill>
                        </a:rPr>
                        <a:t>조건부</a:t>
                      </a:r>
                      <a:r>
                        <a:rPr lang="en-US" altLang="ko-KR" sz="800" b="0"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착불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ko-KR" altLang="en-US" sz="800" b="0" dirty="0">
                          <a:solidFill>
                            <a:schemeClr val="tx1"/>
                          </a:solidFill>
                        </a:rPr>
                        <a:t>사용자</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중지</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고정배송비</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우체국택배</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고정 배송비</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선결제</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algn="ctr" latinLnBrk="1"/>
                      <a:r>
                        <a:rPr lang="ko-KR" altLang="en-US" sz="800" b="0" dirty="0">
                          <a:solidFill>
                            <a:schemeClr val="tx1"/>
                          </a:solidFill>
                        </a:rPr>
                        <a:t>사용자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사용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조건배송비</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한진택배</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무료 배송</a:t>
                      </a:r>
                      <a:r>
                        <a:rPr lang="en-US" altLang="ko-KR" sz="800" b="0" dirty="0">
                          <a:solidFill>
                            <a:schemeClr val="tx1"/>
                          </a:solidFill>
                        </a:rPr>
                        <a:t>(</a:t>
                      </a:r>
                      <a:r>
                        <a:rPr lang="ko-KR" altLang="en-US" sz="800" b="0" dirty="0">
                          <a:solidFill>
                            <a:schemeClr val="tx1"/>
                          </a:solidFill>
                        </a:rPr>
                        <a:t>조건부</a:t>
                      </a:r>
                      <a:r>
                        <a:rPr lang="en-US" altLang="ko-KR" sz="800" b="0"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착불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295892757"/>
                  </a:ext>
                </a:extLst>
              </a:tr>
              <a:tr h="0">
                <a:tc>
                  <a:txBody>
                    <a:bodyPr/>
                    <a:lstStyle/>
                    <a:p>
                      <a:pPr algn="ctr" latinLnBrk="1"/>
                      <a:r>
                        <a:rPr lang="ko-KR" altLang="en-US" sz="800" b="0" dirty="0">
                          <a:solidFill>
                            <a:schemeClr val="tx1"/>
                          </a:solidFill>
                        </a:rPr>
                        <a:t>사용자</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중지</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고정배송비</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우체국택배</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고정 배송비</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선결제</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946259608"/>
                  </a:ext>
                </a:extLst>
              </a:tr>
              <a:tr h="0">
                <a:tc>
                  <a:txBody>
                    <a:bodyPr/>
                    <a:lstStyle/>
                    <a:p>
                      <a:pPr algn="ctr" latinLnBrk="1"/>
                      <a:r>
                        <a:rPr lang="ko-KR" altLang="en-US" sz="800" b="0" dirty="0">
                          <a:solidFill>
                            <a:schemeClr val="tx1"/>
                          </a:solidFill>
                        </a:rPr>
                        <a:t>사용자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사용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조건배송비</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한진택배</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무료 배송</a:t>
                      </a:r>
                      <a:r>
                        <a:rPr lang="en-US" altLang="ko-KR" sz="800" b="0" dirty="0">
                          <a:solidFill>
                            <a:schemeClr val="tx1"/>
                          </a:solidFill>
                        </a:rPr>
                        <a:t>(</a:t>
                      </a:r>
                      <a:r>
                        <a:rPr lang="ko-KR" altLang="en-US" sz="800" b="0" dirty="0">
                          <a:solidFill>
                            <a:schemeClr val="tx1"/>
                          </a:solidFill>
                        </a:rPr>
                        <a:t>조건부</a:t>
                      </a:r>
                      <a:r>
                        <a:rPr lang="en-US" altLang="ko-KR" sz="800" b="0"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착불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7784164"/>
                  </a:ext>
                </a:extLst>
              </a:tr>
              <a:tr h="0">
                <a:tc>
                  <a:txBody>
                    <a:bodyPr/>
                    <a:lstStyle/>
                    <a:p>
                      <a:pPr algn="ctr" latinLnBrk="1"/>
                      <a:r>
                        <a:rPr lang="ko-KR" altLang="en-US" sz="800" b="0" dirty="0">
                          <a:solidFill>
                            <a:schemeClr val="tx1"/>
                          </a:solidFill>
                        </a:rPr>
                        <a:t>사용자</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중지</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고정배송비</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우체국택배</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고정 배송비</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선결제</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894539640"/>
                  </a:ext>
                </a:extLst>
              </a:tr>
              <a:tr h="0">
                <a:tc>
                  <a:txBody>
                    <a:bodyPr/>
                    <a:lstStyle/>
                    <a:p>
                      <a:pPr algn="ctr" latinLnBrk="1"/>
                      <a:r>
                        <a:rPr lang="ko-KR" altLang="en-US" sz="800" b="0" dirty="0">
                          <a:solidFill>
                            <a:schemeClr val="tx1"/>
                          </a:solidFill>
                        </a:rPr>
                        <a:t>사용자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사용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조건배송비</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한진택배</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무료 배송</a:t>
                      </a:r>
                      <a:r>
                        <a:rPr lang="en-US" altLang="ko-KR" sz="800" b="0" dirty="0">
                          <a:solidFill>
                            <a:schemeClr val="tx1"/>
                          </a:solidFill>
                        </a:rPr>
                        <a:t>(</a:t>
                      </a:r>
                      <a:r>
                        <a:rPr lang="ko-KR" altLang="en-US" sz="800" b="0" dirty="0">
                          <a:solidFill>
                            <a:schemeClr val="tx1"/>
                          </a:solidFill>
                        </a:rPr>
                        <a:t>조건부</a:t>
                      </a:r>
                      <a:r>
                        <a:rPr lang="en-US" altLang="ko-KR" sz="800" b="0"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착불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56242479"/>
                  </a:ext>
                </a:extLst>
              </a:tr>
              <a:tr h="0">
                <a:tc>
                  <a:txBody>
                    <a:bodyPr/>
                    <a:lstStyle/>
                    <a:p>
                      <a:pPr algn="ctr" latinLnBrk="1"/>
                      <a:r>
                        <a:rPr lang="ko-KR" altLang="en-US" sz="800" b="0" dirty="0">
                          <a:solidFill>
                            <a:schemeClr val="tx1"/>
                          </a:solidFill>
                        </a:rPr>
                        <a:t>사용자</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중지</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고정배송비</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우체국택배</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고정 배송비</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선결제</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67065392"/>
                  </a:ext>
                </a:extLst>
              </a:tr>
            </a:tbl>
          </a:graphicData>
        </a:graphic>
      </p:graphicFrame>
      <p:sp>
        <p:nvSpPr>
          <p:cNvPr id="135" name="직사각형 134">
            <a:extLst>
              <a:ext uri="{FF2B5EF4-FFF2-40B4-BE49-F238E27FC236}">
                <a16:creationId xmlns:a16="http://schemas.microsoft.com/office/drawing/2014/main" id="{DE5C453C-4BCF-4260-8840-C03BE75602A5}"/>
              </a:ext>
            </a:extLst>
          </p:cNvPr>
          <p:cNvSpPr/>
          <p:nvPr userDrawn="1"/>
        </p:nvSpPr>
        <p:spPr>
          <a:xfrm>
            <a:off x="8815987" y="1463282"/>
            <a:ext cx="351299" cy="10669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136" name="직사각형 135">
            <a:extLst>
              <a:ext uri="{FF2B5EF4-FFF2-40B4-BE49-F238E27FC236}">
                <a16:creationId xmlns:a16="http://schemas.microsoft.com/office/drawing/2014/main" id="{821C432A-2AC7-4205-B0C9-F5336217248B}"/>
              </a:ext>
            </a:extLst>
          </p:cNvPr>
          <p:cNvSpPr/>
          <p:nvPr userDrawn="1"/>
        </p:nvSpPr>
        <p:spPr>
          <a:xfrm>
            <a:off x="8431079" y="1466836"/>
            <a:ext cx="341530" cy="106693"/>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137" name="직사각형 136">
            <a:extLst>
              <a:ext uri="{FF2B5EF4-FFF2-40B4-BE49-F238E27FC236}">
                <a16:creationId xmlns:a16="http://schemas.microsoft.com/office/drawing/2014/main" id="{8062A864-DD11-4021-85C8-11A6E3BB91CF}"/>
              </a:ext>
            </a:extLst>
          </p:cNvPr>
          <p:cNvSpPr/>
          <p:nvPr userDrawn="1"/>
        </p:nvSpPr>
        <p:spPr>
          <a:xfrm>
            <a:off x="8052249" y="1460932"/>
            <a:ext cx="341530" cy="106693"/>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복사</a:t>
            </a:r>
            <a:endParaRPr lang="en-US" altLang="ko-KR" sz="600" dirty="0">
              <a:solidFill>
                <a:schemeClr val="bg1"/>
              </a:solidFill>
            </a:endParaRPr>
          </a:p>
        </p:txBody>
      </p:sp>
      <p:sp>
        <p:nvSpPr>
          <p:cNvPr id="144" name="직사각형 143">
            <a:extLst>
              <a:ext uri="{FF2B5EF4-FFF2-40B4-BE49-F238E27FC236}">
                <a16:creationId xmlns:a16="http://schemas.microsoft.com/office/drawing/2014/main" id="{904BDCB9-A013-47E8-A773-915C99CAD910}"/>
              </a:ext>
            </a:extLst>
          </p:cNvPr>
          <p:cNvSpPr/>
          <p:nvPr userDrawn="1"/>
        </p:nvSpPr>
        <p:spPr>
          <a:xfrm>
            <a:off x="7667723" y="1460932"/>
            <a:ext cx="341530" cy="106693"/>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95" name="직사각형 94">
            <a:extLst>
              <a:ext uri="{FF2B5EF4-FFF2-40B4-BE49-F238E27FC236}">
                <a16:creationId xmlns:a16="http://schemas.microsoft.com/office/drawing/2014/main" id="{A6003AD7-A95E-42AD-B37D-042797B86253}"/>
              </a:ext>
            </a:extLst>
          </p:cNvPr>
          <p:cNvSpPr/>
          <p:nvPr userDrawn="1"/>
        </p:nvSpPr>
        <p:spPr>
          <a:xfrm>
            <a:off x="8815987" y="1675585"/>
            <a:ext cx="351299" cy="10669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96" name="직사각형 95">
            <a:extLst>
              <a:ext uri="{FF2B5EF4-FFF2-40B4-BE49-F238E27FC236}">
                <a16:creationId xmlns:a16="http://schemas.microsoft.com/office/drawing/2014/main" id="{CEBDD02A-C1A6-4098-8E14-95186E754D91}"/>
              </a:ext>
            </a:extLst>
          </p:cNvPr>
          <p:cNvSpPr/>
          <p:nvPr userDrawn="1"/>
        </p:nvSpPr>
        <p:spPr>
          <a:xfrm>
            <a:off x="8431079" y="1679139"/>
            <a:ext cx="341530" cy="106693"/>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97" name="직사각형 96">
            <a:extLst>
              <a:ext uri="{FF2B5EF4-FFF2-40B4-BE49-F238E27FC236}">
                <a16:creationId xmlns:a16="http://schemas.microsoft.com/office/drawing/2014/main" id="{16B8DD24-A3D6-4AF7-815B-3787F17F54A7}"/>
              </a:ext>
            </a:extLst>
          </p:cNvPr>
          <p:cNvSpPr/>
          <p:nvPr userDrawn="1"/>
        </p:nvSpPr>
        <p:spPr>
          <a:xfrm>
            <a:off x="8052249" y="1673235"/>
            <a:ext cx="341530" cy="106693"/>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복사</a:t>
            </a:r>
            <a:endParaRPr lang="en-US" altLang="ko-KR" sz="600" dirty="0">
              <a:solidFill>
                <a:schemeClr val="bg1"/>
              </a:solidFill>
            </a:endParaRPr>
          </a:p>
        </p:txBody>
      </p:sp>
      <p:sp>
        <p:nvSpPr>
          <p:cNvPr id="98" name="직사각형 97">
            <a:extLst>
              <a:ext uri="{FF2B5EF4-FFF2-40B4-BE49-F238E27FC236}">
                <a16:creationId xmlns:a16="http://schemas.microsoft.com/office/drawing/2014/main" id="{7F60E62D-7259-4BFC-A952-630116C3C62D}"/>
              </a:ext>
            </a:extLst>
          </p:cNvPr>
          <p:cNvSpPr/>
          <p:nvPr userDrawn="1"/>
        </p:nvSpPr>
        <p:spPr>
          <a:xfrm>
            <a:off x="7667723" y="1673235"/>
            <a:ext cx="341530" cy="106693"/>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99" name="직사각형 98">
            <a:extLst>
              <a:ext uri="{FF2B5EF4-FFF2-40B4-BE49-F238E27FC236}">
                <a16:creationId xmlns:a16="http://schemas.microsoft.com/office/drawing/2014/main" id="{7E925035-F62A-41B6-BE0A-838EA7424D60}"/>
              </a:ext>
            </a:extLst>
          </p:cNvPr>
          <p:cNvSpPr/>
          <p:nvPr userDrawn="1"/>
        </p:nvSpPr>
        <p:spPr>
          <a:xfrm>
            <a:off x="8815987" y="1873442"/>
            <a:ext cx="351299" cy="10669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100" name="직사각형 99">
            <a:extLst>
              <a:ext uri="{FF2B5EF4-FFF2-40B4-BE49-F238E27FC236}">
                <a16:creationId xmlns:a16="http://schemas.microsoft.com/office/drawing/2014/main" id="{F5EBE048-A9F4-4846-BD4A-5DE2A376E4A1}"/>
              </a:ext>
            </a:extLst>
          </p:cNvPr>
          <p:cNvSpPr/>
          <p:nvPr userDrawn="1"/>
        </p:nvSpPr>
        <p:spPr>
          <a:xfrm>
            <a:off x="8431079" y="1876996"/>
            <a:ext cx="341530" cy="106693"/>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146" name="직사각형 145">
            <a:extLst>
              <a:ext uri="{FF2B5EF4-FFF2-40B4-BE49-F238E27FC236}">
                <a16:creationId xmlns:a16="http://schemas.microsoft.com/office/drawing/2014/main" id="{4437BF69-3B36-4A13-ABCC-888D56300BD6}"/>
              </a:ext>
            </a:extLst>
          </p:cNvPr>
          <p:cNvSpPr/>
          <p:nvPr userDrawn="1"/>
        </p:nvSpPr>
        <p:spPr>
          <a:xfrm>
            <a:off x="8052249" y="1871092"/>
            <a:ext cx="341530" cy="106693"/>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복사</a:t>
            </a:r>
            <a:endParaRPr lang="en-US" altLang="ko-KR" sz="600" dirty="0">
              <a:solidFill>
                <a:schemeClr val="bg1"/>
              </a:solidFill>
            </a:endParaRPr>
          </a:p>
        </p:txBody>
      </p:sp>
      <p:sp>
        <p:nvSpPr>
          <p:cNvPr id="147" name="직사각형 146">
            <a:extLst>
              <a:ext uri="{FF2B5EF4-FFF2-40B4-BE49-F238E27FC236}">
                <a16:creationId xmlns:a16="http://schemas.microsoft.com/office/drawing/2014/main" id="{D5FF3F16-F780-414F-A417-B85B0079C97A}"/>
              </a:ext>
            </a:extLst>
          </p:cNvPr>
          <p:cNvSpPr/>
          <p:nvPr userDrawn="1"/>
        </p:nvSpPr>
        <p:spPr>
          <a:xfrm>
            <a:off x="7667723" y="1871092"/>
            <a:ext cx="341530" cy="106693"/>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148" name="직사각형 147">
            <a:extLst>
              <a:ext uri="{FF2B5EF4-FFF2-40B4-BE49-F238E27FC236}">
                <a16:creationId xmlns:a16="http://schemas.microsoft.com/office/drawing/2014/main" id="{1625EAA4-E222-4040-9F2D-A83CCFDBA3C9}"/>
              </a:ext>
            </a:extLst>
          </p:cNvPr>
          <p:cNvSpPr/>
          <p:nvPr userDrawn="1"/>
        </p:nvSpPr>
        <p:spPr>
          <a:xfrm>
            <a:off x="8815987" y="2092551"/>
            <a:ext cx="351299" cy="10669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149" name="직사각형 148">
            <a:extLst>
              <a:ext uri="{FF2B5EF4-FFF2-40B4-BE49-F238E27FC236}">
                <a16:creationId xmlns:a16="http://schemas.microsoft.com/office/drawing/2014/main" id="{AF2A86E7-3F2D-4609-8ADC-FE9DE41F014C}"/>
              </a:ext>
            </a:extLst>
          </p:cNvPr>
          <p:cNvSpPr/>
          <p:nvPr userDrawn="1"/>
        </p:nvSpPr>
        <p:spPr>
          <a:xfrm>
            <a:off x="8431079" y="2096105"/>
            <a:ext cx="341530" cy="106693"/>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150" name="직사각형 149">
            <a:extLst>
              <a:ext uri="{FF2B5EF4-FFF2-40B4-BE49-F238E27FC236}">
                <a16:creationId xmlns:a16="http://schemas.microsoft.com/office/drawing/2014/main" id="{07C23A5D-6D1E-4FFA-B88C-FF0F1BFE44E7}"/>
              </a:ext>
            </a:extLst>
          </p:cNvPr>
          <p:cNvSpPr/>
          <p:nvPr userDrawn="1"/>
        </p:nvSpPr>
        <p:spPr>
          <a:xfrm>
            <a:off x="8052249" y="2090201"/>
            <a:ext cx="341530" cy="106693"/>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복사</a:t>
            </a:r>
            <a:endParaRPr lang="en-US" altLang="ko-KR" sz="600" dirty="0">
              <a:solidFill>
                <a:schemeClr val="bg1"/>
              </a:solidFill>
            </a:endParaRPr>
          </a:p>
        </p:txBody>
      </p:sp>
      <p:sp>
        <p:nvSpPr>
          <p:cNvPr id="151" name="직사각형 150">
            <a:extLst>
              <a:ext uri="{FF2B5EF4-FFF2-40B4-BE49-F238E27FC236}">
                <a16:creationId xmlns:a16="http://schemas.microsoft.com/office/drawing/2014/main" id="{7472587C-3C8F-4091-BC9A-F88BF00C2403}"/>
              </a:ext>
            </a:extLst>
          </p:cNvPr>
          <p:cNvSpPr/>
          <p:nvPr userDrawn="1"/>
        </p:nvSpPr>
        <p:spPr>
          <a:xfrm>
            <a:off x="7667723" y="2090201"/>
            <a:ext cx="341530" cy="106693"/>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152" name="직사각형 151">
            <a:extLst>
              <a:ext uri="{FF2B5EF4-FFF2-40B4-BE49-F238E27FC236}">
                <a16:creationId xmlns:a16="http://schemas.microsoft.com/office/drawing/2014/main" id="{629AD1AA-E87F-4F50-BD98-4D124333E15B}"/>
              </a:ext>
            </a:extLst>
          </p:cNvPr>
          <p:cNvSpPr/>
          <p:nvPr userDrawn="1"/>
        </p:nvSpPr>
        <p:spPr>
          <a:xfrm>
            <a:off x="8815987" y="2314744"/>
            <a:ext cx="351299" cy="10669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153" name="직사각형 152">
            <a:extLst>
              <a:ext uri="{FF2B5EF4-FFF2-40B4-BE49-F238E27FC236}">
                <a16:creationId xmlns:a16="http://schemas.microsoft.com/office/drawing/2014/main" id="{AA4AD826-BA43-4DA0-A967-87F81DACAF08}"/>
              </a:ext>
            </a:extLst>
          </p:cNvPr>
          <p:cNvSpPr/>
          <p:nvPr userDrawn="1"/>
        </p:nvSpPr>
        <p:spPr>
          <a:xfrm>
            <a:off x="8431079" y="2318298"/>
            <a:ext cx="341530" cy="106693"/>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154" name="직사각형 153">
            <a:extLst>
              <a:ext uri="{FF2B5EF4-FFF2-40B4-BE49-F238E27FC236}">
                <a16:creationId xmlns:a16="http://schemas.microsoft.com/office/drawing/2014/main" id="{B3805B21-656E-4034-AF53-E45919138F6E}"/>
              </a:ext>
            </a:extLst>
          </p:cNvPr>
          <p:cNvSpPr/>
          <p:nvPr userDrawn="1"/>
        </p:nvSpPr>
        <p:spPr>
          <a:xfrm>
            <a:off x="8052249" y="2312394"/>
            <a:ext cx="341530" cy="106693"/>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복사</a:t>
            </a:r>
            <a:endParaRPr lang="en-US" altLang="ko-KR" sz="600" dirty="0">
              <a:solidFill>
                <a:schemeClr val="bg1"/>
              </a:solidFill>
            </a:endParaRPr>
          </a:p>
        </p:txBody>
      </p:sp>
      <p:sp>
        <p:nvSpPr>
          <p:cNvPr id="155" name="직사각형 154">
            <a:extLst>
              <a:ext uri="{FF2B5EF4-FFF2-40B4-BE49-F238E27FC236}">
                <a16:creationId xmlns:a16="http://schemas.microsoft.com/office/drawing/2014/main" id="{78457D90-3876-4899-9A47-1A5DA44001D3}"/>
              </a:ext>
            </a:extLst>
          </p:cNvPr>
          <p:cNvSpPr/>
          <p:nvPr userDrawn="1"/>
        </p:nvSpPr>
        <p:spPr>
          <a:xfrm>
            <a:off x="7667723" y="2312394"/>
            <a:ext cx="341530" cy="106693"/>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156" name="직사각형 155">
            <a:extLst>
              <a:ext uri="{FF2B5EF4-FFF2-40B4-BE49-F238E27FC236}">
                <a16:creationId xmlns:a16="http://schemas.microsoft.com/office/drawing/2014/main" id="{B7B0FF61-ACB6-49D9-8352-7C90A6818053}"/>
              </a:ext>
            </a:extLst>
          </p:cNvPr>
          <p:cNvSpPr/>
          <p:nvPr userDrawn="1"/>
        </p:nvSpPr>
        <p:spPr>
          <a:xfrm>
            <a:off x="8815987" y="2533341"/>
            <a:ext cx="351299" cy="10669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157" name="직사각형 156">
            <a:extLst>
              <a:ext uri="{FF2B5EF4-FFF2-40B4-BE49-F238E27FC236}">
                <a16:creationId xmlns:a16="http://schemas.microsoft.com/office/drawing/2014/main" id="{900C4BA6-7612-49E7-9E70-7A4B9B897813}"/>
              </a:ext>
            </a:extLst>
          </p:cNvPr>
          <p:cNvSpPr/>
          <p:nvPr userDrawn="1"/>
        </p:nvSpPr>
        <p:spPr>
          <a:xfrm>
            <a:off x="8431079" y="2536895"/>
            <a:ext cx="341530" cy="106693"/>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158" name="직사각형 157">
            <a:extLst>
              <a:ext uri="{FF2B5EF4-FFF2-40B4-BE49-F238E27FC236}">
                <a16:creationId xmlns:a16="http://schemas.microsoft.com/office/drawing/2014/main" id="{925CEF41-78E3-4CC9-B6EE-D605B3108E23}"/>
              </a:ext>
            </a:extLst>
          </p:cNvPr>
          <p:cNvSpPr/>
          <p:nvPr userDrawn="1"/>
        </p:nvSpPr>
        <p:spPr>
          <a:xfrm>
            <a:off x="8052249" y="2530991"/>
            <a:ext cx="341530" cy="106693"/>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복사</a:t>
            </a:r>
            <a:endParaRPr lang="en-US" altLang="ko-KR" sz="600" dirty="0">
              <a:solidFill>
                <a:schemeClr val="bg1"/>
              </a:solidFill>
            </a:endParaRPr>
          </a:p>
        </p:txBody>
      </p:sp>
      <p:sp>
        <p:nvSpPr>
          <p:cNvPr id="159" name="직사각형 158">
            <a:extLst>
              <a:ext uri="{FF2B5EF4-FFF2-40B4-BE49-F238E27FC236}">
                <a16:creationId xmlns:a16="http://schemas.microsoft.com/office/drawing/2014/main" id="{B96A49E7-84AE-485F-AF2C-1647B051FEC9}"/>
              </a:ext>
            </a:extLst>
          </p:cNvPr>
          <p:cNvSpPr/>
          <p:nvPr userDrawn="1"/>
        </p:nvSpPr>
        <p:spPr>
          <a:xfrm>
            <a:off x="7667723" y="2530991"/>
            <a:ext cx="341530" cy="106693"/>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160" name="직사각형 159">
            <a:extLst>
              <a:ext uri="{FF2B5EF4-FFF2-40B4-BE49-F238E27FC236}">
                <a16:creationId xmlns:a16="http://schemas.microsoft.com/office/drawing/2014/main" id="{06D269BE-377F-4437-B609-E90788BED8E6}"/>
              </a:ext>
            </a:extLst>
          </p:cNvPr>
          <p:cNvSpPr/>
          <p:nvPr userDrawn="1"/>
        </p:nvSpPr>
        <p:spPr>
          <a:xfrm>
            <a:off x="8815987" y="2729589"/>
            <a:ext cx="351299" cy="10669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161" name="직사각형 160">
            <a:extLst>
              <a:ext uri="{FF2B5EF4-FFF2-40B4-BE49-F238E27FC236}">
                <a16:creationId xmlns:a16="http://schemas.microsoft.com/office/drawing/2014/main" id="{79EFC92F-1CA3-498C-AA3B-6D7E52EB20DF}"/>
              </a:ext>
            </a:extLst>
          </p:cNvPr>
          <p:cNvSpPr/>
          <p:nvPr userDrawn="1"/>
        </p:nvSpPr>
        <p:spPr>
          <a:xfrm>
            <a:off x="8431079" y="2733143"/>
            <a:ext cx="341530" cy="106693"/>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162" name="직사각형 161">
            <a:extLst>
              <a:ext uri="{FF2B5EF4-FFF2-40B4-BE49-F238E27FC236}">
                <a16:creationId xmlns:a16="http://schemas.microsoft.com/office/drawing/2014/main" id="{4FA7535C-4F38-4BFC-A758-A15F9EBA9BA4}"/>
              </a:ext>
            </a:extLst>
          </p:cNvPr>
          <p:cNvSpPr/>
          <p:nvPr userDrawn="1"/>
        </p:nvSpPr>
        <p:spPr>
          <a:xfrm>
            <a:off x="8052249" y="2727239"/>
            <a:ext cx="341530" cy="106693"/>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복사</a:t>
            </a:r>
            <a:endParaRPr lang="en-US" altLang="ko-KR" sz="600" dirty="0">
              <a:solidFill>
                <a:schemeClr val="bg1"/>
              </a:solidFill>
            </a:endParaRPr>
          </a:p>
        </p:txBody>
      </p:sp>
      <p:sp>
        <p:nvSpPr>
          <p:cNvPr id="163" name="직사각형 162">
            <a:extLst>
              <a:ext uri="{FF2B5EF4-FFF2-40B4-BE49-F238E27FC236}">
                <a16:creationId xmlns:a16="http://schemas.microsoft.com/office/drawing/2014/main" id="{1A3D9072-86A8-4EA7-BB2A-1134B458E1E9}"/>
              </a:ext>
            </a:extLst>
          </p:cNvPr>
          <p:cNvSpPr/>
          <p:nvPr userDrawn="1"/>
        </p:nvSpPr>
        <p:spPr>
          <a:xfrm>
            <a:off x="7667723" y="2727239"/>
            <a:ext cx="341530" cy="106693"/>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164" name="직사각형 163">
            <a:extLst>
              <a:ext uri="{FF2B5EF4-FFF2-40B4-BE49-F238E27FC236}">
                <a16:creationId xmlns:a16="http://schemas.microsoft.com/office/drawing/2014/main" id="{175AEB74-9F2A-41CC-A0B6-FCB4364062B9}"/>
              </a:ext>
            </a:extLst>
          </p:cNvPr>
          <p:cNvSpPr/>
          <p:nvPr userDrawn="1"/>
        </p:nvSpPr>
        <p:spPr>
          <a:xfrm>
            <a:off x="8815987" y="2951782"/>
            <a:ext cx="351299" cy="10669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165" name="직사각형 164">
            <a:extLst>
              <a:ext uri="{FF2B5EF4-FFF2-40B4-BE49-F238E27FC236}">
                <a16:creationId xmlns:a16="http://schemas.microsoft.com/office/drawing/2014/main" id="{73E41FB4-BA56-4CD0-AAA4-3F285C0EDAAE}"/>
              </a:ext>
            </a:extLst>
          </p:cNvPr>
          <p:cNvSpPr/>
          <p:nvPr userDrawn="1"/>
        </p:nvSpPr>
        <p:spPr>
          <a:xfrm>
            <a:off x="8431079" y="2955336"/>
            <a:ext cx="341530" cy="106693"/>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166" name="직사각형 165">
            <a:extLst>
              <a:ext uri="{FF2B5EF4-FFF2-40B4-BE49-F238E27FC236}">
                <a16:creationId xmlns:a16="http://schemas.microsoft.com/office/drawing/2014/main" id="{0A5A0D75-FE2B-49C4-A59E-1A36B2C9AC11}"/>
              </a:ext>
            </a:extLst>
          </p:cNvPr>
          <p:cNvSpPr/>
          <p:nvPr userDrawn="1"/>
        </p:nvSpPr>
        <p:spPr>
          <a:xfrm>
            <a:off x="8052249" y="2949432"/>
            <a:ext cx="341530" cy="106693"/>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복사</a:t>
            </a:r>
            <a:endParaRPr lang="en-US" altLang="ko-KR" sz="600" dirty="0">
              <a:solidFill>
                <a:schemeClr val="bg1"/>
              </a:solidFill>
            </a:endParaRPr>
          </a:p>
        </p:txBody>
      </p:sp>
      <p:sp>
        <p:nvSpPr>
          <p:cNvPr id="167" name="직사각형 166">
            <a:extLst>
              <a:ext uri="{FF2B5EF4-FFF2-40B4-BE49-F238E27FC236}">
                <a16:creationId xmlns:a16="http://schemas.microsoft.com/office/drawing/2014/main" id="{016794DB-6824-4332-960C-4BF7704E6994}"/>
              </a:ext>
            </a:extLst>
          </p:cNvPr>
          <p:cNvSpPr/>
          <p:nvPr userDrawn="1"/>
        </p:nvSpPr>
        <p:spPr>
          <a:xfrm>
            <a:off x="7667723" y="2949432"/>
            <a:ext cx="341530" cy="106693"/>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168" name="직사각형 167">
            <a:extLst>
              <a:ext uri="{FF2B5EF4-FFF2-40B4-BE49-F238E27FC236}">
                <a16:creationId xmlns:a16="http://schemas.microsoft.com/office/drawing/2014/main" id="{5D81661C-9DE8-4920-B8F7-E800E823AC0A}"/>
              </a:ext>
            </a:extLst>
          </p:cNvPr>
          <p:cNvSpPr/>
          <p:nvPr userDrawn="1"/>
        </p:nvSpPr>
        <p:spPr>
          <a:xfrm>
            <a:off x="8815987" y="3170379"/>
            <a:ext cx="351299" cy="10669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169" name="직사각형 168">
            <a:extLst>
              <a:ext uri="{FF2B5EF4-FFF2-40B4-BE49-F238E27FC236}">
                <a16:creationId xmlns:a16="http://schemas.microsoft.com/office/drawing/2014/main" id="{EC367C1C-C7BC-466B-AE4D-50B2E1C3C437}"/>
              </a:ext>
            </a:extLst>
          </p:cNvPr>
          <p:cNvSpPr/>
          <p:nvPr userDrawn="1"/>
        </p:nvSpPr>
        <p:spPr>
          <a:xfrm>
            <a:off x="8431079" y="3173933"/>
            <a:ext cx="341530" cy="106693"/>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170" name="직사각형 169">
            <a:extLst>
              <a:ext uri="{FF2B5EF4-FFF2-40B4-BE49-F238E27FC236}">
                <a16:creationId xmlns:a16="http://schemas.microsoft.com/office/drawing/2014/main" id="{5BB26C5E-F1CC-40CD-96CC-EECA7F4C0A54}"/>
              </a:ext>
            </a:extLst>
          </p:cNvPr>
          <p:cNvSpPr/>
          <p:nvPr userDrawn="1"/>
        </p:nvSpPr>
        <p:spPr>
          <a:xfrm>
            <a:off x="8052249" y="3168029"/>
            <a:ext cx="341530" cy="106693"/>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복사</a:t>
            </a:r>
            <a:endParaRPr lang="en-US" altLang="ko-KR" sz="600" dirty="0">
              <a:solidFill>
                <a:schemeClr val="bg1"/>
              </a:solidFill>
            </a:endParaRPr>
          </a:p>
        </p:txBody>
      </p:sp>
      <p:sp>
        <p:nvSpPr>
          <p:cNvPr id="171" name="직사각형 170">
            <a:extLst>
              <a:ext uri="{FF2B5EF4-FFF2-40B4-BE49-F238E27FC236}">
                <a16:creationId xmlns:a16="http://schemas.microsoft.com/office/drawing/2014/main" id="{BF0FFD14-E198-471C-85B3-EF8EC41761F3}"/>
              </a:ext>
            </a:extLst>
          </p:cNvPr>
          <p:cNvSpPr/>
          <p:nvPr userDrawn="1"/>
        </p:nvSpPr>
        <p:spPr>
          <a:xfrm>
            <a:off x="7667723" y="3168029"/>
            <a:ext cx="341530" cy="106693"/>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pic>
        <p:nvPicPr>
          <p:cNvPr id="172" name="Picture 2">
            <a:extLst>
              <a:ext uri="{FF2B5EF4-FFF2-40B4-BE49-F238E27FC236}">
                <a16:creationId xmlns:a16="http://schemas.microsoft.com/office/drawing/2014/main" id="{1F8E4F6A-1C08-412A-8315-0EBB2B974FB2}"/>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081897" y="3885982"/>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343800348"/>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11_사용자 지정 레이아웃">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2B61912A-4581-497A-AFEC-34564CD4C874}"/>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1BF09F1F-2548-4830-A1BC-2C01F078318A}"/>
              </a:ext>
            </a:extLst>
          </p:cNvPr>
          <p:cNvSpPr/>
          <p:nvPr userDrawn="1"/>
        </p:nvSpPr>
        <p:spPr>
          <a:xfrm>
            <a:off x="41208" y="34272"/>
            <a:ext cx="10071693" cy="39509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5" name="그룹 4">
            <a:extLst>
              <a:ext uri="{FF2B5EF4-FFF2-40B4-BE49-F238E27FC236}">
                <a16:creationId xmlns:a16="http://schemas.microsoft.com/office/drawing/2014/main" id="{393096D6-C0DA-46EA-96E6-783BE72ACFF0}"/>
              </a:ext>
            </a:extLst>
          </p:cNvPr>
          <p:cNvGrpSpPr/>
          <p:nvPr userDrawn="1"/>
        </p:nvGrpSpPr>
        <p:grpSpPr>
          <a:xfrm>
            <a:off x="118741" y="94475"/>
            <a:ext cx="1148071" cy="273280"/>
            <a:chOff x="2843808" y="1955121"/>
            <a:chExt cx="1674813" cy="596970"/>
          </a:xfrm>
          <a:solidFill>
            <a:schemeClr val="bg1">
              <a:lumMod val="95000"/>
            </a:schemeClr>
          </a:solidFill>
        </p:grpSpPr>
        <p:sp>
          <p:nvSpPr>
            <p:cNvPr id="6" name="Border">
              <a:extLst>
                <a:ext uri="{FF2B5EF4-FFF2-40B4-BE49-F238E27FC236}">
                  <a16:creationId xmlns:a16="http://schemas.microsoft.com/office/drawing/2014/main" id="{41C061F3-3633-4C7E-B781-EB2F5990C6DA}"/>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 name="Line 2">
              <a:extLst>
                <a:ext uri="{FF2B5EF4-FFF2-40B4-BE49-F238E27FC236}">
                  <a16:creationId xmlns:a16="http://schemas.microsoft.com/office/drawing/2014/main" id="{D26769DF-3186-464D-8875-01067ED6E26B}"/>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1">
              <a:extLst>
                <a:ext uri="{FF2B5EF4-FFF2-40B4-BE49-F238E27FC236}">
                  <a16:creationId xmlns:a16="http://schemas.microsoft.com/office/drawing/2014/main" id="{097158C3-C16F-40AF-BA65-62A9F900A99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TextBox 8">
              <a:extLst>
                <a:ext uri="{FF2B5EF4-FFF2-40B4-BE49-F238E27FC236}">
                  <a16:creationId xmlns:a16="http://schemas.microsoft.com/office/drawing/2014/main" id="{0B230D91-3B9E-4B51-8EEF-7546E0F98345}"/>
                </a:ext>
              </a:extLst>
            </p:cNvPr>
            <p:cNvSpPr txBox="1"/>
            <p:nvPr/>
          </p:nvSpPr>
          <p:spPr>
            <a:xfrm>
              <a:off x="3335780" y="2018289"/>
              <a:ext cx="690867" cy="470629"/>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0" name="직사각형 9">
            <a:extLst>
              <a:ext uri="{FF2B5EF4-FFF2-40B4-BE49-F238E27FC236}">
                <a16:creationId xmlns:a16="http://schemas.microsoft.com/office/drawing/2014/main" id="{677A8DCD-C3DC-4666-83D9-ABC589E250FC}"/>
              </a:ext>
            </a:extLst>
          </p:cNvPr>
          <p:cNvSpPr/>
          <p:nvPr userDrawn="1"/>
        </p:nvSpPr>
        <p:spPr>
          <a:xfrm>
            <a:off x="7107532" y="104509"/>
            <a:ext cx="2933097" cy="253211"/>
          </a:xfrm>
          <a:prstGeom prst="rect">
            <a:avLst/>
          </a:prstGeom>
        </p:spPr>
        <p:txBody>
          <a:bodyPr wrap="square">
            <a:spAutoFit/>
          </a:bodyPr>
          <a:lstStyle/>
          <a:p>
            <a:pPr algn="r">
              <a:lnSpc>
                <a:spcPct val="150000"/>
              </a:lnSpc>
            </a:pPr>
            <a:r>
              <a:rPr lang="en-US" altLang="ko-KR" sz="800" dirty="0">
                <a:solidFill>
                  <a:schemeClr val="bg1">
                    <a:lumMod val="75000"/>
                  </a:schemeClr>
                </a:solidFill>
                <a:latin typeface="+mj-ea"/>
                <a:ea typeface="+mj-ea"/>
              </a:rPr>
              <a:t> </a:t>
            </a:r>
            <a:r>
              <a:rPr lang="en-US" altLang="ko-KR" sz="800" b="1" dirty="0">
                <a:solidFill>
                  <a:schemeClr val="tx1"/>
                </a:solidFill>
                <a:latin typeface="+mj-ea"/>
                <a:ea typeface="+mj-ea"/>
              </a:rPr>
              <a:t>[ </a:t>
            </a:r>
            <a:r>
              <a:rPr lang="ko-KR" altLang="en-US" sz="800" b="1" dirty="0">
                <a:solidFill>
                  <a:schemeClr val="tx1"/>
                </a:solidFill>
                <a:latin typeface="+mj-ea"/>
                <a:ea typeface="+mj-ea"/>
              </a:rPr>
              <a:t>상호명 </a:t>
            </a:r>
            <a:r>
              <a:rPr lang="en-US" altLang="ko-KR" sz="800" b="1" dirty="0">
                <a:solidFill>
                  <a:schemeClr val="tx1"/>
                </a:solidFill>
                <a:latin typeface="+mj-ea"/>
                <a:ea typeface="+mj-ea"/>
              </a:rPr>
              <a:t>]  </a:t>
            </a:r>
            <a:r>
              <a:rPr lang="ko-KR" altLang="en-US" sz="800" dirty="0" err="1">
                <a:latin typeface="+mj-ea"/>
                <a:ea typeface="+mj-ea"/>
              </a:rPr>
              <a:t>회원명</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sp>
        <p:nvSpPr>
          <p:cNvPr id="11" name="사각형: 둥근 모서리 10">
            <a:extLst>
              <a:ext uri="{FF2B5EF4-FFF2-40B4-BE49-F238E27FC236}">
                <a16:creationId xmlns:a16="http://schemas.microsoft.com/office/drawing/2014/main" id="{4A05DCC8-469F-4EFD-AAA6-E450D46C9AE1}"/>
              </a:ext>
            </a:extLst>
          </p:cNvPr>
          <p:cNvSpPr/>
          <p:nvPr userDrawn="1"/>
        </p:nvSpPr>
        <p:spPr>
          <a:xfrm>
            <a:off x="118741" y="567332"/>
            <a:ext cx="1148071" cy="474970"/>
          </a:xfrm>
          <a:prstGeom prst="roundRect">
            <a:avLst>
              <a:gd name="adj" fmla="val 4472"/>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l">
              <a:lnSpc>
                <a:spcPct val="150000"/>
              </a:lnSpc>
            </a:pPr>
            <a:r>
              <a:rPr lang="ko-KR" altLang="en-US" sz="800" dirty="0">
                <a:solidFill>
                  <a:schemeClr val="tx1"/>
                </a:solidFill>
              </a:rPr>
              <a:t>○ 주문관리</a:t>
            </a:r>
            <a:endParaRPr lang="en-US" altLang="ko-KR" sz="800" dirty="0">
              <a:solidFill>
                <a:schemeClr val="tx1"/>
              </a:solidFill>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상품등록</a:t>
            </a:r>
            <a:endParaRPr lang="en-US" altLang="ko-KR" sz="800" dirty="0">
              <a:solidFill>
                <a:schemeClr val="tx1"/>
              </a:solidFill>
            </a:endParaRPr>
          </a:p>
          <a:p>
            <a:pPr algn="l">
              <a:lnSpc>
                <a:spcPct val="150000"/>
              </a:lnSpc>
            </a:pPr>
            <a:endParaRPr lang="en-US" altLang="ko-KR" sz="800" dirty="0">
              <a:solidFill>
                <a:schemeClr val="tx1"/>
              </a:solidFill>
            </a:endParaRPr>
          </a:p>
        </p:txBody>
      </p:sp>
      <p:sp>
        <p:nvSpPr>
          <p:cNvPr id="12" name="사각형: 둥근 모서리 11">
            <a:extLst>
              <a:ext uri="{FF2B5EF4-FFF2-40B4-BE49-F238E27FC236}">
                <a16:creationId xmlns:a16="http://schemas.microsoft.com/office/drawing/2014/main" id="{16B99DC7-CAD5-4226-943A-6C5097FB9053}"/>
              </a:ext>
            </a:extLst>
          </p:cNvPr>
          <p:cNvSpPr/>
          <p:nvPr userDrawn="1"/>
        </p:nvSpPr>
        <p:spPr>
          <a:xfrm>
            <a:off x="1476347" y="170905"/>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주문목록</a:t>
            </a:r>
          </a:p>
        </p:txBody>
      </p:sp>
      <p:sp>
        <p:nvSpPr>
          <p:cNvPr id="13" name="사각형: 둥근 모서리 12">
            <a:extLst>
              <a:ext uri="{FF2B5EF4-FFF2-40B4-BE49-F238E27FC236}">
                <a16:creationId xmlns:a16="http://schemas.microsoft.com/office/drawing/2014/main" id="{CD24192A-448D-4339-9B71-BE2F7B181501}"/>
              </a:ext>
            </a:extLst>
          </p:cNvPr>
          <p:cNvSpPr/>
          <p:nvPr userDrawn="1"/>
        </p:nvSpPr>
        <p:spPr>
          <a:xfrm>
            <a:off x="2296062" y="170905"/>
            <a:ext cx="888569"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회원정보수정</a:t>
            </a:r>
          </a:p>
        </p:txBody>
      </p:sp>
      <p:sp>
        <p:nvSpPr>
          <p:cNvPr id="14" name="사각형: 둥근 모서리 13">
            <a:extLst>
              <a:ext uri="{FF2B5EF4-FFF2-40B4-BE49-F238E27FC236}">
                <a16:creationId xmlns:a16="http://schemas.microsoft.com/office/drawing/2014/main" id="{34F10541-E080-4F1D-B7D7-3F44E37A4275}"/>
              </a:ext>
            </a:extLst>
          </p:cNvPr>
          <p:cNvSpPr/>
          <p:nvPr userDrawn="1"/>
        </p:nvSpPr>
        <p:spPr>
          <a:xfrm>
            <a:off x="3256190" y="171431"/>
            <a:ext cx="636360"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 포인트</a:t>
            </a:r>
          </a:p>
        </p:txBody>
      </p:sp>
      <p:sp>
        <p:nvSpPr>
          <p:cNvPr id="15" name="사각형: 둥근 모서리 14">
            <a:extLst>
              <a:ext uri="{FF2B5EF4-FFF2-40B4-BE49-F238E27FC236}">
                <a16:creationId xmlns:a16="http://schemas.microsoft.com/office/drawing/2014/main" id="{1A929C9D-11B0-48FF-92EE-ACBC912E2F35}"/>
              </a:ext>
            </a:extLst>
          </p:cNvPr>
          <p:cNvSpPr/>
          <p:nvPr userDrawn="1"/>
        </p:nvSpPr>
        <p:spPr>
          <a:xfrm>
            <a:off x="4020832" y="170905"/>
            <a:ext cx="842850"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     방문한 채널</a:t>
            </a:r>
          </a:p>
        </p:txBody>
      </p:sp>
      <p:graphicFrame>
        <p:nvGraphicFramePr>
          <p:cNvPr id="16" name="표 20">
            <a:extLst>
              <a:ext uri="{FF2B5EF4-FFF2-40B4-BE49-F238E27FC236}">
                <a16:creationId xmlns:a16="http://schemas.microsoft.com/office/drawing/2014/main" id="{A00409AE-ABB8-4C42-922F-5BFC02D8362C}"/>
              </a:ext>
            </a:extLst>
          </p:cNvPr>
          <p:cNvGraphicFramePr>
            <a:graphicFrameLocks noGrp="1"/>
          </p:cNvGraphicFramePr>
          <p:nvPr userDrawn="1">
            <p:extLst>
              <p:ext uri="{D42A27DB-BD31-4B8C-83A1-F6EECF244321}">
                <p14:modId xmlns:p14="http://schemas.microsoft.com/office/powerpoint/2010/main" val="102530593"/>
              </p:ext>
            </p:extLst>
          </p:nvPr>
        </p:nvGraphicFramePr>
        <p:xfrm>
          <a:off x="40495" y="1178787"/>
          <a:ext cx="1305704" cy="106680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a:t>
                      </a:r>
                      <a:r>
                        <a:rPr lang="en-US" altLang="ko-KR" sz="800" dirty="0"/>
                        <a:t>Shop </a:t>
                      </a:r>
                      <a:r>
                        <a:rPr lang="ko-KR" altLang="en-US" sz="800" dirty="0"/>
                        <a:t>채널관리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상품관리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공동구매 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latinLnBrk="1"/>
                      <a:r>
                        <a:rPr lang="ko-KR" altLang="en-US" sz="800" dirty="0"/>
                        <a:t>○ 주문관리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정산관리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878359119"/>
                  </a:ext>
                </a:extLst>
              </a:tr>
            </a:tbl>
          </a:graphicData>
        </a:graphic>
      </p:graphicFrame>
      <p:sp>
        <p:nvSpPr>
          <p:cNvPr id="17" name="웃는 얼굴 16">
            <a:extLst>
              <a:ext uri="{FF2B5EF4-FFF2-40B4-BE49-F238E27FC236}">
                <a16:creationId xmlns:a16="http://schemas.microsoft.com/office/drawing/2014/main" id="{3CC25C43-7C8F-42F0-A349-4C58D96DEBB7}"/>
              </a:ext>
            </a:extLst>
          </p:cNvPr>
          <p:cNvSpPr/>
          <p:nvPr userDrawn="1"/>
        </p:nvSpPr>
        <p:spPr>
          <a:xfrm>
            <a:off x="1529408" y="20777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 name="웃는 얼굴 17">
            <a:extLst>
              <a:ext uri="{FF2B5EF4-FFF2-40B4-BE49-F238E27FC236}">
                <a16:creationId xmlns:a16="http://schemas.microsoft.com/office/drawing/2014/main" id="{2D146E30-475A-42D6-8CA8-2521983B1DCE}"/>
              </a:ext>
            </a:extLst>
          </p:cNvPr>
          <p:cNvSpPr/>
          <p:nvPr userDrawn="1"/>
        </p:nvSpPr>
        <p:spPr>
          <a:xfrm>
            <a:off x="2348177" y="20534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웃는 얼굴 18">
            <a:extLst>
              <a:ext uri="{FF2B5EF4-FFF2-40B4-BE49-F238E27FC236}">
                <a16:creationId xmlns:a16="http://schemas.microsoft.com/office/drawing/2014/main" id="{8796B6EE-0887-4725-BD17-EDCF2C2330B2}"/>
              </a:ext>
            </a:extLst>
          </p:cNvPr>
          <p:cNvSpPr/>
          <p:nvPr userDrawn="1"/>
        </p:nvSpPr>
        <p:spPr>
          <a:xfrm>
            <a:off x="3315372" y="20291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웃는 얼굴 19">
            <a:extLst>
              <a:ext uri="{FF2B5EF4-FFF2-40B4-BE49-F238E27FC236}">
                <a16:creationId xmlns:a16="http://schemas.microsoft.com/office/drawing/2014/main" id="{0994E878-01A2-4334-AA42-86C36E4D6218}"/>
              </a:ext>
            </a:extLst>
          </p:cNvPr>
          <p:cNvSpPr/>
          <p:nvPr userDrawn="1"/>
        </p:nvSpPr>
        <p:spPr>
          <a:xfrm>
            <a:off x="4084904" y="213898"/>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21" name="표 20">
            <a:extLst>
              <a:ext uri="{FF2B5EF4-FFF2-40B4-BE49-F238E27FC236}">
                <a16:creationId xmlns:a16="http://schemas.microsoft.com/office/drawing/2014/main" id="{962B27DB-6ECC-4332-8B4D-E91B7BA5AB48}"/>
              </a:ext>
            </a:extLst>
          </p:cNvPr>
          <p:cNvGraphicFramePr>
            <a:graphicFrameLocks noGrp="1"/>
          </p:cNvGraphicFramePr>
          <p:nvPr userDrawn="1">
            <p:extLst>
              <p:ext uri="{D42A27DB-BD31-4B8C-83A1-F6EECF244321}">
                <p14:modId xmlns:p14="http://schemas.microsoft.com/office/powerpoint/2010/main" val="3651450614"/>
              </p:ext>
            </p:extLst>
          </p:nvPr>
        </p:nvGraphicFramePr>
        <p:xfrm>
          <a:off x="48089" y="3141314"/>
          <a:ext cx="1305704" cy="128016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정보관리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서브관리자관리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발주담당관리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latinLnBrk="1"/>
                      <a:r>
                        <a:rPr lang="ko-KR" altLang="en-US" sz="800" dirty="0"/>
                        <a:t>○ 포인트관리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a:t>
                      </a:r>
                      <a:r>
                        <a:rPr lang="ko-KR" altLang="en-US" sz="800" dirty="0" err="1"/>
                        <a:t>배송비설정</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취소</a:t>
                      </a:r>
                      <a:r>
                        <a:rPr lang="en-US" altLang="ko-KR" sz="800" dirty="0"/>
                        <a:t>/</a:t>
                      </a:r>
                      <a:r>
                        <a:rPr lang="ko-KR" altLang="en-US" sz="800" dirty="0"/>
                        <a:t>환불안내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bl>
          </a:graphicData>
        </a:graphic>
      </p:graphicFrame>
      <p:sp>
        <p:nvSpPr>
          <p:cNvPr id="22" name="TextBox 21">
            <a:extLst>
              <a:ext uri="{FF2B5EF4-FFF2-40B4-BE49-F238E27FC236}">
                <a16:creationId xmlns:a16="http://schemas.microsoft.com/office/drawing/2014/main" id="{6C2D079C-AC8C-4312-B374-0AF0647D0D8B}"/>
              </a:ext>
            </a:extLst>
          </p:cNvPr>
          <p:cNvSpPr txBox="1"/>
          <p:nvPr userDrawn="1"/>
        </p:nvSpPr>
        <p:spPr>
          <a:xfrm rot="10800000">
            <a:off x="1078469" y="1170836"/>
            <a:ext cx="276038" cy="246221"/>
          </a:xfrm>
          <a:prstGeom prst="rect">
            <a:avLst/>
          </a:prstGeom>
          <a:noFill/>
        </p:spPr>
        <p:txBody>
          <a:bodyPr wrap="none" rtlCol="0">
            <a:spAutoFit/>
          </a:bodyPr>
          <a:lstStyle/>
          <a:p>
            <a:r>
              <a:rPr lang="ko-KR" altLang="en-US" sz="1000" b="1" dirty="0"/>
              <a:t>∨</a:t>
            </a:r>
          </a:p>
        </p:txBody>
      </p:sp>
      <p:sp>
        <p:nvSpPr>
          <p:cNvPr id="23" name="TextBox 22">
            <a:extLst>
              <a:ext uri="{FF2B5EF4-FFF2-40B4-BE49-F238E27FC236}">
                <a16:creationId xmlns:a16="http://schemas.microsoft.com/office/drawing/2014/main" id="{D0580078-F1FE-4C2B-B627-E14297006481}"/>
              </a:ext>
            </a:extLst>
          </p:cNvPr>
          <p:cNvSpPr txBox="1"/>
          <p:nvPr userDrawn="1"/>
        </p:nvSpPr>
        <p:spPr>
          <a:xfrm rot="10800000">
            <a:off x="1080745" y="1381815"/>
            <a:ext cx="276038" cy="246221"/>
          </a:xfrm>
          <a:prstGeom prst="rect">
            <a:avLst/>
          </a:prstGeom>
          <a:noFill/>
        </p:spPr>
        <p:txBody>
          <a:bodyPr wrap="none" rtlCol="0">
            <a:spAutoFit/>
          </a:bodyPr>
          <a:lstStyle/>
          <a:p>
            <a:r>
              <a:rPr lang="ko-KR" altLang="en-US" sz="1000" b="1" dirty="0"/>
              <a:t>∨</a:t>
            </a:r>
          </a:p>
        </p:txBody>
      </p:sp>
      <p:sp>
        <p:nvSpPr>
          <p:cNvPr id="24" name="TextBox 23">
            <a:extLst>
              <a:ext uri="{FF2B5EF4-FFF2-40B4-BE49-F238E27FC236}">
                <a16:creationId xmlns:a16="http://schemas.microsoft.com/office/drawing/2014/main" id="{5B3AF345-0474-45A7-A0F4-B404C8F96B94}"/>
              </a:ext>
            </a:extLst>
          </p:cNvPr>
          <p:cNvSpPr txBox="1"/>
          <p:nvPr userDrawn="1"/>
        </p:nvSpPr>
        <p:spPr>
          <a:xfrm rot="10800000">
            <a:off x="1078468" y="1598765"/>
            <a:ext cx="276038" cy="246221"/>
          </a:xfrm>
          <a:prstGeom prst="rect">
            <a:avLst/>
          </a:prstGeom>
          <a:noFill/>
        </p:spPr>
        <p:txBody>
          <a:bodyPr wrap="none" rtlCol="0">
            <a:spAutoFit/>
          </a:bodyPr>
          <a:lstStyle/>
          <a:p>
            <a:r>
              <a:rPr lang="ko-KR" altLang="en-US" sz="1000" b="1" dirty="0"/>
              <a:t>∨</a:t>
            </a:r>
          </a:p>
        </p:txBody>
      </p:sp>
      <p:sp>
        <p:nvSpPr>
          <p:cNvPr id="25" name="TextBox 24">
            <a:extLst>
              <a:ext uri="{FF2B5EF4-FFF2-40B4-BE49-F238E27FC236}">
                <a16:creationId xmlns:a16="http://schemas.microsoft.com/office/drawing/2014/main" id="{843B691A-A6BA-439E-AA7D-8BF0BA0EB8B1}"/>
              </a:ext>
            </a:extLst>
          </p:cNvPr>
          <p:cNvSpPr txBox="1"/>
          <p:nvPr userDrawn="1"/>
        </p:nvSpPr>
        <p:spPr>
          <a:xfrm rot="10800000">
            <a:off x="1080093" y="1831065"/>
            <a:ext cx="276038" cy="246221"/>
          </a:xfrm>
          <a:prstGeom prst="rect">
            <a:avLst/>
          </a:prstGeom>
          <a:noFill/>
        </p:spPr>
        <p:txBody>
          <a:bodyPr wrap="none" rtlCol="0">
            <a:spAutoFit/>
          </a:bodyPr>
          <a:lstStyle/>
          <a:p>
            <a:r>
              <a:rPr lang="ko-KR" altLang="en-US" sz="1000" b="1" dirty="0"/>
              <a:t>∨</a:t>
            </a:r>
          </a:p>
        </p:txBody>
      </p:sp>
      <p:sp>
        <p:nvSpPr>
          <p:cNvPr id="26" name="직사각형 25">
            <a:extLst>
              <a:ext uri="{FF2B5EF4-FFF2-40B4-BE49-F238E27FC236}">
                <a16:creationId xmlns:a16="http://schemas.microsoft.com/office/drawing/2014/main" id="{FA796118-3BB7-4F87-8702-5DE0C9D05FA3}"/>
              </a:ext>
            </a:extLst>
          </p:cNvPr>
          <p:cNvSpPr/>
          <p:nvPr userDrawn="1"/>
        </p:nvSpPr>
        <p:spPr>
          <a:xfrm>
            <a:off x="41208" y="429370"/>
            <a:ext cx="1304991"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 name="TextBox 26">
            <a:extLst>
              <a:ext uri="{FF2B5EF4-FFF2-40B4-BE49-F238E27FC236}">
                <a16:creationId xmlns:a16="http://schemas.microsoft.com/office/drawing/2014/main" id="{0F04469A-1DC9-4AEE-AFAF-F814AD9183B1}"/>
              </a:ext>
            </a:extLst>
          </p:cNvPr>
          <p:cNvSpPr txBox="1"/>
          <p:nvPr userDrawn="1"/>
        </p:nvSpPr>
        <p:spPr>
          <a:xfrm>
            <a:off x="40495" y="2905534"/>
            <a:ext cx="631904" cy="215444"/>
          </a:xfrm>
          <a:prstGeom prst="rect">
            <a:avLst/>
          </a:prstGeom>
          <a:noFill/>
        </p:spPr>
        <p:txBody>
          <a:bodyPr wrap="none" rtlCol="0">
            <a:spAutoFit/>
          </a:bodyPr>
          <a:lstStyle/>
          <a:p>
            <a:r>
              <a:rPr lang="ko-KR" altLang="en-US" sz="800" b="1" dirty="0">
                <a:solidFill>
                  <a:schemeClr val="bg1">
                    <a:lumMod val="65000"/>
                  </a:schemeClr>
                </a:solidFill>
              </a:rPr>
              <a:t> 환경설정</a:t>
            </a:r>
          </a:p>
        </p:txBody>
      </p:sp>
      <p:sp>
        <p:nvSpPr>
          <p:cNvPr id="28" name="직사각형 27">
            <a:extLst>
              <a:ext uri="{FF2B5EF4-FFF2-40B4-BE49-F238E27FC236}">
                <a16:creationId xmlns:a16="http://schemas.microsoft.com/office/drawing/2014/main" id="{42126A3A-8462-4138-9825-679B60A7F0F4}"/>
              </a:ext>
            </a:extLst>
          </p:cNvPr>
          <p:cNvSpPr/>
          <p:nvPr userDrawn="1"/>
        </p:nvSpPr>
        <p:spPr>
          <a:xfrm>
            <a:off x="9271463" y="429370"/>
            <a:ext cx="840725"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 name="직사각형 28">
            <a:extLst>
              <a:ext uri="{FF2B5EF4-FFF2-40B4-BE49-F238E27FC236}">
                <a16:creationId xmlns:a16="http://schemas.microsoft.com/office/drawing/2014/main" id="{3A465BF4-EC5F-445A-8BF9-DAC510C28B61}"/>
              </a:ext>
            </a:extLst>
          </p:cNvPr>
          <p:cNvSpPr/>
          <p:nvPr userDrawn="1"/>
        </p:nvSpPr>
        <p:spPr>
          <a:xfrm>
            <a:off x="9375639" y="540420"/>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0" name="직사각형 29">
            <a:extLst>
              <a:ext uri="{FF2B5EF4-FFF2-40B4-BE49-F238E27FC236}">
                <a16:creationId xmlns:a16="http://schemas.microsoft.com/office/drawing/2014/main" id="{C1FB320E-6DF5-4A1F-8541-A68AE50F3E4E}"/>
              </a:ext>
            </a:extLst>
          </p:cNvPr>
          <p:cNvSpPr/>
          <p:nvPr userDrawn="1"/>
        </p:nvSpPr>
        <p:spPr>
          <a:xfrm>
            <a:off x="9375639" y="847737"/>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1" name="직사각형 30">
            <a:extLst>
              <a:ext uri="{FF2B5EF4-FFF2-40B4-BE49-F238E27FC236}">
                <a16:creationId xmlns:a16="http://schemas.microsoft.com/office/drawing/2014/main" id="{9E2C7711-053B-40F1-8F11-83780B544E7F}"/>
              </a:ext>
            </a:extLst>
          </p:cNvPr>
          <p:cNvSpPr/>
          <p:nvPr userDrawn="1"/>
        </p:nvSpPr>
        <p:spPr>
          <a:xfrm>
            <a:off x="9375639" y="1155054"/>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2" name="직사각형 31">
            <a:extLst>
              <a:ext uri="{FF2B5EF4-FFF2-40B4-BE49-F238E27FC236}">
                <a16:creationId xmlns:a16="http://schemas.microsoft.com/office/drawing/2014/main" id="{4718628A-9EF3-4843-B0A9-3FF635DF3E1F}"/>
              </a:ext>
            </a:extLst>
          </p:cNvPr>
          <p:cNvSpPr/>
          <p:nvPr userDrawn="1"/>
        </p:nvSpPr>
        <p:spPr>
          <a:xfrm>
            <a:off x="9375639" y="1462371"/>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3" name="직사각형 32">
            <a:extLst>
              <a:ext uri="{FF2B5EF4-FFF2-40B4-BE49-F238E27FC236}">
                <a16:creationId xmlns:a16="http://schemas.microsoft.com/office/drawing/2014/main" id="{4B62C25A-E48E-4310-982E-EA997929015B}"/>
              </a:ext>
            </a:extLst>
          </p:cNvPr>
          <p:cNvSpPr/>
          <p:nvPr userDrawn="1"/>
        </p:nvSpPr>
        <p:spPr>
          <a:xfrm>
            <a:off x="9375639" y="1769688"/>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4" name="직사각형 33">
            <a:extLst>
              <a:ext uri="{FF2B5EF4-FFF2-40B4-BE49-F238E27FC236}">
                <a16:creationId xmlns:a16="http://schemas.microsoft.com/office/drawing/2014/main" id="{677C96AE-FC40-466C-8898-FA3F388DF211}"/>
              </a:ext>
            </a:extLst>
          </p:cNvPr>
          <p:cNvSpPr/>
          <p:nvPr userDrawn="1"/>
        </p:nvSpPr>
        <p:spPr>
          <a:xfrm>
            <a:off x="9375639" y="2077005"/>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5" name="직사각형 34">
            <a:extLst>
              <a:ext uri="{FF2B5EF4-FFF2-40B4-BE49-F238E27FC236}">
                <a16:creationId xmlns:a16="http://schemas.microsoft.com/office/drawing/2014/main" id="{8FF3190A-1F7B-40BF-8D4A-CA3FC395248A}"/>
              </a:ext>
            </a:extLst>
          </p:cNvPr>
          <p:cNvSpPr/>
          <p:nvPr userDrawn="1"/>
        </p:nvSpPr>
        <p:spPr>
          <a:xfrm>
            <a:off x="9375639" y="2384322"/>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6" name="직사각형 35">
            <a:extLst>
              <a:ext uri="{FF2B5EF4-FFF2-40B4-BE49-F238E27FC236}">
                <a16:creationId xmlns:a16="http://schemas.microsoft.com/office/drawing/2014/main" id="{1A8EBA87-F450-401C-85AC-4E4D6039B26C}"/>
              </a:ext>
            </a:extLst>
          </p:cNvPr>
          <p:cNvSpPr/>
          <p:nvPr userDrawn="1"/>
        </p:nvSpPr>
        <p:spPr>
          <a:xfrm>
            <a:off x="9375639" y="2691639"/>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7" name="직사각형 36">
            <a:extLst>
              <a:ext uri="{FF2B5EF4-FFF2-40B4-BE49-F238E27FC236}">
                <a16:creationId xmlns:a16="http://schemas.microsoft.com/office/drawing/2014/main" id="{C369A2C5-9AC0-4784-B621-6C089B5F4037}"/>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8" name="직사각형 37">
            <a:extLst>
              <a:ext uri="{FF2B5EF4-FFF2-40B4-BE49-F238E27FC236}">
                <a16:creationId xmlns:a16="http://schemas.microsoft.com/office/drawing/2014/main" id="{19DA94B8-53A2-4EBD-BE9E-DD2BC8E3B7BE}"/>
              </a:ext>
            </a:extLst>
          </p:cNvPr>
          <p:cNvSpPr/>
          <p:nvPr userDrawn="1"/>
        </p:nvSpPr>
        <p:spPr>
          <a:xfrm>
            <a:off x="1414854" y="48500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39" name="직사각형 38">
            <a:extLst>
              <a:ext uri="{FF2B5EF4-FFF2-40B4-BE49-F238E27FC236}">
                <a16:creationId xmlns:a16="http://schemas.microsoft.com/office/drawing/2014/main" id="{76BAE76C-5AEC-49BE-A7FB-73971A81AF64}"/>
              </a:ext>
            </a:extLst>
          </p:cNvPr>
          <p:cNvSpPr/>
          <p:nvPr userDrawn="1"/>
        </p:nvSpPr>
        <p:spPr>
          <a:xfrm>
            <a:off x="7202350" y="493535"/>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
        <p:nvSpPr>
          <p:cNvPr id="40" name="TextBox 39">
            <a:extLst>
              <a:ext uri="{FF2B5EF4-FFF2-40B4-BE49-F238E27FC236}">
                <a16:creationId xmlns:a16="http://schemas.microsoft.com/office/drawing/2014/main" id="{8A953EDC-F024-4942-A3C3-F70B8158827F}"/>
              </a:ext>
            </a:extLst>
          </p:cNvPr>
          <p:cNvSpPr txBox="1"/>
          <p:nvPr userDrawn="1"/>
        </p:nvSpPr>
        <p:spPr>
          <a:xfrm>
            <a:off x="1370988" y="945871"/>
            <a:ext cx="761547" cy="215444"/>
          </a:xfrm>
          <a:prstGeom prst="rect">
            <a:avLst/>
          </a:prstGeom>
          <a:noFill/>
        </p:spPr>
        <p:txBody>
          <a:bodyPr wrap="square" rtlCol="0">
            <a:spAutoFit/>
          </a:bodyPr>
          <a:lstStyle/>
          <a:p>
            <a:r>
              <a:rPr lang="ko-KR" altLang="en-US" sz="800" dirty="0"/>
              <a:t>총 </a:t>
            </a:r>
            <a:r>
              <a:rPr lang="en-US" altLang="ko-KR" sz="800" dirty="0"/>
              <a:t>00</a:t>
            </a:r>
            <a:r>
              <a:rPr lang="ko-KR" altLang="en-US" sz="800" dirty="0"/>
              <a:t>건</a:t>
            </a:r>
          </a:p>
        </p:txBody>
      </p:sp>
      <p:sp>
        <p:nvSpPr>
          <p:cNvPr id="41" name="직사각형 40">
            <a:extLst>
              <a:ext uri="{FF2B5EF4-FFF2-40B4-BE49-F238E27FC236}">
                <a16:creationId xmlns:a16="http://schemas.microsoft.com/office/drawing/2014/main" id="{0E66A1B0-048D-42F5-9BF6-18C01712D400}"/>
              </a:ext>
            </a:extLst>
          </p:cNvPr>
          <p:cNvSpPr/>
          <p:nvPr userDrawn="1"/>
        </p:nvSpPr>
        <p:spPr>
          <a:xfrm>
            <a:off x="7905335" y="869949"/>
            <a:ext cx="1304991"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취소</a:t>
            </a:r>
            <a:r>
              <a:rPr lang="en-US" altLang="ko-KR" sz="800" dirty="0">
                <a:solidFill>
                  <a:schemeClr val="bg1"/>
                </a:solidFill>
              </a:rPr>
              <a:t>/</a:t>
            </a:r>
            <a:r>
              <a:rPr lang="ko-KR" altLang="en-US" sz="800" dirty="0">
                <a:solidFill>
                  <a:schemeClr val="bg1"/>
                </a:solidFill>
              </a:rPr>
              <a:t>환불안내 등록</a:t>
            </a:r>
            <a:endParaRPr lang="en-US" altLang="ko-KR" sz="800" dirty="0">
              <a:solidFill>
                <a:schemeClr val="bg1"/>
              </a:solidFill>
            </a:endParaRPr>
          </a:p>
        </p:txBody>
      </p:sp>
      <p:graphicFrame>
        <p:nvGraphicFramePr>
          <p:cNvPr id="42" name="표 41">
            <a:extLst>
              <a:ext uri="{FF2B5EF4-FFF2-40B4-BE49-F238E27FC236}">
                <a16:creationId xmlns:a16="http://schemas.microsoft.com/office/drawing/2014/main" id="{29F9363A-1FF2-4328-B0EF-3AC23FD2619D}"/>
              </a:ext>
            </a:extLst>
          </p:cNvPr>
          <p:cNvGraphicFramePr>
            <a:graphicFrameLocks noGrp="1"/>
          </p:cNvGraphicFramePr>
          <p:nvPr userDrawn="1">
            <p:extLst>
              <p:ext uri="{D42A27DB-BD31-4B8C-83A1-F6EECF244321}">
                <p14:modId xmlns:p14="http://schemas.microsoft.com/office/powerpoint/2010/main" val="3086206751"/>
              </p:ext>
            </p:extLst>
          </p:nvPr>
        </p:nvGraphicFramePr>
        <p:xfrm>
          <a:off x="1394083" y="1191211"/>
          <a:ext cx="7823593" cy="1066800"/>
        </p:xfrm>
        <a:graphic>
          <a:graphicData uri="http://schemas.openxmlformats.org/drawingml/2006/table">
            <a:tbl>
              <a:tblPr firstRow="1" bandRow="1">
                <a:tableStyleId>{5C22544A-7EE6-4342-B048-85BDC9FD1C3A}</a:tableStyleId>
              </a:tblPr>
              <a:tblGrid>
                <a:gridCol w="721320">
                  <a:extLst>
                    <a:ext uri="{9D8B030D-6E8A-4147-A177-3AD203B41FA5}">
                      <a16:colId xmlns:a16="http://schemas.microsoft.com/office/drawing/2014/main" val="20000"/>
                    </a:ext>
                  </a:extLst>
                </a:gridCol>
                <a:gridCol w="491319">
                  <a:extLst>
                    <a:ext uri="{9D8B030D-6E8A-4147-A177-3AD203B41FA5}">
                      <a16:colId xmlns:a16="http://schemas.microsoft.com/office/drawing/2014/main" val="20001"/>
                    </a:ext>
                  </a:extLst>
                </a:gridCol>
                <a:gridCol w="4442347">
                  <a:extLst>
                    <a:ext uri="{9D8B030D-6E8A-4147-A177-3AD203B41FA5}">
                      <a16:colId xmlns:a16="http://schemas.microsoft.com/office/drawing/2014/main" val="20003"/>
                    </a:ext>
                  </a:extLst>
                </a:gridCol>
                <a:gridCol w="552734">
                  <a:extLst>
                    <a:ext uri="{9D8B030D-6E8A-4147-A177-3AD203B41FA5}">
                      <a16:colId xmlns:a16="http://schemas.microsoft.com/office/drawing/2014/main" val="20010"/>
                    </a:ext>
                  </a:extLst>
                </a:gridCol>
                <a:gridCol w="1615873">
                  <a:extLst>
                    <a:ext uri="{9D8B030D-6E8A-4147-A177-3AD203B41FA5}">
                      <a16:colId xmlns:a16="http://schemas.microsoft.com/office/drawing/2014/main" val="2179269706"/>
                    </a:ext>
                  </a:extLst>
                </a:gridCol>
              </a:tblGrid>
              <a:tr h="0">
                <a:tc>
                  <a:txBody>
                    <a:bodyPr/>
                    <a:lstStyle/>
                    <a:p>
                      <a:pPr algn="ctr" latinLnBrk="1"/>
                      <a:r>
                        <a:rPr lang="ko-KR" altLang="en-US" sz="800" b="0" dirty="0">
                          <a:solidFill>
                            <a:schemeClr val="tx1"/>
                          </a:solidFill>
                        </a:rPr>
                        <a:t>설정구분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취소</a:t>
                      </a:r>
                      <a:r>
                        <a:rPr lang="en-US" altLang="ko-KR" sz="800" b="0" dirty="0">
                          <a:solidFill>
                            <a:schemeClr val="tx1"/>
                          </a:solidFill>
                        </a:rPr>
                        <a:t>/</a:t>
                      </a:r>
                      <a:r>
                        <a:rPr lang="ko-KR" altLang="en-US" sz="800" b="0" dirty="0">
                          <a:solidFill>
                            <a:schemeClr val="tx1"/>
                          </a:solidFill>
                        </a:rPr>
                        <a:t>환불안내 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err="1">
                          <a:solidFill>
                            <a:schemeClr val="tx1"/>
                          </a:solidFill>
                        </a:rPr>
                        <a:t>상품수</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관리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ko-KR" altLang="en-US" sz="800" b="0" dirty="0">
                          <a:solidFill>
                            <a:schemeClr val="tx1"/>
                          </a:solidFill>
                        </a:rPr>
                        <a:t>기본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사용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기본 취소</a:t>
                      </a:r>
                      <a:r>
                        <a:rPr lang="en-US" altLang="ko-KR" sz="800" b="0" dirty="0">
                          <a:solidFill>
                            <a:schemeClr val="tx1"/>
                          </a:solidFill>
                        </a:rPr>
                        <a:t>/</a:t>
                      </a:r>
                      <a:r>
                        <a:rPr lang="ko-KR" altLang="en-US" sz="800" b="0" dirty="0">
                          <a:solidFill>
                            <a:schemeClr val="tx1"/>
                          </a:solidFill>
                        </a:rPr>
                        <a:t>환불안내 명칭</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ko-KR" altLang="en-US" sz="800" b="0" dirty="0">
                          <a:solidFill>
                            <a:schemeClr val="tx1"/>
                          </a:solidFill>
                        </a:rPr>
                        <a:t>사용자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사용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사용자 취소</a:t>
                      </a:r>
                      <a:r>
                        <a:rPr lang="en-US" altLang="ko-KR" sz="800" b="0" dirty="0">
                          <a:solidFill>
                            <a:schemeClr val="tx1"/>
                          </a:solidFill>
                        </a:rPr>
                        <a:t>/</a:t>
                      </a:r>
                      <a:r>
                        <a:rPr lang="ko-KR" altLang="en-US" sz="800" b="0" dirty="0">
                          <a:solidFill>
                            <a:schemeClr val="tx1"/>
                          </a:solidFill>
                        </a:rPr>
                        <a:t>환불안내 명칭</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ko-KR" altLang="en-US" sz="800" b="0" dirty="0">
                          <a:solidFill>
                            <a:schemeClr val="tx1"/>
                          </a:solidFill>
                        </a:rPr>
                        <a:t>사용자</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중지</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사용자 취소</a:t>
                      </a:r>
                      <a:r>
                        <a:rPr lang="en-US" altLang="ko-KR" sz="800" b="0" dirty="0">
                          <a:solidFill>
                            <a:schemeClr val="tx1"/>
                          </a:solidFill>
                        </a:rPr>
                        <a:t>/</a:t>
                      </a:r>
                      <a:r>
                        <a:rPr lang="ko-KR" altLang="en-US" sz="800" b="0" dirty="0">
                          <a:solidFill>
                            <a:schemeClr val="tx1"/>
                          </a:solidFill>
                        </a:rPr>
                        <a:t>환불안내 명칭</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algn="ctr" latinLnBrk="1"/>
                      <a:r>
                        <a:rPr lang="ko-KR" altLang="en-US" sz="800" b="0" dirty="0">
                          <a:solidFill>
                            <a:schemeClr val="tx1"/>
                          </a:solidFill>
                        </a:rPr>
                        <a:t>사용자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사용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사용자 취소</a:t>
                      </a:r>
                      <a:r>
                        <a:rPr lang="en-US" altLang="ko-KR" sz="800" b="0" dirty="0">
                          <a:solidFill>
                            <a:schemeClr val="tx1"/>
                          </a:solidFill>
                        </a:rPr>
                        <a:t>/</a:t>
                      </a:r>
                      <a:r>
                        <a:rPr lang="ko-KR" altLang="en-US" sz="800" b="0" dirty="0">
                          <a:solidFill>
                            <a:schemeClr val="tx1"/>
                          </a:solidFill>
                        </a:rPr>
                        <a:t>환불안내 명칭</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295892757"/>
                  </a:ext>
                </a:extLst>
              </a:tr>
            </a:tbl>
          </a:graphicData>
        </a:graphic>
      </p:graphicFrame>
      <p:sp>
        <p:nvSpPr>
          <p:cNvPr id="43" name="직사각형 42">
            <a:extLst>
              <a:ext uri="{FF2B5EF4-FFF2-40B4-BE49-F238E27FC236}">
                <a16:creationId xmlns:a16="http://schemas.microsoft.com/office/drawing/2014/main" id="{9E63ECBB-40BD-44D0-AE74-53FF43BDF376}"/>
              </a:ext>
            </a:extLst>
          </p:cNvPr>
          <p:cNvSpPr/>
          <p:nvPr userDrawn="1"/>
        </p:nvSpPr>
        <p:spPr>
          <a:xfrm>
            <a:off x="8815987" y="1463282"/>
            <a:ext cx="351299" cy="10669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44" name="직사각형 43">
            <a:extLst>
              <a:ext uri="{FF2B5EF4-FFF2-40B4-BE49-F238E27FC236}">
                <a16:creationId xmlns:a16="http://schemas.microsoft.com/office/drawing/2014/main" id="{AC2C698C-5FBA-4894-AD64-AECF9FC40E1B}"/>
              </a:ext>
            </a:extLst>
          </p:cNvPr>
          <p:cNvSpPr/>
          <p:nvPr userDrawn="1"/>
        </p:nvSpPr>
        <p:spPr>
          <a:xfrm>
            <a:off x="8431079" y="1466836"/>
            <a:ext cx="341530" cy="106693"/>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45" name="직사각형 44">
            <a:extLst>
              <a:ext uri="{FF2B5EF4-FFF2-40B4-BE49-F238E27FC236}">
                <a16:creationId xmlns:a16="http://schemas.microsoft.com/office/drawing/2014/main" id="{CCBE47DC-D0FC-48E4-B897-385F58954751}"/>
              </a:ext>
            </a:extLst>
          </p:cNvPr>
          <p:cNvSpPr/>
          <p:nvPr userDrawn="1"/>
        </p:nvSpPr>
        <p:spPr>
          <a:xfrm>
            <a:off x="8052249" y="1460932"/>
            <a:ext cx="341530" cy="106693"/>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복사</a:t>
            </a:r>
            <a:endParaRPr lang="en-US" altLang="ko-KR" sz="600" dirty="0">
              <a:solidFill>
                <a:schemeClr val="bg1"/>
              </a:solidFill>
            </a:endParaRPr>
          </a:p>
        </p:txBody>
      </p:sp>
      <p:sp>
        <p:nvSpPr>
          <p:cNvPr id="46" name="직사각형 45">
            <a:extLst>
              <a:ext uri="{FF2B5EF4-FFF2-40B4-BE49-F238E27FC236}">
                <a16:creationId xmlns:a16="http://schemas.microsoft.com/office/drawing/2014/main" id="{AC307F28-1F8B-49A1-A187-57F759939620}"/>
              </a:ext>
            </a:extLst>
          </p:cNvPr>
          <p:cNvSpPr/>
          <p:nvPr userDrawn="1"/>
        </p:nvSpPr>
        <p:spPr>
          <a:xfrm>
            <a:off x="7667723" y="1460932"/>
            <a:ext cx="341530" cy="106693"/>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47" name="직사각형 46">
            <a:extLst>
              <a:ext uri="{FF2B5EF4-FFF2-40B4-BE49-F238E27FC236}">
                <a16:creationId xmlns:a16="http://schemas.microsoft.com/office/drawing/2014/main" id="{D583CCFC-B68B-41EA-8792-4E1B32A34864}"/>
              </a:ext>
            </a:extLst>
          </p:cNvPr>
          <p:cNvSpPr/>
          <p:nvPr userDrawn="1"/>
        </p:nvSpPr>
        <p:spPr>
          <a:xfrm>
            <a:off x="8815987" y="1675585"/>
            <a:ext cx="351299" cy="10669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48" name="직사각형 47">
            <a:extLst>
              <a:ext uri="{FF2B5EF4-FFF2-40B4-BE49-F238E27FC236}">
                <a16:creationId xmlns:a16="http://schemas.microsoft.com/office/drawing/2014/main" id="{376EF65B-71F8-4B04-AF04-BC665E6B83BC}"/>
              </a:ext>
            </a:extLst>
          </p:cNvPr>
          <p:cNvSpPr/>
          <p:nvPr userDrawn="1"/>
        </p:nvSpPr>
        <p:spPr>
          <a:xfrm>
            <a:off x="8431079" y="1679139"/>
            <a:ext cx="341530" cy="106693"/>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49" name="직사각형 48">
            <a:extLst>
              <a:ext uri="{FF2B5EF4-FFF2-40B4-BE49-F238E27FC236}">
                <a16:creationId xmlns:a16="http://schemas.microsoft.com/office/drawing/2014/main" id="{094A5185-10F2-4EEA-845C-67B7BD7E6810}"/>
              </a:ext>
            </a:extLst>
          </p:cNvPr>
          <p:cNvSpPr/>
          <p:nvPr userDrawn="1"/>
        </p:nvSpPr>
        <p:spPr>
          <a:xfrm>
            <a:off x="8052249" y="1673235"/>
            <a:ext cx="341530" cy="106693"/>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복사</a:t>
            </a:r>
            <a:endParaRPr lang="en-US" altLang="ko-KR" sz="600" dirty="0">
              <a:solidFill>
                <a:schemeClr val="bg1"/>
              </a:solidFill>
            </a:endParaRPr>
          </a:p>
        </p:txBody>
      </p:sp>
      <p:sp>
        <p:nvSpPr>
          <p:cNvPr id="50" name="직사각형 49">
            <a:extLst>
              <a:ext uri="{FF2B5EF4-FFF2-40B4-BE49-F238E27FC236}">
                <a16:creationId xmlns:a16="http://schemas.microsoft.com/office/drawing/2014/main" id="{407699CC-5221-42D4-B8F4-851BC5F52DB7}"/>
              </a:ext>
            </a:extLst>
          </p:cNvPr>
          <p:cNvSpPr/>
          <p:nvPr userDrawn="1"/>
        </p:nvSpPr>
        <p:spPr>
          <a:xfrm>
            <a:off x="7667723" y="1673235"/>
            <a:ext cx="341530" cy="106693"/>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51" name="직사각형 50">
            <a:extLst>
              <a:ext uri="{FF2B5EF4-FFF2-40B4-BE49-F238E27FC236}">
                <a16:creationId xmlns:a16="http://schemas.microsoft.com/office/drawing/2014/main" id="{8EF3E9C7-80FB-4B5C-8A86-3B8B249A6CF7}"/>
              </a:ext>
            </a:extLst>
          </p:cNvPr>
          <p:cNvSpPr/>
          <p:nvPr userDrawn="1"/>
        </p:nvSpPr>
        <p:spPr>
          <a:xfrm>
            <a:off x="8815987" y="1873442"/>
            <a:ext cx="351299" cy="10669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52" name="직사각형 51">
            <a:extLst>
              <a:ext uri="{FF2B5EF4-FFF2-40B4-BE49-F238E27FC236}">
                <a16:creationId xmlns:a16="http://schemas.microsoft.com/office/drawing/2014/main" id="{6481076F-254F-4803-8917-FC8E0BB09EE0}"/>
              </a:ext>
            </a:extLst>
          </p:cNvPr>
          <p:cNvSpPr/>
          <p:nvPr userDrawn="1"/>
        </p:nvSpPr>
        <p:spPr>
          <a:xfrm>
            <a:off x="8431079" y="1876996"/>
            <a:ext cx="341530" cy="106693"/>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53" name="직사각형 52">
            <a:extLst>
              <a:ext uri="{FF2B5EF4-FFF2-40B4-BE49-F238E27FC236}">
                <a16:creationId xmlns:a16="http://schemas.microsoft.com/office/drawing/2014/main" id="{E6EDAE72-A337-48C1-B164-9BD177239FCD}"/>
              </a:ext>
            </a:extLst>
          </p:cNvPr>
          <p:cNvSpPr/>
          <p:nvPr userDrawn="1"/>
        </p:nvSpPr>
        <p:spPr>
          <a:xfrm>
            <a:off x="8052249" y="1871092"/>
            <a:ext cx="341530" cy="106693"/>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복사</a:t>
            </a:r>
            <a:endParaRPr lang="en-US" altLang="ko-KR" sz="600" dirty="0">
              <a:solidFill>
                <a:schemeClr val="bg1"/>
              </a:solidFill>
            </a:endParaRPr>
          </a:p>
        </p:txBody>
      </p:sp>
      <p:sp>
        <p:nvSpPr>
          <p:cNvPr id="54" name="직사각형 53">
            <a:extLst>
              <a:ext uri="{FF2B5EF4-FFF2-40B4-BE49-F238E27FC236}">
                <a16:creationId xmlns:a16="http://schemas.microsoft.com/office/drawing/2014/main" id="{070A943C-0313-4A6D-B4A7-92C182774A2F}"/>
              </a:ext>
            </a:extLst>
          </p:cNvPr>
          <p:cNvSpPr/>
          <p:nvPr userDrawn="1"/>
        </p:nvSpPr>
        <p:spPr>
          <a:xfrm>
            <a:off x="7667723" y="1871092"/>
            <a:ext cx="341530" cy="106693"/>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55" name="직사각형 54">
            <a:extLst>
              <a:ext uri="{FF2B5EF4-FFF2-40B4-BE49-F238E27FC236}">
                <a16:creationId xmlns:a16="http://schemas.microsoft.com/office/drawing/2014/main" id="{C571AA83-7788-481B-9C6E-D0C08B44C4E2}"/>
              </a:ext>
            </a:extLst>
          </p:cNvPr>
          <p:cNvSpPr/>
          <p:nvPr userDrawn="1"/>
        </p:nvSpPr>
        <p:spPr>
          <a:xfrm>
            <a:off x="8815987" y="2092551"/>
            <a:ext cx="351299" cy="10669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56" name="직사각형 55">
            <a:extLst>
              <a:ext uri="{FF2B5EF4-FFF2-40B4-BE49-F238E27FC236}">
                <a16:creationId xmlns:a16="http://schemas.microsoft.com/office/drawing/2014/main" id="{7A0B7DC4-7691-4D15-8C86-03699AB77099}"/>
              </a:ext>
            </a:extLst>
          </p:cNvPr>
          <p:cNvSpPr/>
          <p:nvPr userDrawn="1"/>
        </p:nvSpPr>
        <p:spPr>
          <a:xfrm>
            <a:off x="8431079" y="2096105"/>
            <a:ext cx="341530" cy="106693"/>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57" name="직사각형 56">
            <a:extLst>
              <a:ext uri="{FF2B5EF4-FFF2-40B4-BE49-F238E27FC236}">
                <a16:creationId xmlns:a16="http://schemas.microsoft.com/office/drawing/2014/main" id="{CFA66A11-1595-4204-A6C1-C5D6DD6536C0}"/>
              </a:ext>
            </a:extLst>
          </p:cNvPr>
          <p:cNvSpPr/>
          <p:nvPr userDrawn="1"/>
        </p:nvSpPr>
        <p:spPr>
          <a:xfrm>
            <a:off x="8052249" y="2090201"/>
            <a:ext cx="341530" cy="106693"/>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복사</a:t>
            </a:r>
            <a:endParaRPr lang="en-US" altLang="ko-KR" sz="600" dirty="0">
              <a:solidFill>
                <a:schemeClr val="bg1"/>
              </a:solidFill>
            </a:endParaRPr>
          </a:p>
        </p:txBody>
      </p:sp>
      <p:sp>
        <p:nvSpPr>
          <p:cNvPr id="58" name="직사각형 57">
            <a:extLst>
              <a:ext uri="{FF2B5EF4-FFF2-40B4-BE49-F238E27FC236}">
                <a16:creationId xmlns:a16="http://schemas.microsoft.com/office/drawing/2014/main" id="{468474E2-1BD8-4299-BB2D-F49B6B24A5A9}"/>
              </a:ext>
            </a:extLst>
          </p:cNvPr>
          <p:cNvSpPr/>
          <p:nvPr userDrawn="1"/>
        </p:nvSpPr>
        <p:spPr>
          <a:xfrm>
            <a:off x="7667723" y="2090201"/>
            <a:ext cx="341530" cy="106693"/>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pic>
        <p:nvPicPr>
          <p:cNvPr id="79" name="Picture 2">
            <a:extLst>
              <a:ext uri="{FF2B5EF4-FFF2-40B4-BE49-F238E27FC236}">
                <a16:creationId xmlns:a16="http://schemas.microsoft.com/office/drawing/2014/main" id="{8DCD447C-0107-4F78-920E-AA99D36D80E8}"/>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084904" y="2657241"/>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3014999514"/>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서브관리자 목록">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2B61912A-4581-497A-AFEC-34564CD4C874}"/>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1BF09F1F-2548-4830-A1BC-2C01F078318A}"/>
              </a:ext>
            </a:extLst>
          </p:cNvPr>
          <p:cNvSpPr/>
          <p:nvPr userDrawn="1"/>
        </p:nvSpPr>
        <p:spPr>
          <a:xfrm>
            <a:off x="41208" y="34272"/>
            <a:ext cx="10071693" cy="39509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5" name="그룹 4">
            <a:extLst>
              <a:ext uri="{FF2B5EF4-FFF2-40B4-BE49-F238E27FC236}">
                <a16:creationId xmlns:a16="http://schemas.microsoft.com/office/drawing/2014/main" id="{393096D6-C0DA-46EA-96E6-783BE72ACFF0}"/>
              </a:ext>
            </a:extLst>
          </p:cNvPr>
          <p:cNvGrpSpPr/>
          <p:nvPr userDrawn="1"/>
        </p:nvGrpSpPr>
        <p:grpSpPr>
          <a:xfrm>
            <a:off x="118741" y="94475"/>
            <a:ext cx="1148071" cy="273280"/>
            <a:chOff x="2843808" y="1955121"/>
            <a:chExt cx="1674813" cy="596970"/>
          </a:xfrm>
          <a:solidFill>
            <a:schemeClr val="bg1">
              <a:lumMod val="95000"/>
            </a:schemeClr>
          </a:solidFill>
        </p:grpSpPr>
        <p:sp>
          <p:nvSpPr>
            <p:cNvPr id="6" name="Border">
              <a:extLst>
                <a:ext uri="{FF2B5EF4-FFF2-40B4-BE49-F238E27FC236}">
                  <a16:creationId xmlns:a16="http://schemas.microsoft.com/office/drawing/2014/main" id="{41C061F3-3633-4C7E-B781-EB2F5990C6DA}"/>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 name="Line 2">
              <a:extLst>
                <a:ext uri="{FF2B5EF4-FFF2-40B4-BE49-F238E27FC236}">
                  <a16:creationId xmlns:a16="http://schemas.microsoft.com/office/drawing/2014/main" id="{D26769DF-3186-464D-8875-01067ED6E26B}"/>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1">
              <a:extLst>
                <a:ext uri="{FF2B5EF4-FFF2-40B4-BE49-F238E27FC236}">
                  <a16:creationId xmlns:a16="http://schemas.microsoft.com/office/drawing/2014/main" id="{097158C3-C16F-40AF-BA65-62A9F900A99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TextBox 8">
              <a:extLst>
                <a:ext uri="{FF2B5EF4-FFF2-40B4-BE49-F238E27FC236}">
                  <a16:creationId xmlns:a16="http://schemas.microsoft.com/office/drawing/2014/main" id="{0B230D91-3B9E-4B51-8EEF-7546E0F98345}"/>
                </a:ext>
              </a:extLst>
            </p:cNvPr>
            <p:cNvSpPr txBox="1"/>
            <p:nvPr/>
          </p:nvSpPr>
          <p:spPr>
            <a:xfrm>
              <a:off x="3335780" y="2018289"/>
              <a:ext cx="690867" cy="470629"/>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0" name="직사각형 9">
            <a:extLst>
              <a:ext uri="{FF2B5EF4-FFF2-40B4-BE49-F238E27FC236}">
                <a16:creationId xmlns:a16="http://schemas.microsoft.com/office/drawing/2014/main" id="{677A8DCD-C3DC-4666-83D9-ABC589E250FC}"/>
              </a:ext>
            </a:extLst>
          </p:cNvPr>
          <p:cNvSpPr/>
          <p:nvPr userDrawn="1"/>
        </p:nvSpPr>
        <p:spPr>
          <a:xfrm>
            <a:off x="7107532" y="104509"/>
            <a:ext cx="2933097" cy="253211"/>
          </a:xfrm>
          <a:prstGeom prst="rect">
            <a:avLst/>
          </a:prstGeom>
        </p:spPr>
        <p:txBody>
          <a:bodyPr wrap="square">
            <a:spAutoFit/>
          </a:bodyPr>
          <a:lstStyle/>
          <a:p>
            <a:pPr algn="r">
              <a:lnSpc>
                <a:spcPct val="150000"/>
              </a:lnSpc>
            </a:pPr>
            <a:r>
              <a:rPr lang="en-US" altLang="ko-KR" sz="800" dirty="0">
                <a:solidFill>
                  <a:schemeClr val="bg1">
                    <a:lumMod val="75000"/>
                  </a:schemeClr>
                </a:solidFill>
                <a:latin typeface="+mj-ea"/>
                <a:ea typeface="+mj-ea"/>
              </a:rPr>
              <a:t> </a:t>
            </a:r>
            <a:r>
              <a:rPr lang="en-US" altLang="ko-KR" sz="800" b="1" dirty="0">
                <a:solidFill>
                  <a:schemeClr val="tx1"/>
                </a:solidFill>
                <a:latin typeface="+mj-ea"/>
                <a:ea typeface="+mj-ea"/>
              </a:rPr>
              <a:t>[ </a:t>
            </a:r>
            <a:r>
              <a:rPr lang="ko-KR" altLang="en-US" sz="800" b="1" dirty="0">
                <a:solidFill>
                  <a:schemeClr val="tx1"/>
                </a:solidFill>
                <a:latin typeface="+mj-ea"/>
                <a:ea typeface="+mj-ea"/>
              </a:rPr>
              <a:t>상호명 </a:t>
            </a:r>
            <a:r>
              <a:rPr lang="en-US" altLang="ko-KR" sz="800" b="1" dirty="0">
                <a:solidFill>
                  <a:schemeClr val="tx1"/>
                </a:solidFill>
                <a:latin typeface="+mj-ea"/>
                <a:ea typeface="+mj-ea"/>
              </a:rPr>
              <a:t>]  </a:t>
            </a:r>
            <a:r>
              <a:rPr lang="ko-KR" altLang="en-US" sz="800" dirty="0" err="1">
                <a:latin typeface="+mj-ea"/>
                <a:ea typeface="+mj-ea"/>
              </a:rPr>
              <a:t>회원명</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sp>
        <p:nvSpPr>
          <p:cNvPr id="11" name="사각형: 둥근 모서리 10">
            <a:extLst>
              <a:ext uri="{FF2B5EF4-FFF2-40B4-BE49-F238E27FC236}">
                <a16:creationId xmlns:a16="http://schemas.microsoft.com/office/drawing/2014/main" id="{4A05DCC8-469F-4EFD-AAA6-E450D46C9AE1}"/>
              </a:ext>
            </a:extLst>
          </p:cNvPr>
          <p:cNvSpPr/>
          <p:nvPr userDrawn="1"/>
        </p:nvSpPr>
        <p:spPr>
          <a:xfrm>
            <a:off x="118741" y="567332"/>
            <a:ext cx="1148071" cy="474970"/>
          </a:xfrm>
          <a:prstGeom prst="roundRect">
            <a:avLst>
              <a:gd name="adj" fmla="val 4472"/>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l">
              <a:lnSpc>
                <a:spcPct val="150000"/>
              </a:lnSpc>
            </a:pPr>
            <a:r>
              <a:rPr lang="ko-KR" altLang="en-US" sz="800" dirty="0">
                <a:solidFill>
                  <a:schemeClr val="tx1"/>
                </a:solidFill>
              </a:rPr>
              <a:t>○ 주문관리</a:t>
            </a:r>
            <a:endParaRPr lang="en-US" altLang="ko-KR" sz="800" dirty="0">
              <a:solidFill>
                <a:schemeClr val="tx1"/>
              </a:solidFill>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상품등록</a:t>
            </a:r>
            <a:endParaRPr lang="en-US" altLang="ko-KR" sz="800" dirty="0">
              <a:solidFill>
                <a:schemeClr val="tx1"/>
              </a:solidFill>
            </a:endParaRPr>
          </a:p>
          <a:p>
            <a:pPr algn="l">
              <a:lnSpc>
                <a:spcPct val="150000"/>
              </a:lnSpc>
            </a:pPr>
            <a:endParaRPr lang="en-US" altLang="ko-KR" sz="800" dirty="0">
              <a:solidFill>
                <a:schemeClr val="tx1"/>
              </a:solidFill>
            </a:endParaRPr>
          </a:p>
        </p:txBody>
      </p:sp>
      <p:sp>
        <p:nvSpPr>
          <p:cNvPr id="12" name="사각형: 둥근 모서리 11">
            <a:extLst>
              <a:ext uri="{FF2B5EF4-FFF2-40B4-BE49-F238E27FC236}">
                <a16:creationId xmlns:a16="http://schemas.microsoft.com/office/drawing/2014/main" id="{16B99DC7-CAD5-4226-943A-6C5097FB9053}"/>
              </a:ext>
            </a:extLst>
          </p:cNvPr>
          <p:cNvSpPr/>
          <p:nvPr userDrawn="1"/>
        </p:nvSpPr>
        <p:spPr>
          <a:xfrm>
            <a:off x="1476347" y="170905"/>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주문목록</a:t>
            </a:r>
          </a:p>
        </p:txBody>
      </p:sp>
      <p:sp>
        <p:nvSpPr>
          <p:cNvPr id="13" name="사각형: 둥근 모서리 12">
            <a:extLst>
              <a:ext uri="{FF2B5EF4-FFF2-40B4-BE49-F238E27FC236}">
                <a16:creationId xmlns:a16="http://schemas.microsoft.com/office/drawing/2014/main" id="{CD24192A-448D-4339-9B71-BE2F7B181501}"/>
              </a:ext>
            </a:extLst>
          </p:cNvPr>
          <p:cNvSpPr/>
          <p:nvPr userDrawn="1"/>
        </p:nvSpPr>
        <p:spPr>
          <a:xfrm>
            <a:off x="2296062" y="170905"/>
            <a:ext cx="888569"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회원정보수정</a:t>
            </a:r>
          </a:p>
        </p:txBody>
      </p:sp>
      <p:sp>
        <p:nvSpPr>
          <p:cNvPr id="14" name="사각형: 둥근 모서리 13">
            <a:extLst>
              <a:ext uri="{FF2B5EF4-FFF2-40B4-BE49-F238E27FC236}">
                <a16:creationId xmlns:a16="http://schemas.microsoft.com/office/drawing/2014/main" id="{34F10541-E080-4F1D-B7D7-3F44E37A4275}"/>
              </a:ext>
            </a:extLst>
          </p:cNvPr>
          <p:cNvSpPr/>
          <p:nvPr userDrawn="1"/>
        </p:nvSpPr>
        <p:spPr>
          <a:xfrm>
            <a:off x="3256190" y="171431"/>
            <a:ext cx="636360"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 포인트</a:t>
            </a:r>
          </a:p>
        </p:txBody>
      </p:sp>
      <p:sp>
        <p:nvSpPr>
          <p:cNvPr id="15" name="사각형: 둥근 모서리 14">
            <a:extLst>
              <a:ext uri="{FF2B5EF4-FFF2-40B4-BE49-F238E27FC236}">
                <a16:creationId xmlns:a16="http://schemas.microsoft.com/office/drawing/2014/main" id="{1A929C9D-11B0-48FF-92EE-ACBC912E2F35}"/>
              </a:ext>
            </a:extLst>
          </p:cNvPr>
          <p:cNvSpPr/>
          <p:nvPr userDrawn="1"/>
        </p:nvSpPr>
        <p:spPr>
          <a:xfrm>
            <a:off x="4020832" y="170905"/>
            <a:ext cx="842850"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     방문한 채널</a:t>
            </a:r>
          </a:p>
        </p:txBody>
      </p:sp>
      <p:sp>
        <p:nvSpPr>
          <p:cNvPr id="17" name="웃는 얼굴 16">
            <a:extLst>
              <a:ext uri="{FF2B5EF4-FFF2-40B4-BE49-F238E27FC236}">
                <a16:creationId xmlns:a16="http://schemas.microsoft.com/office/drawing/2014/main" id="{3CC25C43-7C8F-42F0-A349-4C58D96DEBB7}"/>
              </a:ext>
            </a:extLst>
          </p:cNvPr>
          <p:cNvSpPr/>
          <p:nvPr userDrawn="1"/>
        </p:nvSpPr>
        <p:spPr>
          <a:xfrm>
            <a:off x="1529408" y="20777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 name="웃는 얼굴 17">
            <a:extLst>
              <a:ext uri="{FF2B5EF4-FFF2-40B4-BE49-F238E27FC236}">
                <a16:creationId xmlns:a16="http://schemas.microsoft.com/office/drawing/2014/main" id="{2D146E30-475A-42D6-8CA8-2521983B1DCE}"/>
              </a:ext>
            </a:extLst>
          </p:cNvPr>
          <p:cNvSpPr/>
          <p:nvPr userDrawn="1"/>
        </p:nvSpPr>
        <p:spPr>
          <a:xfrm>
            <a:off x="2348177" y="20534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웃는 얼굴 18">
            <a:extLst>
              <a:ext uri="{FF2B5EF4-FFF2-40B4-BE49-F238E27FC236}">
                <a16:creationId xmlns:a16="http://schemas.microsoft.com/office/drawing/2014/main" id="{8796B6EE-0887-4725-BD17-EDCF2C2330B2}"/>
              </a:ext>
            </a:extLst>
          </p:cNvPr>
          <p:cNvSpPr/>
          <p:nvPr userDrawn="1"/>
        </p:nvSpPr>
        <p:spPr>
          <a:xfrm>
            <a:off x="3315372" y="20291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웃는 얼굴 19">
            <a:extLst>
              <a:ext uri="{FF2B5EF4-FFF2-40B4-BE49-F238E27FC236}">
                <a16:creationId xmlns:a16="http://schemas.microsoft.com/office/drawing/2014/main" id="{0994E878-01A2-4334-AA42-86C36E4D6218}"/>
              </a:ext>
            </a:extLst>
          </p:cNvPr>
          <p:cNvSpPr/>
          <p:nvPr userDrawn="1"/>
        </p:nvSpPr>
        <p:spPr>
          <a:xfrm>
            <a:off x="4084904" y="213898"/>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21" name="표 20">
            <a:extLst>
              <a:ext uri="{FF2B5EF4-FFF2-40B4-BE49-F238E27FC236}">
                <a16:creationId xmlns:a16="http://schemas.microsoft.com/office/drawing/2014/main" id="{962B27DB-6ECC-4332-8B4D-E91B7BA5AB48}"/>
              </a:ext>
            </a:extLst>
          </p:cNvPr>
          <p:cNvGraphicFramePr>
            <a:graphicFrameLocks noGrp="1"/>
          </p:cNvGraphicFramePr>
          <p:nvPr userDrawn="1">
            <p:extLst>
              <p:ext uri="{D42A27DB-BD31-4B8C-83A1-F6EECF244321}">
                <p14:modId xmlns:p14="http://schemas.microsoft.com/office/powerpoint/2010/main" val="4198285017"/>
              </p:ext>
            </p:extLst>
          </p:nvPr>
        </p:nvGraphicFramePr>
        <p:xfrm>
          <a:off x="48089" y="3141314"/>
          <a:ext cx="1305704" cy="128016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정보관리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서브관리자관리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발주담당관리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latinLnBrk="1"/>
                      <a:r>
                        <a:rPr lang="ko-KR" altLang="en-US" sz="800" dirty="0"/>
                        <a:t>○ 포인트관리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a:t>
                      </a:r>
                      <a:r>
                        <a:rPr lang="ko-KR" altLang="en-US" sz="800" dirty="0" err="1"/>
                        <a:t>배송비설정</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취소</a:t>
                      </a:r>
                      <a:r>
                        <a:rPr lang="en-US" altLang="ko-KR" sz="800" dirty="0"/>
                        <a:t>/</a:t>
                      </a:r>
                      <a:r>
                        <a:rPr lang="ko-KR" altLang="en-US" sz="800" dirty="0"/>
                        <a:t>환불안내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bl>
          </a:graphicData>
        </a:graphic>
      </p:graphicFrame>
      <p:sp>
        <p:nvSpPr>
          <p:cNvPr id="27" name="TextBox 26">
            <a:extLst>
              <a:ext uri="{FF2B5EF4-FFF2-40B4-BE49-F238E27FC236}">
                <a16:creationId xmlns:a16="http://schemas.microsoft.com/office/drawing/2014/main" id="{0F04469A-1DC9-4AEE-AFAF-F814AD9183B1}"/>
              </a:ext>
            </a:extLst>
          </p:cNvPr>
          <p:cNvSpPr txBox="1"/>
          <p:nvPr userDrawn="1"/>
        </p:nvSpPr>
        <p:spPr>
          <a:xfrm>
            <a:off x="40495" y="2905534"/>
            <a:ext cx="631904" cy="215444"/>
          </a:xfrm>
          <a:prstGeom prst="rect">
            <a:avLst/>
          </a:prstGeom>
          <a:noFill/>
        </p:spPr>
        <p:txBody>
          <a:bodyPr wrap="none" rtlCol="0">
            <a:spAutoFit/>
          </a:bodyPr>
          <a:lstStyle/>
          <a:p>
            <a:r>
              <a:rPr lang="ko-KR" altLang="en-US" sz="800" b="1" dirty="0">
                <a:solidFill>
                  <a:schemeClr val="bg1">
                    <a:lumMod val="65000"/>
                  </a:schemeClr>
                </a:solidFill>
              </a:rPr>
              <a:t> 환경설정</a:t>
            </a:r>
          </a:p>
        </p:txBody>
      </p:sp>
      <p:sp>
        <p:nvSpPr>
          <p:cNvPr id="28" name="직사각형 27">
            <a:extLst>
              <a:ext uri="{FF2B5EF4-FFF2-40B4-BE49-F238E27FC236}">
                <a16:creationId xmlns:a16="http://schemas.microsoft.com/office/drawing/2014/main" id="{42126A3A-8462-4138-9825-679B60A7F0F4}"/>
              </a:ext>
            </a:extLst>
          </p:cNvPr>
          <p:cNvSpPr/>
          <p:nvPr userDrawn="1"/>
        </p:nvSpPr>
        <p:spPr>
          <a:xfrm>
            <a:off x="9271463" y="429370"/>
            <a:ext cx="840725"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 name="직사각형 28">
            <a:extLst>
              <a:ext uri="{FF2B5EF4-FFF2-40B4-BE49-F238E27FC236}">
                <a16:creationId xmlns:a16="http://schemas.microsoft.com/office/drawing/2014/main" id="{3A465BF4-EC5F-445A-8BF9-DAC510C28B61}"/>
              </a:ext>
            </a:extLst>
          </p:cNvPr>
          <p:cNvSpPr/>
          <p:nvPr userDrawn="1"/>
        </p:nvSpPr>
        <p:spPr>
          <a:xfrm>
            <a:off x="9375639" y="540420"/>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0" name="직사각형 29">
            <a:extLst>
              <a:ext uri="{FF2B5EF4-FFF2-40B4-BE49-F238E27FC236}">
                <a16:creationId xmlns:a16="http://schemas.microsoft.com/office/drawing/2014/main" id="{C1FB320E-6DF5-4A1F-8541-A68AE50F3E4E}"/>
              </a:ext>
            </a:extLst>
          </p:cNvPr>
          <p:cNvSpPr/>
          <p:nvPr userDrawn="1"/>
        </p:nvSpPr>
        <p:spPr>
          <a:xfrm>
            <a:off x="9375639" y="847737"/>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1" name="직사각형 30">
            <a:extLst>
              <a:ext uri="{FF2B5EF4-FFF2-40B4-BE49-F238E27FC236}">
                <a16:creationId xmlns:a16="http://schemas.microsoft.com/office/drawing/2014/main" id="{9E2C7711-053B-40F1-8F11-83780B544E7F}"/>
              </a:ext>
            </a:extLst>
          </p:cNvPr>
          <p:cNvSpPr/>
          <p:nvPr userDrawn="1"/>
        </p:nvSpPr>
        <p:spPr>
          <a:xfrm>
            <a:off x="9375639" y="1155054"/>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2" name="직사각형 31">
            <a:extLst>
              <a:ext uri="{FF2B5EF4-FFF2-40B4-BE49-F238E27FC236}">
                <a16:creationId xmlns:a16="http://schemas.microsoft.com/office/drawing/2014/main" id="{4718628A-9EF3-4843-B0A9-3FF635DF3E1F}"/>
              </a:ext>
            </a:extLst>
          </p:cNvPr>
          <p:cNvSpPr/>
          <p:nvPr userDrawn="1"/>
        </p:nvSpPr>
        <p:spPr>
          <a:xfrm>
            <a:off x="9375639" y="1462371"/>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3" name="직사각형 32">
            <a:extLst>
              <a:ext uri="{FF2B5EF4-FFF2-40B4-BE49-F238E27FC236}">
                <a16:creationId xmlns:a16="http://schemas.microsoft.com/office/drawing/2014/main" id="{4B62C25A-E48E-4310-982E-EA997929015B}"/>
              </a:ext>
            </a:extLst>
          </p:cNvPr>
          <p:cNvSpPr/>
          <p:nvPr userDrawn="1"/>
        </p:nvSpPr>
        <p:spPr>
          <a:xfrm>
            <a:off x="9375639" y="1769688"/>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4" name="직사각형 33">
            <a:extLst>
              <a:ext uri="{FF2B5EF4-FFF2-40B4-BE49-F238E27FC236}">
                <a16:creationId xmlns:a16="http://schemas.microsoft.com/office/drawing/2014/main" id="{677C96AE-FC40-466C-8898-FA3F388DF211}"/>
              </a:ext>
            </a:extLst>
          </p:cNvPr>
          <p:cNvSpPr/>
          <p:nvPr userDrawn="1"/>
        </p:nvSpPr>
        <p:spPr>
          <a:xfrm>
            <a:off x="9375639" y="2077005"/>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5" name="직사각형 34">
            <a:extLst>
              <a:ext uri="{FF2B5EF4-FFF2-40B4-BE49-F238E27FC236}">
                <a16:creationId xmlns:a16="http://schemas.microsoft.com/office/drawing/2014/main" id="{8FF3190A-1F7B-40BF-8D4A-CA3FC395248A}"/>
              </a:ext>
            </a:extLst>
          </p:cNvPr>
          <p:cNvSpPr/>
          <p:nvPr userDrawn="1"/>
        </p:nvSpPr>
        <p:spPr>
          <a:xfrm>
            <a:off x="9375639" y="2384322"/>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6" name="직사각형 35">
            <a:extLst>
              <a:ext uri="{FF2B5EF4-FFF2-40B4-BE49-F238E27FC236}">
                <a16:creationId xmlns:a16="http://schemas.microsoft.com/office/drawing/2014/main" id="{1A8EBA87-F450-401C-85AC-4E4D6039B26C}"/>
              </a:ext>
            </a:extLst>
          </p:cNvPr>
          <p:cNvSpPr/>
          <p:nvPr userDrawn="1"/>
        </p:nvSpPr>
        <p:spPr>
          <a:xfrm>
            <a:off x="9375639" y="2691639"/>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7" name="직사각형 36">
            <a:extLst>
              <a:ext uri="{FF2B5EF4-FFF2-40B4-BE49-F238E27FC236}">
                <a16:creationId xmlns:a16="http://schemas.microsoft.com/office/drawing/2014/main" id="{C369A2C5-9AC0-4784-B621-6C089B5F4037}"/>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8" name="직사각형 37">
            <a:extLst>
              <a:ext uri="{FF2B5EF4-FFF2-40B4-BE49-F238E27FC236}">
                <a16:creationId xmlns:a16="http://schemas.microsoft.com/office/drawing/2014/main" id="{19DA94B8-53A2-4EBD-BE9E-DD2BC8E3B7BE}"/>
              </a:ext>
            </a:extLst>
          </p:cNvPr>
          <p:cNvSpPr/>
          <p:nvPr userDrawn="1"/>
        </p:nvSpPr>
        <p:spPr>
          <a:xfrm>
            <a:off x="1414854" y="48500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39" name="직사각형 38">
            <a:extLst>
              <a:ext uri="{FF2B5EF4-FFF2-40B4-BE49-F238E27FC236}">
                <a16:creationId xmlns:a16="http://schemas.microsoft.com/office/drawing/2014/main" id="{76BAE76C-5AEC-49BE-A7FB-73971A81AF64}"/>
              </a:ext>
            </a:extLst>
          </p:cNvPr>
          <p:cNvSpPr/>
          <p:nvPr userDrawn="1"/>
        </p:nvSpPr>
        <p:spPr>
          <a:xfrm>
            <a:off x="7202350" y="493535"/>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
        <p:nvSpPr>
          <p:cNvPr id="40" name="TextBox 39">
            <a:extLst>
              <a:ext uri="{FF2B5EF4-FFF2-40B4-BE49-F238E27FC236}">
                <a16:creationId xmlns:a16="http://schemas.microsoft.com/office/drawing/2014/main" id="{8A953EDC-F024-4942-A3C3-F70B8158827F}"/>
              </a:ext>
            </a:extLst>
          </p:cNvPr>
          <p:cNvSpPr txBox="1"/>
          <p:nvPr userDrawn="1"/>
        </p:nvSpPr>
        <p:spPr>
          <a:xfrm>
            <a:off x="1370988" y="1721713"/>
            <a:ext cx="761547" cy="215444"/>
          </a:xfrm>
          <a:prstGeom prst="rect">
            <a:avLst/>
          </a:prstGeom>
          <a:noFill/>
        </p:spPr>
        <p:txBody>
          <a:bodyPr wrap="square" rtlCol="0">
            <a:spAutoFit/>
          </a:bodyPr>
          <a:lstStyle/>
          <a:p>
            <a:r>
              <a:rPr lang="ko-KR" altLang="en-US" sz="800" dirty="0"/>
              <a:t>총 </a:t>
            </a:r>
            <a:r>
              <a:rPr lang="en-US" altLang="ko-KR" sz="800" dirty="0"/>
              <a:t>00</a:t>
            </a:r>
            <a:r>
              <a:rPr lang="ko-KR" altLang="en-US" sz="800" dirty="0"/>
              <a:t>건</a:t>
            </a:r>
          </a:p>
        </p:txBody>
      </p:sp>
      <p:sp>
        <p:nvSpPr>
          <p:cNvPr id="41" name="직사각형 40">
            <a:extLst>
              <a:ext uri="{FF2B5EF4-FFF2-40B4-BE49-F238E27FC236}">
                <a16:creationId xmlns:a16="http://schemas.microsoft.com/office/drawing/2014/main" id="{0E66A1B0-048D-42F5-9BF6-18C01712D400}"/>
              </a:ext>
            </a:extLst>
          </p:cNvPr>
          <p:cNvSpPr/>
          <p:nvPr userDrawn="1"/>
        </p:nvSpPr>
        <p:spPr>
          <a:xfrm>
            <a:off x="7905335" y="1645791"/>
            <a:ext cx="1304991"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서브관리자 등록</a:t>
            </a:r>
            <a:endParaRPr lang="en-US" altLang="ko-KR" sz="800" dirty="0">
              <a:solidFill>
                <a:schemeClr val="bg1"/>
              </a:solidFill>
            </a:endParaRPr>
          </a:p>
        </p:txBody>
      </p:sp>
      <p:graphicFrame>
        <p:nvGraphicFramePr>
          <p:cNvPr id="42" name="표 41">
            <a:extLst>
              <a:ext uri="{FF2B5EF4-FFF2-40B4-BE49-F238E27FC236}">
                <a16:creationId xmlns:a16="http://schemas.microsoft.com/office/drawing/2014/main" id="{29F9363A-1FF2-4328-B0EF-3AC23FD2619D}"/>
              </a:ext>
            </a:extLst>
          </p:cNvPr>
          <p:cNvGraphicFramePr>
            <a:graphicFrameLocks noGrp="1"/>
          </p:cNvGraphicFramePr>
          <p:nvPr userDrawn="1">
            <p:extLst>
              <p:ext uri="{D42A27DB-BD31-4B8C-83A1-F6EECF244321}">
                <p14:modId xmlns:p14="http://schemas.microsoft.com/office/powerpoint/2010/main" val="1449306651"/>
              </p:ext>
            </p:extLst>
          </p:nvPr>
        </p:nvGraphicFramePr>
        <p:xfrm>
          <a:off x="1394082" y="1967053"/>
          <a:ext cx="7816244" cy="2007555"/>
        </p:xfrm>
        <a:graphic>
          <a:graphicData uri="http://schemas.openxmlformats.org/drawingml/2006/table">
            <a:tbl>
              <a:tblPr firstRow="1" bandRow="1">
                <a:tableStyleId>{5C22544A-7EE6-4342-B048-85BDC9FD1C3A}</a:tableStyleId>
              </a:tblPr>
              <a:tblGrid>
                <a:gridCol w="393869">
                  <a:extLst>
                    <a:ext uri="{9D8B030D-6E8A-4147-A177-3AD203B41FA5}">
                      <a16:colId xmlns:a16="http://schemas.microsoft.com/office/drawing/2014/main" val="20000"/>
                    </a:ext>
                  </a:extLst>
                </a:gridCol>
                <a:gridCol w="465577">
                  <a:extLst>
                    <a:ext uri="{9D8B030D-6E8A-4147-A177-3AD203B41FA5}">
                      <a16:colId xmlns:a16="http://schemas.microsoft.com/office/drawing/2014/main" val="20001"/>
                    </a:ext>
                  </a:extLst>
                </a:gridCol>
                <a:gridCol w="701688">
                  <a:extLst>
                    <a:ext uri="{9D8B030D-6E8A-4147-A177-3AD203B41FA5}">
                      <a16:colId xmlns:a16="http://schemas.microsoft.com/office/drawing/2014/main" val="822308656"/>
                    </a:ext>
                  </a:extLst>
                </a:gridCol>
                <a:gridCol w="1686360">
                  <a:extLst>
                    <a:ext uri="{9D8B030D-6E8A-4147-A177-3AD203B41FA5}">
                      <a16:colId xmlns:a16="http://schemas.microsoft.com/office/drawing/2014/main" val="20003"/>
                    </a:ext>
                  </a:extLst>
                </a:gridCol>
                <a:gridCol w="711474">
                  <a:extLst>
                    <a:ext uri="{9D8B030D-6E8A-4147-A177-3AD203B41FA5}">
                      <a16:colId xmlns:a16="http://schemas.microsoft.com/office/drawing/2014/main" val="1545715726"/>
                    </a:ext>
                  </a:extLst>
                </a:gridCol>
                <a:gridCol w="1689100">
                  <a:extLst>
                    <a:ext uri="{9D8B030D-6E8A-4147-A177-3AD203B41FA5}">
                      <a16:colId xmlns:a16="http://schemas.microsoft.com/office/drawing/2014/main" val="2206878465"/>
                    </a:ext>
                  </a:extLst>
                </a:gridCol>
                <a:gridCol w="954541">
                  <a:extLst>
                    <a:ext uri="{9D8B030D-6E8A-4147-A177-3AD203B41FA5}">
                      <a16:colId xmlns:a16="http://schemas.microsoft.com/office/drawing/2014/main" val="20010"/>
                    </a:ext>
                  </a:extLst>
                </a:gridCol>
                <a:gridCol w="1213635">
                  <a:extLst>
                    <a:ext uri="{9D8B030D-6E8A-4147-A177-3AD203B41FA5}">
                      <a16:colId xmlns:a16="http://schemas.microsoft.com/office/drawing/2014/main" val="2179269706"/>
                    </a:ext>
                  </a:extLst>
                </a:gridCol>
              </a:tblGrid>
              <a:tr h="0">
                <a:tc>
                  <a:txBody>
                    <a:bodyPr/>
                    <a:lstStyle/>
                    <a:p>
                      <a:pPr algn="ctr" latinLnBrk="1"/>
                      <a:r>
                        <a:rPr lang="en-US" altLang="ko-KR" sz="800" b="0" dirty="0">
                          <a:solidFill>
                            <a:schemeClr val="tx1"/>
                          </a:solidFill>
                        </a:rPr>
                        <a:t>No</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회원번호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이메일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발주담당자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운영기간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권한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관리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700" b="0" dirty="0">
                          <a:solidFill>
                            <a:schemeClr val="tx1"/>
                          </a:solidFill>
                        </a:rPr>
                        <a:t>5</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700" b="0" dirty="0">
                          <a:solidFill>
                            <a:schemeClr val="tx1"/>
                          </a:solidFill>
                        </a:rPr>
                        <a:t>운영</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en-US" altLang="ko-KR" sz="700" b="0" dirty="0">
                          <a:solidFill>
                            <a:schemeClr val="tx1"/>
                          </a:solidFill>
                        </a:rPr>
                        <a:t>m0020292</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en-US" altLang="ko-KR" sz="700" b="0" dirty="0">
                          <a:solidFill>
                            <a:schemeClr val="tx1"/>
                          </a:solidFill>
                        </a:rPr>
                        <a:t>email_id001@email_domain.com</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700" b="0" dirty="0">
                          <a:solidFill>
                            <a:schemeClr val="tx1"/>
                          </a:solidFill>
                        </a:rPr>
                        <a:t>홍길동</a:t>
                      </a:r>
                      <a:endParaRPr lang="en-US" altLang="ko-KR"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2024.10.01 01</a:t>
                      </a:r>
                      <a:r>
                        <a:rPr kumimoji="0" lang="ko-KR" altLang="en-US" sz="7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시</a:t>
                      </a:r>
                      <a:r>
                        <a:rPr kumimoji="0" lang="en-US" altLang="ko-KR" sz="7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 ~ 2024.11.01 23</a:t>
                      </a:r>
                      <a:r>
                        <a:rPr kumimoji="0" lang="ko-KR" altLang="en-US" sz="7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시</a:t>
                      </a:r>
                      <a:endParaRPr kumimoji="0" lang="en-US" altLang="ko-KR" sz="7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700" b="0" dirty="0">
                          <a:solidFill>
                            <a:schemeClr val="tx1"/>
                          </a:solidFill>
                        </a:rPr>
                        <a:t>Shop</a:t>
                      </a:r>
                      <a:r>
                        <a:rPr lang="ko-KR" altLang="en-US" sz="700" b="0" dirty="0">
                          <a:solidFill>
                            <a:schemeClr val="tx1"/>
                          </a:solidFill>
                        </a:rPr>
                        <a:t>채널관리</a:t>
                      </a:r>
                      <a:endParaRPr lang="en-US" altLang="ko-KR" sz="700" b="0" dirty="0">
                        <a:solidFill>
                          <a:schemeClr val="tx1"/>
                        </a:solidFill>
                      </a:endParaRPr>
                    </a:p>
                    <a:p>
                      <a:pPr algn="ctr" latinLnBrk="1">
                        <a:lnSpc>
                          <a:spcPct val="150000"/>
                        </a:lnSpc>
                      </a:pPr>
                      <a:r>
                        <a:rPr lang="ko-KR" altLang="en-US" sz="700" b="0" dirty="0">
                          <a:solidFill>
                            <a:schemeClr val="tx1"/>
                          </a:solidFill>
                        </a:rPr>
                        <a:t>상품관리</a:t>
                      </a:r>
                      <a:endParaRPr lang="en-US" altLang="ko-KR" sz="700" b="0" dirty="0">
                        <a:solidFill>
                          <a:schemeClr val="tx1"/>
                        </a:solidFill>
                      </a:endParaRPr>
                    </a:p>
                    <a:p>
                      <a:pPr algn="ctr" latinLnBrk="1">
                        <a:lnSpc>
                          <a:spcPct val="150000"/>
                        </a:lnSpc>
                      </a:pPr>
                      <a:r>
                        <a:rPr lang="ko-KR" altLang="en-US" sz="700" b="0" dirty="0">
                          <a:solidFill>
                            <a:schemeClr val="tx1"/>
                          </a:solidFill>
                        </a:rPr>
                        <a:t>공동구매관리</a:t>
                      </a:r>
                      <a:endParaRPr lang="en-US" altLang="ko-KR" sz="700" b="0" dirty="0">
                        <a:solidFill>
                          <a:schemeClr val="tx1"/>
                        </a:solidFill>
                      </a:endParaRPr>
                    </a:p>
                    <a:p>
                      <a:pPr algn="ctr" latinLnBrk="1">
                        <a:lnSpc>
                          <a:spcPct val="150000"/>
                        </a:lnSpc>
                      </a:pPr>
                      <a:r>
                        <a:rPr lang="ko-KR" altLang="en-US" sz="700" b="0" dirty="0">
                          <a:solidFill>
                            <a:schemeClr val="tx1"/>
                          </a:solidFill>
                        </a:rPr>
                        <a:t>주문관리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700" b="0" dirty="0">
                          <a:solidFill>
                            <a:schemeClr val="tx1"/>
                          </a:solidFill>
                        </a:rPr>
                        <a:t>4</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700" b="0" dirty="0">
                          <a:solidFill>
                            <a:schemeClr val="tx1"/>
                          </a:solidFill>
                        </a:rPr>
                        <a:t>운영</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m0020292</a:t>
                      </a:r>
                      <a:endParaRPr kumimoji="0" lang="en-US" altLang="ko-KR" sz="7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en-US" altLang="ko-KR" sz="700" b="0" dirty="0">
                          <a:solidFill>
                            <a:schemeClr val="tx1"/>
                          </a:solidFill>
                        </a:rPr>
                        <a:t>email_id002@email_domain.com</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700" b="0" dirty="0" err="1">
                          <a:solidFill>
                            <a:schemeClr val="tx1"/>
                          </a:solidFill>
                        </a:rPr>
                        <a:t>성춘향</a:t>
                      </a:r>
                      <a:endParaRPr lang="en-US" altLang="ko-KR"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2024.10.01 01</a:t>
                      </a:r>
                      <a:r>
                        <a:rPr kumimoji="0" lang="ko-KR" altLang="en-US" sz="7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시</a:t>
                      </a:r>
                      <a:r>
                        <a:rPr kumimoji="0" lang="en-US" altLang="ko-KR" sz="7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 ~ 2024.11.01 23</a:t>
                      </a:r>
                      <a:r>
                        <a:rPr kumimoji="0" lang="ko-KR" altLang="en-US" sz="7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시</a:t>
                      </a:r>
                      <a:endParaRPr kumimoji="0" lang="en-US" altLang="ko-KR" sz="7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700" b="0" dirty="0">
                          <a:solidFill>
                            <a:schemeClr val="tx1"/>
                          </a:solidFill>
                        </a:rPr>
                        <a:t>상품관리</a:t>
                      </a:r>
                      <a:endParaRPr lang="en-US" altLang="ko-KR" sz="700" b="0" dirty="0">
                        <a:solidFill>
                          <a:schemeClr val="tx1"/>
                        </a:solidFill>
                      </a:endParaRPr>
                    </a:p>
                    <a:p>
                      <a:pPr algn="ctr" latinLnBrk="1">
                        <a:lnSpc>
                          <a:spcPct val="150000"/>
                        </a:lnSpc>
                      </a:pPr>
                      <a:r>
                        <a:rPr lang="ko-KR" altLang="en-US" sz="700" b="0" dirty="0">
                          <a:solidFill>
                            <a:schemeClr val="tx1"/>
                          </a:solidFill>
                        </a:rPr>
                        <a:t>주문관리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700" b="0" dirty="0">
                          <a:solidFill>
                            <a:schemeClr val="tx1"/>
                          </a:solidFill>
                        </a:rPr>
                        <a:t>3</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700" b="0" dirty="0">
                          <a:solidFill>
                            <a:schemeClr val="tx1"/>
                          </a:solidFill>
                        </a:rPr>
                        <a:t>중지</a:t>
                      </a:r>
                      <a:endParaRPr lang="en-US" altLang="ko-KR"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m0020292</a:t>
                      </a:r>
                      <a:endParaRPr kumimoji="0" lang="en-US" altLang="ko-KR" sz="7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en-US" altLang="ko-KR" sz="700" b="0" dirty="0">
                          <a:solidFill>
                            <a:schemeClr val="tx1"/>
                          </a:solidFill>
                        </a:rPr>
                        <a:t>email_id003@email_domain.com</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700" b="0" dirty="0" err="1">
                          <a:solidFill>
                            <a:schemeClr val="tx1"/>
                          </a:solidFill>
                        </a:rPr>
                        <a:t>이목룡</a:t>
                      </a:r>
                      <a:endParaRPr lang="en-US" altLang="ko-KR"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2024.10.01 01</a:t>
                      </a:r>
                      <a:r>
                        <a:rPr kumimoji="0" lang="ko-KR" altLang="en-US" sz="7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시</a:t>
                      </a:r>
                      <a:r>
                        <a:rPr kumimoji="0" lang="en-US" altLang="ko-KR" sz="7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 ~ 2024.11.01 23</a:t>
                      </a:r>
                      <a:r>
                        <a:rPr kumimoji="0" lang="ko-KR" altLang="en-US" sz="7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시</a:t>
                      </a:r>
                      <a:endParaRPr kumimoji="0" lang="en-US" altLang="ko-KR" sz="7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700" b="0" dirty="0">
                          <a:solidFill>
                            <a:schemeClr val="tx1"/>
                          </a:solidFill>
                        </a:rPr>
                        <a:t>주문관리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algn="ctr" latinLnBrk="1"/>
                      <a:r>
                        <a:rPr lang="en-US" altLang="ko-KR" sz="700" b="0" dirty="0">
                          <a:solidFill>
                            <a:schemeClr val="tx1"/>
                          </a:solidFill>
                        </a:rPr>
                        <a:t>2</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700" b="0" dirty="0">
                          <a:solidFill>
                            <a:schemeClr val="tx1"/>
                          </a:solidFill>
                        </a:rPr>
                        <a:t>운영</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m0020292</a:t>
                      </a:r>
                      <a:endParaRPr kumimoji="0" lang="en-US" altLang="ko-KR" sz="7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en-US" altLang="ko-KR" sz="700" b="0" dirty="0">
                          <a:solidFill>
                            <a:schemeClr val="tx1"/>
                          </a:solidFill>
                        </a:rPr>
                        <a:t>email_id004@email_domain.com</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700" b="0" dirty="0">
                          <a:solidFill>
                            <a:schemeClr val="tx1"/>
                          </a:solidFill>
                        </a:rPr>
                        <a:t>김철수</a:t>
                      </a:r>
                      <a:endParaRPr lang="en-US" altLang="ko-KR"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2024.10.01 01</a:t>
                      </a:r>
                      <a:r>
                        <a:rPr kumimoji="0" lang="ko-KR" altLang="en-US" sz="7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시</a:t>
                      </a:r>
                      <a:r>
                        <a:rPr kumimoji="0" lang="en-US" altLang="ko-KR" sz="7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 ~ 2024.11.01 23</a:t>
                      </a:r>
                      <a:r>
                        <a:rPr kumimoji="0" lang="ko-KR" altLang="en-US" sz="7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시</a:t>
                      </a:r>
                      <a:endParaRPr kumimoji="0" lang="en-US" altLang="ko-KR" sz="7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700" b="0" dirty="0">
                          <a:solidFill>
                            <a:schemeClr val="tx1"/>
                          </a:solidFill>
                        </a:rPr>
                        <a:t>상품관리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295892757"/>
                  </a:ext>
                </a:extLst>
              </a:tr>
              <a:tr h="0">
                <a:tc>
                  <a:txBody>
                    <a:bodyPr/>
                    <a:lstStyle/>
                    <a:p>
                      <a:pPr algn="ctr" latinLnBrk="1"/>
                      <a:r>
                        <a:rPr lang="en-US" altLang="ko-KR" sz="700" b="0" dirty="0">
                          <a:solidFill>
                            <a:schemeClr val="tx1"/>
                          </a:solidFill>
                        </a:rPr>
                        <a:t>1</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700" b="0" dirty="0">
                          <a:solidFill>
                            <a:schemeClr val="tx1"/>
                          </a:solidFill>
                        </a:rPr>
                        <a:t>운영</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m0020292</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en-US" altLang="ko-KR" sz="700" b="0" dirty="0">
                          <a:solidFill>
                            <a:schemeClr val="tx1"/>
                          </a:solidFill>
                        </a:rPr>
                        <a:t>email_id005@email_domain.com</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700" b="0" dirty="0">
                          <a:solidFill>
                            <a:schemeClr val="tx1"/>
                          </a:solidFill>
                        </a:rPr>
                        <a:t>김철수</a:t>
                      </a:r>
                      <a:endParaRPr lang="en-US" altLang="ko-KR"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2024.10.01 01</a:t>
                      </a:r>
                      <a:r>
                        <a:rPr kumimoji="0" lang="ko-KR" altLang="en-US" sz="7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시</a:t>
                      </a:r>
                      <a:r>
                        <a:rPr kumimoji="0" lang="en-US" altLang="ko-KR" sz="7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 ~ 2024.11.01 23</a:t>
                      </a:r>
                      <a:r>
                        <a:rPr kumimoji="0" lang="ko-KR" altLang="en-US" sz="7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시</a:t>
                      </a:r>
                      <a:endParaRPr kumimoji="0" lang="en-US" altLang="ko-KR" sz="7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700" b="0" dirty="0">
                          <a:solidFill>
                            <a:schemeClr val="tx1"/>
                          </a:solidFill>
                        </a:rPr>
                        <a:t>공동구매관리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781752108"/>
                  </a:ext>
                </a:extLst>
              </a:tr>
            </a:tbl>
          </a:graphicData>
        </a:graphic>
      </p:graphicFrame>
      <p:sp>
        <p:nvSpPr>
          <p:cNvPr id="55" name="직사각형 54">
            <a:extLst>
              <a:ext uri="{FF2B5EF4-FFF2-40B4-BE49-F238E27FC236}">
                <a16:creationId xmlns:a16="http://schemas.microsoft.com/office/drawing/2014/main" id="{C571AA83-7788-481B-9C6E-D0C08B44C4E2}"/>
              </a:ext>
            </a:extLst>
          </p:cNvPr>
          <p:cNvSpPr/>
          <p:nvPr userDrawn="1"/>
        </p:nvSpPr>
        <p:spPr>
          <a:xfrm>
            <a:off x="8815987" y="2206365"/>
            <a:ext cx="351299" cy="13381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56" name="직사각형 55">
            <a:extLst>
              <a:ext uri="{FF2B5EF4-FFF2-40B4-BE49-F238E27FC236}">
                <a16:creationId xmlns:a16="http://schemas.microsoft.com/office/drawing/2014/main" id="{7A0B7DC4-7691-4D15-8C86-03699AB77099}"/>
              </a:ext>
            </a:extLst>
          </p:cNvPr>
          <p:cNvSpPr/>
          <p:nvPr userDrawn="1"/>
        </p:nvSpPr>
        <p:spPr>
          <a:xfrm>
            <a:off x="8426313" y="2206364"/>
            <a:ext cx="341530" cy="13381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58" name="직사각형 57">
            <a:extLst>
              <a:ext uri="{FF2B5EF4-FFF2-40B4-BE49-F238E27FC236}">
                <a16:creationId xmlns:a16="http://schemas.microsoft.com/office/drawing/2014/main" id="{468474E2-1BD8-4299-BB2D-F49B6B24A5A9}"/>
              </a:ext>
            </a:extLst>
          </p:cNvPr>
          <p:cNvSpPr/>
          <p:nvPr userDrawn="1"/>
        </p:nvSpPr>
        <p:spPr>
          <a:xfrm>
            <a:off x="8030995" y="2206364"/>
            <a:ext cx="341530" cy="133815"/>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pic>
        <p:nvPicPr>
          <p:cNvPr id="79" name="Picture 2">
            <a:extLst>
              <a:ext uri="{FF2B5EF4-FFF2-40B4-BE49-F238E27FC236}">
                <a16:creationId xmlns:a16="http://schemas.microsoft.com/office/drawing/2014/main" id="{8DCD447C-0107-4F78-920E-AA99D36D80E8}"/>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144549" y="4439730"/>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71" name="직사각형 70">
            <a:extLst>
              <a:ext uri="{FF2B5EF4-FFF2-40B4-BE49-F238E27FC236}">
                <a16:creationId xmlns:a16="http://schemas.microsoft.com/office/drawing/2014/main" id="{AAD547B9-104D-47A1-B47D-7742CB2553D8}"/>
              </a:ext>
            </a:extLst>
          </p:cNvPr>
          <p:cNvSpPr/>
          <p:nvPr userDrawn="1"/>
        </p:nvSpPr>
        <p:spPr>
          <a:xfrm>
            <a:off x="2348177" y="858404"/>
            <a:ext cx="5521056" cy="18389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graphicFrame>
        <p:nvGraphicFramePr>
          <p:cNvPr id="73" name="표 63">
            <a:extLst>
              <a:ext uri="{FF2B5EF4-FFF2-40B4-BE49-F238E27FC236}">
                <a16:creationId xmlns:a16="http://schemas.microsoft.com/office/drawing/2014/main" id="{2F3C63C8-9E33-4B46-8596-26BDF1AD4D10}"/>
              </a:ext>
            </a:extLst>
          </p:cNvPr>
          <p:cNvGraphicFramePr>
            <a:graphicFrameLocks noGrp="1"/>
          </p:cNvGraphicFramePr>
          <p:nvPr userDrawn="1">
            <p:extLst>
              <p:ext uri="{D42A27DB-BD31-4B8C-83A1-F6EECF244321}">
                <p14:modId xmlns:p14="http://schemas.microsoft.com/office/powerpoint/2010/main" val="2195376578"/>
              </p:ext>
            </p:extLst>
          </p:nvPr>
        </p:nvGraphicFramePr>
        <p:xfrm>
          <a:off x="1419945" y="825016"/>
          <a:ext cx="7797729" cy="733755"/>
        </p:xfrm>
        <a:graphic>
          <a:graphicData uri="http://schemas.openxmlformats.org/drawingml/2006/table">
            <a:tbl>
              <a:tblPr firstRow="1" bandRow="1">
                <a:tableStyleId>{5940675A-B579-460E-94D1-54222C63F5DA}</a:tableStyleId>
              </a:tblPr>
              <a:tblGrid>
                <a:gridCol w="864749">
                  <a:extLst>
                    <a:ext uri="{9D8B030D-6E8A-4147-A177-3AD203B41FA5}">
                      <a16:colId xmlns:a16="http://schemas.microsoft.com/office/drawing/2014/main" val="3701388552"/>
                    </a:ext>
                  </a:extLst>
                </a:gridCol>
                <a:gridCol w="6932980">
                  <a:extLst>
                    <a:ext uri="{9D8B030D-6E8A-4147-A177-3AD203B41FA5}">
                      <a16:colId xmlns:a16="http://schemas.microsoft.com/office/drawing/2014/main" val="339215266"/>
                    </a:ext>
                  </a:extLst>
                </a:gridCol>
              </a:tblGrid>
              <a:tr h="244585">
                <a:tc>
                  <a:txBody>
                    <a:bodyPr/>
                    <a:lstStyle/>
                    <a:p>
                      <a:pPr latinLnBrk="1"/>
                      <a:r>
                        <a:rPr lang="ko-KR" altLang="en-US" sz="900" dirty="0"/>
                        <a:t>회원번호</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244585">
                <a:tc>
                  <a:txBody>
                    <a:bodyPr/>
                    <a:lstStyle/>
                    <a:p>
                      <a:pPr latinLnBrk="1"/>
                      <a:r>
                        <a:rPr lang="ko-KR" altLang="en-US" sz="900" dirty="0" err="1"/>
                        <a:t>회원아이디</a:t>
                      </a:r>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4369655"/>
                  </a:ext>
                </a:extLst>
              </a:tr>
              <a:tr h="244585">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74" name="직사각형 73">
            <a:extLst>
              <a:ext uri="{FF2B5EF4-FFF2-40B4-BE49-F238E27FC236}">
                <a16:creationId xmlns:a16="http://schemas.microsoft.com/office/drawing/2014/main" id="{1859A8C9-DE05-4A98-A545-113E52058385}"/>
              </a:ext>
            </a:extLst>
          </p:cNvPr>
          <p:cNvSpPr/>
          <p:nvPr userDrawn="1"/>
        </p:nvSpPr>
        <p:spPr>
          <a:xfrm>
            <a:off x="8467393" y="1332325"/>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75" name="직사각형 74">
            <a:extLst>
              <a:ext uri="{FF2B5EF4-FFF2-40B4-BE49-F238E27FC236}">
                <a16:creationId xmlns:a16="http://schemas.microsoft.com/office/drawing/2014/main" id="{D0EE2D5F-7FC9-45FD-A156-A841105E03C3}"/>
              </a:ext>
            </a:extLst>
          </p:cNvPr>
          <p:cNvSpPr/>
          <p:nvPr userDrawn="1"/>
        </p:nvSpPr>
        <p:spPr>
          <a:xfrm>
            <a:off x="2348177" y="1099365"/>
            <a:ext cx="5521056" cy="18389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76" name="직사각형 75">
            <a:extLst>
              <a:ext uri="{FF2B5EF4-FFF2-40B4-BE49-F238E27FC236}">
                <a16:creationId xmlns:a16="http://schemas.microsoft.com/office/drawing/2014/main" id="{7AF9ACE9-246D-41A8-A4FB-72ED8D3BBAE7}"/>
              </a:ext>
            </a:extLst>
          </p:cNvPr>
          <p:cNvSpPr/>
          <p:nvPr userDrawn="1"/>
        </p:nvSpPr>
        <p:spPr>
          <a:xfrm>
            <a:off x="8816572" y="2930099"/>
            <a:ext cx="351299" cy="13381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77" name="직사각형 76">
            <a:extLst>
              <a:ext uri="{FF2B5EF4-FFF2-40B4-BE49-F238E27FC236}">
                <a16:creationId xmlns:a16="http://schemas.microsoft.com/office/drawing/2014/main" id="{639A91CD-BB19-4B83-803E-37FB76E3EB89}"/>
              </a:ext>
            </a:extLst>
          </p:cNvPr>
          <p:cNvSpPr/>
          <p:nvPr userDrawn="1"/>
        </p:nvSpPr>
        <p:spPr>
          <a:xfrm>
            <a:off x="8426898" y="2930098"/>
            <a:ext cx="341530" cy="13381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78" name="직사각형 77">
            <a:extLst>
              <a:ext uri="{FF2B5EF4-FFF2-40B4-BE49-F238E27FC236}">
                <a16:creationId xmlns:a16="http://schemas.microsoft.com/office/drawing/2014/main" id="{C2E3ABCF-D52C-456C-8BEA-68177DEAAE64}"/>
              </a:ext>
            </a:extLst>
          </p:cNvPr>
          <p:cNvSpPr/>
          <p:nvPr userDrawn="1"/>
        </p:nvSpPr>
        <p:spPr>
          <a:xfrm>
            <a:off x="8031580" y="2930098"/>
            <a:ext cx="341530" cy="133815"/>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80" name="직사각형 79">
            <a:extLst>
              <a:ext uri="{FF2B5EF4-FFF2-40B4-BE49-F238E27FC236}">
                <a16:creationId xmlns:a16="http://schemas.microsoft.com/office/drawing/2014/main" id="{A6960CCF-1B2D-4CD0-8D76-C4ED046AD6B2}"/>
              </a:ext>
            </a:extLst>
          </p:cNvPr>
          <p:cNvSpPr/>
          <p:nvPr userDrawn="1"/>
        </p:nvSpPr>
        <p:spPr>
          <a:xfrm>
            <a:off x="8815987" y="3325303"/>
            <a:ext cx="351299" cy="13381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81" name="직사각형 80">
            <a:extLst>
              <a:ext uri="{FF2B5EF4-FFF2-40B4-BE49-F238E27FC236}">
                <a16:creationId xmlns:a16="http://schemas.microsoft.com/office/drawing/2014/main" id="{4F849B18-4C38-4452-8BC9-CEE8DE0E1745}"/>
              </a:ext>
            </a:extLst>
          </p:cNvPr>
          <p:cNvSpPr/>
          <p:nvPr userDrawn="1"/>
        </p:nvSpPr>
        <p:spPr>
          <a:xfrm>
            <a:off x="8426313" y="3325302"/>
            <a:ext cx="341530" cy="13381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82" name="직사각형 81">
            <a:extLst>
              <a:ext uri="{FF2B5EF4-FFF2-40B4-BE49-F238E27FC236}">
                <a16:creationId xmlns:a16="http://schemas.microsoft.com/office/drawing/2014/main" id="{656C33BB-45B2-4A2F-A65C-8CA1C6FB5360}"/>
              </a:ext>
            </a:extLst>
          </p:cNvPr>
          <p:cNvSpPr/>
          <p:nvPr userDrawn="1"/>
        </p:nvSpPr>
        <p:spPr>
          <a:xfrm>
            <a:off x="8030995" y="3325302"/>
            <a:ext cx="341530" cy="133815"/>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83" name="직사각형 82">
            <a:extLst>
              <a:ext uri="{FF2B5EF4-FFF2-40B4-BE49-F238E27FC236}">
                <a16:creationId xmlns:a16="http://schemas.microsoft.com/office/drawing/2014/main" id="{4261C09D-D1CB-4002-B74F-57E290A7A1B8}"/>
              </a:ext>
            </a:extLst>
          </p:cNvPr>
          <p:cNvSpPr/>
          <p:nvPr userDrawn="1"/>
        </p:nvSpPr>
        <p:spPr>
          <a:xfrm>
            <a:off x="8815987" y="3551560"/>
            <a:ext cx="351299" cy="13381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84" name="직사각형 83">
            <a:extLst>
              <a:ext uri="{FF2B5EF4-FFF2-40B4-BE49-F238E27FC236}">
                <a16:creationId xmlns:a16="http://schemas.microsoft.com/office/drawing/2014/main" id="{FDB8C697-F05D-46AC-84EB-A2D2C4B3FE2C}"/>
              </a:ext>
            </a:extLst>
          </p:cNvPr>
          <p:cNvSpPr/>
          <p:nvPr userDrawn="1"/>
        </p:nvSpPr>
        <p:spPr>
          <a:xfrm>
            <a:off x="8426313" y="3551559"/>
            <a:ext cx="341530" cy="13381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85" name="직사각형 84">
            <a:extLst>
              <a:ext uri="{FF2B5EF4-FFF2-40B4-BE49-F238E27FC236}">
                <a16:creationId xmlns:a16="http://schemas.microsoft.com/office/drawing/2014/main" id="{F05171EC-15DC-4483-AAFA-898AEF34F91F}"/>
              </a:ext>
            </a:extLst>
          </p:cNvPr>
          <p:cNvSpPr/>
          <p:nvPr userDrawn="1"/>
        </p:nvSpPr>
        <p:spPr>
          <a:xfrm>
            <a:off x="8030995" y="3551559"/>
            <a:ext cx="341530" cy="133815"/>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86" name="직사각형 85">
            <a:extLst>
              <a:ext uri="{FF2B5EF4-FFF2-40B4-BE49-F238E27FC236}">
                <a16:creationId xmlns:a16="http://schemas.microsoft.com/office/drawing/2014/main" id="{21BECFA0-6DEA-4EBB-A707-C882962D68D1}"/>
              </a:ext>
            </a:extLst>
          </p:cNvPr>
          <p:cNvSpPr/>
          <p:nvPr userDrawn="1"/>
        </p:nvSpPr>
        <p:spPr>
          <a:xfrm>
            <a:off x="8815987" y="3784738"/>
            <a:ext cx="351299" cy="13381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87" name="직사각형 86">
            <a:extLst>
              <a:ext uri="{FF2B5EF4-FFF2-40B4-BE49-F238E27FC236}">
                <a16:creationId xmlns:a16="http://schemas.microsoft.com/office/drawing/2014/main" id="{1C0A3CFF-B191-4AAA-9DB0-58068BA6BE75}"/>
              </a:ext>
            </a:extLst>
          </p:cNvPr>
          <p:cNvSpPr/>
          <p:nvPr userDrawn="1"/>
        </p:nvSpPr>
        <p:spPr>
          <a:xfrm>
            <a:off x="8426313" y="3784737"/>
            <a:ext cx="341530" cy="13381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88" name="직사각형 87">
            <a:extLst>
              <a:ext uri="{FF2B5EF4-FFF2-40B4-BE49-F238E27FC236}">
                <a16:creationId xmlns:a16="http://schemas.microsoft.com/office/drawing/2014/main" id="{CCB60ABA-FA63-4ECD-ADB3-61641430CA0C}"/>
              </a:ext>
            </a:extLst>
          </p:cNvPr>
          <p:cNvSpPr/>
          <p:nvPr userDrawn="1"/>
        </p:nvSpPr>
        <p:spPr>
          <a:xfrm>
            <a:off x="8030995" y="3784737"/>
            <a:ext cx="341530" cy="133815"/>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graphicFrame>
        <p:nvGraphicFramePr>
          <p:cNvPr id="89" name="표 20">
            <a:extLst>
              <a:ext uri="{FF2B5EF4-FFF2-40B4-BE49-F238E27FC236}">
                <a16:creationId xmlns:a16="http://schemas.microsoft.com/office/drawing/2014/main" id="{5F3DC5C4-4CB7-42CA-9DB1-DC461798FE28}"/>
              </a:ext>
            </a:extLst>
          </p:cNvPr>
          <p:cNvGraphicFramePr>
            <a:graphicFrameLocks noGrp="1"/>
          </p:cNvGraphicFramePr>
          <p:nvPr userDrawn="1">
            <p:extLst>
              <p:ext uri="{D42A27DB-BD31-4B8C-83A1-F6EECF244321}">
                <p14:modId xmlns:p14="http://schemas.microsoft.com/office/powerpoint/2010/main" val="1407154340"/>
              </p:ext>
            </p:extLst>
          </p:nvPr>
        </p:nvGraphicFramePr>
        <p:xfrm>
          <a:off x="40495" y="1178787"/>
          <a:ext cx="1305704" cy="106680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a:t>
                      </a:r>
                      <a:r>
                        <a:rPr lang="en-US" altLang="ko-KR" sz="800" dirty="0"/>
                        <a:t>Shop </a:t>
                      </a:r>
                      <a:r>
                        <a:rPr lang="ko-KR" altLang="en-US" sz="800" dirty="0"/>
                        <a:t>채널관리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상품관리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공동구매 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latinLnBrk="1"/>
                      <a:r>
                        <a:rPr lang="ko-KR" altLang="en-US" sz="800" dirty="0"/>
                        <a:t>○ 주문관리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정산관리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878359119"/>
                  </a:ext>
                </a:extLst>
              </a:tr>
            </a:tbl>
          </a:graphicData>
        </a:graphic>
      </p:graphicFrame>
      <p:sp>
        <p:nvSpPr>
          <p:cNvPr id="90" name="TextBox 89">
            <a:extLst>
              <a:ext uri="{FF2B5EF4-FFF2-40B4-BE49-F238E27FC236}">
                <a16:creationId xmlns:a16="http://schemas.microsoft.com/office/drawing/2014/main" id="{DA789924-EE72-4A6C-B47D-F4A5B141FB4C}"/>
              </a:ext>
            </a:extLst>
          </p:cNvPr>
          <p:cNvSpPr txBox="1"/>
          <p:nvPr userDrawn="1"/>
        </p:nvSpPr>
        <p:spPr>
          <a:xfrm rot="10800000">
            <a:off x="1078469" y="1170836"/>
            <a:ext cx="276038" cy="246221"/>
          </a:xfrm>
          <a:prstGeom prst="rect">
            <a:avLst/>
          </a:prstGeom>
          <a:noFill/>
        </p:spPr>
        <p:txBody>
          <a:bodyPr wrap="none" rtlCol="0">
            <a:spAutoFit/>
          </a:bodyPr>
          <a:lstStyle/>
          <a:p>
            <a:r>
              <a:rPr lang="ko-KR" altLang="en-US" sz="1000" b="1" dirty="0"/>
              <a:t>∨</a:t>
            </a:r>
          </a:p>
        </p:txBody>
      </p:sp>
      <p:sp>
        <p:nvSpPr>
          <p:cNvPr id="91" name="TextBox 90">
            <a:extLst>
              <a:ext uri="{FF2B5EF4-FFF2-40B4-BE49-F238E27FC236}">
                <a16:creationId xmlns:a16="http://schemas.microsoft.com/office/drawing/2014/main" id="{4442EEEE-4628-403A-9747-3D65C657A979}"/>
              </a:ext>
            </a:extLst>
          </p:cNvPr>
          <p:cNvSpPr txBox="1"/>
          <p:nvPr userDrawn="1"/>
        </p:nvSpPr>
        <p:spPr>
          <a:xfrm rot="10800000">
            <a:off x="1080745" y="1381815"/>
            <a:ext cx="276038" cy="246221"/>
          </a:xfrm>
          <a:prstGeom prst="rect">
            <a:avLst/>
          </a:prstGeom>
          <a:noFill/>
        </p:spPr>
        <p:txBody>
          <a:bodyPr wrap="none" rtlCol="0">
            <a:spAutoFit/>
          </a:bodyPr>
          <a:lstStyle/>
          <a:p>
            <a:r>
              <a:rPr lang="ko-KR" altLang="en-US" sz="1000" b="1" dirty="0"/>
              <a:t>∨</a:t>
            </a:r>
          </a:p>
        </p:txBody>
      </p:sp>
      <p:sp>
        <p:nvSpPr>
          <p:cNvPr id="92" name="TextBox 91">
            <a:extLst>
              <a:ext uri="{FF2B5EF4-FFF2-40B4-BE49-F238E27FC236}">
                <a16:creationId xmlns:a16="http://schemas.microsoft.com/office/drawing/2014/main" id="{4C3B1257-8199-4445-B157-F509F57FC5F2}"/>
              </a:ext>
            </a:extLst>
          </p:cNvPr>
          <p:cNvSpPr txBox="1"/>
          <p:nvPr userDrawn="1"/>
        </p:nvSpPr>
        <p:spPr>
          <a:xfrm rot="10800000">
            <a:off x="1078468" y="1598765"/>
            <a:ext cx="276038" cy="246221"/>
          </a:xfrm>
          <a:prstGeom prst="rect">
            <a:avLst/>
          </a:prstGeom>
          <a:noFill/>
        </p:spPr>
        <p:txBody>
          <a:bodyPr wrap="none" rtlCol="0">
            <a:spAutoFit/>
          </a:bodyPr>
          <a:lstStyle/>
          <a:p>
            <a:r>
              <a:rPr lang="ko-KR" altLang="en-US" sz="1000" b="1" dirty="0"/>
              <a:t>∨</a:t>
            </a:r>
          </a:p>
        </p:txBody>
      </p:sp>
      <p:sp>
        <p:nvSpPr>
          <p:cNvPr id="93" name="TextBox 92">
            <a:extLst>
              <a:ext uri="{FF2B5EF4-FFF2-40B4-BE49-F238E27FC236}">
                <a16:creationId xmlns:a16="http://schemas.microsoft.com/office/drawing/2014/main" id="{1F55888C-948D-4A6D-A9F6-18D11A0F0AE7}"/>
              </a:ext>
            </a:extLst>
          </p:cNvPr>
          <p:cNvSpPr txBox="1"/>
          <p:nvPr userDrawn="1"/>
        </p:nvSpPr>
        <p:spPr>
          <a:xfrm rot="10800000">
            <a:off x="1080093" y="1831065"/>
            <a:ext cx="276038" cy="246221"/>
          </a:xfrm>
          <a:prstGeom prst="rect">
            <a:avLst/>
          </a:prstGeom>
          <a:noFill/>
        </p:spPr>
        <p:txBody>
          <a:bodyPr wrap="none" rtlCol="0">
            <a:spAutoFit/>
          </a:bodyPr>
          <a:lstStyle/>
          <a:p>
            <a:r>
              <a:rPr lang="ko-KR" altLang="en-US" sz="1000" b="1" dirty="0"/>
              <a:t>∨</a:t>
            </a:r>
          </a:p>
        </p:txBody>
      </p:sp>
      <p:sp>
        <p:nvSpPr>
          <p:cNvPr id="26" name="직사각형 25">
            <a:extLst>
              <a:ext uri="{FF2B5EF4-FFF2-40B4-BE49-F238E27FC236}">
                <a16:creationId xmlns:a16="http://schemas.microsoft.com/office/drawing/2014/main" id="{FA796118-3BB7-4F87-8702-5DE0C9D05FA3}"/>
              </a:ext>
            </a:extLst>
          </p:cNvPr>
          <p:cNvSpPr/>
          <p:nvPr userDrawn="1"/>
        </p:nvSpPr>
        <p:spPr>
          <a:xfrm>
            <a:off x="41208" y="429370"/>
            <a:ext cx="1304991"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372269548"/>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발주담당 목록">
    <p:spTree>
      <p:nvGrpSpPr>
        <p:cNvPr id="1" name=""/>
        <p:cNvGrpSpPr/>
        <p:nvPr/>
      </p:nvGrpSpPr>
      <p:grpSpPr>
        <a:xfrm>
          <a:off x="0" y="0"/>
          <a:ext cx="0" cy="0"/>
          <a:chOff x="0" y="0"/>
          <a:chExt cx="0" cy="0"/>
        </a:xfrm>
      </p:grpSpPr>
      <p:sp>
        <p:nvSpPr>
          <p:cNvPr id="4" name="직사각형 3">
            <a:extLst>
              <a:ext uri="{FF2B5EF4-FFF2-40B4-BE49-F238E27FC236}">
                <a16:creationId xmlns:a16="http://schemas.microsoft.com/office/drawing/2014/main" id="{1BF09F1F-2548-4830-A1BC-2C01F078318A}"/>
              </a:ext>
            </a:extLst>
          </p:cNvPr>
          <p:cNvSpPr/>
          <p:nvPr userDrawn="1"/>
        </p:nvSpPr>
        <p:spPr>
          <a:xfrm>
            <a:off x="41208" y="34272"/>
            <a:ext cx="10071693" cy="39509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5" name="그룹 4">
            <a:extLst>
              <a:ext uri="{FF2B5EF4-FFF2-40B4-BE49-F238E27FC236}">
                <a16:creationId xmlns:a16="http://schemas.microsoft.com/office/drawing/2014/main" id="{393096D6-C0DA-46EA-96E6-783BE72ACFF0}"/>
              </a:ext>
            </a:extLst>
          </p:cNvPr>
          <p:cNvGrpSpPr/>
          <p:nvPr userDrawn="1"/>
        </p:nvGrpSpPr>
        <p:grpSpPr>
          <a:xfrm>
            <a:off x="118741" y="94475"/>
            <a:ext cx="1148071" cy="273280"/>
            <a:chOff x="2843808" y="1955121"/>
            <a:chExt cx="1674813" cy="596970"/>
          </a:xfrm>
          <a:solidFill>
            <a:schemeClr val="bg1">
              <a:lumMod val="95000"/>
            </a:schemeClr>
          </a:solidFill>
        </p:grpSpPr>
        <p:sp>
          <p:nvSpPr>
            <p:cNvPr id="6" name="Border">
              <a:extLst>
                <a:ext uri="{FF2B5EF4-FFF2-40B4-BE49-F238E27FC236}">
                  <a16:creationId xmlns:a16="http://schemas.microsoft.com/office/drawing/2014/main" id="{41C061F3-3633-4C7E-B781-EB2F5990C6DA}"/>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 name="Line 2">
              <a:extLst>
                <a:ext uri="{FF2B5EF4-FFF2-40B4-BE49-F238E27FC236}">
                  <a16:creationId xmlns:a16="http://schemas.microsoft.com/office/drawing/2014/main" id="{D26769DF-3186-464D-8875-01067ED6E26B}"/>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1">
              <a:extLst>
                <a:ext uri="{FF2B5EF4-FFF2-40B4-BE49-F238E27FC236}">
                  <a16:creationId xmlns:a16="http://schemas.microsoft.com/office/drawing/2014/main" id="{097158C3-C16F-40AF-BA65-62A9F900A99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TextBox 8">
              <a:extLst>
                <a:ext uri="{FF2B5EF4-FFF2-40B4-BE49-F238E27FC236}">
                  <a16:creationId xmlns:a16="http://schemas.microsoft.com/office/drawing/2014/main" id="{0B230D91-3B9E-4B51-8EEF-7546E0F98345}"/>
                </a:ext>
              </a:extLst>
            </p:cNvPr>
            <p:cNvSpPr txBox="1"/>
            <p:nvPr/>
          </p:nvSpPr>
          <p:spPr>
            <a:xfrm>
              <a:off x="3335780" y="2018289"/>
              <a:ext cx="690867" cy="470629"/>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0" name="직사각형 9">
            <a:extLst>
              <a:ext uri="{FF2B5EF4-FFF2-40B4-BE49-F238E27FC236}">
                <a16:creationId xmlns:a16="http://schemas.microsoft.com/office/drawing/2014/main" id="{677A8DCD-C3DC-4666-83D9-ABC589E250FC}"/>
              </a:ext>
            </a:extLst>
          </p:cNvPr>
          <p:cNvSpPr/>
          <p:nvPr userDrawn="1"/>
        </p:nvSpPr>
        <p:spPr>
          <a:xfrm>
            <a:off x="7107532" y="104509"/>
            <a:ext cx="2933097" cy="253211"/>
          </a:xfrm>
          <a:prstGeom prst="rect">
            <a:avLst/>
          </a:prstGeom>
        </p:spPr>
        <p:txBody>
          <a:bodyPr wrap="square">
            <a:spAutoFit/>
          </a:bodyPr>
          <a:lstStyle/>
          <a:p>
            <a:pPr algn="r">
              <a:lnSpc>
                <a:spcPct val="150000"/>
              </a:lnSpc>
            </a:pPr>
            <a:r>
              <a:rPr lang="en-US" altLang="ko-KR" sz="800" dirty="0">
                <a:solidFill>
                  <a:schemeClr val="bg1">
                    <a:lumMod val="75000"/>
                  </a:schemeClr>
                </a:solidFill>
                <a:latin typeface="+mj-ea"/>
                <a:ea typeface="+mj-ea"/>
              </a:rPr>
              <a:t> </a:t>
            </a:r>
            <a:r>
              <a:rPr lang="en-US" altLang="ko-KR" sz="800" b="1" dirty="0">
                <a:solidFill>
                  <a:schemeClr val="tx1"/>
                </a:solidFill>
                <a:latin typeface="+mj-ea"/>
                <a:ea typeface="+mj-ea"/>
              </a:rPr>
              <a:t>[ </a:t>
            </a:r>
            <a:r>
              <a:rPr lang="ko-KR" altLang="en-US" sz="800" b="1" dirty="0">
                <a:solidFill>
                  <a:schemeClr val="tx1"/>
                </a:solidFill>
                <a:latin typeface="+mj-ea"/>
                <a:ea typeface="+mj-ea"/>
              </a:rPr>
              <a:t>상호명 </a:t>
            </a:r>
            <a:r>
              <a:rPr lang="en-US" altLang="ko-KR" sz="800" b="1" dirty="0">
                <a:solidFill>
                  <a:schemeClr val="tx1"/>
                </a:solidFill>
                <a:latin typeface="+mj-ea"/>
                <a:ea typeface="+mj-ea"/>
              </a:rPr>
              <a:t>]  </a:t>
            </a:r>
            <a:r>
              <a:rPr lang="ko-KR" altLang="en-US" sz="800" dirty="0" err="1">
                <a:latin typeface="+mj-ea"/>
                <a:ea typeface="+mj-ea"/>
              </a:rPr>
              <a:t>회원명</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sp>
        <p:nvSpPr>
          <p:cNvPr id="11" name="사각형: 둥근 모서리 10">
            <a:extLst>
              <a:ext uri="{FF2B5EF4-FFF2-40B4-BE49-F238E27FC236}">
                <a16:creationId xmlns:a16="http://schemas.microsoft.com/office/drawing/2014/main" id="{4A05DCC8-469F-4EFD-AAA6-E450D46C9AE1}"/>
              </a:ext>
            </a:extLst>
          </p:cNvPr>
          <p:cNvSpPr/>
          <p:nvPr userDrawn="1"/>
        </p:nvSpPr>
        <p:spPr>
          <a:xfrm>
            <a:off x="118741" y="567332"/>
            <a:ext cx="1148071" cy="474970"/>
          </a:xfrm>
          <a:prstGeom prst="roundRect">
            <a:avLst>
              <a:gd name="adj" fmla="val 4472"/>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l">
              <a:lnSpc>
                <a:spcPct val="150000"/>
              </a:lnSpc>
            </a:pPr>
            <a:r>
              <a:rPr lang="ko-KR" altLang="en-US" sz="800" dirty="0">
                <a:solidFill>
                  <a:schemeClr val="tx1"/>
                </a:solidFill>
              </a:rPr>
              <a:t>○ 주문관리</a:t>
            </a:r>
            <a:endParaRPr lang="en-US" altLang="ko-KR" sz="800" dirty="0">
              <a:solidFill>
                <a:schemeClr val="tx1"/>
              </a:solidFill>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상품등록</a:t>
            </a:r>
            <a:endParaRPr lang="en-US" altLang="ko-KR" sz="800" dirty="0">
              <a:solidFill>
                <a:schemeClr val="tx1"/>
              </a:solidFill>
            </a:endParaRPr>
          </a:p>
          <a:p>
            <a:pPr algn="l">
              <a:lnSpc>
                <a:spcPct val="150000"/>
              </a:lnSpc>
            </a:pPr>
            <a:endParaRPr lang="en-US" altLang="ko-KR" sz="800" dirty="0">
              <a:solidFill>
                <a:schemeClr val="tx1"/>
              </a:solidFill>
            </a:endParaRPr>
          </a:p>
        </p:txBody>
      </p:sp>
      <p:sp>
        <p:nvSpPr>
          <p:cNvPr id="12" name="사각형: 둥근 모서리 11">
            <a:extLst>
              <a:ext uri="{FF2B5EF4-FFF2-40B4-BE49-F238E27FC236}">
                <a16:creationId xmlns:a16="http://schemas.microsoft.com/office/drawing/2014/main" id="{16B99DC7-CAD5-4226-943A-6C5097FB9053}"/>
              </a:ext>
            </a:extLst>
          </p:cNvPr>
          <p:cNvSpPr/>
          <p:nvPr userDrawn="1"/>
        </p:nvSpPr>
        <p:spPr>
          <a:xfrm>
            <a:off x="1476347" y="170905"/>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주문목록</a:t>
            </a:r>
          </a:p>
        </p:txBody>
      </p:sp>
      <p:sp>
        <p:nvSpPr>
          <p:cNvPr id="13" name="사각형: 둥근 모서리 12">
            <a:extLst>
              <a:ext uri="{FF2B5EF4-FFF2-40B4-BE49-F238E27FC236}">
                <a16:creationId xmlns:a16="http://schemas.microsoft.com/office/drawing/2014/main" id="{CD24192A-448D-4339-9B71-BE2F7B181501}"/>
              </a:ext>
            </a:extLst>
          </p:cNvPr>
          <p:cNvSpPr/>
          <p:nvPr userDrawn="1"/>
        </p:nvSpPr>
        <p:spPr>
          <a:xfrm>
            <a:off x="2296062" y="170905"/>
            <a:ext cx="888569"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회원정보수정</a:t>
            </a:r>
          </a:p>
        </p:txBody>
      </p:sp>
      <p:sp>
        <p:nvSpPr>
          <p:cNvPr id="14" name="사각형: 둥근 모서리 13">
            <a:extLst>
              <a:ext uri="{FF2B5EF4-FFF2-40B4-BE49-F238E27FC236}">
                <a16:creationId xmlns:a16="http://schemas.microsoft.com/office/drawing/2014/main" id="{34F10541-E080-4F1D-B7D7-3F44E37A4275}"/>
              </a:ext>
            </a:extLst>
          </p:cNvPr>
          <p:cNvSpPr/>
          <p:nvPr userDrawn="1"/>
        </p:nvSpPr>
        <p:spPr>
          <a:xfrm>
            <a:off x="3256190" y="171431"/>
            <a:ext cx="636360"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 포인트</a:t>
            </a:r>
          </a:p>
        </p:txBody>
      </p:sp>
      <p:sp>
        <p:nvSpPr>
          <p:cNvPr id="15" name="사각형: 둥근 모서리 14">
            <a:extLst>
              <a:ext uri="{FF2B5EF4-FFF2-40B4-BE49-F238E27FC236}">
                <a16:creationId xmlns:a16="http://schemas.microsoft.com/office/drawing/2014/main" id="{1A929C9D-11B0-48FF-92EE-ACBC912E2F35}"/>
              </a:ext>
            </a:extLst>
          </p:cNvPr>
          <p:cNvSpPr/>
          <p:nvPr userDrawn="1"/>
        </p:nvSpPr>
        <p:spPr>
          <a:xfrm>
            <a:off x="4020832" y="170905"/>
            <a:ext cx="842850"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     방문한 채널</a:t>
            </a:r>
          </a:p>
        </p:txBody>
      </p:sp>
      <p:sp>
        <p:nvSpPr>
          <p:cNvPr id="17" name="웃는 얼굴 16">
            <a:extLst>
              <a:ext uri="{FF2B5EF4-FFF2-40B4-BE49-F238E27FC236}">
                <a16:creationId xmlns:a16="http://schemas.microsoft.com/office/drawing/2014/main" id="{3CC25C43-7C8F-42F0-A349-4C58D96DEBB7}"/>
              </a:ext>
            </a:extLst>
          </p:cNvPr>
          <p:cNvSpPr/>
          <p:nvPr userDrawn="1"/>
        </p:nvSpPr>
        <p:spPr>
          <a:xfrm>
            <a:off x="1529408" y="20777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 name="웃는 얼굴 17">
            <a:extLst>
              <a:ext uri="{FF2B5EF4-FFF2-40B4-BE49-F238E27FC236}">
                <a16:creationId xmlns:a16="http://schemas.microsoft.com/office/drawing/2014/main" id="{2D146E30-475A-42D6-8CA8-2521983B1DCE}"/>
              </a:ext>
            </a:extLst>
          </p:cNvPr>
          <p:cNvSpPr/>
          <p:nvPr userDrawn="1"/>
        </p:nvSpPr>
        <p:spPr>
          <a:xfrm>
            <a:off x="2348177" y="20534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웃는 얼굴 18">
            <a:extLst>
              <a:ext uri="{FF2B5EF4-FFF2-40B4-BE49-F238E27FC236}">
                <a16:creationId xmlns:a16="http://schemas.microsoft.com/office/drawing/2014/main" id="{8796B6EE-0887-4725-BD17-EDCF2C2330B2}"/>
              </a:ext>
            </a:extLst>
          </p:cNvPr>
          <p:cNvSpPr/>
          <p:nvPr userDrawn="1"/>
        </p:nvSpPr>
        <p:spPr>
          <a:xfrm>
            <a:off x="3315372" y="20291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웃는 얼굴 19">
            <a:extLst>
              <a:ext uri="{FF2B5EF4-FFF2-40B4-BE49-F238E27FC236}">
                <a16:creationId xmlns:a16="http://schemas.microsoft.com/office/drawing/2014/main" id="{0994E878-01A2-4334-AA42-86C36E4D6218}"/>
              </a:ext>
            </a:extLst>
          </p:cNvPr>
          <p:cNvSpPr/>
          <p:nvPr userDrawn="1"/>
        </p:nvSpPr>
        <p:spPr>
          <a:xfrm>
            <a:off x="4084904" y="213898"/>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21" name="표 20">
            <a:extLst>
              <a:ext uri="{FF2B5EF4-FFF2-40B4-BE49-F238E27FC236}">
                <a16:creationId xmlns:a16="http://schemas.microsoft.com/office/drawing/2014/main" id="{962B27DB-6ECC-4332-8B4D-E91B7BA5AB48}"/>
              </a:ext>
            </a:extLst>
          </p:cNvPr>
          <p:cNvGraphicFramePr>
            <a:graphicFrameLocks noGrp="1"/>
          </p:cNvGraphicFramePr>
          <p:nvPr userDrawn="1">
            <p:extLst>
              <p:ext uri="{D42A27DB-BD31-4B8C-83A1-F6EECF244321}">
                <p14:modId xmlns:p14="http://schemas.microsoft.com/office/powerpoint/2010/main" val="3854022509"/>
              </p:ext>
            </p:extLst>
          </p:nvPr>
        </p:nvGraphicFramePr>
        <p:xfrm>
          <a:off x="48089" y="3141314"/>
          <a:ext cx="1305704" cy="128016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정보관리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서브관리자관리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발주담당관리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latinLnBrk="1"/>
                      <a:r>
                        <a:rPr lang="ko-KR" altLang="en-US" sz="800" dirty="0"/>
                        <a:t>○ 포인트관리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a:t>
                      </a:r>
                      <a:r>
                        <a:rPr lang="ko-KR" altLang="en-US" sz="800" dirty="0" err="1"/>
                        <a:t>배송비설정</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취소</a:t>
                      </a:r>
                      <a:r>
                        <a:rPr lang="en-US" altLang="ko-KR" sz="800" dirty="0"/>
                        <a:t>/</a:t>
                      </a:r>
                      <a:r>
                        <a:rPr lang="ko-KR" altLang="en-US" sz="800" dirty="0"/>
                        <a:t>환불안내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bl>
          </a:graphicData>
        </a:graphic>
      </p:graphicFrame>
      <p:sp>
        <p:nvSpPr>
          <p:cNvPr id="27" name="TextBox 26">
            <a:extLst>
              <a:ext uri="{FF2B5EF4-FFF2-40B4-BE49-F238E27FC236}">
                <a16:creationId xmlns:a16="http://schemas.microsoft.com/office/drawing/2014/main" id="{0F04469A-1DC9-4AEE-AFAF-F814AD9183B1}"/>
              </a:ext>
            </a:extLst>
          </p:cNvPr>
          <p:cNvSpPr txBox="1"/>
          <p:nvPr userDrawn="1"/>
        </p:nvSpPr>
        <p:spPr>
          <a:xfrm>
            <a:off x="40495" y="2905534"/>
            <a:ext cx="631904" cy="215444"/>
          </a:xfrm>
          <a:prstGeom prst="rect">
            <a:avLst/>
          </a:prstGeom>
          <a:noFill/>
        </p:spPr>
        <p:txBody>
          <a:bodyPr wrap="none" rtlCol="0">
            <a:spAutoFit/>
          </a:bodyPr>
          <a:lstStyle/>
          <a:p>
            <a:r>
              <a:rPr lang="ko-KR" altLang="en-US" sz="800" b="1" dirty="0">
                <a:solidFill>
                  <a:schemeClr val="bg1">
                    <a:lumMod val="65000"/>
                  </a:schemeClr>
                </a:solidFill>
              </a:rPr>
              <a:t> 환경설정</a:t>
            </a:r>
          </a:p>
        </p:txBody>
      </p:sp>
      <p:sp>
        <p:nvSpPr>
          <p:cNvPr id="28" name="직사각형 27">
            <a:extLst>
              <a:ext uri="{FF2B5EF4-FFF2-40B4-BE49-F238E27FC236}">
                <a16:creationId xmlns:a16="http://schemas.microsoft.com/office/drawing/2014/main" id="{42126A3A-8462-4138-9825-679B60A7F0F4}"/>
              </a:ext>
            </a:extLst>
          </p:cNvPr>
          <p:cNvSpPr/>
          <p:nvPr userDrawn="1"/>
        </p:nvSpPr>
        <p:spPr>
          <a:xfrm>
            <a:off x="9271463" y="429370"/>
            <a:ext cx="840725"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 name="직사각형 28">
            <a:extLst>
              <a:ext uri="{FF2B5EF4-FFF2-40B4-BE49-F238E27FC236}">
                <a16:creationId xmlns:a16="http://schemas.microsoft.com/office/drawing/2014/main" id="{3A465BF4-EC5F-445A-8BF9-DAC510C28B61}"/>
              </a:ext>
            </a:extLst>
          </p:cNvPr>
          <p:cNvSpPr/>
          <p:nvPr userDrawn="1"/>
        </p:nvSpPr>
        <p:spPr>
          <a:xfrm>
            <a:off x="9375639" y="540420"/>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0" name="직사각형 29">
            <a:extLst>
              <a:ext uri="{FF2B5EF4-FFF2-40B4-BE49-F238E27FC236}">
                <a16:creationId xmlns:a16="http://schemas.microsoft.com/office/drawing/2014/main" id="{C1FB320E-6DF5-4A1F-8541-A68AE50F3E4E}"/>
              </a:ext>
            </a:extLst>
          </p:cNvPr>
          <p:cNvSpPr/>
          <p:nvPr userDrawn="1"/>
        </p:nvSpPr>
        <p:spPr>
          <a:xfrm>
            <a:off x="9375639" y="847737"/>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1" name="직사각형 30">
            <a:extLst>
              <a:ext uri="{FF2B5EF4-FFF2-40B4-BE49-F238E27FC236}">
                <a16:creationId xmlns:a16="http://schemas.microsoft.com/office/drawing/2014/main" id="{9E2C7711-053B-40F1-8F11-83780B544E7F}"/>
              </a:ext>
            </a:extLst>
          </p:cNvPr>
          <p:cNvSpPr/>
          <p:nvPr userDrawn="1"/>
        </p:nvSpPr>
        <p:spPr>
          <a:xfrm>
            <a:off x="9375639" y="1155054"/>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2" name="직사각형 31">
            <a:extLst>
              <a:ext uri="{FF2B5EF4-FFF2-40B4-BE49-F238E27FC236}">
                <a16:creationId xmlns:a16="http://schemas.microsoft.com/office/drawing/2014/main" id="{4718628A-9EF3-4843-B0A9-3FF635DF3E1F}"/>
              </a:ext>
            </a:extLst>
          </p:cNvPr>
          <p:cNvSpPr/>
          <p:nvPr userDrawn="1"/>
        </p:nvSpPr>
        <p:spPr>
          <a:xfrm>
            <a:off x="9375639" y="1462371"/>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3" name="직사각형 32">
            <a:extLst>
              <a:ext uri="{FF2B5EF4-FFF2-40B4-BE49-F238E27FC236}">
                <a16:creationId xmlns:a16="http://schemas.microsoft.com/office/drawing/2014/main" id="{4B62C25A-E48E-4310-982E-EA997929015B}"/>
              </a:ext>
            </a:extLst>
          </p:cNvPr>
          <p:cNvSpPr/>
          <p:nvPr userDrawn="1"/>
        </p:nvSpPr>
        <p:spPr>
          <a:xfrm>
            <a:off x="9375639" y="1769688"/>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4" name="직사각형 33">
            <a:extLst>
              <a:ext uri="{FF2B5EF4-FFF2-40B4-BE49-F238E27FC236}">
                <a16:creationId xmlns:a16="http://schemas.microsoft.com/office/drawing/2014/main" id="{677C96AE-FC40-466C-8898-FA3F388DF211}"/>
              </a:ext>
            </a:extLst>
          </p:cNvPr>
          <p:cNvSpPr/>
          <p:nvPr userDrawn="1"/>
        </p:nvSpPr>
        <p:spPr>
          <a:xfrm>
            <a:off x="9375639" y="2077005"/>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5" name="직사각형 34">
            <a:extLst>
              <a:ext uri="{FF2B5EF4-FFF2-40B4-BE49-F238E27FC236}">
                <a16:creationId xmlns:a16="http://schemas.microsoft.com/office/drawing/2014/main" id="{8FF3190A-1F7B-40BF-8D4A-CA3FC395248A}"/>
              </a:ext>
            </a:extLst>
          </p:cNvPr>
          <p:cNvSpPr/>
          <p:nvPr userDrawn="1"/>
        </p:nvSpPr>
        <p:spPr>
          <a:xfrm>
            <a:off x="9375639" y="2384322"/>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6" name="직사각형 35">
            <a:extLst>
              <a:ext uri="{FF2B5EF4-FFF2-40B4-BE49-F238E27FC236}">
                <a16:creationId xmlns:a16="http://schemas.microsoft.com/office/drawing/2014/main" id="{1A8EBA87-F450-401C-85AC-4E4D6039B26C}"/>
              </a:ext>
            </a:extLst>
          </p:cNvPr>
          <p:cNvSpPr/>
          <p:nvPr userDrawn="1"/>
        </p:nvSpPr>
        <p:spPr>
          <a:xfrm>
            <a:off x="9375639" y="2691639"/>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7" name="직사각형 36">
            <a:extLst>
              <a:ext uri="{FF2B5EF4-FFF2-40B4-BE49-F238E27FC236}">
                <a16:creationId xmlns:a16="http://schemas.microsoft.com/office/drawing/2014/main" id="{C369A2C5-9AC0-4784-B621-6C089B5F4037}"/>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8" name="직사각형 37">
            <a:extLst>
              <a:ext uri="{FF2B5EF4-FFF2-40B4-BE49-F238E27FC236}">
                <a16:creationId xmlns:a16="http://schemas.microsoft.com/office/drawing/2014/main" id="{19DA94B8-53A2-4EBD-BE9E-DD2BC8E3B7BE}"/>
              </a:ext>
            </a:extLst>
          </p:cNvPr>
          <p:cNvSpPr/>
          <p:nvPr userDrawn="1"/>
        </p:nvSpPr>
        <p:spPr>
          <a:xfrm>
            <a:off x="1414854" y="48500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39" name="직사각형 38">
            <a:extLst>
              <a:ext uri="{FF2B5EF4-FFF2-40B4-BE49-F238E27FC236}">
                <a16:creationId xmlns:a16="http://schemas.microsoft.com/office/drawing/2014/main" id="{76BAE76C-5AEC-49BE-A7FB-73971A81AF64}"/>
              </a:ext>
            </a:extLst>
          </p:cNvPr>
          <p:cNvSpPr/>
          <p:nvPr userDrawn="1"/>
        </p:nvSpPr>
        <p:spPr>
          <a:xfrm>
            <a:off x="7202350" y="493535"/>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
        <p:nvSpPr>
          <p:cNvPr id="40" name="TextBox 39">
            <a:extLst>
              <a:ext uri="{FF2B5EF4-FFF2-40B4-BE49-F238E27FC236}">
                <a16:creationId xmlns:a16="http://schemas.microsoft.com/office/drawing/2014/main" id="{8A953EDC-F024-4942-A3C3-F70B8158827F}"/>
              </a:ext>
            </a:extLst>
          </p:cNvPr>
          <p:cNvSpPr txBox="1"/>
          <p:nvPr userDrawn="1"/>
        </p:nvSpPr>
        <p:spPr>
          <a:xfrm>
            <a:off x="1370988" y="1474063"/>
            <a:ext cx="761547" cy="215444"/>
          </a:xfrm>
          <a:prstGeom prst="rect">
            <a:avLst/>
          </a:prstGeom>
          <a:noFill/>
        </p:spPr>
        <p:txBody>
          <a:bodyPr wrap="square" rtlCol="0">
            <a:spAutoFit/>
          </a:bodyPr>
          <a:lstStyle/>
          <a:p>
            <a:r>
              <a:rPr lang="ko-KR" altLang="en-US" sz="800" dirty="0"/>
              <a:t>총 </a:t>
            </a:r>
            <a:r>
              <a:rPr lang="en-US" altLang="ko-KR" sz="800" dirty="0"/>
              <a:t>00</a:t>
            </a:r>
            <a:r>
              <a:rPr lang="ko-KR" altLang="en-US" sz="800" dirty="0"/>
              <a:t>건</a:t>
            </a:r>
          </a:p>
        </p:txBody>
      </p:sp>
      <p:sp>
        <p:nvSpPr>
          <p:cNvPr id="41" name="직사각형 40">
            <a:extLst>
              <a:ext uri="{FF2B5EF4-FFF2-40B4-BE49-F238E27FC236}">
                <a16:creationId xmlns:a16="http://schemas.microsoft.com/office/drawing/2014/main" id="{0E66A1B0-048D-42F5-9BF6-18C01712D400}"/>
              </a:ext>
            </a:extLst>
          </p:cNvPr>
          <p:cNvSpPr/>
          <p:nvPr userDrawn="1"/>
        </p:nvSpPr>
        <p:spPr>
          <a:xfrm>
            <a:off x="7905335" y="1398141"/>
            <a:ext cx="1304991"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발주담당 등록</a:t>
            </a:r>
            <a:endParaRPr lang="en-US" altLang="ko-KR" sz="800" dirty="0">
              <a:solidFill>
                <a:schemeClr val="bg1"/>
              </a:solidFill>
            </a:endParaRPr>
          </a:p>
        </p:txBody>
      </p:sp>
      <p:graphicFrame>
        <p:nvGraphicFramePr>
          <p:cNvPr id="42" name="표 41">
            <a:extLst>
              <a:ext uri="{FF2B5EF4-FFF2-40B4-BE49-F238E27FC236}">
                <a16:creationId xmlns:a16="http://schemas.microsoft.com/office/drawing/2014/main" id="{29F9363A-1FF2-4328-B0EF-3AC23FD2619D}"/>
              </a:ext>
            </a:extLst>
          </p:cNvPr>
          <p:cNvGraphicFramePr>
            <a:graphicFrameLocks noGrp="1"/>
          </p:cNvGraphicFramePr>
          <p:nvPr userDrawn="1">
            <p:extLst>
              <p:ext uri="{D42A27DB-BD31-4B8C-83A1-F6EECF244321}">
                <p14:modId xmlns:p14="http://schemas.microsoft.com/office/powerpoint/2010/main" val="1858133025"/>
              </p:ext>
            </p:extLst>
          </p:nvPr>
        </p:nvGraphicFramePr>
        <p:xfrm>
          <a:off x="1394083" y="1719403"/>
          <a:ext cx="7816244" cy="1889760"/>
        </p:xfrm>
        <a:graphic>
          <a:graphicData uri="http://schemas.openxmlformats.org/drawingml/2006/table">
            <a:tbl>
              <a:tblPr firstRow="1" bandRow="1">
                <a:tableStyleId>{5C22544A-7EE6-4342-B048-85BDC9FD1C3A}</a:tableStyleId>
              </a:tblPr>
              <a:tblGrid>
                <a:gridCol w="326806">
                  <a:extLst>
                    <a:ext uri="{9D8B030D-6E8A-4147-A177-3AD203B41FA5}">
                      <a16:colId xmlns:a16="http://schemas.microsoft.com/office/drawing/2014/main" val="20000"/>
                    </a:ext>
                  </a:extLst>
                </a:gridCol>
                <a:gridCol w="477079">
                  <a:extLst>
                    <a:ext uri="{9D8B030D-6E8A-4147-A177-3AD203B41FA5}">
                      <a16:colId xmlns:a16="http://schemas.microsoft.com/office/drawing/2014/main" val="20001"/>
                    </a:ext>
                  </a:extLst>
                </a:gridCol>
                <a:gridCol w="1686812">
                  <a:extLst>
                    <a:ext uri="{9D8B030D-6E8A-4147-A177-3AD203B41FA5}">
                      <a16:colId xmlns:a16="http://schemas.microsoft.com/office/drawing/2014/main" val="20003"/>
                    </a:ext>
                  </a:extLst>
                </a:gridCol>
                <a:gridCol w="732656">
                  <a:extLst>
                    <a:ext uri="{9D8B030D-6E8A-4147-A177-3AD203B41FA5}">
                      <a16:colId xmlns:a16="http://schemas.microsoft.com/office/drawing/2014/main" val="1545715726"/>
                    </a:ext>
                  </a:extLst>
                </a:gridCol>
                <a:gridCol w="1641376">
                  <a:extLst>
                    <a:ext uri="{9D8B030D-6E8A-4147-A177-3AD203B41FA5}">
                      <a16:colId xmlns:a16="http://schemas.microsoft.com/office/drawing/2014/main" val="1827721224"/>
                    </a:ext>
                  </a:extLst>
                </a:gridCol>
                <a:gridCol w="1033670">
                  <a:extLst>
                    <a:ext uri="{9D8B030D-6E8A-4147-A177-3AD203B41FA5}">
                      <a16:colId xmlns:a16="http://schemas.microsoft.com/office/drawing/2014/main" val="2206878465"/>
                    </a:ext>
                  </a:extLst>
                </a:gridCol>
                <a:gridCol w="698579">
                  <a:extLst>
                    <a:ext uri="{9D8B030D-6E8A-4147-A177-3AD203B41FA5}">
                      <a16:colId xmlns:a16="http://schemas.microsoft.com/office/drawing/2014/main" val="20010"/>
                    </a:ext>
                  </a:extLst>
                </a:gridCol>
                <a:gridCol w="1219266">
                  <a:extLst>
                    <a:ext uri="{9D8B030D-6E8A-4147-A177-3AD203B41FA5}">
                      <a16:colId xmlns:a16="http://schemas.microsoft.com/office/drawing/2014/main" val="2179269706"/>
                    </a:ext>
                  </a:extLst>
                </a:gridCol>
              </a:tblGrid>
              <a:tr h="0">
                <a:tc>
                  <a:txBody>
                    <a:bodyPr/>
                    <a:lstStyle/>
                    <a:p>
                      <a:pPr algn="ctr" latinLnBrk="1"/>
                      <a:r>
                        <a:rPr lang="en-US" altLang="ko-KR" sz="800" b="0" dirty="0">
                          <a:solidFill>
                            <a:schemeClr val="tx1"/>
                          </a:solidFill>
                        </a:rPr>
                        <a:t>No</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이메일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발주담당자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err="1">
                          <a:solidFill>
                            <a:schemeClr val="tx1"/>
                          </a:solidFill>
                        </a:rPr>
                        <a:t>출고지</a:t>
                      </a:r>
                      <a:r>
                        <a:rPr lang="ko-KR" altLang="en-US" sz="800" b="0" dirty="0">
                          <a:solidFill>
                            <a:schemeClr val="tx1"/>
                          </a:solidFill>
                        </a:rPr>
                        <a:t> 주소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운영기간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err="1">
                          <a:solidFill>
                            <a:schemeClr val="tx1"/>
                          </a:solidFill>
                        </a:rPr>
                        <a:t>관리상품수</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관리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5</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운영</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en-US" altLang="ko-KR" sz="800" b="0" dirty="0">
                          <a:solidFill>
                            <a:schemeClr val="tx1"/>
                          </a:solidFill>
                        </a:rPr>
                        <a:t>email_id001@email_domain.com</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홍길동</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서울시 강남구 삼성동 </a:t>
                      </a: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339-12</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2024.10.01 01</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시</a:t>
                      </a: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 </a:t>
                      </a:r>
                      <a:b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b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 2024.11.01 23</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시</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운영</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en-US" altLang="ko-KR" sz="800" b="0" dirty="0">
                          <a:solidFill>
                            <a:schemeClr val="tx1"/>
                          </a:solidFill>
                        </a:rPr>
                        <a:t>email_id002@email_domain.com</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성춘향</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서울시 강남구 삼성동 </a:t>
                      </a: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339-12</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2024.10.01 01</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시</a:t>
                      </a: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 </a:t>
                      </a:r>
                      <a:b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b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 2024.11.01 23</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시</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3</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중지</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en-US" altLang="ko-KR" sz="800" b="0" dirty="0">
                          <a:solidFill>
                            <a:schemeClr val="tx1"/>
                          </a:solidFill>
                        </a:rPr>
                        <a:t>email_id003@email_domain.com</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이목룡</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서울시 강남구 삼성동 </a:t>
                      </a: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339-12</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2024.10.01 01</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시</a:t>
                      </a: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 </a:t>
                      </a:r>
                      <a:b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b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 2024.11.01 23</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시</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운영</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en-US" altLang="ko-KR" sz="800" b="0" dirty="0">
                          <a:solidFill>
                            <a:schemeClr val="tx1"/>
                          </a:solidFill>
                        </a:rPr>
                        <a:t>email_id004@email_domain.com</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김철수</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서울시 강남구 삼성동 </a:t>
                      </a: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339-12</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2024.10.01 01</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시</a:t>
                      </a: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 </a:t>
                      </a:r>
                      <a:b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b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 2024.11.01 23</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시</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295892757"/>
                  </a:ext>
                </a:extLst>
              </a:tr>
              <a:tr h="0">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운영</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en-US" altLang="ko-KR" sz="800" b="0" dirty="0">
                          <a:solidFill>
                            <a:schemeClr val="tx1"/>
                          </a:solidFill>
                        </a:rPr>
                        <a:t>email_id005@email_domain.com</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김철수</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서울시 강남구 삼성동 </a:t>
                      </a: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339-12</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2024.10.01 01</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시</a:t>
                      </a: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 </a:t>
                      </a:r>
                      <a:b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b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 2024.11.01 23</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시</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781752108"/>
                  </a:ext>
                </a:extLst>
              </a:tr>
            </a:tbl>
          </a:graphicData>
        </a:graphic>
      </p:graphicFrame>
      <p:sp>
        <p:nvSpPr>
          <p:cNvPr id="55" name="직사각형 54">
            <a:extLst>
              <a:ext uri="{FF2B5EF4-FFF2-40B4-BE49-F238E27FC236}">
                <a16:creationId xmlns:a16="http://schemas.microsoft.com/office/drawing/2014/main" id="{C571AA83-7788-481B-9C6E-D0C08B44C4E2}"/>
              </a:ext>
            </a:extLst>
          </p:cNvPr>
          <p:cNvSpPr/>
          <p:nvPr userDrawn="1"/>
        </p:nvSpPr>
        <p:spPr>
          <a:xfrm>
            <a:off x="8815987" y="2046401"/>
            <a:ext cx="351299" cy="13381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56" name="직사각형 55">
            <a:extLst>
              <a:ext uri="{FF2B5EF4-FFF2-40B4-BE49-F238E27FC236}">
                <a16:creationId xmlns:a16="http://schemas.microsoft.com/office/drawing/2014/main" id="{7A0B7DC4-7691-4D15-8C86-03699AB77099}"/>
              </a:ext>
            </a:extLst>
          </p:cNvPr>
          <p:cNvSpPr/>
          <p:nvPr userDrawn="1"/>
        </p:nvSpPr>
        <p:spPr>
          <a:xfrm>
            <a:off x="8426313" y="2046400"/>
            <a:ext cx="341530" cy="13381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58" name="직사각형 57">
            <a:extLst>
              <a:ext uri="{FF2B5EF4-FFF2-40B4-BE49-F238E27FC236}">
                <a16:creationId xmlns:a16="http://schemas.microsoft.com/office/drawing/2014/main" id="{468474E2-1BD8-4299-BB2D-F49B6B24A5A9}"/>
              </a:ext>
            </a:extLst>
          </p:cNvPr>
          <p:cNvSpPr/>
          <p:nvPr userDrawn="1"/>
        </p:nvSpPr>
        <p:spPr>
          <a:xfrm>
            <a:off x="8030995" y="2046400"/>
            <a:ext cx="341530" cy="133815"/>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pic>
        <p:nvPicPr>
          <p:cNvPr id="79" name="Picture 2">
            <a:extLst>
              <a:ext uri="{FF2B5EF4-FFF2-40B4-BE49-F238E27FC236}">
                <a16:creationId xmlns:a16="http://schemas.microsoft.com/office/drawing/2014/main" id="{8DCD447C-0107-4F78-920E-AA99D36D80E8}"/>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144549" y="3853100"/>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7" name="직사각형 56">
            <a:extLst>
              <a:ext uri="{FF2B5EF4-FFF2-40B4-BE49-F238E27FC236}">
                <a16:creationId xmlns:a16="http://schemas.microsoft.com/office/drawing/2014/main" id="{DC624BCA-9ECB-4F52-A701-14404B7B0F78}"/>
              </a:ext>
            </a:extLst>
          </p:cNvPr>
          <p:cNvSpPr/>
          <p:nvPr userDrawn="1"/>
        </p:nvSpPr>
        <p:spPr>
          <a:xfrm>
            <a:off x="8815987" y="2367885"/>
            <a:ext cx="351299" cy="13381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59" name="직사각형 58">
            <a:extLst>
              <a:ext uri="{FF2B5EF4-FFF2-40B4-BE49-F238E27FC236}">
                <a16:creationId xmlns:a16="http://schemas.microsoft.com/office/drawing/2014/main" id="{3D7E2CA0-E4D4-4D2C-BCD9-225468B49A1A}"/>
              </a:ext>
            </a:extLst>
          </p:cNvPr>
          <p:cNvSpPr/>
          <p:nvPr userDrawn="1"/>
        </p:nvSpPr>
        <p:spPr>
          <a:xfrm>
            <a:off x="8426313" y="2367884"/>
            <a:ext cx="341530" cy="13381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60" name="직사각형 59">
            <a:extLst>
              <a:ext uri="{FF2B5EF4-FFF2-40B4-BE49-F238E27FC236}">
                <a16:creationId xmlns:a16="http://schemas.microsoft.com/office/drawing/2014/main" id="{A9C40D69-E75C-492A-A32A-79ED50971D83}"/>
              </a:ext>
            </a:extLst>
          </p:cNvPr>
          <p:cNvSpPr/>
          <p:nvPr userDrawn="1"/>
        </p:nvSpPr>
        <p:spPr>
          <a:xfrm>
            <a:off x="8030995" y="2367884"/>
            <a:ext cx="341530" cy="133815"/>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61" name="직사각형 60">
            <a:extLst>
              <a:ext uri="{FF2B5EF4-FFF2-40B4-BE49-F238E27FC236}">
                <a16:creationId xmlns:a16="http://schemas.microsoft.com/office/drawing/2014/main" id="{B366E3AC-EB3B-40F7-896C-FE9745BD9B45}"/>
              </a:ext>
            </a:extLst>
          </p:cNvPr>
          <p:cNvSpPr/>
          <p:nvPr userDrawn="1"/>
        </p:nvSpPr>
        <p:spPr>
          <a:xfrm>
            <a:off x="8815987" y="2694108"/>
            <a:ext cx="351299" cy="13381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62" name="직사각형 61">
            <a:extLst>
              <a:ext uri="{FF2B5EF4-FFF2-40B4-BE49-F238E27FC236}">
                <a16:creationId xmlns:a16="http://schemas.microsoft.com/office/drawing/2014/main" id="{6108E7D9-A277-4064-ABE2-1F5CB1F10569}"/>
              </a:ext>
            </a:extLst>
          </p:cNvPr>
          <p:cNvSpPr/>
          <p:nvPr userDrawn="1"/>
        </p:nvSpPr>
        <p:spPr>
          <a:xfrm>
            <a:off x="8426313" y="2694107"/>
            <a:ext cx="341530" cy="13381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63" name="직사각형 62">
            <a:extLst>
              <a:ext uri="{FF2B5EF4-FFF2-40B4-BE49-F238E27FC236}">
                <a16:creationId xmlns:a16="http://schemas.microsoft.com/office/drawing/2014/main" id="{3952AB2F-83F5-4FD9-B41D-A46B16967EE2}"/>
              </a:ext>
            </a:extLst>
          </p:cNvPr>
          <p:cNvSpPr/>
          <p:nvPr userDrawn="1"/>
        </p:nvSpPr>
        <p:spPr>
          <a:xfrm>
            <a:off x="8030995" y="2694107"/>
            <a:ext cx="341530" cy="133815"/>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64" name="직사각형 63">
            <a:extLst>
              <a:ext uri="{FF2B5EF4-FFF2-40B4-BE49-F238E27FC236}">
                <a16:creationId xmlns:a16="http://schemas.microsoft.com/office/drawing/2014/main" id="{D5FB6685-3BDB-409C-9B35-19C0EE0AB86A}"/>
              </a:ext>
            </a:extLst>
          </p:cNvPr>
          <p:cNvSpPr/>
          <p:nvPr userDrawn="1"/>
        </p:nvSpPr>
        <p:spPr>
          <a:xfrm>
            <a:off x="8815987" y="3032634"/>
            <a:ext cx="351299" cy="13381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65" name="직사각형 64">
            <a:extLst>
              <a:ext uri="{FF2B5EF4-FFF2-40B4-BE49-F238E27FC236}">
                <a16:creationId xmlns:a16="http://schemas.microsoft.com/office/drawing/2014/main" id="{EAFD675F-C670-402C-8D9C-8A931F223C65}"/>
              </a:ext>
            </a:extLst>
          </p:cNvPr>
          <p:cNvSpPr/>
          <p:nvPr userDrawn="1"/>
        </p:nvSpPr>
        <p:spPr>
          <a:xfrm>
            <a:off x="8426313" y="3032633"/>
            <a:ext cx="341530" cy="13381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66" name="직사각형 65">
            <a:extLst>
              <a:ext uri="{FF2B5EF4-FFF2-40B4-BE49-F238E27FC236}">
                <a16:creationId xmlns:a16="http://schemas.microsoft.com/office/drawing/2014/main" id="{BE167958-B452-4240-AAD0-97DFF0D6B4F3}"/>
              </a:ext>
            </a:extLst>
          </p:cNvPr>
          <p:cNvSpPr/>
          <p:nvPr userDrawn="1"/>
        </p:nvSpPr>
        <p:spPr>
          <a:xfrm>
            <a:off x="8030995" y="3032633"/>
            <a:ext cx="341530" cy="133815"/>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67" name="직사각형 66">
            <a:extLst>
              <a:ext uri="{FF2B5EF4-FFF2-40B4-BE49-F238E27FC236}">
                <a16:creationId xmlns:a16="http://schemas.microsoft.com/office/drawing/2014/main" id="{8A0BFE9D-3CA2-4688-B0E8-246661C1CE13}"/>
              </a:ext>
            </a:extLst>
          </p:cNvPr>
          <p:cNvSpPr/>
          <p:nvPr userDrawn="1"/>
        </p:nvSpPr>
        <p:spPr>
          <a:xfrm>
            <a:off x="8828018" y="3367324"/>
            <a:ext cx="351299" cy="13381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68" name="직사각형 67">
            <a:extLst>
              <a:ext uri="{FF2B5EF4-FFF2-40B4-BE49-F238E27FC236}">
                <a16:creationId xmlns:a16="http://schemas.microsoft.com/office/drawing/2014/main" id="{A7955484-DD6F-480F-B119-1D2D602D6214}"/>
              </a:ext>
            </a:extLst>
          </p:cNvPr>
          <p:cNvSpPr/>
          <p:nvPr userDrawn="1"/>
        </p:nvSpPr>
        <p:spPr>
          <a:xfrm>
            <a:off x="8438344" y="3367323"/>
            <a:ext cx="341530" cy="13381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69" name="직사각형 68">
            <a:extLst>
              <a:ext uri="{FF2B5EF4-FFF2-40B4-BE49-F238E27FC236}">
                <a16:creationId xmlns:a16="http://schemas.microsoft.com/office/drawing/2014/main" id="{01018F33-FDE5-45D6-B163-9A2F1D766460}"/>
              </a:ext>
            </a:extLst>
          </p:cNvPr>
          <p:cNvSpPr/>
          <p:nvPr userDrawn="1"/>
        </p:nvSpPr>
        <p:spPr>
          <a:xfrm>
            <a:off x="8043026" y="3367323"/>
            <a:ext cx="341530" cy="133815"/>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71" name="직사각형 70">
            <a:extLst>
              <a:ext uri="{FF2B5EF4-FFF2-40B4-BE49-F238E27FC236}">
                <a16:creationId xmlns:a16="http://schemas.microsoft.com/office/drawing/2014/main" id="{AAD547B9-104D-47A1-B47D-7742CB2553D8}"/>
              </a:ext>
            </a:extLst>
          </p:cNvPr>
          <p:cNvSpPr/>
          <p:nvPr userDrawn="1"/>
        </p:nvSpPr>
        <p:spPr>
          <a:xfrm>
            <a:off x="2348177" y="858404"/>
            <a:ext cx="5521056" cy="18389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graphicFrame>
        <p:nvGraphicFramePr>
          <p:cNvPr id="73" name="표 63">
            <a:extLst>
              <a:ext uri="{FF2B5EF4-FFF2-40B4-BE49-F238E27FC236}">
                <a16:creationId xmlns:a16="http://schemas.microsoft.com/office/drawing/2014/main" id="{2F3C63C8-9E33-4B46-8596-26BDF1AD4D10}"/>
              </a:ext>
            </a:extLst>
          </p:cNvPr>
          <p:cNvGraphicFramePr>
            <a:graphicFrameLocks noGrp="1"/>
          </p:cNvGraphicFramePr>
          <p:nvPr userDrawn="1">
            <p:extLst>
              <p:ext uri="{D42A27DB-BD31-4B8C-83A1-F6EECF244321}">
                <p14:modId xmlns:p14="http://schemas.microsoft.com/office/powerpoint/2010/main" val="110319358"/>
              </p:ext>
            </p:extLst>
          </p:nvPr>
        </p:nvGraphicFramePr>
        <p:xfrm>
          <a:off x="1419945" y="825016"/>
          <a:ext cx="7797729" cy="489170"/>
        </p:xfrm>
        <a:graphic>
          <a:graphicData uri="http://schemas.openxmlformats.org/drawingml/2006/table">
            <a:tbl>
              <a:tblPr firstRow="1" bandRow="1">
                <a:tableStyleId>{5940675A-B579-460E-94D1-54222C63F5DA}</a:tableStyleId>
              </a:tblPr>
              <a:tblGrid>
                <a:gridCol w="864749">
                  <a:extLst>
                    <a:ext uri="{9D8B030D-6E8A-4147-A177-3AD203B41FA5}">
                      <a16:colId xmlns:a16="http://schemas.microsoft.com/office/drawing/2014/main" val="3701388552"/>
                    </a:ext>
                  </a:extLst>
                </a:gridCol>
                <a:gridCol w="6932980">
                  <a:extLst>
                    <a:ext uri="{9D8B030D-6E8A-4147-A177-3AD203B41FA5}">
                      <a16:colId xmlns:a16="http://schemas.microsoft.com/office/drawing/2014/main" val="339215266"/>
                    </a:ext>
                  </a:extLst>
                </a:gridCol>
              </a:tblGrid>
              <a:tr h="244585">
                <a:tc>
                  <a:txBody>
                    <a:bodyPr/>
                    <a:lstStyle/>
                    <a:p>
                      <a:pPr latinLnBrk="1"/>
                      <a:r>
                        <a:rPr lang="ko-KR" altLang="en-US" sz="900" dirty="0"/>
                        <a:t>이메일</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244585">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74" name="직사각형 73">
            <a:extLst>
              <a:ext uri="{FF2B5EF4-FFF2-40B4-BE49-F238E27FC236}">
                <a16:creationId xmlns:a16="http://schemas.microsoft.com/office/drawing/2014/main" id="{1859A8C9-DE05-4A98-A545-113E52058385}"/>
              </a:ext>
            </a:extLst>
          </p:cNvPr>
          <p:cNvSpPr/>
          <p:nvPr userDrawn="1"/>
        </p:nvSpPr>
        <p:spPr>
          <a:xfrm>
            <a:off x="8452538" y="1085623"/>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graphicFrame>
        <p:nvGraphicFramePr>
          <p:cNvPr id="80" name="표 20">
            <a:extLst>
              <a:ext uri="{FF2B5EF4-FFF2-40B4-BE49-F238E27FC236}">
                <a16:creationId xmlns:a16="http://schemas.microsoft.com/office/drawing/2014/main" id="{EDFAC992-2308-4256-85E3-F266EF102308}"/>
              </a:ext>
            </a:extLst>
          </p:cNvPr>
          <p:cNvGraphicFramePr>
            <a:graphicFrameLocks noGrp="1"/>
          </p:cNvGraphicFramePr>
          <p:nvPr userDrawn="1">
            <p:extLst>
              <p:ext uri="{D42A27DB-BD31-4B8C-83A1-F6EECF244321}">
                <p14:modId xmlns:p14="http://schemas.microsoft.com/office/powerpoint/2010/main" val="1407154340"/>
              </p:ext>
            </p:extLst>
          </p:nvPr>
        </p:nvGraphicFramePr>
        <p:xfrm>
          <a:off x="40495" y="1178787"/>
          <a:ext cx="1305704" cy="106680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a:t>
                      </a:r>
                      <a:r>
                        <a:rPr lang="en-US" altLang="ko-KR" sz="800" dirty="0"/>
                        <a:t>Shop </a:t>
                      </a:r>
                      <a:r>
                        <a:rPr lang="ko-KR" altLang="en-US" sz="800" dirty="0"/>
                        <a:t>채널관리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상품관리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공동구매 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latinLnBrk="1"/>
                      <a:r>
                        <a:rPr lang="ko-KR" altLang="en-US" sz="800" dirty="0"/>
                        <a:t>○ 주문관리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정산관리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878359119"/>
                  </a:ext>
                </a:extLst>
              </a:tr>
            </a:tbl>
          </a:graphicData>
        </a:graphic>
      </p:graphicFrame>
      <p:sp>
        <p:nvSpPr>
          <p:cNvPr id="81" name="TextBox 80">
            <a:extLst>
              <a:ext uri="{FF2B5EF4-FFF2-40B4-BE49-F238E27FC236}">
                <a16:creationId xmlns:a16="http://schemas.microsoft.com/office/drawing/2014/main" id="{07F16A46-3A97-4D5A-B92E-513D64991F9E}"/>
              </a:ext>
            </a:extLst>
          </p:cNvPr>
          <p:cNvSpPr txBox="1"/>
          <p:nvPr userDrawn="1"/>
        </p:nvSpPr>
        <p:spPr>
          <a:xfrm rot="10800000">
            <a:off x="1078469" y="1170836"/>
            <a:ext cx="276038" cy="246221"/>
          </a:xfrm>
          <a:prstGeom prst="rect">
            <a:avLst/>
          </a:prstGeom>
          <a:noFill/>
        </p:spPr>
        <p:txBody>
          <a:bodyPr wrap="none" rtlCol="0">
            <a:spAutoFit/>
          </a:bodyPr>
          <a:lstStyle/>
          <a:p>
            <a:r>
              <a:rPr lang="ko-KR" altLang="en-US" sz="1000" b="1" dirty="0"/>
              <a:t>∨</a:t>
            </a:r>
          </a:p>
        </p:txBody>
      </p:sp>
      <p:sp>
        <p:nvSpPr>
          <p:cNvPr id="82" name="TextBox 81">
            <a:extLst>
              <a:ext uri="{FF2B5EF4-FFF2-40B4-BE49-F238E27FC236}">
                <a16:creationId xmlns:a16="http://schemas.microsoft.com/office/drawing/2014/main" id="{ACACD7D9-02ED-4512-8A22-5939E62E38D7}"/>
              </a:ext>
            </a:extLst>
          </p:cNvPr>
          <p:cNvSpPr txBox="1"/>
          <p:nvPr userDrawn="1"/>
        </p:nvSpPr>
        <p:spPr>
          <a:xfrm rot="10800000">
            <a:off x="1080745" y="1381815"/>
            <a:ext cx="276038" cy="246221"/>
          </a:xfrm>
          <a:prstGeom prst="rect">
            <a:avLst/>
          </a:prstGeom>
          <a:noFill/>
        </p:spPr>
        <p:txBody>
          <a:bodyPr wrap="none" rtlCol="0">
            <a:spAutoFit/>
          </a:bodyPr>
          <a:lstStyle/>
          <a:p>
            <a:r>
              <a:rPr lang="ko-KR" altLang="en-US" sz="1000" b="1" dirty="0"/>
              <a:t>∨</a:t>
            </a:r>
          </a:p>
        </p:txBody>
      </p:sp>
      <p:sp>
        <p:nvSpPr>
          <p:cNvPr id="83" name="TextBox 82">
            <a:extLst>
              <a:ext uri="{FF2B5EF4-FFF2-40B4-BE49-F238E27FC236}">
                <a16:creationId xmlns:a16="http://schemas.microsoft.com/office/drawing/2014/main" id="{0288596A-964E-4BE4-8780-ACC4C14CF729}"/>
              </a:ext>
            </a:extLst>
          </p:cNvPr>
          <p:cNvSpPr txBox="1"/>
          <p:nvPr userDrawn="1"/>
        </p:nvSpPr>
        <p:spPr>
          <a:xfrm rot="10800000">
            <a:off x="1078468" y="1598765"/>
            <a:ext cx="276038" cy="246221"/>
          </a:xfrm>
          <a:prstGeom prst="rect">
            <a:avLst/>
          </a:prstGeom>
          <a:noFill/>
        </p:spPr>
        <p:txBody>
          <a:bodyPr wrap="none" rtlCol="0">
            <a:spAutoFit/>
          </a:bodyPr>
          <a:lstStyle/>
          <a:p>
            <a:r>
              <a:rPr lang="ko-KR" altLang="en-US" sz="1000" b="1" dirty="0"/>
              <a:t>∨</a:t>
            </a:r>
          </a:p>
        </p:txBody>
      </p:sp>
      <p:sp>
        <p:nvSpPr>
          <p:cNvPr id="84" name="TextBox 83">
            <a:extLst>
              <a:ext uri="{FF2B5EF4-FFF2-40B4-BE49-F238E27FC236}">
                <a16:creationId xmlns:a16="http://schemas.microsoft.com/office/drawing/2014/main" id="{C9D1E0BB-7C2F-4846-81F3-AE56CD27A70A}"/>
              </a:ext>
            </a:extLst>
          </p:cNvPr>
          <p:cNvSpPr txBox="1"/>
          <p:nvPr userDrawn="1"/>
        </p:nvSpPr>
        <p:spPr>
          <a:xfrm rot="10800000">
            <a:off x="1080093" y="1831065"/>
            <a:ext cx="276038" cy="246221"/>
          </a:xfrm>
          <a:prstGeom prst="rect">
            <a:avLst/>
          </a:prstGeom>
          <a:noFill/>
        </p:spPr>
        <p:txBody>
          <a:bodyPr wrap="none" rtlCol="0">
            <a:spAutoFit/>
          </a:bodyPr>
          <a:lstStyle/>
          <a:p>
            <a:r>
              <a:rPr lang="ko-KR" altLang="en-US" sz="1000" b="1" dirty="0"/>
              <a:t>∨</a:t>
            </a:r>
          </a:p>
        </p:txBody>
      </p:sp>
      <p:sp>
        <p:nvSpPr>
          <p:cNvPr id="3" name="직사각형 2">
            <a:extLst>
              <a:ext uri="{FF2B5EF4-FFF2-40B4-BE49-F238E27FC236}">
                <a16:creationId xmlns:a16="http://schemas.microsoft.com/office/drawing/2014/main" id="{2B61912A-4581-497A-AFEC-34564CD4C874}"/>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 name="직사각형 25">
            <a:extLst>
              <a:ext uri="{FF2B5EF4-FFF2-40B4-BE49-F238E27FC236}">
                <a16:creationId xmlns:a16="http://schemas.microsoft.com/office/drawing/2014/main" id="{FA796118-3BB7-4F87-8702-5DE0C9D05FA3}"/>
              </a:ext>
            </a:extLst>
          </p:cNvPr>
          <p:cNvSpPr/>
          <p:nvPr userDrawn="1"/>
        </p:nvSpPr>
        <p:spPr>
          <a:xfrm>
            <a:off x="41208" y="429370"/>
            <a:ext cx="1304991"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4268749628"/>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컨테이터 틀">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8061F4EA-EF62-427A-9FE4-478705A6AC7A}"/>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7" name="직사각형 36">
            <a:extLst>
              <a:ext uri="{FF2B5EF4-FFF2-40B4-BE49-F238E27FC236}">
                <a16:creationId xmlns:a16="http://schemas.microsoft.com/office/drawing/2014/main" id="{11641674-7B9A-464F-9E76-0714EFC6AF91}"/>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8" name="직사각형 37">
            <a:extLst>
              <a:ext uri="{FF2B5EF4-FFF2-40B4-BE49-F238E27FC236}">
                <a16:creationId xmlns:a16="http://schemas.microsoft.com/office/drawing/2014/main" id="{77703924-E8AD-4AC4-82B0-5D48BF950138}"/>
              </a:ext>
            </a:extLst>
          </p:cNvPr>
          <p:cNvSpPr/>
          <p:nvPr userDrawn="1"/>
        </p:nvSpPr>
        <p:spPr>
          <a:xfrm>
            <a:off x="108568" y="10805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39" name="직사각형 38">
            <a:extLst>
              <a:ext uri="{FF2B5EF4-FFF2-40B4-BE49-F238E27FC236}">
                <a16:creationId xmlns:a16="http://schemas.microsoft.com/office/drawing/2014/main" id="{7BE9FF8C-4792-46A9-BF8A-FCFD3CD03547}"/>
              </a:ext>
            </a:extLst>
          </p:cNvPr>
          <p:cNvSpPr/>
          <p:nvPr userDrawn="1"/>
        </p:nvSpPr>
        <p:spPr>
          <a:xfrm>
            <a:off x="8029664" y="107186"/>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Tree>
    <p:extLst>
      <p:ext uri="{BB962C8B-B14F-4D97-AF65-F5344CB8AC3E}">
        <p14:creationId xmlns:p14="http://schemas.microsoft.com/office/powerpoint/2010/main" val="3067260239"/>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컨테이너 틀 긴화면">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BFAA9072-BE51-4F53-833F-5D4394283ED1}"/>
              </a:ext>
            </a:extLst>
          </p:cNvPr>
          <p:cNvSpPr/>
          <p:nvPr userDrawn="1"/>
        </p:nvSpPr>
        <p:spPr>
          <a:xfrm>
            <a:off x="33614" y="40344"/>
            <a:ext cx="10078574" cy="20141770"/>
          </a:xfrm>
          <a:prstGeom prst="rect">
            <a:avLst/>
          </a:prstGeom>
          <a:solidFill>
            <a:schemeClr val="bg1"/>
          </a:solid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B2C8D159-F038-4189-910F-08E00D78AB2F}"/>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5E5F7D5A-127E-4D8A-BB32-74031D21D8C9}"/>
              </a:ext>
            </a:extLst>
          </p:cNvPr>
          <p:cNvSpPr/>
          <p:nvPr userDrawn="1"/>
        </p:nvSpPr>
        <p:spPr>
          <a:xfrm>
            <a:off x="108568" y="10805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6" name="직사각형 5">
            <a:extLst>
              <a:ext uri="{FF2B5EF4-FFF2-40B4-BE49-F238E27FC236}">
                <a16:creationId xmlns:a16="http://schemas.microsoft.com/office/drawing/2014/main" id="{F52F004B-6732-4374-B623-1A860E9FA0B7}"/>
              </a:ext>
            </a:extLst>
          </p:cNvPr>
          <p:cNvSpPr/>
          <p:nvPr userDrawn="1"/>
        </p:nvSpPr>
        <p:spPr>
          <a:xfrm>
            <a:off x="8029664" y="107186"/>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Tree>
    <p:extLst>
      <p:ext uri="{BB962C8B-B14F-4D97-AF65-F5344CB8AC3E}">
        <p14:creationId xmlns:p14="http://schemas.microsoft.com/office/powerpoint/2010/main" val="1068781290"/>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1_컨테이너 틀 긴화면">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BFAA9072-BE51-4F53-833F-5D4394283ED1}"/>
              </a:ext>
            </a:extLst>
          </p:cNvPr>
          <p:cNvSpPr/>
          <p:nvPr userDrawn="1"/>
        </p:nvSpPr>
        <p:spPr>
          <a:xfrm>
            <a:off x="33614" y="40343"/>
            <a:ext cx="10078574" cy="11985080"/>
          </a:xfrm>
          <a:prstGeom prst="rect">
            <a:avLst/>
          </a:prstGeom>
          <a:solidFill>
            <a:schemeClr val="bg1"/>
          </a:solid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B2C8D159-F038-4189-910F-08E00D78AB2F}"/>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5E5F7D5A-127E-4D8A-BB32-74031D21D8C9}"/>
              </a:ext>
            </a:extLst>
          </p:cNvPr>
          <p:cNvSpPr/>
          <p:nvPr userDrawn="1"/>
        </p:nvSpPr>
        <p:spPr>
          <a:xfrm>
            <a:off x="108568" y="10805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6" name="직사각형 5">
            <a:extLst>
              <a:ext uri="{FF2B5EF4-FFF2-40B4-BE49-F238E27FC236}">
                <a16:creationId xmlns:a16="http://schemas.microsoft.com/office/drawing/2014/main" id="{F52F004B-6732-4374-B623-1A860E9FA0B7}"/>
              </a:ext>
            </a:extLst>
          </p:cNvPr>
          <p:cNvSpPr/>
          <p:nvPr userDrawn="1"/>
        </p:nvSpPr>
        <p:spPr>
          <a:xfrm>
            <a:off x="8029664" y="107186"/>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Tree>
    <p:extLst>
      <p:ext uri="{BB962C8B-B14F-4D97-AF65-F5344CB8AC3E}">
        <p14:creationId xmlns:p14="http://schemas.microsoft.com/office/powerpoint/2010/main" val="625840171"/>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채널관리자_주문목록">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BFAA9072-BE51-4F53-833F-5D4394283ED1}"/>
              </a:ext>
            </a:extLst>
          </p:cNvPr>
          <p:cNvSpPr/>
          <p:nvPr userDrawn="1"/>
        </p:nvSpPr>
        <p:spPr>
          <a:xfrm>
            <a:off x="33614" y="40343"/>
            <a:ext cx="10078574" cy="10717772"/>
          </a:xfrm>
          <a:prstGeom prst="rect">
            <a:avLst/>
          </a:prstGeom>
          <a:solidFill>
            <a:schemeClr val="bg1"/>
          </a:solid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B2C8D159-F038-4189-910F-08E00D78AB2F}"/>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5E5F7D5A-127E-4D8A-BB32-74031D21D8C9}"/>
              </a:ext>
            </a:extLst>
          </p:cNvPr>
          <p:cNvSpPr/>
          <p:nvPr userDrawn="1"/>
        </p:nvSpPr>
        <p:spPr>
          <a:xfrm>
            <a:off x="108568" y="10805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6" name="직사각형 5">
            <a:extLst>
              <a:ext uri="{FF2B5EF4-FFF2-40B4-BE49-F238E27FC236}">
                <a16:creationId xmlns:a16="http://schemas.microsoft.com/office/drawing/2014/main" id="{F52F004B-6732-4374-B623-1A860E9FA0B7}"/>
              </a:ext>
            </a:extLst>
          </p:cNvPr>
          <p:cNvSpPr/>
          <p:nvPr userDrawn="1"/>
        </p:nvSpPr>
        <p:spPr>
          <a:xfrm>
            <a:off x="8029664" y="107186"/>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
        <p:nvSpPr>
          <p:cNvPr id="8" name="TextBox 7">
            <a:extLst>
              <a:ext uri="{FF2B5EF4-FFF2-40B4-BE49-F238E27FC236}">
                <a16:creationId xmlns:a16="http://schemas.microsoft.com/office/drawing/2014/main" id="{1A496C5D-DD16-46F3-90AC-ACD39A255AE8}"/>
              </a:ext>
            </a:extLst>
          </p:cNvPr>
          <p:cNvSpPr txBox="1"/>
          <p:nvPr userDrawn="1"/>
        </p:nvSpPr>
        <p:spPr>
          <a:xfrm>
            <a:off x="92547" y="1512670"/>
            <a:ext cx="761547" cy="215444"/>
          </a:xfrm>
          <a:prstGeom prst="rect">
            <a:avLst/>
          </a:prstGeom>
          <a:noFill/>
        </p:spPr>
        <p:txBody>
          <a:bodyPr wrap="square" rtlCol="0">
            <a:spAutoFit/>
          </a:bodyPr>
          <a:lstStyle/>
          <a:p>
            <a:r>
              <a:rPr lang="ko-KR" altLang="en-US" sz="800" dirty="0"/>
              <a:t>총 </a:t>
            </a:r>
            <a:r>
              <a:rPr lang="en-US" altLang="ko-KR" sz="800" dirty="0"/>
              <a:t>00</a:t>
            </a:r>
            <a:r>
              <a:rPr lang="ko-KR" altLang="en-US" sz="800" dirty="0"/>
              <a:t>건</a:t>
            </a:r>
          </a:p>
        </p:txBody>
      </p:sp>
      <p:sp>
        <p:nvSpPr>
          <p:cNvPr id="9" name="직사각형 8">
            <a:extLst>
              <a:ext uri="{FF2B5EF4-FFF2-40B4-BE49-F238E27FC236}">
                <a16:creationId xmlns:a16="http://schemas.microsoft.com/office/drawing/2014/main" id="{E7ECB1E8-E10E-4EAB-BA9B-6F372AC510DE}"/>
              </a:ext>
            </a:extLst>
          </p:cNvPr>
          <p:cNvSpPr/>
          <p:nvPr userDrawn="1"/>
        </p:nvSpPr>
        <p:spPr>
          <a:xfrm>
            <a:off x="2753270" y="577224"/>
            <a:ext cx="5776224" cy="16790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10" name="직사각형 9">
            <a:extLst>
              <a:ext uri="{FF2B5EF4-FFF2-40B4-BE49-F238E27FC236}">
                <a16:creationId xmlns:a16="http://schemas.microsoft.com/office/drawing/2014/main" id="{3619172E-42FC-4F5F-9EA7-C05813D866CF}"/>
              </a:ext>
            </a:extLst>
          </p:cNvPr>
          <p:cNvSpPr/>
          <p:nvPr userDrawn="1"/>
        </p:nvSpPr>
        <p:spPr>
          <a:xfrm>
            <a:off x="9271395" y="559383"/>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endParaRPr lang="en-US" altLang="ko-KR" sz="800" dirty="0">
              <a:solidFill>
                <a:schemeClr val="bg1"/>
              </a:solidFill>
            </a:endParaRPr>
          </a:p>
        </p:txBody>
      </p:sp>
      <p:graphicFrame>
        <p:nvGraphicFramePr>
          <p:cNvPr id="11" name="표 63">
            <a:extLst>
              <a:ext uri="{FF2B5EF4-FFF2-40B4-BE49-F238E27FC236}">
                <a16:creationId xmlns:a16="http://schemas.microsoft.com/office/drawing/2014/main" id="{098932DA-971B-4D08-A1B6-3DAEBBECF1D1}"/>
              </a:ext>
            </a:extLst>
          </p:cNvPr>
          <p:cNvGraphicFramePr>
            <a:graphicFrameLocks noGrp="1"/>
          </p:cNvGraphicFramePr>
          <p:nvPr userDrawn="1">
            <p:extLst>
              <p:ext uri="{D42A27DB-BD31-4B8C-83A1-F6EECF244321}">
                <p14:modId xmlns:p14="http://schemas.microsoft.com/office/powerpoint/2010/main" val="2704670276"/>
              </p:ext>
            </p:extLst>
          </p:nvPr>
        </p:nvGraphicFramePr>
        <p:xfrm>
          <a:off x="108567" y="547912"/>
          <a:ext cx="9936421" cy="457200"/>
        </p:xfrm>
        <a:graphic>
          <a:graphicData uri="http://schemas.openxmlformats.org/drawingml/2006/table">
            <a:tbl>
              <a:tblPr firstRow="1" bandRow="1">
                <a:tableStyleId>{5940675A-B579-460E-94D1-54222C63F5DA}</a:tableStyleId>
              </a:tblPr>
              <a:tblGrid>
                <a:gridCol w="975439">
                  <a:extLst>
                    <a:ext uri="{9D8B030D-6E8A-4147-A177-3AD203B41FA5}">
                      <a16:colId xmlns:a16="http://schemas.microsoft.com/office/drawing/2014/main" val="3701388552"/>
                    </a:ext>
                  </a:extLst>
                </a:gridCol>
                <a:gridCol w="8960982">
                  <a:extLst>
                    <a:ext uri="{9D8B030D-6E8A-4147-A177-3AD203B41FA5}">
                      <a16:colId xmlns:a16="http://schemas.microsoft.com/office/drawing/2014/main" val="339215266"/>
                    </a:ext>
                  </a:extLst>
                </a:gridCol>
              </a:tblGrid>
              <a:tr h="0">
                <a:tc>
                  <a:txBody>
                    <a:bodyPr/>
                    <a:lstStyle/>
                    <a:p>
                      <a:pPr latinLnBrk="1"/>
                      <a:r>
                        <a:rPr lang="ko-KR" altLang="en-US" sz="900" dirty="0"/>
                        <a:t>검색</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12" name="직사각형 11">
            <a:extLst>
              <a:ext uri="{FF2B5EF4-FFF2-40B4-BE49-F238E27FC236}">
                <a16:creationId xmlns:a16="http://schemas.microsoft.com/office/drawing/2014/main" id="{362986B3-062B-4084-A701-39F23D9FCB42}"/>
              </a:ext>
            </a:extLst>
          </p:cNvPr>
          <p:cNvSpPr/>
          <p:nvPr userDrawn="1"/>
        </p:nvSpPr>
        <p:spPr>
          <a:xfrm>
            <a:off x="9273843" y="786602"/>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13" name="직사각형 12">
            <a:extLst>
              <a:ext uri="{FF2B5EF4-FFF2-40B4-BE49-F238E27FC236}">
                <a16:creationId xmlns:a16="http://schemas.microsoft.com/office/drawing/2014/main" id="{08617F4B-2120-4B0C-A0C8-6AE6D5C7C76F}"/>
              </a:ext>
            </a:extLst>
          </p:cNvPr>
          <p:cNvSpPr/>
          <p:nvPr userDrawn="1"/>
        </p:nvSpPr>
        <p:spPr>
          <a:xfrm>
            <a:off x="1169303" y="578567"/>
            <a:ext cx="1531623" cy="17314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주문번호                      ▼</a:t>
            </a:r>
            <a:endParaRPr lang="en-US" altLang="ko-KR" sz="800" dirty="0">
              <a:solidFill>
                <a:schemeClr val="tx1"/>
              </a:solidFill>
            </a:endParaRPr>
          </a:p>
        </p:txBody>
      </p:sp>
      <p:graphicFrame>
        <p:nvGraphicFramePr>
          <p:cNvPr id="14" name="표 4">
            <a:extLst>
              <a:ext uri="{FF2B5EF4-FFF2-40B4-BE49-F238E27FC236}">
                <a16:creationId xmlns:a16="http://schemas.microsoft.com/office/drawing/2014/main" id="{0142D5F2-3F24-4D26-A76B-ED6A3E822236}"/>
              </a:ext>
            </a:extLst>
          </p:cNvPr>
          <p:cNvGraphicFramePr>
            <a:graphicFrameLocks noGrp="1"/>
          </p:cNvGraphicFramePr>
          <p:nvPr userDrawn="1">
            <p:extLst>
              <p:ext uri="{D42A27DB-BD31-4B8C-83A1-F6EECF244321}">
                <p14:modId xmlns:p14="http://schemas.microsoft.com/office/powerpoint/2010/main" val="1700087848"/>
              </p:ext>
            </p:extLst>
          </p:nvPr>
        </p:nvGraphicFramePr>
        <p:xfrm>
          <a:off x="108566" y="1210457"/>
          <a:ext cx="9936420" cy="213360"/>
        </p:xfrm>
        <a:graphic>
          <a:graphicData uri="http://schemas.openxmlformats.org/drawingml/2006/table">
            <a:tbl>
              <a:tblPr firstRow="1" bandRow="1">
                <a:tableStyleId>{5940675A-B579-460E-94D1-54222C63F5DA}</a:tableStyleId>
              </a:tblPr>
              <a:tblGrid>
                <a:gridCol w="2484105">
                  <a:extLst>
                    <a:ext uri="{9D8B030D-6E8A-4147-A177-3AD203B41FA5}">
                      <a16:colId xmlns:a16="http://schemas.microsoft.com/office/drawing/2014/main" val="3306315618"/>
                    </a:ext>
                  </a:extLst>
                </a:gridCol>
                <a:gridCol w="2484105">
                  <a:extLst>
                    <a:ext uri="{9D8B030D-6E8A-4147-A177-3AD203B41FA5}">
                      <a16:colId xmlns:a16="http://schemas.microsoft.com/office/drawing/2014/main" val="3684204346"/>
                    </a:ext>
                  </a:extLst>
                </a:gridCol>
                <a:gridCol w="2484105">
                  <a:extLst>
                    <a:ext uri="{9D8B030D-6E8A-4147-A177-3AD203B41FA5}">
                      <a16:colId xmlns:a16="http://schemas.microsoft.com/office/drawing/2014/main" val="1934738033"/>
                    </a:ext>
                  </a:extLst>
                </a:gridCol>
                <a:gridCol w="2484105">
                  <a:extLst>
                    <a:ext uri="{9D8B030D-6E8A-4147-A177-3AD203B41FA5}">
                      <a16:colId xmlns:a16="http://schemas.microsoft.com/office/drawing/2014/main" val="189309699"/>
                    </a:ext>
                  </a:extLst>
                </a:gridCol>
              </a:tblGrid>
              <a:tr h="164171">
                <a:tc>
                  <a:txBody>
                    <a:bodyPr/>
                    <a:lstStyle/>
                    <a:p>
                      <a:pPr algn="ctr" latinLnBrk="1"/>
                      <a:r>
                        <a:rPr lang="ko-KR" altLang="en-US" sz="800" b="1" dirty="0">
                          <a:solidFill>
                            <a:schemeClr val="bg1"/>
                          </a:solidFill>
                        </a:rPr>
                        <a:t>주문목록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800" dirty="0"/>
                        <a:t>취소목록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800" dirty="0"/>
                        <a:t>반품목록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800" dirty="0"/>
                        <a:t>교환목록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2825709569"/>
                  </a:ext>
                </a:extLst>
              </a:tr>
            </a:tbl>
          </a:graphicData>
        </a:graphic>
      </p:graphicFrame>
      <p:pic>
        <p:nvPicPr>
          <p:cNvPr id="15" name="Picture 2">
            <a:extLst>
              <a:ext uri="{FF2B5EF4-FFF2-40B4-BE49-F238E27FC236}">
                <a16:creationId xmlns:a16="http://schemas.microsoft.com/office/drawing/2014/main" id="{85A03E06-1408-4159-A3B1-568744E1F1CE}"/>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537515" y="4957565"/>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 name="직사각형 1">
            <a:extLst>
              <a:ext uri="{FF2B5EF4-FFF2-40B4-BE49-F238E27FC236}">
                <a16:creationId xmlns:a16="http://schemas.microsoft.com/office/drawing/2014/main" id="{7502856B-0D76-455B-8562-F074B3CB25E0}"/>
              </a:ext>
            </a:extLst>
          </p:cNvPr>
          <p:cNvSpPr/>
          <p:nvPr userDrawn="1"/>
        </p:nvSpPr>
        <p:spPr>
          <a:xfrm>
            <a:off x="108567" y="1810707"/>
            <a:ext cx="9960272" cy="2773680"/>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 name="직사각형 17">
            <a:extLst>
              <a:ext uri="{FF2B5EF4-FFF2-40B4-BE49-F238E27FC236}">
                <a16:creationId xmlns:a16="http://schemas.microsoft.com/office/drawing/2014/main" id="{00A6BD24-68D4-4FDD-913E-AA75A4DC7C8B}"/>
              </a:ext>
            </a:extLst>
          </p:cNvPr>
          <p:cNvSpPr/>
          <p:nvPr userDrawn="1"/>
        </p:nvSpPr>
        <p:spPr>
          <a:xfrm>
            <a:off x="108565" y="4584387"/>
            <a:ext cx="9960273" cy="172884"/>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978AAB5-ED39-4EF3-87CF-4C4676A5BDDF}"/>
              </a:ext>
            </a:extLst>
          </p:cNvPr>
          <p:cNvSpPr/>
          <p:nvPr userDrawn="1"/>
        </p:nvSpPr>
        <p:spPr>
          <a:xfrm>
            <a:off x="170523" y="4632269"/>
            <a:ext cx="2563671" cy="84564"/>
          </a:xfrm>
          <a:prstGeom prst="rect">
            <a:avLst/>
          </a:prstGeom>
          <a:solidFill>
            <a:srgbClr val="000000"/>
          </a:solid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20" name="표 19">
            <a:extLst>
              <a:ext uri="{FF2B5EF4-FFF2-40B4-BE49-F238E27FC236}">
                <a16:creationId xmlns:a16="http://schemas.microsoft.com/office/drawing/2014/main" id="{DE3D6B2A-583D-48DD-901C-A31C788A9F64}"/>
              </a:ext>
            </a:extLst>
          </p:cNvPr>
          <p:cNvGraphicFramePr>
            <a:graphicFrameLocks noGrp="1"/>
          </p:cNvGraphicFramePr>
          <p:nvPr userDrawn="1">
            <p:extLst>
              <p:ext uri="{D42A27DB-BD31-4B8C-83A1-F6EECF244321}">
                <p14:modId xmlns:p14="http://schemas.microsoft.com/office/powerpoint/2010/main" val="2224570694"/>
              </p:ext>
            </p:extLst>
          </p:nvPr>
        </p:nvGraphicFramePr>
        <p:xfrm>
          <a:off x="129036" y="1817531"/>
          <a:ext cx="9926599" cy="2560320"/>
        </p:xfrm>
        <a:graphic>
          <a:graphicData uri="http://schemas.openxmlformats.org/drawingml/2006/table">
            <a:tbl>
              <a:tblPr firstRow="1" bandRow="1">
                <a:tableStyleId>{5C22544A-7EE6-4342-B048-85BDC9FD1C3A}</a:tableStyleId>
              </a:tblPr>
              <a:tblGrid>
                <a:gridCol w="1160780">
                  <a:extLst>
                    <a:ext uri="{9D8B030D-6E8A-4147-A177-3AD203B41FA5}">
                      <a16:colId xmlns:a16="http://schemas.microsoft.com/office/drawing/2014/main" val="2964090962"/>
                    </a:ext>
                  </a:extLst>
                </a:gridCol>
                <a:gridCol w="852805">
                  <a:extLst>
                    <a:ext uri="{9D8B030D-6E8A-4147-A177-3AD203B41FA5}">
                      <a16:colId xmlns:a16="http://schemas.microsoft.com/office/drawing/2014/main" val="20000"/>
                    </a:ext>
                  </a:extLst>
                </a:gridCol>
                <a:gridCol w="422593">
                  <a:extLst>
                    <a:ext uri="{9D8B030D-6E8A-4147-A177-3AD203B41FA5}">
                      <a16:colId xmlns:a16="http://schemas.microsoft.com/office/drawing/2014/main" val="1728498013"/>
                    </a:ext>
                  </a:extLst>
                </a:gridCol>
                <a:gridCol w="733743">
                  <a:extLst>
                    <a:ext uri="{9D8B030D-6E8A-4147-A177-3AD203B41FA5}">
                      <a16:colId xmlns:a16="http://schemas.microsoft.com/office/drawing/2014/main" val="1072288192"/>
                    </a:ext>
                  </a:extLst>
                </a:gridCol>
                <a:gridCol w="733743">
                  <a:extLst>
                    <a:ext uri="{9D8B030D-6E8A-4147-A177-3AD203B41FA5}">
                      <a16:colId xmlns:a16="http://schemas.microsoft.com/office/drawing/2014/main" val="1191049528"/>
                    </a:ext>
                  </a:extLst>
                </a:gridCol>
                <a:gridCol w="795655">
                  <a:extLst>
                    <a:ext uri="{9D8B030D-6E8A-4147-A177-3AD203B41FA5}">
                      <a16:colId xmlns:a16="http://schemas.microsoft.com/office/drawing/2014/main" val="20003"/>
                    </a:ext>
                  </a:extLst>
                </a:gridCol>
                <a:gridCol w="625793">
                  <a:extLst>
                    <a:ext uri="{9D8B030D-6E8A-4147-A177-3AD203B41FA5}">
                      <a16:colId xmlns:a16="http://schemas.microsoft.com/office/drawing/2014/main" val="4095619003"/>
                    </a:ext>
                  </a:extLst>
                </a:gridCol>
                <a:gridCol w="524193">
                  <a:extLst>
                    <a:ext uri="{9D8B030D-6E8A-4147-A177-3AD203B41FA5}">
                      <a16:colId xmlns:a16="http://schemas.microsoft.com/office/drawing/2014/main" val="2489093445"/>
                    </a:ext>
                  </a:extLst>
                </a:gridCol>
                <a:gridCol w="662305">
                  <a:extLst>
                    <a:ext uri="{9D8B030D-6E8A-4147-A177-3AD203B41FA5}">
                      <a16:colId xmlns:a16="http://schemas.microsoft.com/office/drawing/2014/main" val="2426091821"/>
                    </a:ext>
                  </a:extLst>
                </a:gridCol>
                <a:gridCol w="662305">
                  <a:extLst>
                    <a:ext uri="{9D8B030D-6E8A-4147-A177-3AD203B41FA5}">
                      <a16:colId xmlns:a16="http://schemas.microsoft.com/office/drawing/2014/main" val="3580568890"/>
                    </a:ext>
                  </a:extLst>
                </a:gridCol>
                <a:gridCol w="1468755">
                  <a:extLst>
                    <a:ext uri="{9D8B030D-6E8A-4147-A177-3AD203B41FA5}">
                      <a16:colId xmlns:a16="http://schemas.microsoft.com/office/drawing/2014/main" val="20004"/>
                    </a:ext>
                  </a:extLst>
                </a:gridCol>
                <a:gridCol w="625793">
                  <a:extLst>
                    <a:ext uri="{9D8B030D-6E8A-4147-A177-3AD203B41FA5}">
                      <a16:colId xmlns:a16="http://schemas.microsoft.com/office/drawing/2014/main" val="20005"/>
                    </a:ext>
                  </a:extLst>
                </a:gridCol>
                <a:gridCol w="658136">
                  <a:extLst>
                    <a:ext uri="{9D8B030D-6E8A-4147-A177-3AD203B41FA5}">
                      <a16:colId xmlns:a16="http://schemas.microsoft.com/office/drawing/2014/main" val="20006"/>
                    </a:ext>
                  </a:extLst>
                </a:gridCol>
              </a:tblGrid>
              <a:tr h="0">
                <a:tc>
                  <a:txBody>
                    <a:bodyPr/>
                    <a:lstStyle/>
                    <a:p>
                      <a:pPr algn="ctr" latinLnBrk="1"/>
                      <a:r>
                        <a:rPr lang="ko-KR" altLang="en-US" sz="800" b="1" dirty="0">
                          <a:solidFill>
                            <a:schemeClr val="tx1"/>
                          </a:solidFill>
                        </a:rPr>
                        <a:t>주문일시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순번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상품등록</a:t>
                      </a:r>
                      <a:r>
                        <a:rPr lang="en-US" altLang="ko-KR" sz="800" b="1" dirty="0">
                          <a:solidFill>
                            <a:schemeClr val="tx1"/>
                          </a:solidFill>
                        </a:rPr>
                        <a:t>ID</a:t>
                      </a:r>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공유판매</a:t>
                      </a:r>
                      <a:r>
                        <a:rPr lang="en-US" altLang="ko-KR" sz="800" b="1" dirty="0">
                          <a:solidFill>
                            <a:schemeClr val="tx1"/>
                          </a:solidFill>
                        </a:rPr>
                        <a:t>ID</a:t>
                      </a:r>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800" b="1" dirty="0">
                          <a:solidFill>
                            <a:schemeClr val="tx1"/>
                          </a:solidFill>
                        </a:rPr>
                        <a:t>Shop</a:t>
                      </a:r>
                      <a:r>
                        <a:rPr lang="ko-KR" altLang="en-US" sz="800" b="1" dirty="0">
                          <a:solidFill>
                            <a:schemeClr val="tx1"/>
                          </a:solidFill>
                        </a:rPr>
                        <a:t>채널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43657005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u="sng" dirty="0">
                          <a:solidFill>
                            <a:schemeClr val="accent2">
                              <a:lumMod val="75000"/>
                            </a:schemeClr>
                          </a:solidFill>
                        </a:rPr>
                        <a:t>Me9-0002329</a:t>
                      </a:r>
                      <a:endParaRPr lang="ko-KR" altLang="en-US" sz="800" b="0" u="sng" dirty="0">
                        <a:solidFill>
                          <a:schemeClr val="accent2">
                            <a:lumMod val="75000"/>
                          </a:schemeClr>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AAA</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공동구매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Me9-0002328</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AAA</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CCC</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일반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AAA</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CCC</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제휴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5" tooltip="새 창 열림">
                            <a:extLst>
                              <a:ext uri="{A12FA001-AC4F-418D-AE19-62706E023703}">
                                <ahyp:hlinkClr xmlns:ahyp="http://schemas.microsoft.com/office/drawing/2018/hyperlinkcolor" val="tx"/>
                              </a:ext>
                            </a:extLst>
                          </a:hlinkClick>
                        </a:rPr>
                        <a:t>Silver nihil </a:t>
                      </a:r>
                      <a:r>
                        <a:rPr lang="en-US" sz="800" b="0" u="sng" strike="noStrike" dirty="0" err="1">
                          <a:solidFill>
                            <a:schemeClr val="accent2">
                              <a:lumMod val="75000"/>
                            </a:schemeClr>
                          </a:solidFill>
                          <a:effectLst/>
                          <a:latin typeface="+mj-ea"/>
                          <a:ea typeface="+mj-ea"/>
                          <a:hlinkClick r:id="rId5" tooltip="새 창 열림">
                            <a:extLst>
                              <a:ext uri="{A12FA001-AC4F-418D-AE19-62706E023703}">
                                <ahyp:hlinkClr xmlns:ahyp="http://schemas.microsoft.com/office/drawing/2018/hyperlinkcolor"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WT/S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Me9-0002326</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AAA</a:t>
                      </a:r>
                      <a:endParaRPr kumimoji="0" lang="ko-KR" altLang="en-US" sz="800" b="0" i="0" u="none" strike="noStrike" kern="1200" cap="none" spc="0" normalizeH="0" baseline="0" noProof="0" dirty="0">
                        <a:ln>
                          <a:noFill/>
                        </a:ln>
                        <a:solidFill>
                          <a:prstClr val="black"/>
                        </a:solidFill>
                        <a:effectLst/>
                        <a:uLnTx/>
                        <a:uFillTx/>
                        <a:latin typeface="+mn-lt"/>
                        <a:ea typeface="+mn-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679275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Me9-0002325</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EEE</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AAA</a:t>
                      </a:r>
                      <a:endParaRPr kumimoji="0" lang="ko-KR" altLang="en-US" sz="800" b="0" i="0" u="none" strike="noStrike" kern="1200" cap="none" spc="0" normalizeH="0" baseline="0" noProof="0" dirty="0">
                        <a:ln>
                          <a:noFill/>
                        </a:ln>
                        <a:solidFill>
                          <a:prstClr val="black"/>
                        </a:solidFill>
                        <a:effectLst/>
                        <a:uLnTx/>
                        <a:uFillTx/>
                        <a:latin typeface="+mn-lt"/>
                        <a:ea typeface="+mn-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60545407"/>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Me9-0002300</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AAA</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CCC</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제휴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5" tooltip="새 창 열림">
                            <a:extLst>
                              <a:ext uri="{A12FA001-AC4F-418D-AE19-62706E023703}">
                                <ahyp:hlinkClr xmlns:ahyp="http://schemas.microsoft.com/office/drawing/2018/hyperlinkcolor" val="tx"/>
                              </a:ext>
                            </a:extLst>
                          </a:hlinkClick>
                        </a:rPr>
                        <a:t>Silver nihil </a:t>
                      </a:r>
                      <a:r>
                        <a:rPr lang="en-US" sz="800" b="0" u="sng" strike="noStrike" dirty="0" err="1">
                          <a:solidFill>
                            <a:schemeClr val="accent2">
                              <a:lumMod val="75000"/>
                            </a:schemeClr>
                          </a:solidFill>
                          <a:effectLst/>
                          <a:latin typeface="+mj-ea"/>
                          <a:ea typeface="+mj-ea"/>
                          <a:hlinkClick r:id="rId5" tooltip="새 창 열림">
                            <a:extLst>
                              <a:ext uri="{A12FA001-AC4F-418D-AE19-62706E023703}">
                                <ahyp:hlinkClr xmlns:ahyp="http://schemas.microsoft.com/office/drawing/2018/hyperlinkcolor"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BK/L</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7300093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Me9-0002300</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AAA</a:t>
                      </a:r>
                      <a:endParaRPr kumimoji="0" lang="ko-KR" altLang="en-US" sz="800" b="0" i="0" u="none" strike="noStrike" kern="1200" cap="none" spc="0" normalizeH="0" baseline="0" noProof="0" dirty="0">
                        <a:ln>
                          <a:noFill/>
                        </a:ln>
                        <a:solidFill>
                          <a:prstClr val="black"/>
                        </a:solidFill>
                        <a:effectLst/>
                        <a:uLnTx/>
                        <a:uFillTx/>
                        <a:latin typeface="+mn-lt"/>
                        <a:ea typeface="+mn-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공동구매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1477464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Me9-0007777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3</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AAA</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CCC</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40055972"/>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mn-lt"/>
                          <a:ea typeface="+mn-ea"/>
                          <a:cs typeface="+mn-cs"/>
                        </a:rPr>
                        <a:t>Me9-0007777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AAA</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CCC</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제휴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5" tooltip="새 창 열림">
                            <a:extLst>
                              <a:ext uri="{A12FA001-AC4F-418D-AE19-62706E023703}">
                                <ahyp:hlinkClr xmlns:ahyp="http://schemas.microsoft.com/office/drawing/2018/hyperlinkcolor" val="tx"/>
                              </a:ext>
                            </a:extLst>
                          </a:hlinkClick>
                        </a:rPr>
                        <a:t>Silver nihil </a:t>
                      </a:r>
                      <a:r>
                        <a:rPr lang="en-US" sz="800" b="0" u="sng" strike="noStrike" dirty="0" err="1">
                          <a:solidFill>
                            <a:schemeClr val="accent2">
                              <a:lumMod val="75000"/>
                            </a:schemeClr>
                          </a:solidFill>
                          <a:effectLst/>
                          <a:latin typeface="+mj-ea"/>
                          <a:ea typeface="+mj-ea"/>
                          <a:hlinkClick r:id="rId5" tooltip="새 창 열림">
                            <a:extLst>
                              <a:ext uri="{A12FA001-AC4F-418D-AE19-62706E023703}">
                                <ahyp:hlinkClr xmlns:ahyp="http://schemas.microsoft.com/office/drawing/2018/hyperlinkcolor"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WT/S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6475764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mn-lt"/>
                          <a:ea typeface="+mn-ea"/>
                          <a:cs typeface="+mn-cs"/>
                        </a:rPr>
                        <a:t>Me9-0007777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AAA</a:t>
                      </a:r>
                      <a:endParaRPr kumimoji="0" lang="ko-KR" altLang="en-US" sz="800" b="0" i="0" u="none" strike="noStrike" kern="1200" cap="none" spc="0" normalizeH="0" baseline="0" noProof="0" dirty="0">
                        <a:ln>
                          <a:noFill/>
                        </a:ln>
                        <a:solidFill>
                          <a:prstClr val="black"/>
                        </a:solidFill>
                        <a:effectLst/>
                        <a:uLnTx/>
                        <a:uFillTx/>
                        <a:latin typeface="+mn-lt"/>
                        <a:ea typeface="+mn-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9408690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Me9-0002324</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CCC</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AAA</a:t>
                      </a:r>
                      <a:endParaRPr kumimoji="0" lang="ko-KR" altLang="en-US" sz="800" b="0" i="0" u="none" strike="noStrike" kern="1200" cap="none" spc="0" normalizeH="0" baseline="0" noProof="0" dirty="0">
                        <a:ln>
                          <a:noFill/>
                        </a:ln>
                        <a:solidFill>
                          <a:prstClr val="black"/>
                        </a:solidFill>
                        <a:effectLst/>
                        <a:uLnTx/>
                        <a:uFillTx/>
                        <a:latin typeface="+mn-lt"/>
                        <a:ea typeface="+mn-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61936248"/>
                  </a:ext>
                </a:extLst>
              </a:tr>
            </a:tbl>
          </a:graphicData>
        </a:graphic>
      </p:graphicFrame>
    </p:spTree>
    <p:extLst>
      <p:ext uri="{BB962C8B-B14F-4D97-AF65-F5344CB8AC3E}">
        <p14:creationId xmlns:p14="http://schemas.microsoft.com/office/powerpoint/2010/main" val="2094407808"/>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채널관리자_주문목록_주문상세페이지_정상주문">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BFAA9072-BE51-4F53-833F-5D4394283ED1}"/>
              </a:ext>
            </a:extLst>
          </p:cNvPr>
          <p:cNvSpPr/>
          <p:nvPr userDrawn="1"/>
        </p:nvSpPr>
        <p:spPr>
          <a:xfrm>
            <a:off x="33614" y="40343"/>
            <a:ext cx="10078574" cy="10717772"/>
          </a:xfrm>
          <a:prstGeom prst="rect">
            <a:avLst/>
          </a:prstGeom>
          <a:solidFill>
            <a:schemeClr val="bg1"/>
          </a:solid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B2C8D159-F038-4189-910F-08E00D78AB2F}"/>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5E5F7D5A-127E-4D8A-BB32-74031D21D8C9}"/>
              </a:ext>
            </a:extLst>
          </p:cNvPr>
          <p:cNvSpPr/>
          <p:nvPr userDrawn="1"/>
        </p:nvSpPr>
        <p:spPr>
          <a:xfrm>
            <a:off x="108568" y="10805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6" name="직사각형 5">
            <a:extLst>
              <a:ext uri="{FF2B5EF4-FFF2-40B4-BE49-F238E27FC236}">
                <a16:creationId xmlns:a16="http://schemas.microsoft.com/office/drawing/2014/main" id="{F52F004B-6732-4374-B623-1A860E9FA0B7}"/>
              </a:ext>
            </a:extLst>
          </p:cNvPr>
          <p:cNvSpPr/>
          <p:nvPr userDrawn="1"/>
        </p:nvSpPr>
        <p:spPr>
          <a:xfrm>
            <a:off x="8029664" y="107186"/>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graphicFrame>
        <p:nvGraphicFramePr>
          <p:cNvPr id="7" name="표 6">
            <a:extLst>
              <a:ext uri="{FF2B5EF4-FFF2-40B4-BE49-F238E27FC236}">
                <a16:creationId xmlns:a16="http://schemas.microsoft.com/office/drawing/2014/main" id="{E8D8F909-B4E4-4A3D-927C-0ABD44E2BAAF}"/>
              </a:ext>
            </a:extLst>
          </p:cNvPr>
          <p:cNvGraphicFramePr>
            <a:graphicFrameLocks noGrp="1"/>
          </p:cNvGraphicFramePr>
          <p:nvPr userDrawn="1">
            <p:extLst>
              <p:ext uri="{D42A27DB-BD31-4B8C-83A1-F6EECF244321}">
                <p14:modId xmlns:p14="http://schemas.microsoft.com/office/powerpoint/2010/main" val="2368865227"/>
              </p:ext>
            </p:extLst>
          </p:nvPr>
        </p:nvGraphicFramePr>
        <p:xfrm>
          <a:off x="108566" y="1810707"/>
          <a:ext cx="9936420" cy="2773680"/>
        </p:xfrm>
        <a:graphic>
          <a:graphicData uri="http://schemas.openxmlformats.org/drawingml/2006/table">
            <a:tbl>
              <a:tblPr firstRow="1" bandRow="1">
                <a:tableStyleId>{5C22544A-7EE6-4342-B048-85BDC9FD1C3A}</a:tableStyleId>
              </a:tblPr>
              <a:tblGrid>
                <a:gridCol w="1246202">
                  <a:extLst>
                    <a:ext uri="{9D8B030D-6E8A-4147-A177-3AD203B41FA5}">
                      <a16:colId xmlns:a16="http://schemas.microsoft.com/office/drawing/2014/main" val="2964090962"/>
                    </a:ext>
                  </a:extLst>
                </a:gridCol>
                <a:gridCol w="1246202">
                  <a:extLst>
                    <a:ext uri="{9D8B030D-6E8A-4147-A177-3AD203B41FA5}">
                      <a16:colId xmlns:a16="http://schemas.microsoft.com/office/drawing/2014/main" val="20000"/>
                    </a:ext>
                  </a:extLst>
                </a:gridCol>
                <a:gridCol w="456633">
                  <a:extLst>
                    <a:ext uri="{9D8B030D-6E8A-4147-A177-3AD203B41FA5}">
                      <a16:colId xmlns:a16="http://schemas.microsoft.com/office/drawing/2014/main" val="1728498013"/>
                    </a:ext>
                  </a:extLst>
                </a:gridCol>
                <a:gridCol w="1162691">
                  <a:extLst>
                    <a:ext uri="{9D8B030D-6E8A-4147-A177-3AD203B41FA5}">
                      <a16:colId xmlns:a16="http://schemas.microsoft.com/office/drawing/2014/main" val="20003"/>
                    </a:ext>
                  </a:extLst>
                </a:gridCol>
                <a:gridCol w="914475">
                  <a:extLst>
                    <a:ext uri="{9D8B030D-6E8A-4147-A177-3AD203B41FA5}">
                      <a16:colId xmlns:a16="http://schemas.microsoft.com/office/drawing/2014/main" val="4095619003"/>
                    </a:ext>
                  </a:extLst>
                </a:gridCol>
                <a:gridCol w="766004">
                  <a:extLst>
                    <a:ext uri="{9D8B030D-6E8A-4147-A177-3AD203B41FA5}">
                      <a16:colId xmlns:a16="http://schemas.microsoft.com/office/drawing/2014/main" val="2489093445"/>
                    </a:ext>
                  </a:extLst>
                </a:gridCol>
                <a:gridCol w="777555">
                  <a:extLst>
                    <a:ext uri="{9D8B030D-6E8A-4147-A177-3AD203B41FA5}">
                      <a16:colId xmlns:a16="http://schemas.microsoft.com/office/drawing/2014/main" val="3580568890"/>
                    </a:ext>
                  </a:extLst>
                </a:gridCol>
                <a:gridCol w="1676235">
                  <a:extLst>
                    <a:ext uri="{9D8B030D-6E8A-4147-A177-3AD203B41FA5}">
                      <a16:colId xmlns:a16="http://schemas.microsoft.com/office/drawing/2014/main" val="20004"/>
                    </a:ext>
                  </a:extLst>
                </a:gridCol>
                <a:gridCol w="676199">
                  <a:extLst>
                    <a:ext uri="{9D8B030D-6E8A-4147-A177-3AD203B41FA5}">
                      <a16:colId xmlns:a16="http://schemas.microsoft.com/office/drawing/2014/main" val="20005"/>
                    </a:ext>
                  </a:extLst>
                </a:gridCol>
                <a:gridCol w="1014224">
                  <a:extLst>
                    <a:ext uri="{9D8B030D-6E8A-4147-A177-3AD203B41FA5}">
                      <a16:colId xmlns:a16="http://schemas.microsoft.com/office/drawing/2014/main" val="20006"/>
                    </a:ext>
                  </a:extLst>
                </a:gridCol>
              </a:tblGrid>
              <a:tr h="0">
                <a:tc>
                  <a:txBody>
                    <a:bodyPr/>
                    <a:lstStyle/>
                    <a:p>
                      <a:pPr algn="ctr" latinLnBrk="1"/>
                      <a:r>
                        <a:rPr lang="ko-KR" altLang="en-US" sz="800" b="1" dirty="0">
                          <a:solidFill>
                            <a:schemeClr val="tx1"/>
                          </a:solidFill>
                        </a:rPr>
                        <a:t>주문일시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순번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800" b="1" dirty="0">
                          <a:solidFill>
                            <a:schemeClr val="tx1"/>
                          </a:solidFill>
                        </a:rPr>
                        <a:t>Shop</a:t>
                      </a:r>
                      <a:r>
                        <a:rPr lang="ko-KR" altLang="en-US" sz="800" b="1" dirty="0">
                          <a:solidFill>
                            <a:schemeClr val="tx1"/>
                          </a:solidFill>
                        </a:rPr>
                        <a:t>채널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u="sng" dirty="0">
                          <a:solidFill>
                            <a:schemeClr val="accent2">
                              <a:lumMod val="75000"/>
                            </a:schemeClr>
                          </a:solidFill>
                        </a:rPr>
                        <a:t>Me9-0002329</a:t>
                      </a:r>
                      <a:endParaRPr lang="ko-KR" altLang="en-US" sz="800" b="0" u="sng" dirty="0">
                        <a:solidFill>
                          <a:schemeClr val="accent2">
                            <a:lumMod val="75000"/>
                          </a:schemeClr>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Me9-0002328</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WT/S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Me9-0002326</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679275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Me9-0002325</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60545407"/>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Me9-0002300</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BK/L</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7300093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Me9-0002300</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1477464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Me9-0007777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3</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40055972"/>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mn-lt"/>
                          <a:ea typeface="+mn-ea"/>
                          <a:cs typeface="+mn-cs"/>
                        </a:rPr>
                        <a:t>Me9-0007777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WT/S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6475764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mn-lt"/>
                          <a:ea typeface="+mn-ea"/>
                          <a:cs typeface="+mn-cs"/>
                        </a:rPr>
                        <a:t>Me9-0007777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9408690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Me9-0002324</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61936248"/>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Me9-0002322</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BK/L</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83094304"/>
                  </a:ext>
                </a:extLst>
              </a:tr>
            </a:tbl>
          </a:graphicData>
        </a:graphic>
      </p:graphicFrame>
      <p:sp>
        <p:nvSpPr>
          <p:cNvPr id="8" name="TextBox 7">
            <a:extLst>
              <a:ext uri="{FF2B5EF4-FFF2-40B4-BE49-F238E27FC236}">
                <a16:creationId xmlns:a16="http://schemas.microsoft.com/office/drawing/2014/main" id="{1A496C5D-DD16-46F3-90AC-ACD39A255AE8}"/>
              </a:ext>
            </a:extLst>
          </p:cNvPr>
          <p:cNvSpPr txBox="1"/>
          <p:nvPr userDrawn="1"/>
        </p:nvSpPr>
        <p:spPr>
          <a:xfrm>
            <a:off x="92547" y="1512670"/>
            <a:ext cx="761547" cy="215444"/>
          </a:xfrm>
          <a:prstGeom prst="rect">
            <a:avLst/>
          </a:prstGeom>
          <a:noFill/>
        </p:spPr>
        <p:txBody>
          <a:bodyPr wrap="square" rtlCol="0">
            <a:spAutoFit/>
          </a:bodyPr>
          <a:lstStyle/>
          <a:p>
            <a:r>
              <a:rPr lang="ko-KR" altLang="en-US" sz="800" dirty="0"/>
              <a:t>총 </a:t>
            </a:r>
            <a:r>
              <a:rPr lang="en-US" altLang="ko-KR" sz="800" dirty="0"/>
              <a:t>00</a:t>
            </a:r>
            <a:r>
              <a:rPr lang="ko-KR" altLang="en-US" sz="800" dirty="0"/>
              <a:t>건</a:t>
            </a:r>
          </a:p>
        </p:txBody>
      </p:sp>
      <p:sp>
        <p:nvSpPr>
          <p:cNvPr id="9" name="직사각형 8">
            <a:extLst>
              <a:ext uri="{FF2B5EF4-FFF2-40B4-BE49-F238E27FC236}">
                <a16:creationId xmlns:a16="http://schemas.microsoft.com/office/drawing/2014/main" id="{E7ECB1E8-E10E-4EAB-BA9B-6F372AC510DE}"/>
              </a:ext>
            </a:extLst>
          </p:cNvPr>
          <p:cNvSpPr/>
          <p:nvPr userDrawn="1"/>
        </p:nvSpPr>
        <p:spPr>
          <a:xfrm>
            <a:off x="2753270" y="577224"/>
            <a:ext cx="5776224" cy="16790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10" name="직사각형 9">
            <a:extLst>
              <a:ext uri="{FF2B5EF4-FFF2-40B4-BE49-F238E27FC236}">
                <a16:creationId xmlns:a16="http://schemas.microsoft.com/office/drawing/2014/main" id="{3619172E-42FC-4F5F-9EA7-C05813D866CF}"/>
              </a:ext>
            </a:extLst>
          </p:cNvPr>
          <p:cNvSpPr/>
          <p:nvPr userDrawn="1"/>
        </p:nvSpPr>
        <p:spPr>
          <a:xfrm>
            <a:off x="9271395" y="559383"/>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endParaRPr lang="en-US" altLang="ko-KR" sz="800" dirty="0">
              <a:solidFill>
                <a:schemeClr val="bg1"/>
              </a:solidFill>
            </a:endParaRPr>
          </a:p>
        </p:txBody>
      </p:sp>
      <p:graphicFrame>
        <p:nvGraphicFramePr>
          <p:cNvPr id="11" name="표 63">
            <a:extLst>
              <a:ext uri="{FF2B5EF4-FFF2-40B4-BE49-F238E27FC236}">
                <a16:creationId xmlns:a16="http://schemas.microsoft.com/office/drawing/2014/main" id="{098932DA-971B-4D08-A1B6-3DAEBBECF1D1}"/>
              </a:ext>
            </a:extLst>
          </p:cNvPr>
          <p:cNvGraphicFramePr>
            <a:graphicFrameLocks noGrp="1"/>
          </p:cNvGraphicFramePr>
          <p:nvPr userDrawn="1">
            <p:extLst>
              <p:ext uri="{D42A27DB-BD31-4B8C-83A1-F6EECF244321}">
                <p14:modId xmlns:p14="http://schemas.microsoft.com/office/powerpoint/2010/main" val="591404446"/>
              </p:ext>
            </p:extLst>
          </p:nvPr>
        </p:nvGraphicFramePr>
        <p:xfrm>
          <a:off x="108567" y="547912"/>
          <a:ext cx="9936421" cy="457200"/>
        </p:xfrm>
        <a:graphic>
          <a:graphicData uri="http://schemas.openxmlformats.org/drawingml/2006/table">
            <a:tbl>
              <a:tblPr firstRow="1" bandRow="1">
                <a:tableStyleId>{5940675A-B579-460E-94D1-54222C63F5DA}</a:tableStyleId>
              </a:tblPr>
              <a:tblGrid>
                <a:gridCol w="975439">
                  <a:extLst>
                    <a:ext uri="{9D8B030D-6E8A-4147-A177-3AD203B41FA5}">
                      <a16:colId xmlns:a16="http://schemas.microsoft.com/office/drawing/2014/main" val="3701388552"/>
                    </a:ext>
                  </a:extLst>
                </a:gridCol>
                <a:gridCol w="8960982">
                  <a:extLst>
                    <a:ext uri="{9D8B030D-6E8A-4147-A177-3AD203B41FA5}">
                      <a16:colId xmlns:a16="http://schemas.microsoft.com/office/drawing/2014/main" val="339215266"/>
                    </a:ext>
                  </a:extLst>
                </a:gridCol>
              </a:tblGrid>
              <a:tr h="0">
                <a:tc>
                  <a:txBody>
                    <a:bodyPr/>
                    <a:lstStyle/>
                    <a:p>
                      <a:pPr latinLnBrk="1"/>
                      <a:r>
                        <a:rPr lang="ko-KR" altLang="en-US" sz="900" dirty="0"/>
                        <a:t>검색</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12" name="직사각형 11">
            <a:extLst>
              <a:ext uri="{FF2B5EF4-FFF2-40B4-BE49-F238E27FC236}">
                <a16:creationId xmlns:a16="http://schemas.microsoft.com/office/drawing/2014/main" id="{362986B3-062B-4084-A701-39F23D9FCB42}"/>
              </a:ext>
            </a:extLst>
          </p:cNvPr>
          <p:cNvSpPr/>
          <p:nvPr userDrawn="1"/>
        </p:nvSpPr>
        <p:spPr>
          <a:xfrm>
            <a:off x="9273843" y="786602"/>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13" name="직사각형 12">
            <a:extLst>
              <a:ext uri="{FF2B5EF4-FFF2-40B4-BE49-F238E27FC236}">
                <a16:creationId xmlns:a16="http://schemas.microsoft.com/office/drawing/2014/main" id="{08617F4B-2120-4B0C-A0C8-6AE6D5C7C76F}"/>
              </a:ext>
            </a:extLst>
          </p:cNvPr>
          <p:cNvSpPr/>
          <p:nvPr userDrawn="1"/>
        </p:nvSpPr>
        <p:spPr>
          <a:xfrm>
            <a:off x="1169303" y="578567"/>
            <a:ext cx="1531623" cy="17314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주문번호                      ▼</a:t>
            </a:r>
            <a:endParaRPr lang="en-US" altLang="ko-KR" sz="800" dirty="0">
              <a:solidFill>
                <a:schemeClr val="tx1"/>
              </a:solidFill>
            </a:endParaRPr>
          </a:p>
        </p:txBody>
      </p:sp>
      <p:graphicFrame>
        <p:nvGraphicFramePr>
          <p:cNvPr id="14" name="표 4">
            <a:extLst>
              <a:ext uri="{FF2B5EF4-FFF2-40B4-BE49-F238E27FC236}">
                <a16:creationId xmlns:a16="http://schemas.microsoft.com/office/drawing/2014/main" id="{0142D5F2-3F24-4D26-A76B-ED6A3E822236}"/>
              </a:ext>
            </a:extLst>
          </p:cNvPr>
          <p:cNvGraphicFramePr>
            <a:graphicFrameLocks noGrp="1"/>
          </p:cNvGraphicFramePr>
          <p:nvPr userDrawn="1">
            <p:extLst>
              <p:ext uri="{D42A27DB-BD31-4B8C-83A1-F6EECF244321}">
                <p14:modId xmlns:p14="http://schemas.microsoft.com/office/powerpoint/2010/main" val="2482006821"/>
              </p:ext>
            </p:extLst>
          </p:nvPr>
        </p:nvGraphicFramePr>
        <p:xfrm>
          <a:off x="108566" y="1210457"/>
          <a:ext cx="9936420" cy="213360"/>
        </p:xfrm>
        <a:graphic>
          <a:graphicData uri="http://schemas.openxmlformats.org/drawingml/2006/table">
            <a:tbl>
              <a:tblPr firstRow="1" bandRow="1">
                <a:tableStyleId>{5940675A-B579-460E-94D1-54222C63F5DA}</a:tableStyleId>
              </a:tblPr>
              <a:tblGrid>
                <a:gridCol w="2484105">
                  <a:extLst>
                    <a:ext uri="{9D8B030D-6E8A-4147-A177-3AD203B41FA5}">
                      <a16:colId xmlns:a16="http://schemas.microsoft.com/office/drawing/2014/main" val="3306315618"/>
                    </a:ext>
                  </a:extLst>
                </a:gridCol>
                <a:gridCol w="2484105">
                  <a:extLst>
                    <a:ext uri="{9D8B030D-6E8A-4147-A177-3AD203B41FA5}">
                      <a16:colId xmlns:a16="http://schemas.microsoft.com/office/drawing/2014/main" val="3684204346"/>
                    </a:ext>
                  </a:extLst>
                </a:gridCol>
                <a:gridCol w="2484105">
                  <a:extLst>
                    <a:ext uri="{9D8B030D-6E8A-4147-A177-3AD203B41FA5}">
                      <a16:colId xmlns:a16="http://schemas.microsoft.com/office/drawing/2014/main" val="1934738033"/>
                    </a:ext>
                  </a:extLst>
                </a:gridCol>
                <a:gridCol w="2484105">
                  <a:extLst>
                    <a:ext uri="{9D8B030D-6E8A-4147-A177-3AD203B41FA5}">
                      <a16:colId xmlns:a16="http://schemas.microsoft.com/office/drawing/2014/main" val="189309699"/>
                    </a:ext>
                  </a:extLst>
                </a:gridCol>
              </a:tblGrid>
              <a:tr h="164171">
                <a:tc>
                  <a:txBody>
                    <a:bodyPr/>
                    <a:lstStyle/>
                    <a:p>
                      <a:pPr algn="ctr" latinLnBrk="1"/>
                      <a:r>
                        <a:rPr lang="ko-KR" altLang="en-US" sz="800" b="1" dirty="0">
                          <a:solidFill>
                            <a:schemeClr val="bg1"/>
                          </a:solidFill>
                        </a:rPr>
                        <a:t>주문목록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800" dirty="0"/>
                        <a:t>취소목록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800" dirty="0"/>
                        <a:t>반품목록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800" dirty="0"/>
                        <a:t>교환목록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2825709569"/>
                  </a:ext>
                </a:extLst>
              </a:tr>
            </a:tbl>
          </a:graphicData>
        </a:graphic>
      </p:graphicFrame>
      <p:pic>
        <p:nvPicPr>
          <p:cNvPr id="15" name="Picture 2">
            <a:extLst>
              <a:ext uri="{FF2B5EF4-FFF2-40B4-BE49-F238E27FC236}">
                <a16:creationId xmlns:a16="http://schemas.microsoft.com/office/drawing/2014/main" id="{85A03E06-1408-4159-A3B1-568744E1F1CE}"/>
              </a:ext>
            </a:extLst>
          </p:cNvPr>
          <p:cNvPicPr>
            <a:picLocks noChangeAspect="1" noChangeArrowheads="1"/>
          </p:cNvPicPr>
          <p:nvPr userDrawn="1"/>
        </p:nvPicPr>
        <p:blipFill>
          <a:blip r:embed="rId5" cstate="print">
            <a:extLst>
              <a:ext uri="{28A0092B-C50C-407E-A947-70E740481C1C}">
                <a14:useLocalDpi xmlns:a14="http://schemas.microsoft.com/office/drawing/2010/main" val="0"/>
              </a:ext>
            </a:extLst>
          </a:blip>
          <a:srcRect/>
          <a:stretch>
            <a:fillRect/>
          </a:stretch>
        </p:blipFill>
        <p:spPr bwMode="auto">
          <a:xfrm>
            <a:off x="4537515" y="4957565"/>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 name="직사각형 1">
            <a:extLst>
              <a:ext uri="{FF2B5EF4-FFF2-40B4-BE49-F238E27FC236}">
                <a16:creationId xmlns:a16="http://schemas.microsoft.com/office/drawing/2014/main" id="{7502856B-0D76-455B-8562-F074B3CB25E0}"/>
              </a:ext>
            </a:extLst>
          </p:cNvPr>
          <p:cNvSpPr/>
          <p:nvPr userDrawn="1"/>
        </p:nvSpPr>
        <p:spPr>
          <a:xfrm>
            <a:off x="2592841" y="1810707"/>
            <a:ext cx="7475997" cy="2773680"/>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 name="직사각형 17">
            <a:extLst>
              <a:ext uri="{FF2B5EF4-FFF2-40B4-BE49-F238E27FC236}">
                <a16:creationId xmlns:a16="http://schemas.microsoft.com/office/drawing/2014/main" id="{00A6BD24-68D4-4FDD-913E-AA75A4DC7C8B}"/>
              </a:ext>
            </a:extLst>
          </p:cNvPr>
          <p:cNvSpPr/>
          <p:nvPr userDrawn="1"/>
        </p:nvSpPr>
        <p:spPr>
          <a:xfrm>
            <a:off x="2592841" y="4584387"/>
            <a:ext cx="7475997" cy="138688"/>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978AAB5-ED39-4EF3-87CF-4C4676A5BDDF}"/>
              </a:ext>
            </a:extLst>
          </p:cNvPr>
          <p:cNvSpPr/>
          <p:nvPr userDrawn="1"/>
        </p:nvSpPr>
        <p:spPr>
          <a:xfrm>
            <a:off x="2646933" y="4630871"/>
            <a:ext cx="107985" cy="45719"/>
          </a:xfrm>
          <a:prstGeom prst="rect">
            <a:avLst/>
          </a:prstGeom>
          <a:solidFill>
            <a:srgbClr val="000000"/>
          </a:solid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직사각형 19">
            <a:extLst>
              <a:ext uri="{FF2B5EF4-FFF2-40B4-BE49-F238E27FC236}">
                <a16:creationId xmlns:a16="http://schemas.microsoft.com/office/drawing/2014/main" id="{4D161629-17A4-4B24-9D81-695603DE2D25}"/>
              </a:ext>
            </a:extLst>
          </p:cNvPr>
          <p:cNvSpPr/>
          <p:nvPr userDrawn="1"/>
        </p:nvSpPr>
        <p:spPr>
          <a:xfrm>
            <a:off x="175029" y="212797"/>
            <a:ext cx="9818926" cy="4580429"/>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21" name="Image">
            <a:extLst>
              <a:ext uri="{FF2B5EF4-FFF2-40B4-BE49-F238E27FC236}">
                <a16:creationId xmlns:a16="http://schemas.microsoft.com/office/drawing/2014/main" id="{9D1B5A45-3868-467C-BD26-779CE10E196F}"/>
              </a:ext>
            </a:extLst>
          </p:cNvPr>
          <p:cNvGrpSpPr>
            <a:grpSpLocks/>
          </p:cNvGrpSpPr>
          <p:nvPr userDrawn="1"/>
        </p:nvGrpSpPr>
        <p:grpSpPr bwMode="auto">
          <a:xfrm>
            <a:off x="9558528" y="376749"/>
            <a:ext cx="263570" cy="250457"/>
            <a:chOff x="508000" y="1397000"/>
            <a:chExt cx="1008112" cy="1008112"/>
          </a:xfrm>
        </p:grpSpPr>
        <p:sp>
          <p:nvSpPr>
            <p:cNvPr id="22" name="Border">
              <a:extLst>
                <a:ext uri="{FF2B5EF4-FFF2-40B4-BE49-F238E27FC236}">
                  <a16:creationId xmlns:a16="http://schemas.microsoft.com/office/drawing/2014/main" id="{ED617F9D-E5A7-469E-9B11-220C3F625DB8}"/>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3" name="Line 2">
              <a:extLst>
                <a:ext uri="{FF2B5EF4-FFF2-40B4-BE49-F238E27FC236}">
                  <a16:creationId xmlns:a16="http://schemas.microsoft.com/office/drawing/2014/main" id="{DD9E9958-4069-4B82-8DD8-B87A34BF3026}"/>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4" name="Line 1">
              <a:extLst>
                <a:ext uri="{FF2B5EF4-FFF2-40B4-BE49-F238E27FC236}">
                  <a16:creationId xmlns:a16="http://schemas.microsoft.com/office/drawing/2014/main" id="{8F072787-ABCE-4C59-8A1B-26D86919BC40}"/>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25" name="TextBox 24">
            <a:extLst>
              <a:ext uri="{FF2B5EF4-FFF2-40B4-BE49-F238E27FC236}">
                <a16:creationId xmlns:a16="http://schemas.microsoft.com/office/drawing/2014/main" id="{947A68A3-0AC7-44E0-A428-F2F52F0075BC}"/>
              </a:ext>
            </a:extLst>
          </p:cNvPr>
          <p:cNvSpPr txBox="1"/>
          <p:nvPr userDrawn="1"/>
        </p:nvSpPr>
        <p:spPr>
          <a:xfrm>
            <a:off x="324842" y="386561"/>
            <a:ext cx="1217000" cy="246221"/>
          </a:xfrm>
          <a:prstGeom prst="rect">
            <a:avLst/>
          </a:prstGeom>
          <a:noFill/>
        </p:spPr>
        <p:txBody>
          <a:bodyPr wrap="none" rtlCol="0">
            <a:spAutoFit/>
          </a:bodyPr>
          <a:lstStyle/>
          <a:p>
            <a:r>
              <a:rPr lang="ko-KR" altLang="en-US" sz="1000" b="1" dirty="0">
                <a:latin typeface="맑은 고딕" panose="020B0503020000020004" pitchFamily="50" charset="-127"/>
                <a:ea typeface="맑은 고딕" panose="020B0503020000020004" pitchFamily="50" charset="-127"/>
              </a:rPr>
              <a:t>○ 주문 상세보기</a:t>
            </a:r>
            <a:endParaRPr lang="ko-KR" altLang="en-US" sz="1000" dirty="0"/>
          </a:p>
        </p:txBody>
      </p:sp>
      <p:graphicFrame>
        <p:nvGraphicFramePr>
          <p:cNvPr id="26" name="표 4">
            <a:extLst>
              <a:ext uri="{FF2B5EF4-FFF2-40B4-BE49-F238E27FC236}">
                <a16:creationId xmlns:a16="http://schemas.microsoft.com/office/drawing/2014/main" id="{95D22BFD-085A-465B-A782-543199EFCE98}"/>
              </a:ext>
            </a:extLst>
          </p:cNvPr>
          <p:cNvGraphicFramePr>
            <a:graphicFrameLocks noGrp="1"/>
          </p:cNvGraphicFramePr>
          <p:nvPr userDrawn="1">
            <p:extLst>
              <p:ext uri="{D42A27DB-BD31-4B8C-83A1-F6EECF244321}">
                <p14:modId xmlns:p14="http://schemas.microsoft.com/office/powerpoint/2010/main" val="1498108730"/>
              </p:ext>
            </p:extLst>
          </p:nvPr>
        </p:nvGraphicFramePr>
        <p:xfrm>
          <a:off x="372134" y="916257"/>
          <a:ext cx="9449965" cy="246221"/>
        </p:xfrm>
        <a:graphic>
          <a:graphicData uri="http://schemas.openxmlformats.org/drawingml/2006/table">
            <a:tbl>
              <a:tblPr firstRow="1" bandRow="1">
                <a:tableStyleId>{5940675A-B579-460E-94D1-54222C63F5DA}</a:tableStyleId>
              </a:tblPr>
              <a:tblGrid>
                <a:gridCol w="1889993">
                  <a:extLst>
                    <a:ext uri="{9D8B030D-6E8A-4147-A177-3AD203B41FA5}">
                      <a16:colId xmlns:a16="http://schemas.microsoft.com/office/drawing/2014/main" val="3306315618"/>
                    </a:ext>
                  </a:extLst>
                </a:gridCol>
                <a:gridCol w="1889993">
                  <a:extLst>
                    <a:ext uri="{9D8B030D-6E8A-4147-A177-3AD203B41FA5}">
                      <a16:colId xmlns:a16="http://schemas.microsoft.com/office/drawing/2014/main" val="3684204346"/>
                    </a:ext>
                  </a:extLst>
                </a:gridCol>
                <a:gridCol w="1889993">
                  <a:extLst>
                    <a:ext uri="{9D8B030D-6E8A-4147-A177-3AD203B41FA5}">
                      <a16:colId xmlns:a16="http://schemas.microsoft.com/office/drawing/2014/main" val="1934738033"/>
                    </a:ext>
                  </a:extLst>
                </a:gridCol>
                <a:gridCol w="1889993">
                  <a:extLst>
                    <a:ext uri="{9D8B030D-6E8A-4147-A177-3AD203B41FA5}">
                      <a16:colId xmlns:a16="http://schemas.microsoft.com/office/drawing/2014/main" val="189309699"/>
                    </a:ext>
                  </a:extLst>
                </a:gridCol>
                <a:gridCol w="1889993">
                  <a:extLst>
                    <a:ext uri="{9D8B030D-6E8A-4147-A177-3AD203B41FA5}">
                      <a16:colId xmlns:a16="http://schemas.microsoft.com/office/drawing/2014/main" val="3675772040"/>
                    </a:ext>
                  </a:extLst>
                </a:gridCol>
              </a:tblGrid>
              <a:tr h="246221">
                <a:tc>
                  <a:txBody>
                    <a:bodyPr/>
                    <a:lstStyle/>
                    <a:p>
                      <a:pPr algn="ctr" latinLnBrk="1"/>
                      <a:r>
                        <a:rPr lang="ko-KR" altLang="en-US" sz="900" b="0" dirty="0">
                          <a:solidFill>
                            <a:schemeClr val="tx1"/>
                          </a:solidFill>
                        </a:rPr>
                        <a:t>주문 정보</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900" b="1" dirty="0">
                          <a:solidFill>
                            <a:schemeClr val="bg1"/>
                          </a:solidFill>
                        </a:rPr>
                        <a:t>정상 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900" dirty="0"/>
                        <a:t>취소 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900" dirty="0"/>
                        <a:t>반품 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900" dirty="0"/>
                        <a:t>교환 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25709569"/>
                  </a:ext>
                </a:extLst>
              </a:tr>
            </a:tbl>
          </a:graphicData>
        </a:graphic>
      </p:graphicFrame>
      <p:graphicFrame>
        <p:nvGraphicFramePr>
          <p:cNvPr id="27" name="표 4">
            <a:extLst>
              <a:ext uri="{FF2B5EF4-FFF2-40B4-BE49-F238E27FC236}">
                <a16:creationId xmlns:a16="http://schemas.microsoft.com/office/drawing/2014/main" id="{EC2D33CE-07C1-41D4-8521-554DC81C370A}"/>
              </a:ext>
            </a:extLst>
          </p:cNvPr>
          <p:cNvGraphicFramePr>
            <a:graphicFrameLocks noGrp="1"/>
          </p:cNvGraphicFramePr>
          <p:nvPr userDrawn="1">
            <p:extLst>
              <p:ext uri="{D42A27DB-BD31-4B8C-83A1-F6EECF244321}">
                <p14:modId xmlns:p14="http://schemas.microsoft.com/office/powerpoint/2010/main" val="3276922060"/>
              </p:ext>
            </p:extLst>
          </p:nvPr>
        </p:nvGraphicFramePr>
        <p:xfrm>
          <a:off x="372132" y="1563938"/>
          <a:ext cx="9449964" cy="426720"/>
        </p:xfrm>
        <a:graphic>
          <a:graphicData uri="http://schemas.openxmlformats.org/drawingml/2006/table">
            <a:tbl>
              <a:tblPr firstRow="1" bandRow="1">
                <a:tableStyleId>{5940675A-B579-460E-94D1-54222C63F5DA}</a:tableStyleId>
              </a:tblPr>
              <a:tblGrid>
                <a:gridCol w="1353301">
                  <a:extLst>
                    <a:ext uri="{9D8B030D-6E8A-4147-A177-3AD203B41FA5}">
                      <a16:colId xmlns:a16="http://schemas.microsoft.com/office/drawing/2014/main" val="3684204346"/>
                    </a:ext>
                  </a:extLst>
                </a:gridCol>
                <a:gridCol w="3371681">
                  <a:extLst>
                    <a:ext uri="{9D8B030D-6E8A-4147-A177-3AD203B41FA5}">
                      <a16:colId xmlns:a16="http://schemas.microsoft.com/office/drawing/2014/main" val="1934738033"/>
                    </a:ext>
                  </a:extLst>
                </a:gridCol>
                <a:gridCol w="1637641">
                  <a:extLst>
                    <a:ext uri="{9D8B030D-6E8A-4147-A177-3AD203B41FA5}">
                      <a16:colId xmlns:a16="http://schemas.microsoft.com/office/drawing/2014/main" val="189309699"/>
                    </a:ext>
                  </a:extLst>
                </a:gridCol>
                <a:gridCol w="3087341">
                  <a:extLst>
                    <a:ext uri="{9D8B030D-6E8A-4147-A177-3AD203B41FA5}">
                      <a16:colId xmlns:a16="http://schemas.microsoft.com/office/drawing/2014/main" val="3675772040"/>
                    </a:ext>
                  </a:extLst>
                </a:gridCol>
              </a:tblGrid>
              <a:tr h="0">
                <a:tc>
                  <a:txBody>
                    <a:bodyPr/>
                    <a:lstStyle/>
                    <a:p>
                      <a:pPr algn="ctr" latinLnBrk="1"/>
                      <a:r>
                        <a:rPr lang="ko-KR" altLang="en-US" sz="800" b="0" dirty="0">
                          <a:solidFill>
                            <a:schemeClr val="tx1"/>
                          </a:solidFill>
                        </a:rPr>
                        <a:t>주문번호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Me9-000939393</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주문일시</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2024-10-01 09:02:12</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25709569"/>
                  </a:ext>
                </a:extLst>
              </a:tr>
              <a:tr h="0">
                <a:tc>
                  <a:txBody>
                    <a:bodyPr/>
                    <a:lstStyle/>
                    <a:p>
                      <a:pPr algn="ctr" latinLnBrk="1"/>
                      <a:r>
                        <a:rPr lang="ko-KR" altLang="en-US" sz="800" b="0" dirty="0">
                          <a:solidFill>
                            <a:schemeClr val="tx1"/>
                          </a:solidFill>
                        </a:rPr>
                        <a:t>판매처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Shop</a:t>
                      </a:r>
                      <a:r>
                        <a:rPr lang="ko-KR" altLang="en-US" sz="800" dirty="0" err="1"/>
                        <a:t>채널명</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결제일시</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2024-10-01 10:02:12</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801681561"/>
                  </a:ext>
                </a:extLst>
              </a:tr>
            </a:tbl>
          </a:graphicData>
        </a:graphic>
      </p:graphicFrame>
      <p:sp>
        <p:nvSpPr>
          <p:cNvPr id="28" name="TextBox 27">
            <a:extLst>
              <a:ext uri="{FF2B5EF4-FFF2-40B4-BE49-F238E27FC236}">
                <a16:creationId xmlns:a16="http://schemas.microsoft.com/office/drawing/2014/main" id="{4CD2480D-1A91-4712-9076-42804BDA29C1}"/>
              </a:ext>
            </a:extLst>
          </p:cNvPr>
          <p:cNvSpPr txBox="1"/>
          <p:nvPr userDrawn="1"/>
        </p:nvSpPr>
        <p:spPr>
          <a:xfrm>
            <a:off x="324842" y="1290767"/>
            <a:ext cx="103265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정상주문정보</a:t>
            </a:r>
            <a:endParaRPr lang="ko-KR" altLang="en-US" sz="900" dirty="0"/>
          </a:p>
        </p:txBody>
      </p:sp>
      <p:sp>
        <p:nvSpPr>
          <p:cNvPr id="29" name="직사각형 28">
            <a:extLst>
              <a:ext uri="{FF2B5EF4-FFF2-40B4-BE49-F238E27FC236}">
                <a16:creationId xmlns:a16="http://schemas.microsoft.com/office/drawing/2014/main" id="{C01E1080-61B2-450E-9204-8CCE1EA9C6E7}"/>
              </a:ext>
            </a:extLst>
          </p:cNvPr>
          <p:cNvSpPr/>
          <p:nvPr userDrawn="1"/>
        </p:nvSpPr>
        <p:spPr>
          <a:xfrm>
            <a:off x="372132" y="3026799"/>
            <a:ext cx="9449964" cy="103991"/>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 name="직사각형 29">
            <a:extLst>
              <a:ext uri="{FF2B5EF4-FFF2-40B4-BE49-F238E27FC236}">
                <a16:creationId xmlns:a16="http://schemas.microsoft.com/office/drawing/2014/main" id="{127E8586-79D4-46CF-9E30-D5CE554F7A6A}"/>
              </a:ext>
            </a:extLst>
          </p:cNvPr>
          <p:cNvSpPr/>
          <p:nvPr userDrawn="1"/>
        </p:nvSpPr>
        <p:spPr>
          <a:xfrm>
            <a:off x="418885" y="3050353"/>
            <a:ext cx="2733270" cy="57506"/>
          </a:xfrm>
          <a:prstGeom prst="rect">
            <a:avLst/>
          </a:prstGeom>
          <a:solidFill>
            <a:srgbClr val="000000"/>
          </a:solid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1" name="직사각형 30">
            <a:extLst>
              <a:ext uri="{FF2B5EF4-FFF2-40B4-BE49-F238E27FC236}">
                <a16:creationId xmlns:a16="http://schemas.microsoft.com/office/drawing/2014/main" id="{3942B150-807D-4B2A-94BD-2EED6BFDB2AF}"/>
              </a:ext>
            </a:extLst>
          </p:cNvPr>
          <p:cNvSpPr/>
          <p:nvPr userDrawn="1"/>
        </p:nvSpPr>
        <p:spPr>
          <a:xfrm>
            <a:off x="372133" y="2340858"/>
            <a:ext cx="9449964" cy="686565"/>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32" name="표 31">
            <a:extLst>
              <a:ext uri="{FF2B5EF4-FFF2-40B4-BE49-F238E27FC236}">
                <a16:creationId xmlns:a16="http://schemas.microsoft.com/office/drawing/2014/main" id="{5DB447BE-2C0A-4AA1-81E6-68E81BA9C8BD}"/>
              </a:ext>
            </a:extLst>
          </p:cNvPr>
          <p:cNvGraphicFramePr>
            <a:graphicFrameLocks noGrp="1"/>
          </p:cNvGraphicFramePr>
          <p:nvPr userDrawn="1">
            <p:extLst>
              <p:ext uri="{D42A27DB-BD31-4B8C-83A1-F6EECF244321}">
                <p14:modId xmlns:p14="http://schemas.microsoft.com/office/powerpoint/2010/main" val="279208698"/>
              </p:ext>
            </p:extLst>
          </p:nvPr>
        </p:nvGraphicFramePr>
        <p:xfrm>
          <a:off x="418285" y="2365964"/>
          <a:ext cx="9392537" cy="640080"/>
        </p:xfrm>
        <a:graphic>
          <a:graphicData uri="http://schemas.openxmlformats.org/drawingml/2006/table">
            <a:tbl>
              <a:tblPr firstRow="1" bandRow="1">
                <a:tableStyleId>{5C22544A-7EE6-4342-B048-85BDC9FD1C3A}</a:tableStyleId>
              </a:tblPr>
              <a:tblGrid>
                <a:gridCol w="321404">
                  <a:extLst>
                    <a:ext uri="{9D8B030D-6E8A-4147-A177-3AD203B41FA5}">
                      <a16:colId xmlns:a16="http://schemas.microsoft.com/office/drawing/2014/main" val="1403106609"/>
                    </a:ext>
                  </a:extLst>
                </a:gridCol>
                <a:gridCol w="703098">
                  <a:extLst>
                    <a:ext uri="{9D8B030D-6E8A-4147-A177-3AD203B41FA5}">
                      <a16:colId xmlns:a16="http://schemas.microsoft.com/office/drawing/2014/main" val="3580568890"/>
                    </a:ext>
                  </a:extLst>
                </a:gridCol>
                <a:gridCol w="1569018">
                  <a:extLst>
                    <a:ext uri="{9D8B030D-6E8A-4147-A177-3AD203B41FA5}">
                      <a16:colId xmlns:a16="http://schemas.microsoft.com/office/drawing/2014/main" val="20004"/>
                    </a:ext>
                  </a:extLst>
                </a:gridCol>
                <a:gridCol w="648724">
                  <a:extLst>
                    <a:ext uri="{9D8B030D-6E8A-4147-A177-3AD203B41FA5}">
                      <a16:colId xmlns:a16="http://schemas.microsoft.com/office/drawing/2014/main" val="20005"/>
                    </a:ext>
                  </a:extLst>
                </a:gridCol>
                <a:gridCol w="447393">
                  <a:extLst>
                    <a:ext uri="{9D8B030D-6E8A-4147-A177-3AD203B41FA5}">
                      <a16:colId xmlns:a16="http://schemas.microsoft.com/office/drawing/2014/main" val="20006"/>
                    </a:ext>
                  </a:extLst>
                </a:gridCol>
                <a:gridCol w="593413">
                  <a:extLst>
                    <a:ext uri="{9D8B030D-6E8A-4147-A177-3AD203B41FA5}">
                      <a16:colId xmlns:a16="http://schemas.microsoft.com/office/drawing/2014/main" val="20009"/>
                    </a:ext>
                  </a:extLst>
                </a:gridCol>
                <a:gridCol w="593413">
                  <a:extLst>
                    <a:ext uri="{9D8B030D-6E8A-4147-A177-3AD203B41FA5}">
                      <a16:colId xmlns:a16="http://schemas.microsoft.com/office/drawing/2014/main" val="2721139772"/>
                    </a:ext>
                  </a:extLst>
                </a:gridCol>
                <a:gridCol w="593413">
                  <a:extLst>
                    <a:ext uri="{9D8B030D-6E8A-4147-A177-3AD203B41FA5}">
                      <a16:colId xmlns:a16="http://schemas.microsoft.com/office/drawing/2014/main" val="4044106512"/>
                    </a:ext>
                  </a:extLst>
                </a:gridCol>
                <a:gridCol w="593413">
                  <a:extLst>
                    <a:ext uri="{9D8B030D-6E8A-4147-A177-3AD203B41FA5}">
                      <a16:colId xmlns:a16="http://schemas.microsoft.com/office/drawing/2014/main" val="2056109714"/>
                    </a:ext>
                  </a:extLst>
                </a:gridCol>
                <a:gridCol w="689626">
                  <a:extLst>
                    <a:ext uri="{9D8B030D-6E8A-4147-A177-3AD203B41FA5}">
                      <a16:colId xmlns:a16="http://schemas.microsoft.com/office/drawing/2014/main" val="983732852"/>
                    </a:ext>
                  </a:extLst>
                </a:gridCol>
                <a:gridCol w="656327">
                  <a:extLst>
                    <a:ext uri="{9D8B030D-6E8A-4147-A177-3AD203B41FA5}">
                      <a16:colId xmlns:a16="http://schemas.microsoft.com/office/drawing/2014/main" val="3017944777"/>
                    </a:ext>
                  </a:extLst>
                </a:gridCol>
                <a:gridCol w="640708">
                  <a:extLst>
                    <a:ext uri="{9D8B030D-6E8A-4147-A177-3AD203B41FA5}">
                      <a16:colId xmlns:a16="http://schemas.microsoft.com/office/drawing/2014/main" val="3778572038"/>
                    </a:ext>
                  </a:extLst>
                </a:gridCol>
                <a:gridCol w="669990">
                  <a:extLst>
                    <a:ext uri="{9D8B030D-6E8A-4147-A177-3AD203B41FA5}">
                      <a16:colId xmlns:a16="http://schemas.microsoft.com/office/drawing/2014/main" val="4255377130"/>
                    </a:ext>
                  </a:extLst>
                </a:gridCol>
                <a:gridCol w="672597">
                  <a:extLst>
                    <a:ext uri="{9D8B030D-6E8A-4147-A177-3AD203B41FA5}">
                      <a16:colId xmlns:a16="http://schemas.microsoft.com/office/drawing/2014/main" val="1062420576"/>
                    </a:ext>
                  </a:extLst>
                </a:gridCol>
              </a:tblGrid>
              <a:tr h="0">
                <a:tc>
                  <a:txBody>
                    <a:bodyPr/>
                    <a:lstStyle/>
                    <a:p>
                      <a:pPr algn="ctr" latinLnBrk="1"/>
                      <a:r>
                        <a:rPr lang="ko-KR" altLang="en-US" sz="800" b="1"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취소수량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반품수량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교환수량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판매금액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이익금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판매이익</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배송대기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17,500</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배송대기</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17,500</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sp>
        <p:nvSpPr>
          <p:cNvPr id="33" name="직사각형 32">
            <a:extLst>
              <a:ext uri="{FF2B5EF4-FFF2-40B4-BE49-F238E27FC236}">
                <a16:creationId xmlns:a16="http://schemas.microsoft.com/office/drawing/2014/main" id="{39DD1899-BFA1-491C-96F5-23E444C9D727}"/>
              </a:ext>
            </a:extLst>
          </p:cNvPr>
          <p:cNvSpPr/>
          <p:nvPr userDrawn="1"/>
        </p:nvSpPr>
        <p:spPr>
          <a:xfrm>
            <a:off x="372132" y="3130790"/>
            <a:ext cx="9449964" cy="298210"/>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 name="직사각형 33">
            <a:extLst>
              <a:ext uri="{FF2B5EF4-FFF2-40B4-BE49-F238E27FC236}">
                <a16:creationId xmlns:a16="http://schemas.microsoft.com/office/drawing/2014/main" id="{E63F4956-680C-409E-A503-2C07B54B325E}"/>
              </a:ext>
            </a:extLst>
          </p:cNvPr>
          <p:cNvSpPr/>
          <p:nvPr userDrawn="1"/>
        </p:nvSpPr>
        <p:spPr>
          <a:xfrm>
            <a:off x="417014" y="3181285"/>
            <a:ext cx="914400" cy="2064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결제완료</a:t>
            </a:r>
          </a:p>
        </p:txBody>
      </p:sp>
      <p:sp>
        <p:nvSpPr>
          <p:cNvPr id="35" name="직사각형 34">
            <a:extLst>
              <a:ext uri="{FF2B5EF4-FFF2-40B4-BE49-F238E27FC236}">
                <a16:creationId xmlns:a16="http://schemas.microsoft.com/office/drawing/2014/main" id="{875CF547-70AA-4018-9498-511914EC7BAA}"/>
              </a:ext>
            </a:extLst>
          </p:cNvPr>
          <p:cNvSpPr/>
          <p:nvPr userDrawn="1"/>
        </p:nvSpPr>
        <p:spPr>
          <a:xfrm>
            <a:off x="1356190" y="3177205"/>
            <a:ext cx="914400" cy="2064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배송대기</a:t>
            </a:r>
          </a:p>
        </p:txBody>
      </p:sp>
      <p:sp>
        <p:nvSpPr>
          <p:cNvPr id="36" name="직사각형 35">
            <a:extLst>
              <a:ext uri="{FF2B5EF4-FFF2-40B4-BE49-F238E27FC236}">
                <a16:creationId xmlns:a16="http://schemas.microsoft.com/office/drawing/2014/main" id="{25F3D527-46A1-4967-A4CE-7DC95AF7C44A}"/>
              </a:ext>
            </a:extLst>
          </p:cNvPr>
          <p:cNvSpPr/>
          <p:nvPr userDrawn="1"/>
        </p:nvSpPr>
        <p:spPr>
          <a:xfrm>
            <a:off x="2295366" y="3177205"/>
            <a:ext cx="914400" cy="2064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tx1"/>
                </a:solidFill>
              </a:rPr>
              <a:t>배송중</a:t>
            </a:r>
            <a:endParaRPr lang="ko-KR" altLang="en-US" sz="800" dirty="0">
              <a:solidFill>
                <a:schemeClr val="tx1"/>
              </a:solidFill>
            </a:endParaRPr>
          </a:p>
        </p:txBody>
      </p:sp>
      <p:sp>
        <p:nvSpPr>
          <p:cNvPr id="37" name="직사각형 36">
            <a:extLst>
              <a:ext uri="{FF2B5EF4-FFF2-40B4-BE49-F238E27FC236}">
                <a16:creationId xmlns:a16="http://schemas.microsoft.com/office/drawing/2014/main" id="{1019DF22-EEC9-4259-88D9-F0E41C84AB47}"/>
              </a:ext>
            </a:extLst>
          </p:cNvPr>
          <p:cNvSpPr/>
          <p:nvPr userDrawn="1"/>
        </p:nvSpPr>
        <p:spPr>
          <a:xfrm>
            <a:off x="3231515" y="3177205"/>
            <a:ext cx="914400" cy="206477"/>
          </a:xfrm>
          <a:prstGeom prst="rect">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반품 요청</a:t>
            </a:r>
          </a:p>
        </p:txBody>
      </p:sp>
      <p:sp>
        <p:nvSpPr>
          <p:cNvPr id="38" name="직사각형 37">
            <a:extLst>
              <a:ext uri="{FF2B5EF4-FFF2-40B4-BE49-F238E27FC236}">
                <a16:creationId xmlns:a16="http://schemas.microsoft.com/office/drawing/2014/main" id="{AA2E6216-148C-4AA0-AF6C-C29B9CC431CA}"/>
              </a:ext>
            </a:extLst>
          </p:cNvPr>
          <p:cNvSpPr/>
          <p:nvPr userDrawn="1"/>
        </p:nvSpPr>
        <p:spPr>
          <a:xfrm>
            <a:off x="4175378" y="3177205"/>
            <a:ext cx="914400" cy="206477"/>
          </a:xfrm>
          <a:prstGeom prst="rect">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교환 요청</a:t>
            </a:r>
          </a:p>
        </p:txBody>
      </p:sp>
      <p:sp>
        <p:nvSpPr>
          <p:cNvPr id="39" name="직사각형 38">
            <a:extLst>
              <a:ext uri="{FF2B5EF4-FFF2-40B4-BE49-F238E27FC236}">
                <a16:creationId xmlns:a16="http://schemas.microsoft.com/office/drawing/2014/main" id="{51221845-0627-4183-A810-63DC2D50837F}"/>
              </a:ext>
            </a:extLst>
          </p:cNvPr>
          <p:cNvSpPr/>
          <p:nvPr userDrawn="1"/>
        </p:nvSpPr>
        <p:spPr>
          <a:xfrm>
            <a:off x="5114554" y="3177205"/>
            <a:ext cx="914400" cy="206477"/>
          </a:xfrm>
          <a:prstGeom prst="rect">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취소 요청</a:t>
            </a:r>
          </a:p>
        </p:txBody>
      </p:sp>
      <p:sp>
        <p:nvSpPr>
          <p:cNvPr id="40" name="직사각형 39">
            <a:extLst>
              <a:ext uri="{FF2B5EF4-FFF2-40B4-BE49-F238E27FC236}">
                <a16:creationId xmlns:a16="http://schemas.microsoft.com/office/drawing/2014/main" id="{C9764A59-A47E-4B8C-A388-CA0B7995B21B}"/>
              </a:ext>
            </a:extLst>
          </p:cNvPr>
          <p:cNvSpPr/>
          <p:nvPr userDrawn="1"/>
        </p:nvSpPr>
        <p:spPr>
          <a:xfrm>
            <a:off x="4405026" y="3922414"/>
            <a:ext cx="1021019" cy="27550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b="1" dirty="0" err="1">
                <a:solidFill>
                  <a:schemeClr val="bg1"/>
                </a:solidFill>
              </a:rPr>
              <a:t>창닫기</a:t>
            </a:r>
            <a:endParaRPr lang="en-US" altLang="ko-KR" sz="1000" b="1" dirty="0">
              <a:solidFill>
                <a:schemeClr val="bg1"/>
              </a:solidFill>
            </a:endParaRPr>
          </a:p>
        </p:txBody>
      </p:sp>
    </p:spTree>
    <p:extLst>
      <p:ext uri="{BB962C8B-B14F-4D97-AF65-F5344CB8AC3E}">
        <p14:creationId xmlns:p14="http://schemas.microsoft.com/office/powerpoint/2010/main" val="3512845955"/>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채널관리자_주문목록_주문상세페이지_취소주문">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BFAA9072-BE51-4F53-833F-5D4394283ED1}"/>
              </a:ext>
            </a:extLst>
          </p:cNvPr>
          <p:cNvSpPr/>
          <p:nvPr userDrawn="1"/>
        </p:nvSpPr>
        <p:spPr>
          <a:xfrm>
            <a:off x="33614" y="40343"/>
            <a:ext cx="10078574" cy="6582336"/>
          </a:xfrm>
          <a:prstGeom prst="rect">
            <a:avLst/>
          </a:prstGeom>
          <a:solidFill>
            <a:schemeClr val="bg1"/>
          </a:solid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B2C8D159-F038-4189-910F-08E00D78AB2F}"/>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5E5F7D5A-127E-4D8A-BB32-74031D21D8C9}"/>
              </a:ext>
            </a:extLst>
          </p:cNvPr>
          <p:cNvSpPr/>
          <p:nvPr userDrawn="1"/>
        </p:nvSpPr>
        <p:spPr>
          <a:xfrm>
            <a:off x="108568" y="10805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6" name="직사각형 5">
            <a:extLst>
              <a:ext uri="{FF2B5EF4-FFF2-40B4-BE49-F238E27FC236}">
                <a16:creationId xmlns:a16="http://schemas.microsoft.com/office/drawing/2014/main" id="{F52F004B-6732-4374-B623-1A860E9FA0B7}"/>
              </a:ext>
            </a:extLst>
          </p:cNvPr>
          <p:cNvSpPr/>
          <p:nvPr userDrawn="1"/>
        </p:nvSpPr>
        <p:spPr>
          <a:xfrm>
            <a:off x="8029664" y="107186"/>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graphicFrame>
        <p:nvGraphicFramePr>
          <p:cNvPr id="7" name="표 6">
            <a:extLst>
              <a:ext uri="{FF2B5EF4-FFF2-40B4-BE49-F238E27FC236}">
                <a16:creationId xmlns:a16="http://schemas.microsoft.com/office/drawing/2014/main" id="{E8D8F909-B4E4-4A3D-927C-0ABD44E2BAAF}"/>
              </a:ext>
            </a:extLst>
          </p:cNvPr>
          <p:cNvGraphicFramePr>
            <a:graphicFrameLocks noGrp="1"/>
          </p:cNvGraphicFramePr>
          <p:nvPr userDrawn="1">
            <p:extLst>
              <p:ext uri="{D42A27DB-BD31-4B8C-83A1-F6EECF244321}">
                <p14:modId xmlns:p14="http://schemas.microsoft.com/office/powerpoint/2010/main" val="3144058980"/>
              </p:ext>
            </p:extLst>
          </p:nvPr>
        </p:nvGraphicFramePr>
        <p:xfrm>
          <a:off x="108566" y="1810707"/>
          <a:ext cx="9936420" cy="2773680"/>
        </p:xfrm>
        <a:graphic>
          <a:graphicData uri="http://schemas.openxmlformats.org/drawingml/2006/table">
            <a:tbl>
              <a:tblPr firstRow="1" bandRow="1">
                <a:tableStyleId>{5C22544A-7EE6-4342-B048-85BDC9FD1C3A}</a:tableStyleId>
              </a:tblPr>
              <a:tblGrid>
                <a:gridCol w="1246202">
                  <a:extLst>
                    <a:ext uri="{9D8B030D-6E8A-4147-A177-3AD203B41FA5}">
                      <a16:colId xmlns:a16="http://schemas.microsoft.com/office/drawing/2014/main" val="2964090962"/>
                    </a:ext>
                  </a:extLst>
                </a:gridCol>
                <a:gridCol w="1246202">
                  <a:extLst>
                    <a:ext uri="{9D8B030D-6E8A-4147-A177-3AD203B41FA5}">
                      <a16:colId xmlns:a16="http://schemas.microsoft.com/office/drawing/2014/main" val="20000"/>
                    </a:ext>
                  </a:extLst>
                </a:gridCol>
                <a:gridCol w="456633">
                  <a:extLst>
                    <a:ext uri="{9D8B030D-6E8A-4147-A177-3AD203B41FA5}">
                      <a16:colId xmlns:a16="http://schemas.microsoft.com/office/drawing/2014/main" val="1728498013"/>
                    </a:ext>
                  </a:extLst>
                </a:gridCol>
                <a:gridCol w="1162691">
                  <a:extLst>
                    <a:ext uri="{9D8B030D-6E8A-4147-A177-3AD203B41FA5}">
                      <a16:colId xmlns:a16="http://schemas.microsoft.com/office/drawing/2014/main" val="20003"/>
                    </a:ext>
                  </a:extLst>
                </a:gridCol>
                <a:gridCol w="914475">
                  <a:extLst>
                    <a:ext uri="{9D8B030D-6E8A-4147-A177-3AD203B41FA5}">
                      <a16:colId xmlns:a16="http://schemas.microsoft.com/office/drawing/2014/main" val="4095619003"/>
                    </a:ext>
                  </a:extLst>
                </a:gridCol>
                <a:gridCol w="766004">
                  <a:extLst>
                    <a:ext uri="{9D8B030D-6E8A-4147-A177-3AD203B41FA5}">
                      <a16:colId xmlns:a16="http://schemas.microsoft.com/office/drawing/2014/main" val="2489093445"/>
                    </a:ext>
                  </a:extLst>
                </a:gridCol>
                <a:gridCol w="777555">
                  <a:extLst>
                    <a:ext uri="{9D8B030D-6E8A-4147-A177-3AD203B41FA5}">
                      <a16:colId xmlns:a16="http://schemas.microsoft.com/office/drawing/2014/main" val="3580568890"/>
                    </a:ext>
                  </a:extLst>
                </a:gridCol>
                <a:gridCol w="1676235">
                  <a:extLst>
                    <a:ext uri="{9D8B030D-6E8A-4147-A177-3AD203B41FA5}">
                      <a16:colId xmlns:a16="http://schemas.microsoft.com/office/drawing/2014/main" val="20004"/>
                    </a:ext>
                  </a:extLst>
                </a:gridCol>
                <a:gridCol w="676199">
                  <a:extLst>
                    <a:ext uri="{9D8B030D-6E8A-4147-A177-3AD203B41FA5}">
                      <a16:colId xmlns:a16="http://schemas.microsoft.com/office/drawing/2014/main" val="20005"/>
                    </a:ext>
                  </a:extLst>
                </a:gridCol>
                <a:gridCol w="1014224">
                  <a:extLst>
                    <a:ext uri="{9D8B030D-6E8A-4147-A177-3AD203B41FA5}">
                      <a16:colId xmlns:a16="http://schemas.microsoft.com/office/drawing/2014/main" val="20006"/>
                    </a:ext>
                  </a:extLst>
                </a:gridCol>
              </a:tblGrid>
              <a:tr h="0">
                <a:tc>
                  <a:txBody>
                    <a:bodyPr/>
                    <a:lstStyle/>
                    <a:p>
                      <a:pPr algn="ctr" latinLnBrk="1"/>
                      <a:r>
                        <a:rPr lang="ko-KR" altLang="en-US" sz="800" b="1" dirty="0">
                          <a:solidFill>
                            <a:schemeClr val="tx1"/>
                          </a:solidFill>
                        </a:rPr>
                        <a:t>주문일시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순번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800" b="1" dirty="0">
                          <a:solidFill>
                            <a:schemeClr val="tx1"/>
                          </a:solidFill>
                        </a:rPr>
                        <a:t>Shop</a:t>
                      </a:r>
                      <a:r>
                        <a:rPr lang="ko-KR" altLang="en-US" sz="800" b="1" dirty="0">
                          <a:solidFill>
                            <a:schemeClr val="tx1"/>
                          </a:solidFill>
                        </a:rPr>
                        <a:t>채널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u="sng" dirty="0">
                          <a:solidFill>
                            <a:schemeClr val="accent2">
                              <a:lumMod val="75000"/>
                            </a:schemeClr>
                          </a:solidFill>
                        </a:rPr>
                        <a:t>Me9-0002329</a:t>
                      </a:r>
                      <a:endParaRPr lang="ko-KR" altLang="en-US" sz="800" b="0" u="sng" dirty="0">
                        <a:solidFill>
                          <a:schemeClr val="accent2">
                            <a:lumMod val="75000"/>
                          </a:schemeClr>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Me9-0002328</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WT/S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Me9-0002326</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679275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Me9-0002325</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60545407"/>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Me9-0002300</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BK/L</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7300093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Me9-0002300</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1477464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Me9-0007777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3</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40055972"/>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mn-lt"/>
                          <a:ea typeface="+mn-ea"/>
                          <a:cs typeface="+mn-cs"/>
                        </a:rPr>
                        <a:t>Me9-0007777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WT/S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6475764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mn-lt"/>
                          <a:ea typeface="+mn-ea"/>
                          <a:cs typeface="+mn-cs"/>
                        </a:rPr>
                        <a:t>Me9-0007777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9408690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Me9-0002324</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61936248"/>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Me9-0002322</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BK/L</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83094304"/>
                  </a:ext>
                </a:extLst>
              </a:tr>
            </a:tbl>
          </a:graphicData>
        </a:graphic>
      </p:graphicFrame>
      <p:sp>
        <p:nvSpPr>
          <p:cNvPr id="8" name="TextBox 7">
            <a:extLst>
              <a:ext uri="{FF2B5EF4-FFF2-40B4-BE49-F238E27FC236}">
                <a16:creationId xmlns:a16="http://schemas.microsoft.com/office/drawing/2014/main" id="{1A496C5D-DD16-46F3-90AC-ACD39A255AE8}"/>
              </a:ext>
            </a:extLst>
          </p:cNvPr>
          <p:cNvSpPr txBox="1"/>
          <p:nvPr userDrawn="1"/>
        </p:nvSpPr>
        <p:spPr>
          <a:xfrm>
            <a:off x="92547" y="1512670"/>
            <a:ext cx="761547" cy="215444"/>
          </a:xfrm>
          <a:prstGeom prst="rect">
            <a:avLst/>
          </a:prstGeom>
          <a:noFill/>
        </p:spPr>
        <p:txBody>
          <a:bodyPr wrap="square" rtlCol="0">
            <a:spAutoFit/>
          </a:bodyPr>
          <a:lstStyle/>
          <a:p>
            <a:r>
              <a:rPr lang="ko-KR" altLang="en-US" sz="800" dirty="0"/>
              <a:t>총 </a:t>
            </a:r>
            <a:r>
              <a:rPr lang="en-US" altLang="ko-KR" sz="800" dirty="0"/>
              <a:t>00</a:t>
            </a:r>
            <a:r>
              <a:rPr lang="ko-KR" altLang="en-US" sz="800" dirty="0"/>
              <a:t>건</a:t>
            </a:r>
          </a:p>
        </p:txBody>
      </p:sp>
      <p:sp>
        <p:nvSpPr>
          <p:cNvPr id="9" name="직사각형 8">
            <a:extLst>
              <a:ext uri="{FF2B5EF4-FFF2-40B4-BE49-F238E27FC236}">
                <a16:creationId xmlns:a16="http://schemas.microsoft.com/office/drawing/2014/main" id="{E7ECB1E8-E10E-4EAB-BA9B-6F372AC510DE}"/>
              </a:ext>
            </a:extLst>
          </p:cNvPr>
          <p:cNvSpPr/>
          <p:nvPr userDrawn="1"/>
        </p:nvSpPr>
        <p:spPr>
          <a:xfrm>
            <a:off x="2753270" y="577224"/>
            <a:ext cx="5776224" cy="16790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10" name="직사각형 9">
            <a:extLst>
              <a:ext uri="{FF2B5EF4-FFF2-40B4-BE49-F238E27FC236}">
                <a16:creationId xmlns:a16="http://schemas.microsoft.com/office/drawing/2014/main" id="{3619172E-42FC-4F5F-9EA7-C05813D866CF}"/>
              </a:ext>
            </a:extLst>
          </p:cNvPr>
          <p:cNvSpPr/>
          <p:nvPr userDrawn="1"/>
        </p:nvSpPr>
        <p:spPr>
          <a:xfrm>
            <a:off x="9271395" y="559383"/>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endParaRPr lang="en-US" altLang="ko-KR" sz="800" dirty="0">
              <a:solidFill>
                <a:schemeClr val="bg1"/>
              </a:solidFill>
            </a:endParaRPr>
          </a:p>
        </p:txBody>
      </p:sp>
      <p:graphicFrame>
        <p:nvGraphicFramePr>
          <p:cNvPr id="11" name="표 63">
            <a:extLst>
              <a:ext uri="{FF2B5EF4-FFF2-40B4-BE49-F238E27FC236}">
                <a16:creationId xmlns:a16="http://schemas.microsoft.com/office/drawing/2014/main" id="{098932DA-971B-4D08-A1B6-3DAEBBECF1D1}"/>
              </a:ext>
            </a:extLst>
          </p:cNvPr>
          <p:cNvGraphicFramePr>
            <a:graphicFrameLocks noGrp="1"/>
          </p:cNvGraphicFramePr>
          <p:nvPr userDrawn="1">
            <p:extLst>
              <p:ext uri="{D42A27DB-BD31-4B8C-83A1-F6EECF244321}">
                <p14:modId xmlns:p14="http://schemas.microsoft.com/office/powerpoint/2010/main" val="4252686111"/>
              </p:ext>
            </p:extLst>
          </p:nvPr>
        </p:nvGraphicFramePr>
        <p:xfrm>
          <a:off x="108567" y="547912"/>
          <a:ext cx="9936421" cy="457200"/>
        </p:xfrm>
        <a:graphic>
          <a:graphicData uri="http://schemas.openxmlformats.org/drawingml/2006/table">
            <a:tbl>
              <a:tblPr firstRow="1" bandRow="1">
                <a:tableStyleId>{5940675A-B579-460E-94D1-54222C63F5DA}</a:tableStyleId>
              </a:tblPr>
              <a:tblGrid>
                <a:gridCol w="975439">
                  <a:extLst>
                    <a:ext uri="{9D8B030D-6E8A-4147-A177-3AD203B41FA5}">
                      <a16:colId xmlns:a16="http://schemas.microsoft.com/office/drawing/2014/main" val="3701388552"/>
                    </a:ext>
                  </a:extLst>
                </a:gridCol>
                <a:gridCol w="8960982">
                  <a:extLst>
                    <a:ext uri="{9D8B030D-6E8A-4147-A177-3AD203B41FA5}">
                      <a16:colId xmlns:a16="http://schemas.microsoft.com/office/drawing/2014/main" val="339215266"/>
                    </a:ext>
                  </a:extLst>
                </a:gridCol>
              </a:tblGrid>
              <a:tr h="0">
                <a:tc>
                  <a:txBody>
                    <a:bodyPr/>
                    <a:lstStyle/>
                    <a:p>
                      <a:pPr latinLnBrk="1"/>
                      <a:r>
                        <a:rPr lang="ko-KR" altLang="en-US" sz="900" dirty="0"/>
                        <a:t>검색</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12" name="직사각형 11">
            <a:extLst>
              <a:ext uri="{FF2B5EF4-FFF2-40B4-BE49-F238E27FC236}">
                <a16:creationId xmlns:a16="http://schemas.microsoft.com/office/drawing/2014/main" id="{362986B3-062B-4084-A701-39F23D9FCB42}"/>
              </a:ext>
            </a:extLst>
          </p:cNvPr>
          <p:cNvSpPr/>
          <p:nvPr userDrawn="1"/>
        </p:nvSpPr>
        <p:spPr>
          <a:xfrm>
            <a:off x="9273843" y="786602"/>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13" name="직사각형 12">
            <a:extLst>
              <a:ext uri="{FF2B5EF4-FFF2-40B4-BE49-F238E27FC236}">
                <a16:creationId xmlns:a16="http://schemas.microsoft.com/office/drawing/2014/main" id="{08617F4B-2120-4B0C-A0C8-6AE6D5C7C76F}"/>
              </a:ext>
            </a:extLst>
          </p:cNvPr>
          <p:cNvSpPr/>
          <p:nvPr userDrawn="1"/>
        </p:nvSpPr>
        <p:spPr>
          <a:xfrm>
            <a:off x="1169303" y="578567"/>
            <a:ext cx="1531623" cy="17314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주문번호                      ▼</a:t>
            </a:r>
            <a:endParaRPr lang="en-US" altLang="ko-KR" sz="800" dirty="0">
              <a:solidFill>
                <a:schemeClr val="tx1"/>
              </a:solidFill>
            </a:endParaRPr>
          </a:p>
        </p:txBody>
      </p:sp>
      <p:graphicFrame>
        <p:nvGraphicFramePr>
          <p:cNvPr id="14" name="표 4">
            <a:extLst>
              <a:ext uri="{FF2B5EF4-FFF2-40B4-BE49-F238E27FC236}">
                <a16:creationId xmlns:a16="http://schemas.microsoft.com/office/drawing/2014/main" id="{0142D5F2-3F24-4D26-A76B-ED6A3E822236}"/>
              </a:ext>
            </a:extLst>
          </p:cNvPr>
          <p:cNvGraphicFramePr>
            <a:graphicFrameLocks noGrp="1"/>
          </p:cNvGraphicFramePr>
          <p:nvPr userDrawn="1">
            <p:extLst>
              <p:ext uri="{D42A27DB-BD31-4B8C-83A1-F6EECF244321}">
                <p14:modId xmlns:p14="http://schemas.microsoft.com/office/powerpoint/2010/main" val="1093151476"/>
              </p:ext>
            </p:extLst>
          </p:nvPr>
        </p:nvGraphicFramePr>
        <p:xfrm>
          <a:off x="108566" y="1210457"/>
          <a:ext cx="9936420" cy="213360"/>
        </p:xfrm>
        <a:graphic>
          <a:graphicData uri="http://schemas.openxmlformats.org/drawingml/2006/table">
            <a:tbl>
              <a:tblPr firstRow="1" bandRow="1">
                <a:tableStyleId>{5940675A-B579-460E-94D1-54222C63F5DA}</a:tableStyleId>
              </a:tblPr>
              <a:tblGrid>
                <a:gridCol w="2484105">
                  <a:extLst>
                    <a:ext uri="{9D8B030D-6E8A-4147-A177-3AD203B41FA5}">
                      <a16:colId xmlns:a16="http://schemas.microsoft.com/office/drawing/2014/main" val="3306315618"/>
                    </a:ext>
                  </a:extLst>
                </a:gridCol>
                <a:gridCol w="2484105">
                  <a:extLst>
                    <a:ext uri="{9D8B030D-6E8A-4147-A177-3AD203B41FA5}">
                      <a16:colId xmlns:a16="http://schemas.microsoft.com/office/drawing/2014/main" val="3684204346"/>
                    </a:ext>
                  </a:extLst>
                </a:gridCol>
                <a:gridCol w="2484105">
                  <a:extLst>
                    <a:ext uri="{9D8B030D-6E8A-4147-A177-3AD203B41FA5}">
                      <a16:colId xmlns:a16="http://schemas.microsoft.com/office/drawing/2014/main" val="1934738033"/>
                    </a:ext>
                  </a:extLst>
                </a:gridCol>
                <a:gridCol w="2484105">
                  <a:extLst>
                    <a:ext uri="{9D8B030D-6E8A-4147-A177-3AD203B41FA5}">
                      <a16:colId xmlns:a16="http://schemas.microsoft.com/office/drawing/2014/main" val="189309699"/>
                    </a:ext>
                  </a:extLst>
                </a:gridCol>
              </a:tblGrid>
              <a:tr h="164171">
                <a:tc>
                  <a:txBody>
                    <a:bodyPr/>
                    <a:lstStyle/>
                    <a:p>
                      <a:pPr algn="ctr" latinLnBrk="1"/>
                      <a:r>
                        <a:rPr lang="ko-KR" altLang="en-US" sz="800" b="1" dirty="0">
                          <a:solidFill>
                            <a:schemeClr val="bg1"/>
                          </a:solidFill>
                        </a:rPr>
                        <a:t>주문목록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800" dirty="0"/>
                        <a:t>취소목록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800" dirty="0"/>
                        <a:t>반품목록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800" dirty="0"/>
                        <a:t>교환목록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2825709569"/>
                  </a:ext>
                </a:extLst>
              </a:tr>
            </a:tbl>
          </a:graphicData>
        </a:graphic>
      </p:graphicFrame>
      <p:pic>
        <p:nvPicPr>
          <p:cNvPr id="15" name="Picture 2">
            <a:extLst>
              <a:ext uri="{FF2B5EF4-FFF2-40B4-BE49-F238E27FC236}">
                <a16:creationId xmlns:a16="http://schemas.microsoft.com/office/drawing/2014/main" id="{85A03E06-1408-4159-A3B1-568744E1F1CE}"/>
              </a:ext>
            </a:extLst>
          </p:cNvPr>
          <p:cNvPicPr>
            <a:picLocks noChangeAspect="1" noChangeArrowheads="1"/>
          </p:cNvPicPr>
          <p:nvPr userDrawn="1"/>
        </p:nvPicPr>
        <p:blipFill>
          <a:blip r:embed="rId5" cstate="print">
            <a:extLst>
              <a:ext uri="{28A0092B-C50C-407E-A947-70E740481C1C}">
                <a14:useLocalDpi xmlns:a14="http://schemas.microsoft.com/office/drawing/2010/main" val="0"/>
              </a:ext>
            </a:extLst>
          </a:blip>
          <a:srcRect/>
          <a:stretch>
            <a:fillRect/>
          </a:stretch>
        </p:blipFill>
        <p:spPr bwMode="auto">
          <a:xfrm>
            <a:off x="4537515" y="4957565"/>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 name="직사각형 1">
            <a:extLst>
              <a:ext uri="{FF2B5EF4-FFF2-40B4-BE49-F238E27FC236}">
                <a16:creationId xmlns:a16="http://schemas.microsoft.com/office/drawing/2014/main" id="{7502856B-0D76-455B-8562-F074B3CB25E0}"/>
              </a:ext>
            </a:extLst>
          </p:cNvPr>
          <p:cNvSpPr/>
          <p:nvPr userDrawn="1"/>
        </p:nvSpPr>
        <p:spPr>
          <a:xfrm>
            <a:off x="2592841" y="1810707"/>
            <a:ext cx="7475997" cy="2773680"/>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 name="직사각형 17">
            <a:extLst>
              <a:ext uri="{FF2B5EF4-FFF2-40B4-BE49-F238E27FC236}">
                <a16:creationId xmlns:a16="http://schemas.microsoft.com/office/drawing/2014/main" id="{00A6BD24-68D4-4FDD-913E-AA75A4DC7C8B}"/>
              </a:ext>
            </a:extLst>
          </p:cNvPr>
          <p:cNvSpPr/>
          <p:nvPr userDrawn="1"/>
        </p:nvSpPr>
        <p:spPr>
          <a:xfrm>
            <a:off x="2592841" y="4584387"/>
            <a:ext cx="7475997" cy="138688"/>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978AAB5-ED39-4EF3-87CF-4C4676A5BDDF}"/>
              </a:ext>
            </a:extLst>
          </p:cNvPr>
          <p:cNvSpPr/>
          <p:nvPr userDrawn="1"/>
        </p:nvSpPr>
        <p:spPr>
          <a:xfrm>
            <a:off x="2646933" y="4630871"/>
            <a:ext cx="107985" cy="45719"/>
          </a:xfrm>
          <a:prstGeom prst="rect">
            <a:avLst/>
          </a:prstGeom>
          <a:solidFill>
            <a:srgbClr val="000000"/>
          </a:solid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직사각형 19">
            <a:extLst>
              <a:ext uri="{FF2B5EF4-FFF2-40B4-BE49-F238E27FC236}">
                <a16:creationId xmlns:a16="http://schemas.microsoft.com/office/drawing/2014/main" id="{4D161629-17A4-4B24-9D81-695603DE2D25}"/>
              </a:ext>
            </a:extLst>
          </p:cNvPr>
          <p:cNvSpPr/>
          <p:nvPr userDrawn="1"/>
        </p:nvSpPr>
        <p:spPr>
          <a:xfrm>
            <a:off x="175029" y="212797"/>
            <a:ext cx="9818926" cy="5081265"/>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21" name="Image">
            <a:extLst>
              <a:ext uri="{FF2B5EF4-FFF2-40B4-BE49-F238E27FC236}">
                <a16:creationId xmlns:a16="http://schemas.microsoft.com/office/drawing/2014/main" id="{9D1B5A45-3868-467C-BD26-779CE10E196F}"/>
              </a:ext>
            </a:extLst>
          </p:cNvPr>
          <p:cNvGrpSpPr>
            <a:grpSpLocks/>
          </p:cNvGrpSpPr>
          <p:nvPr userDrawn="1"/>
        </p:nvGrpSpPr>
        <p:grpSpPr bwMode="auto">
          <a:xfrm>
            <a:off x="9558528" y="376749"/>
            <a:ext cx="263570" cy="250457"/>
            <a:chOff x="508000" y="1397000"/>
            <a:chExt cx="1008112" cy="1008112"/>
          </a:xfrm>
        </p:grpSpPr>
        <p:sp>
          <p:nvSpPr>
            <p:cNvPr id="22" name="Border">
              <a:extLst>
                <a:ext uri="{FF2B5EF4-FFF2-40B4-BE49-F238E27FC236}">
                  <a16:creationId xmlns:a16="http://schemas.microsoft.com/office/drawing/2014/main" id="{ED617F9D-E5A7-469E-9B11-220C3F625DB8}"/>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3" name="Line 2">
              <a:extLst>
                <a:ext uri="{FF2B5EF4-FFF2-40B4-BE49-F238E27FC236}">
                  <a16:creationId xmlns:a16="http://schemas.microsoft.com/office/drawing/2014/main" id="{DD9E9958-4069-4B82-8DD8-B87A34BF3026}"/>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4" name="Line 1">
              <a:extLst>
                <a:ext uri="{FF2B5EF4-FFF2-40B4-BE49-F238E27FC236}">
                  <a16:creationId xmlns:a16="http://schemas.microsoft.com/office/drawing/2014/main" id="{8F072787-ABCE-4C59-8A1B-26D86919BC40}"/>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25" name="TextBox 24">
            <a:extLst>
              <a:ext uri="{FF2B5EF4-FFF2-40B4-BE49-F238E27FC236}">
                <a16:creationId xmlns:a16="http://schemas.microsoft.com/office/drawing/2014/main" id="{947A68A3-0AC7-44E0-A428-F2F52F0075BC}"/>
              </a:ext>
            </a:extLst>
          </p:cNvPr>
          <p:cNvSpPr txBox="1"/>
          <p:nvPr userDrawn="1"/>
        </p:nvSpPr>
        <p:spPr>
          <a:xfrm>
            <a:off x="324842" y="386561"/>
            <a:ext cx="1217000" cy="246221"/>
          </a:xfrm>
          <a:prstGeom prst="rect">
            <a:avLst/>
          </a:prstGeom>
          <a:noFill/>
        </p:spPr>
        <p:txBody>
          <a:bodyPr wrap="none" rtlCol="0">
            <a:spAutoFit/>
          </a:bodyPr>
          <a:lstStyle/>
          <a:p>
            <a:r>
              <a:rPr lang="ko-KR" altLang="en-US" sz="1000" b="1" dirty="0">
                <a:latin typeface="맑은 고딕" panose="020B0503020000020004" pitchFamily="50" charset="-127"/>
                <a:ea typeface="맑은 고딕" panose="020B0503020000020004" pitchFamily="50" charset="-127"/>
              </a:rPr>
              <a:t>○ 주문 상세보기</a:t>
            </a:r>
            <a:endParaRPr lang="ko-KR" altLang="en-US" sz="1000" dirty="0"/>
          </a:p>
        </p:txBody>
      </p:sp>
      <p:graphicFrame>
        <p:nvGraphicFramePr>
          <p:cNvPr id="26" name="표 4">
            <a:extLst>
              <a:ext uri="{FF2B5EF4-FFF2-40B4-BE49-F238E27FC236}">
                <a16:creationId xmlns:a16="http://schemas.microsoft.com/office/drawing/2014/main" id="{95D22BFD-085A-465B-A782-543199EFCE98}"/>
              </a:ext>
            </a:extLst>
          </p:cNvPr>
          <p:cNvGraphicFramePr>
            <a:graphicFrameLocks noGrp="1"/>
          </p:cNvGraphicFramePr>
          <p:nvPr userDrawn="1">
            <p:extLst>
              <p:ext uri="{D42A27DB-BD31-4B8C-83A1-F6EECF244321}">
                <p14:modId xmlns:p14="http://schemas.microsoft.com/office/powerpoint/2010/main" val="1761416423"/>
              </p:ext>
            </p:extLst>
          </p:nvPr>
        </p:nvGraphicFramePr>
        <p:xfrm>
          <a:off x="372134" y="916257"/>
          <a:ext cx="9449965" cy="246221"/>
        </p:xfrm>
        <a:graphic>
          <a:graphicData uri="http://schemas.openxmlformats.org/drawingml/2006/table">
            <a:tbl>
              <a:tblPr firstRow="1" bandRow="1">
                <a:tableStyleId>{5940675A-B579-460E-94D1-54222C63F5DA}</a:tableStyleId>
              </a:tblPr>
              <a:tblGrid>
                <a:gridCol w="1889993">
                  <a:extLst>
                    <a:ext uri="{9D8B030D-6E8A-4147-A177-3AD203B41FA5}">
                      <a16:colId xmlns:a16="http://schemas.microsoft.com/office/drawing/2014/main" val="3306315618"/>
                    </a:ext>
                  </a:extLst>
                </a:gridCol>
                <a:gridCol w="1889993">
                  <a:extLst>
                    <a:ext uri="{9D8B030D-6E8A-4147-A177-3AD203B41FA5}">
                      <a16:colId xmlns:a16="http://schemas.microsoft.com/office/drawing/2014/main" val="3684204346"/>
                    </a:ext>
                  </a:extLst>
                </a:gridCol>
                <a:gridCol w="1889993">
                  <a:extLst>
                    <a:ext uri="{9D8B030D-6E8A-4147-A177-3AD203B41FA5}">
                      <a16:colId xmlns:a16="http://schemas.microsoft.com/office/drawing/2014/main" val="1934738033"/>
                    </a:ext>
                  </a:extLst>
                </a:gridCol>
                <a:gridCol w="1889993">
                  <a:extLst>
                    <a:ext uri="{9D8B030D-6E8A-4147-A177-3AD203B41FA5}">
                      <a16:colId xmlns:a16="http://schemas.microsoft.com/office/drawing/2014/main" val="189309699"/>
                    </a:ext>
                  </a:extLst>
                </a:gridCol>
                <a:gridCol w="1889993">
                  <a:extLst>
                    <a:ext uri="{9D8B030D-6E8A-4147-A177-3AD203B41FA5}">
                      <a16:colId xmlns:a16="http://schemas.microsoft.com/office/drawing/2014/main" val="3675772040"/>
                    </a:ext>
                  </a:extLst>
                </a:gridCol>
              </a:tblGrid>
              <a:tr h="246221">
                <a:tc>
                  <a:txBody>
                    <a:bodyPr/>
                    <a:lstStyle/>
                    <a:p>
                      <a:pPr algn="ctr" latinLnBrk="1"/>
                      <a:r>
                        <a:rPr lang="ko-KR" altLang="en-US" sz="900" b="0" dirty="0">
                          <a:solidFill>
                            <a:schemeClr val="tx1"/>
                          </a:solidFill>
                        </a:rPr>
                        <a:t>주문 정보</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900" b="0" dirty="0">
                          <a:solidFill>
                            <a:schemeClr val="tx1"/>
                          </a:solidFill>
                        </a:rPr>
                        <a:t>정상 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900" b="1" dirty="0">
                          <a:solidFill>
                            <a:schemeClr val="bg1"/>
                          </a:solidFill>
                        </a:rPr>
                        <a:t>취소 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900" dirty="0"/>
                        <a:t>반품 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900" dirty="0"/>
                        <a:t>교환 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25709569"/>
                  </a:ext>
                </a:extLst>
              </a:tr>
            </a:tbl>
          </a:graphicData>
        </a:graphic>
      </p:graphicFrame>
      <p:graphicFrame>
        <p:nvGraphicFramePr>
          <p:cNvPr id="27" name="표 4">
            <a:extLst>
              <a:ext uri="{FF2B5EF4-FFF2-40B4-BE49-F238E27FC236}">
                <a16:creationId xmlns:a16="http://schemas.microsoft.com/office/drawing/2014/main" id="{EC2D33CE-07C1-41D4-8521-554DC81C370A}"/>
              </a:ext>
            </a:extLst>
          </p:cNvPr>
          <p:cNvGraphicFramePr>
            <a:graphicFrameLocks noGrp="1"/>
          </p:cNvGraphicFramePr>
          <p:nvPr userDrawn="1">
            <p:extLst>
              <p:ext uri="{D42A27DB-BD31-4B8C-83A1-F6EECF244321}">
                <p14:modId xmlns:p14="http://schemas.microsoft.com/office/powerpoint/2010/main" val="670791455"/>
              </p:ext>
            </p:extLst>
          </p:nvPr>
        </p:nvGraphicFramePr>
        <p:xfrm>
          <a:off x="372132" y="1563938"/>
          <a:ext cx="9449964" cy="853440"/>
        </p:xfrm>
        <a:graphic>
          <a:graphicData uri="http://schemas.openxmlformats.org/drawingml/2006/table">
            <a:tbl>
              <a:tblPr firstRow="1" bandRow="1">
                <a:tableStyleId>{5940675A-B579-460E-94D1-54222C63F5DA}</a:tableStyleId>
              </a:tblPr>
              <a:tblGrid>
                <a:gridCol w="1353301">
                  <a:extLst>
                    <a:ext uri="{9D8B030D-6E8A-4147-A177-3AD203B41FA5}">
                      <a16:colId xmlns:a16="http://schemas.microsoft.com/office/drawing/2014/main" val="3684204346"/>
                    </a:ext>
                  </a:extLst>
                </a:gridCol>
                <a:gridCol w="3371681">
                  <a:extLst>
                    <a:ext uri="{9D8B030D-6E8A-4147-A177-3AD203B41FA5}">
                      <a16:colId xmlns:a16="http://schemas.microsoft.com/office/drawing/2014/main" val="1934738033"/>
                    </a:ext>
                  </a:extLst>
                </a:gridCol>
                <a:gridCol w="1637641">
                  <a:extLst>
                    <a:ext uri="{9D8B030D-6E8A-4147-A177-3AD203B41FA5}">
                      <a16:colId xmlns:a16="http://schemas.microsoft.com/office/drawing/2014/main" val="189309699"/>
                    </a:ext>
                  </a:extLst>
                </a:gridCol>
                <a:gridCol w="3087341">
                  <a:extLst>
                    <a:ext uri="{9D8B030D-6E8A-4147-A177-3AD203B41FA5}">
                      <a16:colId xmlns:a16="http://schemas.microsoft.com/office/drawing/2014/main" val="3675772040"/>
                    </a:ext>
                  </a:extLst>
                </a:gridCol>
              </a:tblGrid>
              <a:tr h="0">
                <a:tc>
                  <a:txBody>
                    <a:bodyPr/>
                    <a:lstStyle/>
                    <a:p>
                      <a:pPr algn="ctr" latinLnBrk="1"/>
                      <a:r>
                        <a:rPr lang="ko-KR" altLang="en-US" sz="800" b="0" dirty="0">
                          <a:solidFill>
                            <a:schemeClr val="tx1"/>
                          </a:solidFill>
                        </a:rPr>
                        <a:t>주문번호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Me9-000939393</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취소 주문번호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Me9-12222112121</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25709569"/>
                  </a:ext>
                </a:extLst>
              </a:tr>
              <a:tr h="0">
                <a:tc>
                  <a:txBody>
                    <a:bodyPr/>
                    <a:lstStyle/>
                    <a:p>
                      <a:pPr algn="ctr" latinLnBrk="1"/>
                      <a:r>
                        <a:rPr lang="ko-KR" altLang="en-US" sz="800" dirty="0"/>
                        <a:t>취소 요청일시</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2024-10-01 09:02:12</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취소 사유</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ko-KR" altLang="en-US" sz="800" dirty="0"/>
                        <a:t>동일 상품 </a:t>
                      </a:r>
                      <a:r>
                        <a:rPr lang="ko-KR" altLang="en-US" sz="800" dirty="0" err="1"/>
                        <a:t>재주문</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440708294"/>
                  </a:ext>
                </a:extLst>
              </a:tr>
              <a:tr h="0">
                <a:tc>
                  <a:txBody>
                    <a:bodyPr/>
                    <a:lstStyle/>
                    <a:p>
                      <a:pPr algn="ctr" latinLnBrk="1"/>
                      <a:r>
                        <a:rPr lang="ko-KR" altLang="en-US" sz="800" b="0" dirty="0">
                          <a:solidFill>
                            <a:schemeClr val="tx1"/>
                          </a:solidFill>
                        </a:rPr>
                        <a:t>환불 금액</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90,000 </a:t>
                      </a:r>
                      <a:r>
                        <a:rPr lang="ko-KR" altLang="en-US" sz="800" dirty="0"/>
                        <a:t>원</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환불 계좌 정보</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카카오뱅크 </a:t>
                      </a:r>
                      <a:r>
                        <a:rPr lang="en-US" altLang="ko-KR" sz="800" dirty="0"/>
                        <a:t>/ 33333333301222 / </a:t>
                      </a:r>
                      <a:r>
                        <a:rPr lang="ko-KR" altLang="en-US" sz="800" dirty="0"/>
                        <a:t>홍길동</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49220482"/>
                  </a:ext>
                </a:extLst>
              </a:tr>
              <a:tr h="0">
                <a:tc>
                  <a:txBody>
                    <a:bodyPr/>
                    <a:lstStyle/>
                    <a:p>
                      <a:pPr algn="ctr" latinLnBrk="1"/>
                      <a:r>
                        <a:rPr lang="ko-KR" altLang="en-US" sz="800" b="0" dirty="0">
                          <a:solidFill>
                            <a:schemeClr val="tx1"/>
                          </a:solidFill>
                        </a:rPr>
                        <a:t>판매처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gridSpan="3">
                  <a:txBody>
                    <a:bodyPr/>
                    <a:lstStyle/>
                    <a:p>
                      <a:pPr algn="l" latinLnBrk="1"/>
                      <a:r>
                        <a:rPr lang="en-US" altLang="ko-KR" sz="800" dirty="0"/>
                        <a:t>Shop</a:t>
                      </a:r>
                      <a:r>
                        <a:rPr lang="ko-KR" altLang="en-US" sz="800" dirty="0" err="1"/>
                        <a:t>채널명</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hMerge="1">
                  <a:txBody>
                    <a:bodyPr/>
                    <a:lstStyle/>
                    <a:p>
                      <a:pPr algn="ctr" latinLnBrk="1"/>
                      <a:r>
                        <a:rPr lang="ko-KR" altLang="en-US" sz="800" dirty="0"/>
                        <a:t>결제일시</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2024-10-01 10:02:12</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801681561"/>
                  </a:ext>
                </a:extLst>
              </a:tr>
            </a:tbl>
          </a:graphicData>
        </a:graphic>
      </p:graphicFrame>
      <p:sp>
        <p:nvSpPr>
          <p:cNvPr id="28" name="TextBox 27">
            <a:extLst>
              <a:ext uri="{FF2B5EF4-FFF2-40B4-BE49-F238E27FC236}">
                <a16:creationId xmlns:a16="http://schemas.microsoft.com/office/drawing/2014/main" id="{4CD2480D-1A91-4712-9076-42804BDA29C1}"/>
              </a:ext>
            </a:extLst>
          </p:cNvPr>
          <p:cNvSpPr txBox="1"/>
          <p:nvPr userDrawn="1"/>
        </p:nvSpPr>
        <p:spPr>
          <a:xfrm>
            <a:off x="324842" y="1290767"/>
            <a:ext cx="1287532"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취소 주문 정보 </a:t>
            </a:r>
            <a:r>
              <a:rPr lang="en-US" altLang="ko-KR" sz="900" dirty="0">
                <a:latin typeface="맑은 고딕" panose="020B0503020000020004" pitchFamily="50" charset="-127"/>
                <a:ea typeface="맑은 고딕" panose="020B0503020000020004" pitchFamily="50" charset="-127"/>
              </a:rPr>
              <a:t>(1)</a:t>
            </a:r>
            <a:endParaRPr lang="ko-KR" altLang="en-US" sz="900" dirty="0"/>
          </a:p>
        </p:txBody>
      </p:sp>
      <p:sp>
        <p:nvSpPr>
          <p:cNvPr id="29" name="직사각형 28">
            <a:extLst>
              <a:ext uri="{FF2B5EF4-FFF2-40B4-BE49-F238E27FC236}">
                <a16:creationId xmlns:a16="http://schemas.microsoft.com/office/drawing/2014/main" id="{C01E1080-61B2-450E-9204-8CCE1EA9C6E7}"/>
              </a:ext>
            </a:extLst>
          </p:cNvPr>
          <p:cNvSpPr/>
          <p:nvPr userDrawn="1"/>
        </p:nvSpPr>
        <p:spPr>
          <a:xfrm>
            <a:off x="372132" y="3447126"/>
            <a:ext cx="9449964" cy="103991"/>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 name="직사각형 29">
            <a:extLst>
              <a:ext uri="{FF2B5EF4-FFF2-40B4-BE49-F238E27FC236}">
                <a16:creationId xmlns:a16="http://schemas.microsoft.com/office/drawing/2014/main" id="{127E8586-79D4-46CF-9E30-D5CE554F7A6A}"/>
              </a:ext>
            </a:extLst>
          </p:cNvPr>
          <p:cNvSpPr/>
          <p:nvPr userDrawn="1"/>
        </p:nvSpPr>
        <p:spPr>
          <a:xfrm>
            <a:off x="418885" y="3470680"/>
            <a:ext cx="2733270" cy="57506"/>
          </a:xfrm>
          <a:prstGeom prst="rect">
            <a:avLst/>
          </a:prstGeom>
          <a:solidFill>
            <a:srgbClr val="000000"/>
          </a:solid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1" name="직사각형 30">
            <a:extLst>
              <a:ext uri="{FF2B5EF4-FFF2-40B4-BE49-F238E27FC236}">
                <a16:creationId xmlns:a16="http://schemas.microsoft.com/office/drawing/2014/main" id="{3942B150-807D-4B2A-94BD-2EED6BFDB2AF}"/>
              </a:ext>
            </a:extLst>
          </p:cNvPr>
          <p:cNvSpPr/>
          <p:nvPr userDrawn="1"/>
        </p:nvSpPr>
        <p:spPr>
          <a:xfrm>
            <a:off x="372133" y="2761185"/>
            <a:ext cx="9449964" cy="686565"/>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32" name="표 31">
            <a:extLst>
              <a:ext uri="{FF2B5EF4-FFF2-40B4-BE49-F238E27FC236}">
                <a16:creationId xmlns:a16="http://schemas.microsoft.com/office/drawing/2014/main" id="{5DB447BE-2C0A-4AA1-81E6-68E81BA9C8BD}"/>
              </a:ext>
            </a:extLst>
          </p:cNvPr>
          <p:cNvGraphicFramePr>
            <a:graphicFrameLocks noGrp="1"/>
          </p:cNvGraphicFramePr>
          <p:nvPr userDrawn="1">
            <p:extLst>
              <p:ext uri="{D42A27DB-BD31-4B8C-83A1-F6EECF244321}">
                <p14:modId xmlns:p14="http://schemas.microsoft.com/office/powerpoint/2010/main" val="47143507"/>
              </p:ext>
            </p:extLst>
          </p:nvPr>
        </p:nvGraphicFramePr>
        <p:xfrm>
          <a:off x="418285" y="2786291"/>
          <a:ext cx="9392537" cy="640080"/>
        </p:xfrm>
        <a:graphic>
          <a:graphicData uri="http://schemas.openxmlformats.org/drawingml/2006/table">
            <a:tbl>
              <a:tblPr firstRow="1" bandRow="1">
                <a:tableStyleId>{5C22544A-7EE6-4342-B048-85BDC9FD1C3A}</a:tableStyleId>
              </a:tblPr>
              <a:tblGrid>
                <a:gridCol w="321404">
                  <a:extLst>
                    <a:ext uri="{9D8B030D-6E8A-4147-A177-3AD203B41FA5}">
                      <a16:colId xmlns:a16="http://schemas.microsoft.com/office/drawing/2014/main" val="1403106609"/>
                    </a:ext>
                  </a:extLst>
                </a:gridCol>
                <a:gridCol w="703098">
                  <a:extLst>
                    <a:ext uri="{9D8B030D-6E8A-4147-A177-3AD203B41FA5}">
                      <a16:colId xmlns:a16="http://schemas.microsoft.com/office/drawing/2014/main" val="3580568890"/>
                    </a:ext>
                  </a:extLst>
                </a:gridCol>
                <a:gridCol w="1569018">
                  <a:extLst>
                    <a:ext uri="{9D8B030D-6E8A-4147-A177-3AD203B41FA5}">
                      <a16:colId xmlns:a16="http://schemas.microsoft.com/office/drawing/2014/main" val="20004"/>
                    </a:ext>
                  </a:extLst>
                </a:gridCol>
                <a:gridCol w="648724">
                  <a:extLst>
                    <a:ext uri="{9D8B030D-6E8A-4147-A177-3AD203B41FA5}">
                      <a16:colId xmlns:a16="http://schemas.microsoft.com/office/drawing/2014/main" val="20005"/>
                    </a:ext>
                  </a:extLst>
                </a:gridCol>
                <a:gridCol w="447393">
                  <a:extLst>
                    <a:ext uri="{9D8B030D-6E8A-4147-A177-3AD203B41FA5}">
                      <a16:colId xmlns:a16="http://schemas.microsoft.com/office/drawing/2014/main" val="20006"/>
                    </a:ext>
                  </a:extLst>
                </a:gridCol>
                <a:gridCol w="593413">
                  <a:extLst>
                    <a:ext uri="{9D8B030D-6E8A-4147-A177-3AD203B41FA5}">
                      <a16:colId xmlns:a16="http://schemas.microsoft.com/office/drawing/2014/main" val="20009"/>
                    </a:ext>
                  </a:extLst>
                </a:gridCol>
                <a:gridCol w="593413">
                  <a:extLst>
                    <a:ext uri="{9D8B030D-6E8A-4147-A177-3AD203B41FA5}">
                      <a16:colId xmlns:a16="http://schemas.microsoft.com/office/drawing/2014/main" val="2721139772"/>
                    </a:ext>
                  </a:extLst>
                </a:gridCol>
                <a:gridCol w="593413">
                  <a:extLst>
                    <a:ext uri="{9D8B030D-6E8A-4147-A177-3AD203B41FA5}">
                      <a16:colId xmlns:a16="http://schemas.microsoft.com/office/drawing/2014/main" val="4044106512"/>
                    </a:ext>
                  </a:extLst>
                </a:gridCol>
                <a:gridCol w="593413">
                  <a:extLst>
                    <a:ext uri="{9D8B030D-6E8A-4147-A177-3AD203B41FA5}">
                      <a16:colId xmlns:a16="http://schemas.microsoft.com/office/drawing/2014/main" val="2056109714"/>
                    </a:ext>
                  </a:extLst>
                </a:gridCol>
                <a:gridCol w="689626">
                  <a:extLst>
                    <a:ext uri="{9D8B030D-6E8A-4147-A177-3AD203B41FA5}">
                      <a16:colId xmlns:a16="http://schemas.microsoft.com/office/drawing/2014/main" val="983732852"/>
                    </a:ext>
                  </a:extLst>
                </a:gridCol>
                <a:gridCol w="656327">
                  <a:extLst>
                    <a:ext uri="{9D8B030D-6E8A-4147-A177-3AD203B41FA5}">
                      <a16:colId xmlns:a16="http://schemas.microsoft.com/office/drawing/2014/main" val="3017944777"/>
                    </a:ext>
                  </a:extLst>
                </a:gridCol>
                <a:gridCol w="640708">
                  <a:extLst>
                    <a:ext uri="{9D8B030D-6E8A-4147-A177-3AD203B41FA5}">
                      <a16:colId xmlns:a16="http://schemas.microsoft.com/office/drawing/2014/main" val="3778572038"/>
                    </a:ext>
                  </a:extLst>
                </a:gridCol>
                <a:gridCol w="669990">
                  <a:extLst>
                    <a:ext uri="{9D8B030D-6E8A-4147-A177-3AD203B41FA5}">
                      <a16:colId xmlns:a16="http://schemas.microsoft.com/office/drawing/2014/main" val="4255377130"/>
                    </a:ext>
                  </a:extLst>
                </a:gridCol>
                <a:gridCol w="672597">
                  <a:extLst>
                    <a:ext uri="{9D8B030D-6E8A-4147-A177-3AD203B41FA5}">
                      <a16:colId xmlns:a16="http://schemas.microsoft.com/office/drawing/2014/main" val="1062420576"/>
                    </a:ext>
                  </a:extLst>
                </a:gridCol>
              </a:tblGrid>
              <a:tr h="0">
                <a:tc>
                  <a:txBody>
                    <a:bodyPr/>
                    <a:lstStyle/>
                    <a:p>
                      <a:pPr algn="ctr" latinLnBrk="1"/>
                      <a:r>
                        <a:rPr lang="ko-KR" altLang="en-US" sz="800" b="1"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취소수량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반품수량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교환수량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판매금액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이익금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판매이익</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취소요청</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17,500</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취소요청</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17,500</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sp>
        <p:nvSpPr>
          <p:cNvPr id="33" name="직사각형 32">
            <a:extLst>
              <a:ext uri="{FF2B5EF4-FFF2-40B4-BE49-F238E27FC236}">
                <a16:creationId xmlns:a16="http://schemas.microsoft.com/office/drawing/2014/main" id="{39DD1899-BFA1-491C-96F5-23E444C9D727}"/>
              </a:ext>
            </a:extLst>
          </p:cNvPr>
          <p:cNvSpPr/>
          <p:nvPr userDrawn="1"/>
        </p:nvSpPr>
        <p:spPr>
          <a:xfrm>
            <a:off x="372132" y="3551117"/>
            <a:ext cx="9449964" cy="298210"/>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 name="직사각형 33">
            <a:extLst>
              <a:ext uri="{FF2B5EF4-FFF2-40B4-BE49-F238E27FC236}">
                <a16:creationId xmlns:a16="http://schemas.microsoft.com/office/drawing/2014/main" id="{E63F4956-680C-409E-A503-2C07B54B325E}"/>
              </a:ext>
            </a:extLst>
          </p:cNvPr>
          <p:cNvSpPr/>
          <p:nvPr userDrawn="1"/>
        </p:nvSpPr>
        <p:spPr>
          <a:xfrm>
            <a:off x="417014" y="3601612"/>
            <a:ext cx="914400" cy="2064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취소 거부</a:t>
            </a:r>
          </a:p>
        </p:txBody>
      </p:sp>
      <p:sp>
        <p:nvSpPr>
          <p:cNvPr id="39" name="직사각형 38">
            <a:extLst>
              <a:ext uri="{FF2B5EF4-FFF2-40B4-BE49-F238E27FC236}">
                <a16:creationId xmlns:a16="http://schemas.microsoft.com/office/drawing/2014/main" id="{51221845-0627-4183-A810-63DC2D50837F}"/>
              </a:ext>
            </a:extLst>
          </p:cNvPr>
          <p:cNvSpPr/>
          <p:nvPr userDrawn="1"/>
        </p:nvSpPr>
        <p:spPr>
          <a:xfrm>
            <a:off x="1361091" y="3597532"/>
            <a:ext cx="914400" cy="206477"/>
          </a:xfrm>
          <a:prstGeom prst="rect">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취소 완료</a:t>
            </a:r>
          </a:p>
        </p:txBody>
      </p:sp>
      <p:sp>
        <p:nvSpPr>
          <p:cNvPr id="40" name="직사각형 39">
            <a:extLst>
              <a:ext uri="{FF2B5EF4-FFF2-40B4-BE49-F238E27FC236}">
                <a16:creationId xmlns:a16="http://schemas.microsoft.com/office/drawing/2014/main" id="{C9764A59-A47E-4B8C-A388-CA0B7995B21B}"/>
              </a:ext>
            </a:extLst>
          </p:cNvPr>
          <p:cNvSpPr/>
          <p:nvPr userDrawn="1"/>
        </p:nvSpPr>
        <p:spPr>
          <a:xfrm>
            <a:off x="4405026" y="4342741"/>
            <a:ext cx="1021019" cy="27550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b="1" dirty="0" err="1">
                <a:solidFill>
                  <a:schemeClr val="bg1"/>
                </a:solidFill>
              </a:rPr>
              <a:t>창닫기</a:t>
            </a:r>
            <a:endParaRPr lang="en-US" altLang="ko-KR" sz="1000" b="1" dirty="0">
              <a:solidFill>
                <a:schemeClr val="bg1"/>
              </a:solidFill>
            </a:endParaRPr>
          </a:p>
        </p:txBody>
      </p:sp>
    </p:spTree>
    <p:extLst>
      <p:ext uri="{BB962C8B-B14F-4D97-AF65-F5344CB8AC3E}">
        <p14:creationId xmlns:p14="http://schemas.microsoft.com/office/powerpoint/2010/main" val="2953367467"/>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채널관리자_주문목록_주문상세페이지_반품주문">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BFAA9072-BE51-4F53-833F-5D4394283ED1}"/>
              </a:ext>
            </a:extLst>
          </p:cNvPr>
          <p:cNvSpPr/>
          <p:nvPr userDrawn="1"/>
        </p:nvSpPr>
        <p:spPr>
          <a:xfrm>
            <a:off x="33614" y="40343"/>
            <a:ext cx="10078574" cy="10717772"/>
          </a:xfrm>
          <a:prstGeom prst="rect">
            <a:avLst/>
          </a:prstGeom>
          <a:solidFill>
            <a:schemeClr val="bg1"/>
          </a:solid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B2C8D159-F038-4189-910F-08E00D78AB2F}"/>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5E5F7D5A-127E-4D8A-BB32-74031D21D8C9}"/>
              </a:ext>
            </a:extLst>
          </p:cNvPr>
          <p:cNvSpPr/>
          <p:nvPr userDrawn="1"/>
        </p:nvSpPr>
        <p:spPr>
          <a:xfrm>
            <a:off x="108568" y="10805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6" name="직사각형 5">
            <a:extLst>
              <a:ext uri="{FF2B5EF4-FFF2-40B4-BE49-F238E27FC236}">
                <a16:creationId xmlns:a16="http://schemas.microsoft.com/office/drawing/2014/main" id="{F52F004B-6732-4374-B623-1A860E9FA0B7}"/>
              </a:ext>
            </a:extLst>
          </p:cNvPr>
          <p:cNvSpPr/>
          <p:nvPr userDrawn="1"/>
        </p:nvSpPr>
        <p:spPr>
          <a:xfrm>
            <a:off x="8029664" y="107186"/>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graphicFrame>
        <p:nvGraphicFramePr>
          <p:cNvPr id="7" name="표 6">
            <a:extLst>
              <a:ext uri="{FF2B5EF4-FFF2-40B4-BE49-F238E27FC236}">
                <a16:creationId xmlns:a16="http://schemas.microsoft.com/office/drawing/2014/main" id="{E8D8F909-B4E4-4A3D-927C-0ABD44E2BAAF}"/>
              </a:ext>
            </a:extLst>
          </p:cNvPr>
          <p:cNvGraphicFramePr>
            <a:graphicFrameLocks noGrp="1"/>
          </p:cNvGraphicFramePr>
          <p:nvPr userDrawn="1">
            <p:extLst>
              <p:ext uri="{D42A27DB-BD31-4B8C-83A1-F6EECF244321}">
                <p14:modId xmlns:p14="http://schemas.microsoft.com/office/powerpoint/2010/main" val="3727453348"/>
              </p:ext>
            </p:extLst>
          </p:nvPr>
        </p:nvGraphicFramePr>
        <p:xfrm>
          <a:off x="108566" y="1810707"/>
          <a:ext cx="9936420" cy="2773680"/>
        </p:xfrm>
        <a:graphic>
          <a:graphicData uri="http://schemas.openxmlformats.org/drawingml/2006/table">
            <a:tbl>
              <a:tblPr firstRow="1" bandRow="1">
                <a:tableStyleId>{5C22544A-7EE6-4342-B048-85BDC9FD1C3A}</a:tableStyleId>
              </a:tblPr>
              <a:tblGrid>
                <a:gridCol w="1246202">
                  <a:extLst>
                    <a:ext uri="{9D8B030D-6E8A-4147-A177-3AD203B41FA5}">
                      <a16:colId xmlns:a16="http://schemas.microsoft.com/office/drawing/2014/main" val="2964090962"/>
                    </a:ext>
                  </a:extLst>
                </a:gridCol>
                <a:gridCol w="1246202">
                  <a:extLst>
                    <a:ext uri="{9D8B030D-6E8A-4147-A177-3AD203B41FA5}">
                      <a16:colId xmlns:a16="http://schemas.microsoft.com/office/drawing/2014/main" val="20000"/>
                    </a:ext>
                  </a:extLst>
                </a:gridCol>
                <a:gridCol w="456633">
                  <a:extLst>
                    <a:ext uri="{9D8B030D-6E8A-4147-A177-3AD203B41FA5}">
                      <a16:colId xmlns:a16="http://schemas.microsoft.com/office/drawing/2014/main" val="1728498013"/>
                    </a:ext>
                  </a:extLst>
                </a:gridCol>
                <a:gridCol w="1162691">
                  <a:extLst>
                    <a:ext uri="{9D8B030D-6E8A-4147-A177-3AD203B41FA5}">
                      <a16:colId xmlns:a16="http://schemas.microsoft.com/office/drawing/2014/main" val="20003"/>
                    </a:ext>
                  </a:extLst>
                </a:gridCol>
                <a:gridCol w="914475">
                  <a:extLst>
                    <a:ext uri="{9D8B030D-6E8A-4147-A177-3AD203B41FA5}">
                      <a16:colId xmlns:a16="http://schemas.microsoft.com/office/drawing/2014/main" val="4095619003"/>
                    </a:ext>
                  </a:extLst>
                </a:gridCol>
                <a:gridCol w="766004">
                  <a:extLst>
                    <a:ext uri="{9D8B030D-6E8A-4147-A177-3AD203B41FA5}">
                      <a16:colId xmlns:a16="http://schemas.microsoft.com/office/drawing/2014/main" val="2489093445"/>
                    </a:ext>
                  </a:extLst>
                </a:gridCol>
                <a:gridCol w="777555">
                  <a:extLst>
                    <a:ext uri="{9D8B030D-6E8A-4147-A177-3AD203B41FA5}">
                      <a16:colId xmlns:a16="http://schemas.microsoft.com/office/drawing/2014/main" val="3580568890"/>
                    </a:ext>
                  </a:extLst>
                </a:gridCol>
                <a:gridCol w="1676235">
                  <a:extLst>
                    <a:ext uri="{9D8B030D-6E8A-4147-A177-3AD203B41FA5}">
                      <a16:colId xmlns:a16="http://schemas.microsoft.com/office/drawing/2014/main" val="20004"/>
                    </a:ext>
                  </a:extLst>
                </a:gridCol>
                <a:gridCol w="676199">
                  <a:extLst>
                    <a:ext uri="{9D8B030D-6E8A-4147-A177-3AD203B41FA5}">
                      <a16:colId xmlns:a16="http://schemas.microsoft.com/office/drawing/2014/main" val="20005"/>
                    </a:ext>
                  </a:extLst>
                </a:gridCol>
                <a:gridCol w="1014224">
                  <a:extLst>
                    <a:ext uri="{9D8B030D-6E8A-4147-A177-3AD203B41FA5}">
                      <a16:colId xmlns:a16="http://schemas.microsoft.com/office/drawing/2014/main" val="20006"/>
                    </a:ext>
                  </a:extLst>
                </a:gridCol>
              </a:tblGrid>
              <a:tr h="0">
                <a:tc>
                  <a:txBody>
                    <a:bodyPr/>
                    <a:lstStyle/>
                    <a:p>
                      <a:pPr algn="ctr" latinLnBrk="1"/>
                      <a:r>
                        <a:rPr lang="ko-KR" altLang="en-US" sz="800" b="1" dirty="0">
                          <a:solidFill>
                            <a:schemeClr val="tx1"/>
                          </a:solidFill>
                        </a:rPr>
                        <a:t>주문일시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순번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800" b="1" dirty="0">
                          <a:solidFill>
                            <a:schemeClr val="tx1"/>
                          </a:solidFill>
                        </a:rPr>
                        <a:t>Shop</a:t>
                      </a:r>
                      <a:r>
                        <a:rPr lang="ko-KR" altLang="en-US" sz="800" b="1" dirty="0">
                          <a:solidFill>
                            <a:schemeClr val="tx1"/>
                          </a:solidFill>
                        </a:rPr>
                        <a:t>채널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u="sng" dirty="0">
                          <a:solidFill>
                            <a:schemeClr val="accent2">
                              <a:lumMod val="75000"/>
                            </a:schemeClr>
                          </a:solidFill>
                        </a:rPr>
                        <a:t>Me9-0002329</a:t>
                      </a:r>
                      <a:endParaRPr lang="ko-KR" altLang="en-US" sz="800" b="0" u="sng" dirty="0">
                        <a:solidFill>
                          <a:schemeClr val="accent2">
                            <a:lumMod val="75000"/>
                          </a:schemeClr>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Me9-0002328</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WT/S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Me9-0002326</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679275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Me9-0002325</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60545407"/>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Me9-0002300</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BK/L</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7300093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Me9-0002300</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1477464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Me9-0007777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3</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40055972"/>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mn-lt"/>
                          <a:ea typeface="+mn-ea"/>
                          <a:cs typeface="+mn-cs"/>
                        </a:rPr>
                        <a:t>Me9-0007777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WT/S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6475764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mn-lt"/>
                          <a:ea typeface="+mn-ea"/>
                          <a:cs typeface="+mn-cs"/>
                        </a:rPr>
                        <a:t>Me9-0007777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9408690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Me9-0002324</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61936248"/>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Me9-0002322</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BK/L</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83094304"/>
                  </a:ext>
                </a:extLst>
              </a:tr>
            </a:tbl>
          </a:graphicData>
        </a:graphic>
      </p:graphicFrame>
      <p:sp>
        <p:nvSpPr>
          <p:cNvPr id="8" name="TextBox 7">
            <a:extLst>
              <a:ext uri="{FF2B5EF4-FFF2-40B4-BE49-F238E27FC236}">
                <a16:creationId xmlns:a16="http://schemas.microsoft.com/office/drawing/2014/main" id="{1A496C5D-DD16-46F3-90AC-ACD39A255AE8}"/>
              </a:ext>
            </a:extLst>
          </p:cNvPr>
          <p:cNvSpPr txBox="1"/>
          <p:nvPr userDrawn="1"/>
        </p:nvSpPr>
        <p:spPr>
          <a:xfrm>
            <a:off x="92547" y="1512670"/>
            <a:ext cx="761547" cy="215444"/>
          </a:xfrm>
          <a:prstGeom prst="rect">
            <a:avLst/>
          </a:prstGeom>
          <a:noFill/>
        </p:spPr>
        <p:txBody>
          <a:bodyPr wrap="square" rtlCol="0">
            <a:spAutoFit/>
          </a:bodyPr>
          <a:lstStyle/>
          <a:p>
            <a:r>
              <a:rPr lang="ko-KR" altLang="en-US" sz="800" dirty="0"/>
              <a:t>총 </a:t>
            </a:r>
            <a:r>
              <a:rPr lang="en-US" altLang="ko-KR" sz="800" dirty="0"/>
              <a:t>00</a:t>
            </a:r>
            <a:r>
              <a:rPr lang="ko-KR" altLang="en-US" sz="800" dirty="0"/>
              <a:t>건</a:t>
            </a:r>
          </a:p>
        </p:txBody>
      </p:sp>
      <p:sp>
        <p:nvSpPr>
          <p:cNvPr id="9" name="직사각형 8">
            <a:extLst>
              <a:ext uri="{FF2B5EF4-FFF2-40B4-BE49-F238E27FC236}">
                <a16:creationId xmlns:a16="http://schemas.microsoft.com/office/drawing/2014/main" id="{E7ECB1E8-E10E-4EAB-BA9B-6F372AC510DE}"/>
              </a:ext>
            </a:extLst>
          </p:cNvPr>
          <p:cNvSpPr/>
          <p:nvPr userDrawn="1"/>
        </p:nvSpPr>
        <p:spPr>
          <a:xfrm>
            <a:off x="2753270" y="577224"/>
            <a:ext cx="5776224" cy="16790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10" name="직사각형 9">
            <a:extLst>
              <a:ext uri="{FF2B5EF4-FFF2-40B4-BE49-F238E27FC236}">
                <a16:creationId xmlns:a16="http://schemas.microsoft.com/office/drawing/2014/main" id="{3619172E-42FC-4F5F-9EA7-C05813D866CF}"/>
              </a:ext>
            </a:extLst>
          </p:cNvPr>
          <p:cNvSpPr/>
          <p:nvPr userDrawn="1"/>
        </p:nvSpPr>
        <p:spPr>
          <a:xfrm>
            <a:off x="9271395" y="559383"/>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endParaRPr lang="en-US" altLang="ko-KR" sz="800" dirty="0">
              <a:solidFill>
                <a:schemeClr val="bg1"/>
              </a:solidFill>
            </a:endParaRPr>
          </a:p>
        </p:txBody>
      </p:sp>
      <p:graphicFrame>
        <p:nvGraphicFramePr>
          <p:cNvPr id="11" name="표 63">
            <a:extLst>
              <a:ext uri="{FF2B5EF4-FFF2-40B4-BE49-F238E27FC236}">
                <a16:creationId xmlns:a16="http://schemas.microsoft.com/office/drawing/2014/main" id="{098932DA-971B-4D08-A1B6-3DAEBBECF1D1}"/>
              </a:ext>
            </a:extLst>
          </p:cNvPr>
          <p:cNvGraphicFramePr>
            <a:graphicFrameLocks noGrp="1"/>
          </p:cNvGraphicFramePr>
          <p:nvPr userDrawn="1">
            <p:extLst>
              <p:ext uri="{D42A27DB-BD31-4B8C-83A1-F6EECF244321}">
                <p14:modId xmlns:p14="http://schemas.microsoft.com/office/powerpoint/2010/main" val="2864804635"/>
              </p:ext>
            </p:extLst>
          </p:nvPr>
        </p:nvGraphicFramePr>
        <p:xfrm>
          <a:off x="108567" y="547912"/>
          <a:ext cx="9936421" cy="457200"/>
        </p:xfrm>
        <a:graphic>
          <a:graphicData uri="http://schemas.openxmlformats.org/drawingml/2006/table">
            <a:tbl>
              <a:tblPr firstRow="1" bandRow="1">
                <a:tableStyleId>{5940675A-B579-460E-94D1-54222C63F5DA}</a:tableStyleId>
              </a:tblPr>
              <a:tblGrid>
                <a:gridCol w="975439">
                  <a:extLst>
                    <a:ext uri="{9D8B030D-6E8A-4147-A177-3AD203B41FA5}">
                      <a16:colId xmlns:a16="http://schemas.microsoft.com/office/drawing/2014/main" val="3701388552"/>
                    </a:ext>
                  </a:extLst>
                </a:gridCol>
                <a:gridCol w="8960982">
                  <a:extLst>
                    <a:ext uri="{9D8B030D-6E8A-4147-A177-3AD203B41FA5}">
                      <a16:colId xmlns:a16="http://schemas.microsoft.com/office/drawing/2014/main" val="339215266"/>
                    </a:ext>
                  </a:extLst>
                </a:gridCol>
              </a:tblGrid>
              <a:tr h="0">
                <a:tc>
                  <a:txBody>
                    <a:bodyPr/>
                    <a:lstStyle/>
                    <a:p>
                      <a:pPr latinLnBrk="1"/>
                      <a:r>
                        <a:rPr lang="ko-KR" altLang="en-US" sz="900" dirty="0"/>
                        <a:t>검색</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12" name="직사각형 11">
            <a:extLst>
              <a:ext uri="{FF2B5EF4-FFF2-40B4-BE49-F238E27FC236}">
                <a16:creationId xmlns:a16="http://schemas.microsoft.com/office/drawing/2014/main" id="{362986B3-062B-4084-A701-39F23D9FCB42}"/>
              </a:ext>
            </a:extLst>
          </p:cNvPr>
          <p:cNvSpPr/>
          <p:nvPr userDrawn="1"/>
        </p:nvSpPr>
        <p:spPr>
          <a:xfrm>
            <a:off x="9273843" y="786602"/>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13" name="직사각형 12">
            <a:extLst>
              <a:ext uri="{FF2B5EF4-FFF2-40B4-BE49-F238E27FC236}">
                <a16:creationId xmlns:a16="http://schemas.microsoft.com/office/drawing/2014/main" id="{08617F4B-2120-4B0C-A0C8-6AE6D5C7C76F}"/>
              </a:ext>
            </a:extLst>
          </p:cNvPr>
          <p:cNvSpPr/>
          <p:nvPr userDrawn="1"/>
        </p:nvSpPr>
        <p:spPr>
          <a:xfrm>
            <a:off x="1169303" y="578567"/>
            <a:ext cx="1531623" cy="17314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주문번호                      ▼</a:t>
            </a:r>
            <a:endParaRPr lang="en-US" altLang="ko-KR" sz="800" dirty="0">
              <a:solidFill>
                <a:schemeClr val="tx1"/>
              </a:solidFill>
            </a:endParaRPr>
          </a:p>
        </p:txBody>
      </p:sp>
      <p:graphicFrame>
        <p:nvGraphicFramePr>
          <p:cNvPr id="14" name="표 4">
            <a:extLst>
              <a:ext uri="{FF2B5EF4-FFF2-40B4-BE49-F238E27FC236}">
                <a16:creationId xmlns:a16="http://schemas.microsoft.com/office/drawing/2014/main" id="{0142D5F2-3F24-4D26-A76B-ED6A3E822236}"/>
              </a:ext>
            </a:extLst>
          </p:cNvPr>
          <p:cNvGraphicFramePr>
            <a:graphicFrameLocks noGrp="1"/>
          </p:cNvGraphicFramePr>
          <p:nvPr userDrawn="1">
            <p:extLst>
              <p:ext uri="{D42A27DB-BD31-4B8C-83A1-F6EECF244321}">
                <p14:modId xmlns:p14="http://schemas.microsoft.com/office/powerpoint/2010/main" val="3892593282"/>
              </p:ext>
            </p:extLst>
          </p:nvPr>
        </p:nvGraphicFramePr>
        <p:xfrm>
          <a:off x="108566" y="1210457"/>
          <a:ext cx="9936420" cy="213360"/>
        </p:xfrm>
        <a:graphic>
          <a:graphicData uri="http://schemas.openxmlformats.org/drawingml/2006/table">
            <a:tbl>
              <a:tblPr firstRow="1" bandRow="1">
                <a:tableStyleId>{5940675A-B579-460E-94D1-54222C63F5DA}</a:tableStyleId>
              </a:tblPr>
              <a:tblGrid>
                <a:gridCol w="2484105">
                  <a:extLst>
                    <a:ext uri="{9D8B030D-6E8A-4147-A177-3AD203B41FA5}">
                      <a16:colId xmlns:a16="http://schemas.microsoft.com/office/drawing/2014/main" val="3306315618"/>
                    </a:ext>
                  </a:extLst>
                </a:gridCol>
                <a:gridCol w="2484105">
                  <a:extLst>
                    <a:ext uri="{9D8B030D-6E8A-4147-A177-3AD203B41FA5}">
                      <a16:colId xmlns:a16="http://schemas.microsoft.com/office/drawing/2014/main" val="3684204346"/>
                    </a:ext>
                  </a:extLst>
                </a:gridCol>
                <a:gridCol w="2484105">
                  <a:extLst>
                    <a:ext uri="{9D8B030D-6E8A-4147-A177-3AD203B41FA5}">
                      <a16:colId xmlns:a16="http://schemas.microsoft.com/office/drawing/2014/main" val="1934738033"/>
                    </a:ext>
                  </a:extLst>
                </a:gridCol>
                <a:gridCol w="2484105">
                  <a:extLst>
                    <a:ext uri="{9D8B030D-6E8A-4147-A177-3AD203B41FA5}">
                      <a16:colId xmlns:a16="http://schemas.microsoft.com/office/drawing/2014/main" val="189309699"/>
                    </a:ext>
                  </a:extLst>
                </a:gridCol>
              </a:tblGrid>
              <a:tr h="164171">
                <a:tc>
                  <a:txBody>
                    <a:bodyPr/>
                    <a:lstStyle/>
                    <a:p>
                      <a:pPr algn="ctr" latinLnBrk="1"/>
                      <a:r>
                        <a:rPr lang="ko-KR" altLang="en-US" sz="800" b="1" dirty="0">
                          <a:solidFill>
                            <a:schemeClr val="bg1"/>
                          </a:solidFill>
                        </a:rPr>
                        <a:t>주문목록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800" dirty="0"/>
                        <a:t>취소목록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800" dirty="0"/>
                        <a:t>반품목록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800" dirty="0"/>
                        <a:t>교환목록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2825709569"/>
                  </a:ext>
                </a:extLst>
              </a:tr>
            </a:tbl>
          </a:graphicData>
        </a:graphic>
      </p:graphicFrame>
      <p:sp>
        <p:nvSpPr>
          <p:cNvPr id="2" name="직사각형 1">
            <a:extLst>
              <a:ext uri="{FF2B5EF4-FFF2-40B4-BE49-F238E27FC236}">
                <a16:creationId xmlns:a16="http://schemas.microsoft.com/office/drawing/2014/main" id="{7502856B-0D76-455B-8562-F074B3CB25E0}"/>
              </a:ext>
            </a:extLst>
          </p:cNvPr>
          <p:cNvSpPr/>
          <p:nvPr userDrawn="1"/>
        </p:nvSpPr>
        <p:spPr>
          <a:xfrm>
            <a:off x="2592841" y="1810707"/>
            <a:ext cx="7475997" cy="2773680"/>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 name="직사각형 17">
            <a:extLst>
              <a:ext uri="{FF2B5EF4-FFF2-40B4-BE49-F238E27FC236}">
                <a16:creationId xmlns:a16="http://schemas.microsoft.com/office/drawing/2014/main" id="{00A6BD24-68D4-4FDD-913E-AA75A4DC7C8B}"/>
              </a:ext>
            </a:extLst>
          </p:cNvPr>
          <p:cNvSpPr/>
          <p:nvPr userDrawn="1"/>
        </p:nvSpPr>
        <p:spPr>
          <a:xfrm>
            <a:off x="2592841" y="4584387"/>
            <a:ext cx="7475997" cy="138688"/>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978AAB5-ED39-4EF3-87CF-4C4676A5BDDF}"/>
              </a:ext>
            </a:extLst>
          </p:cNvPr>
          <p:cNvSpPr/>
          <p:nvPr userDrawn="1"/>
        </p:nvSpPr>
        <p:spPr>
          <a:xfrm>
            <a:off x="2646933" y="4630871"/>
            <a:ext cx="107985" cy="45719"/>
          </a:xfrm>
          <a:prstGeom prst="rect">
            <a:avLst/>
          </a:prstGeom>
          <a:solidFill>
            <a:srgbClr val="000000"/>
          </a:solid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직사각형 19">
            <a:extLst>
              <a:ext uri="{FF2B5EF4-FFF2-40B4-BE49-F238E27FC236}">
                <a16:creationId xmlns:a16="http://schemas.microsoft.com/office/drawing/2014/main" id="{4D161629-17A4-4B24-9D81-695603DE2D25}"/>
              </a:ext>
            </a:extLst>
          </p:cNvPr>
          <p:cNvSpPr/>
          <p:nvPr userDrawn="1"/>
        </p:nvSpPr>
        <p:spPr>
          <a:xfrm>
            <a:off x="175029" y="212798"/>
            <a:ext cx="9818926" cy="552009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21" name="Image">
            <a:extLst>
              <a:ext uri="{FF2B5EF4-FFF2-40B4-BE49-F238E27FC236}">
                <a16:creationId xmlns:a16="http://schemas.microsoft.com/office/drawing/2014/main" id="{9D1B5A45-3868-467C-BD26-779CE10E196F}"/>
              </a:ext>
            </a:extLst>
          </p:cNvPr>
          <p:cNvGrpSpPr>
            <a:grpSpLocks/>
          </p:cNvGrpSpPr>
          <p:nvPr userDrawn="1"/>
        </p:nvGrpSpPr>
        <p:grpSpPr bwMode="auto">
          <a:xfrm>
            <a:off x="9558528" y="376749"/>
            <a:ext cx="263570" cy="250457"/>
            <a:chOff x="508000" y="1397000"/>
            <a:chExt cx="1008112" cy="1008112"/>
          </a:xfrm>
        </p:grpSpPr>
        <p:sp>
          <p:nvSpPr>
            <p:cNvPr id="22" name="Border">
              <a:extLst>
                <a:ext uri="{FF2B5EF4-FFF2-40B4-BE49-F238E27FC236}">
                  <a16:creationId xmlns:a16="http://schemas.microsoft.com/office/drawing/2014/main" id="{ED617F9D-E5A7-469E-9B11-220C3F625DB8}"/>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3" name="Line 2">
              <a:extLst>
                <a:ext uri="{FF2B5EF4-FFF2-40B4-BE49-F238E27FC236}">
                  <a16:creationId xmlns:a16="http://schemas.microsoft.com/office/drawing/2014/main" id="{DD9E9958-4069-4B82-8DD8-B87A34BF3026}"/>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4" name="Line 1">
              <a:extLst>
                <a:ext uri="{FF2B5EF4-FFF2-40B4-BE49-F238E27FC236}">
                  <a16:creationId xmlns:a16="http://schemas.microsoft.com/office/drawing/2014/main" id="{8F072787-ABCE-4C59-8A1B-26D86919BC40}"/>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25" name="TextBox 24">
            <a:extLst>
              <a:ext uri="{FF2B5EF4-FFF2-40B4-BE49-F238E27FC236}">
                <a16:creationId xmlns:a16="http://schemas.microsoft.com/office/drawing/2014/main" id="{947A68A3-0AC7-44E0-A428-F2F52F0075BC}"/>
              </a:ext>
            </a:extLst>
          </p:cNvPr>
          <p:cNvSpPr txBox="1"/>
          <p:nvPr userDrawn="1"/>
        </p:nvSpPr>
        <p:spPr>
          <a:xfrm>
            <a:off x="324842" y="386561"/>
            <a:ext cx="1217000" cy="246221"/>
          </a:xfrm>
          <a:prstGeom prst="rect">
            <a:avLst/>
          </a:prstGeom>
          <a:noFill/>
        </p:spPr>
        <p:txBody>
          <a:bodyPr wrap="none" rtlCol="0">
            <a:spAutoFit/>
          </a:bodyPr>
          <a:lstStyle/>
          <a:p>
            <a:r>
              <a:rPr lang="ko-KR" altLang="en-US" sz="1000" b="1" dirty="0">
                <a:latin typeface="맑은 고딕" panose="020B0503020000020004" pitchFamily="50" charset="-127"/>
                <a:ea typeface="맑은 고딕" panose="020B0503020000020004" pitchFamily="50" charset="-127"/>
              </a:rPr>
              <a:t>○ 주문 상세보기</a:t>
            </a:r>
            <a:endParaRPr lang="ko-KR" altLang="en-US" sz="1000" dirty="0"/>
          </a:p>
        </p:txBody>
      </p:sp>
      <p:graphicFrame>
        <p:nvGraphicFramePr>
          <p:cNvPr id="26" name="표 4">
            <a:extLst>
              <a:ext uri="{FF2B5EF4-FFF2-40B4-BE49-F238E27FC236}">
                <a16:creationId xmlns:a16="http://schemas.microsoft.com/office/drawing/2014/main" id="{95D22BFD-085A-465B-A782-543199EFCE98}"/>
              </a:ext>
            </a:extLst>
          </p:cNvPr>
          <p:cNvGraphicFramePr>
            <a:graphicFrameLocks noGrp="1"/>
          </p:cNvGraphicFramePr>
          <p:nvPr userDrawn="1">
            <p:extLst>
              <p:ext uri="{D42A27DB-BD31-4B8C-83A1-F6EECF244321}">
                <p14:modId xmlns:p14="http://schemas.microsoft.com/office/powerpoint/2010/main" val="2068190038"/>
              </p:ext>
            </p:extLst>
          </p:nvPr>
        </p:nvGraphicFramePr>
        <p:xfrm>
          <a:off x="372134" y="916257"/>
          <a:ext cx="9449965" cy="246221"/>
        </p:xfrm>
        <a:graphic>
          <a:graphicData uri="http://schemas.openxmlformats.org/drawingml/2006/table">
            <a:tbl>
              <a:tblPr firstRow="1" bandRow="1">
                <a:tableStyleId>{5940675A-B579-460E-94D1-54222C63F5DA}</a:tableStyleId>
              </a:tblPr>
              <a:tblGrid>
                <a:gridCol w="1889993">
                  <a:extLst>
                    <a:ext uri="{9D8B030D-6E8A-4147-A177-3AD203B41FA5}">
                      <a16:colId xmlns:a16="http://schemas.microsoft.com/office/drawing/2014/main" val="3306315618"/>
                    </a:ext>
                  </a:extLst>
                </a:gridCol>
                <a:gridCol w="1889993">
                  <a:extLst>
                    <a:ext uri="{9D8B030D-6E8A-4147-A177-3AD203B41FA5}">
                      <a16:colId xmlns:a16="http://schemas.microsoft.com/office/drawing/2014/main" val="3684204346"/>
                    </a:ext>
                  </a:extLst>
                </a:gridCol>
                <a:gridCol w="1889993">
                  <a:extLst>
                    <a:ext uri="{9D8B030D-6E8A-4147-A177-3AD203B41FA5}">
                      <a16:colId xmlns:a16="http://schemas.microsoft.com/office/drawing/2014/main" val="1934738033"/>
                    </a:ext>
                  </a:extLst>
                </a:gridCol>
                <a:gridCol w="1889993">
                  <a:extLst>
                    <a:ext uri="{9D8B030D-6E8A-4147-A177-3AD203B41FA5}">
                      <a16:colId xmlns:a16="http://schemas.microsoft.com/office/drawing/2014/main" val="189309699"/>
                    </a:ext>
                  </a:extLst>
                </a:gridCol>
                <a:gridCol w="1889993">
                  <a:extLst>
                    <a:ext uri="{9D8B030D-6E8A-4147-A177-3AD203B41FA5}">
                      <a16:colId xmlns:a16="http://schemas.microsoft.com/office/drawing/2014/main" val="3675772040"/>
                    </a:ext>
                  </a:extLst>
                </a:gridCol>
              </a:tblGrid>
              <a:tr h="246221">
                <a:tc>
                  <a:txBody>
                    <a:bodyPr/>
                    <a:lstStyle/>
                    <a:p>
                      <a:pPr algn="ctr" latinLnBrk="1"/>
                      <a:r>
                        <a:rPr lang="ko-KR" altLang="en-US" sz="900" b="0" dirty="0">
                          <a:solidFill>
                            <a:schemeClr val="tx1"/>
                          </a:solidFill>
                        </a:rPr>
                        <a:t>주문 정보</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900" b="0" dirty="0">
                          <a:solidFill>
                            <a:schemeClr val="tx1"/>
                          </a:solidFill>
                        </a:rPr>
                        <a:t>정상 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900" b="0" dirty="0">
                          <a:solidFill>
                            <a:schemeClr val="tx1"/>
                          </a:solidFill>
                        </a:rPr>
                        <a:t>취소 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900" b="1" dirty="0">
                          <a:solidFill>
                            <a:schemeClr val="bg1"/>
                          </a:solidFill>
                        </a:rPr>
                        <a:t>반품 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900" dirty="0"/>
                        <a:t>교환 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25709569"/>
                  </a:ext>
                </a:extLst>
              </a:tr>
            </a:tbl>
          </a:graphicData>
        </a:graphic>
      </p:graphicFrame>
      <p:graphicFrame>
        <p:nvGraphicFramePr>
          <p:cNvPr id="27" name="표 4">
            <a:extLst>
              <a:ext uri="{FF2B5EF4-FFF2-40B4-BE49-F238E27FC236}">
                <a16:creationId xmlns:a16="http://schemas.microsoft.com/office/drawing/2014/main" id="{EC2D33CE-07C1-41D4-8521-554DC81C370A}"/>
              </a:ext>
            </a:extLst>
          </p:cNvPr>
          <p:cNvGraphicFramePr>
            <a:graphicFrameLocks noGrp="1"/>
          </p:cNvGraphicFramePr>
          <p:nvPr userDrawn="1">
            <p:extLst>
              <p:ext uri="{D42A27DB-BD31-4B8C-83A1-F6EECF244321}">
                <p14:modId xmlns:p14="http://schemas.microsoft.com/office/powerpoint/2010/main" val="4144048742"/>
              </p:ext>
            </p:extLst>
          </p:nvPr>
        </p:nvGraphicFramePr>
        <p:xfrm>
          <a:off x="372132" y="1563938"/>
          <a:ext cx="9449964" cy="1493520"/>
        </p:xfrm>
        <a:graphic>
          <a:graphicData uri="http://schemas.openxmlformats.org/drawingml/2006/table">
            <a:tbl>
              <a:tblPr firstRow="1" bandRow="1">
                <a:tableStyleId>{5940675A-B579-460E-94D1-54222C63F5DA}</a:tableStyleId>
              </a:tblPr>
              <a:tblGrid>
                <a:gridCol w="1194275">
                  <a:extLst>
                    <a:ext uri="{9D8B030D-6E8A-4147-A177-3AD203B41FA5}">
                      <a16:colId xmlns:a16="http://schemas.microsoft.com/office/drawing/2014/main" val="3684204346"/>
                    </a:ext>
                  </a:extLst>
                </a:gridCol>
                <a:gridCol w="3530707">
                  <a:extLst>
                    <a:ext uri="{9D8B030D-6E8A-4147-A177-3AD203B41FA5}">
                      <a16:colId xmlns:a16="http://schemas.microsoft.com/office/drawing/2014/main" val="1934738033"/>
                    </a:ext>
                  </a:extLst>
                </a:gridCol>
                <a:gridCol w="1200319">
                  <a:extLst>
                    <a:ext uri="{9D8B030D-6E8A-4147-A177-3AD203B41FA5}">
                      <a16:colId xmlns:a16="http://schemas.microsoft.com/office/drawing/2014/main" val="189309699"/>
                    </a:ext>
                  </a:extLst>
                </a:gridCol>
                <a:gridCol w="3524663">
                  <a:extLst>
                    <a:ext uri="{9D8B030D-6E8A-4147-A177-3AD203B41FA5}">
                      <a16:colId xmlns:a16="http://schemas.microsoft.com/office/drawing/2014/main" val="3816879370"/>
                    </a:ext>
                  </a:extLst>
                </a:gridCol>
              </a:tblGrid>
              <a:tr h="0">
                <a:tc>
                  <a:txBody>
                    <a:bodyPr/>
                    <a:lstStyle/>
                    <a:p>
                      <a:pPr algn="l" latinLnBrk="1"/>
                      <a:r>
                        <a:rPr lang="ko-KR" altLang="en-US" sz="800" b="0" dirty="0">
                          <a:solidFill>
                            <a:schemeClr val="tx1"/>
                          </a:solidFill>
                        </a:rPr>
                        <a:t>주문번호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Me9-000939393</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l" latinLnBrk="1"/>
                      <a:r>
                        <a:rPr lang="ko-KR" altLang="en-US" sz="800" dirty="0"/>
                        <a:t>반품 주문번호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a:t>Me9-12222112121</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25709569"/>
                  </a:ext>
                </a:extLst>
              </a:tr>
              <a:tr h="0">
                <a:tc>
                  <a:txBody>
                    <a:bodyPr/>
                    <a:lstStyle/>
                    <a:p>
                      <a:pPr algn="l" latinLnBrk="1"/>
                      <a:r>
                        <a:rPr lang="ko-KR" altLang="en-US" sz="800" b="0" dirty="0">
                          <a:solidFill>
                            <a:schemeClr val="tx1"/>
                          </a:solidFill>
                        </a:rPr>
                        <a:t>판매처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gridSpan="3">
                  <a:txBody>
                    <a:bodyPr/>
                    <a:lstStyle/>
                    <a:p>
                      <a:pPr algn="l" latinLnBrk="1"/>
                      <a:r>
                        <a:rPr lang="en-US" altLang="ko-KR" sz="800" dirty="0"/>
                        <a:t>Shop</a:t>
                      </a:r>
                      <a:r>
                        <a:rPr lang="ko-KR" altLang="en-US" sz="800" dirty="0" err="1"/>
                        <a:t>채널명</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hMerge="1">
                  <a:txBody>
                    <a:bodyPr/>
                    <a:lstStyle/>
                    <a:p>
                      <a:pPr algn="ctr" latinLnBrk="1"/>
                      <a:r>
                        <a:rPr lang="ko-KR" altLang="en-US" sz="800" dirty="0"/>
                        <a:t>결제일시</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967706927"/>
                  </a:ext>
                </a:extLst>
              </a:tr>
              <a:tr h="0">
                <a:tc>
                  <a:txBody>
                    <a:bodyPr/>
                    <a:lstStyle/>
                    <a:p>
                      <a:pPr algn="l" latinLnBrk="1"/>
                      <a:r>
                        <a:rPr lang="ko-KR" altLang="en-US" sz="800" dirty="0"/>
                        <a:t>반품 요청일시</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2024-10-01 09:02:12</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l" latinLnBrk="1"/>
                      <a:r>
                        <a:rPr lang="ko-KR" altLang="en-US" sz="800" dirty="0"/>
                        <a:t>회수 방법</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ko-KR" altLang="en-US" sz="800" dirty="0"/>
                        <a:t>자동 회수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440708294"/>
                  </a:ext>
                </a:extLst>
              </a:tr>
              <a:tr h="0">
                <a:tc>
                  <a:txBody>
                    <a:bodyPr/>
                    <a:lstStyle/>
                    <a:p>
                      <a:pPr algn="l" latinLnBrk="1"/>
                      <a:r>
                        <a:rPr lang="ko-KR" altLang="en-US" sz="800" dirty="0"/>
                        <a:t>반품 사유</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gridSpan="3">
                  <a:txBody>
                    <a:bodyPr/>
                    <a:lstStyle/>
                    <a:p>
                      <a:pPr algn="l" latinLnBrk="1"/>
                      <a:r>
                        <a:rPr lang="ko-KR" altLang="en-US" sz="800" dirty="0"/>
                        <a:t>마음이 변했어요</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hMerge="1">
                  <a:txBody>
                    <a:bodyPr/>
                    <a:lstStyle/>
                    <a:p>
                      <a:pPr algn="ctr" latinLnBrk="1"/>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tc>
                <a:extLst>
                  <a:ext uri="{0D108BD9-81ED-4DB2-BD59-A6C34878D82A}">
                    <a16:rowId xmlns:a16="http://schemas.microsoft.com/office/drawing/2014/main" val="2939477910"/>
                  </a:ext>
                </a:extLst>
              </a:tr>
              <a:tr h="0">
                <a:tc>
                  <a:txBody>
                    <a:bodyPr/>
                    <a:lstStyle/>
                    <a:p>
                      <a:pPr algn="l" latinLnBrk="1"/>
                      <a:r>
                        <a:rPr lang="ko-KR" altLang="en-US" sz="800" dirty="0">
                          <a:latin typeface="+mn-ea"/>
                          <a:ea typeface="+mn-ea"/>
                        </a:rPr>
                        <a:t>반품 </a:t>
                      </a:r>
                      <a:r>
                        <a:rPr lang="ko-KR" altLang="en-US" sz="800" dirty="0" err="1">
                          <a:latin typeface="+mn-ea"/>
                          <a:ea typeface="+mn-ea"/>
                        </a:rPr>
                        <a:t>수거지</a:t>
                      </a:r>
                      <a:endParaRPr lang="ko-KR" altLang="en-US" sz="800" dirty="0">
                        <a:latin typeface="+mn-ea"/>
                        <a:ea typeface="+mn-ea"/>
                      </a:endParaRP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gridSpan="3">
                  <a:txBody>
                    <a:bodyPr/>
                    <a:lstStyle/>
                    <a:p>
                      <a:pPr algn="l" latinLnBrk="1"/>
                      <a:r>
                        <a:rPr lang="en-US" altLang="ko-KR" sz="800" b="0" i="0" kern="1200" dirty="0">
                          <a:solidFill>
                            <a:schemeClr val="tx1"/>
                          </a:solidFill>
                          <a:effectLst/>
                          <a:latin typeface="+mn-ea"/>
                          <a:ea typeface="+mn-ea"/>
                          <a:cs typeface="+mn-cs"/>
                        </a:rPr>
                        <a:t>(13487)</a:t>
                      </a:r>
                      <a:r>
                        <a:rPr lang="ko-KR" altLang="en-US" sz="800" b="0" i="0" kern="1200" dirty="0">
                          <a:solidFill>
                            <a:schemeClr val="tx1"/>
                          </a:solidFill>
                          <a:effectLst/>
                          <a:latin typeface="+mn-ea"/>
                          <a:ea typeface="+mn-ea"/>
                          <a:cs typeface="+mn-cs"/>
                        </a:rPr>
                        <a:t>경기도 성남시 분당구 판교로 </a:t>
                      </a:r>
                      <a:r>
                        <a:rPr lang="en-US" altLang="ko-KR" sz="800" b="0" i="0" kern="1200" dirty="0">
                          <a:solidFill>
                            <a:schemeClr val="tx1"/>
                          </a:solidFill>
                          <a:effectLst/>
                          <a:latin typeface="+mn-ea"/>
                          <a:ea typeface="+mn-ea"/>
                          <a:cs typeface="+mn-cs"/>
                        </a:rPr>
                        <a:t>242(</a:t>
                      </a:r>
                      <a:r>
                        <a:rPr lang="ko-KR" altLang="en-US" sz="800" b="0" i="0" kern="1200" dirty="0" err="1">
                          <a:solidFill>
                            <a:schemeClr val="tx1"/>
                          </a:solidFill>
                          <a:effectLst/>
                          <a:latin typeface="+mn-ea"/>
                          <a:ea typeface="+mn-ea"/>
                          <a:cs typeface="+mn-cs"/>
                        </a:rPr>
                        <a:t>삼평동</a:t>
                      </a:r>
                      <a:r>
                        <a:rPr lang="en-US" altLang="ko-KR" sz="800" b="0" i="0" kern="1200" dirty="0">
                          <a:solidFill>
                            <a:schemeClr val="tx1"/>
                          </a:solidFill>
                          <a:effectLst/>
                          <a:latin typeface="+mn-ea"/>
                          <a:ea typeface="+mn-ea"/>
                          <a:cs typeface="+mn-cs"/>
                        </a:rPr>
                        <a:t>) 401</a:t>
                      </a:r>
                      <a:r>
                        <a:rPr lang="ko-KR" altLang="en-US" sz="800" b="0" i="0" kern="1200" dirty="0">
                          <a:solidFill>
                            <a:schemeClr val="tx1"/>
                          </a:solidFill>
                          <a:effectLst/>
                          <a:latin typeface="+mn-ea"/>
                          <a:ea typeface="+mn-ea"/>
                          <a:cs typeface="+mn-cs"/>
                        </a:rPr>
                        <a:t>호</a:t>
                      </a:r>
                      <a:endParaRPr lang="ko-KR" altLang="en-US" sz="800" dirty="0">
                        <a:latin typeface="+mn-ea"/>
                        <a:ea typeface="+mn-ea"/>
                      </a:endParaRP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hMerge="1">
                  <a:txBody>
                    <a:bodyPr/>
                    <a:lstStyle/>
                    <a:p>
                      <a:pPr algn="ctr" latinLnBrk="1"/>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tc>
                <a:extLst>
                  <a:ext uri="{0D108BD9-81ED-4DB2-BD59-A6C34878D82A}">
                    <a16:rowId xmlns:a16="http://schemas.microsoft.com/office/drawing/2014/main" val="2855727138"/>
                  </a:ext>
                </a:extLst>
              </a:tr>
              <a:tr h="0">
                <a:tc>
                  <a:txBody>
                    <a:bodyPr/>
                    <a:lstStyle/>
                    <a:p>
                      <a:pPr algn="l" latinLnBrk="1"/>
                      <a:r>
                        <a:rPr lang="ko-KR" altLang="en-US" sz="800" b="0" dirty="0">
                          <a:solidFill>
                            <a:schemeClr val="tx1"/>
                          </a:solidFill>
                        </a:rPr>
                        <a:t>반품 상품 결제 금액</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90,000 </a:t>
                      </a:r>
                      <a:r>
                        <a:rPr lang="ko-KR" altLang="en-US" sz="800" dirty="0"/>
                        <a:t>원 </a:t>
                      </a:r>
                      <a:r>
                        <a:rPr lang="en-US" altLang="ko-KR" sz="800" dirty="0"/>
                        <a:t>( </a:t>
                      </a:r>
                      <a:r>
                        <a:rPr lang="ko-KR" altLang="en-US" sz="800" dirty="0"/>
                        <a:t>무통장입금 </a:t>
                      </a:r>
                      <a:r>
                        <a:rPr lang="en-US" altLang="ko-KR" sz="800" dirty="0"/>
                        <a:t>90,000 + </a:t>
                      </a:r>
                      <a:r>
                        <a:rPr lang="ko-KR" altLang="en-US" sz="800" dirty="0"/>
                        <a:t>포인트 </a:t>
                      </a:r>
                      <a:r>
                        <a:rPr lang="en-US" altLang="ko-KR" sz="800" dirty="0"/>
                        <a:t>0 )</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l" latinLnBrk="1"/>
                      <a:r>
                        <a:rPr lang="ko-KR" altLang="en-US" sz="800" dirty="0"/>
                        <a:t>차감내역</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ko-KR" altLang="en-US" sz="800" dirty="0"/>
                        <a:t>반품 배송비 </a:t>
                      </a:r>
                      <a:r>
                        <a:rPr lang="en-US" altLang="ko-KR" sz="800" dirty="0"/>
                        <a:t>3,000 </a:t>
                      </a:r>
                      <a:r>
                        <a:rPr lang="ko-KR" altLang="en-US" sz="800" dirty="0"/>
                        <a:t>원</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49220482"/>
                  </a:ext>
                </a:extLst>
              </a:tr>
              <a:tr h="0">
                <a:tc>
                  <a:txBody>
                    <a:bodyPr/>
                    <a:lstStyle/>
                    <a:p>
                      <a:pPr algn="l" latinLnBrk="1"/>
                      <a:r>
                        <a:rPr lang="ko-KR" altLang="en-US" sz="800" b="0" dirty="0">
                          <a:solidFill>
                            <a:schemeClr val="tx1"/>
                          </a:solidFill>
                        </a:rPr>
                        <a:t>환불 금액</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90,000 </a:t>
                      </a:r>
                      <a:r>
                        <a:rPr lang="ko-KR" altLang="en-US" sz="800" dirty="0"/>
                        <a:t>원 </a:t>
                      </a:r>
                      <a:r>
                        <a:rPr lang="en-US" altLang="ko-KR" sz="800" dirty="0"/>
                        <a:t>( </a:t>
                      </a:r>
                      <a:r>
                        <a:rPr lang="ko-KR" altLang="en-US" sz="800" dirty="0"/>
                        <a:t>무통장입금 </a:t>
                      </a:r>
                      <a:r>
                        <a:rPr lang="en-US" altLang="ko-KR" sz="800" dirty="0"/>
                        <a:t>87,000 + </a:t>
                      </a:r>
                      <a:r>
                        <a:rPr lang="ko-KR" altLang="en-US" sz="800" dirty="0"/>
                        <a:t>포인트 </a:t>
                      </a:r>
                      <a:r>
                        <a:rPr lang="en-US" altLang="ko-KR" sz="800" dirty="0"/>
                        <a:t>0 )</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l" latinLnBrk="1"/>
                      <a:r>
                        <a:rPr lang="ko-KR" altLang="en-US" sz="800" dirty="0"/>
                        <a:t>환불 계좌 정보</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ko-KR" altLang="en-US" sz="800" dirty="0"/>
                        <a:t>카카오뱅크 </a:t>
                      </a:r>
                      <a:r>
                        <a:rPr lang="en-US" altLang="ko-KR" sz="800" dirty="0"/>
                        <a:t>/ 33333333301222 / </a:t>
                      </a:r>
                      <a:r>
                        <a:rPr lang="ko-KR" altLang="en-US" sz="800" dirty="0"/>
                        <a:t>홍길동</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354679536"/>
                  </a:ext>
                </a:extLst>
              </a:tr>
            </a:tbl>
          </a:graphicData>
        </a:graphic>
      </p:graphicFrame>
      <p:sp>
        <p:nvSpPr>
          <p:cNvPr id="28" name="TextBox 27">
            <a:extLst>
              <a:ext uri="{FF2B5EF4-FFF2-40B4-BE49-F238E27FC236}">
                <a16:creationId xmlns:a16="http://schemas.microsoft.com/office/drawing/2014/main" id="{4CD2480D-1A91-4712-9076-42804BDA29C1}"/>
              </a:ext>
            </a:extLst>
          </p:cNvPr>
          <p:cNvSpPr txBox="1"/>
          <p:nvPr userDrawn="1"/>
        </p:nvSpPr>
        <p:spPr>
          <a:xfrm>
            <a:off x="324842" y="1290767"/>
            <a:ext cx="1287532"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반품 주문 정보 </a:t>
            </a:r>
            <a:r>
              <a:rPr lang="en-US" altLang="ko-KR" sz="900" dirty="0">
                <a:latin typeface="맑은 고딕" panose="020B0503020000020004" pitchFamily="50" charset="-127"/>
                <a:ea typeface="맑은 고딕" panose="020B0503020000020004" pitchFamily="50" charset="-127"/>
              </a:rPr>
              <a:t>(1)</a:t>
            </a:r>
            <a:endParaRPr lang="ko-KR" altLang="en-US" sz="900" dirty="0"/>
          </a:p>
        </p:txBody>
      </p:sp>
      <p:sp>
        <p:nvSpPr>
          <p:cNvPr id="29" name="직사각형 28">
            <a:extLst>
              <a:ext uri="{FF2B5EF4-FFF2-40B4-BE49-F238E27FC236}">
                <a16:creationId xmlns:a16="http://schemas.microsoft.com/office/drawing/2014/main" id="{C01E1080-61B2-450E-9204-8CCE1EA9C6E7}"/>
              </a:ext>
            </a:extLst>
          </p:cNvPr>
          <p:cNvSpPr/>
          <p:nvPr userDrawn="1"/>
        </p:nvSpPr>
        <p:spPr>
          <a:xfrm>
            <a:off x="372132" y="4079125"/>
            <a:ext cx="9449964" cy="103991"/>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 name="직사각형 29">
            <a:extLst>
              <a:ext uri="{FF2B5EF4-FFF2-40B4-BE49-F238E27FC236}">
                <a16:creationId xmlns:a16="http://schemas.microsoft.com/office/drawing/2014/main" id="{127E8586-79D4-46CF-9E30-D5CE554F7A6A}"/>
              </a:ext>
            </a:extLst>
          </p:cNvPr>
          <p:cNvSpPr/>
          <p:nvPr userDrawn="1"/>
        </p:nvSpPr>
        <p:spPr>
          <a:xfrm>
            <a:off x="418885" y="4102679"/>
            <a:ext cx="2733270" cy="57506"/>
          </a:xfrm>
          <a:prstGeom prst="rect">
            <a:avLst/>
          </a:prstGeom>
          <a:solidFill>
            <a:srgbClr val="000000"/>
          </a:solid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1" name="직사각형 30">
            <a:extLst>
              <a:ext uri="{FF2B5EF4-FFF2-40B4-BE49-F238E27FC236}">
                <a16:creationId xmlns:a16="http://schemas.microsoft.com/office/drawing/2014/main" id="{3942B150-807D-4B2A-94BD-2EED6BFDB2AF}"/>
              </a:ext>
            </a:extLst>
          </p:cNvPr>
          <p:cNvSpPr/>
          <p:nvPr userDrawn="1"/>
        </p:nvSpPr>
        <p:spPr>
          <a:xfrm>
            <a:off x="372133" y="3393184"/>
            <a:ext cx="9449964" cy="686565"/>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32" name="표 31">
            <a:extLst>
              <a:ext uri="{FF2B5EF4-FFF2-40B4-BE49-F238E27FC236}">
                <a16:creationId xmlns:a16="http://schemas.microsoft.com/office/drawing/2014/main" id="{5DB447BE-2C0A-4AA1-81E6-68E81BA9C8BD}"/>
              </a:ext>
            </a:extLst>
          </p:cNvPr>
          <p:cNvGraphicFramePr>
            <a:graphicFrameLocks noGrp="1"/>
          </p:cNvGraphicFramePr>
          <p:nvPr userDrawn="1">
            <p:extLst>
              <p:ext uri="{D42A27DB-BD31-4B8C-83A1-F6EECF244321}">
                <p14:modId xmlns:p14="http://schemas.microsoft.com/office/powerpoint/2010/main" val="2677645244"/>
              </p:ext>
            </p:extLst>
          </p:nvPr>
        </p:nvGraphicFramePr>
        <p:xfrm>
          <a:off x="412169" y="3423359"/>
          <a:ext cx="9409929" cy="640080"/>
        </p:xfrm>
        <a:graphic>
          <a:graphicData uri="http://schemas.openxmlformats.org/drawingml/2006/table">
            <a:tbl>
              <a:tblPr firstRow="1" bandRow="1">
                <a:tableStyleId>{5C22544A-7EE6-4342-B048-85BDC9FD1C3A}</a:tableStyleId>
              </a:tblPr>
              <a:tblGrid>
                <a:gridCol w="320244">
                  <a:extLst>
                    <a:ext uri="{9D8B030D-6E8A-4147-A177-3AD203B41FA5}">
                      <a16:colId xmlns:a16="http://schemas.microsoft.com/office/drawing/2014/main" val="1403106609"/>
                    </a:ext>
                  </a:extLst>
                </a:gridCol>
                <a:gridCol w="1573096">
                  <a:extLst>
                    <a:ext uri="{9D8B030D-6E8A-4147-A177-3AD203B41FA5}">
                      <a16:colId xmlns:a16="http://schemas.microsoft.com/office/drawing/2014/main" val="3448552293"/>
                    </a:ext>
                  </a:extLst>
                </a:gridCol>
                <a:gridCol w="624332">
                  <a:extLst>
                    <a:ext uri="{9D8B030D-6E8A-4147-A177-3AD203B41FA5}">
                      <a16:colId xmlns:a16="http://schemas.microsoft.com/office/drawing/2014/main" val="3580568890"/>
                    </a:ext>
                  </a:extLst>
                </a:gridCol>
                <a:gridCol w="1465326">
                  <a:extLst>
                    <a:ext uri="{9D8B030D-6E8A-4147-A177-3AD203B41FA5}">
                      <a16:colId xmlns:a16="http://schemas.microsoft.com/office/drawing/2014/main" val="20004"/>
                    </a:ext>
                  </a:extLst>
                </a:gridCol>
                <a:gridCol w="624332">
                  <a:extLst>
                    <a:ext uri="{9D8B030D-6E8A-4147-A177-3AD203B41FA5}">
                      <a16:colId xmlns:a16="http://schemas.microsoft.com/office/drawing/2014/main" val="20005"/>
                    </a:ext>
                  </a:extLst>
                </a:gridCol>
                <a:gridCol w="575105">
                  <a:extLst>
                    <a:ext uri="{9D8B030D-6E8A-4147-A177-3AD203B41FA5}">
                      <a16:colId xmlns:a16="http://schemas.microsoft.com/office/drawing/2014/main" val="20006"/>
                    </a:ext>
                  </a:extLst>
                </a:gridCol>
                <a:gridCol w="624332">
                  <a:extLst>
                    <a:ext uri="{9D8B030D-6E8A-4147-A177-3AD203B41FA5}">
                      <a16:colId xmlns:a16="http://schemas.microsoft.com/office/drawing/2014/main" val="20009"/>
                    </a:ext>
                  </a:extLst>
                </a:gridCol>
                <a:gridCol w="624332">
                  <a:extLst>
                    <a:ext uri="{9D8B030D-6E8A-4147-A177-3AD203B41FA5}">
                      <a16:colId xmlns:a16="http://schemas.microsoft.com/office/drawing/2014/main" val="2721139772"/>
                    </a:ext>
                  </a:extLst>
                </a:gridCol>
                <a:gridCol w="624332">
                  <a:extLst>
                    <a:ext uri="{9D8B030D-6E8A-4147-A177-3AD203B41FA5}">
                      <a16:colId xmlns:a16="http://schemas.microsoft.com/office/drawing/2014/main" val="4044106512"/>
                    </a:ext>
                  </a:extLst>
                </a:gridCol>
                <a:gridCol w="624332">
                  <a:extLst>
                    <a:ext uri="{9D8B030D-6E8A-4147-A177-3AD203B41FA5}">
                      <a16:colId xmlns:a16="http://schemas.microsoft.com/office/drawing/2014/main" val="2056109714"/>
                    </a:ext>
                  </a:extLst>
                </a:gridCol>
                <a:gridCol w="785769">
                  <a:extLst>
                    <a:ext uri="{9D8B030D-6E8A-4147-A177-3AD203B41FA5}">
                      <a16:colId xmlns:a16="http://schemas.microsoft.com/office/drawing/2014/main" val="983732852"/>
                    </a:ext>
                  </a:extLst>
                </a:gridCol>
                <a:gridCol w="944397">
                  <a:extLst>
                    <a:ext uri="{9D8B030D-6E8A-4147-A177-3AD203B41FA5}">
                      <a16:colId xmlns:a16="http://schemas.microsoft.com/office/drawing/2014/main" val="3017944777"/>
                    </a:ext>
                  </a:extLst>
                </a:gridCol>
              </a:tblGrid>
              <a:tr h="0">
                <a:tc>
                  <a:txBody>
                    <a:bodyPr/>
                    <a:lstStyle/>
                    <a:p>
                      <a:pPr algn="ctr" latinLnBrk="1"/>
                      <a:r>
                        <a:rPr lang="ko-KR" altLang="en-US" sz="800" b="1"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택배 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취소수량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반품수량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교환수량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판매금액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한진 택배  </a:t>
                      </a:r>
                      <a:r>
                        <a:rPr kumimoji="0" lang="en-US" altLang="ko-KR" sz="800" b="0" i="0" u="sng" strike="noStrike" kern="1200" cap="none" spc="0" normalizeH="0" baseline="0" noProof="0" dirty="0">
                          <a:ln>
                            <a:noFill/>
                          </a:ln>
                          <a:solidFill>
                            <a:srgbClr val="FF0000"/>
                          </a:solidFill>
                          <a:effectLst/>
                          <a:uLnTx/>
                          <a:uFillTx/>
                          <a:latin typeface="맑은 고딕" panose="020F0502020204030204"/>
                          <a:ea typeface="맑은 고딕" panose="020B0503020000020004" pitchFamily="50" charset="-127"/>
                          <a:cs typeface="+mn-cs"/>
                        </a:rPr>
                        <a:t>22332323</a:t>
                      </a: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 </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반품요청</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한진 택배  </a:t>
                      </a:r>
                      <a:r>
                        <a:rPr kumimoji="0" lang="en-US" altLang="ko-KR" sz="800" b="0" i="0" u="sng" strike="noStrike" kern="1200" cap="none" spc="0" normalizeH="0" baseline="0" noProof="0" dirty="0">
                          <a:ln>
                            <a:noFill/>
                          </a:ln>
                          <a:solidFill>
                            <a:srgbClr val="FF0000"/>
                          </a:solidFill>
                          <a:effectLst/>
                          <a:uLnTx/>
                          <a:uFillTx/>
                          <a:latin typeface="+mn-lt"/>
                          <a:ea typeface="+mn-ea"/>
                          <a:cs typeface="+mn-cs"/>
                        </a:rPr>
                        <a:t>22332323</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 </a:t>
                      </a:r>
                      <a:endParaRPr kumimoji="0" lang="ko-KR" altLang="en-US" sz="800" b="0" i="0" u="none" strike="noStrike" kern="1200" cap="none" spc="0" normalizeH="0" baseline="0" noProof="0" dirty="0">
                        <a:ln>
                          <a:noFill/>
                        </a:ln>
                        <a:solidFill>
                          <a:prstClr val="black"/>
                        </a:solidFill>
                        <a:effectLst/>
                        <a:uLnTx/>
                        <a:uFillTx/>
                        <a:latin typeface="+mn-lt"/>
                        <a:ea typeface="+mn-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반품요청</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sp>
        <p:nvSpPr>
          <p:cNvPr id="33" name="직사각형 32">
            <a:extLst>
              <a:ext uri="{FF2B5EF4-FFF2-40B4-BE49-F238E27FC236}">
                <a16:creationId xmlns:a16="http://schemas.microsoft.com/office/drawing/2014/main" id="{39DD1899-BFA1-491C-96F5-23E444C9D727}"/>
              </a:ext>
            </a:extLst>
          </p:cNvPr>
          <p:cNvSpPr/>
          <p:nvPr userDrawn="1"/>
        </p:nvSpPr>
        <p:spPr>
          <a:xfrm>
            <a:off x="372132" y="4183116"/>
            <a:ext cx="9449964" cy="298210"/>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 name="직사각형 39">
            <a:extLst>
              <a:ext uri="{FF2B5EF4-FFF2-40B4-BE49-F238E27FC236}">
                <a16:creationId xmlns:a16="http://schemas.microsoft.com/office/drawing/2014/main" id="{C9764A59-A47E-4B8C-A388-CA0B7995B21B}"/>
              </a:ext>
            </a:extLst>
          </p:cNvPr>
          <p:cNvSpPr/>
          <p:nvPr userDrawn="1"/>
        </p:nvSpPr>
        <p:spPr>
          <a:xfrm>
            <a:off x="4562391" y="4961457"/>
            <a:ext cx="1021019" cy="27550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b="1" dirty="0" err="1">
                <a:solidFill>
                  <a:schemeClr val="bg1"/>
                </a:solidFill>
              </a:rPr>
              <a:t>창닫기</a:t>
            </a:r>
            <a:endParaRPr lang="en-US" altLang="ko-KR" sz="1000" b="1" dirty="0">
              <a:solidFill>
                <a:schemeClr val="bg1"/>
              </a:solidFill>
            </a:endParaRPr>
          </a:p>
        </p:txBody>
      </p:sp>
      <p:sp>
        <p:nvSpPr>
          <p:cNvPr id="35" name="직사각형 34">
            <a:extLst>
              <a:ext uri="{FF2B5EF4-FFF2-40B4-BE49-F238E27FC236}">
                <a16:creationId xmlns:a16="http://schemas.microsoft.com/office/drawing/2014/main" id="{AD5BB03D-816C-4322-A095-5D7EF426F527}"/>
              </a:ext>
            </a:extLst>
          </p:cNvPr>
          <p:cNvSpPr/>
          <p:nvPr userDrawn="1"/>
        </p:nvSpPr>
        <p:spPr>
          <a:xfrm>
            <a:off x="1869628" y="3681753"/>
            <a:ext cx="379159" cy="123291"/>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삭제</a:t>
            </a:r>
            <a:endParaRPr lang="en-US" altLang="ko-KR" sz="700" dirty="0">
              <a:solidFill>
                <a:schemeClr val="bg1"/>
              </a:solidFill>
            </a:endParaRPr>
          </a:p>
        </p:txBody>
      </p:sp>
      <p:sp>
        <p:nvSpPr>
          <p:cNvPr id="36" name="직사각형 35">
            <a:extLst>
              <a:ext uri="{FF2B5EF4-FFF2-40B4-BE49-F238E27FC236}">
                <a16:creationId xmlns:a16="http://schemas.microsoft.com/office/drawing/2014/main" id="{A8B15E46-7FFE-4FBE-AAC8-6184D17217E4}"/>
              </a:ext>
            </a:extLst>
          </p:cNvPr>
          <p:cNvSpPr/>
          <p:nvPr userDrawn="1"/>
        </p:nvSpPr>
        <p:spPr>
          <a:xfrm>
            <a:off x="1869628" y="3896552"/>
            <a:ext cx="379159" cy="123291"/>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삭제</a:t>
            </a:r>
            <a:endParaRPr lang="en-US" altLang="ko-KR" sz="700" dirty="0">
              <a:solidFill>
                <a:schemeClr val="bg1"/>
              </a:solidFill>
            </a:endParaRPr>
          </a:p>
        </p:txBody>
      </p:sp>
      <p:sp>
        <p:nvSpPr>
          <p:cNvPr id="37" name="직사각형 36">
            <a:extLst>
              <a:ext uri="{FF2B5EF4-FFF2-40B4-BE49-F238E27FC236}">
                <a16:creationId xmlns:a16="http://schemas.microsoft.com/office/drawing/2014/main" id="{D2B3164C-8828-48E0-8366-53D9EA770267}"/>
              </a:ext>
            </a:extLst>
          </p:cNvPr>
          <p:cNvSpPr/>
          <p:nvPr userDrawn="1"/>
        </p:nvSpPr>
        <p:spPr>
          <a:xfrm>
            <a:off x="418885" y="4235046"/>
            <a:ext cx="914400" cy="2064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반품회수완료</a:t>
            </a:r>
          </a:p>
        </p:txBody>
      </p:sp>
      <p:sp>
        <p:nvSpPr>
          <p:cNvPr id="38" name="직사각형 37">
            <a:extLst>
              <a:ext uri="{FF2B5EF4-FFF2-40B4-BE49-F238E27FC236}">
                <a16:creationId xmlns:a16="http://schemas.microsoft.com/office/drawing/2014/main" id="{838BD2D2-FFBD-4DF4-A18A-949C997F79B5}"/>
              </a:ext>
            </a:extLst>
          </p:cNvPr>
          <p:cNvSpPr/>
          <p:nvPr userDrawn="1"/>
        </p:nvSpPr>
        <p:spPr>
          <a:xfrm>
            <a:off x="2888979" y="4235046"/>
            <a:ext cx="697165" cy="206477"/>
          </a:xfrm>
          <a:prstGeom prst="rect">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rPr>
              <a:t>반품철회</a:t>
            </a:r>
            <a:endParaRPr lang="ko-KR" altLang="en-US" sz="800" b="1" dirty="0">
              <a:solidFill>
                <a:schemeClr val="bg1"/>
              </a:solidFill>
            </a:endParaRPr>
          </a:p>
        </p:txBody>
      </p:sp>
      <p:sp>
        <p:nvSpPr>
          <p:cNvPr id="41" name="직사각형 40">
            <a:extLst>
              <a:ext uri="{FF2B5EF4-FFF2-40B4-BE49-F238E27FC236}">
                <a16:creationId xmlns:a16="http://schemas.microsoft.com/office/drawing/2014/main" id="{CEA3608C-FEC7-4905-9FB9-273A16838213}"/>
              </a:ext>
            </a:extLst>
          </p:cNvPr>
          <p:cNvSpPr/>
          <p:nvPr userDrawn="1"/>
        </p:nvSpPr>
        <p:spPr>
          <a:xfrm>
            <a:off x="1387073" y="4238922"/>
            <a:ext cx="697165" cy="2064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반품확정</a:t>
            </a:r>
          </a:p>
        </p:txBody>
      </p:sp>
      <p:sp>
        <p:nvSpPr>
          <p:cNvPr id="42" name="직사각형 41">
            <a:extLst>
              <a:ext uri="{FF2B5EF4-FFF2-40B4-BE49-F238E27FC236}">
                <a16:creationId xmlns:a16="http://schemas.microsoft.com/office/drawing/2014/main" id="{502306F0-3366-4408-9CFE-D48EA5DA43F3}"/>
              </a:ext>
            </a:extLst>
          </p:cNvPr>
          <p:cNvSpPr/>
          <p:nvPr userDrawn="1"/>
        </p:nvSpPr>
        <p:spPr>
          <a:xfrm>
            <a:off x="2138026" y="4235046"/>
            <a:ext cx="697165" cy="206477"/>
          </a:xfrm>
          <a:prstGeom prst="rect">
            <a:avLst/>
          </a:prstGeom>
          <a:solidFill>
            <a:schemeClr val="tx1"/>
          </a:solid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반품보류</a:t>
            </a:r>
          </a:p>
        </p:txBody>
      </p:sp>
      <p:sp>
        <p:nvSpPr>
          <p:cNvPr id="43" name="직사각형 42">
            <a:extLst>
              <a:ext uri="{FF2B5EF4-FFF2-40B4-BE49-F238E27FC236}">
                <a16:creationId xmlns:a16="http://schemas.microsoft.com/office/drawing/2014/main" id="{539A3748-D447-45E8-A80B-46CE5913A146}"/>
              </a:ext>
            </a:extLst>
          </p:cNvPr>
          <p:cNvSpPr/>
          <p:nvPr userDrawn="1"/>
        </p:nvSpPr>
        <p:spPr>
          <a:xfrm>
            <a:off x="3639932" y="4235046"/>
            <a:ext cx="697165" cy="2064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송장수정</a:t>
            </a:r>
          </a:p>
        </p:txBody>
      </p:sp>
    </p:spTree>
    <p:extLst>
      <p:ext uri="{BB962C8B-B14F-4D97-AF65-F5344CB8AC3E}">
        <p14:creationId xmlns:p14="http://schemas.microsoft.com/office/powerpoint/2010/main" val="2106904287"/>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채널관리자_주문목록_주문상세페이지_교환주문">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BFAA9072-BE51-4F53-833F-5D4394283ED1}"/>
              </a:ext>
            </a:extLst>
          </p:cNvPr>
          <p:cNvSpPr/>
          <p:nvPr userDrawn="1"/>
        </p:nvSpPr>
        <p:spPr>
          <a:xfrm>
            <a:off x="33614" y="40343"/>
            <a:ext cx="10078574" cy="10717772"/>
          </a:xfrm>
          <a:prstGeom prst="rect">
            <a:avLst/>
          </a:prstGeom>
          <a:solidFill>
            <a:schemeClr val="bg1"/>
          </a:solid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B2C8D159-F038-4189-910F-08E00D78AB2F}"/>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5E5F7D5A-127E-4D8A-BB32-74031D21D8C9}"/>
              </a:ext>
            </a:extLst>
          </p:cNvPr>
          <p:cNvSpPr/>
          <p:nvPr userDrawn="1"/>
        </p:nvSpPr>
        <p:spPr>
          <a:xfrm>
            <a:off x="108568" y="10805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6" name="직사각형 5">
            <a:extLst>
              <a:ext uri="{FF2B5EF4-FFF2-40B4-BE49-F238E27FC236}">
                <a16:creationId xmlns:a16="http://schemas.microsoft.com/office/drawing/2014/main" id="{F52F004B-6732-4374-B623-1A860E9FA0B7}"/>
              </a:ext>
            </a:extLst>
          </p:cNvPr>
          <p:cNvSpPr/>
          <p:nvPr userDrawn="1"/>
        </p:nvSpPr>
        <p:spPr>
          <a:xfrm>
            <a:off x="8029664" y="107186"/>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graphicFrame>
        <p:nvGraphicFramePr>
          <p:cNvPr id="7" name="표 6">
            <a:extLst>
              <a:ext uri="{FF2B5EF4-FFF2-40B4-BE49-F238E27FC236}">
                <a16:creationId xmlns:a16="http://schemas.microsoft.com/office/drawing/2014/main" id="{E8D8F909-B4E4-4A3D-927C-0ABD44E2BAAF}"/>
              </a:ext>
            </a:extLst>
          </p:cNvPr>
          <p:cNvGraphicFramePr>
            <a:graphicFrameLocks noGrp="1"/>
          </p:cNvGraphicFramePr>
          <p:nvPr userDrawn="1">
            <p:extLst>
              <p:ext uri="{D42A27DB-BD31-4B8C-83A1-F6EECF244321}">
                <p14:modId xmlns:p14="http://schemas.microsoft.com/office/powerpoint/2010/main" val="1537578455"/>
              </p:ext>
            </p:extLst>
          </p:nvPr>
        </p:nvGraphicFramePr>
        <p:xfrm>
          <a:off x="108566" y="1810707"/>
          <a:ext cx="9936420" cy="2773680"/>
        </p:xfrm>
        <a:graphic>
          <a:graphicData uri="http://schemas.openxmlformats.org/drawingml/2006/table">
            <a:tbl>
              <a:tblPr firstRow="1" bandRow="1">
                <a:tableStyleId>{5C22544A-7EE6-4342-B048-85BDC9FD1C3A}</a:tableStyleId>
              </a:tblPr>
              <a:tblGrid>
                <a:gridCol w="1246202">
                  <a:extLst>
                    <a:ext uri="{9D8B030D-6E8A-4147-A177-3AD203B41FA5}">
                      <a16:colId xmlns:a16="http://schemas.microsoft.com/office/drawing/2014/main" val="2964090962"/>
                    </a:ext>
                  </a:extLst>
                </a:gridCol>
                <a:gridCol w="1246202">
                  <a:extLst>
                    <a:ext uri="{9D8B030D-6E8A-4147-A177-3AD203B41FA5}">
                      <a16:colId xmlns:a16="http://schemas.microsoft.com/office/drawing/2014/main" val="20000"/>
                    </a:ext>
                  </a:extLst>
                </a:gridCol>
                <a:gridCol w="456633">
                  <a:extLst>
                    <a:ext uri="{9D8B030D-6E8A-4147-A177-3AD203B41FA5}">
                      <a16:colId xmlns:a16="http://schemas.microsoft.com/office/drawing/2014/main" val="1728498013"/>
                    </a:ext>
                  </a:extLst>
                </a:gridCol>
                <a:gridCol w="1162691">
                  <a:extLst>
                    <a:ext uri="{9D8B030D-6E8A-4147-A177-3AD203B41FA5}">
                      <a16:colId xmlns:a16="http://schemas.microsoft.com/office/drawing/2014/main" val="20003"/>
                    </a:ext>
                  </a:extLst>
                </a:gridCol>
                <a:gridCol w="914475">
                  <a:extLst>
                    <a:ext uri="{9D8B030D-6E8A-4147-A177-3AD203B41FA5}">
                      <a16:colId xmlns:a16="http://schemas.microsoft.com/office/drawing/2014/main" val="4095619003"/>
                    </a:ext>
                  </a:extLst>
                </a:gridCol>
                <a:gridCol w="766004">
                  <a:extLst>
                    <a:ext uri="{9D8B030D-6E8A-4147-A177-3AD203B41FA5}">
                      <a16:colId xmlns:a16="http://schemas.microsoft.com/office/drawing/2014/main" val="2489093445"/>
                    </a:ext>
                  </a:extLst>
                </a:gridCol>
                <a:gridCol w="777555">
                  <a:extLst>
                    <a:ext uri="{9D8B030D-6E8A-4147-A177-3AD203B41FA5}">
                      <a16:colId xmlns:a16="http://schemas.microsoft.com/office/drawing/2014/main" val="3580568890"/>
                    </a:ext>
                  </a:extLst>
                </a:gridCol>
                <a:gridCol w="1676235">
                  <a:extLst>
                    <a:ext uri="{9D8B030D-6E8A-4147-A177-3AD203B41FA5}">
                      <a16:colId xmlns:a16="http://schemas.microsoft.com/office/drawing/2014/main" val="20004"/>
                    </a:ext>
                  </a:extLst>
                </a:gridCol>
                <a:gridCol w="676199">
                  <a:extLst>
                    <a:ext uri="{9D8B030D-6E8A-4147-A177-3AD203B41FA5}">
                      <a16:colId xmlns:a16="http://schemas.microsoft.com/office/drawing/2014/main" val="20005"/>
                    </a:ext>
                  </a:extLst>
                </a:gridCol>
                <a:gridCol w="1014224">
                  <a:extLst>
                    <a:ext uri="{9D8B030D-6E8A-4147-A177-3AD203B41FA5}">
                      <a16:colId xmlns:a16="http://schemas.microsoft.com/office/drawing/2014/main" val="20006"/>
                    </a:ext>
                  </a:extLst>
                </a:gridCol>
              </a:tblGrid>
              <a:tr h="0">
                <a:tc>
                  <a:txBody>
                    <a:bodyPr/>
                    <a:lstStyle/>
                    <a:p>
                      <a:pPr algn="ctr" latinLnBrk="1"/>
                      <a:r>
                        <a:rPr lang="ko-KR" altLang="en-US" sz="800" b="1" dirty="0">
                          <a:solidFill>
                            <a:schemeClr val="tx1"/>
                          </a:solidFill>
                        </a:rPr>
                        <a:t>주문일시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순번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800" b="1" dirty="0">
                          <a:solidFill>
                            <a:schemeClr val="tx1"/>
                          </a:solidFill>
                        </a:rPr>
                        <a:t>Shop</a:t>
                      </a:r>
                      <a:r>
                        <a:rPr lang="ko-KR" altLang="en-US" sz="800" b="1" dirty="0">
                          <a:solidFill>
                            <a:schemeClr val="tx1"/>
                          </a:solidFill>
                        </a:rPr>
                        <a:t>채널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u="sng" dirty="0">
                          <a:solidFill>
                            <a:schemeClr val="accent2">
                              <a:lumMod val="75000"/>
                            </a:schemeClr>
                          </a:solidFill>
                        </a:rPr>
                        <a:t>Me9-0002329</a:t>
                      </a:r>
                      <a:endParaRPr lang="ko-KR" altLang="en-US" sz="800" b="0" u="sng" dirty="0">
                        <a:solidFill>
                          <a:schemeClr val="accent2">
                            <a:lumMod val="75000"/>
                          </a:schemeClr>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Me9-0002328</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WT/S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Me9-0002326</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679275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Me9-0002325</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60545407"/>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Me9-0002300</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BK/L</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7300093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Me9-0002300</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1477464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Me9-0007777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3</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40055972"/>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mn-lt"/>
                          <a:ea typeface="+mn-ea"/>
                          <a:cs typeface="+mn-cs"/>
                        </a:rPr>
                        <a:t>Me9-0007777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WT/S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6475764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mn-lt"/>
                          <a:ea typeface="+mn-ea"/>
                          <a:cs typeface="+mn-cs"/>
                        </a:rPr>
                        <a:t>Me9-0007777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9408690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Me9-0002324</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61936248"/>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Me9-0002322</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BK/L</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83094304"/>
                  </a:ext>
                </a:extLst>
              </a:tr>
            </a:tbl>
          </a:graphicData>
        </a:graphic>
      </p:graphicFrame>
      <p:sp>
        <p:nvSpPr>
          <p:cNvPr id="8" name="TextBox 7">
            <a:extLst>
              <a:ext uri="{FF2B5EF4-FFF2-40B4-BE49-F238E27FC236}">
                <a16:creationId xmlns:a16="http://schemas.microsoft.com/office/drawing/2014/main" id="{1A496C5D-DD16-46F3-90AC-ACD39A255AE8}"/>
              </a:ext>
            </a:extLst>
          </p:cNvPr>
          <p:cNvSpPr txBox="1"/>
          <p:nvPr userDrawn="1"/>
        </p:nvSpPr>
        <p:spPr>
          <a:xfrm>
            <a:off x="92547" y="1512670"/>
            <a:ext cx="761547" cy="215444"/>
          </a:xfrm>
          <a:prstGeom prst="rect">
            <a:avLst/>
          </a:prstGeom>
          <a:noFill/>
        </p:spPr>
        <p:txBody>
          <a:bodyPr wrap="square" rtlCol="0">
            <a:spAutoFit/>
          </a:bodyPr>
          <a:lstStyle/>
          <a:p>
            <a:r>
              <a:rPr lang="ko-KR" altLang="en-US" sz="800" dirty="0"/>
              <a:t>총 </a:t>
            </a:r>
            <a:r>
              <a:rPr lang="en-US" altLang="ko-KR" sz="800" dirty="0"/>
              <a:t>00</a:t>
            </a:r>
            <a:r>
              <a:rPr lang="ko-KR" altLang="en-US" sz="800" dirty="0"/>
              <a:t>건</a:t>
            </a:r>
          </a:p>
        </p:txBody>
      </p:sp>
      <p:sp>
        <p:nvSpPr>
          <p:cNvPr id="9" name="직사각형 8">
            <a:extLst>
              <a:ext uri="{FF2B5EF4-FFF2-40B4-BE49-F238E27FC236}">
                <a16:creationId xmlns:a16="http://schemas.microsoft.com/office/drawing/2014/main" id="{E7ECB1E8-E10E-4EAB-BA9B-6F372AC510DE}"/>
              </a:ext>
            </a:extLst>
          </p:cNvPr>
          <p:cNvSpPr/>
          <p:nvPr userDrawn="1"/>
        </p:nvSpPr>
        <p:spPr>
          <a:xfrm>
            <a:off x="2753270" y="577224"/>
            <a:ext cx="5776224" cy="16790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10" name="직사각형 9">
            <a:extLst>
              <a:ext uri="{FF2B5EF4-FFF2-40B4-BE49-F238E27FC236}">
                <a16:creationId xmlns:a16="http://schemas.microsoft.com/office/drawing/2014/main" id="{3619172E-42FC-4F5F-9EA7-C05813D866CF}"/>
              </a:ext>
            </a:extLst>
          </p:cNvPr>
          <p:cNvSpPr/>
          <p:nvPr userDrawn="1"/>
        </p:nvSpPr>
        <p:spPr>
          <a:xfrm>
            <a:off x="9271395" y="559383"/>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endParaRPr lang="en-US" altLang="ko-KR" sz="800" dirty="0">
              <a:solidFill>
                <a:schemeClr val="bg1"/>
              </a:solidFill>
            </a:endParaRPr>
          </a:p>
        </p:txBody>
      </p:sp>
      <p:graphicFrame>
        <p:nvGraphicFramePr>
          <p:cNvPr id="11" name="표 63">
            <a:extLst>
              <a:ext uri="{FF2B5EF4-FFF2-40B4-BE49-F238E27FC236}">
                <a16:creationId xmlns:a16="http://schemas.microsoft.com/office/drawing/2014/main" id="{098932DA-971B-4D08-A1B6-3DAEBBECF1D1}"/>
              </a:ext>
            </a:extLst>
          </p:cNvPr>
          <p:cNvGraphicFramePr>
            <a:graphicFrameLocks noGrp="1"/>
          </p:cNvGraphicFramePr>
          <p:nvPr userDrawn="1">
            <p:extLst>
              <p:ext uri="{D42A27DB-BD31-4B8C-83A1-F6EECF244321}">
                <p14:modId xmlns:p14="http://schemas.microsoft.com/office/powerpoint/2010/main" val="3857415935"/>
              </p:ext>
            </p:extLst>
          </p:nvPr>
        </p:nvGraphicFramePr>
        <p:xfrm>
          <a:off x="108567" y="547912"/>
          <a:ext cx="9936421" cy="457200"/>
        </p:xfrm>
        <a:graphic>
          <a:graphicData uri="http://schemas.openxmlformats.org/drawingml/2006/table">
            <a:tbl>
              <a:tblPr firstRow="1" bandRow="1">
                <a:tableStyleId>{5940675A-B579-460E-94D1-54222C63F5DA}</a:tableStyleId>
              </a:tblPr>
              <a:tblGrid>
                <a:gridCol w="975439">
                  <a:extLst>
                    <a:ext uri="{9D8B030D-6E8A-4147-A177-3AD203B41FA5}">
                      <a16:colId xmlns:a16="http://schemas.microsoft.com/office/drawing/2014/main" val="3701388552"/>
                    </a:ext>
                  </a:extLst>
                </a:gridCol>
                <a:gridCol w="8960982">
                  <a:extLst>
                    <a:ext uri="{9D8B030D-6E8A-4147-A177-3AD203B41FA5}">
                      <a16:colId xmlns:a16="http://schemas.microsoft.com/office/drawing/2014/main" val="339215266"/>
                    </a:ext>
                  </a:extLst>
                </a:gridCol>
              </a:tblGrid>
              <a:tr h="0">
                <a:tc>
                  <a:txBody>
                    <a:bodyPr/>
                    <a:lstStyle/>
                    <a:p>
                      <a:pPr latinLnBrk="1"/>
                      <a:r>
                        <a:rPr lang="ko-KR" altLang="en-US" sz="900" dirty="0"/>
                        <a:t>검색</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12" name="직사각형 11">
            <a:extLst>
              <a:ext uri="{FF2B5EF4-FFF2-40B4-BE49-F238E27FC236}">
                <a16:creationId xmlns:a16="http://schemas.microsoft.com/office/drawing/2014/main" id="{362986B3-062B-4084-A701-39F23D9FCB42}"/>
              </a:ext>
            </a:extLst>
          </p:cNvPr>
          <p:cNvSpPr/>
          <p:nvPr userDrawn="1"/>
        </p:nvSpPr>
        <p:spPr>
          <a:xfrm>
            <a:off x="9273843" y="786602"/>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13" name="직사각형 12">
            <a:extLst>
              <a:ext uri="{FF2B5EF4-FFF2-40B4-BE49-F238E27FC236}">
                <a16:creationId xmlns:a16="http://schemas.microsoft.com/office/drawing/2014/main" id="{08617F4B-2120-4B0C-A0C8-6AE6D5C7C76F}"/>
              </a:ext>
            </a:extLst>
          </p:cNvPr>
          <p:cNvSpPr/>
          <p:nvPr userDrawn="1"/>
        </p:nvSpPr>
        <p:spPr>
          <a:xfrm>
            <a:off x="1169303" y="578567"/>
            <a:ext cx="1531623" cy="17314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주문번호                      ▼</a:t>
            </a:r>
            <a:endParaRPr lang="en-US" altLang="ko-KR" sz="800" dirty="0">
              <a:solidFill>
                <a:schemeClr val="tx1"/>
              </a:solidFill>
            </a:endParaRPr>
          </a:p>
        </p:txBody>
      </p:sp>
      <p:graphicFrame>
        <p:nvGraphicFramePr>
          <p:cNvPr id="14" name="표 4">
            <a:extLst>
              <a:ext uri="{FF2B5EF4-FFF2-40B4-BE49-F238E27FC236}">
                <a16:creationId xmlns:a16="http://schemas.microsoft.com/office/drawing/2014/main" id="{0142D5F2-3F24-4D26-A76B-ED6A3E822236}"/>
              </a:ext>
            </a:extLst>
          </p:cNvPr>
          <p:cNvGraphicFramePr>
            <a:graphicFrameLocks noGrp="1"/>
          </p:cNvGraphicFramePr>
          <p:nvPr userDrawn="1">
            <p:extLst>
              <p:ext uri="{D42A27DB-BD31-4B8C-83A1-F6EECF244321}">
                <p14:modId xmlns:p14="http://schemas.microsoft.com/office/powerpoint/2010/main" val="581866705"/>
              </p:ext>
            </p:extLst>
          </p:nvPr>
        </p:nvGraphicFramePr>
        <p:xfrm>
          <a:off x="108566" y="1210457"/>
          <a:ext cx="9936420" cy="213360"/>
        </p:xfrm>
        <a:graphic>
          <a:graphicData uri="http://schemas.openxmlformats.org/drawingml/2006/table">
            <a:tbl>
              <a:tblPr firstRow="1" bandRow="1">
                <a:tableStyleId>{5940675A-B579-460E-94D1-54222C63F5DA}</a:tableStyleId>
              </a:tblPr>
              <a:tblGrid>
                <a:gridCol w="2484105">
                  <a:extLst>
                    <a:ext uri="{9D8B030D-6E8A-4147-A177-3AD203B41FA5}">
                      <a16:colId xmlns:a16="http://schemas.microsoft.com/office/drawing/2014/main" val="3306315618"/>
                    </a:ext>
                  </a:extLst>
                </a:gridCol>
                <a:gridCol w="2484105">
                  <a:extLst>
                    <a:ext uri="{9D8B030D-6E8A-4147-A177-3AD203B41FA5}">
                      <a16:colId xmlns:a16="http://schemas.microsoft.com/office/drawing/2014/main" val="3684204346"/>
                    </a:ext>
                  </a:extLst>
                </a:gridCol>
                <a:gridCol w="2484105">
                  <a:extLst>
                    <a:ext uri="{9D8B030D-6E8A-4147-A177-3AD203B41FA5}">
                      <a16:colId xmlns:a16="http://schemas.microsoft.com/office/drawing/2014/main" val="1934738033"/>
                    </a:ext>
                  </a:extLst>
                </a:gridCol>
                <a:gridCol w="2484105">
                  <a:extLst>
                    <a:ext uri="{9D8B030D-6E8A-4147-A177-3AD203B41FA5}">
                      <a16:colId xmlns:a16="http://schemas.microsoft.com/office/drawing/2014/main" val="189309699"/>
                    </a:ext>
                  </a:extLst>
                </a:gridCol>
              </a:tblGrid>
              <a:tr h="164171">
                <a:tc>
                  <a:txBody>
                    <a:bodyPr/>
                    <a:lstStyle/>
                    <a:p>
                      <a:pPr algn="ctr" latinLnBrk="1"/>
                      <a:r>
                        <a:rPr lang="ko-KR" altLang="en-US" sz="800" b="1" dirty="0">
                          <a:solidFill>
                            <a:schemeClr val="bg1"/>
                          </a:solidFill>
                        </a:rPr>
                        <a:t>주문목록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800" dirty="0"/>
                        <a:t>취소목록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800" dirty="0"/>
                        <a:t>반품목록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800" dirty="0"/>
                        <a:t>교환목록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2825709569"/>
                  </a:ext>
                </a:extLst>
              </a:tr>
            </a:tbl>
          </a:graphicData>
        </a:graphic>
      </p:graphicFrame>
      <p:sp>
        <p:nvSpPr>
          <p:cNvPr id="2" name="직사각형 1">
            <a:extLst>
              <a:ext uri="{FF2B5EF4-FFF2-40B4-BE49-F238E27FC236}">
                <a16:creationId xmlns:a16="http://schemas.microsoft.com/office/drawing/2014/main" id="{7502856B-0D76-455B-8562-F074B3CB25E0}"/>
              </a:ext>
            </a:extLst>
          </p:cNvPr>
          <p:cNvSpPr/>
          <p:nvPr userDrawn="1"/>
        </p:nvSpPr>
        <p:spPr>
          <a:xfrm>
            <a:off x="2592841" y="1810707"/>
            <a:ext cx="7475997" cy="2773680"/>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 name="직사각형 17">
            <a:extLst>
              <a:ext uri="{FF2B5EF4-FFF2-40B4-BE49-F238E27FC236}">
                <a16:creationId xmlns:a16="http://schemas.microsoft.com/office/drawing/2014/main" id="{00A6BD24-68D4-4FDD-913E-AA75A4DC7C8B}"/>
              </a:ext>
            </a:extLst>
          </p:cNvPr>
          <p:cNvSpPr/>
          <p:nvPr userDrawn="1"/>
        </p:nvSpPr>
        <p:spPr>
          <a:xfrm>
            <a:off x="2592841" y="4878586"/>
            <a:ext cx="7475997" cy="138688"/>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978AAB5-ED39-4EF3-87CF-4C4676A5BDDF}"/>
              </a:ext>
            </a:extLst>
          </p:cNvPr>
          <p:cNvSpPr/>
          <p:nvPr userDrawn="1"/>
        </p:nvSpPr>
        <p:spPr>
          <a:xfrm>
            <a:off x="2646933" y="4925070"/>
            <a:ext cx="107985" cy="45719"/>
          </a:xfrm>
          <a:prstGeom prst="rect">
            <a:avLst/>
          </a:prstGeom>
          <a:solidFill>
            <a:srgbClr val="000000"/>
          </a:solid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직사각형 19">
            <a:extLst>
              <a:ext uri="{FF2B5EF4-FFF2-40B4-BE49-F238E27FC236}">
                <a16:creationId xmlns:a16="http://schemas.microsoft.com/office/drawing/2014/main" id="{4D161629-17A4-4B24-9D81-695603DE2D25}"/>
              </a:ext>
            </a:extLst>
          </p:cNvPr>
          <p:cNvSpPr/>
          <p:nvPr userDrawn="1"/>
        </p:nvSpPr>
        <p:spPr>
          <a:xfrm>
            <a:off x="175029" y="212798"/>
            <a:ext cx="9818926" cy="6604860"/>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21" name="Image">
            <a:extLst>
              <a:ext uri="{FF2B5EF4-FFF2-40B4-BE49-F238E27FC236}">
                <a16:creationId xmlns:a16="http://schemas.microsoft.com/office/drawing/2014/main" id="{9D1B5A45-3868-467C-BD26-779CE10E196F}"/>
              </a:ext>
            </a:extLst>
          </p:cNvPr>
          <p:cNvGrpSpPr>
            <a:grpSpLocks/>
          </p:cNvGrpSpPr>
          <p:nvPr userDrawn="1"/>
        </p:nvGrpSpPr>
        <p:grpSpPr bwMode="auto">
          <a:xfrm>
            <a:off x="9558528" y="376749"/>
            <a:ext cx="263570" cy="250457"/>
            <a:chOff x="508000" y="1397000"/>
            <a:chExt cx="1008112" cy="1008112"/>
          </a:xfrm>
        </p:grpSpPr>
        <p:sp>
          <p:nvSpPr>
            <p:cNvPr id="22" name="Border">
              <a:extLst>
                <a:ext uri="{FF2B5EF4-FFF2-40B4-BE49-F238E27FC236}">
                  <a16:creationId xmlns:a16="http://schemas.microsoft.com/office/drawing/2014/main" id="{ED617F9D-E5A7-469E-9B11-220C3F625DB8}"/>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3" name="Line 2">
              <a:extLst>
                <a:ext uri="{FF2B5EF4-FFF2-40B4-BE49-F238E27FC236}">
                  <a16:creationId xmlns:a16="http://schemas.microsoft.com/office/drawing/2014/main" id="{DD9E9958-4069-4B82-8DD8-B87A34BF3026}"/>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4" name="Line 1">
              <a:extLst>
                <a:ext uri="{FF2B5EF4-FFF2-40B4-BE49-F238E27FC236}">
                  <a16:creationId xmlns:a16="http://schemas.microsoft.com/office/drawing/2014/main" id="{8F072787-ABCE-4C59-8A1B-26D86919BC40}"/>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25" name="TextBox 24">
            <a:extLst>
              <a:ext uri="{FF2B5EF4-FFF2-40B4-BE49-F238E27FC236}">
                <a16:creationId xmlns:a16="http://schemas.microsoft.com/office/drawing/2014/main" id="{947A68A3-0AC7-44E0-A428-F2F52F0075BC}"/>
              </a:ext>
            </a:extLst>
          </p:cNvPr>
          <p:cNvSpPr txBox="1"/>
          <p:nvPr userDrawn="1"/>
        </p:nvSpPr>
        <p:spPr>
          <a:xfrm>
            <a:off x="324842" y="386561"/>
            <a:ext cx="1217000" cy="246221"/>
          </a:xfrm>
          <a:prstGeom prst="rect">
            <a:avLst/>
          </a:prstGeom>
          <a:noFill/>
        </p:spPr>
        <p:txBody>
          <a:bodyPr wrap="none" rtlCol="0">
            <a:spAutoFit/>
          </a:bodyPr>
          <a:lstStyle/>
          <a:p>
            <a:r>
              <a:rPr lang="ko-KR" altLang="en-US" sz="1000" b="1" dirty="0">
                <a:latin typeface="맑은 고딕" panose="020B0503020000020004" pitchFamily="50" charset="-127"/>
                <a:ea typeface="맑은 고딕" panose="020B0503020000020004" pitchFamily="50" charset="-127"/>
              </a:rPr>
              <a:t>○ 주문 상세보기</a:t>
            </a:r>
            <a:endParaRPr lang="ko-KR" altLang="en-US" sz="1000" dirty="0"/>
          </a:p>
        </p:txBody>
      </p:sp>
      <p:graphicFrame>
        <p:nvGraphicFramePr>
          <p:cNvPr id="26" name="표 4">
            <a:extLst>
              <a:ext uri="{FF2B5EF4-FFF2-40B4-BE49-F238E27FC236}">
                <a16:creationId xmlns:a16="http://schemas.microsoft.com/office/drawing/2014/main" id="{95D22BFD-085A-465B-A782-543199EFCE98}"/>
              </a:ext>
            </a:extLst>
          </p:cNvPr>
          <p:cNvGraphicFramePr>
            <a:graphicFrameLocks noGrp="1"/>
          </p:cNvGraphicFramePr>
          <p:nvPr userDrawn="1">
            <p:extLst>
              <p:ext uri="{D42A27DB-BD31-4B8C-83A1-F6EECF244321}">
                <p14:modId xmlns:p14="http://schemas.microsoft.com/office/powerpoint/2010/main" val="71530823"/>
              </p:ext>
            </p:extLst>
          </p:nvPr>
        </p:nvGraphicFramePr>
        <p:xfrm>
          <a:off x="372134" y="916257"/>
          <a:ext cx="9449965" cy="246221"/>
        </p:xfrm>
        <a:graphic>
          <a:graphicData uri="http://schemas.openxmlformats.org/drawingml/2006/table">
            <a:tbl>
              <a:tblPr firstRow="1" bandRow="1">
                <a:tableStyleId>{5940675A-B579-460E-94D1-54222C63F5DA}</a:tableStyleId>
              </a:tblPr>
              <a:tblGrid>
                <a:gridCol w="1889993">
                  <a:extLst>
                    <a:ext uri="{9D8B030D-6E8A-4147-A177-3AD203B41FA5}">
                      <a16:colId xmlns:a16="http://schemas.microsoft.com/office/drawing/2014/main" val="3306315618"/>
                    </a:ext>
                  </a:extLst>
                </a:gridCol>
                <a:gridCol w="1889993">
                  <a:extLst>
                    <a:ext uri="{9D8B030D-6E8A-4147-A177-3AD203B41FA5}">
                      <a16:colId xmlns:a16="http://schemas.microsoft.com/office/drawing/2014/main" val="3684204346"/>
                    </a:ext>
                  </a:extLst>
                </a:gridCol>
                <a:gridCol w="1889993">
                  <a:extLst>
                    <a:ext uri="{9D8B030D-6E8A-4147-A177-3AD203B41FA5}">
                      <a16:colId xmlns:a16="http://schemas.microsoft.com/office/drawing/2014/main" val="1934738033"/>
                    </a:ext>
                  </a:extLst>
                </a:gridCol>
                <a:gridCol w="1889993">
                  <a:extLst>
                    <a:ext uri="{9D8B030D-6E8A-4147-A177-3AD203B41FA5}">
                      <a16:colId xmlns:a16="http://schemas.microsoft.com/office/drawing/2014/main" val="189309699"/>
                    </a:ext>
                  </a:extLst>
                </a:gridCol>
                <a:gridCol w="1889993">
                  <a:extLst>
                    <a:ext uri="{9D8B030D-6E8A-4147-A177-3AD203B41FA5}">
                      <a16:colId xmlns:a16="http://schemas.microsoft.com/office/drawing/2014/main" val="3675772040"/>
                    </a:ext>
                  </a:extLst>
                </a:gridCol>
              </a:tblGrid>
              <a:tr h="246221">
                <a:tc>
                  <a:txBody>
                    <a:bodyPr/>
                    <a:lstStyle/>
                    <a:p>
                      <a:pPr algn="ctr" latinLnBrk="1"/>
                      <a:r>
                        <a:rPr lang="ko-KR" altLang="en-US" sz="900" b="0" dirty="0">
                          <a:solidFill>
                            <a:schemeClr val="tx1"/>
                          </a:solidFill>
                        </a:rPr>
                        <a:t>주문 정보</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900" b="0" dirty="0">
                          <a:solidFill>
                            <a:schemeClr val="tx1"/>
                          </a:solidFill>
                        </a:rPr>
                        <a:t>정상 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900" b="0" dirty="0">
                          <a:solidFill>
                            <a:schemeClr val="tx1"/>
                          </a:solidFill>
                        </a:rPr>
                        <a:t>취소 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900" b="0" dirty="0">
                          <a:solidFill>
                            <a:schemeClr val="tx1"/>
                          </a:solidFill>
                        </a:rPr>
                        <a:t>반품 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900" b="1" dirty="0">
                          <a:solidFill>
                            <a:schemeClr val="bg1"/>
                          </a:solidFill>
                        </a:rPr>
                        <a:t>교환 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extLst>
                  <a:ext uri="{0D108BD9-81ED-4DB2-BD59-A6C34878D82A}">
                    <a16:rowId xmlns:a16="http://schemas.microsoft.com/office/drawing/2014/main" val="2825709569"/>
                  </a:ext>
                </a:extLst>
              </a:tr>
            </a:tbl>
          </a:graphicData>
        </a:graphic>
      </p:graphicFrame>
      <p:graphicFrame>
        <p:nvGraphicFramePr>
          <p:cNvPr id="27" name="표 4">
            <a:extLst>
              <a:ext uri="{FF2B5EF4-FFF2-40B4-BE49-F238E27FC236}">
                <a16:creationId xmlns:a16="http://schemas.microsoft.com/office/drawing/2014/main" id="{EC2D33CE-07C1-41D4-8521-554DC81C370A}"/>
              </a:ext>
            </a:extLst>
          </p:cNvPr>
          <p:cNvGraphicFramePr>
            <a:graphicFrameLocks noGrp="1"/>
          </p:cNvGraphicFramePr>
          <p:nvPr userDrawn="1">
            <p:extLst>
              <p:ext uri="{D42A27DB-BD31-4B8C-83A1-F6EECF244321}">
                <p14:modId xmlns:p14="http://schemas.microsoft.com/office/powerpoint/2010/main" val="2550647796"/>
              </p:ext>
            </p:extLst>
          </p:nvPr>
        </p:nvGraphicFramePr>
        <p:xfrm>
          <a:off x="372132" y="1563938"/>
          <a:ext cx="9449964" cy="1920240"/>
        </p:xfrm>
        <a:graphic>
          <a:graphicData uri="http://schemas.openxmlformats.org/drawingml/2006/table">
            <a:tbl>
              <a:tblPr firstRow="1" bandRow="1">
                <a:tableStyleId>{5940675A-B579-460E-94D1-54222C63F5DA}</a:tableStyleId>
              </a:tblPr>
              <a:tblGrid>
                <a:gridCol w="1194275">
                  <a:extLst>
                    <a:ext uri="{9D8B030D-6E8A-4147-A177-3AD203B41FA5}">
                      <a16:colId xmlns:a16="http://schemas.microsoft.com/office/drawing/2014/main" val="3684204346"/>
                    </a:ext>
                  </a:extLst>
                </a:gridCol>
                <a:gridCol w="3530707">
                  <a:extLst>
                    <a:ext uri="{9D8B030D-6E8A-4147-A177-3AD203B41FA5}">
                      <a16:colId xmlns:a16="http://schemas.microsoft.com/office/drawing/2014/main" val="1934738033"/>
                    </a:ext>
                  </a:extLst>
                </a:gridCol>
                <a:gridCol w="1200319">
                  <a:extLst>
                    <a:ext uri="{9D8B030D-6E8A-4147-A177-3AD203B41FA5}">
                      <a16:colId xmlns:a16="http://schemas.microsoft.com/office/drawing/2014/main" val="189309699"/>
                    </a:ext>
                  </a:extLst>
                </a:gridCol>
                <a:gridCol w="3524663">
                  <a:extLst>
                    <a:ext uri="{9D8B030D-6E8A-4147-A177-3AD203B41FA5}">
                      <a16:colId xmlns:a16="http://schemas.microsoft.com/office/drawing/2014/main" val="3816879370"/>
                    </a:ext>
                  </a:extLst>
                </a:gridCol>
              </a:tblGrid>
              <a:tr h="0">
                <a:tc>
                  <a:txBody>
                    <a:bodyPr/>
                    <a:lstStyle/>
                    <a:p>
                      <a:pPr algn="l" latinLnBrk="1"/>
                      <a:r>
                        <a:rPr lang="ko-KR" altLang="en-US" sz="800" b="0" dirty="0">
                          <a:solidFill>
                            <a:schemeClr val="tx1"/>
                          </a:solidFill>
                        </a:rPr>
                        <a:t>주문번호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Me9-000939393</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l" latinLnBrk="1"/>
                      <a:r>
                        <a:rPr lang="ko-KR" altLang="en-US" sz="800" dirty="0"/>
                        <a:t>교환 주문번호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a:t>Me9-12222112121</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25709569"/>
                  </a:ext>
                </a:extLst>
              </a:tr>
              <a:tr h="0">
                <a:tc>
                  <a:txBody>
                    <a:bodyPr/>
                    <a:lstStyle/>
                    <a:p>
                      <a:pPr algn="l" latinLnBrk="1"/>
                      <a:r>
                        <a:rPr lang="ko-KR" altLang="en-US" sz="800" b="0" dirty="0">
                          <a:solidFill>
                            <a:schemeClr val="tx1"/>
                          </a:solidFill>
                        </a:rPr>
                        <a:t>신규 교환 주문번호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gridSpan="3">
                  <a:txBody>
                    <a:bodyPr/>
                    <a:lstStyle/>
                    <a:p>
                      <a:pPr algn="l" latinLnBrk="1"/>
                      <a:r>
                        <a:rPr lang="en-US" altLang="ko-KR" sz="800" dirty="0"/>
                        <a:t>* </a:t>
                      </a:r>
                      <a:r>
                        <a:rPr lang="ko-KR" altLang="en-US" sz="800" dirty="0"/>
                        <a:t>교환 확정 처리 시 신규 교환 주문이 </a:t>
                      </a:r>
                      <a:r>
                        <a:rPr lang="en-US" altLang="ko-KR" sz="800" dirty="0"/>
                        <a:t>[</a:t>
                      </a:r>
                      <a:r>
                        <a:rPr lang="ko-KR" altLang="en-US" sz="800" dirty="0"/>
                        <a:t>배송 대기</a:t>
                      </a:r>
                      <a:r>
                        <a:rPr lang="en-US" altLang="ko-KR" sz="800" dirty="0"/>
                        <a:t>] </a:t>
                      </a:r>
                      <a:r>
                        <a:rPr lang="ko-KR" altLang="en-US" sz="800" dirty="0"/>
                        <a:t>상태로 생성됩니다</a:t>
                      </a:r>
                      <a:r>
                        <a:rPr lang="en-US" altLang="ko-KR" sz="800" dirty="0"/>
                        <a:t>.</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341582206"/>
                  </a:ext>
                </a:extLst>
              </a:tr>
              <a:tr h="0">
                <a:tc>
                  <a:txBody>
                    <a:bodyPr/>
                    <a:lstStyle/>
                    <a:p>
                      <a:pPr algn="l" latinLnBrk="1"/>
                      <a:r>
                        <a:rPr lang="ko-KR" altLang="en-US" sz="800" b="0" dirty="0">
                          <a:solidFill>
                            <a:schemeClr val="tx1"/>
                          </a:solidFill>
                        </a:rPr>
                        <a:t>판매처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gridSpan="3">
                  <a:txBody>
                    <a:bodyPr/>
                    <a:lstStyle/>
                    <a:p>
                      <a:pPr algn="l" latinLnBrk="1"/>
                      <a:r>
                        <a:rPr lang="en-US" altLang="ko-KR" sz="800" dirty="0"/>
                        <a:t>Shop</a:t>
                      </a:r>
                      <a:r>
                        <a:rPr lang="ko-KR" altLang="en-US" sz="800" dirty="0" err="1"/>
                        <a:t>채널명</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hMerge="1">
                  <a:txBody>
                    <a:bodyPr/>
                    <a:lstStyle/>
                    <a:p>
                      <a:pPr algn="ctr" latinLnBrk="1"/>
                      <a:r>
                        <a:rPr lang="ko-KR" altLang="en-US" sz="800" dirty="0"/>
                        <a:t>결제일시</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967706927"/>
                  </a:ext>
                </a:extLst>
              </a:tr>
              <a:tr h="0">
                <a:tc>
                  <a:txBody>
                    <a:bodyPr/>
                    <a:lstStyle/>
                    <a:p>
                      <a:pPr algn="l" latinLnBrk="1"/>
                      <a:r>
                        <a:rPr lang="ko-KR" altLang="en-US" sz="800" dirty="0"/>
                        <a:t>교환 요청일시</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2024-10-01 09:02:12</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l" latinLnBrk="1"/>
                      <a:r>
                        <a:rPr lang="ko-KR" altLang="en-US" sz="800" dirty="0"/>
                        <a:t>회수 방법</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ko-KR" altLang="en-US" sz="800" dirty="0"/>
                        <a:t>자동 회수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440708294"/>
                  </a:ext>
                </a:extLst>
              </a:tr>
              <a:tr h="0">
                <a:tc>
                  <a:txBody>
                    <a:bodyPr/>
                    <a:lstStyle/>
                    <a:p>
                      <a:pPr algn="l" latinLnBrk="1"/>
                      <a:r>
                        <a:rPr lang="ko-KR" altLang="en-US" sz="800" dirty="0"/>
                        <a:t>교환 사유</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gridSpan="3">
                  <a:txBody>
                    <a:bodyPr/>
                    <a:lstStyle/>
                    <a:p>
                      <a:pPr algn="l" latinLnBrk="1"/>
                      <a:r>
                        <a:rPr lang="ko-KR" altLang="en-US" sz="800" dirty="0"/>
                        <a:t>마음이 변했어요</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hMerge="1">
                  <a:txBody>
                    <a:bodyPr/>
                    <a:lstStyle/>
                    <a:p>
                      <a:pPr algn="ctr" latinLnBrk="1"/>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tc>
                <a:extLst>
                  <a:ext uri="{0D108BD9-81ED-4DB2-BD59-A6C34878D82A}">
                    <a16:rowId xmlns:a16="http://schemas.microsoft.com/office/drawing/2014/main" val="2939477910"/>
                  </a:ext>
                </a:extLst>
              </a:tr>
              <a:tr h="0">
                <a:tc>
                  <a:txBody>
                    <a:bodyPr/>
                    <a:lstStyle/>
                    <a:p>
                      <a:pPr algn="l" latinLnBrk="1"/>
                      <a:r>
                        <a:rPr lang="ko-KR" altLang="en-US" sz="800" dirty="0">
                          <a:latin typeface="+mn-ea"/>
                          <a:ea typeface="+mn-ea"/>
                        </a:rPr>
                        <a:t>교환 </a:t>
                      </a:r>
                      <a:r>
                        <a:rPr lang="ko-KR" altLang="en-US" sz="800" dirty="0" err="1">
                          <a:latin typeface="+mn-ea"/>
                          <a:ea typeface="+mn-ea"/>
                        </a:rPr>
                        <a:t>수거지</a:t>
                      </a:r>
                      <a:endParaRPr lang="ko-KR" altLang="en-US" sz="800" dirty="0">
                        <a:latin typeface="+mn-ea"/>
                        <a:ea typeface="+mn-ea"/>
                      </a:endParaRP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gridSpan="3">
                  <a:txBody>
                    <a:bodyPr/>
                    <a:lstStyle/>
                    <a:p>
                      <a:pPr algn="l" latinLnBrk="1"/>
                      <a:r>
                        <a:rPr lang="en-US" altLang="ko-KR" sz="800" b="0" i="0" kern="1200" dirty="0">
                          <a:solidFill>
                            <a:schemeClr val="tx1"/>
                          </a:solidFill>
                          <a:effectLst/>
                          <a:latin typeface="+mn-ea"/>
                          <a:ea typeface="+mn-ea"/>
                          <a:cs typeface="+mn-cs"/>
                        </a:rPr>
                        <a:t>(13487)</a:t>
                      </a:r>
                      <a:r>
                        <a:rPr lang="ko-KR" altLang="en-US" sz="800" b="0" i="0" kern="1200" dirty="0">
                          <a:solidFill>
                            <a:schemeClr val="tx1"/>
                          </a:solidFill>
                          <a:effectLst/>
                          <a:latin typeface="+mn-ea"/>
                          <a:ea typeface="+mn-ea"/>
                          <a:cs typeface="+mn-cs"/>
                        </a:rPr>
                        <a:t>경기도 성남시 분당구 판교로 </a:t>
                      </a:r>
                      <a:r>
                        <a:rPr lang="en-US" altLang="ko-KR" sz="800" b="0" i="0" kern="1200" dirty="0">
                          <a:solidFill>
                            <a:schemeClr val="tx1"/>
                          </a:solidFill>
                          <a:effectLst/>
                          <a:latin typeface="+mn-ea"/>
                          <a:ea typeface="+mn-ea"/>
                          <a:cs typeface="+mn-cs"/>
                        </a:rPr>
                        <a:t>242(</a:t>
                      </a:r>
                      <a:r>
                        <a:rPr lang="ko-KR" altLang="en-US" sz="800" b="0" i="0" kern="1200" dirty="0" err="1">
                          <a:solidFill>
                            <a:schemeClr val="tx1"/>
                          </a:solidFill>
                          <a:effectLst/>
                          <a:latin typeface="+mn-ea"/>
                          <a:ea typeface="+mn-ea"/>
                          <a:cs typeface="+mn-cs"/>
                        </a:rPr>
                        <a:t>삼평동</a:t>
                      </a:r>
                      <a:r>
                        <a:rPr lang="en-US" altLang="ko-KR" sz="800" b="0" i="0" kern="1200" dirty="0">
                          <a:solidFill>
                            <a:schemeClr val="tx1"/>
                          </a:solidFill>
                          <a:effectLst/>
                          <a:latin typeface="+mn-ea"/>
                          <a:ea typeface="+mn-ea"/>
                          <a:cs typeface="+mn-cs"/>
                        </a:rPr>
                        <a:t>) 401</a:t>
                      </a:r>
                      <a:r>
                        <a:rPr lang="ko-KR" altLang="en-US" sz="800" b="0" i="0" kern="1200" dirty="0">
                          <a:solidFill>
                            <a:schemeClr val="tx1"/>
                          </a:solidFill>
                          <a:effectLst/>
                          <a:latin typeface="+mn-ea"/>
                          <a:ea typeface="+mn-ea"/>
                          <a:cs typeface="+mn-cs"/>
                        </a:rPr>
                        <a:t>호</a:t>
                      </a:r>
                      <a:endParaRPr lang="ko-KR" altLang="en-US" sz="800" dirty="0">
                        <a:latin typeface="+mn-ea"/>
                        <a:ea typeface="+mn-ea"/>
                      </a:endParaRP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hMerge="1">
                  <a:txBody>
                    <a:bodyPr/>
                    <a:lstStyle/>
                    <a:p>
                      <a:pPr algn="ctr" latinLnBrk="1"/>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tc>
                <a:extLst>
                  <a:ext uri="{0D108BD9-81ED-4DB2-BD59-A6C34878D82A}">
                    <a16:rowId xmlns:a16="http://schemas.microsoft.com/office/drawing/2014/main" val="2855727138"/>
                  </a:ext>
                </a:extLst>
              </a:tr>
              <a:tr h="0">
                <a:tc>
                  <a:txBody>
                    <a:bodyPr/>
                    <a:lstStyle/>
                    <a:p>
                      <a:pPr algn="l" latinLnBrk="1"/>
                      <a:r>
                        <a:rPr lang="ko-KR" altLang="en-US" sz="800" b="0" dirty="0">
                          <a:solidFill>
                            <a:schemeClr val="tx1"/>
                          </a:solidFill>
                        </a:rPr>
                        <a:t>교환 상품 수취인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ko-KR" altLang="en-US" sz="800" dirty="0"/>
                        <a:t>홍길동</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l" latinLnBrk="1"/>
                      <a:r>
                        <a:rPr lang="ko-KR" altLang="en-US" sz="800" dirty="0"/>
                        <a:t>수취인 연락처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01011223344</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17675058"/>
                  </a:ext>
                </a:extLst>
              </a:tr>
              <a:tr h="0">
                <a:tc>
                  <a:txBody>
                    <a:bodyPr/>
                    <a:lstStyle/>
                    <a:p>
                      <a:pPr algn="l" latinLnBrk="1"/>
                      <a:r>
                        <a:rPr lang="ko-KR" altLang="en-US" sz="800" b="0" dirty="0">
                          <a:solidFill>
                            <a:schemeClr val="tx1"/>
                          </a:solidFill>
                        </a:rPr>
                        <a:t>교환 </a:t>
                      </a:r>
                      <a:r>
                        <a:rPr lang="ko-KR" altLang="en-US" sz="800" b="0" dirty="0" err="1">
                          <a:solidFill>
                            <a:schemeClr val="tx1"/>
                          </a:solidFill>
                        </a:rPr>
                        <a:t>배송지</a:t>
                      </a:r>
                      <a:endParaRPr lang="ko-KR" altLang="en-US" sz="800" b="0" dirty="0">
                        <a:solidFill>
                          <a:schemeClr val="tx1"/>
                        </a:solidFill>
                      </a:endParaRP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kern="1200" dirty="0">
                          <a:solidFill>
                            <a:schemeClr val="tx1"/>
                          </a:solidFill>
                          <a:effectLst/>
                          <a:latin typeface="+mn-ea"/>
                          <a:ea typeface="+mn-ea"/>
                          <a:cs typeface="+mn-cs"/>
                        </a:rPr>
                        <a:t>(13487)</a:t>
                      </a:r>
                      <a:r>
                        <a:rPr lang="ko-KR" altLang="en-US" sz="800" b="0" i="0" kern="1200" dirty="0">
                          <a:solidFill>
                            <a:schemeClr val="tx1"/>
                          </a:solidFill>
                          <a:effectLst/>
                          <a:latin typeface="+mn-ea"/>
                          <a:ea typeface="+mn-ea"/>
                          <a:cs typeface="+mn-cs"/>
                        </a:rPr>
                        <a:t>경기도 성남시 분당구 판교로 </a:t>
                      </a:r>
                      <a:r>
                        <a:rPr lang="en-US" altLang="ko-KR" sz="800" b="0" i="0" kern="1200" dirty="0">
                          <a:solidFill>
                            <a:schemeClr val="tx1"/>
                          </a:solidFill>
                          <a:effectLst/>
                          <a:latin typeface="+mn-ea"/>
                          <a:ea typeface="+mn-ea"/>
                          <a:cs typeface="+mn-cs"/>
                        </a:rPr>
                        <a:t>242(</a:t>
                      </a:r>
                      <a:r>
                        <a:rPr lang="ko-KR" altLang="en-US" sz="800" b="0" i="0" kern="1200" dirty="0" err="1">
                          <a:solidFill>
                            <a:schemeClr val="tx1"/>
                          </a:solidFill>
                          <a:effectLst/>
                          <a:latin typeface="+mn-ea"/>
                          <a:ea typeface="+mn-ea"/>
                          <a:cs typeface="+mn-cs"/>
                        </a:rPr>
                        <a:t>삼평동</a:t>
                      </a:r>
                      <a:r>
                        <a:rPr lang="en-US" altLang="ko-KR" sz="800" b="0" i="0" kern="1200" dirty="0">
                          <a:solidFill>
                            <a:schemeClr val="tx1"/>
                          </a:solidFill>
                          <a:effectLst/>
                          <a:latin typeface="+mn-ea"/>
                          <a:ea typeface="+mn-ea"/>
                          <a:cs typeface="+mn-cs"/>
                        </a:rPr>
                        <a:t>) 401</a:t>
                      </a:r>
                      <a:r>
                        <a:rPr lang="ko-KR" altLang="en-US" sz="800" b="0" i="0" kern="1200" dirty="0">
                          <a:solidFill>
                            <a:schemeClr val="tx1"/>
                          </a:solidFill>
                          <a:effectLst/>
                          <a:latin typeface="+mn-ea"/>
                          <a:ea typeface="+mn-ea"/>
                          <a:cs typeface="+mn-cs"/>
                        </a:rPr>
                        <a:t>호</a:t>
                      </a:r>
                      <a:endParaRPr lang="ko-KR" altLang="en-US" sz="800" dirty="0">
                        <a:latin typeface="+mn-ea"/>
                        <a:ea typeface="+mn-ea"/>
                      </a:endParaRP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hMerge="1">
                  <a:txBody>
                    <a:bodyPr/>
                    <a:lstStyle/>
                    <a:p>
                      <a:pPr algn="l" latinLnBrk="1"/>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hMerge="1">
                  <a:txBody>
                    <a:bodyPr/>
                    <a:lstStyle/>
                    <a:p>
                      <a:pPr algn="l" latinLnBrk="1"/>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677845847"/>
                  </a:ext>
                </a:extLst>
              </a:tr>
              <a:tr h="0">
                <a:tc>
                  <a:txBody>
                    <a:bodyPr/>
                    <a:lstStyle/>
                    <a:p>
                      <a:pPr algn="l" latinLnBrk="1"/>
                      <a:r>
                        <a:rPr lang="ko-KR" altLang="en-US" sz="800" b="0" dirty="0">
                          <a:solidFill>
                            <a:schemeClr val="tx1"/>
                          </a:solidFill>
                        </a:rPr>
                        <a:t>추가 결제 금액</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8,000 </a:t>
                      </a:r>
                      <a:r>
                        <a:rPr lang="ko-KR" altLang="en-US" sz="800" dirty="0"/>
                        <a:t>원 </a:t>
                      </a:r>
                      <a:r>
                        <a:rPr lang="en-US" altLang="ko-KR" sz="800" dirty="0"/>
                        <a:t>( </a:t>
                      </a:r>
                      <a:r>
                        <a:rPr lang="ko-KR" altLang="en-US" sz="800" dirty="0"/>
                        <a:t>교환 배송비 </a:t>
                      </a:r>
                      <a:r>
                        <a:rPr lang="en-US" altLang="ko-KR" sz="800" dirty="0"/>
                        <a:t>)</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l" latinLnBrk="1"/>
                      <a:r>
                        <a:rPr lang="ko-KR" altLang="en-US" sz="800" dirty="0"/>
                        <a:t>결제 방식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ko-KR" altLang="en-US" sz="800" dirty="0"/>
                        <a:t>판매처 협의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354679536"/>
                  </a:ext>
                </a:extLst>
              </a:tr>
            </a:tbl>
          </a:graphicData>
        </a:graphic>
      </p:graphicFrame>
      <p:sp>
        <p:nvSpPr>
          <p:cNvPr id="28" name="TextBox 27">
            <a:extLst>
              <a:ext uri="{FF2B5EF4-FFF2-40B4-BE49-F238E27FC236}">
                <a16:creationId xmlns:a16="http://schemas.microsoft.com/office/drawing/2014/main" id="{4CD2480D-1A91-4712-9076-42804BDA29C1}"/>
              </a:ext>
            </a:extLst>
          </p:cNvPr>
          <p:cNvSpPr txBox="1"/>
          <p:nvPr userDrawn="1"/>
        </p:nvSpPr>
        <p:spPr>
          <a:xfrm>
            <a:off x="324842" y="1290767"/>
            <a:ext cx="1287532"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교환 주문 정보 </a:t>
            </a:r>
            <a:r>
              <a:rPr lang="en-US" altLang="ko-KR" sz="900" dirty="0">
                <a:latin typeface="맑은 고딕" panose="020B0503020000020004" pitchFamily="50" charset="-127"/>
                <a:ea typeface="맑은 고딕" panose="020B0503020000020004" pitchFamily="50" charset="-127"/>
              </a:rPr>
              <a:t>(1)</a:t>
            </a:r>
            <a:endParaRPr lang="ko-KR" altLang="en-US" sz="900" dirty="0"/>
          </a:p>
        </p:txBody>
      </p:sp>
      <p:sp>
        <p:nvSpPr>
          <p:cNvPr id="29" name="직사각형 28">
            <a:extLst>
              <a:ext uri="{FF2B5EF4-FFF2-40B4-BE49-F238E27FC236}">
                <a16:creationId xmlns:a16="http://schemas.microsoft.com/office/drawing/2014/main" id="{C01E1080-61B2-450E-9204-8CCE1EA9C6E7}"/>
              </a:ext>
            </a:extLst>
          </p:cNvPr>
          <p:cNvSpPr/>
          <p:nvPr userDrawn="1"/>
        </p:nvSpPr>
        <p:spPr>
          <a:xfrm>
            <a:off x="372132" y="4373324"/>
            <a:ext cx="9449964" cy="103991"/>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 name="직사각형 29">
            <a:extLst>
              <a:ext uri="{FF2B5EF4-FFF2-40B4-BE49-F238E27FC236}">
                <a16:creationId xmlns:a16="http://schemas.microsoft.com/office/drawing/2014/main" id="{127E8586-79D4-46CF-9E30-D5CE554F7A6A}"/>
              </a:ext>
            </a:extLst>
          </p:cNvPr>
          <p:cNvSpPr/>
          <p:nvPr userDrawn="1"/>
        </p:nvSpPr>
        <p:spPr>
          <a:xfrm>
            <a:off x="418885" y="4396878"/>
            <a:ext cx="2733270" cy="57506"/>
          </a:xfrm>
          <a:prstGeom prst="rect">
            <a:avLst/>
          </a:prstGeom>
          <a:solidFill>
            <a:srgbClr val="000000"/>
          </a:solid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1" name="직사각형 30">
            <a:extLst>
              <a:ext uri="{FF2B5EF4-FFF2-40B4-BE49-F238E27FC236}">
                <a16:creationId xmlns:a16="http://schemas.microsoft.com/office/drawing/2014/main" id="{3942B150-807D-4B2A-94BD-2EED6BFDB2AF}"/>
              </a:ext>
            </a:extLst>
          </p:cNvPr>
          <p:cNvSpPr/>
          <p:nvPr userDrawn="1"/>
        </p:nvSpPr>
        <p:spPr>
          <a:xfrm>
            <a:off x="372133" y="3687383"/>
            <a:ext cx="9449964" cy="686565"/>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32" name="표 31">
            <a:extLst>
              <a:ext uri="{FF2B5EF4-FFF2-40B4-BE49-F238E27FC236}">
                <a16:creationId xmlns:a16="http://schemas.microsoft.com/office/drawing/2014/main" id="{5DB447BE-2C0A-4AA1-81E6-68E81BA9C8BD}"/>
              </a:ext>
            </a:extLst>
          </p:cNvPr>
          <p:cNvGraphicFramePr>
            <a:graphicFrameLocks noGrp="1"/>
          </p:cNvGraphicFramePr>
          <p:nvPr userDrawn="1">
            <p:extLst>
              <p:ext uri="{D42A27DB-BD31-4B8C-83A1-F6EECF244321}">
                <p14:modId xmlns:p14="http://schemas.microsoft.com/office/powerpoint/2010/main" val="1613050524"/>
              </p:ext>
            </p:extLst>
          </p:nvPr>
        </p:nvGraphicFramePr>
        <p:xfrm>
          <a:off x="412168" y="3717558"/>
          <a:ext cx="9409925" cy="640080"/>
        </p:xfrm>
        <a:graphic>
          <a:graphicData uri="http://schemas.openxmlformats.org/drawingml/2006/table">
            <a:tbl>
              <a:tblPr firstRow="1" bandRow="1">
                <a:tableStyleId>{5C22544A-7EE6-4342-B048-85BDC9FD1C3A}</a:tableStyleId>
              </a:tblPr>
              <a:tblGrid>
                <a:gridCol w="371481">
                  <a:extLst>
                    <a:ext uri="{9D8B030D-6E8A-4147-A177-3AD203B41FA5}">
                      <a16:colId xmlns:a16="http://schemas.microsoft.com/office/drawing/2014/main" val="1403106609"/>
                    </a:ext>
                  </a:extLst>
                </a:gridCol>
                <a:gridCol w="1824784">
                  <a:extLst>
                    <a:ext uri="{9D8B030D-6E8A-4147-A177-3AD203B41FA5}">
                      <a16:colId xmlns:a16="http://schemas.microsoft.com/office/drawing/2014/main" val="3448552293"/>
                    </a:ext>
                  </a:extLst>
                </a:gridCol>
                <a:gridCol w="724222">
                  <a:extLst>
                    <a:ext uri="{9D8B030D-6E8A-4147-A177-3AD203B41FA5}">
                      <a16:colId xmlns:a16="http://schemas.microsoft.com/office/drawing/2014/main" val="3580568890"/>
                    </a:ext>
                  </a:extLst>
                </a:gridCol>
                <a:gridCol w="1699771">
                  <a:extLst>
                    <a:ext uri="{9D8B030D-6E8A-4147-A177-3AD203B41FA5}">
                      <a16:colId xmlns:a16="http://schemas.microsoft.com/office/drawing/2014/main" val="20004"/>
                    </a:ext>
                  </a:extLst>
                </a:gridCol>
                <a:gridCol w="724222">
                  <a:extLst>
                    <a:ext uri="{9D8B030D-6E8A-4147-A177-3AD203B41FA5}">
                      <a16:colId xmlns:a16="http://schemas.microsoft.com/office/drawing/2014/main" val="20005"/>
                    </a:ext>
                  </a:extLst>
                </a:gridCol>
                <a:gridCol w="667119">
                  <a:extLst>
                    <a:ext uri="{9D8B030D-6E8A-4147-A177-3AD203B41FA5}">
                      <a16:colId xmlns:a16="http://schemas.microsoft.com/office/drawing/2014/main" val="780735613"/>
                    </a:ext>
                  </a:extLst>
                </a:gridCol>
                <a:gridCol w="667119">
                  <a:extLst>
                    <a:ext uri="{9D8B030D-6E8A-4147-A177-3AD203B41FA5}">
                      <a16:colId xmlns:a16="http://schemas.microsoft.com/office/drawing/2014/main" val="20006"/>
                    </a:ext>
                  </a:extLst>
                </a:gridCol>
                <a:gridCol w="724222">
                  <a:extLst>
                    <a:ext uri="{9D8B030D-6E8A-4147-A177-3AD203B41FA5}">
                      <a16:colId xmlns:a16="http://schemas.microsoft.com/office/drawing/2014/main" val="2056109714"/>
                    </a:ext>
                  </a:extLst>
                </a:gridCol>
                <a:gridCol w="911489">
                  <a:extLst>
                    <a:ext uri="{9D8B030D-6E8A-4147-A177-3AD203B41FA5}">
                      <a16:colId xmlns:a16="http://schemas.microsoft.com/office/drawing/2014/main" val="983732852"/>
                    </a:ext>
                  </a:extLst>
                </a:gridCol>
                <a:gridCol w="1095496">
                  <a:extLst>
                    <a:ext uri="{9D8B030D-6E8A-4147-A177-3AD203B41FA5}">
                      <a16:colId xmlns:a16="http://schemas.microsoft.com/office/drawing/2014/main" val="3017944777"/>
                    </a:ext>
                  </a:extLst>
                </a:gridCol>
              </a:tblGrid>
              <a:tr h="0">
                <a:tc>
                  <a:txBody>
                    <a:bodyPr/>
                    <a:lstStyle/>
                    <a:p>
                      <a:pPr algn="ctr" latinLnBrk="1"/>
                      <a:r>
                        <a:rPr lang="ko-KR" altLang="en-US" sz="800" b="1"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택배 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변경옵션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교환수량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판매금액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한진 택배  </a:t>
                      </a:r>
                      <a:r>
                        <a:rPr kumimoji="0" lang="en-US" altLang="ko-KR" sz="800" b="0" i="0" u="sng" strike="noStrike" kern="1200" cap="none" spc="0" normalizeH="0" baseline="0" noProof="0" dirty="0">
                          <a:ln>
                            <a:noFill/>
                          </a:ln>
                          <a:solidFill>
                            <a:srgbClr val="FF0000"/>
                          </a:solidFill>
                          <a:effectLst/>
                          <a:uLnTx/>
                          <a:uFillTx/>
                          <a:latin typeface="맑은 고딕" panose="020F0502020204030204"/>
                          <a:ea typeface="맑은 고딕" panose="020B0503020000020004" pitchFamily="50" charset="-127"/>
                          <a:cs typeface="+mn-cs"/>
                        </a:rPr>
                        <a:t>22332323</a:t>
                      </a: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 </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교환요청</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한진 택배  </a:t>
                      </a:r>
                      <a:r>
                        <a:rPr kumimoji="0" lang="en-US" altLang="ko-KR" sz="800" b="0" i="0" u="sng" strike="noStrike" kern="1200" cap="none" spc="0" normalizeH="0" baseline="0" noProof="0" dirty="0">
                          <a:ln>
                            <a:noFill/>
                          </a:ln>
                          <a:solidFill>
                            <a:srgbClr val="FF0000"/>
                          </a:solidFill>
                          <a:effectLst/>
                          <a:uLnTx/>
                          <a:uFillTx/>
                          <a:latin typeface="+mn-lt"/>
                          <a:ea typeface="+mn-ea"/>
                          <a:cs typeface="+mn-cs"/>
                        </a:rPr>
                        <a:t>22332323</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 </a:t>
                      </a:r>
                      <a:endParaRPr kumimoji="0" lang="ko-KR" altLang="en-US" sz="800" b="0" i="0" u="none" strike="noStrike" kern="1200" cap="none" spc="0" normalizeH="0" baseline="0" noProof="0" dirty="0">
                        <a:ln>
                          <a:noFill/>
                        </a:ln>
                        <a:solidFill>
                          <a:prstClr val="black"/>
                        </a:solidFill>
                        <a:effectLst/>
                        <a:uLnTx/>
                        <a:uFillTx/>
                        <a:latin typeface="+mn-lt"/>
                        <a:ea typeface="+mn-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교환요청</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sp>
        <p:nvSpPr>
          <p:cNvPr id="33" name="직사각형 32">
            <a:extLst>
              <a:ext uri="{FF2B5EF4-FFF2-40B4-BE49-F238E27FC236}">
                <a16:creationId xmlns:a16="http://schemas.microsoft.com/office/drawing/2014/main" id="{39DD1899-BFA1-491C-96F5-23E444C9D727}"/>
              </a:ext>
            </a:extLst>
          </p:cNvPr>
          <p:cNvSpPr/>
          <p:nvPr userDrawn="1"/>
        </p:nvSpPr>
        <p:spPr>
          <a:xfrm>
            <a:off x="372132" y="4477315"/>
            <a:ext cx="9449964" cy="298210"/>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 name="직사각형 39">
            <a:extLst>
              <a:ext uri="{FF2B5EF4-FFF2-40B4-BE49-F238E27FC236}">
                <a16:creationId xmlns:a16="http://schemas.microsoft.com/office/drawing/2014/main" id="{C9764A59-A47E-4B8C-A388-CA0B7995B21B}"/>
              </a:ext>
            </a:extLst>
          </p:cNvPr>
          <p:cNvSpPr/>
          <p:nvPr userDrawn="1"/>
        </p:nvSpPr>
        <p:spPr>
          <a:xfrm>
            <a:off x="4562391" y="6070098"/>
            <a:ext cx="1021019" cy="27550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b="1" dirty="0" err="1">
                <a:solidFill>
                  <a:schemeClr val="bg1"/>
                </a:solidFill>
              </a:rPr>
              <a:t>창닫기</a:t>
            </a:r>
            <a:endParaRPr lang="en-US" altLang="ko-KR" sz="1000" b="1" dirty="0">
              <a:solidFill>
                <a:schemeClr val="bg1"/>
              </a:solidFill>
            </a:endParaRPr>
          </a:p>
        </p:txBody>
      </p:sp>
      <p:sp>
        <p:nvSpPr>
          <p:cNvPr id="35" name="직사각형 34">
            <a:extLst>
              <a:ext uri="{FF2B5EF4-FFF2-40B4-BE49-F238E27FC236}">
                <a16:creationId xmlns:a16="http://schemas.microsoft.com/office/drawing/2014/main" id="{AD5BB03D-816C-4322-A095-5D7EF426F527}"/>
              </a:ext>
            </a:extLst>
          </p:cNvPr>
          <p:cNvSpPr/>
          <p:nvPr userDrawn="1"/>
        </p:nvSpPr>
        <p:spPr>
          <a:xfrm>
            <a:off x="1869628" y="3975952"/>
            <a:ext cx="379159" cy="123291"/>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삭제</a:t>
            </a:r>
            <a:endParaRPr lang="en-US" altLang="ko-KR" sz="700" dirty="0">
              <a:solidFill>
                <a:schemeClr val="bg1"/>
              </a:solidFill>
            </a:endParaRPr>
          </a:p>
        </p:txBody>
      </p:sp>
      <p:sp>
        <p:nvSpPr>
          <p:cNvPr id="36" name="직사각형 35">
            <a:extLst>
              <a:ext uri="{FF2B5EF4-FFF2-40B4-BE49-F238E27FC236}">
                <a16:creationId xmlns:a16="http://schemas.microsoft.com/office/drawing/2014/main" id="{A8B15E46-7FFE-4FBE-AAC8-6184D17217E4}"/>
              </a:ext>
            </a:extLst>
          </p:cNvPr>
          <p:cNvSpPr/>
          <p:nvPr userDrawn="1"/>
        </p:nvSpPr>
        <p:spPr>
          <a:xfrm>
            <a:off x="1869628" y="4190751"/>
            <a:ext cx="379159" cy="123291"/>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삭제</a:t>
            </a:r>
            <a:endParaRPr lang="en-US" altLang="ko-KR" sz="700" dirty="0">
              <a:solidFill>
                <a:schemeClr val="bg1"/>
              </a:solidFill>
            </a:endParaRPr>
          </a:p>
        </p:txBody>
      </p:sp>
      <p:sp>
        <p:nvSpPr>
          <p:cNvPr id="37" name="직사각형 36">
            <a:extLst>
              <a:ext uri="{FF2B5EF4-FFF2-40B4-BE49-F238E27FC236}">
                <a16:creationId xmlns:a16="http://schemas.microsoft.com/office/drawing/2014/main" id="{D2B3164C-8828-48E0-8366-53D9EA770267}"/>
              </a:ext>
            </a:extLst>
          </p:cNvPr>
          <p:cNvSpPr/>
          <p:nvPr userDrawn="1"/>
        </p:nvSpPr>
        <p:spPr>
          <a:xfrm>
            <a:off x="455328" y="4531438"/>
            <a:ext cx="697165" cy="2064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tx1"/>
                </a:solidFill>
              </a:rPr>
              <a:t>교환 승인</a:t>
            </a:r>
            <a:endParaRPr lang="ko-KR" altLang="en-US" sz="800" dirty="0">
              <a:solidFill>
                <a:schemeClr val="tx1"/>
              </a:solidFill>
            </a:endParaRPr>
          </a:p>
        </p:txBody>
      </p:sp>
      <p:sp>
        <p:nvSpPr>
          <p:cNvPr id="38" name="직사각형 37">
            <a:extLst>
              <a:ext uri="{FF2B5EF4-FFF2-40B4-BE49-F238E27FC236}">
                <a16:creationId xmlns:a16="http://schemas.microsoft.com/office/drawing/2014/main" id="{838BD2D2-FFBD-4DF4-A18A-949C997F79B5}"/>
              </a:ext>
            </a:extLst>
          </p:cNvPr>
          <p:cNvSpPr/>
          <p:nvPr userDrawn="1"/>
        </p:nvSpPr>
        <p:spPr>
          <a:xfrm>
            <a:off x="2351504" y="4531438"/>
            <a:ext cx="697165" cy="206477"/>
          </a:xfrm>
          <a:prstGeom prst="rect">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rPr>
              <a:t>교환철회</a:t>
            </a:r>
            <a:endParaRPr lang="ko-KR" altLang="en-US" sz="800" b="1" dirty="0">
              <a:solidFill>
                <a:schemeClr val="bg1"/>
              </a:solidFill>
            </a:endParaRPr>
          </a:p>
        </p:txBody>
      </p:sp>
      <p:sp>
        <p:nvSpPr>
          <p:cNvPr id="41" name="직사각형 40">
            <a:extLst>
              <a:ext uri="{FF2B5EF4-FFF2-40B4-BE49-F238E27FC236}">
                <a16:creationId xmlns:a16="http://schemas.microsoft.com/office/drawing/2014/main" id="{CEA3608C-FEC7-4905-9FB9-273A16838213}"/>
              </a:ext>
            </a:extLst>
          </p:cNvPr>
          <p:cNvSpPr/>
          <p:nvPr userDrawn="1"/>
        </p:nvSpPr>
        <p:spPr>
          <a:xfrm>
            <a:off x="4145539" y="4531437"/>
            <a:ext cx="697165" cy="2064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교환 확정</a:t>
            </a:r>
          </a:p>
        </p:txBody>
      </p:sp>
      <p:sp>
        <p:nvSpPr>
          <p:cNvPr id="42" name="직사각형 41">
            <a:extLst>
              <a:ext uri="{FF2B5EF4-FFF2-40B4-BE49-F238E27FC236}">
                <a16:creationId xmlns:a16="http://schemas.microsoft.com/office/drawing/2014/main" id="{502306F0-3366-4408-9CFE-D48EA5DA43F3}"/>
              </a:ext>
            </a:extLst>
          </p:cNvPr>
          <p:cNvSpPr/>
          <p:nvPr userDrawn="1"/>
        </p:nvSpPr>
        <p:spPr>
          <a:xfrm>
            <a:off x="1206281" y="4531438"/>
            <a:ext cx="1091435" cy="206477"/>
          </a:xfrm>
          <a:prstGeom prst="rect">
            <a:avLst/>
          </a:prstGeom>
          <a:solidFill>
            <a:schemeClr val="tx1"/>
          </a:solid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rPr>
              <a:t>교환 회수 전 보류</a:t>
            </a:r>
            <a:endParaRPr lang="ko-KR" altLang="en-US" sz="800" b="1" dirty="0">
              <a:solidFill>
                <a:schemeClr val="bg1"/>
              </a:solidFill>
            </a:endParaRPr>
          </a:p>
        </p:txBody>
      </p:sp>
      <p:sp>
        <p:nvSpPr>
          <p:cNvPr id="43" name="직사각형 42">
            <a:extLst>
              <a:ext uri="{FF2B5EF4-FFF2-40B4-BE49-F238E27FC236}">
                <a16:creationId xmlns:a16="http://schemas.microsoft.com/office/drawing/2014/main" id="{539A3748-D447-45E8-A80B-46CE5913A146}"/>
              </a:ext>
            </a:extLst>
          </p:cNvPr>
          <p:cNvSpPr/>
          <p:nvPr userDrawn="1"/>
        </p:nvSpPr>
        <p:spPr>
          <a:xfrm>
            <a:off x="6793039" y="4531434"/>
            <a:ext cx="697165" cy="206477"/>
          </a:xfrm>
          <a:prstGeom prst="rect">
            <a:avLst/>
          </a:prstGeom>
          <a:noFill/>
          <a:ln w="3175">
            <a:solidFill>
              <a:srgbClr val="A27B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rgbClr val="A27B00"/>
                </a:solidFill>
              </a:rPr>
              <a:t>옵션 변경</a:t>
            </a:r>
          </a:p>
        </p:txBody>
      </p:sp>
      <p:sp>
        <p:nvSpPr>
          <p:cNvPr id="39" name="직사각형 38">
            <a:extLst>
              <a:ext uri="{FF2B5EF4-FFF2-40B4-BE49-F238E27FC236}">
                <a16:creationId xmlns:a16="http://schemas.microsoft.com/office/drawing/2014/main" id="{F0DEDBA4-B2FA-4E00-A640-970CD79D785F}"/>
              </a:ext>
            </a:extLst>
          </p:cNvPr>
          <p:cNvSpPr/>
          <p:nvPr userDrawn="1"/>
        </p:nvSpPr>
        <p:spPr>
          <a:xfrm>
            <a:off x="372132" y="4891518"/>
            <a:ext cx="9449964" cy="889080"/>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1450" indent="-171450" algn="l" fontAlgn="t">
              <a:lnSpc>
                <a:spcPct val="150000"/>
              </a:lnSpc>
              <a:buFontTx/>
              <a:buChar char="-"/>
            </a:pPr>
            <a:r>
              <a:rPr lang="ko-KR" altLang="en-US" sz="800" b="0" i="0" dirty="0">
                <a:solidFill>
                  <a:schemeClr val="tx1">
                    <a:lumMod val="50000"/>
                    <a:lumOff val="50000"/>
                  </a:schemeClr>
                </a:solidFill>
                <a:effectLst/>
                <a:latin typeface="Malgun Gothic" panose="020B0503020000020004" pitchFamily="50" charset="-127"/>
                <a:ea typeface="Malgun Gothic" panose="020B0503020000020004" pitchFamily="50" charset="-127"/>
              </a:rPr>
              <a:t>송장번호가 입력되지 않은 건만 교환 철회가 가능합니다</a:t>
            </a:r>
            <a:r>
              <a:rPr lang="en-US" altLang="ko-KR" sz="800" b="0" i="0" dirty="0">
                <a:solidFill>
                  <a:schemeClr val="tx1">
                    <a:lumMod val="50000"/>
                    <a:lumOff val="50000"/>
                  </a:schemeClr>
                </a:solidFill>
                <a:effectLst/>
                <a:latin typeface="Malgun Gothic" panose="020B0503020000020004" pitchFamily="50" charset="-127"/>
                <a:ea typeface="Malgun Gothic" panose="020B0503020000020004" pitchFamily="50" charset="-127"/>
              </a:rPr>
              <a:t>.</a:t>
            </a:r>
          </a:p>
          <a:p>
            <a:pPr marL="171450" indent="-171450" algn="l" fontAlgn="t">
              <a:lnSpc>
                <a:spcPct val="150000"/>
              </a:lnSpc>
              <a:buFontTx/>
              <a:buChar char="-"/>
            </a:pPr>
            <a:r>
              <a:rPr lang="ko-KR" altLang="en-US" sz="800" b="0" i="0" dirty="0">
                <a:solidFill>
                  <a:schemeClr val="tx1">
                    <a:lumMod val="50000"/>
                    <a:lumOff val="50000"/>
                  </a:schemeClr>
                </a:solidFill>
                <a:effectLst/>
                <a:latin typeface="Malgun Gothic" panose="020B0503020000020004" pitchFamily="50" charset="-127"/>
                <a:ea typeface="Malgun Gothic" panose="020B0503020000020004" pitchFamily="50" charset="-127"/>
              </a:rPr>
              <a:t>교환 철회 시 해당 주문은 배송 완료 상태로 변경됩니다</a:t>
            </a:r>
            <a:r>
              <a:rPr lang="en-US" altLang="ko-KR" sz="800" b="0" i="0" dirty="0">
                <a:solidFill>
                  <a:schemeClr val="tx1">
                    <a:lumMod val="50000"/>
                    <a:lumOff val="50000"/>
                  </a:schemeClr>
                </a:solidFill>
                <a:effectLst/>
                <a:latin typeface="Malgun Gothic" panose="020B0503020000020004" pitchFamily="50" charset="-127"/>
                <a:ea typeface="Malgun Gothic" panose="020B0503020000020004" pitchFamily="50" charset="-127"/>
              </a:rPr>
              <a:t>.</a:t>
            </a:r>
          </a:p>
          <a:p>
            <a:pPr marL="171450" indent="-171450" algn="l" fontAlgn="t">
              <a:lnSpc>
                <a:spcPct val="150000"/>
              </a:lnSpc>
              <a:buFontTx/>
              <a:buChar char="-"/>
            </a:pPr>
            <a:r>
              <a:rPr lang="ko-KR" altLang="en-US" sz="800" b="0" i="0" dirty="0">
                <a:solidFill>
                  <a:schemeClr val="tx1">
                    <a:lumMod val="50000"/>
                    <a:lumOff val="50000"/>
                  </a:schemeClr>
                </a:solidFill>
                <a:effectLst/>
                <a:latin typeface="Malgun Gothic" panose="020B0503020000020004" pitchFamily="50" charset="-127"/>
                <a:ea typeface="Malgun Gothic" panose="020B0503020000020004" pitchFamily="50" charset="-127"/>
              </a:rPr>
              <a:t>반품 전환 시 해당 주문은 반품 완료 상태로 변경되어 환불이 진행됩니다</a:t>
            </a:r>
            <a:r>
              <a:rPr lang="en-US" altLang="ko-KR" sz="800" b="0" i="0" dirty="0">
                <a:solidFill>
                  <a:schemeClr val="tx1">
                    <a:lumMod val="50000"/>
                    <a:lumOff val="50000"/>
                  </a:schemeClr>
                </a:solidFill>
                <a:effectLst/>
                <a:latin typeface="Malgun Gothic" panose="020B0503020000020004" pitchFamily="50" charset="-127"/>
                <a:ea typeface="Malgun Gothic" panose="020B0503020000020004" pitchFamily="50" charset="-127"/>
              </a:rPr>
              <a:t>.</a:t>
            </a:r>
          </a:p>
          <a:p>
            <a:pPr marL="171450" indent="-171450" algn="l" fontAlgn="t">
              <a:lnSpc>
                <a:spcPct val="150000"/>
              </a:lnSpc>
              <a:buFontTx/>
              <a:buChar char="-"/>
            </a:pPr>
            <a:endParaRPr lang="en-US" altLang="ko-KR" sz="800" b="0" i="0" dirty="0">
              <a:solidFill>
                <a:srgbClr val="000000"/>
              </a:solidFill>
              <a:effectLst/>
              <a:latin typeface="Malgun Gothic" panose="020B0503020000020004" pitchFamily="50" charset="-127"/>
              <a:ea typeface="Malgun Gothic" panose="020B0503020000020004" pitchFamily="50" charset="-127"/>
            </a:endParaRPr>
          </a:p>
        </p:txBody>
      </p:sp>
      <p:sp>
        <p:nvSpPr>
          <p:cNvPr id="44" name="직사각형 43">
            <a:extLst>
              <a:ext uri="{FF2B5EF4-FFF2-40B4-BE49-F238E27FC236}">
                <a16:creationId xmlns:a16="http://schemas.microsoft.com/office/drawing/2014/main" id="{FDD3410A-4E2B-4A09-A2B7-A73BDBB68649}"/>
              </a:ext>
            </a:extLst>
          </p:cNvPr>
          <p:cNvSpPr/>
          <p:nvPr userDrawn="1"/>
        </p:nvSpPr>
        <p:spPr>
          <a:xfrm>
            <a:off x="3102457" y="4531438"/>
            <a:ext cx="989152" cy="2064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tx1"/>
                </a:solidFill>
              </a:rPr>
              <a:t>교환 회수 완료</a:t>
            </a:r>
            <a:endParaRPr lang="ko-KR" altLang="en-US" sz="800" dirty="0">
              <a:solidFill>
                <a:schemeClr val="tx1"/>
              </a:solidFill>
            </a:endParaRPr>
          </a:p>
        </p:txBody>
      </p:sp>
      <p:sp>
        <p:nvSpPr>
          <p:cNvPr id="45" name="직사각형 44">
            <a:extLst>
              <a:ext uri="{FF2B5EF4-FFF2-40B4-BE49-F238E27FC236}">
                <a16:creationId xmlns:a16="http://schemas.microsoft.com/office/drawing/2014/main" id="{E9CF19B4-F47F-490C-A4DD-A0A82EB8B830}"/>
              </a:ext>
            </a:extLst>
          </p:cNvPr>
          <p:cNvSpPr/>
          <p:nvPr userDrawn="1"/>
        </p:nvSpPr>
        <p:spPr>
          <a:xfrm>
            <a:off x="6042086" y="4531435"/>
            <a:ext cx="697165" cy="206477"/>
          </a:xfrm>
          <a:prstGeom prst="rect">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반품 전환</a:t>
            </a:r>
          </a:p>
        </p:txBody>
      </p:sp>
      <p:sp>
        <p:nvSpPr>
          <p:cNvPr id="46" name="직사각형 45">
            <a:extLst>
              <a:ext uri="{FF2B5EF4-FFF2-40B4-BE49-F238E27FC236}">
                <a16:creationId xmlns:a16="http://schemas.microsoft.com/office/drawing/2014/main" id="{3FAF49E6-994B-4F2F-966F-CAC4B26FEA47}"/>
              </a:ext>
            </a:extLst>
          </p:cNvPr>
          <p:cNvSpPr/>
          <p:nvPr userDrawn="1"/>
        </p:nvSpPr>
        <p:spPr>
          <a:xfrm>
            <a:off x="4896634" y="4531436"/>
            <a:ext cx="1091435" cy="206477"/>
          </a:xfrm>
          <a:prstGeom prst="rect">
            <a:avLst/>
          </a:prstGeom>
          <a:solidFill>
            <a:schemeClr val="tx1"/>
          </a:solid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교환 회수 후 보류</a:t>
            </a:r>
          </a:p>
        </p:txBody>
      </p:sp>
      <p:sp>
        <p:nvSpPr>
          <p:cNvPr id="47" name="직사각형 46">
            <a:extLst>
              <a:ext uri="{FF2B5EF4-FFF2-40B4-BE49-F238E27FC236}">
                <a16:creationId xmlns:a16="http://schemas.microsoft.com/office/drawing/2014/main" id="{4A43FF8A-2F9F-47EF-8ADF-12F15A46ED5B}"/>
              </a:ext>
            </a:extLst>
          </p:cNvPr>
          <p:cNvSpPr/>
          <p:nvPr userDrawn="1"/>
        </p:nvSpPr>
        <p:spPr>
          <a:xfrm>
            <a:off x="7540854" y="4532900"/>
            <a:ext cx="697165" cy="2064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송장수정</a:t>
            </a:r>
          </a:p>
        </p:txBody>
      </p:sp>
    </p:spTree>
    <p:extLst>
      <p:ext uri="{BB962C8B-B14F-4D97-AF65-F5344CB8AC3E}">
        <p14:creationId xmlns:p14="http://schemas.microsoft.com/office/powerpoint/2010/main" val="4030735094"/>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컨테이너 자사상품등록 기본틀">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C457E287-760E-4AAD-8F64-E7C6A653A135}"/>
              </a:ext>
            </a:extLst>
          </p:cNvPr>
          <p:cNvSpPr/>
          <p:nvPr userDrawn="1"/>
        </p:nvSpPr>
        <p:spPr>
          <a:xfrm>
            <a:off x="33614" y="40343"/>
            <a:ext cx="10078574" cy="14325362"/>
          </a:xfrm>
          <a:prstGeom prst="rect">
            <a:avLst/>
          </a:prstGeom>
          <a:solidFill>
            <a:schemeClr val="bg1"/>
          </a:solid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5EA89718-E912-4BD6-B40A-9C5885AA39C1}"/>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7CABEFA7-B735-428B-A7CE-7F783EE5914C}"/>
              </a:ext>
            </a:extLst>
          </p:cNvPr>
          <p:cNvSpPr/>
          <p:nvPr userDrawn="1"/>
        </p:nvSpPr>
        <p:spPr>
          <a:xfrm>
            <a:off x="108568" y="10805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6" name="직사각형 5">
            <a:extLst>
              <a:ext uri="{FF2B5EF4-FFF2-40B4-BE49-F238E27FC236}">
                <a16:creationId xmlns:a16="http://schemas.microsoft.com/office/drawing/2014/main" id="{2B50178F-650F-4926-B6A5-589BDB0E6B54}"/>
              </a:ext>
            </a:extLst>
          </p:cNvPr>
          <p:cNvSpPr/>
          <p:nvPr userDrawn="1"/>
        </p:nvSpPr>
        <p:spPr>
          <a:xfrm>
            <a:off x="8029664" y="107186"/>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graphicFrame>
        <p:nvGraphicFramePr>
          <p:cNvPr id="34" name="표 33">
            <a:extLst>
              <a:ext uri="{FF2B5EF4-FFF2-40B4-BE49-F238E27FC236}">
                <a16:creationId xmlns:a16="http://schemas.microsoft.com/office/drawing/2014/main" id="{C4EA4BB5-787D-4B40-A7D0-173064DBA037}"/>
              </a:ext>
            </a:extLst>
          </p:cNvPr>
          <p:cNvGraphicFramePr>
            <a:graphicFrameLocks noGrp="1"/>
          </p:cNvGraphicFramePr>
          <p:nvPr userDrawn="1">
            <p:extLst>
              <p:ext uri="{D42A27DB-BD31-4B8C-83A1-F6EECF244321}">
                <p14:modId xmlns:p14="http://schemas.microsoft.com/office/powerpoint/2010/main" val="2242974281"/>
              </p:ext>
            </p:extLst>
          </p:nvPr>
        </p:nvGraphicFramePr>
        <p:xfrm>
          <a:off x="125632" y="2031060"/>
          <a:ext cx="9943899" cy="21336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목록 이미지 </a:t>
                      </a:r>
                      <a:r>
                        <a:rPr lang="en-US" altLang="ko-KR" sz="800" b="0" dirty="0">
                          <a:solidFill>
                            <a:schemeClr val="tx1"/>
                          </a:solidFill>
                        </a:rPr>
                        <a:t>( Max 5 )</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graphicFrame>
        <p:nvGraphicFramePr>
          <p:cNvPr id="35" name="표 34">
            <a:extLst>
              <a:ext uri="{FF2B5EF4-FFF2-40B4-BE49-F238E27FC236}">
                <a16:creationId xmlns:a16="http://schemas.microsoft.com/office/drawing/2014/main" id="{6B510CBF-AEEE-42C2-B01D-382C9924646A}"/>
              </a:ext>
            </a:extLst>
          </p:cNvPr>
          <p:cNvGraphicFramePr>
            <a:graphicFrameLocks noGrp="1"/>
          </p:cNvGraphicFramePr>
          <p:nvPr userDrawn="1">
            <p:extLst>
              <p:ext uri="{D42A27DB-BD31-4B8C-83A1-F6EECF244321}">
                <p14:modId xmlns:p14="http://schemas.microsoft.com/office/powerpoint/2010/main" val="2442965194"/>
              </p:ext>
            </p:extLst>
          </p:nvPr>
        </p:nvGraphicFramePr>
        <p:xfrm>
          <a:off x="125632" y="728842"/>
          <a:ext cx="9943899" cy="85344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3780430">
                  <a:extLst>
                    <a:ext uri="{9D8B030D-6E8A-4147-A177-3AD203B41FA5}">
                      <a16:colId xmlns:a16="http://schemas.microsoft.com/office/drawing/2014/main" val="20001"/>
                    </a:ext>
                  </a:extLst>
                </a:gridCol>
                <a:gridCol w="1295703">
                  <a:extLst>
                    <a:ext uri="{9D8B030D-6E8A-4147-A177-3AD203B41FA5}">
                      <a16:colId xmlns:a16="http://schemas.microsoft.com/office/drawing/2014/main" val="4010982125"/>
                    </a:ext>
                  </a:extLst>
                </a:gridCol>
                <a:gridCol w="3662741">
                  <a:extLst>
                    <a:ext uri="{9D8B030D-6E8A-4147-A177-3AD203B41FA5}">
                      <a16:colId xmlns:a16="http://schemas.microsoft.com/office/drawing/2014/main" val="2646234070"/>
                    </a:ext>
                  </a:extLst>
                </a:gridCol>
              </a:tblGrid>
              <a:tr h="0">
                <a:tc>
                  <a:txBody>
                    <a:bodyPr/>
                    <a:lstStyle/>
                    <a:p>
                      <a:pPr latinLnBrk="1"/>
                      <a:r>
                        <a:rPr lang="ko-KR" altLang="en-US" sz="800" b="0"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Me9-2024-099833</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상품상태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t>
                      </a:r>
                      <a:r>
                        <a:rPr lang="ko-KR" altLang="en-US" sz="800" b="0" i="0" u="none" strike="noStrike" dirty="0">
                          <a:solidFill>
                            <a:srgbClr val="000000"/>
                          </a:solidFill>
                          <a:effectLst/>
                          <a:latin typeface="+mn-lt"/>
                        </a:rPr>
                        <a:t> 판매   ● 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상품분류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latinLnBrk="1"/>
                      <a:r>
                        <a:rPr lang="ko-KR" altLang="en-US" sz="800" b="0"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latinLnBrk="1"/>
                      <a:r>
                        <a:rPr lang="ko-KR" altLang="en-US" sz="800" b="0" dirty="0">
                          <a:solidFill>
                            <a:schemeClr val="tx1"/>
                          </a:solidFill>
                        </a:rPr>
                        <a:t>상품가격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a:t>
                      </a:r>
                      <a:r>
                        <a:rPr lang="ko-KR" altLang="en-US" sz="800" b="0" i="0" u="none" strike="noStrike" dirty="0">
                          <a:solidFill>
                            <a:srgbClr val="000000"/>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기본금액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a:t>
                      </a:r>
                      <a:r>
                        <a:rPr lang="ko-KR" altLang="en-US" sz="800" b="0" i="0" u="none" strike="noStrike" dirty="0">
                          <a:solidFill>
                            <a:srgbClr val="000000"/>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021316242"/>
                  </a:ext>
                </a:extLst>
              </a:tr>
            </a:tbl>
          </a:graphicData>
        </a:graphic>
      </p:graphicFrame>
      <p:grpSp>
        <p:nvGrpSpPr>
          <p:cNvPr id="36" name="그룹 35">
            <a:extLst>
              <a:ext uri="{FF2B5EF4-FFF2-40B4-BE49-F238E27FC236}">
                <a16:creationId xmlns:a16="http://schemas.microsoft.com/office/drawing/2014/main" id="{2183DA36-6354-4768-BF84-0026CD070F52}"/>
              </a:ext>
            </a:extLst>
          </p:cNvPr>
          <p:cNvGrpSpPr/>
          <p:nvPr userDrawn="1"/>
        </p:nvGrpSpPr>
        <p:grpSpPr>
          <a:xfrm>
            <a:off x="1419829" y="2082259"/>
            <a:ext cx="2089400" cy="120097"/>
            <a:chOff x="5148065" y="1124744"/>
            <a:chExt cx="2089400" cy="192328"/>
          </a:xfrm>
        </p:grpSpPr>
        <p:sp>
          <p:nvSpPr>
            <p:cNvPr id="37" name="직사각형 36">
              <a:extLst>
                <a:ext uri="{FF2B5EF4-FFF2-40B4-BE49-F238E27FC236}">
                  <a16:creationId xmlns:a16="http://schemas.microsoft.com/office/drawing/2014/main" id="{30DE86B7-4D15-42A4-8618-8E705A2C83DE}"/>
                </a:ext>
              </a:extLst>
            </p:cNvPr>
            <p:cNvSpPr/>
            <p:nvPr/>
          </p:nvSpPr>
          <p:spPr>
            <a:xfrm>
              <a:off x="5148065" y="1124744"/>
              <a:ext cx="1368151"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38" name="직사각형 37">
              <a:extLst>
                <a:ext uri="{FF2B5EF4-FFF2-40B4-BE49-F238E27FC236}">
                  <a16:creationId xmlns:a16="http://schemas.microsoft.com/office/drawing/2014/main" id="{6C20DA41-8E6F-4263-97B3-4FC095E996A5}"/>
                </a:ext>
              </a:extLst>
            </p:cNvPr>
            <p:cNvSpPr/>
            <p:nvPr/>
          </p:nvSpPr>
          <p:spPr>
            <a:xfrm>
              <a:off x="6516216" y="112474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endParaRPr lang="en-US" altLang="ko-KR" sz="800" dirty="0">
                <a:solidFill>
                  <a:schemeClr val="bg1"/>
                </a:solidFill>
              </a:endParaRPr>
            </a:p>
          </p:txBody>
        </p:sp>
      </p:grpSp>
      <p:sp>
        <p:nvSpPr>
          <p:cNvPr id="39" name="TextBox 38">
            <a:extLst>
              <a:ext uri="{FF2B5EF4-FFF2-40B4-BE49-F238E27FC236}">
                <a16:creationId xmlns:a16="http://schemas.microsoft.com/office/drawing/2014/main" id="{3C4A7246-3511-4783-B429-1F2172DA4F42}"/>
              </a:ext>
            </a:extLst>
          </p:cNvPr>
          <p:cNvSpPr txBox="1"/>
          <p:nvPr userDrawn="1"/>
        </p:nvSpPr>
        <p:spPr>
          <a:xfrm>
            <a:off x="3606788" y="2032727"/>
            <a:ext cx="1560042" cy="230832"/>
          </a:xfrm>
          <a:prstGeom prst="rect">
            <a:avLst/>
          </a:prstGeom>
          <a:noFill/>
        </p:spPr>
        <p:txBody>
          <a:bodyPr wrap="none" rtlCol="0">
            <a:spAutoFit/>
          </a:bodyPr>
          <a:lstStyle/>
          <a:p>
            <a:r>
              <a:rPr lang="ko-KR" altLang="en-US" sz="900" dirty="0"/>
              <a:t>최적사이즈 </a:t>
            </a:r>
            <a:r>
              <a:rPr lang="en-US" altLang="ko-KR" sz="900" dirty="0"/>
              <a:t>000px * 000px</a:t>
            </a:r>
            <a:endParaRPr lang="ko-KR" altLang="en-US" sz="900" dirty="0"/>
          </a:p>
        </p:txBody>
      </p:sp>
      <p:sp>
        <p:nvSpPr>
          <p:cNvPr id="40" name="TextBox 39">
            <a:extLst>
              <a:ext uri="{FF2B5EF4-FFF2-40B4-BE49-F238E27FC236}">
                <a16:creationId xmlns:a16="http://schemas.microsoft.com/office/drawing/2014/main" id="{90FAB11E-6C40-497C-8A1C-4D5988548B88}"/>
              </a:ext>
            </a:extLst>
          </p:cNvPr>
          <p:cNvSpPr txBox="1"/>
          <p:nvPr userDrawn="1"/>
        </p:nvSpPr>
        <p:spPr>
          <a:xfrm>
            <a:off x="67275" y="498010"/>
            <a:ext cx="1072730"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기본정보</a:t>
            </a:r>
            <a:endParaRPr lang="ko-KR" altLang="en-US" sz="900" dirty="0"/>
          </a:p>
        </p:txBody>
      </p:sp>
      <p:sp>
        <p:nvSpPr>
          <p:cNvPr id="41" name="직사각형 40">
            <a:extLst>
              <a:ext uri="{FF2B5EF4-FFF2-40B4-BE49-F238E27FC236}">
                <a16:creationId xmlns:a16="http://schemas.microsoft.com/office/drawing/2014/main" id="{23D54083-EFFA-4C91-8199-3EE31E9A290F}"/>
              </a:ext>
            </a:extLst>
          </p:cNvPr>
          <p:cNvSpPr/>
          <p:nvPr userDrawn="1"/>
        </p:nvSpPr>
        <p:spPr>
          <a:xfrm>
            <a:off x="5278037" y="2063643"/>
            <a:ext cx="721249" cy="154747"/>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추가하기</a:t>
            </a:r>
            <a:endParaRPr lang="en-US" altLang="ko-KR" sz="800" dirty="0">
              <a:solidFill>
                <a:schemeClr val="bg1"/>
              </a:solidFill>
            </a:endParaRPr>
          </a:p>
        </p:txBody>
      </p:sp>
      <p:grpSp>
        <p:nvGrpSpPr>
          <p:cNvPr id="42" name="그룹 41">
            <a:extLst>
              <a:ext uri="{FF2B5EF4-FFF2-40B4-BE49-F238E27FC236}">
                <a16:creationId xmlns:a16="http://schemas.microsoft.com/office/drawing/2014/main" id="{3F2A1F67-9B6B-428A-9685-5277A71E202F}"/>
              </a:ext>
            </a:extLst>
          </p:cNvPr>
          <p:cNvGrpSpPr/>
          <p:nvPr userDrawn="1"/>
        </p:nvGrpSpPr>
        <p:grpSpPr>
          <a:xfrm>
            <a:off x="1414155" y="977395"/>
            <a:ext cx="3372978" cy="142974"/>
            <a:chOff x="889678" y="2192622"/>
            <a:chExt cx="2522315" cy="192328"/>
          </a:xfrm>
        </p:grpSpPr>
        <p:sp>
          <p:nvSpPr>
            <p:cNvPr id="43" name="직사각형 42">
              <a:extLst>
                <a:ext uri="{FF2B5EF4-FFF2-40B4-BE49-F238E27FC236}">
                  <a16:creationId xmlns:a16="http://schemas.microsoft.com/office/drawing/2014/main" id="{B0AFBE17-CF7F-4DF5-B4A4-1ABCC3561B9F}"/>
                </a:ext>
              </a:extLst>
            </p:cNvPr>
            <p:cNvSpPr/>
            <p:nvPr/>
          </p:nvSpPr>
          <p:spPr>
            <a:xfrm>
              <a:off x="889678"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44" name="직사각형 43">
              <a:extLst>
                <a:ext uri="{FF2B5EF4-FFF2-40B4-BE49-F238E27FC236}">
                  <a16:creationId xmlns:a16="http://schemas.microsoft.com/office/drawing/2014/main" id="{E05F3A69-CCFE-46BB-98DE-47B01C9C557E}"/>
                </a:ext>
              </a:extLst>
            </p:cNvPr>
            <p:cNvSpPr/>
            <p:nvPr/>
          </p:nvSpPr>
          <p:spPr>
            <a:xfrm>
              <a:off x="1751471"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sp>
          <p:nvSpPr>
            <p:cNvPr id="45" name="직사각형 44">
              <a:extLst>
                <a:ext uri="{FF2B5EF4-FFF2-40B4-BE49-F238E27FC236}">
                  <a16:creationId xmlns:a16="http://schemas.microsoft.com/office/drawing/2014/main" id="{9CE7D5B2-9EA7-4E15-B202-33D33F7A4D1C}"/>
                </a:ext>
              </a:extLst>
            </p:cNvPr>
            <p:cNvSpPr/>
            <p:nvPr/>
          </p:nvSpPr>
          <p:spPr>
            <a:xfrm>
              <a:off x="2619904"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소분류 ▼</a:t>
              </a:r>
              <a:endParaRPr lang="en-US" altLang="ko-KR" sz="800" dirty="0">
                <a:solidFill>
                  <a:schemeClr val="tx1">
                    <a:lumMod val="50000"/>
                    <a:lumOff val="50000"/>
                  </a:schemeClr>
                </a:solidFill>
              </a:endParaRPr>
            </a:p>
          </p:txBody>
        </p:sp>
      </p:grpSp>
      <p:sp>
        <p:nvSpPr>
          <p:cNvPr id="46" name="직사각형 45">
            <a:extLst>
              <a:ext uri="{FF2B5EF4-FFF2-40B4-BE49-F238E27FC236}">
                <a16:creationId xmlns:a16="http://schemas.microsoft.com/office/drawing/2014/main" id="{C20C58B1-86C9-4511-80A8-BAE306E3A62C}"/>
              </a:ext>
            </a:extLst>
          </p:cNvPr>
          <p:cNvSpPr/>
          <p:nvPr userDrawn="1"/>
        </p:nvSpPr>
        <p:spPr>
          <a:xfrm>
            <a:off x="1414155" y="1177620"/>
            <a:ext cx="8535063"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47" name="직사각형 46">
            <a:extLst>
              <a:ext uri="{FF2B5EF4-FFF2-40B4-BE49-F238E27FC236}">
                <a16:creationId xmlns:a16="http://schemas.microsoft.com/office/drawing/2014/main" id="{1A448CD3-54A4-4433-A7A8-9BC9EEF1B947}"/>
              </a:ext>
            </a:extLst>
          </p:cNvPr>
          <p:cNvSpPr/>
          <p:nvPr userDrawn="1"/>
        </p:nvSpPr>
        <p:spPr>
          <a:xfrm>
            <a:off x="1419829" y="1396333"/>
            <a:ext cx="1587689"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1,000</a:t>
            </a:r>
          </a:p>
        </p:txBody>
      </p:sp>
      <p:sp>
        <p:nvSpPr>
          <p:cNvPr id="48" name="TextBox 47">
            <a:extLst>
              <a:ext uri="{FF2B5EF4-FFF2-40B4-BE49-F238E27FC236}">
                <a16:creationId xmlns:a16="http://schemas.microsoft.com/office/drawing/2014/main" id="{408661A3-39FF-423F-83FF-E3ED7A02C68C}"/>
              </a:ext>
            </a:extLst>
          </p:cNvPr>
          <p:cNvSpPr txBox="1"/>
          <p:nvPr userDrawn="1"/>
        </p:nvSpPr>
        <p:spPr>
          <a:xfrm>
            <a:off x="67275" y="1770894"/>
            <a:ext cx="1228221"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목록 이미지</a:t>
            </a:r>
            <a:endParaRPr lang="ko-KR" altLang="en-US" sz="900" dirty="0"/>
          </a:p>
        </p:txBody>
      </p:sp>
      <p:graphicFrame>
        <p:nvGraphicFramePr>
          <p:cNvPr id="49" name="표 48">
            <a:extLst>
              <a:ext uri="{FF2B5EF4-FFF2-40B4-BE49-F238E27FC236}">
                <a16:creationId xmlns:a16="http://schemas.microsoft.com/office/drawing/2014/main" id="{4CCCF107-58A5-4EAD-BC58-0CDEF5950F68}"/>
              </a:ext>
            </a:extLst>
          </p:cNvPr>
          <p:cNvGraphicFramePr>
            <a:graphicFrameLocks noGrp="1"/>
          </p:cNvGraphicFramePr>
          <p:nvPr userDrawn="1">
            <p:extLst>
              <p:ext uri="{D42A27DB-BD31-4B8C-83A1-F6EECF244321}">
                <p14:modId xmlns:p14="http://schemas.microsoft.com/office/powerpoint/2010/main" val="244973760"/>
              </p:ext>
            </p:extLst>
          </p:nvPr>
        </p:nvGraphicFramePr>
        <p:xfrm>
          <a:off x="125632" y="6916945"/>
          <a:ext cx="9943899" cy="64008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8738874">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과세구분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과세        ○면세         ○영세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425068108"/>
                  </a:ext>
                </a:extLst>
              </a:tr>
              <a:tr h="0">
                <a:tc>
                  <a:txBody>
                    <a:bodyPr/>
                    <a:lstStyle/>
                    <a:p>
                      <a:pPr latinLnBrk="1"/>
                      <a:r>
                        <a:rPr lang="ko-KR" altLang="en-US" sz="800" b="0" dirty="0">
                          <a:solidFill>
                            <a:schemeClr val="tx1"/>
                          </a:solidFill>
                        </a:rPr>
                        <a:t>공유구분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공유상품   □ 제휴상품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0991833"/>
                  </a:ext>
                </a:extLst>
              </a:tr>
              <a:tr h="0">
                <a:tc>
                  <a:txBody>
                    <a:bodyPr/>
                    <a:lstStyle/>
                    <a:p>
                      <a:pPr latinLnBrk="1"/>
                      <a:r>
                        <a:rPr lang="ko-KR" altLang="en-US" sz="800" b="0" dirty="0">
                          <a:solidFill>
                            <a:schemeClr val="tx1"/>
                          </a:solidFill>
                        </a:rPr>
                        <a:t>구매제한수량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미사용      ○ 사용      </a:t>
                      </a:r>
                      <a:r>
                        <a:rPr lang="ko-KR" altLang="en-US" sz="700" b="0" i="0" u="none" strike="noStrike" dirty="0">
                          <a:solidFill>
                            <a:schemeClr val="bg1">
                              <a:lumMod val="50000"/>
                            </a:schemeClr>
                          </a:solidFill>
                          <a:effectLst/>
                          <a:latin typeface="+mn-lt"/>
                        </a:rPr>
                        <a:t>ⓘ</a:t>
                      </a:r>
                      <a:r>
                        <a:rPr lang="en-US" altLang="ko-KR" sz="700" b="0" i="0" u="none" strike="noStrike" dirty="0">
                          <a:solidFill>
                            <a:schemeClr val="bg1">
                              <a:lumMod val="50000"/>
                            </a:schemeClr>
                          </a:solidFill>
                          <a:effectLst/>
                          <a:latin typeface="+mn-lt"/>
                        </a:rPr>
                        <a:t> 1</a:t>
                      </a:r>
                      <a:r>
                        <a:rPr lang="ko-KR" altLang="en-US" sz="700" b="0" i="0" u="none" strike="noStrike" dirty="0">
                          <a:solidFill>
                            <a:schemeClr val="bg1">
                              <a:lumMod val="50000"/>
                            </a:schemeClr>
                          </a:solidFill>
                          <a:effectLst/>
                          <a:latin typeface="+mn-lt"/>
                        </a:rPr>
                        <a:t>회 </a:t>
                      </a:r>
                      <a:r>
                        <a:rPr lang="ko-KR" altLang="en-US" sz="700" b="0" i="0" u="none" strike="noStrike" dirty="0" err="1">
                          <a:solidFill>
                            <a:schemeClr val="bg1">
                              <a:lumMod val="50000"/>
                            </a:schemeClr>
                          </a:solidFill>
                          <a:effectLst/>
                          <a:latin typeface="+mn-lt"/>
                        </a:rPr>
                        <a:t>구매시</a:t>
                      </a:r>
                      <a:r>
                        <a:rPr lang="ko-KR" altLang="en-US" sz="700" b="0" i="0" u="none" strike="noStrike" dirty="0">
                          <a:solidFill>
                            <a:schemeClr val="bg1">
                              <a:lumMod val="50000"/>
                            </a:schemeClr>
                          </a:solidFill>
                          <a:effectLst/>
                          <a:latin typeface="+mn-lt"/>
                        </a:rPr>
                        <a:t> 최소 또는 최대 구매 수량을 제한 할 수 있습니다</a:t>
                      </a:r>
                      <a:r>
                        <a:rPr lang="en-US" altLang="ko-KR" sz="700" b="0" i="0" u="none" strike="noStrike" dirty="0">
                          <a:solidFill>
                            <a:schemeClr val="bg1">
                              <a:lumMod val="50000"/>
                            </a:schemeClr>
                          </a:solidFill>
                          <a:effectLst/>
                          <a:latin typeface="+mn-lt"/>
                        </a:rPr>
                        <a:t>.</a:t>
                      </a:r>
                      <a:endParaRPr lang="en-US" altLang="ko-KR" sz="7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bl>
          </a:graphicData>
        </a:graphic>
      </p:graphicFrame>
      <p:sp>
        <p:nvSpPr>
          <p:cNvPr id="50" name="TextBox 49">
            <a:extLst>
              <a:ext uri="{FF2B5EF4-FFF2-40B4-BE49-F238E27FC236}">
                <a16:creationId xmlns:a16="http://schemas.microsoft.com/office/drawing/2014/main" id="{55E12E3C-FCE4-4C50-8A63-88955F93F4B9}"/>
              </a:ext>
            </a:extLst>
          </p:cNvPr>
          <p:cNvSpPr txBox="1"/>
          <p:nvPr userDrawn="1"/>
        </p:nvSpPr>
        <p:spPr>
          <a:xfrm>
            <a:off x="67275" y="6588646"/>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제약 조건</a:t>
            </a:r>
            <a:endParaRPr lang="ko-KR" altLang="en-US" sz="900" dirty="0"/>
          </a:p>
        </p:txBody>
      </p:sp>
      <p:graphicFrame>
        <p:nvGraphicFramePr>
          <p:cNvPr id="52" name="표 51">
            <a:extLst>
              <a:ext uri="{FF2B5EF4-FFF2-40B4-BE49-F238E27FC236}">
                <a16:creationId xmlns:a16="http://schemas.microsoft.com/office/drawing/2014/main" id="{5DFE3075-C0C0-4DAD-BD7F-99089DC33C3F}"/>
              </a:ext>
            </a:extLst>
          </p:cNvPr>
          <p:cNvGraphicFramePr>
            <a:graphicFrameLocks noGrp="1"/>
          </p:cNvGraphicFramePr>
          <p:nvPr userDrawn="1">
            <p:extLst>
              <p:ext uri="{D42A27DB-BD31-4B8C-83A1-F6EECF244321}">
                <p14:modId xmlns:p14="http://schemas.microsoft.com/office/powerpoint/2010/main" val="280114292"/>
              </p:ext>
            </p:extLst>
          </p:nvPr>
        </p:nvGraphicFramePr>
        <p:xfrm>
          <a:off x="127243" y="5813492"/>
          <a:ext cx="9943899" cy="42672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재고사용 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미사용      ○ 사용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옵션선택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404085260"/>
                  </a:ext>
                </a:extLst>
              </a:tr>
            </a:tbl>
          </a:graphicData>
        </a:graphic>
      </p:graphicFrame>
      <p:sp>
        <p:nvSpPr>
          <p:cNvPr id="53" name="TextBox 52">
            <a:extLst>
              <a:ext uri="{FF2B5EF4-FFF2-40B4-BE49-F238E27FC236}">
                <a16:creationId xmlns:a16="http://schemas.microsoft.com/office/drawing/2014/main" id="{6DC9111A-F6BA-4CB5-AF0C-DA1B8354204E}"/>
              </a:ext>
            </a:extLst>
          </p:cNvPr>
          <p:cNvSpPr txBox="1"/>
          <p:nvPr userDrawn="1"/>
        </p:nvSpPr>
        <p:spPr>
          <a:xfrm>
            <a:off x="67275" y="5521716"/>
            <a:ext cx="841897"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옵션</a:t>
            </a:r>
            <a:endParaRPr lang="ko-KR" altLang="en-US" sz="900" dirty="0"/>
          </a:p>
        </p:txBody>
      </p:sp>
      <p:sp>
        <p:nvSpPr>
          <p:cNvPr id="54" name="TextBox 53">
            <a:extLst>
              <a:ext uri="{FF2B5EF4-FFF2-40B4-BE49-F238E27FC236}">
                <a16:creationId xmlns:a16="http://schemas.microsoft.com/office/drawing/2014/main" id="{3E8271DB-110E-4103-AAB7-11671476444F}"/>
              </a:ext>
            </a:extLst>
          </p:cNvPr>
          <p:cNvSpPr txBox="1"/>
          <p:nvPr userDrawn="1"/>
        </p:nvSpPr>
        <p:spPr>
          <a:xfrm>
            <a:off x="67274" y="2442829"/>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상세 설명</a:t>
            </a:r>
            <a:endParaRPr lang="ko-KR" altLang="en-US" sz="900" dirty="0"/>
          </a:p>
        </p:txBody>
      </p:sp>
      <p:graphicFrame>
        <p:nvGraphicFramePr>
          <p:cNvPr id="55" name="표 54">
            <a:extLst>
              <a:ext uri="{FF2B5EF4-FFF2-40B4-BE49-F238E27FC236}">
                <a16:creationId xmlns:a16="http://schemas.microsoft.com/office/drawing/2014/main" id="{C0BE3EB0-8ACB-4DF1-B90D-96720F663311}"/>
              </a:ext>
            </a:extLst>
          </p:cNvPr>
          <p:cNvGraphicFramePr>
            <a:graphicFrameLocks noGrp="1"/>
          </p:cNvGraphicFramePr>
          <p:nvPr userDrawn="1">
            <p:extLst>
              <p:ext uri="{D42A27DB-BD31-4B8C-83A1-F6EECF244321}">
                <p14:modId xmlns:p14="http://schemas.microsoft.com/office/powerpoint/2010/main" val="983010624"/>
              </p:ext>
            </p:extLst>
          </p:nvPr>
        </p:nvGraphicFramePr>
        <p:xfrm>
          <a:off x="125631" y="2703867"/>
          <a:ext cx="9943899" cy="213360"/>
        </p:xfrm>
        <a:graphic>
          <a:graphicData uri="http://schemas.openxmlformats.org/drawingml/2006/table">
            <a:tbl>
              <a:tblPr firstRow="1" bandRow="1">
                <a:tableStyleId>{5C22544A-7EE6-4342-B048-85BDC9FD1C3A}</a:tableStyleId>
              </a:tblPr>
              <a:tblGrid>
                <a:gridCol w="1201724">
                  <a:extLst>
                    <a:ext uri="{9D8B030D-6E8A-4147-A177-3AD203B41FA5}">
                      <a16:colId xmlns:a16="http://schemas.microsoft.com/office/drawing/2014/main" val="20000"/>
                    </a:ext>
                  </a:extLst>
                </a:gridCol>
                <a:gridCol w="8742175">
                  <a:extLst>
                    <a:ext uri="{9D8B030D-6E8A-4147-A177-3AD203B41FA5}">
                      <a16:colId xmlns:a16="http://schemas.microsoft.com/office/drawing/2014/main" val="20001"/>
                    </a:ext>
                  </a:extLst>
                </a:gridCol>
              </a:tblGrid>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상세정보 등록타입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이미지로 등록    </a:t>
                      </a:r>
                      <a:r>
                        <a:rPr lang="en-US" altLang="ko-KR" sz="800" b="0" dirty="0">
                          <a:solidFill>
                            <a:schemeClr val="tx1"/>
                          </a:solidFill>
                        </a:rPr>
                        <a:t>○ </a:t>
                      </a:r>
                      <a:r>
                        <a:rPr lang="ko-KR" altLang="en-US" sz="800" b="0" dirty="0">
                          <a:solidFill>
                            <a:schemeClr val="tx1"/>
                          </a:solidFill>
                        </a:rPr>
                        <a:t>텍스트로 등록</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graphicFrame>
        <p:nvGraphicFramePr>
          <p:cNvPr id="56" name="표 55">
            <a:extLst>
              <a:ext uri="{FF2B5EF4-FFF2-40B4-BE49-F238E27FC236}">
                <a16:creationId xmlns:a16="http://schemas.microsoft.com/office/drawing/2014/main" id="{B1B42EA9-E107-4283-971D-EFD4B1316B35}"/>
              </a:ext>
            </a:extLst>
          </p:cNvPr>
          <p:cNvGraphicFramePr>
            <a:graphicFrameLocks noGrp="1"/>
          </p:cNvGraphicFramePr>
          <p:nvPr userDrawn="1">
            <p:extLst>
              <p:ext uri="{D42A27DB-BD31-4B8C-83A1-F6EECF244321}">
                <p14:modId xmlns:p14="http://schemas.microsoft.com/office/powerpoint/2010/main" val="3785507122"/>
              </p:ext>
            </p:extLst>
          </p:nvPr>
        </p:nvGraphicFramePr>
        <p:xfrm>
          <a:off x="143578" y="9164099"/>
          <a:ext cx="9913121" cy="213360"/>
        </p:xfrm>
        <a:graphic>
          <a:graphicData uri="http://schemas.openxmlformats.org/drawingml/2006/table">
            <a:tbl>
              <a:tblPr firstRow="1" bandRow="1">
                <a:tableStyleId>{5C22544A-7EE6-4342-B048-85BDC9FD1C3A}</a:tableStyleId>
              </a:tblPr>
              <a:tblGrid>
                <a:gridCol w="1178320">
                  <a:extLst>
                    <a:ext uri="{9D8B030D-6E8A-4147-A177-3AD203B41FA5}">
                      <a16:colId xmlns:a16="http://schemas.microsoft.com/office/drawing/2014/main" val="20000"/>
                    </a:ext>
                  </a:extLst>
                </a:gridCol>
                <a:gridCol w="8734801">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발주 담당자 설정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a:t>
                      </a:r>
                      <a:r>
                        <a:rPr lang="ko-KR" altLang="en-US" sz="800" b="0" i="0" u="none" strike="noStrike" dirty="0" err="1">
                          <a:solidFill>
                            <a:srgbClr val="000000"/>
                          </a:solidFill>
                          <a:effectLst/>
                          <a:latin typeface="+mn-lt"/>
                        </a:rPr>
                        <a:t>설정안함</a:t>
                      </a:r>
                      <a:r>
                        <a:rPr lang="ko-KR" altLang="en-US" sz="800" b="0" i="0" u="none" strike="noStrike" dirty="0">
                          <a:solidFill>
                            <a:srgbClr val="000000"/>
                          </a:solidFill>
                          <a:effectLst/>
                          <a:latin typeface="+mn-lt"/>
                        </a:rPr>
                        <a:t>   ○ 설정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sp>
        <p:nvSpPr>
          <p:cNvPr id="57" name="TextBox 56">
            <a:extLst>
              <a:ext uri="{FF2B5EF4-FFF2-40B4-BE49-F238E27FC236}">
                <a16:creationId xmlns:a16="http://schemas.microsoft.com/office/drawing/2014/main" id="{D10AA798-3490-489F-91D0-322EFE11C775}"/>
              </a:ext>
            </a:extLst>
          </p:cNvPr>
          <p:cNvSpPr txBox="1"/>
          <p:nvPr userDrawn="1"/>
        </p:nvSpPr>
        <p:spPr>
          <a:xfrm>
            <a:off x="67274" y="8936584"/>
            <a:ext cx="1228221"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발주 담당자 정보</a:t>
            </a:r>
            <a:endParaRPr lang="ko-KR" altLang="en-US" sz="900" dirty="0"/>
          </a:p>
        </p:txBody>
      </p:sp>
      <p:sp>
        <p:nvSpPr>
          <p:cNvPr id="58" name="직사각형 57">
            <a:extLst>
              <a:ext uri="{FF2B5EF4-FFF2-40B4-BE49-F238E27FC236}">
                <a16:creationId xmlns:a16="http://schemas.microsoft.com/office/drawing/2014/main" id="{122B7734-79AB-450A-92C2-9A8976908347}"/>
              </a:ext>
            </a:extLst>
          </p:cNvPr>
          <p:cNvSpPr/>
          <p:nvPr userDrawn="1"/>
        </p:nvSpPr>
        <p:spPr>
          <a:xfrm>
            <a:off x="4504328" y="9625214"/>
            <a:ext cx="721249" cy="192328"/>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등록</a:t>
            </a:r>
            <a:endParaRPr lang="en-US" altLang="ko-KR" sz="800" dirty="0">
              <a:solidFill>
                <a:schemeClr val="bg1"/>
              </a:solidFill>
            </a:endParaRPr>
          </a:p>
        </p:txBody>
      </p:sp>
      <p:sp>
        <p:nvSpPr>
          <p:cNvPr id="59" name="직사각형 58">
            <a:extLst>
              <a:ext uri="{FF2B5EF4-FFF2-40B4-BE49-F238E27FC236}">
                <a16:creationId xmlns:a16="http://schemas.microsoft.com/office/drawing/2014/main" id="{DDF33ECD-A2D6-4C77-94D0-EBFF0D6A4A4D}"/>
              </a:ext>
            </a:extLst>
          </p:cNvPr>
          <p:cNvSpPr/>
          <p:nvPr userDrawn="1"/>
        </p:nvSpPr>
        <p:spPr>
          <a:xfrm>
            <a:off x="5374751" y="9619287"/>
            <a:ext cx="721249" cy="192328"/>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목록</a:t>
            </a:r>
            <a:endParaRPr lang="en-US" altLang="ko-KR" sz="800" dirty="0">
              <a:solidFill>
                <a:schemeClr val="bg1"/>
              </a:solidFill>
            </a:endParaRPr>
          </a:p>
        </p:txBody>
      </p:sp>
      <p:graphicFrame>
        <p:nvGraphicFramePr>
          <p:cNvPr id="60" name="표 59">
            <a:extLst>
              <a:ext uri="{FF2B5EF4-FFF2-40B4-BE49-F238E27FC236}">
                <a16:creationId xmlns:a16="http://schemas.microsoft.com/office/drawing/2014/main" id="{AFF4D9C0-2B31-4DD8-8CF9-BC9FF5C97543}"/>
              </a:ext>
            </a:extLst>
          </p:cNvPr>
          <p:cNvGraphicFramePr>
            <a:graphicFrameLocks noGrp="1"/>
          </p:cNvGraphicFramePr>
          <p:nvPr userDrawn="1">
            <p:extLst>
              <p:ext uri="{D42A27DB-BD31-4B8C-83A1-F6EECF244321}">
                <p14:modId xmlns:p14="http://schemas.microsoft.com/office/powerpoint/2010/main" val="2927275776"/>
              </p:ext>
            </p:extLst>
          </p:nvPr>
        </p:nvGraphicFramePr>
        <p:xfrm>
          <a:off x="125631" y="8320449"/>
          <a:ext cx="9943899" cy="21336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배송비 선택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61" name="직사각형 60">
            <a:extLst>
              <a:ext uri="{FF2B5EF4-FFF2-40B4-BE49-F238E27FC236}">
                <a16:creationId xmlns:a16="http://schemas.microsoft.com/office/drawing/2014/main" id="{D0DD7606-CDC2-494A-A7A5-2FCE726E2E0A}"/>
              </a:ext>
            </a:extLst>
          </p:cNvPr>
          <p:cNvSpPr/>
          <p:nvPr userDrawn="1"/>
        </p:nvSpPr>
        <p:spPr>
          <a:xfrm>
            <a:off x="1412543" y="8371842"/>
            <a:ext cx="1682050" cy="11779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무료배송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조건식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62" name="TextBox 61">
            <a:extLst>
              <a:ext uri="{FF2B5EF4-FFF2-40B4-BE49-F238E27FC236}">
                <a16:creationId xmlns:a16="http://schemas.microsoft.com/office/drawing/2014/main" id="{2548D37D-E44B-4B58-8A6A-6D716C7BB03F}"/>
              </a:ext>
            </a:extLst>
          </p:cNvPr>
          <p:cNvSpPr txBox="1"/>
          <p:nvPr userDrawn="1"/>
        </p:nvSpPr>
        <p:spPr>
          <a:xfrm>
            <a:off x="65663" y="8028673"/>
            <a:ext cx="95731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배송비 선택</a:t>
            </a:r>
            <a:endParaRPr lang="ko-KR" altLang="en-US" sz="900" dirty="0"/>
          </a:p>
        </p:txBody>
      </p:sp>
      <p:sp>
        <p:nvSpPr>
          <p:cNvPr id="63" name="직사각형 62">
            <a:extLst>
              <a:ext uri="{FF2B5EF4-FFF2-40B4-BE49-F238E27FC236}">
                <a16:creationId xmlns:a16="http://schemas.microsoft.com/office/drawing/2014/main" id="{9DEE8077-E328-49C0-ABCE-344666D05114}"/>
              </a:ext>
            </a:extLst>
          </p:cNvPr>
          <p:cNvSpPr/>
          <p:nvPr userDrawn="1"/>
        </p:nvSpPr>
        <p:spPr>
          <a:xfrm>
            <a:off x="1412543" y="6080144"/>
            <a:ext cx="1682050" cy="11779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옵션타입 선택                   ▼</a:t>
            </a:r>
            <a:endParaRPr lang="en-US" altLang="ko-KR" sz="800" dirty="0">
              <a:solidFill>
                <a:schemeClr val="tx1">
                  <a:lumMod val="50000"/>
                  <a:lumOff val="50000"/>
                </a:schemeClr>
              </a:solidFill>
            </a:endParaRPr>
          </a:p>
        </p:txBody>
      </p:sp>
      <p:sp>
        <p:nvSpPr>
          <p:cNvPr id="64" name="TextBox 63">
            <a:extLst>
              <a:ext uri="{FF2B5EF4-FFF2-40B4-BE49-F238E27FC236}">
                <a16:creationId xmlns:a16="http://schemas.microsoft.com/office/drawing/2014/main" id="{17D1FFF1-09B1-42B9-8942-012B0F80C448}"/>
              </a:ext>
            </a:extLst>
          </p:cNvPr>
          <p:cNvSpPr txBox="1"/>
          <p:nvPr userDrawn="1"/>
        </p:nvSpPr>
        <p:spPr>
          <a:xfrm>
            <a:off x="67274" y="3179235"/>
            <a:ext cx="1691489"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취소</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환불</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교환</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 안내 설정</a:t>
            </a:r>
            <a:endParaRPr lang="ko-KR" altLang="en-US" sz="900" dirty="0"/>
          </a:p>
        </p:txBody>
      </p:sp>
      <p:graphicFrame>
        <p:nvGraphicFramePr>
          <p:cNvPr id="65" name="표 64">
            <a:extLst>
              <a:ext uri="{FF2B5EF4-FFF2-40B4-BE49-F238E27FC236}">
                <a16:creationId xmlns:a16="http://schemas.microsoft.com/office/drawing/2014/main" id="{3FFFB2D8-4B49-4083-99DD-0FF7FFED5B14}"/>
              </a:ext>
            </a:extLst>
          </p:cNvPr>
          <p:cNvGraphicFramePr>
            <a:graphicFrameLocks noGrp="1"/>
          </p:cNvGraphicFramePr>
          <p:nvPr userDrawn="1">
            <p:extLst>
              <p:ext uri="{D42A27DB-BD31-4B8C-83A1-F6EECF244321}">
                <p14:modId xmlns:p14="http://schemas.microsoft.com/office/powerpoint/2010/main" val="1498528930"/>
              </p:ext>
            </p:extLst>
          </p:nvPr>
        </p:nvGraphicFramePr>
        <p:xfrm>
          <a:off x="125631" y="3440273"/>
          <a:ext cx="9943899" cy="1767840"/>
        </p:xfrm>
        <a:graphic>
          <a:graphicData uri="http://schemas.openxmlformats.org/drawingml/2006/table">
            <a:tbl>
              <a:tblPr firstRow="1" bandRow="1">
                <a:tableStyleId>{5C22544A-7EE6-4342-B048-85BDC9FD1C3A}</a:tableStyleId>
              </a:tblPr>
              <a:tblGrid>
                <a:gridCol w="1201724">
                  <a:extLst>
                    <a:ext uri="{9D8B030D-6E8A-4147-A177-3AD203B41FA5}">
                      <a16:colId xmlns:a16="http://schemas.microsoft.com/office/drawing/2014/main" val="20000"/>
                    </a:ext>
                  </a:extLst>
                </a:gridCol>
                <a:gridCol w="8742175">
                  <a:extLst>
                    <a:ext uri="{9D8B030D-6E8A-4147-A177-3AD203B41FA5}">
                      <a16:colId xmlns:a16="http://schemas.microsoft.com/office/drawing/2014/main" val="20001"/>
                    </a:ext>
                  </a:extLst>
                </a:gridCol>
              </a:tblGrid>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설정 정보 선택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취소</a:t>
                      </a:r>
                      <a:r>
                        <a:rPr lang="en-US" altLang="ko-KR" sz="800" b="0" dirty="0">
                          <a:solidFill>
                            <a:schemeClr val="tx1"/>
                          </a:solidFill>
                        </a:rPr>
                        <a:t>/</a:t>
                      </a:r>
                      <a:r>
                        <a:rPr lang="ko-KR" altLang="en-US" sz="800" b="0" dirty="0">
                          <a:solidFill>
                            <a:schemeClr val="tx1"/>
                          </a:solidFill>
                        </a:rPr>
                        <a:t>환불</a:t>
                      </a:r>
                      <a:r>
                        <a:rPr lang="en-US" altLang="ko-KR" sz="800" b="0" dirty="0">
                          <a:solidFill>
                            <a:schemeClr val="tx1"/>
                          </a:solidFill>
                        </a:rPr>
                        <a:t>(</a:t>
                      </a:r>
                      <a:r>
                        <a:rPr lang="ko-KR" altLang="en-US" sz="800" b="0" dirty="0">
                          <a:solidFill>
                            <a:schemeClr val="tx1"/>
                          </a:solidFill>
                        </a:rPr>
                        <a:t>교환</a:t>
                      </a:r>
                      <a:r>
                        <a:rPr lang="en-US" altLang="ko-KR" sz="800" b="0" dirty="0">
                          <a:solidFill>
                            <a:schemeClr val="tx1"/>
                          </a:solidFill>
                        </a:rPr>
                        <a:t>)</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안내 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35177375"/>
                  </a:ext>
                </a:extLst>
              </a:tr>
            </a:tbl>
          </a:graphicData>
        </a:graphic>
      </p:graphicFrame>
      <p:sp>
        <p:nvSpPr>
          <p:cNvPr id="66" name="직사각형 65">
            <a:extLst>
              <a:ext uri="{FF2B5EF4-FFF2-40B4-BE49-F238E27FC236}">
                <a16:creationId xmlns:a16="http://schemas.microsoft.com/office/drawing/2014/main" id="{45920D51-0A47-482E-BB76-4B359D3A6234}"/>
              </a:ext>
            </a:extLst>
          </p:cNvPr>
          <p:cNvSpPr/>
          <p:nvPr userDrawn="1"/>
        </p:nvSpPr>
        <p:spPr>
          <a:xfrm>
            <a:off x="1402115" y="3471605"/>
            <a:ext cx="1682050" cy="15726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기본 정보                        ▼</a:t>
            </a:r>
            <a:endParaRPr lang="en-US" altLang="ko-KR" sz="800" dirty="0">
              <a:solidFill>
                <a:schemeClr val="tx1">
                  <a:lumMod val="50000"/>
                  <a:lumOff val="50000"/>
                </a:schemeClr>
              </a:solidFill>
            </a:endParaRPr>
          </a:p>
        </p:txBody>
      </p:sp>
      <p:grpSp>
        <p:nvGrpSpPr>
          <p:cNvPr id="67" name="그룹 66">
            <a:extLst>
              <a:ext uri="{FF2B5EF4-FFF2-40B4-BE49-F238E27FC236}">
                <a16:creationId xmlns:a16="http://schemas.microsoft.com/office/drawing/2014/main" id="{47350D78-EA0F-4AB1-B834-7CAAAF160671}"/>
              </a:ext>
            </a:extLst>
          </p:cNvPr>
          <p:cNvGrpSpPr/>
          <p:nvPr userDrawn="1"/>
        </p:nvGrpSpPr>
        <p:grpSpPr>
          <a:xfrm>
            <a:off x="1402115" y="3705045"/>
            <a:ext cx="4950461" cy="218296"/>
            <a:chOff x="1557338" y="3290888"/>
            <a:chExt cx="6264166" cy="276225"/>
          </a:xfrm>
        </p:grpSpPr>
        <p:pic>
          <p:nvPicPr>
            <p:cNvPr id="68" name="Picture 2">
              <a:extLst>
                <a:ext uri="{FF2B5EF4-FFF2-40B4-BE49-F238E27FC236}">
                  <a16:creationId xmlns:a16="http://schemas.microsoft.com/office/drawing/2014/main" id="{16B21B41-2B55-4B7E-819A-359E9D7C0A6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57338" y="3290888"/>
              <a:ext cx="6029325" cy="2762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9" name="Picture 3">
              <a:extLst>
                <a:ext uri="{FF2B5EF4-FFF2-40B4-BE49-F238E27FC236}">
                  <a16:creationId xmlns:a16="http://schemas.microsoft.com/office/drawing/2014/main" id="{E60683BA-267E-4A82-BBAC-601555F547B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92904" y="3310319"/>
              <a:ext cx="228600" cy="2190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70" name="직사각형 69">
            <a:extLst>
              <a:ext uri="{FF2B5EF4-FFF2-40B4-BE49-F238E27FC236}">
                <a16:creationId xmlns:a16="http://schemas.microsoft.com/office/drawing/2014/main" id="{16AE59EE-A1DE-419C-9E80-4A8EE68E4A22}"/>
              </a:ext>
            </a:extLst>
          </p:cNvPr>
          <p:cNvSpPr/>
          <p:nvPr userDrawn="1"/>
        </p:nvSpPr>
        <p:spPr>
          <a:xfrm>
            <a:off x="1402115" y="3705045"/>
            <a:ext cx="7465939" cy="1399268"/>
          </a:xfrm>
          <a:prstGeom prst="rect">
            <a:avLst/>
          </a:prstGeom>
          <a:no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800929337"/>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자사상품 목록">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921AF85A-7D13-4C4E-83CB-227F7E690847}"/>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E375F272-07AA-459A-BDBE-07CE3C7BF4DE}"/>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B4BF5857-37DF-4274-890C-793F636076F6}"/>
              </a:ext>
            </a:extLst>
          </p:cNvPr>
          <p:cNvSpPr/>
          <p:nvPr userDrawn="1"/>
        </p:nvSpPr>
        <p:spPr>
          <a:xfrm>
            <a:off x="108568" y="10805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6" name="직사각형 5">
            <a:extLst>
              <a:ext uri="{FF2B5EF4-FFF2-40B4-BE49-F238E27FC236}">
                <a16:creationId xmlns:a16="http://schemas.microsoft.com/office/drawing/2014/main" id="{B2398B78-E545-4F22-96B3-6E4B16ECCC46}"/>
              </a:ext>
            </a:extLst>
          </p:cNvPr>
          <p:cNvSpPr/>
          <p:nvPr userDrawn="1"/>
        </p:nvSpPr>
        <p:spPr>
          <a:xfrm>
            <a:off x="8029664" y="107186"/>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
        <p:nvSpPr>
          <p:cNvPr id="7" name="직사각형 6">
            <a:extLst>
              <a:ext uri="{FF2B5EF4-FFF2-40B4-BE49-F238E27FC236}">
                <a16:creationId xmlns:a16="http://schemas.microsoft.com/office/drawing/2014/main" id="{84C6D08F-4D86-4F2B-BA28-700CE6A06DD9}"/>
              </a:ext>
            </a:extLst>
          </p:cNvPr>
          <p:cNvSpPr/>
          <p:nvPr userDrawn="1"/>
        </p:nvSpPr>
        <p:spPr>
          <a:xfrm>
            <a:off x="1349724" y="570864"/>
            <a:ext cx="693212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8" name="직사각형 7">
            <a:extLst>
              <a:ext uri="{FF2B5EF4-FFF2-40B4-BE49-F238E27FC236}">
                <a16:creationId xmlns:a16="http://schemas.microsoft.com/office/drawing/2014/main" id="{60423D29-556C-4E03-9CEE-2817D2BA9C99}"/>
              </a:ext>
            </a:extLst>
          </p:cNvPr>
          <p:cNvSpPr/>
          <p:nvPr userDrawn="1"/>
        </p:nvSpPr>
        <p:spPr>
          <a:xfrm>
            <a:off x="9271395" y="559383"/>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endParaRPr lang="en-US" altLang="ko-KR" sz="800" dirty="0">
              <a:solidFill>
                <a:schemeClr val="bg1"/>
              </a:solidFill>
            </a:endParaRPr>
          </a:p>
        </p:txBody>
      </p:sp>
      <p:graphicFrame>
        <p:nvGraphicFramePr>
          <p:cNvPr id="11" name="표 63">
            <a:extLst>
              <a:ext uri="{FF2B5EF4-FFF2-40B4-BE49-F238E27FC236}">
                <a16:creationId xmlns:a16="http://schemas.microsoft.com/office/drawing/2014/main" id="{ABBFEEFB-32CC-425C-AA33-D4650321939A}"/>
              </a:ext>
            </a:extLst>
          </p:cNvPr>
          <p:cNvGraphicFramePr>
            <a:graphicFrameLocks noGrp="1"/>
          </p:cNvGraphicFramePr>
          <p:nvPr userDrawn="1">
            <p:extLst>
              <p:ext uri="{D42A27DB-BD31-4B8C-83A1-F6EECF244321}">
                <p14:modId xmlns:p14="http://schemas.microsoft.com/office/powerpoint/2010/main" val="1354347810"/>
              </p:ext>
            </p:extLst>
          </p:nvPr>
        </p:nvGraphicFramePr>
        <p:xfrm>
          <a:off x="108567" y="547912"/>
          <a:ext cx="9936421" cy="457200"/>
        </p:xfrm>
        <a:graphic>
          <a:graphicData uri="http://schemas.openxmlformats.org/drawingml/2006/table">
            <a:tbl>
              <a:tblPr firstRow="1" bandRow="1">
                <a:tableStyleId>{5940675A-B579-460E-94D1-54222C63F5DA}</a:tableStyleId>
              </a:tblPr>
              <a:tblGrid>
                <a:gridCol w="1101924">
                  <a:extLst>
                    <a:ext uri="{9D8B030D-6E8A-4147-A177-3AD203B41FA5}">
                      <a16:colId xmlns:a16="http://schemas.microsoft.com/office/drawing/2014/main" val="3701388552"/>
                    </a:ext>
                  </a:extLst>
                </a:gridCol>
                <a:gridCol w="8834497">
                  <a:extLst>
                    <a:ext uri="{9D8B030D-6E8A-4147-A177-3AD203B41FA5}">
                      <a16:colId xmlns:a16="http://schemas.microsoft.com/office/drawing/2014/main" val="339215266"/>
                    </a:ext>
                  </a:extLst>
                </a:gridCol>
              </a:tblGrid>
              <a:tr h="0">
                <a:tc>
                  <a:txBody>
                    <a:bodyPr/>
                    <a:lstStyle/>
                    <a:p>
                      <a:pPr latinLnBrk="1"/>
                      <a:r>
                        <a:rPr lang="ko-KR" altLang="en-US" sz="900" dirty="0"/>
                        <a:t>상품명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12" name="직사각형 11">
            <a:extLst>
              <a:ext uri="{FF2B5EF4-FFF2-40B4-BE49-F238E27FC236}">
                <a16:creationId xmlns:a16="http://schemas.microsoft.com/office/drawing/2014/main" id="{66B84E10-B961-47B2-851B-BF1275E3F99D}"/>
              </a:ext>
            </a:extLst>
          </p:cNvPr>
          <p:cNvSpPr/>
          <p:nvPr userDrawn="1"/>
        </p:nvSpPr>
        <p:spPr>
          <a:xfrm>
            <a:off x="9273843" y="786602"/>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16" name="TextBox 15">
            <a:extLst>
              <a:ext uri="{FF2B5EF4-FFF2-40B4-BE49-F238E27FC236}">
                <a16:creationId xmlns:a16="http://schemas.microsoft.com/office/drawing/2014/main" id="{76AE4D20-70E4-4821-A1FE-DE8C1FD40A7F}"/>
              </a:ext>
            </a:extLst>
          </p:cNvPr>
          <p:cNvSpPr txBox="1"/>
          <p:nvPr userDrawn="1"/>
        </p:nvSpPr>
        <p:spPr>
          <a:xfrm>
            <a:off x="94598" y="1319232"/>
            <a:ext cx="761547" cy="215444"/>
          </a:xfrm>
          <a:prstGeom prst="rect">
            <a:avLst/>
          </a:prstGeom>
          <a:noFill/>
        </p:spPr>
        <p:txBody>
          <a:bodyPr wrap="square" rtlCol="0">
            <a:spAutoFit/>
          </a:bodyPr>
          <a:lstStyle/>
          <a:p>
            <a:r>
              <a:rPr lang="ko-KR" altLang="en-US" sz="800"/>
              <a:t>총 </a:t>
            </a:r>
            <a:r>
              <a:rPr lang="en-US" altLang="ko-KR" sz="800" dirty="0"/>
              <a:t>00</a:t>
            </a:r>
            <a:r>
              <a:rPr lang="ko-KR" altLang="en-US" sz="800" dirty="0"/>
              <a:t>건</a:t>
            </a:r>
          </a:p>
        </p:txBody>
      </p:sp>
      <p:pic>
        <p:nvPicPr>
          <p:cNvPr id="17" name="Picture 2">
            <a:extLst>
              <a:ext uri="{FF2B5EF4-FFF2-40B4-BE49-F238E27FC236}">
                <a16:creationId xmlns:a16="http://schemas.microsoft.com/office/drawing/2014/main" id="{08F032E1-0A6E-4C0C-AC88-9968F3206318}"/>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241841" y="3560114"/>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8" name="직사각형 17">
            <a:extLst>
              <a:ext uri="{FF2B5EF4-FFF2-40B4-BE49-F238E27FC236}">
                <a16:creationId xmlns:a16="http://schemas.microsoft.com/office/drawing/2014/main" id="{E145501B-1A72-4E1C-B29E-41752B246EC4}"/>
              </a:ext>
            </a:extLst>
          </p:cNvPr>
          <p:cNvSpPr/>
          <p:nvPr userDrawn="1"/>
        </p:nvSpPr>
        <p:spPr>
          <a:xfrm>
            <a:off x="7776755" y="1157549"/>
            <a:ext cx="1043646"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bg1"/>
                </a:solidFill>
              </a:rPr>
              <a:t> Excel </a:t>
            </a:r>
          </a:p>
        </p:txBody>
      </p:sp>
      <p:grpSp>
        <p:nvGrpSpPr>
          <p:cNvPr id="19" name="그룹 18">
            <a:extLst>
              <a:ext uri="{FF2B5EF4-FFF2-40B4-BE49-F238E27FC236}">
                <a16:creationId xmlns:a16="http://schemas.microsoft.com/office/drawing/2014/main" id="{A7CE5DD1-0CA3-4A4E-B666-6EE4E9A197A7}"/>
              </a:ext>
            </a:extLst>
          </p:cNvPr>
          <p:cNvGrpSpPr/>
          <p:nvPr userDrawn="1"/>
        </p:nvGrpSpPr>
        <p:grpSpPr>
          <a:xfrm>
            <a:off x="8570582" y="1201276"/>
            <a:ext cx="157646" cy="117956"/>
            <a:chOff x="4102371" y="6165304"/>
            <a:chExt cx="294535" cy="220381"/>
          </a:xfrm>
        </p:grpSpPr>
        <p:sp>
          <p:nvSpPr>
            <p:cNvPr id="20" name="직사각형 19">
              <a:extLst>
                <a:ext uri="{FF2B5EF4-FFF2-40B4-BE49-F238E27FC236}">
                  <a16:creationId xmlns:a16="http://schemas.microsoft.com/office/drawing/2014/main" id="{865EEE22-9854-4773-AFD8-A5FF21DEBDC6}"/>
                </a:ext>
              </a:extLst>
            </p:cNvPr>
            <p:cNvSpPr/>
            <p:nvPr/>
          </p:nvSpPr>
          <p:spPr>
            <a:xfrm>
              <a:off x="4102371" y="6231675"/>
              <a:ext cx="294535" cy="154010"/>
            </a:xfrm>
            <a:prstGeom prst="rect">
              <a:avLst/>
            </a:prstGeom>
            <a:solidFill>
              <a:schemeClr val="bg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 name="아래쪽 화살표 38">
              <a:extLst>
                <a:ext uri="{FF2B5EF4-FFF2-40B4-BE49-F238E27FC236}">
                  <a16:creationId xmlns:a16="http://schemas.microsoft.com/office/drawing/2014/main" id="{5A738F50-1896-4A4F-8D9C-61DFD5116B80}"/>
                </a:ext>
              </a:extLst>
            </p:cNvPr>
            <p:cNvSpPr/>
            <p:nvPr/>
          </p:nvSpPr>
          <p:spPr>
            <a:xfrm>
              <a:off x="4139952" y="6165304"/>
              <a:ext cx="203642" cy="200477"/>
            </a:xfrm>
            <a:prstGeom prst="downArrow">
              <a:avLst/>
            </a:prstGeom>
            <a:solidFill>
              <a:schemeClr val="bg1"/>
            </a:solidFill>
            <a:ln w="63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22" name="직사각형 21">
            <a:extLst>
              <a:ext uri="{FF2B5EF4-FFF2-40B4-BE49-F238E27FC236}">
                <a16:creationId xmlns:a16="http://schemas.microsoft.com/office/drawing/2014/main" id="{B48B09D5-E3D7-4B94-B666-3E61FFFDA973}"/>
              </a:ext>
            </a:extLst>
          </p:cNvPr>
          <p:cNvSpPr/>
          <p:nvPr userDrawn="1"/>
        </p:nvSpPr>
        <p:spPr>
          <a:xfrm>
            <a:off x="8887600" y="1157616"/>
            <a:ext cx="1157388"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상품등록</a:t>
            </a:r>
            <a:endParaRPr lang="en-US" altLang="ko-KR" sz="800" dirty="0">
              <a:solidFill>
                <a:schemeClr val="bg1"/>
              </a:solidFill>
            </a:endParaRPr>
          </a:p>
        </p:txBody>
      </p:sp>
      <p:graphicFrame>
        <p:nvGraphicFramePr>
          <p:cNvPr id="65" name="표 64">
            <a:extLst>
              <a:ext uri="{FF2B5EF4-FFF2-40B4-BE49-F238E27FC236}">
                <a16:creationId xmlns:a16="http://schemas.microsoft.com/office/drawing/2014/main" id="{AEF55378-D8A3-4E90-B7E8-2CAAFA422CD3}"/>
              </a:ext>
            </a:extLst>
          </p:cNvPr>
          <p:cNvGraphicFramePr>
            <a:graphicFrameLocks noGrp="1"/>
          </p:cNvGraphicFramePr>
          <p:nvPr userDrawn="1">
            <p:extLst>
              <p:ext uri="{D42A27DB-BD31-4B8C-83A1-F6EECF244321}">
                <p14:modId xmlns:p14="http://schemas.microsoft.com/office/powerpoint/2010/main" val="1053078807"/>
              </p:ext>
            </p:extLst>
          </p:nvPr>
        </p:nvGraphicFramePr>
        <p:xfrm>
          <a:off x="108565" y="1557057"/>
          <a:ext cx="9984871" cy="1798320"/>
        </p:xfrm>
        <a:graphic>
          <a:graphicData uri="http://schemas.openxmlformats.org/drawingml/2006/table">
            <a:tbl>
              <a:tblPr firstRow="1" bandRow="1">
                <a:tableStyleId>{5C22544A-7EE6-4342-B048-85BDC9FD1C3A}</a:tableStyleId>
              </a:tblPr>
              <a:tblGrid>
                <a:gridCol w="625793">
                  <a:extLst>
                    <a:ext uri="{9D8B030D-6E8A-4147-A177-3AD203B41FA5}">
                      <a16:colId xmlns:a16="http://schemas.microsoft.com/office/drawing/2014/main" val="20000"/>
                    </a:ext>
                  </a:extLst>
                </a:gridCol>
                <a:gridCol w="828993">
                  <a:extLst>
                    <a:ext uri="{9D8B030D-6E8A-4147-A177-3AD203B41FA5}">
                      <a16:colId xmlns:a16="http://schemas.microsoft.com/office/drawing/2014/main" val="20001"/>
                    </a:ext>
                  </a:extLst>
                </a:gridCol>
                <a:gridCol w="2087425">
                  <a:extLst>
                    <a:ext uri="{9D8B030D-6E8A-4147-A177-3AD203B41FA5}">
                      <a16:colId xmlns:a16="http://schemas.microsoft.com/office/drawing/2014/main" val="20003"/>
                    </a:ext>
                  </a:extLst>
                </a:gridCol>
                <a:gridCol w="648269">
                  <a:extLst>
                    <a:ext uri="{9D8B030D-6E8A-4147-A177-3AD203B41FA5}">
                      <a16:colId xmlns:a16="http://schemas.microsoft.com/office/drawing/2014/main" val="20004"/>
                    </a:ext>
                  </a:extLst>
                </a:gridCol>
                <a:gridCol w="641445">
                  <a:extLst>
                    <a:ext uri="{9D8B030D-6E8A-4147-A177-3AD203B41FA5}">
                      <a16:colId xmlns:a16="http://schemas.microsoft.com/office/drawing/2014/main" val="20005"/>
                    </a:ext>
                  </a:extLst>
                </a:gridCol>
                <a:gridCol w="702859">
                  <a:extLst>
                    <a:ext uri="{9D8B030D-6E8A-4147-A177-3AD203B41FA5}">
                      <a16:colId xmlns:a16="http://schemas.microsoft.com/office/drawing/2014/main" val="2525700712"/>
                    </a:ext>
                  </a:extLst>
                </a:gridCol>
                <a:gridCol w="600502">
                  <a:extLst>
                    <a:ext uri="{9D8B030D-6E8A-4147-A177-3AD203B41FA5}">
                      <a16:colId xmlns:a16="http://schemas.microsoft.com/office/drawing/2014/main" val="20006"/>
                    </a:ext>
                  </a:extLst>
                </a:gridCol>
                <a:gridCol w="866633">
                  <a:extLst>
                    <a:ext uri="{9D8B030D-6E8A-4147-A177-3AD203B41FA5}">
                      <a16:colId xmlns:a16="http://schemas.microsoft.com/office/drawing/2014/main" val="20009"/>
                    </a:ext>
                  </a:extLst>
                </a:gridCol>
                <a:gridCol w="1166883">
                  <a:extLst>
                    <a:ext uri="{9D8B030D-6E8A-4147-A177-3AD203B41FA5}">
                      <a16:colId xmlns:a16="http://schemas.microsoft.com/office/drawing/2014/main" val="20010"/>
                    </a:ext>
                  </a:extLst>
                </a:gridCol>
                <a:gridCol w="1816069">
                  <a:extLst>
                    <a:ext uri="{9D8B030D-6E8A-4147-A177-3AD203B41FA5}">
                      <a16:colId xmlns:a16="http://schemas.microsoft.com/office/drawing/2014/main" val="2179269706"/>
                    </a:ext>
                  </a:extLst>
                </a:gridCol>
              </a:tblGrid>
              <a:tr h="0">
                <a:tc>
                  <a:txBody>
                    <a:bodyPr/>
                    <a:lstStyle/>
                    <a:p>
                      <a:pPr algn="ctr" latinLnBrk="1"/>
                      <a:r>
                        <a:rPr lang="ko-KR" altLang="en-US" sz="800" b="0"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판매범위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판매형태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게시채널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latin typeface="맑은 고딕" panose="020B0503020000020004" pitchFamily="50" charset="-127"/>
                          <a:ea typeface="+mn-ea"/>
                        </a:rPr>
                        <a:t>판매요청목록</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판매중지 신청</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관리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A20393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 5,000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자사</a:t>
                      </a:r>
                      <a:r>
                        <a:rPr lang="en-US" altLang="ko-KR" sz="800" b="0" dirty="0">
                          <a:solidFill>
                            <a:schemeClr val="tx1"/>
                          </a:solidFill>
                        </a:rPr>
                        <a:t>,</a:t>
                      </a:r>
                      <a:r>
                        <a:rPr lang="ko-KR" altLang="en-US" sz="800" b="0" dirty="0">
                          <a:solidFill>
                            <a:schemeClr val="tx1"/>
                          </a:solidFill>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상품판매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03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A20322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 12,000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공개</a:t>
                      </a:r>
                      <a:r>
                        <a:rPr lang="en-US" altLang="ko-KR" sz="800" b="0" dirty="0">
                          <a:solidFill>
                            <a:schemeClr val="tx1"/>
                          </a:solidFill>
                        </a:rPr>
                        <a:t>,</a:t>
                      </a:r>
                      <a:r>
                        <a:rPr lang="ko-KR" altLang="en-US" sz="800" b="0" dirty="0">
                          <a:solidFill>
                            <a:schemeClr val="tx1"/>
                          </a:solidFill>
                        </a:rPr>
                        <a:t>제휴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상품판매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A20321</a:t>
                      </a:r>
                      <a:endParaRPr lang="ko-KR" altLang="en-US" sz="800" b="0" dirty="0">
                        <a:solidFill>
                          <a:schemeClr val="tx1"/>
                        </a:solidFill>
                      </a:endParaRPr>
                    </a:p>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10,000</a:t>
                      </a:r>
                      <a:endParaRPr lang="ko-KR" altLang="en-US" sz="800" b="0" dirty="0">
                        <a:solidFill>
                          <a:schemeClr val="tx1"/>
                        </a:solidFill>
                      </a:endParaRPr>
                    </a:p>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위탁판매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66711150"/>
                  </a:ext>
                </a:extLst>
              </a:tr>
              <a:tr h="0">
                <a:tc>
                  <a:txBody>
                    <a:bodyPr/>
                    <a:lstStyle/>
                    <a:p>
                      <a:pPr algn="ctr" latinLnBrk="1"/>
                      <a:r>
                        <a:rPr lang="en-US" altLang="ko-KR" sz="800" b="0" dirty="0">
                          <a:solidFill>
                            <a:schemeClr val="tx1"/>
                          </a:solidFill>
                        </a:rPr>
                        <a:t>A20320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판매중지예고</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 12,000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제휴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상품판매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grpSp>
        <p:nvGrpSpPr>
          <p:cNvPr id="66" name="그룹 65">
            <a:extLst>
              <a:ext uri="{FF2B5EF4-FFF2-40B4-BE49-F238E27FC236}">
                <a16:creationId xmlns:a16="http://schemas.microsoft.com/office/drawing/2014/main" id="{57E9727C-039F-4CC4-B997-30ED349012B5}"/>
              </a:ext>
            </a:extLst>
          </p:cNvPr>
          <p:cNvGrpSpPr/>
          <p:nvPr userDrawn="1"/>
        </p:nvGrpSpPr>
        <p:grpSpPr>
          <a:xfrm>
            <a:off x="1642560" y="1773288"/>
            <a:ext cx="2414206" cy="338554"/>
            <a:chOff x="1237833" y="3417650"/>
            <a:chExt cx="1708480" cy="338554"/>
          </a:xfrm>
        </p:grpSpPr>
        <p:grpSp>
          <p:nvGrpSpPr>
            <p:cNvPr id="67" name="그룹 66">
              <a:extLst>
                <a:ext uri="{FF2B5EF4-FFF2-40B4-BE49-F238E27FC236}">
                  <a16:creationId xmlns:a16="http://schemas.microsoft.com/office/drawing/2014/main" id="{6917E26B-1B0B-4D36-B3DD-CD215D9F58B5}"/>
                </a:ext>
              </a:extLst>
            </p:cNvPr>
            <p:cNvGrpSpPr/>
            <p:nvPr/>
          </p:nvGrpSpPr>
          <p:grpSpPr>
            <a:xfrm>
              <a:off x="1237833" y="3462866"/>
              <a:ext cx="378630" cy="248122"/>
              <a:chOff x="2681976" y="1955121"/>
              <a:chExt cx="1993118" cy="596970"/>
            </a:xfrm>
          </p:grpSpPr>
          <p:sp>
            <p:nvSpPr>
              <p:cNvPr id="69" name="Border">
                <a:extLst>
                  <a:ext uri="{FF2B5EF4-FFF2-40B4-BE49-F238E27FC236}">
                    <a16:creationId xmlns:a16="http://schemas.microsoft.com/office/drawing/2014/main" id="{FCD066B3-0A8D-4683-A8FF-CBB6CF95EF07}"/>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0" name="Line 2">
                <a:extLst>
                  <a:ext uri="{FF2B5EF4-FFF2-40B4-BE49-F238E27FC236}">
                    <a16:creationId xmlns:a16="http://schemas.microsoft.com/office/drawing/2014/main" id="{5AE9ED06-7F1A-46FB-9E07-0015CD5EB51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1" name="Line 1">
                <a:extLst>
                  <a:ext uri="{FF2B5EF4-FFF2-40B4-BE49-F238E27FC236}">
                    <a16:creationId xmlns:a16="http://schemas.microsoft.com/office/drawing/2014/main" id="{B95E5A5E-277C-4A4D-B35C-2C6538B00B7D}"/>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2" name="TextBox 71">
                <a:extLst>
                  <a:ext uri="{FF2B5EF4-FFF2-40B4-BE49-F238E27FC236}">
                    <a16:creationId xmlns:a16="http://schemas.microsoft.com/office/drawing/2014/main" id="{7894D8BF-3842-41C3-8431-7B13C2871494}"/>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68" name="직사각형 67">
              <a:extLst>
                <a:ext uri="{FF2B5EF4-FFF2-40B4-BE49-F238E27FC236}">
                  <a16:creationId xmlns:a16="http://schemas.microsoft.com/office/drawing/2014/main" id="{D8701D41-C622-419F-B337-DC30FB088499}"/>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73" name="그룹 72">
            <a:extLst>
              <a:ext uri="{FF2B5EF4-FFF2-40B4-BE49-F238E27FC236}">
                <a16:creationId xmlns:a16="http://schemas.microsoft.com/office/drawing/2014/main" id="{3B81EAA3-3308-4615-BB99-F37046CBFAA4}"/>
              </a:ext>
            </a:extLst>
          </p:cNvPr>
          <p:cNvGrpSpPr/>
          <p:nvPr userDrawn="1"/>
        </p:nvGrpSpPr>
        <p:grpSpPr>
          <a:xfrm>
            <a:off x="1641334" y="3117641"/>
            <a:ext cx="1727218" cy="216483"/>
            <a:chOff x="1540392" y="3661144"/>
            <a:chExt cx="1222314" cy="216483"/>
          </a:xfrm>
        </p:grpSpPr>
        <p:grpSp>
          <p:nvGrpSpPr>
            <p:cNvPr id="74" name="그룹 73">
              <a:extLst>
                <a:ext uri="{FF2B5EF4-FFF2-40B4-BE49-F238E27FC236}">
                  <a16:creationId xmlns:a16="http://schemas.microsoft.com/office/drawing/2014/main" id="{ADCD394D-2B32-4F1A-A364-92E5694DFCA7}"/>
                </a:ext>
              </a:extLst>
            </p:cNvPr>
            <p:cNvGrpSpPr/>
            <p:nvPr/>
          </p:nvGrpSpPr>
          <p:grpSpPr>
            <a:xfrm>
              <a:off x="1540392" y="3662183"/>
              <a:ext cx="800219" cy="215444"/>
              <a:chOff x="660362" y="4396314"/>
              <a:chExt cx="800219" cy="215444"/>
            </a:xfrm>
          </p:grpSpPr>
          <p:sp>
            <p:nvSpPr>
              <p:cNvPr id="76" name="모서리가 둥근 직사각형 70">
                <a:extLst>
                  <a:ext uri="{FF2B5EF4-FFF2-40B4-BE49-F238E27FC236}">
                    <a16:creationId xmlns:a16="http://schemas.microsoft.com/office/drawing/2014/main" id="{2A0D58A8-2F2D-4AC7-AB40-32A89E30C514}"/>
                  </a:ext>
                </a:extLst>
              </p:cNvPr>
              <p:cNvSpPr/>
              <p:nvPr/>
            </p:nvSpPr>
            <p:spPr>
              <a:xfrm>
                <a:off x="677152" y="4437112"/>
                <a:ext cx="756248" cy="122813"/>
              </a:xfrm>
              <a:prstGeom prst="round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7" name="TextBox 76">
                <a:extLst>
                  <a:ext uri="{FF2B5EF4-FFF2-40B4-BE49-F238E27FC236}">
                    <a16:creationId xmlns:a16="http://schemas.microsoft.com/office/drawing/2014/main" id="{FC094B1C-B970-44AC-913E-04D41F8A454B}"/>
                  </a:ext>
                </a:extLst>
              </p:cNvPr>
              <p:cNvSpPr txBox="1"/>
              <p:nvPr/>
            </p:nvSpPr>
            <p:spPr>
              <a:xfrm>
                <a:off x="660362" y="4396314"/>
                <a:ext cx="800219" cy="215444"/>
              </a:xfrm>
              <a:prstGeom prst="rect">
                <a:avLst/>
              </a:prstGeom>
              <a:noFill/>
            </p:spPr>
            <p:txBody>
              <a:bodyPr wrap="none" rtlCol="0">
                <a:spAutoFit/>
              </a:bodyPr>
              <a:lstStyle/>
              <a:p>
                <a:pPr algn="ctr"/>
                <a:r>
                  <a:rPr lang="ko-KR" altLang="en-US" sz="800" dirty="0">
                    <a:solidFill>
                      <a:schemeClr val="bg1"/>
                    </a:solidFill>
                  </a:rPr>
                  <a:t>판매중지예고</a:t>
                </a:r>
              </a:p>
            </p:txBody>
          </p:sp>
        </p:grpSp>
        <p:sp>
          <p:nvSpPr>
            <p:cNvPr id="75" name="직사각형 74">
              <a:extLst>
                <a:ext uri="{FF2B5EF4-FFF2-40B4-BE49-F238E27FC236}">
                  <a16:creationId xmlns:a16="http://schemas.microsoft.com/office/drawing/2014/main" id="{3A12F6E1-E27E-4C46-AFD1-A04694C016EC}"/>
                </a:ext>
              </a:extLst>
            </p:cNvPr>
            <p:cNvSpPr/>
            <p:nvPr/>
          </p:nvSpPr>
          <p:spPr>
            <a:xfrm>
              <a:off x="2282624" y="3661144"/>
              <a:ext cx="480082" cy="215444"/>
            </a:xfrm>
            <a:prstGeom prst="rect">
              <a:avLst/>
            </a:prstGeom>
          </p:spPr>
          <p:txBody>
            <a:bodyPr wrap="none">
              <a:spAutoFit/>
            </a:bodyPr>
            <a:lstStyle/>
            <a:p>
              <a:r>
                <a:rPr lang="en-US" altLang="ko-KR" sz="800" dirty="0"/>
                <a:t>2025.01.15</a:t>
              </a:r>
              <a:endParaRPr lang="ko-KR" altLang="en-US" dirty="0"/>
            </a:p>
          </p:txBody>
        </p:sp>
      </p:grpSp>
      <p:sp>
        <p:nvSpPr>
          <p:cNvPr id="78" name="직사각형 77">
            <a:extLst>
              <a:ext uri="{FF2B5EF4-FFF2-40B4-BE49-F238E27FC236}">
                <a16:creationId xmlns:a16="http://schemas.microsoft.com/office/drawing/2014/main" id="{EB5E8C61-5733-44AF-A2DA-27E76760C4E7}"/>
              </a:ext>
            </a:extLst>
          </p:cNvPr>
          <p:cNvSpPr/>
          <p:nvPr userDrawn="1"/>
        </p:nvSpPr>
        <p:spPr>
          <a:xfrm>
            <a:off x="9619836" y="1811624"/>
            <a:ext cx="379159" cy="159916"/>
          </a:xfrm>
          <a:prstGeom prst="rect">
            <a:avLst/>
          </a:prstGeom>
          <a:solidFill>
            <a:schemeClr val="tx1">
              <a:lumMod val="50000"/>
              <a:lumOff val="50000"/>
            </a:schemeClr>
          </a:solidFill>
          <a:ln w="6350">
            <a:solidFill>
              <a:schemeClr val="tx1">
                <a:lumMod val="50000"/>
                <a:lumOff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삭제</a:t>
            </a:r>
            <a:endParaRPr lang="en-US" altLang="ko-KR" sz="700" dirty="0">
              <a:solidFill>
                <a:schemeClr val="bg1"/>
              </a:solidFill>
            </a:endParaRPr>
          </a:p>
        </p:txBody>
      </p:sp>
      <p:sp>
        <p:nvSpPr>
          <p:cNvPr id="79" name="직사각형 78">
            <a:extLst>
              <a:ext uri="{FF2B5EF4-FFF2-40B4-BE49-F238E27FC236}">
                <a16:creationId xmlns:a16="http://schemas.microsoft.com/office/drawing/2014/main" id="{8BDAC7D3-1AF8-405A-B0A4-E2D28611C8F2}"/>
              </a:ext>
            </a:extLst>
          </p:cNvPr>
          <p:cNvSpPr/>
          <p:nvPr userDrawn="1"/>
        </p:nvSpPr>
        <p:spPr>
          <a:xfrm>
            <a:off x="9204118" y="1811624"/>
            <a:ext cx="379159" cy="159916"/>
          </a:xfrm>
          <a:prstGeom prst="rect">
            <a:avLst/>
          </a:prstGeom>
          <a:solidFill>
            <a:schemeClr val="tx1">
              <a:lumMod val="50000"/>
              <a:lumOff val="50000"/>
            </a:schemeClr>
          </a:solidFill>
          <a:ln w="6350">
            <a:solidFill>
              <a:schemeClr val="tx1">
                <a:lumMod val="50000"/>
                <a:lumOff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수정</a:t>
            </a:r>
            <a:endParaRPr lang="en-US" altLang="ko-KR" sz="700" dirty="0">
              <a:solidFill>
                <a:schemeClr val="bg1"/>
              </a:solidFill>
            </a:endParaRPr>
          </a:p>
        </p:txBody>
      </p:sp>
      <p:sp>
        <p:nvSpPr>
          <p:cNvPr id="80" name="직사각형 79">
            <a:extLst>
              <a:ext uri="{FF2B5EF4-FFF2-40B4-BE49-F238E27FC236}">
                <a16:creationId xmlns:a16="http://schemas.microsoft.com/office/drawing/2014/main" id="{46F8DD44-4BE8-4D4C-B5C5-9DEB385DEC6A}"/>
              </a:ext>
            </a:extLst>
          </p:cNvPr>
          <p:cNvSpPr/>
          <p:nvPr userDrawn="1"/>
        </p:nvSpPr>
        <p:spPr>
          <a:xfrm>
            <a:off x="8782050" y="1811624"/>
            <a:ext cx="379159" cy="159916"/>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복사</a:t>
            </a:r>
            <a:endParaRPr lang="en-US" altLang="ko-KR" sz="700" dirty="0">
              <a:solidFill>
                <a:schemeClr val="bg1"/>
              </a:solidFill>
            </a:endParaRPr>
          </a:p>
        </p:txBody>
      </p:sp>
      <p:sp>
        <p:nvSpPr>
          <p:cNvPr id="81" name="직사각형 80">
            <a:extLst>
              <a:ext uri="{FF2B5EF4-FFF2-40B4-BE49-F238E27FC236}">
                <a16:creationId xmlns:a16="http://schemas.microsoft.com/office/drawing/2014/main" id="{F4F09A2D-A4D1-46C1-A38A-AA4A09D29942}"/>
              </a:ext>
            </a:extLst>
          </p:cNvPr>
          <p:cNvSpPr/>
          <p:nvPr userDrawn="1"/>
        </p:nvSpPr>
        <p:spPr>
          <a:xfrm>
            <a:off x="7185180" y="1814581"/>
            <a:ext cx="1022817" cy="159916"/>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a:solidFill>
                  <a:schemeClr val="bg1"/>
                </a:solidFill>
              </a:rPr>
              <a:t>판매중지 예고신청</a:t>
            </a:r>
            <a:endParaRPr lang="en-US" altLang="ko-KR" sz="700" dirty="0">
              <a:solidFill>
                <a:schemeClr val="bg1"/>
              </a:solidFill>
            </a:endParaRPr>
          </a:p>
        </p:txBody>
      </p:sp>
      <p:sp>
        <p:nvSpPr>
          <p:cNvPr id="82" name="직사각형 81">
            <a:extLst>
              <a:ext uri="{FF2B5EF4-FFF2-40B4-BE49-F238E27FC236}">
                <a16:creationId xmlns:a16="http://schemas.microsoft.com/office/drawing/2014/main" id="{1975D23D-D5DE-41A6-A8E9-8BA4AC5DD1E6}"/>
              </a:ext>
            </a:extLst>
          </p:cNvPr>
          <p:cNvSpPr/>
          <p:nvPr userDrawn="1"/>
        </p:nvSpPr>
        <p:spPr>
          <a:xfrm>
            <a:off x="6298342" y="1818504"/>
            <a:ext cx="767365" cy="159916"/>
          </a:xfrm>
          <a:prstGeom prst="rect">
            <a:avLst/>
          </a:prstGeom>
          <a:solidFill>
            <a:srgbClr val="00B0F0"/>
          </a:solidFill>
          <a:ln w="6350">
            <a:solidFill>
              <a:srgbClr val="00B0F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a:solidFill>
                  <a:schemeClr val="bg1"/>
                </a:solidFill>
              </a:rPr>
              <a:t>판매요청목록</a:t>
            </a:r>
            <a:endParaRPr lang="en-US" altLang="ko-KR" sz="700" dirty="0">
              <a:solidFill>
                <a:schemeClr val="bg1"/>
              </a:solidFill>
            </a:endParaRPr>
          </a:p>
        </p:txBody>
      </p:sp>
      <p:sp>
        <p:nvSpPr>
          <p:cNvPr id="83" name="직사각형 82">
            <a:extLst>
              <a:ext uri="{FF2B5EF4-FFF2-40B4-BE49-F238E27FC236}">
                <a16:creationId xmlns:a16="http://schemas.microsoft.com/office/drawing/2014/main" id="{A2F5E5F1-7F2D-43D4-A29B-CC36BE08C37B}"/>
              </a:ext>
            </a:extLst>
          </p:cNvPr>
          <p:cNvSpPr/>
          <p:nvPr userDrawn="1"/>
        </p:nvSpPr>
        <p:spPr>
          <a:xfrm>
            <a:off x="6298341" y="2153783"/>
            <a:ext cx="767365" cy="159916"/>
          </a:xfrm>
          <a:prstGeom prst="rect">
            <a:avLst/>
          </a:prstGeom>
          <a:solidFill>
            <a:schemeClr val="tx1">
              <a:lumMod val="50000"/>
              <a:lumOff val="50000"/>
            </a:schemeClr>
          </a:solidFill>
          <a:ln w="6350">
            <a:solidFill>
              <a:schemeClr val="tx1">
                <a:lumMod val="50000"/>
                <a:lumOff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a:solidFill>
                  <a:schemeClr val="bg1"/>
                </a:solidFill>
              </a:rPr>
              <a:t>판매요청목록</a:t>
            </a:r>
            <a:endParaRPr lang="en-US" altLang="ko-KR" sz="700" dirty="0">
              <a:solidFill>
                <a:schemeClr val="bg1"/>
              </a:solidFill>
            </a:endParaRPr>
          </a:p>
        </p:txBody>
      </p:sp>
      <p:sp>
        <p:nvSpPr>
          <p:cNvPr id="84" name="직사각형 83">
            <a:extLst>
              <a:ext uri="{FF2B5EF4-FFF2-40B4-BE49-F238E27FC236}">
                <a16:creationId xmlns:a16="http://schemas.microsoft.com/office/drawing/2014/main" id="{1F3AEAC2-8594-4CAE-BE11-D1CCD0A7DBDE}"/>
              </a:ext>
            </a:extLst>
          </p:cNvPr>
          <p:cNvSpPr/>
          <p:nvPr userDrawn="1"/>
        </p:nvSpPr>
        <p:spPr>
          <a:xfrm>
            <a:off x="9619836" y="2156329"/>
            <a:ext cx="379159" cy="15991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삭제</a:t>
            </a:r>
            <a:endParaRPr lang="en-US" altLang="ko-KR" sz="700" dirty="0">
              <a:solidFill>
                <a:schemeClr val="bg1"/>
              </a:solidFill>
            </a:endParaRPr>
          </a:p>
        </p:txBody>
      </p:sp>
      <p:sp>
        <p:nvSpPr>
          <p:cNvPr id="85" name="직사각형 84">
            <a:extLst>
              <a:ext uri="{FF2B5EF4-FFF2-40B4-BE49-F238E27FC236}">
                <a16:creationId xmlns:a16="http://schemas.microsoft.com/office/drawing/2014/main" id="{E04B7EF2-7D63-4B96-857A-E6FF35458826}"/>
              </a:ext>
            </a:extLst>
          </p:cNvPr>
          <p:cNvSpPr/>
          <p:nvPr userDrawn="1"/>
        </p:nvSpPr>
        <p:spPr>
          <a:xfrm>
            <a:off x="9204118" y="2156329"/>
            <a:ext cx="379159" cy="159916"/>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수정</a:t>
            </a:r>
            <a:endParaRPr lang="en-US" altLang="ko-KR" sz="700" dirty="0">
              <a:solidFill>
                <a:schemeClr val="bg1"/>
              </a:solidFill>
            </a:endParaRPr>
          </a:p>
        </p:txBody>
      </p:sp>
      <p:sp>
        <p:nvSpPr>
          <p:cNvPr id="86" name="직사각형 85">
            <a:extLst>
              <a:ext uri="{FF2B5EF4-FFF2-40B4-BE49-F238E27FC236}">
                <a16:creationId xmlns:a16="http://schemas.microsoft.com/office/drawing/2014/main" id="{D48100E6-2A82-41D7-875B-3C0122BC5E9C}"/>
              </a:ext>
            </a:extLst>
          </p:cNvPr>
          <p:cNvSpPr/>
          <p:nvPr userDrawn="1"/>
        </p:nvSpPr>
        <p:spPr>
          <a:xfrm>
            <a:off x="8782050" y="2156329"/>
            <a:ext cx="379159" cy="159916"/>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복사</a:t>
            </a:r>
            <a:endParaRPr lang="en-US" altLang="ko-KR" sz="700" dirty="0">
              <a:solidFill>
                <a:schemeClr val="bg1"/>
              </a:solidFill>
            </a:endParaRPr>
          </a:p>
        </p:txBody>
      </p:sp>
      <p:sp>
        <p:nvSpPr>
          <p:cNvPr id="87" name="직사각형 86">
            <a:extLst>
              <a:ext uri="{FF2B5EF4-FFF2-40B4-BE49-F238E27FC236}">
                <a16:creationId xmlns:a16="http://schemas.microsoft.com/office/drawing/2014/main" id="{814DC396-BE1A-4499-96BB-84D804F3BEC9}"/>
              </a:ext>
            </a:extLst>
          </p:cNvPr>
          <p:cNvSpPr/>
          <p:nvPr userDrawn="1"/>
        </p:nvSpPr>
        <p:spPr>
          <a:xfrm>
            <a:off x="7185180" y="2159286"/>
            <a:ext cx="1022817" cy="159916"/>
          </a:xfrm>
          <a:prstGeom prst="rect">
            <a:avLst/>
          </a:prstGeom>
          <a:solidFill>
            <a:schemeClr val="tx1">
              <a:lumMod val="50000"/>
              <a:lumOff val="50000"/>
            </a:schemeClr>
          </a:solidFill>
          <a:ln w="6350">
            <a:solidFill>
              <a:schemeClr val="tx1">
                <a:lumMod val="50000"/>
                <a:lumOff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a:solidFill>
                  <a:schemeClr val="bg1"/>
                </a:solidFill>
              </a:rPr>
              <a:t>판매중지 예고신청</a:t>
            </a:r>
            <a:endParaRPr lang="en-US" altLang="ko-KR" sz="700" dirty="0">
              <a:solidFill>
                <a:schemeClr val="bg1"/>
              </a:solidFill>
            </a:endParaRPr>
          </a:p>
        </p:txBody>
      </p:sp>
      <p:grpSp>
        <p:nvGrpSpPr>
          <p:cNvPr id="88" name="그룹 87">
            <a:extLst>
              <a:ext uri="{FF2B5EF4-FFF2-40B4-BE49-F238E27FC236}">
                <a16:creationId xmlns:a16="http://schemas.microsoft.com/office/drawing/2014/main" id="{C59819A2-4B82-4299-B979-3EC3FEA5F4A3}"/>
              </a:ext>
            </a:extLst>
          </p:cNvPr>
          <p:cNvGrpSpPr/>
          <p:nvPr userDrawn="1"/>
        </p:nvGrpSpPr>
        <p:grpSpPr>
          <a:xfrm>
            <a:off x="1633851" y="2107424"/>
            <a:ext cx="2414206" cy="338554"/>
            <a:chOff x="1237833" y="3417650"/>
            <a:chExt cx="1708480" cy="338554"/>
          </a:xfrm>
        </p:grpSpPr>
        <p:grpSp>
          <p:nvGrpSpPr>
            <p:cNvPr id="89" name="그룹 88">
              <a:extLst>
                <a:ext uri="{FF2B5EF4-FFF2-40B4-BE49-F238E27FC236}">
                  <a16:creationId xmlns:a16="http://schemas.microsoft.com/office/drawing/2014/main" id="{D440357A-757E-4871-A171-B6091FCE20BB}"/>
                </a:ext>
              </a:extLst>
            </p:cNvPr>
            <p:cNvGrpSpPr/>
            <p:nvPr/>
          </p:nvGrpSpPr>
          <p:grpSpPr>
            <a:xfrm>
              <a:off x="1237833" y="3462866"/>
              <a:ext cx="378630" cy="248122"/>
              <a:chOff x="2681976" y="1955121"/>
              <a:chExt cx="1993118" cy="596970"/>
            </a:xfrm>
          </p:grpSpPr>
          <p:sp>
            <p:nvSpPr>
              <p:cNvPr id="91" name="Border">
                <a:extLst>
                  <a:ext uri="{FF2B5EF4-FFF2-40B4-BE49-F238E27FC236}">
                    <a16:creationId xmlns:a16="http://schemas.microsoft.com/office/drawing/2014/main" id="{873A9BCF-AE41-4A12-9C20-8A5123F230EF}"/>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2" name="Line 2">
                <a:extLst>
                  <a:ext uri="{FF2B5EF4-FFF2-40B4-BE49-F238E27FC236}">
                    <a16:creationId xmlns:a16="http://schemas.microsoft.com/office/drawing/2014/main" id="{6E714EC2-0830-42FE-8607-5EB5E6EB346D}"/>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3" name="Line 1">
                <a:extLst>
                  <a:ext uri="{FF2B5EF4-FFF2-40B4-BE49-F238E27FC236}">
                    <a16:creationId xmlns:a16="http://schemas.microsoft.com/office/drawing/2014/main" id="{041D92C4-24C7-4D13-A518-EF8B2B3AC9A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4" name="TextBox 93">
                <a:extLst>
                  <a:ext uri="{FF2B5EF4-FFF2-40B4-BE49-F238E27FC236}">
                    <a16:creationId xmlns:a16="http://schemas.microsoft.com/office/drawing/2014/main" id="{DEACC150-D695-4FE8-801E-58F637EB2DA5}"/>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90" name="직사각형 89">
              <a:extLst>
                <a:ext uri="{FF2B5EF4-FFF2-40B4-BE49-F238E27FC236}">
                  <a16:creationId xmlns:a16="http://schemas.microsoft.com/office/drawing/2014/main" id="{817B718A-C79D-47F0-AAE8-FC5E5004CC45}"/>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95" name="그룹 94">
            <a:extLst>
              <a:ext uri="{FF2B5EF4-FFF2-40B4-BE49-F238E27FC236}">
                <a16:creationId xmlns:a16="http://schemas.microsoft.com/office/drawing/2014/main" id="{B80DDE24-36EC-493E-A4B2-AF65928059C1}"/>
              </a:ext>
            </a:extLst>
          </p:cNvPr>
          <p:cNvGrpSpPr/>
          <p:nvPr userDrawn="1"/>
        </p:nvGrpSpPr>
        <p:grpSpPr>
          <a:xfrm>
            <a:off x="1621675" y="2794003"/>
            <a:ext cx="2414206" cy="338554"/>
            <a:chOff x="1237833" y="3417650"/>
            <a:chExt cx="1708480" cy="338554"/>
          </a:xfrm>
        </p:grpSpPr>
        <p:grpSp>
          <p:nvGrpSpPr>
            <p:cNvPr id="96" name="그룹 95">
              <a:extLst>
                <a:ext uri="{FF2B5EF4-FFF2-40B4-BE49-F238E27FC236}">
                  <a16:creationId xmlns:a16="http://schemas.microsoft.com/office/drawing/2014/main" id="{C7838C57-D834-4DF3-BC59-CC06364F8F6A}"/>
                </a:ext>
              </a:extLst>
            </p:cNvPr>
            <p:cNvGrpSpPr/>
            <p:nvPr/>
          </p:nvGrpSpPr>
          <p:grpSpPr>
            <a:xfrm>
              <a:off x="1237833" y="3462866"/>
              <a:ext cx="378630" cy="248122"/>
              <a:chOff x="2681976" y="1955121"/>
              <a:chExt cx="1993118" cy="596970"/>
            </a:xfrm>
          </p:grpSpPr>
          <p:sp>
            <p:nvSpPr>
              <p:cNvPr id="98" name="Border">
                <a:extLst>
                  <a:ext uri="{FF2B5EF4-FFF2-40B4-BE49-F238E27FC236}">
                    <a16:creationId xmlns:a16="http://schemas.microsoft.com/office/drawing/2014/main" id="{338A2597-D438-48E6-A8E3-AD4CE73C7DDC}"/>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9" name="Line 2">
                <a:extLst>
                  <a:ext uri="{FF2B5EF4-FFF2-40B4-BE49-F238E27FC236}">
                    <a16:creationId xmlns:a16="http://schemas.microsoft.com/office/drawing/2014/main" id="{D9038C37-5E3D-4B32-97F0-0000573FC53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0" name="Line 1">
                <a:extLst>
                  <a:ext uri="{FF2B5EF4-FFF2-40B4-BE49-F238E27FC236}">
                    <a16:creationId xmlns:a16="http://schemas.microsoft.com/office/drawing/2014/main" id="{7E58D4F7-918F-4C14-9760-DFC47CFFBC03}"/>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1" name="TextBox 100">
                <a:extLst>
                  <a:ext uri="{FF2B5EF4-FFF2-40B4-BE49-F238E27FC236}">
                    <a16:creationId xmlns:a16="http://schemas.microsoft.com/office/drawing/2014/main" id="{9D9EE3EE-9C7C-43AE-BE01-7F6CAC5C69E9}"/>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97" name="직사각형 96">
              <a:extLst>
                <a:ext uri="{FF2B5EF4-FFF2-40B4-BE49-F238E27FC236}">
                  <a16:creationId xmlns:a16="http://schemas.microsoft.com/office/drawing/2014/main" id="{687A055F-7EE7-424B-8895-B08EB62E7215}"/>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sp>
        <p:nvSpPr>
          <p:cNvPr id="102" name="직사각형 101">
            <a:extLst>
              <a:ext uri="{FF2B5EF4-FFF2-40B4-BE49-F238E27FC236}">
                <a16:creationId xmlns:a16="http://schemas.microsoft.com/office/drawing/2014/main" id="{C2E2855D-66A7-4AF0-83BD-C859803BCA9D}"/>
              </a:ext>
            </a:extLst>
          </p:cNvPr>
          <p:cNvSpPr/>
          <p:nvPr userDrawn="1"/>
        </p:nvSpPr>
        <p:spPr>
          <a:xfrm>
            <a:off x="9619835" y="2481428"/>
            <a:ext cx="379159" cy="15991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삭제</a:t>
            </a:r>
            <a:endParaRPr lang="en-US" altLang="ko-KR" sz="700" dirty="0">
              <a:solidFill>
                <a:schemeClr val="bg1"/>
              </a:solidFill>
            </a:endParaRPr>
          </a:p>
        </p:txBody>
      </p:sp>
      <p:sp>
        <p:nvSpPr>
          <p:cNvPr id="103" name="직사각형 102">
            <a:extLst>
              <a:ext uri="{FF2B5EF4-FFF2-40B4-BE49-F238E27FC236}">
                <a16:creationId xmlns:a16="http://schemas.microsoft.com/office/drawing/2014/main" id="{E6DD9056-9353-48BF-94BA-ED82E64E61FD}"/>
              </a:ext>
            </a:extLst>
          </p:cNvPr>
          <p:cNvSpPr/>
          <p:nvPr userDrawn="1"/>
        </p:nvSpPr>
        <p:spPr>
          <a:xfrm>
            <a:off x="9204117" y="2481428"/>
            <a:ext cx="379159" cy="159916"/>
          </a:xfrm>
          <a:prstGeom prst="rect">
            <a:avLst/>
          </a:prstGeom>
          <a:solidFill>
            <a:schemeClr val="tx1">
              <a:lumMod val="50000"/>
              <a:lumOff val="50000"/>
            </a:schemeClr>
          </a:solidFill>
          <a:ln w="6350">
            <a:solidFill>
              <a:schemeClr val="tx1">
                <a:lumMod val="50000"/>
                <a:lumOff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수정</a:t>
            </a:r>
            <a:endParaRPr lang="en-US" altLang="ko-KR" sz="700" dirty="0">
              <a:solidFill>
                <a:schemeClr val="bg1"/>
              </a:solidFill>
            </a:endParaRPr>
          </a:p>
        </p:txBody>
      </p:sp>
      <p:sp>
        <p:nvSpPr>
          <p:cNvPr id="104" name="직사각형 103">
            <a:extLst>
              <a:ext uri="{FF2B5EF4-FFF2-40B4-BE49-F238E27FC236}">
                <a16:creationId xmlns:a16="http://schemas.microsoft.com/office/drawing/2014/main" id="{2C409F7C-BDB7-4F87-A6F5-A4D82B2FFA95}"/>
              </a:ext>
            </a:extLst>
          </p:cNvPr>
          <p:cNvSpPr/>
          <p:nvPr userDrawn="1"/>
        </p:nvSpPr>
        <p:spPr>
          <a:xfrm>
            <a:off x="8782049" y="2481428"/>
            <a:ext cx="379159" cy="159916"/>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복사</a:t>
            </a:r>
            <a:endParaRPr lang="en-US" altLang="ko-KR" sz="700" dirty="0">
              <a:solidFill>
                <a:schemeClr val="bg1"/>
              </a:solidFill>
            </a:endParaRPr>
          </a:p>
        </p:txBody>
      </p:sp>
      <p:sp>
        <p:nvSpPr>
          <p:cNvPr id="105" name="직사각형 104">
            <a:extLst>
              <a:ext uri="{FF2B5EF4-FFF2-40B4-BE49-F238E27FC236}">
                <a16:creationId xmlns:a16="http://schemas.microsoft.com/office/drawing/2014/main" id="{D23BAD99-CE32-416E-B44C-3E99EB9CDA8E}"/>
              </a:ext>
            </a:extLst>
          </p:cNvPr>
          <p:cNvSpPr/>
          <p:nvPr userDrawn="1"/>
        </p:nvSpPr>
        <p:spPr>
          <a:xfrm>
            <a:off x="7185179" y="2484385"/>
            <a:ext cx="1022817" cy="159916"/>
          </a:xfrm>
          <a:prstGeom prst="rect">
            <a:avLst/>
          </a:prstGeom>
          <a:solidFill>
            <a:schemeClr val="tx1">
              <a:lumMod val="50000"/>
              <a:lumOff val="50000"/>
            </a:schemeClr>
          </a:solidFill>
          <a:ln w="6350">
            <a:solidFill>
              <a:schemeClr val="tx1">
                <a:lumMod val="50000"/>
                <a:lumOff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a:solidFill>
                  <a:schemeClr val="bg1"/>
                </a:solidFill>
              </a:rPr>
              <a:t>판매중지 예고신청</a:t>
            </a:r>
            <a:endParaRPr lang="en-US" altLang="ko-KR" sz="700" dirty="0">
              <a:solidFill>
                <a:schemeClr val="bg1"/>
              </a:solidFill>
            </a:endParaRPr>
          </a:p>
        </p:txBody>
      </p:sp>
      <p:sp>
        <p:nvSpPr>
          <p:cNvPr id="106" name="직사각형 105">
            <a:extLst>
              <a:ext uri="{FF2B5EF4-FFF2-40B4-BE49-F238E27FC236}">
                <a16:creationId xmlns:a16="http://schemas.microsoft.com/office/drawing/2014/main" id="{37F1402B-9724-4509-B74A-D04FD3244528}"/>
              </a:ext>
            </a:extLst>
          </p:cNvPr>
          <p:cNvSpPr/>
          <p:nvPr userDrawn="1"/>
        </p:nvSpPr>
        <p:spPr>
          <a:xfrm>
            <a:off x="6298341" y="2488308"/>
            <a:ext cx="767365" cy="159916"/>
          </a:xfrm>
          <a:prstGeom prst="rect">
            <a:avLst/>
          </a:prstGeom>
          <a:solidFill>
            <a:srgbClr val="00B0F0"/>
          </a:solidFill>
          <a:ln w="6350">
            <a:solidFill>
              <a:srgbClr val="00B0F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a:solidFill>
                  <a:schemeClr val="bg1"/>
                </a:solidFill>
              </a:rPr>
              <a:t>판매요청목록</a:t>
            </a:r>
            <a:endParaRPr lang="en-US" altLang="ko-KR" sz="700" dirty="0">
              <a:solidFill>
                <a:schemeClr val="bg1"/>
              </a:solidFill>
            </a:endParaRPr>
          </a:p>
        </p:txBody>
      </p:sp>
      <p:sp>
        <p:nvSpPr>
          <p:cNvPr id="107" name="직사각형 106">
            <a:extLst>
              <a:ext uri="{FF2B5EF4-FFF2-40B4-BE49-F238E27FC236}">
                <a16:creationId xmlns:a16="http://schemas.microsoft.com/office/drawing/2014/main" id="{8DA21757-7202-4B71-B81D-14E3AEDA6242}"/>
              </a:ext>
            </a:extLst>
          </p:cNvPr>
          <p:cNvSpPr/>
          <p:nvPr userDrawn="1"/>
        </p:nvSpPr>
        <p:spPr>
          <a:xfrm>
            <a:off x="8359417" y="1814581"/>
            <a:ext cx="379159" cy="159916"/>
          </a:xfrm>
          <a:prstGeom prst="rect">
            <a:avLst/>
          </a:prstGeom>
          <a:solidFill>
            <a:schemeClr val="accent1">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보기</a:t>
            </a:r>
            <a:endParaRPr lang="en-US" altLang="ko-KR" sz="700" dirty="0">
              <a:solidFill>
                <a:schemeClr val="bg1"/>
              </a:solidFill>
            </a:endParaRPr>
          </a:p>
        </p:txBody>
      </p:sp>
      <p:sp>
        <p:nvSpPr>
          <p:cNvPr id="108" name="직사각형 107">
            <a:extLst>
              <a:ext uri="{FF2B5EF4-FFF2-40B4-BE49-F238E27FC236}">
                <a16:creationId xmlns:a16="http://schemas.microsoft.com/office/drawing/2014/main" id="{6C3AC269-0947-4ECA-9712-CCE4B030056C}"/>
              </a:ext>
            </a:extLst>
          </p:cNvPr>
          <p:cNvSpPr/>
          <p:nvPr userDrawn="1"/>
        </p:nvSpPr>
        <p:spPr>
          <a:xfrm>
            <a:off x="8359417" y="2159286"/>
            <a:ext cx="379159" cy="159916"/>
          </a:xfrm>
          <a:prstGeom prst="rect">
            <a:avLst/>
          </a:prstGeom>
          <a:solidFill>
            <a:schemeClr val="accent1">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보기</a:t>
            </a:r>
            <a:endParaRPr lang="en-US" altLang="ko-KR" sz="700" dirty="0">
              <a:solidFill>
                <a:schemeClr val="bg1"/>
              </a:solidFill>
            </a:endParaRPr>
          </a:p>
        </p:txBody>
      </p:sp>
      <p:sp>
        <p:nvSpPr>
          <p:cNvPr id="109" name="직사각형 108">
            <a:extLst>
              <a:ext uri="{FF2B5EF4-FFF2-40B4-BE49-F238E27FC236}">
                <a16:creationId xmlns:a16="http://schemas.microsoft.com/office/drawing/2014/main" id="{36D66586-1C7D-4D0C-B036-59A81DC87A2C}"/>
              </a:ext>
            </a:extLst>
          </p:cNvPr>
          <p:cNvSpPr/>
          <p:nvPr userDrawn="1"/>
        </p:nvSpPr>
        <p:spPr>
          <a:xfrm>
            <a:off x="8359416" y="2484385"/>
            <a:ext cx="379159" cy="159916"/>
          </a:xfrm>
          <a:prstGeom prst="rect">
            <a:avLst/>
          </a:prstGeom>
          <a:solidFill>
            <a:schemeClr val="accent1">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보기</a:t>
            </a:r>
            <a:endParaRPr lang="en-US" altLang="ko-KR" sz="700" dirty="0">
              <a:solidFill>
                <a:schemeClr val="bg1"/>
              </a:solidFill>
            </a:endParaRPr>
          </a:p>
        </p:txBody>
      </p:sp>
      <p:sp>
        <p:nvSpPr>
          <p:cNvPr id="62" name="직사각형 61">
            <a:extLst>
              <a:ext uri="{FF2B5EF4-FFF2-40B4-BE49-F238E27FC236}">
                <a16:creationId xmlns:a16="http://schemas.microsoft.com/office/drawing/2014/main" id="{21C88C09-CBEC-4D7D-9060-F992049DF18C}"/>
              </a:ext>
            </a:extLst>
          </p:cNvPr>
          <p:cNvSpPr/>
          <p:nvPr userDrawn="1"/>
        </p:nvSpPr>
        <p:spPr>
          <a:xfrm>
            <a:off x="9619835" y="2862012"/>
            <a:ext cx="379159" cy="15991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삭제</a:t>
            </a:r>
            <a:endParaRPr lang="en-US" altLang="ko-KR" sz="700" dirty="0">
              <a:solidFill>
                <a:schemeClr val="bg1"/>
              </a:solidFill>
            </a:endParaRPr>
          </a:p>
        </p:txBody>
      </p:sp>
      <p:sp>
        <p:nvSpPr>
          <p:cNvPr id="63" name="직사각형 62">
            <a:extLst>
              <a:ext uri="{FF2B5EF4-FFF2-40B4-BE49-F238E27FC236}">
                <a16:creationId xmlns:a16="http://schemas.microsoft.com/office/drawing/2014/main" id="{0DAE5AC9-6BCA-4E89-87F5-12AD42CE81D0}"/>
              </a:ext>
            </a:extLst>
          </p:cNvPr>
          <p:cNvSpPr/>
          <p:nvPr userDrawn="1"/>
        </p:nvSpPr>
        <p:spPr>
          <a:xfrm>
            <a:off x="9204117" y="2862012"/>
            <a:ext cx="379159" cy="159916"/>
          </a:xfrm>
          <a:prstGeom prst="rect">
            <a:avLst/>
          </a:prstGeom>
          <a:solidFill>
            <a:schemeClr val="tx1">
              <a:lumMod val="50000"/>
              <a:lumOff val="50000"/>
            </a:schemeClr>
          </a:solidFill>
          <a:ln w="6350">
            <a:solidFill>
              <a:schemeClr val="tx1">
                <a:lumMod val="50000"/>
                <a:lumOff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수정</a:t>
            </a:r>
            <a:endParaRPr lang="en-US" altLang="ko-KR" sz="700" dirty="0">
              <a:solidFill>
                <a:schemeClr val="bg1"/>
              </a:solidFill>
            </a:endParaRPr>
          </a:p>
        </p:txBody>
      </p:sp>
      <p:sp>
        <p:nvSpPr>
          <p:cNvPr id="64" name="직사각형 63">
            <a:extLst>
              <a:ext uri="{FF2B5EF4-FFF2-40B4-BE49-F238E27FC236}">
                <a16:creationId xmlns:a16="http://schemas.microsoft.com/office/drawing/2014/main" id="{8EACA4C5-77A3-448E-B807-3BB12C6025EB}"/>
              </a:ext>
            </a:extLst>
          </p:cNvPr>
          <p:cNvSpPr/>
          <p:nvPr userDrawn="1"/>
        </p:nvSpPr>
        <p:spPr>
          <a:xfrm>
            <a:off x="8782049" y="2862012"/>
            <a:ext cx="379159" cy="159916"/>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복사</a:t>
            </a:r>
            <a:endParaRPr lang="en-US" altLang="ko-KR" sz="700" dirty="0">
              <a:solidFill>
                <a:schemeClr val="bg1"/>
              </a:solidFill>
            </a:endParaRPr>
          </a:p>
        </p:txBody>
      </p:sp>
      <p:sp>
        <p:nvSpPr>
          <p:cNvPr id="110" name="직사각형 109">
            <a:extLst>
              <a:ext uri="{FF2B5EF4-FFF2-40B4-BE49-F238E27FC236}">
                <a16:creationId xmlns:a16="http://schemas.microsoft.com/office/drawing/2014/main" id="{B8F24479-E6F0-4258-9DDA-26DAFA1F4C67}"/>
              </a:ext>
            </a:extLst>
          </p:cNvPr>
          <p:cNvSpPr/>
          <p:nvPr userDrawn="1"/>
        </p:nvSpPr>
        <p:spPr>
          <a:xfrm>
            <a:off x="7185179" y="2864969"/>
            <a:ext cx="1022817" cy="159916"/>
          </a:xfrm>
          <a:prstGeom prst="rect">
            <a:avLst/>
          </a:prstGeom>
          <a:solidFill>
            <a:schemeClr val="tx1">
              <a:lumMod val="50000"/>
              <a:lumOff val="50000"/>
            </a:schemeClr>
          </a:solidFill>
          <a:ln w="6350">
            <a:solidFill>
              <a:schemeClr val="tx1">
                <a:lumMod val="50000"/>
                <a:lumOff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a:solidFill>
                  <a:schemeClr val="bg1"/>
                </a:solidFill>
              </a:rPr>
              <a:t>판매중지 예고신청</a:t>
            </a:r>
            <a:endParaRPr lang="en-US" altLang="ko-KR" sz="700" dirty="0">
              <a:solidFill>
                <a:schemeClr val="bg1"/>
              </a:solidFill>
            </a:endParaRPr>
          </a:p>
        </p:txBody>
      </p:sp>
      <p:sp>
        <p:nvSpPr>
          <p:cNvPr id="111" name="직사각형 110">
            <a:extLst>
              <a:ext uri="{FF2B5EF4-FFF2-40B4-BE49-F238E27FC236}">
                <a16:creationId xmlns:a16="http://schemas.microsoft.com/office/drawing/2014/main" id="{E4BDDD98-EEBC-44AD-AE98-68C6C9AA67D8}"/>
              </a:ext>
            </a:extLst>
          </p:cNvPr>
          <p:cNvSpPr/>
          <p:nvPr userDrawn="1"/>
        </p:nvSpPr>
        <p:spPr>
          <a:xfrm>
            <a:off x="6298341" y="2868892"/>
            <a:ext cx="767365" cy="159916"/>
          </a:xfrm>
          <a:prstGeom prst="rect">
            <a:avLst/>
          </a:prstGeom>
          <a:solidFill>
            <a:srgbClr val="00B0F0"/>
          </a:solidFill>
          <a:ln w="6350">
            <a:solidFill>
              <a:srgbClr val="00B0F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a:solidFill>
                  <a:schemeClr val="bg1"/>
                </a:solidFill>
              </a:rPr>
              <a:t>판매요청목록</a:t>
            </a:r>
            <a:endParaRPr lang="en-US" altLang="ko-KR" sz="700" dirty="0">
              <a:solidFill>
                <a:schemeClr val="bg1"/>
              </a:solidFill>
            </a:endParaRPr>
          </a:p>
        </p:txBody>
      </p:sp>
      <p:sp>
        <p:nvSpPr>
          <p:cNvPr id="112" name="직사각형 111">
            <a:extLst>
              <a:ext uri="{FF2B5EF4-FFF2-40B4-BE49-F238E27FC236}">
                <a16:creationId xmlns:a16="http://schemas.microsoft.com/office/drawing/2014/main" id="{654F3D48-514F-47C3-8D62-BDEAD86757B5}"/>
              </a:ext>
            </a:extLst>
          </p:cNvPr>
          <p:cNvSpPr/>
          <p:nvPr userDrawn="1"/>
        </p:nvSpPr>
        <p:spPr>
          <a:xfrm>
            <a:off x="8359416" y="2864969"/>
            <a:ext cx="379159" cy="159916"/>
          </a:xfrm>
          <a:prstGeom prst="rect">
            <a:avLst/>
          </a:prstGeom>
          <a:solidFill>
            <a:schemeClr val="accent1">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보기</a:t>
            </a:r>
            <a:endParaRPr lang="en-US" altLang="ko-KR" sz="700" dirty="0">
              <a:solidFill>
                <a:schemeClr val="bg1"/>
              </a:solidFill>
            </a:endParaRPr>
          </a:p>
        </p:txBody>
      </p:sp>
      <p:grpSp>
        <p:nvGrpSpPr>
          <p:cNvPr id="113" name="그룹 112">
            <a:extLst>
              <a:ext uri="{FF2B5EF4-FFF2-40B4-BE49-F238E27FC236}">
                <a16:creationId xmlns:a16="http://schemas.microsoft.com/office/drawing/2014/main" id="{0F0D2C3F-9767-46C2-8693-9058FF89F535}"/>
              </a:ext>
            </a:extLst>
          </p:cNvPr>
          <p:cNvGrpSpPr/>
          <p:nvPr userDrawn="1"/>
        </p:nvGrpSpPr>
        <p:grpSpPr>
          <a:xfrm>
            <a:off x="1633851" y="2435441"/>
            <a:ext cx="2414206" cy="338554"/>
            <a:chOff x="1237833" y="3417650"/>
            <a:chExt cx="1708480" cy="338554"/>
          </a:xfrm>
        </p:grpSpPr>
        <p:grpSp>
          <p:nvGrpSpPr>
            <p:cNvPr id="114" name="그룹 113">
              <a:extLst>
                <a:ext uri="{FF2B5EF4-FFF2-40B4-BE49-F238E27FC236}">
                  <a16:creationId xmlns:a16="http://schemas.microsoft.com/office/drawing/2014/main" id="{C7098636-C880-411A-B3B3-30C3AC3335E0}"/>
                </a:ext>
              </a:extLst>
            </p:cNvPr>
            <p:cNvGrpSpPr/>
            <p:nvPr/>
          </p:nvGrpSpPr>
          <p:grpSpPr>
            <a:xfrm>
              <a:off x="1237833" y="3462866"/>
              <a:ext cx="378630" cy="248122"/>
              <a:chOff x="2681976" y="1955121"/>
              <a:chExt cx="1993118" cy="596970"/>
            </a:xfrm>
          </p:grpSpPr>
          <p:sp>
            <p:nvSpPr>
              <p:cNvPr id="116" name="Border">
                <a:extLst>
                  <a:ext uri="{FF2B5EF4-FFF2-40B4-BE49-F238E27FC236}">
                    <a16:creationId xmlns:a16="http://schemas.microsoft.com/office/drawing/2014/main" id="{1D92FF44-1BE6-436F-BF90-876C7BD94EDD}"/>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7" name="Line 2">
                <a:extLst>
                  <a:ext uri="{FF2B5EF4-FFF2-40B4-BE49-F238E27FC236}">
                    <a16:creationId xmlns:a16="http://schemas.microsoft.com/office/drawing/2014/main" id="{080A9F79-29EE-4F5F-8A77-44E1BDBE7058}"/>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8" name="Line 1">
                <a:extLst>
                  <a:ext uri="{FF2B5EF4-FFF2-40B4-BE49-F238E27FC236}">
                    <a16:creationId xmlns:a16="http://schemas.microsoft.com/office/drawing/2014/main" id="{C1C119D7-52ED-46D9-8B4D-C2B77DEFB4D1}"/>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9" name="TextBox 118">
                <a:extLst>
                  <a:ext uri="{FF2B5EF4-FFF2-40B4-BE49-F238E27FC236}">
                    <a16:creationId xmlns:a16="http://schemas.microsoft.com/office/drawing/2014/main" id="{7E0D94C2-99FF-4239-B2E9-BF45C0E3604D}"/>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15" name="직사각형 114">
              <a:extLst>
                <a:ext uri="{FF2B5EF4-FFF2-40B4-BE49-F238E27FC236}">
                  <a16:creationId xmlns:a16="http://schemas.microsoft.com/office/drawing/2014/main" id="{7AE210A3-7755-457D-BFFE-7AAB234A2780}"/>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spTree>
    <p:extLst>
      <p:ext uri="{BB962C8B-B14F-4D97-AF65-F5344CB8AC3E}">
        <p14:creationId xmlns:p14="http://schemas.microsoft.com/office/powerpoint/2010/main" val="2526470360"/>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Shop채널 목록">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F2650A37-F951-485F-B1F3-520E2080F61E}"/>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5D4BB9F3-C754-4777-9B1F-FD29E770CF84}"/>
              </a:ext>
            </a:extLst>
          </p:cNvPr>
          <p:cNvSpPr/>
          <p:nvPr userDrawn="1"/>
        </p:nvSpPr>
        <p:spPr>
          <a:xfrm>
            <a:off x="41208" y="34272"/>
            <a:ext cx="10071693" cy="39509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5" name="그룹 4">
            <a:extLst>
              <a:ext uri="{FF2B5EF4-FFF2-40B4-BE49-F238E27FC236}">
                <a16:creationId xmlns:a16="http://schemas.microsoft.com/office/drawing/2014/main" id="{BCC4FC3F-92ED-463C-BDA2-BC093ECFF446}"/>
              </a:ext>
            </a:extLst>
          </p:cNvPr>
          <p:cNvGrpSpPr/>
          <p:nvPr userDrawn="1"/>
        </p:nvGrpSpPr>
        <p:grpSpPr>
          <a:xfrm>
            <a:off x="118741" y="94475"/>
            <a:ext cx="1148071" cy="273280"/>
            <a:chOff x="2843808" y="1955121"/>
            <a:chExt cx="1674813" cy="596970"/>
          </a:xfrm>
          <a:solidFill>
            <a:schemeClr val="bg1">
              <a:lumMod val="95000"/>
            </a:schemeClr>
          </a:solidFill>
        </p:grpSpPr>
        <p:sp>
          <p:nvSpPr>
            <p:cNvPr id="6" name="Border">
              <a:extLst>
                <a:ext uri="{FF2B5EF4-FFF2-40B4-BE49-F238E27FC236}">
                  <a16:creationId xmlns:a16="http://schemas.microsoft.com/office/drawing/2014/main" id="{35C4B48E-3C55-426C-A36C-F80651D7800E}"/>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 name="Line 2">
              <a:extLst>
                <a:ext uri="{FF2B5EF4-FFF2-40B4-BE49-F238E27FC236}">
                  <a16:creationId xmlns:a16="http://schemas.microsoft.com/office/drawing/2014/main" id="{E5F44606-BCDC-4BA6-A69D-0EA65117713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1">
              <a:extLst>
                <a:ext uri="{FF2B5EF4-FFF2-40B4-BE49-F238E27FC236}">
                  <a16:creationId xmlns:a16="http://schemas.microsoft.com/office/drawing/2014/main" id="{4172315F-B786-413C-8909-965F9D501AB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TextBox 8">
              <a:extLst>
                <a:ext uri="{FF2B5EF4-FFF2-40B4-BE49-F238E27FC236}">
                  <a16:creationId xmlns:a16="http://schemas.microsoft.com/office/drawing/2014/main" id="{A855A9A2-9DF2-4567-A90D-62B41151AC2D}"/>
                </a:ext>
              </a:extLst>
            </p:cNvPr>
            <p:cNvSpPr txBox="1"/>
            <p:nvPr/>
          </p:nvSpPr>
          <p:spPr>
            <a:xfrm>
              <a:off x="3335780" y="2018289"/>
              <a:ext cx="690867" cy="470629"/>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0" name="직사각형 9">
            <a:extLst>
              <a:ext uri="{FF2B5EF4-FFF2-40B4-BE49-F238E27FC236}">
                <a16:creationId xmlns:a16="http://schemas.microsoft.com/office/drawing/2014/main" id="{AAB266B7-BFE8-4DE9-8586-1ABA82ACCB52}"/>
              </a:ext>
            </a:extLst>
          </p:cNvPr>
          <p:cNvSpPr/>
          <p:nvPr userDrawn="1"/>
        </p:nvSpPr>
        <p:spPr>
          <a:xfrm>
            <a:off x="7107532" y="104509"/>
            <a:ext cx="2933097" cy="253211"/>
          </a:xfrm>
          <a:prstGeom prst="rect">
            <a:avLst/>
          </a:prstGeom>
        </p:spPr>
        <p:txBody>
          <a:bodyPr wrap="square">
            <a:spAutoFit/>
          </a:bodyPr>
          <a:lstStyle/>
          <a:p>
            <a:pPr algn="r">
              <a:lnSpc>
                <a:spcPct val="150000"/>
              </a:lnSpc>
            </a:pPr>
            <a:r>
              <a:rPr lang="en-US" altLang="ko-KR" sz="800" dirty="0">
                <a:solidFill>
                  <a:schemeClr val="bg1">
                    <a:lumMod val="75000"/>
                  </a:schemeClr>
                </a:solidFill>
                <a:latin typeface="+mj-ea"/>
                <a:ea typeface="+mj-ea"/>
              </a:rPr>
              <a:t> </a:t>
            </a:r>
            <a:r>
              <a:rPr lang="en-US" altLang="ko-KR" sz="800" b="1" dirty="0">
                <a:solidFill>
                  <a:schemeClr val="tx1"/>
                </a:solidFill>
                <a:latin typeface="+mj-ea"/>
                <a:ea typeface="+mj-ea"/>
              </a:rPr>
              <a:t>[ </a:t>
            </a:r>
            <a:r>
              <a:rPr lang="ko-KR" altLang="en-US" sz="800" b="1" dirty="0">
                <a:solidFill>
                  <a:schemeClr val="tx1"/>
                </a:solidFill>
                <a:latin typeface="+mj-ea"/>
                <a:ea typeface="+mj-ea"/>
              </a:rPr>
              <a:t>상호명 </a:t>
            </a:r>
            <a:r>
              <a:rPr lang="en-US" altLang="ko-KR" sz="800" b="1" dirty="0">
                <a:solidFill>
                  <a:schemeClr val="tx1"/>
                </a:solidFill>
                <a:latin typeface="+mj-ea"/>
                <a:ea typeface="+mj-ea"/>
              </a:rPr>
              <a:t>]  </a:t>
            </a:r>
            <a:r>
              <a:rPr lang="ko-KR" altLang="en-US" sz="800" dirty="0" err="1">
                <a:latin typeface="+mj-ea"/>
                <a:ea typeface="+mj-ea"/>
              </a:rPr>
              <a:t>회원명</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sp>
        <p:nvSpPr>
          <p:cNvPr id="11" name="사각형: 둥근 모서리 10">
            <a:extLst>
              <a:ext uri="{FF2B5EF4-FFF2-40B4-BE49-F238E27FC236}">
                <a16:creationId xmlns:a16="http://schemas.microsoft.com/office/drawing/2014/main" id="{AD021B0E-2ABE-4DF3-A7FB-53BC3F16360E}"/>
              </a:ext>
            </a:extLst>
          </p:cNvPr>
          <p:cNvSpPr/>
          <p:nvPr userDrawn="1"/>
        </p:nvSpPr>
        <p:spPr>
          <a:xfrm>
            <a:off x="118741" y="567332"/>
            <a:ext cx="1148071" cy="474970"/>
          </a:xfrm>
          <a:prstGeom prst="roundRect">
            <a:avLst>
              <a:gd name="adj" fmla="val 4472"/>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l">
              <a:lnSpc>
                <a:spcPct val="150000"/>
              </a:lnSpc>
            </a:pPr>
            <a:r>
              <a:rPr lang="ko-KR" altLang="en-US" sz="800" dirty="0">
                <a:solidFill>
                  <a:schemeClr val="tx1"/>
                </a:solidFill>
              </a:rPr>
              <a:t>○ 주문관리</a:t>
            </a:r>
            <a:endParaRPr lang="en-US" altLang="ko-KR" sz="800" dirty="0">
              <a:solidFill>
                <a:schemeClr val="tx1"/>
              </a:solidFill>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상품등록</a:t>
            </a:r>
            <a:endParaRPr lang="en-US" altLang="ko-KR" sz="800" dirty="0">
              <a:solidFill>
                <a:schemeClr val="tx1"/>
              </a:solidFill>
            </a:endParaRPr>
          </a:p>
          <a:p>
            <a:pPr algn="l">
              <a:lnSpc>
                <a:spcPct val="150000"/>
              </a:lnSpc>
            </a:pPr>
            <a:endParaRPr lang="en-US" altLang="ko-KR" sz="800" dirty="0">
              <a:solidFill>
                <a:schemeClr val="tx1"/>
              </a:solidFill>
            </a:endParaRPr>
          </a:p>
        </p:txBody>
      </p:sp>
      <p:sp>
        <p:nvSpPr>
          <p:cNvPr id="12" name="사각형: 둥근 모서리 11">
            <a:extLst>
              <a:ext uri="{FF2B5EF4-FFF2-40B4-BE49-F238E27FC236}">
                <a16:creationId xmlns:a16="http://schemas.microsoft.com/office/drawing/2014/main" id="{9E0C05B1-0CD5-48DF-A464-916A564AF095}"/>
              </a:ext>
            </a:extLst>
          </p:cNvPr>
          <p:cNvSpPr/>
          <p:nvPr userDrawn="1"/>
        </p:nvSpPr>
        <p:spPr>
          <a:xfrm>
            <a:off x="1476347" y="170905"/>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주문목록</a:t>
            </a:r>
          </a:p>
        </p:txBody>
      </p:sp>
      <p:sp>
        <p:nvSpPr>
          <p:cNvPr id="13" name="사각형: 둥근 모서리 12">
            <a:extLst>
              <a:ext uri="{FF2B5EF4-FFF2-40B4-BE49-F238E27FC236}">
                <a16:creationId xmlns:a16="http://schemas.microsoft.com/office/drawing/2014/main" id="{05DF0B41-3D81-4477-85A1-042D303B3BFD}"/>
              </a:ext>
            </a:extLst>
          </p:cNvPr>
          <p:cNvSpPr/>
          <p:nvPr userDrawn="1"/>
        </p:nvSpPr>
        <p:spPr>
          <a:xfrm>
            <a:off x="2296062" y="170905"/>
            <a:ext cx="888569"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회원정보수정</a:t>
            </a:r>
          </a:p>
        </p:txBody>
      </p:sp>
      <p:sp>
        <p:nvSpPr>
          <p:cNvPr id="14" name="사각형: 둥근 모서리 13">
            <a:extLst>
              <a:ext uri="{FF2B5EF4-FFF2-40B4-BE49-F238E27FC236}">
                <a16:creationId xmlns:a16="http://schemas.microsoft.com/office/drawing/2014/main" id="{E0C8A5E6-40E5-467C-A819-0700C5B659CF}"/>
              </a:ext>
            </a:extLst>
          </p:cNvPr>
          <p:cNvSpPr/>
          <p:nvPr userDrawn="1"/>
        </p:nvSpPr>
        <p:spPr>
          <a:xfrm>
            <a:off x="3256190" y="171431"/>
            <a:ext cx="636360"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 포인트</a:t>
            </a:r>
          </a:p>
        </p:txBody>
      </p:sp>
      <p:sp>
        <p:nvSpPr>
          <p:cNvPr id="15" name="사각형: 둥근 모서리 14">
            <a:extLst>
              <a:ext uri="{FF2B5EF4-FFF2-40B4-BE49-F238E27FC236}">
                <a16:creationId xmlns:a16="http://schemas.microsoft.com/office/drawing/2014/main" id="{5B6249BF-EF16-48FF-95F4-F072BA05DA9A}"/>
              </a:ext>
            </a:extLst>
          </p:cNvPr>
          <p:cNvSpPr/>
          <p:nvPr userDrawn="1"/>
        </p:nvSpPr>
        <p:spPr>
          <a:xfrm>
            <a:off x="4020832" y="170905"/>
            <a:ext cx="842850"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     방문한 채널</a:t>
            </a:r>
          </a:p>
        </p:txBody>
      </p:sp>
      <p:graphicFrame>
        <p:nvGraphicFramePr>
          <p:cNvPr id="16" name="표 20">
            <a:extLst>
              <a:ext uri="{FF2B5EF4-FFF2-40B4-BE49-F238E27FC236}">
                <a16:creationId xmlns:a16="http://schemas.microsoft.com/office/drawing/2014/main" id="{E3BEF96E-70BA-477B-9785-2941BA527CCE}"/>
              </a:ext>
            </a:extLst>
          </p:cNvPr>
          <p:cNvGraphicFramePr>
            <a:graphicFrameLocks noGrp="1"/>
          </p:cNvGraphicFramePr>
          <p:nvPr userDrawn="1">
            <p:extLst>
              <p:ext uri="{D42A27DB-BD31-4B8C-83A1-F6EECF244321}">
                <p14:modId xmlns:p14="http://schemas.microsoft.com/office/powerpoint/2010/main" val="2998277551"/>
              </p:ext>
            </p:extLst>
          </p:nvPr>
        </p:nvGraphicFramePr>
        <p:xfrm>
          <a:off x="40495" y="1178787"/>
          <a:ext cx="1305704" cy="106680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a:t>
                      </a:r>
                      <a:r>
                        <a:rPr lang="en-US" altLang="ko-KR" sz="800" dirty="0"/>
                        <a:t>Shop </a:t>
                      </a:r>
                      <a:r>
                        <a:rPr lang="ko-KR" altLang="en-US" sz="800" dirty="0"/>
                        <a:t>채널관리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상품관리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공동구매 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latinLnBrk="1"/>
                      <a:r>
                        <a:rPr lang="ko-KR" altLang="en-US" sz="800" dirty="0"/>
                        <a:t>○ 주문관리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정산관리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878359119"/>
                  </a:ext>
                </a:extLst>
              </a:tr>
            </a:tbl>
          </a:graphicData>
        </a:graphic>
      </p:graphicFrame>
      <p:sp>
        <p:nvSpPr>
          <p:cNvPr id="17" name="웃는 얼굴 16">
            <a:extLst>
              <a:ext uri="{FF2B5EF4-FFF2-40B4-BE49-F238E27FC236}">
                <a16:creationId xmlns:a16="http://schemas.microsoft.com/office/drawing/2014/main" id="{19D59255-BF13-4480-B702-8D079FD69FEA}"/>
              </a:ext>
            </a:extLst>
          </p:cNvPr>
          <p:cNvSpPr/>
          <p:nvPr userDrawn="1"/>
        </p:nvSpPr>
        <p:spPr>
          <a:xfrm>
            <a:off x="1529408" y="20777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 name="웃는 얼굴 17">
            <a:extLst>
              <a:ext uri="{FF2B5EF4-FFF2-40B4-BE49-F238E27FC236}">
                <a16:creationId xmlns:a16="http://schemas.microsoft.com/office/drawing/2014/main" id="{82B6A9D8-3AE6-40BE-B035-3BB54B5F105A}"/>
              </a:ext>
            </a:extLst>
          </p:cNvPr>
          <p:cNvSpPr/>
          <p:nvPr userDrawn="1"/>
        </p:nvSpPr>
        <p:spPr>
          <a:xfrm>
            <a:off x="2348177" y="20534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웃는 얼굴 18">
            <a:extLst>
              <a:ext uri="{FF2B5EF4-FFF2-40B4-BE49-F238E27FC236}">
                <a16:creationId xmlns:a16="http://schemas.microsoft.com/office/drawing/2014/main" id="{7357F57E-BD2F-4ECC-BE25-BDFF6D258906}"/>
              </a:ext>
            </a:extLst>
          </p:cNvPr>
          <p:cNvSpPr/>
          <p:nvPr userDrawn="1"/>
        </p:nvSpPr>
        <p:spPr>
          <a:xfrm>
            <a:off x="3315372" y="20291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웃는 얼굴 19">
            <a:extLst>
              <a:ext uri="{FF2B5EF4-FFF2-40B4-BE49-F238E27FC236}">
                <a16:creationId xmlns:a16="http://schemas.microsoft.com/office/drawing/2014/main" id="{F164BEF6-895F-4BBF-89F0-96B241BC53E2}"/>
              </a:ext>
            </a:extLst>
          </p:cNvPr>
          <p:cNvSpPr/>
          <p:nvPr userDrawn="1"/>
        </p:nvSpPr>
        <p:spPr>
          <a:xfrm>
            <a:off x="4084904" y="213898"/>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21" name="표 20">
            <a:extLst>
              <a:ext uri="{FF2B5EF4-FFF2-40B4-BE49-F238E27FC236}">
                <a16:creationId xmlns:a16="http://schemas.microsoft.com/office/drawing/2014/main" id="{9554845A-B4F5-41BA-98A5-134A80A62DC7}"/>
              </a:ext>
            </a:extLst>
          </p:cNvPr>
          <p:cNvGraphicFramePr>
            <a:graphicFrameLocks noGrp="1"/>
          </p:cNvGraphicFramePr>
          <p:nvPr userDrawn="1">
            <p:extLst>
              <p:ext uri="{D42A27DB-BD31-4B8C-83A1-F6EECF244321}">
                <p14:modId xmlns:p14="http://schemas.microsoft.com/office/powerpoint/2010/main" val="4264915207"/>
              </p:ext>
            </p:extLst>
          </p:nvPr>
        </p:nvGraphicFramePr>
        <p:xfrm>
          <a:off x="48089" y="3141314"/>
          <a:ext cx="1305704" cy="128016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정보관리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서브관리자관리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발주담당관리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latinLnBrk="1"/>
                      <a:r>
                        <a:rPr lang="ko-KR" altLang="en-US" sz="800" dirty="0"/>
                        <a:t>○ 포인트관리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a:t>
                      </a:r>
                      <a:r>
                        <a:rPr lang="ko-KR" altLang="en-US" sz="800" dirty="0" err="1"/>
                        <a:t>배송비설정</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취소</a:t>
                      </a:r>
                      <a:r>
                        <a:rPr lang="en-US" altLang="ko-KR" sz="800" dirty="0"/>
                        <a:t>/</a:t>
                      </a:r>
                      <a:r>
                        <a:rPr lang="ko-KR" altLang="en-US" sz="800" dirty="0"/>
                        <a:t>환불안내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bl>
          </a:graphicData>
        </a:graphic>
      </p:graphicFrame>
      <p:sp>
        <p:nvSpPr>
          <p:cNvPr id="22" name="TextBox 21">
            <a:extLst>
              <a:ext uri="{FF2B5EF4-FFF2-40B4-BE49-F238E27FC236}">
                <a16:creationId xmlns:a16="http://schemas.microsoft.com/office/drawing/2014/main" id="{842B790E-28D9-4EFB-AB09-0BB25F02820D}"/>
              </a:ext>
            </a:extLst>
          </p:cNvPr>
          <p:cNvSpPr txBox="1"/>
          <p:nvPr userDrawn="1"/>
        </p:nvSpPr>
        <p:spPr>
          <a:xfrm rot="10800000">
            <a:off x="1078469" y="1170836"/>
            <a:ext cx="276038" cy="246221"/>
          </a:xfrm>
          <a:prstGeom prst="rect">
            <a:avLst/>
          </a:prstGeom>
          <a:noFill/>
        </p:spPr>
        <p:txBody>
          <a:bodyPr wrap="none" rtlCol="0">
            <a:spAutoFit/>
          </a:bodyPr>
          <a:lstStyle/>
          <a:p>
            <a:r>
              <a:rPr lang="ko-KR" altLang="en-US" sz="1000" b="1" dirty="0"/>
              <a:t>∨</a:t>
            </a:r>
          </a:p>
        </p:txBody>
      </p:sp>
      <p:sp>
        <p:nvSpPr>
          <p:cNvPr id="23" name="TextBox 22">
            <a:extLst>
              <a:ext uri="{FF2B5EF4-FFF2-40B4-BE49-F238E27FC236}">
                <a16:creationId xmlns:a16="http://schemas.microsoft.com/office/drawing/2014/main" id="{89B01FD4-47F0-4C9B-8351-3C7220C305E5}"/>
              </a:ext>
            </a:extLst>
          </p:cNvPr>
          <p:cNvSpPr txBox="1"/>
          <p:nvPr userDrawn="1"/>
        </p:nvSpPr>
        <p:spPr>
          <a:xfrm rot="10800000">
            <a:off x="1080745" y="1381815"/>
            <a:ext cx="276038" cy="246221"/>
          </a:xfrm>
          <a:prstGeom prst="rect">
            <a:avLst/>
          </a:prstGeom>
          <a:noFill/>
        </p:spPr>
        <p:txBody>
          <a:bodyPr wrap="none" rtlCol="0">
            <a:spAutoFit/>
          </a:bodyPr>
          <a:lstStyle/>
          <a:p>
            <a:r>
              <a:rPr lang="ko-KR" altLang="en-US" sz="1000" b="1" dirty="0"/>
              <a:t>∨</a:t>
            </a:r>
          </a:p>
        </p:txBody>
      </p:sp>
      <p:sp>
        <p:nvSpPr>
          <p:cNvPr id="24" name="TextBox 23">
            <a:extLst>
              <a:ext uri="{FF2B5EF4-FFF2-40B4-BE49-F238E27FC236}">
                <a16:creationId xmlns:a16="http://schemas.microsoft.com/office/drawing/2014/main" id="{0B9EB8DD-2789-4E4B-A49C-2A6510BDBE62}"/>
              </a:ext>
            </a:extLst>
          </p:cNvPr>
          <p:cNvSpPr txBox="1"/>
          <p:nvPr userDrawn="1"/>
        </p:nvSpPr>
        <p:spPr>
          <a:xfrm rot="10800000">
            <a:off x="1078468" y="1598765"/>
            <a:ext cx="276038" cy="246221"/>
          </a:xfrm>
          <a:prstGeom prst="rect">
            <a:avLst/>
          </a:prstGeom>
          <a:noFill/>
        </p:spPr>
        <p:txBody>
          <a:bodyPr wrap="none" rtlCol="0">
            <a:spAutoFit/>
          </a:bodyPr>
          <a:lstStyle/>
          <a:p>
            <a:r>
              <a:rPr lang="ko-KR" altLang="en-US" sz="1000" b="1" dirty="0"/>
              <a:t>∨</a:t>
            </a:r>
          </a:p>
        </p:txBody>
      </p:sp>
      <p:sp>
        <p:nvSpPr>
          <p:cNvPr id="25" name="TextBox 24">
            <a:extLst>
              <a:ext uri="{FF2B5EF4-FFF2-40B4-BE49-F238E27FC236}">
                <a16:creationId xmlns:a16="http://schemas.microsoft.com/office/drawing/2014/main" id="{5C2DA15A-4512-475B-9B72-BD00C1DCE304}"/>
              </a:ext>
            </a:extLst>
          </p:cNvPr>
          <p:cNvSpPr txBox="1"/>
          <p:nvPr userDrawn="1"/>
        </p:nvSpPr>
        <p:spPr>
          <a:xfrm rot="10800000">
            <a:off x="1080093" y="1831065"/>
            <a:ext cx="276038" cy="246221"/>
          </a:xfrm>
          <a:prstGeom prst="rect">
            <a:avLst/>
          </a:prstGeom>
          <a:noFill/>
        </p:spPr>
        <p:txBody>
          <a:bodyPr wrap="none" rtlCol="0">
            <a:spAutoFit/>
          </a:bodyPr>
          <a:lstStyle/>
          <a:p>
            <a:r>
              <a:rPr lang="ko-KR" altLang="en-US" sz="1000" b="1" dirty="0"/>
              <a:t>∨</a:t>
            </a:r>
          </a:p>
        </p:txBody>
      </p:sp>
      <p:sp>
        <p:nvSpPr>
          <p:cNvPr id="26" name="직사각형 25">
            <a:extLst>
              <a:ext uri="{FF2B5EF4-FFF2-40B4-BE49-F238E27FC236}">
                <a16:creationId xmlns:a16="http://schemas.microsoft.com/office/drawing/2014/main" id="{FF35A84E-D232-49DF-BC51-007A2D5F7A26}"/>
              </a:ext>
            </a:extLst>
          </p:cNvPr>
          <p:cNvSpPr/>
          <p:nvPr userDrawn="1"/>
        </p:nvSpPr>
        <p:spPr>
          <a:xfrm>
            <a:off x="41208" y="429370"/>
            <a:ext cx="1304991"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 name="TextBox 26">
            <a:extLst>
              <a:ext uri="{FF2B5EF4-FFF2-40B4-BE49-F238E27FC236}">
                <a16:creationId xmlns:a16="http://schemas.microsoft.com/office/drawing/2014/main" id="{44EE4AC2-65BF-42F3-B35F-F857F6518E0E}"/>
              </a:ext>
            </a:extLst>
          </p:cNvPr>
          <p:cNvSpPr txBox="1"/>
          <p:nvPr userDrawn="1"/>
        </p:nvSpPr>
        <p:spPr>
          <a:xfrm>
            <a:off x="40495" y="2905534"/>
            <a:ext cx="631904" cy="215444"/>
          </a:xfrm>
          <a:prstGeom prst="rect">
            <a:avLst/>
          </a:prstGeom>
          <a:noFill/>
        </p:spPr>
        <p:txBody>
          <a:bodyPr wrap="none" rtlCol="0">
            <a:spAutoFit/>
          </a:bodyPr>
          <a:lstStyle/>
          <a:p>
            <a:r>
              <a:rPr lang="ko-KR" altLang="en-US" sz="800" b="1" dirty="0">
                <a:solidFill>
                  <a:schemeClr val="bg1">
                    <a:lumMod val="65000"/>
                  </a:schemeClr>
                </a:solidFill>
              </a:rPr>
              <a:t> 환경설정</a:t>
            </a:r>
          </a:p>
        </p:txBody>
      </p:sp>
      <p:sp>
        <p:nvSpPr>
          <p:cNvPr id="28" name="직사각형 27">
            <a:extLst>
              <a:ext uri="{FF2B5EF4-FFF2-40B4-BE49-F238E27FC236}">
                <a16:creationId xmlns:a16="http://schemas.microsoft.com/office/drawing/2014/main" id="{7BD282B2-2E1C-48D5-90F9-05A691551AAA}"/>
              </a:ext>
            </a:extLst>
          </p:cNvPr>
          <p:cNvSpPr/>
          <p:nvPr userDrawn="1"/>
        </p:nvSpPr>
        <p:spPr>
          <a:xfrm>
            <a:off x="9271463" y="429370"/>
            <a:ext cx="840725"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 name="직사각형 28">
            <a:extLst>
              <a:ext uri="{FF2B5EF4-FFF2-40B4-BE49-F238E27FC236}">
                <a16:creationId xmlns:a16="http://schemas.microsoft.com/office/drawing/2014/main" id="{BB1FC30B-2894-47CF-B051-A6DA7E9F093B}"/>
              </a:ext>
            </a:extLst>
          </p:cNvPr>
          <p:cNvSpPr/>
          <p:nvPr userDrawn="1"/>
        </p:nvSpPr>
        <p:spPr>
          <a:xfrm>
            <a:off x="9375639" y="540420"/>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0" name="직사각형 29">
            <a:extLst>
              <a:ext uri="{FF2B5EF4-FFF2-40B4-BE49-F238E27FC236}">
                <a16:creationId xmlns:a16="http://schemas.microsoft.com/office/drawing/2014/main" id="{67A0949D-12E5-4307-8CB0-B2ACB991CB74}"/>
              </a:ext>
            </a:extLst>
          </p:cNvPr>
          <p:cNvSpPr/>
          <p:nvPr userDrawn="1"/>
        </p:nvSpPr>
        <p:spPr>
          <a:xfrm>
            <a:off x="9375639" y="847737"/>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1" name="직사각형 30">
            <a:extLst>
              <a:ext uri="{FF2B5EF4-FFF2-40B4-BE49-F238E27FC236}">
                <a16:creationId xmlns:a16="http://schemas.microsoft.com/office/drawing/2014/main" id="{AE326329-CE7E-469B-A505-D620C38DC26E}"/>
              </a:ext>
            </a:extLst>
          </p:cNvPr>
          <p:cNvSpPr/>
          <p:nvPr userDrawn="1"/>
        </p:nvSpPr>
        <p:spPr>
          <a:xfrm>
            <a:off x="9375639" y="1155054"/>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2" name="직사각형 31">
            <a:extLst>
              <a:ext uri="{FF2B5EF4-FFF2-40B4-BE49-F238E27FC236}">
                <a16:creationId xmlns:a16="http://schemas.microsoft.com/office/drawing/2014/main" id="{F32AC648-C350-4B35-89FD-D23F22F61BC7}"/>
              </a:ext>
            </a:extLst>
          </p:cNvPr>
          <p:cNvSpPr/>
          <p:nvPr userDrawn="1"/>
        </p:nvSpPr>
        <p:spPr>
          <a:xfrm>
            <a:off x="9375639" y="1462371"/>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3" name="직사각형 32">
            <a:extLst>
              <a:ext uri="{FF2B5EF4-FFF2-40B4-BE49-F238E27FC236}">
                <a16:creationId xmlns:a16="http://schemas.microsoft.com/office/drawing/2014/main" id="{5C0C7DE4-6D28-4E03-8993-17B07382D660}"/>
              </a:ext>
            </a:extLst>
          </p:cNvPr>
          <p:cNvSpPr/>
          <p:nvPr userDrawn="1"/>
        </p:nvSpPr>
        <p:spPr>
          <a:xfrm>
            <a:off x="9375639" y="1769688"/>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4" name="직사각형 33">
            <a:extLst>
              <a:ext uri="{FF2B5EF4-FFF2-40B4-BE49-F238E27FC236}">
                <a16:creationId xmlns:a16="http://schemas.microsoft.com/office/drawing/2014/main" id="{6030BA08-6D95-4C85-9E02-7BE4044212FF}"/>
              </a:ext>
            </a:extLst>
          </p:cNvPr>
          <p:cNvSpPr/>
          <p:nvPr userDrawn="1"/>
        </p:nvSpPr>
        <p:spPr>
          <a:xfrm>
            <a:off x="9375639" y="2077005"/>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5" name="직사각형 34">
            <a:extLst>
              <a:ext uri="{FF2B5EF4-FFF2-40B4-BE49-F238E27FC236}">
                <a16:creationId xmlns:a16="http://schemas.microsoft.com/office/drawing/2014/main" id="{884640C2-0A42-4C12-BFDC-A0AB8E36B1B0}"/>
              </a:ext>
            </a:extLst>
          </p:cNvPr>
          <p:cNvSpPr/>
          <p:nvPr userDrawn="1"/>
        </p:nvSpPr>
        <p:spPr>
          <a:xfrm>
            <a:off x="9375639" y="2384322"/>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6" name="직사각형 35">
            <a:extLst>
              <a:ext uri="{FF2B5EF4-FFF2-40B4-BE49-F238E27FC236}">
                <a16:creationId xmlns:a16="http://schemas.microsoft.com/office/drawing/2014/main" id="{BE2CFC61-A5D4-4A27-99D7-133DD01195E3}"/>
              </a:ext>
            </a:extLst>
          </p:cNvPr>
          <p:cNvSpPr/>
          <p:nvPr userDrawn="1"/>
        </p:nvSpPr>
        <p:spPr>
          <a:xfrm>
            <a:off x="9375639" y="2691639"/>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7" name="직사각형 36">
            <a:extLst>
              <a:ext uri="{FF2B5EF4-FFF2-40B4-BE49-F238E27FC236}">
                <a16:creationId xmlns:a16="http://schemas.microsoft.com/office/drawing/2014/main" id="{85326C8C-9B01-45E6-979E-942B65F7A01B}"/>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8" name="직사각형 37">
            <a:extLst>
              <a:ext uri="{FF2B5EF4-FFF2-40B4-BE49-F238E27FC236}">
                <a16:creationId xmlns:a16="http://schemas.microsoft.com/office/drawing/2014/main" id="{F0EA9688-9466-4B35-9F0A-3303D76D8F50}"/>
              </a:ext>
            </a:extLst>
          </p:cNvPr>
          <p:cNvSpPr/>
          <p:nvPr userDrawn="1"/>
        </p:nvSpPr>
        <p:spPr>
          <a:xfrm>
            <a:off x="1414854" y="48500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39" name="직사각형 38">
            <a:extLst>
              <a:ext uri="{FF2B5EF4-FFF2-40B4-BE49-F238E27FC236}">
                <a16:creationId xmlns:a16="http://schemas.microsoft.com/office/drawing/2014/main" id="{5D98508F-FE4D-4CFA-8F42-1EAF44930D8F}"/>
              </a:ext>
            </a:extLst>
          </p:cNvPr>
          <p:cNvSpPr/>
          <p:nvPr userDrawn="1"/>
        </p:nvSpPr>
        <p:spPr>
          <a:xfrm>
            <a:off x="7202350" y="493535"/>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
        <p:nvSpPr>
          <p:cNvPr id="40" name="직사각형 39">
            <a:extLst>
              <a:ext uri="{FF2B5EF4-FFF2-40B4-BE49-F238E27FC236}">
                <a16:creationId xmlns:a16="http://schemas.microsoft.com/office/drawing/2014/main" id="{2A554BDB-8DEA-4940-9EE5-131C5FE3DF52}"/>
              </a:ext>
            </a:extLst>
          </p:cNvPr>
          <p:cNvSpPr/>
          <p:nvPr userDrawn="1"/>
        </p:nvSpPr>
        <p:spPr>
          <a:xfrm>
            <a:off x="2348177" y="858404"/>
            <a:ext cx="5521056" cy="18389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1" name="직사각형 40">
            <a:extLst>
              <a:ext uri="{FF2B5EF4-FFF2-40B4-BE49-F238E27FC236}">
                <a16:creationId xmlns:a16="http://schemas.microsoft.com/office/drawing/2014/main" id="{AF87F507-D151-4338-A3EA-8088B5411EDF}"/>
              </a:ext>
            </a:extLst>
          </p:cNvPr>
          <p:cNvSpPr/>
          <p:nvPr userDrawn="1"/>
        </p:nvSpPr>
        <p:spPr>
          <a:xfrm>
            <a:off x="8450090" y="85840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endParaRPr lang="en-US" altLang="ko-KR" sz="800" dirty="0">
              <a:solidFill>
                <a:schemeClr val="bg1"/>
              </a:solidFill>
            </a:endParaRPr>
          </a:p>
        </p:txBody>
      </p:sp>
      <p:graphicFrame>
        <p:nvGraphicFramePr>
          <p:cNvPr id="42" name="표 63">
            <a:extLst>
              <a:ext uri="{FF2B5EF4-FFF2-40B4-BE49-F238E27FC236}">
                <a16:creationId xmlns:a16="http://schemas.microsoft.com/office/drawing/2014/main" id="{477FA6EC-C084-42AE-ADCD-A354BA2086C8}"/>
              </a:ext>
            </a:extLst>
          </p:cNvPr>
          <p:cNvGraphicFramePr>
            <a:graphicFrameLocks noGrp="1"/>
          </p:cNvGraphicFramePr>
          <p:nvPr userDrawn="1">
            <p:extLst>
              <p:ext uri="{D42A27DB-BD31-4B8C-83A1-F6EECF244321}">
                <p14:modId xmlns:p14="http://schemas.microsoft.com/office/powerpoint/2010/main" val="1444890501"/>
              </p:ext>
            </p:extLst>
          </p:nvPr>
        </p:nvGraphicFramePr>
        <p:xfrm>
          <a:off x="1419945" y="825016"/>
          <a:ext cx="7797729" cy="489170"/>
        </p:xfrm>
        <a:graphic>
          <a:graphicData uri="http://schemas.openxmlformats.org/drawingml/2006/table">
            <a:tbl>
              <a:tblPr firstRow="1" bandRow="1">
                <a:tableStyleId>{5940675A-B579-460E-94D1-54222C63F5DA}</a:tableStyleId>
              </a:tblPr>
              <a:tblGrid>
                <a:gridCol w="864749">
                  <a:extLst>
                    <a:ext uri="{9D8B030D-6E8A-4147-A177-3AD203B41FA5}">
                      <a16:colId xmlns:a16="http://schemas.microsoft.com/office/drawing/2014/main" val="3701388552"/>
                    </a:ext>
                  </a:extLst>
                </a:gridCol>
                <a:gridCol w="6932980">
                  <a:extLst>
                    <a:ext uri="{9D8B030D-6E8A-4147-A177-3AD203B41FA5}">
                      <a16:colId xmlns:a16="http://schemas.microsoft.com/office/drawing/2014/main" val="339215266"/>
                    </a:ext>
                  </a:extLst>
                </a:gridCol>
              </a:tblGrid>
              <a:tr h="244585">
                <a:tc>
                  <a:txBody>
                    <a:bodyPr/>
                    <a:lstStyle/>
                    <a:p>
                      <a:pPr latinLnBrk="1"/>
                      <a:r>
                        <a:rPr lang="en-US" altLang="ko-KR" sz="900" dirty="0"/>
                        <a:t>Shop </a:t>
                      </a:r>
                      <a:r>
                        <a:rPr lang="ko-KR" altLang="en-US" sz="900" dirty="0" err="1"/>
                        <a:t>채널명</a:t>
                      </a:r>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244585">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43" name="직사각형 42">
            <a:extLst>
              <a:ext uri="{FF2B5EF4-FFF2-40B4-BE49-F238E27FC236}">
                <a16:creationId xmlns:a16="http://schemas.microsoft.com/office/drawing/2014/main" id="{8FE5BC15-7C4B-4900-99E2-92CD2BAAE3A4}"/>
              </a:ext>
            </a:extLst>
          </p:cNvPr>
          <p:cNvSpPr/>
          <p:nvPr userDrawn="1"/>
        </p:nvSpPr>
        <p:spPr>
          <a:xfrm>
            <a:off x="8452538" y="1085623"/>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graphicFrame>
        <p:nvGraphicFramePr>
          <p:cNvPr id="44" name="표 43">
            <a:extLst>
              <a:ext uri="{FF2B5EF4-FFF2-40B4-BE49-F238E27FC236}">
                <a16:creationId xmlns:a16="http://schemas.microsoft.com/office/drawing/2014/main" id="{67B3B92E-E588-41D0-B091-947E6CDFF24B}"/>
              </a:ext>
            </a:extLst>
          </p:cNvPr>
          <p:cNvGraphicFramePr>
            <a:graphicFrameLocks noGrp="1"/>
          </p:cNvGraphicFramePr>
          <p:nvPr userDrawn="1">
            <p:extLst>
              <p:ext uri="{D42A27DB-BD31-4B8C-83A1-F6EECF244321}">
                <p14:modId xmlns:p14="http://schemas.microsoft.com/office/powerpoint/2010/main" val="1175203471"/>
              </p:ext>
            </p:extLst>
          </p:nvPr>
        </p:nvGraphicFramePr>
        <p:xfrm>
          <a:off x="1431783" y="1708160"/>
          <a:ext cx="7778542" cy="1569720"/>
        </p:xfrm>
        <a:graphic>
          <a:graphicData uri="http://schemas.openxmlformats.org/drawingml/2006/table">
            <a:tbl>
              <a:tblPr firstRow="1" bandRow="1">
                <a:tableStyleId>{5C22544A-7EE6-4342-B048-85BDC9FD1C3A}</a:tableStyleId>
              </a:tblPr>
              <a:tblGrid>
                <a:gridCol w="603494">
                  <a:extLst>
                    <a:ext uri="{9D8B030D-6E8A-4147-A177-3AD203B41FA5}">
                      <a16:colId xmlns:a16="http://schemas.microsoft.com/office/drawing/2014/main" val="20000"/>
                    </a:ext>
                  </a:extLst>
                </a:gridCol>
                <a:gridCol w="612058">
                  <a:extLst>
                    <a:ext uri="{9D8B030D-6E8A-4147-A177-3AD203B41FA5}">
                      <a16:colId xmlns:a16="http://schemas.microsoft.com/office/drawing/2014/main" val="20001"/>
                    </a:ext>
                  </a:extLst>
                </a:gridCol>
                <a:gridCol w="2389239">
                  <a:extLst>
                    <a:ext uri="{9D8B030D-6E8A-4147-A177-3AD203B41FA5}">
                      <a16:colId xmlns:a16="http://schemas.microsoft.com/office/drawing/2014/main" val="20003"/>
                    </a:ext>
                  </a:extLst>
                </a:gridCol>
                <a:gridCol w="980768">
                  <a:extLst>
                    <a:ext uri="{9D8B030D-6E8A-4147-A177-3AD203B41FA5}">
                      <a16:colId xmlns:a16="http://schemas.microsoft.com/office/drawing/2014/main" val="20005"/>
                    </a:ext>
                  </a:extLst>
                </a:gridCol>
                <a:gridCol w="449826">
                  <a:extLst>
                    <a:ext uri="{9D8B030D-6E8A-4147-A177-3AD203B41FA5}">
                      <a16:colId xmlns:a16="http://schemas.microsoft.com/office/drawing/2014/main" val="20006"/>
                    </a:ext>
                  </a:extLst>
                </a:gridCol>
                <a:gridCol w="564901">
                  <a:extLst>
                    <a:ext uri="{9D8B030D-6E8A-4147-A177-3AD203B41FA5}">
                      <a16:colId xmlns:a16="http://schemas.microsoft.com/office/drawing/2014/main" val="2881466530"/>
                    </a:ext>
                  </a:extLst>
                </a:gridCol>
                <a:gridCol w="887815">
                  <a:extLst>
                    <a:ext uri="{9D8B030D-6E8A-4147-A177-3AD203B41FA5}">
                      <a16:colId xmlns:a16="http://schemas.microsoft.com/office/drawing/2014/main" val="20009"/>
                    </a:ext>
                  </a:extLst>
                </a:gridCol>
                <a:gridCol w="1290441">
                  <a:extLst>
                    <a:ext uri="{9D8B030D-6E8A-4147-A177-3AD203B41FA5}">
                      <a16:colId xmlns:a16="http://schemas.microsoft.com/office/drawing/2014/main" val="2179269706"/>
                    </a:ext>
                  </a:extLst>
                </a:gridCol>
              </a:tblGrid>
              <a:tr h="0">
                <a:tc>
                  <a:txBody>
                    <a:bodyPr/>
                    <a:lstStyle/>
                    <a:p>
                      <a:pPr algn="ctr" latinLnBrk="1"/>
                      <a:r>
                        <a:rPr lang="ko-KR" altLang="en-US" sz="700" b="0" dirty="0">
                          <a:solidFill>
                            <a:schemeClr val="tx1"/>
                          </a:solidFill>
                        </a:rPr>
                        <a:t>채널코드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채널상태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err="1">
                          <a:solidFill>
                            <a:schemeClr val="tx1"/>
                          </a:solidFill>
                        </a:rPr>
                        <a:t>채널명</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채널범위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err="1">
                          <a:solidFill>
                            <a:schemeClr val="tx1"/>
                          </a:solidFill>
                        </a:rPr>
                        <a:t>상품수</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700" b="0" dirty="0">
                          <a:solidFill>
                            <a:schemeClr val="tx1"/>
                          </a:solidFill>
                        </a:rPr>
                        <a:t>QR </a:t>
                      </a:r>
                      <a:r>
                        <a:rPr lang="ko-KR" altLang="en-US" sz="700" b="0" dirty="0">
                          <a:solidFill>
                            <a:schemeClr val="tx1"/>
                          </a:solidFill>
                        </a:rPr>
                        <a:t>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단축주소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관리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a20392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운영</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err="1">
                          <a:solidFill>
                            <a:schemeClr val="tx1"/>
                          </a:solidFill>
                        </a:rPr>
                        <a:t>채널명</a:t>
                      </a:r>
                      <a:r>
                        <a:rPr lang="ko-KR" altLang="en-US" sz="800" b="0" dirty="0">
                          <a:solidFill>
                            <a:schemeClr val="tx1"/>
                          </a:solidFill>
                        </a:rPr>
                        <a:t> </a:t>
                      </a:r>
                      <a:r>
                        <a:rPr lang="en-US" altLang="ko-KR" sz="800" b="0" dirty="0">
                          <a:solidFill>
                            <a:schemeClr val="tx1"/>
                          </a:solidFill>
                        </a:rPr>
                        <a:t>123</a:t>
                      </a:r>
                    </a:p>
                    <a:p>
                      <a:pPr algn="l" latinLnBrk="1"/>
                      <a:endParaRPr lang="en-US" altLang="ko-KR" sz="800" b="0" dirty="0">
                        <a:solidFill>
                          <a:schemeClr val="tx1"/>
                        </a:solidFill>
                      </a:endParaRPr>
                    </a:p>
                    <a:p>
                      <a:pPr algn="l"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공개</a:t>
                      </a:r>
                      <a:r>
                        <a:rPr lang="en-US" altLang="ko-KR" sz="800" b="0" dirty="0">
                          <a:solidFill>
                            <a:schemeClr val="tx1"/>
                          </a:solidFill>
                        </a:rPr>
                        <a:t>, </a:t>
                      </a:r>
                      <a:r>
                        <a:rPr lang="ko-KR" altLang="en-US" sz="800" b="0" dirty="0" err="1">
                          <a:solidFill>
                            <a:schemeClr val="tx1"/>
                          </a:solidFill>
                        </a:rPr>
                        <a:t>회원용</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03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en-US" altLang="ko-KR" sz="800" b="0" dirty="0">
                          <a:solidFill>
                            <a:schemeClr val="tx1"/>
                          </a:solidFill>
                        </a:rPr>
                        <a:t>//qcc112.ko</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a20321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비공개 </a:t>
                      </a:r>
                      <a:r>
                        <a:rPr lang="ko-KR" altLang="en-US" sz="800" b="0" dirty="0" err="1">
                          <a:solidFill>
                            <a:schemeClr val="tx1"/>
                          </a:solidFill>
                        </a:rPr>
                        <a:t>채널명</a:t>
                      </a:r>
                      <a:r>
                        <a:rPr lang="ko-KR" altLang="en-US" sz="800" b="0" dirty="0">
                          <a:solidFill>
                            <a:schemeClr val="tx1"/>
                          </a:solidFill>
                        </a:rPr>
                        <a:t> </a:t>
                      </a:r>
                      <a:r>
                        <a:rPr lang="en-US" altLang="ko-KR" sz="800" b="0" dirty="0">
                          <a:solidFill>
                            <a:schemeClr val="tx1"/>
                          </a:solidFill>
                        </a:rPr>
                        <a:t>3332221</a:t>
                      </a:r>
                    </a:p>
                    <a:p>
                      <a:pPr algn="l" latinLnBrk="1"/>
                      <a:endParaRPr lang="en-US" altLang="ko-KR" sz="800" b="0" dirty="0">
                        <a:solidFill>
                          <a:schemeClr val="tx1"/>
                        </a:solidFill>
                      </a:endParaRPr>
                    </a:p>
                    <a:p>
                      <a:pPr algn="l"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비공개</a:t>
                      </a:r>
                      <a:r>
                        <a:rPr lang="en-US" altLang="ko-KR" sz="800" b="0" dirty="0">
                          <a:solidFill>
                            <a:schemeClr val="tx1"/>
                          </a:solidFill>
                        </a:rPr>
                        <a:t>, </a:t>
                      </a:r>
                      <a:r>
                        <a:rPr lang="ko-KR" altLang="en-US" sz="800" b="0" dirty="0">
                          <a:solidFill>
                            <a:schemeClr val="tx1"/>
                          </a:solidFill>
                        </a:rPr>
                        <a:t>일반용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//qcc211.ko</a:t>
                      </a:r>
                      <a:endParaRPr lang="ko-KR" altLang="en-US" sz="800" b="0" dirty="0">
                        <a:solidFill>
                          <a:schemeClr val="tx1"/>
                        </a:solidFill>
                      </a:endParaRPr>
                    </a:p>
                    <a:p>
                      <a:pPr algn="l"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a20320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운영</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일반용 </a:t>
                      </a:r>
                      <a:r>
                        <a:rPr lang="ko-KR" altLang="en-US" sz="800" b="0" dirty="0" err="1">
                          <a:solidFill>
                            <a:schemeClr val="tx1"/>
                          </a:solidFill>
                        </a:rPr>
                        <a:t>채널명</a:t>
                      </a:r>
                      <a:r>
                        <a:rPr lang="ko-KR" altLang="en-US" sz="800" b="0" dirty="0">
                          <a:solidFill>
                            <a:schemeClr val="tx1"/>
                          </a:solidFill>
                        </a:rPr>
                        <a:t> </a:t>
                      </a:r>
                      <a:r>
                        <a:rPr lang="ko-KR" altLang="en-US" sz="800" b="0" dirty="0" err="1">
                          <a:solidFill>
                            <a:schemeClr val="tx1"/>
                          </a:solidFill>
                        </a:rPr>
                        <a:t>가나다라마바사</a:t>
                      </a:r>
                      <a:endParaRPr lang="en-US" altLang="ko-KR" sz="800" b="0" dirty="0">
                        <a:solidFill>
                          <a:schemeClr val="tx1"/>
                        </a:solidFill>
                      </a:endParaRPr>
                    </a:p>
                    <a:p>
                      <a:pPr algn="l" latinLnBrk="1"/>
                      <a:endParaRPr lang="en-US" altLang="ko-KR" sz="800" b="0" dirty="0">
                        <a:solidFill>
                          <a:schemeClr val="tx1"/>
                        </a:solidFill>
                      </a:endParaRPr>
                    </a:p>
                    <a:p>
                      <a:pPr algn="l"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공개</a:t>
                      </a:r>
                      <a:r>
                        <a:rPr lang="en-US" altLang="ko-KR" sz="800" b="0" dirty="0">
                          <a:solidFill>
                            <a:schemeClr val="tx1"/>
                          </a:solidFill>
                        </a:rPr>
                        <a:t>, </a:t>
                      </a:r>
                      <a:r>
                        <a:rPr lang="ko-KR" altLang="en-US" sz="800" b="0" dirty="0">
                          <a:solidFill>
                            <a:schemeClr val="tx1"/>
                          </a:solidFill>
                        </a:rPr>
                        <a:t>일반용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//qcc344.ko</a:t>
                      </a:r>
                      <a:endParaRPr lang="ko-KR" altLang="en-US" sz="800" b="0" dirty="0">
                        <a:solidFill>
                          <a:schemeClr val="tx1"/>
                        </a:solidFill>
                      </a:endParaRPr>
                    </a:p>
                    <a:p>
                      <a:pPr algn="l"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45" name="TextBox 44">
            <a:extLst>
              <a:ext uri="{FF2B5EF4-FFF2-40B4-BE49-F238E27FC236}">
                <a16:creationId xmlns:a16="http://schemas.microsoft.com/office/drawing/2014/main" id="{F5FDCE0F-A440-4B00-A4E3-37F49BB5FF6E}"/>
              </a:ext>
            </a:extLst>
          </p:cNvPr>
          <p:cNvSpPr txBox="1"/>
          <p:nvPr userDrawn="1"/>
        </p:nvSpPr>
        <p:spPr>
          <a:xfrm>
            <a:off x="1431783" y="1472007"/>
            <a:ext cx="761547" cy="215444"/>
          </a:xfrm>
          <a:prstGeom prst="rect">
            <a:avLst/>
          </a:prstGeom>
          <a:noFill/>
        </p:spPr>
        <p:txBody>
          <a:bodyPr wrap="square" rtlCol="0">
            <a:spAutoFit/>
          </a:bodyPr>
          <a:lstStyle/>
          <a:p>
            <a:r>
              <a:rPr lang="ko-KR" altLang="en-US" sz="800"/>
              <a:t>총 </a:t>
            </a:r>
            <a:r>
              <a:rPr lang="en-US" altLang="ko-KR" sz="800" dirty="0"/>
              <a:t>00</a:t>
            </a:r>
            <a:r>
              <a:rPr lang="ko-KR" altLang="en-US" sz="800" dirty="0"/>
              <a:t>건</a:t>
            </a:r>
          </a:p>
        </p:txBody>
      </p:sp>
      <p:pic>
        <p:nvPicPr>
          <p:cNvPr id="46" name="Picture 2">
            <a:extLst>
              <a:ext uri="{FF2B5EF4-FFF2-40B4-BE49-F238E27FC236}">
                <a16:creationId xmlns:a16="http://schemas.microsoft.com/office/drawing/2014/main" id="{9DBD7ABE-A358-4C58-8E88-EEA1D309F4C4}"/>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3849764" y="4004060"/>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47" name="직사각형 46">
            <a:extLst>
              <a:ext uri="{FF2B5EF4-FFF2-40B4-BE49-F238E27FC236}">
                <a16:creationId xmlns:a16="http://schemas.microsoft.com/office/drawing/2014/main" id="{C3C03F8C-7377-479A-910F-E35D9D72BE7D}"/>
              </a:ext>
            </a:extLst>
          </p:cNvPr>
          <p:cNvSpPr/>
          <p:nvPr userDrawn="1"/>
        </p:nvSpPr>
        <p:spPr>
          <a:xfrm>
            <a:off x="8052938" y="1388570"/>
            <a:ext cx="1157388"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bg1"/>
                </a:solidFill>
              </a:rPr>
              <a:t>Shop </a:t>
            </a:r>
            <a:r>
              <a:rPr lang="ko-KR" altLang="en-US" sz="800" dirty="0">
                <a:solidFill>
                  <a:schemeClr val="bg1"/>
                </a:solidFill>
              </a:rPr>
              <a:t>채널등록</a:t>
            </a:r>
            <a:endParaRPr lang="en-US" altLang="ko-KR" sz="800" dirty="0">
              <a:solidFill>
                <a:schemeClr val="bg1"/>
              </a:solidFill>
            </a:endParaRPr>
          </a:p>
        </p:txBody>
      </p:sp>
      <p:sp>
        <p:nvSpPr>
          <p:cNvPr id="48" name="직사각형 47">
            <a:extLst>
              <a:ext uri="{FF2B5EF4-FFF2-40B4-BE49-F238E27FC236}">
                <a16:creationId xmlns:a16="http://schemas.microsoft.com/office/drawing/2014/main" id="{0EEB9083-7EE0-44F2-9EC4-788D6C508CAB}"/>
              </a:ext>
            </a:extLst>
          </p:cNvPr>
          <p:cNvSpPr/>
          <p:nvPr userDrawn="1"/>
        </p:nvSpPr>
        <p:spPr>
          <a:xfrm>
            <a:off x="8803962" y="2059808"/>
            <a:ext cx="351299" cy="171549"/>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49" name="직사각형 48">
            <a:extLst>
              <a:ext uri="{FF2B5EF4-FFF2-40B4-BE49-F238E27FC236}">
                <a16:creationId xmlns:a16="http://schemas.microsoft.com/office/drawing/2014/main" id="{81C9AE9F-5403-4770-A435-F6FCD61204E1}"/>
              </a:ext>
            </a:extLst>
          </p:cNvPr>
          <p:cNvSpPr/>
          <p:nvPr userDrawn="1"/>
        </p:nvSpPr>
        <p:spPr>
          <a:xfrm>
            <a:off x="8420149" y="2059808"/>
            <a:ext cx="341530" cy="171549"/>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관리</a:t>
            </a:r>
            <a:endParaRPr lang="en-US" altLang="ko-KR" sz="600" dirty="0">
              <a:solidFill>
                <a:schemeClr val="bg1"/>
              </a:solidFill>
            </a:endParaRPr>
          </a:p>
        </p:txBody>
      </p:sp>
      <p:sp>
        <p:nvSpPr>
          <p:cNvPr id="50" name="직사각형 49">
            <a:extLst>
              <a:ext uri="{FF2B5EF4-FFF2-40B4-BE49-F238E27FC236}">
                <a16:creationId xmlns:a16="http://schemas.microsoft.com/office/drawing/2014/main" id="{11E70485-4032-4991-A6C3-273785B5EFCC}"/>
              </a:ext>
            </a:extLst>
          </p:cNvPr>
          <p:cNvSpPr/>
          <p:nvPr userDrawn="1"/>
        </p:nvSpPr>
        <p:spPr>
          <a:xfrm>
            <a:off x="8030736" y="2065721"/>
            <a:ext cx="341530" cy="171549"/>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복사</a:t>
            </a:r>
            <a:endParaRPr lang="en-US" altLang="ko-KR" sz="600" dirty="0">
              <a:solidFill>
                <a:schemeClr val="bg1"/>
              </a:solidFill>
            </a:endParaRPr>
          </a:p>
        </p:txBody>
      </p:sp>
      <p:pic>
        <p:nvPicPr>
          <p:cNvPr id="51" name="그림 50">
            <a:extLst>
              <a:ext uri="{FF2B5EF4-FFF2-40B4-BE49-F238E27FC236}">
                <a16:creationId xmlns:a16="http://schemas.microsoft.com/office/drawing/2014/main" id="{81825F92-20E3-497A-92A9-065C3DF0DA8A}"/>
              </a:ext>
            </a:extLst>
          </p:cNvPr>
          <p:cNvPicPr>
            <a:picLocks noChangeAspect="1"/>
          </p:cNvPicPr>
          <p:nvPr userDrawn="1"/>
        </p:nvPicPr>
        <p:blipFill>
          <a:blip r:embed="rId3"/>
          <a:stretch>
            <a:fillRect/>
          </a:stretch>
        </p:blipFill>
        <p:spPr>
          <a:xfrm>
            <a:off x="6578938" y="1974403"/>
            <a:ext cx="341530" cy="341530"/>
          </a:xfrm>
          <a:prstGeom prst="rect">
            <a:avLst/>
          </a:prstGeom>
        </p:spPr>
      </p:pic>
      <p:pic>
        <p:nvPicPr>
          <p:cNvPr id="52" name="그림 51">
            <a:extLst>
              <a:ext uri="{FF2B5EF4-FFF2-40B4-BE49-F238E27FC236}">
                <a16:creationId xmlns:a16="http://schemas.microsoft.com/office/drawing/2014/main" id="{0A3B6D69-D575-42C1-846E-DB71276875DD}"/>
              </a:ext>
            </a:extLst>
          </p:cNvPr>
          <p:cNvPicPr>
            <a:picLocks noChangeAspect="1"/>
          </p:cNvPicPr>
          <p:nvPr userDrawn="1"/>
        </p:nvPicPr>
        <p:blipFill>
          <a:blip r:embed="rId3"/>
          <a:stretch>
            <a:fillRect/>
          </a:stretch>
        </p:blipFill>
        <p:spPr>
          <a:xfrm>
            <a:off x="6575038" y="2411411"/>
            <a:ext cx="341530" cy="341530"/>
          </a:xfrm>
          <a:prstGeom prst="rect">
            <a:avLst/>
          </a:prstGeom>
        </p:spPr>
      </p:pic>
      <p:pic>
        <p:nvPicPr>
          <p:cNvPr id="53" name="그림 52">
            <a:extLst>
              <a:ext uri="{FF2B5EF4-FFF2-40B4-BE49-F238E27FC236}">
                <a16:creationId xmlns:a16="http://schemas.microsoft.com/office/drawing/2014/main" id="{C9188914-C359-46E3-8C63-5A663ECCF40E}"/>
              </a:ext>
            </a:extLst>
          </p:cNvPr>
          <p:cNvPicPr>
            <a:picLocks noChangeAspect="1"/>
          </p:cNvPicPr>
          <p:nvPr userDrawn="1"/>
        </p:nvPicPr>
        <p:blipFill>
          <a:blip r:embed="rId3"/>
          <a:stretch>
            <a:fillRect/>
          </a:stretch>
        </p:blipFill>
        <p:spPr>
          <a:xfrm>
            <a:off x="6575038" y="2885289"/>
            <a:ext cx="341530" cy="341530"/>
          </a:xfrm>
          <a:prstGeom prst="rect">
            <a:avLst/>
          </a:prstGeom>
        </p:spPr>
      </p:pic>
      <p:sp>
        <p:nvSpPr>
          <p:cNvPr id="54" name="직사각형 53">
            <a:extLst>
              <a:ext uri="{FF2B5EF4-FFF2-40B4-BE49-F238E27FC236}">
                <a16:creationId xmlns:a16="http://schemas.microsoft.com/office/drawing/2014/main" id="{26000DB4-FE60-452B-B4BE-C0DE66BCCE0B}"/>
              </a:ext>
            </a:extLst>
          </p:cNvPr>
          <p:cNvSpPr/>
          <p:nvPr userDrawn="1"/>
        </p:nvSpPr>
        <p:spPr>
          <a:xfrm>
            <a:off x="8803962" y="2496816"/>
            <a:ext cx="351299" cy="171549"/>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55" name="직사각형 54">
            <a:extLst>
              <a:ext uri="{FF2B5EF4-FFF2-40B4-BE49-F238E27FC236}">
                <a16:creationId xmlns:a16="http://schemas.microsoft.com/office/drawing/2014/main" id="{A03550C5-E6A2-4E35-B063-8293C69AA776}"/>
              </a:ext>
            </a:extLst>
          </p:cNvPr>
          <p:cNvSpPr/>
          <p:nvPr userDrawn="1"/>
        </p:nvSpPr>
        <p:spPr>
          <a:xfrm>
            <a:off x="8420149" y="2496816"/>
            <a:ext cx="341530" cy="171549"/>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관리</a:t>
            </a:r>
            <a:endParaRPr lang="en-US" altLang="ko-KR" sz="600" dirty="0">
              <a:solidFill>
                <a:schemeClr val="bg1"/>
              </a:solidFill>
            </a:endParaRPr>
          </a:p>
        </p:txBody>
      </p:sp>
      <p:sp>
        <p:nvSpPr>
          <p:cNvPr id="56" name="직사각형 55">
            <a:extLst>
              <a:ext uri="{FF2B5EF4-FFF2-40B4-BE49-F238E27FC236}">
                <a16:creationId xmlns:a16="http://schemas.microsoft.com/office/drawing/2014/main" id="{9CF8EBA7-F7E4-4F96-8858-4168377DDF74}"/>
              </a:ext>
            </a:extLst>
          </p:cNvPr>
          <p:cNvSpPr/>
          <p:nvPr userDrawn="1"/>
        </p:nvSpPr>
        <p:spPr>
          <a:xfrm>
            <a:off x="8030736" y="2502729"/>
            <a:ext cx="341530" cy="171549"/>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복사</a:t>
            </a:r>
            <a:endParaRPr lang="en-US" altLang="ko-KR" sz="600" dirty="0">
              <a:solidFill>
                <a:schemeClr val="bg1"/>
              </a:solidFill>
            </a:endParaRPr>
          </a:p>
        </p:txBody>
      </p:sp>
      <p:sp>
        <p:nvSpPr>
          <p:cNvPr id="57" name="직사각형 56">
            <a:extLst>
              <a:ext uri="{FF2B5EF4-FFF2-40B4-BE49-F238E27FC236}">
                <a16:creationId xmlns:a16="http://schemas.microsoft.com/office/drawing/2014/main" id="{31C5D2C7-1E29-42D4-9D10-D235553A6852}"/>
              </a:ext>
            </a:extLst>
          </p:cNvPr>
          <p:cNvSpPr/>
          <p:nvPr userDrawn="1"/>
        </p:nvSpPr>
        <p:spPr>
          <a:xfrm>
            <a:off x="8803962" y="2944136"/>
            <a:ext cx="351299" cy="171549"/>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58" name="직사각형 57">
            <a:extLst>
              <a:ext uri="{FF2B5EF4-FFF2-40B4-BE49-F238E27FC236}">
                <a16:creationId xmlns:a16="http://schemas.microsoft.com/office/drawing/2014/main" id="{3F9D6CFE-18EE-4852-A903-24625371B276}"/>
              </a:ext>
            </a:extLst>
          </p:cNvPr>
          <p:cNvSpPr/>
          <p:nvPr userDrawn="1"/>
        </p:nvSpPr>
        <p:spPr>
          <a:xfrm>
            <a:off x="8420149" y="2944136"/>
            <a:ext cx="341530" cy="171549"/>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관리</a:t>
            </a:r>
            <a:endParaRPr lang="en-US" altLang="ko-KR" sz="600" dirty="0">
              <a:solidFill>
                <a:schemeClr val="bg1"/>
              </a:solidFill>
            </a:endParaRPr>
          </a:p>
        </p:txBody>
      </p:sp>
      <p:sp>
        <p:nvSpPr>
          <p:cNvPr id="59" name="직사각형 58">
            <a:extLst>
              <a:ext uri="{FF2B5EF4-FFF2-40B4-BE49-F238E27FC236}">
                <a16:creationId xmlns:a16="http://schemas.microsoft.com/office/drawing/2014/main" id="{A5FFB086-FBD2-47F9-9E8D-6E1244DE5AB3}"/>
              </a:ext>
            </a:extLst>
          </p:cNvPr>
          <p:cNvSpPr/>
          <p:nvPr userDrawn="1"/>
        </p:nvSpPr>
        <p:spPr>
          <a:xfrm>
            <a:off x="8030736" y="2950049"/>
            <a:ext cx="341530" cy="171549"/>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복사</a:t>
            </a:r>
            <a:endParaRPr lang="en-US" altLang="ko-KR" sz="600" dirty="0">
              <a:solidFill>
                <a:schemeClr val="bg1"/>
              </a:solidFill>
            </a:endParaRPr>
          </a:p>
        </p:txBody>
      </p:sp>
      <p:sp>
        <p:nvSpPr>
          <p:cNvPr id="60" name="모서리가 둥근 직사각형 37">
            <a:extLst>
              <a:ext uri="{FF2B5EF4-FFF2-40B4-BE49-F238E27FC236}">
                <a16:creationId xmlns:a16="http://schemas.microsoft.com/office/drawing/2014/main" id="{1E86FE25-6810-41BF-97C5-F9EA8C3E6C51}"/>
              </a:ext>
            </a:extLst>
          </p:cNvPr>
          <p:cNvSpPr/>
          <p:nvPr userDrawn="1"/>
        </p:nvSpPr>
        <p:spPr>
          <a:xfrm>
            <a:off x="2695203" y="2162929"/>
            <a:ext cx="1013114" cy="153004"/>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t>#</a:t>
            </a:r>
            <a:r>
              <a:rPr lang="ko-KR" altLang="en-US" sz="800" dirty="0"/>
              <a:t>그룹 키워드 </a:t>
            </a:r>
            <a:r>
              <a:rPr lang="en-US" altLang="ko-KR" sz="800" dirty="0"/>
              <a:t>#1</a:t>
            </a:r>
            <a:endParaRPr lang="ko-KR" altLang="en-US" sz="800" dirty="0"/>
          </a:p>
        </p:txBody>
      </p:sp>
      <p:sp>
        <p:nvSpPr>
          <p:cNvPr id="61" name="모서리가 둥근 직사각형 38">
            <a:extLst>
              <a:ext uri="{FF2B5EF4-FFF2-40B4-BE49-F238E27FC236}">
                <a16:creationId xmlns:a16="http://schemas.microsoft.com/office/drawing/2014/main" id="{FD6E9536-9A2C-4704-8FA0-66C813336A86}"/>
              </a:ext>
            </a:extLst>
          </p:cNvPr>
          <p:cNvSpPr/>
          <p:nvPr userDrawn="1"/>
        </p:nvSpPr>
        <p:spPr>
          <a:xfrm>
            <a:off x="3802818" y="2162929"/>
            <a:ext cx="835549" cy="153004"/>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t>#</a:t>
            </a:r>
            <a:r>
              <a:rPr lang="ko-KR" altLang="en-US" sz="800" dirty="0"/>
              <a:t>키워드 </a:t>
            </a:r>
            <a:r>
              <a:rPr lang="en-US" altLang="ko-KR" sz="800" dirty="0"/>
              <a:t>#2</a:t>
            </a:r>
            <a:endParaRPr lang="ko-KR" altLang="en-US" sz="800" dirty="0"/>
          </a:p>
        </p:txBody>
      </p:sp>
      <p:sp>
        <p:nvSpPr>
          <p:cNvPr id="62" name="모서리가 둥근 직사각형 37">
            <a:extLst>
              <a:ext uri="{FF2B5EF4-FFF2-40B4-BE49-F238E27FC236}">
                <a16:creationId xmlns:a16="http://schemas.microsoft.com/office/drawing/2014/main" id="{7E68015A-D6DF-46A7-AB87-B4749716719D}"/>
              </a:ext>
            </a:extLst>
          </p:cNvPr>
          <p:cNvSpPr/>
          <p:nvPr userDrawn="1"/>
        </p:nvSpPr>
        <p:spPr>
          <a:xfrm>
            <a:off x="2695203" y="2609727"/>
            <a:ext cx="1013114" cy="153004"/>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t>#</a:t>
            </a:r>
            <a:r>
              <a:rPr lang="ko-KR" altLang="en-US" sz="800" dirty="0"/>
              <a:t>그룹 키워드 </a:t>
            </a:r>
            <a:r>
              <a:rPr lang="en-US" altLang="ko-KR" sz="800" dirty="0"/>
              <a:t>#1</a:t>
            </a:r>
            <a:endParaRPr lang="ko-KR" altLang="en-US" sz="800" dirty="0"/>
          </a:p>
        </p:txBody>
      </p:sp>
      <p:sp>
        <p:nvSpPr>
          <p:cNvPr id="63" name="모서리가 둥근 직사각형 37">
            <a:extLst>
              <a:ext uri="{FF2B5EF4-FFF2-40B4-BE49-F238E27FC236}">
                <a16:creationId xmlns:a16="http://schemas.microsoft.com/office/drawing/2014/main" id="{783A4574-1CFC-4FE9-B4BB-0BF0A244D00F}"/>
              </a:ext>
            </a:extLst>
          </p:cNvPr>
          <p:cNvSpPr/>
          <p:nvPr userDrawn="1"/>
        </p:nvSpPr>
        <p:spPr>
          <a:xfrm>
            <a:off x="2695203" y="3049319"/>
            <a:ext cx="1013114" cy="153004"/>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t>#</a:t>
            </a:r>
            <a:r>
              <a:rPr lang="ko-KR" altLang="en-US" sz="800" dirty="0"/>
              <a:t>그룹 키워드 </a:t>
            </a:r>
            <a:r>
              <a:rPr lang="en-US" altLang="ko-KR" sz="800" dirty="0"/>
              <a:t>#1</a:t>
            </a:r>
            <a:endParaRPr lang="ko-KR" altLang="en-US" sz="800" dirty="0"/>
          </a:p>
        </p:txBody>
      </p:sp>
      <p:sp>
        <p:nvSpPr>
          <p:cNvPr id="64" name="모서리가 둥근 직사각형 38">
            <a:extLst>
              <a:ext uri="{FF2B5EF4-FFF2-40B4-BE49-F238E27FC236}">
                <a16:creationId xmlns:a16="http://schemas.microsoft.com/office/drawing/2014/main" id="{66AC7DBB-AA03-407E-83F4-423554114D98}"/>
              </a:ext>
            </a:extLst>
          </p:cNvPr>
          <p:cNvSpPr/>
          <p:nvPr userDrawn="1"/>
        </p:nvSpPr>
        <p:spPr>
          <a:xfrm>
            <a:off x="3802818" y="3049319"/>
            <a:ext cx="835549" cy="153004"/>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t>#</a:t>
            </a:r>
            <a:r>
              <a:rPr lang="ko-KR" altLang="en-US" sz="800" dirty="0"/>
              <a:t>키워드 </a:t>
            </a:r>
            <a:r>
              <a:rPr lang="en-US" altLang="ko-KR" sz="800" dirty="0"/>
              <a:t>#2</a:t>
            </a:r>
            <a:endParaRPr lang="ko-KR" altLang="en-US" sz="800" dirty="0"/>
          </a:p>
        </p:txBody>
      </p:sp>
    </p:spTree>
    <p:extLst>
      <p:ext uri="{BB962C8B-B14F-4D97-AF65-F5344CB8AC3E}">
        <p14:creationId xmlns:p14="http://schemas.microsoft.com/office/powerpoint/2010/main" val="3097255816"/>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공동구매상품 목록">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F2650A37-F951-485F-B1F3-520E2080F61E}"/>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5D4BB9F3-C754-4777-9B1F-FD29E770CF84}"/>
              </a:ext>
            </a:extLst>
          </p:cNvPr>
          <p:cNvSpPr/>
          <p:nvPr userDrawn="1"/>
        </p:nvSpPr>
        <p:spPr>
          <a:xfrm>
            <a:off x="41208" y="34272"/>
            <a:ext cx="10071693" cy="39509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5" name="그룹 4">
            <a:extLst>
              <a:ext uri="{FF2B5EF4-FFF2-40B4-BE49-F238E27FC236}">
                <a16:creationId xmlns:a16="http://schemas.microsoft.com/office/drawing/2014/main" id="{BCC4FC3F-92ED-463C-BDA2-BC093ECFF446}"/>
              </a:ext>
            </a:extLst>
          </p:cNvPr>
          <p:cNvGrpSpPr/>
          <p:nvPr userDrawn="1"/>
        </p:nvGrpSpPr>
        <p:grpSpPr>
          <a:xfrm>
            <a:off x="118741" y="94475"/>
            <a:ext cx="1148071" cy="273280"/>
            <a:chOff x="2843808" y="1955121"/>
            <a:chExt cx="1674813" cy="596970"/>
          </a:xfrm>
          <a:solidFill>
            <a:schemeClr val="bg1">
              <a:lumMod val="95000"/>
            </a:schemeClr>
          </a:solidFill>
        </p:grpSpPr>
        <p:sp>
          <p:nvSpPr>
            <p:cNvPr id="6" name="Border">
              <a:extLst>
                <a:ext uri="{FF2B5EF4-FFF2-40B4-BE49-F238E27FC236}">
                  <a16:creationId xmlns:a16="http://schemas.microsoft.com/office/drawing/2014/main" id="{35C4B48E-3C55-426C-A36C-F80651D7800E}"/>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 name="Line 2">
              <a:extLst>
                <a:ext uri="{FF2B5EF4-FFF2-40B4-BE49-F238E27FC236}">
                  <a16:creationId xmlns:a16="http://schemas.microsoft.com/office/drawing/2014/main" id="{E5F44606-BCDC-4BA6-A69D-0EA65117713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1">
              <a:extLst>
                <a:ext uri="{FF2B5EF4-FFF2-40B4-BE49-F238E27FC236}">
                  <a16:creationId xmlns:a16="http://schemas.microsoft.com/office/drawing/2014/main" id="{4172315F-B786-413C-8909-965F9D501AB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TextBox 8">
              <a:extLst>
                <a:ext uri="{FF2B5EF4-FFF2-40B4-BE49-F238E27FC236}">
                  <a16:creationId xmlns:a16="http://schemas.microsoft.com/office/drawing/2014/main" id="{A855A9A2-9DF2-4567-A90D-62B41151AC2D}"/>
                </a:ext>
              </a:extLst>
            </p:cNvPr>
            <p:cNvSpPr txBox="1"/>
            <p:nvPr/>
          </p:nvSpPr>
          <p:spPr>
            <a:xfrm>
              <a:off x="3335780" y="2018289"/>
              <a:ext cx="690867" cy="470629"/>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0" name="직사각형 9">
            <a:extLst>
              <a:ext uri="{FF2B5EF4-FFF2-40B4-BE49-F238E27FC236}">
                <a16:creationId xmlns:a16="http://schemas.microsoft.com/office/drawing/2014/main" id="{AAB266B7-BFE8-4DE9-8586-1ABA82ACCB52}"/>
              </a:ext>
            </a:extLst>
          </p:cNvPr>
          <p:cNvSpPr/>
          <p:nvPr userDrawn="1"/>
        </p:nvSpPr>
        <p:spPr>
          <a:xfrm>
            <a:off x="7107532" y="104509"/>
            <a:ext cx="2933097" cy="253211"/>
          </a:xfrm>
          <a:prstGeom prst="rect">
            <a:avLst/>
          </a:prstGeom>
        </p:spPr>
        <p:txBody>
          <a:bodyPr wrap="square">
            <a:spAutoFit/>
          </a:bodyPr>
          <a:lstStyle/>
          <a:p>
            <a:pPr algn="r">
              <a:lnSpc>
                <a:spcPct val="150000"/>
              </a:lnSpc>
            </a:pPr>
            <a:r>
              <a:rPr lang="en-US" altLang="ko-KR" sz="800" dirty="0">
                <a:solidFill>
                  <a:schemeClr val="bg1">
                    <a:lumMod val="75000"/>
                  </a:schemeClr>
                </a:solidFill>
                <a:latin typeface="+mj-ea"/>
                <a:ea typeface="+mj-ea"/>
              </a:rPr>
              <a:t> </a:t>
            </a:r>
            <a:r>
              <a:rPr lang="en-US" altLang="ko-KR" sz="800" b="1" dirty="0">
                <a:solidFill>
                  <a:schemeClr val="tx1"/>
                </a:solidFill>
                <a:latin typeface="+mj-ea"/>
                <a:ea typeface="+mj-ea"/>
              </a:rPr>
              <a:t>[ </a:t>
            </a:r>
            <a:r>
              <a:rPr lang="ko-KR" altLang="en-US" sz="800" b="1" dirty="0">
                <a:solidFill>
                  <a:schemeClr val="tx1"/>
                </a:solidFill>
                <a:latin typeface="+mj-ea"/>
                <a:ea typeface="+mj-ea"/>
              </a:rPr>
              <a:t>상호명 </a:t>
            </a:r>
            <a:r>
              <a:rPr lang="en-US" altLang="ko-KR" sz="800" b="1" dirty="0">
                <a:solidFill>
                  <a:schemeClr val="tx1"/>
                </a:solidFill>
                <a:latin typeface="+mj-ea"/>
                <a:ea typeface="+mj-ea"/>
              </a:rPr>
              <a:t>]  </a:t>
            </a:r>
            <a:r>
              <a:rPr lang="ko-KR" altLang="en-US" sz="800" dirty="0" err="1">
                <a:latin typeface="+mj-ea"/>
                <a:ea typeface="+mj-ea"/>
              </a:rPr>
              <a:t>회원명</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sp>
        <p:nvSpPr>
          <p:cNvPr id="11" name="사각형: 둥근 모서리 10">
            <a:extLst>
              <a:ext uri="{FF2B5EF4-FFF2-40B4-BE49-F238E27FC236}">
                <a16:creationId xmlns:a16="http://schemas.microsoft.com/office/drawing/2014/main" id="{AD021B0E-2ABE-4DF3-A7FB-53BC3F16360E}"/>
              </a:ext>
            </a:extLst>
          </p:cNvPr>
          <p:cNvSpPr/>
          <p:nvPr userDrawn="1"/>
        </p:nvSpPr>
        <p:spPr>
          <a:xfrm>
            <a:off x="118741" y="567332"/>
            <a:ext cx="1148071" cy="474970"/>
          </a:xfrm>
          <a:prstGeom prst="roundRect">
            <a:avLst>
              <a:gd name="adj" fmla="val 4472"/>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l">
              <a:lnSpc>
                <a:spcPct val="150000"/>
              </a:lnSpc>
            </a:pPr>
            <a:r>
              <a:rPr lang="ko-KR" altLang="en-US" sz="800" dirty="0">
                <a:solidFill>
                  <a:schemeClr val="tx1"/>
                </a:solidFill>
              </a:rPr>
              <a:t>○ 주문관리</a:t>
            </a:r>
            <a:endParaRPr lang="en-US" altLang="ko-KR" sz="800" dirty="0">
              <a:solidFill>
                <a:schemeClr val="tx1"/>
              </a:solidFill>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상품등록</a:t>
            </a:r>
            <a:endParaRPr lang="en-US" altLang="ko-KR" sz="800" dirty="0">
              <a:solidFill>
                <a:schemeClr val="tx1"/>
              </a:solidFill>
            </a:endParaRPr>
          </a:p>
          <a:p>
            <a:pPr algn="l">
              <a:lnSpc>
                <a:spcPct val="150000"/>
              </a:lnSpc>
            </a:pPr>
            <a:endParaRPr lang="en-US" altLang="ko-KR" sz="800" dirty="0">
              <a:solidFill>
                <a:schemeClr val="tx1"/>
              </a:solidFill>
            </a:endParaRPr>
          </a:p>
        </p:txBody>
      </p:sp>
      <p:sp>
        <p:nvSpPr>
          <p:cNvPr id="12" name="사각형: 둥근 모서리 11">
            <a:extLst>
              <a:ext uri="{FF2B5EF4-FFF2-40B4-BE49-F238E27FC236}">
                <a16:creationId xmlns:a16="http://schemas.microsoft.com/office/drawing/2014/main" id="{9E0C05B1-0CD5-48DF-A464-916A564AF095}"/>
              </a:ext>
            </a:extLst>
          </p:cNvPr>
          <p:cNvSpPr/>
          <p:nvPr userDrawn="1"/>
        </p:nvSpPr>
        <p:spPr>
          <a:xfrm>
            <a:off x="1476347" y="170905"/>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주문목록</a:t>
            </a:r>
          </a:p>
        </p:txBody>
      </p:sp>
      <p:sp>
        <p:nvSpPr>
          <p:cNvPr id="13" name="사각형: 둥근 모서리 12">
            <a:extLst>
              <a:ext uri="{FF2B5EF4-FFF2-40B4-BE49-F238E27FC236}">
                <a16:creationId xmlns:a16="http://schemas.microsoft.com/office/drawing/2014/main" id="{05DF0B41-3D81-4477-85A1-042D303B3BFD}"/>
              </a:ext>
            </a:extLst>
          </p:cNvPr>
          <p:cNvSpPr/>
          <p:nvPr userDrawn="1"/>
        </p:nvSpPr>
        <p:spPr>
          <a:xfrm>
            <a:off x="2296062" y="170905"/>
            <a:ext cx="888569"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회원정보수정</a:t>
            </a:r>
          </a:p>
        </p:txBody>
      </p:sp>
      <p:sp>
        <p:nvSpPr>
          <p:cNvPr id="14" name="사각형: 둥근 모서리 13">
            <a:extLst>
              <a:ext uri="{FF2B5EF4-FFF2-40B4-BE49-F238E27FC236}">
                <a16:creationId xmlns:a16="http://schemas.microsoft.com/office/drawing/2014/main" id="{E0C8A5E6-40E5-467C-A819-0700C5B659CF}"/>
              </a:ext>
            </a:extLst>
          </p:cNvPr>
          <p:cNvSpPr/>
          <p:nvPr userDrawn="1"/>
        </p:nvSpPr>
        <p:spPr>
          <a:xfrm>
            <a:off x="3256190" y="171431"/>
            <a:ext cx="636360"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 포인트</a:t>
            </a:r>
          </a:p>
        </p:txBody>
      </p:sp>
      <p:sp>
        <p:nvSpPr>
          <p:cNvPr id="15" name="사각형: 둥근 모서리 14">
            <a:extLst>
              <a:ext uri="{FF2B5EF4-FFF2-40B4-BE49-F238E27FC236}">
                <a16:creationId xmlns:a16="http://schemas.microsoft.com/office/drawing/2014/main" id="{5B6249BF-EF16-48FF-95F4-F072BA05DA9A}"/>
              </a:ext>
            </a:extLst>
          </p:cNvPr>
          <p:cNvSpPr/>
          <p:nvPr userDrawn="1"/>
        </p:nvSpPr>
        <p:spPr>
          <a:xfrm>
            <a:off x="4020832" y="170905"/>
            <a:ext cx="842850"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     방문한 채널</a:t>
            </a:r>
          </a:p>
        </p:txBody>
      </p:sp>
      <p:graphicFrame>
        <p:nvGraphicFramePr>
          <p:cNvPr id="16" name="표 20">
            <a:extLst>
              <a:ext uri="{FF2B5EF4-FFF2-40B4-BE49-F238E27FC236}">
                <a16:creationId xmlns:a16="http://schemas.microsoft.com/office/drawing/2014/main" id="{E3BEF96E-70BA-477B-9785-2941BA527CCE}"/>
              </a:ext>
            </a:extLst>
          </p:cNvPr>
          <p:cNvGraphicFramePr>
            <a:graphicFrameLocks noGrp="1"/>
          </p:cNvGraphicFramePr>
          <p:nvPr userDrawn="1">
            <p:extLst>
              <p:ext uri="{D42A27DB-BD31-4B8C-83A1-F6EECF244321}">
                <p14:modId xmlns:p14="http://schemas.microsoft.com/office/powerpoint/2010/main" val="2503244951"/>
              </p:ext>
            </p:extLst>
          </p:nvPr>
        </p:nvGraphicFramePr>
        <p:xfrm>
          <a:off x="40495" y="1178787"/>
          <a:ext cx="1305704" cy="1617663"/>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a:t>
                      </a:r>
                      <a:r>
                        <a:rPr lang="en-US" altLang="ko-KR" sz="800" dirty="0"/>
                        <a:t>Shop </a:t>
                      </a:r>
                      <a:r>
                        <a:rPr lang="ko-KR" altLang="en-US" sz="800" dirty="0"/>
                        <a:t>채널관리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상품관리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공동구매 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latinLnBrk="1">
                        <a:lnSpc>
                          <a:spcPct val="150000"/>
                        </a:lnSpc>
                      </a:pPr>
                      <a:r>
                        <a:rPr lang="en-US" altLang="ko-KR" sz="700" dirty="0">
                          <a:latin typeface="+mn-ea"/>
                          <a:ea typeface="+mn-ea"/>
                        </a:rPr>
                        <a:t>   -  </a:t>
                      </a:r>
                      <a:r>
                        <a:rPr lang="ko-KR" altLang="en-US" sz="700" dirty="0">
                          <a:latin typeface="+mn-ea"/>
                          <a:ea typeface="+mn-ea"/>
                        </a:rPr>
                        <a:t>공동구매상품 목록</a:t>
                      </a:r>
                      <a:endParaRPr lang="en-US" altLang="ko-KR" sz="700" dirty="0">
                        <a:latin typeface="+mn-ea"/>
                        <a:ea typeface="+mn-ea"/>
                      </a:endParaRPr>
                    </a:p>
                    <a:p>
                      <a:pPr latinLnBrk="1">
                        <a:lnSpc>
                          <a:spcPct val="150000"/>
                        </a:lnSpc>
                      </a:pPr>
                      <a:r>
                        <a:rPr lang="en-US" altLang="ko-KR" sz="700" dirty="0">
                          <a:latin typeface="+mn-ea"/>
                          <a:ea typeface="+mn-ea"/>
                        </a:rPr>
                        <a:t>   -  </a:t>
                      </a:r>
                      <a:r>
                        <a:rPr lang="ko-KR" altLang="en-US" sz="700" dirty="0">
                          <a:latin typeface="+mn-ea"/>
                          <a:ea typeface="+mn-ea"/>
                        </a:rPr>
                        <a:t>공동구매상품 등록</a:t>
                      </a:r>
                      <a:endParaRPr lang="en-US" altLang="ko-KR" sz="700" dirty="0">
                        <a:latin typeface="+mn-ea"/>
                        <a:ea typeface="+mn-ea"/>
                      </a:endParaRPr>
                    </a:p>
                    <a:p>
                      <a:pPr latinLnBrk="1">
                        <a:lnSpc>
                          <a:spcPct val="150000"/>
                        </a:lnSpc>
                      </a:pPr>
                      <a:endParaRPr lang="ko-KR" altLang="en-US" sz="7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757264815"/>
                  </a:ext>
                </a:extLst>
              </a:tr>
              <a:tr h="0">
                <a:tc>
                  <a:txBody>
                    <a:bodyPr/>
                    <a:lstStyle/>
                    <a:p>
                      <a:pPr latinLnBrk="1"/>
                      <a:r>
                        <a:rPr lang="ko-KR" altLang="en-US" sz="800" dirty="0"/>
                        <a:t>○ 주문관리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정산관리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878359119"/>
                  </a:ext>
                </a:extLst>
              </a:tr>
            </a:tbl>
          </a:graphicData>
        </a:graphic>
      </p:graphicFrame>
      <p:sp>
        <p:nvSpPr>
          <p:cNvPr id="17" name="웃는 얼굴 16">
            <a:extLst>
              <a:ext uri="{FF2B5EF4-FFF2-40B4-BE49-F238E27FC236}">
                <a16:creationId xmlns:a16="http://schemas.microsoft.com/office/drawing/2014/main" id="{19D59255-BF13-4480-B702-8D079FD69FEA}"/>
              </a:ext>
            </a:extLst>
          </p:cNvPr>
          <p:cNvSpPr/>
          <p:nvPr userDrawn="1"/>
        </p:nvSpPr>
        <p:spPr>
          <a:xfrm>
            <a:off x="1529408" y="20777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 name="웃는 얼굴 17">
            <a:extLst>
              <a:ext uri="{FF2B5EF4-FFF2-40B4-BE49-F238E27FC236}">
                <a16:creationId xmlns:a16="http://schemas.microsoft.com/office/drawing/2014/main" id="{82B6A9D8-3AE6-40BE-B035-3BB54B5F105A}"/>
              </a:ext>
            </a:extLst>
          </p:cNvPr>
          <p:cNvSpPr/>
          <p:nvPr userDrawn="1"/>
        </p:nvSpPr>
        <p:spPr>
          <a:xfrm>
            <a:off x="2348177" y="20534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웃는 얼굴 18">
            <a:extLst>
              <a:ext uri="{FF2B5EF4-FFF2-40B4-BE49-F238E27FC236}">
                <a16:creationId xmlns:a16="http://schemas.microsoft.com/office/drawing/2014/main" id="{7357F57E-BD2F-4ECC-BE25-BDFF6D258906}"/>
              </a:ext>
            </a:extLst>
          </p:cNvPr>
          <p:cNvSpPr/>
          <p:nvPr userDrawn="1"/>
        </p:nvSpPr>
        <p:spPr>
          <a:xfrm>
            <a:off x="3315372" y="20291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웃는 얼굴 19">
            <a:extLst>
              <a:ext uri="{FF2B5EF4-FFF2-40B4-BE49-F238E27FC236}">
                <a16:creationId xmlns:a16="http://schemas.microsoft.com/office/drawing/2014/main" id="{F164BEF6-895F-4BBF-89F0-96B241BC53E2}"/>
              </a:ext>
            </a:extLst>
          </p:cNvPr>
          <p:cNvSpPr/>
          <p:nvPr userDrawn="1"/>
        </p:nvSpPr>
        <p:spPr>
          <a:xfrm>
            <a:off x="4084904" y="213898"/>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21" name="표 20">
            <a:extLst>
              <a:ext uri="{FF2B5EF4-FFF2-40B4-BE49-F238E27FC236}">
                <a16:creationId xmlns:a16="http://schemas.microsoft.com/office/drawing/2014/main" id="{9554845A-B4F5-41BA-98A5-134A80A62DC7}"/>
              </a:ext>
            </a:extLst>
          </p:cNvPr>
          <p:cNvGraphicFramePr>
            <a:graphicFrameLocks noGrp="1"/>
          </p:cNvGraphicFramePr>
          <p:nvPr userDrawn="1">
            <p:extLst>
              <p:ext uri="{D42A27DB-BD31-4B8C-83A1-F6EECF244321}">
                <p14:modId xmlns:p14="http://schemas.microsoft.com/office/powerpoint/2010/main" val="2665066537"/>
              </p:ext>
            </p:extLst>
          </p:nvPr>
        </p:nvGraphicFramePr>
        <p:xfrm>
          <a:off x="48089" y="3274322"/>
          <a:ext cx="1305704" cy="128016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정보관리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서브관리자관리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발주담당관리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latinLnBrk="1"/>
                      <a:r>
                        <a:rPr lang="ko-KR" altLang="en-US" sz="800" dirty="0"/>
                        <a:t>○ 포인트관리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a:t>
                      </a:r>
                      <a:r>
                        <a:rPr lang="ko-KR" altLang="en-US" sz="800" dirty="0" err="1"/>
                        <a:t>배송비설정</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취소</a:t>
                      </a:r>
                      <a:r>
                        <a:rPr lang="en-US" altLang="ko-KR" sz="800" dirty="0"/>
                        <a:t>/</a:t>
                      </a:r>
                      <a:r>
                        <a:rPr lang="ko-KR" altLang="en-US" sz="800" dirty="0"/>
                        <a:t>환불안내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bl>
          </a:graphicData>
        </a:graphic>
      </p:graphicFrame>
      <p:sp>
        <p:nvSpPr>
          <p:cNvPr id="22" name="TextBox 21">
            <a:extLst>
              <a:ext uri="{FF2B5EF4-FFF2-40B4-BE49-F238E27FC236}">
                <a16:creationId xmlns:a16="http://schemas.microsoft.com/office/drawing/2014/main" id="{842B790E-28D9-4EFB-AB09-0BB25F02820D}"/>
              </a:ext>
            </a:extLst>
          </p:cNvPr>
          <p:cNvSpPr txBox="1"/>
          <p:nvPr userDrawn="1"/>
        </p:nvSpPr>
        <p:spPr>
          <a:xfrm rot="10800000">
            <a:off x="1078469" y="1170836"/>
            <a:ext cx="276038" cy="246221"/>
          </a:xfrm>
          <a:prstGeom prst="rect">
            <a:avLst/>
          </a:prstGeom>
          <a:noFill/>
        </p:spPr>
        <p:txBody>
          <a:bodyPr wrap="none" rtlCol="0">
            <a:spAutoFit/>
          </a:bodyPr>
          <a:lstStyle/>
          <a:p>
            <a:r>
              <a:rPr lang="ko-KR" altLang="en-US" sz="1000" b="1" dirty="0"/>
              <a:t>∨</a:t>
            </a:r>
          </a:p>
        </p:txBody>
      </p:sp>
      <p:sp>
        <p:nvSpPr>
          <p:cNvPr id="23" name="TextBox 22">
            <a:extLst>
              <a:ext uri="{FF2B5EF4-FFF2-40B4-BE49-F238E27FC236}">
                <a16:creationId xmlns:a16="http://schemas.microsoft.com/office/drawing/2014/main" id="{89B01FD4-47F0-4C9B-8351-3C7220C305E5}"/>
              </a:ext>
            </a:extLst>
          </p:cNvPr>
          <p:cNvSpPr txBox="1"/>
          <p:nvPr userDrawn="1"/>
        </p:nvSpPr>
        <p:spPr>
          <a:xfrm rot="10800000">
            <a:off x="1080745" y="1381815"/>
            <a:ext cx="276038" cy="246221"/>
          </a:xfrm>
          <a:prstGeom prst="rect">
            <a:avLst/>
          </a:prstGeom>
          <a:noFill/>
        </p:spPr>
        <p:txBody>
          <a:bodyPr wrap="none" rtlCol="0">
            <a:spAutoFit/>
          </a:bodyPr>
          <a:lstStyle/>
          <a:p>
            <a:r>
              <a:rPr lang="ko-KR" altLang="en-US" sz="1000" b="1" dirty="0"/>
              <a:t>∨</a:t>
            </a:r>
          </a:p>
        </p:txBody>
      </p:sp>
      <p:sp>
        <p:nvSpPr>
          <p:cNvPr id="24" name="TextBox 23">
            <a:extLst>
              <a:ext uri="{FF2B5EF4-FFF2-40B4-BE49-F238E27FC236}">
                <a16:creationId xmlns:a16="http://schemas.microsoft.com/office/drawing/2014/main" id="{0B9EB8DD-2789-4E4B-A49C-2A6510BDBE62}"/>
              </a:ext>
            </a:extLst>
          </p:cNvPr>
          <p:cNvSpPr txBox="1"/>
          <p:nvPr userDrawn="1"/>
        </p:nvSpPr>
        <p:spPr>
          <a:xfrm rot="10800000">
            <a:off x="1078468" y="1598765"/>
            <a:ext cx="276038" cy="246221"/>
          </a:xfrm>
          <a:prstGeom prst="rect">
            <a:avLst/>
          </a:prstGeom>
          <a:noFill/>
        </p:spPr>
        <p:txBody>
          <a:bodyPr wrap="none" rtlCol="0">
            <a:spAutoFit/>
          </a:bodyPr>
          <a:lstStyle/>
          <a:p>
            <a:r>
              <a:rPr lang="ko-KR" altLang="en-US" sz="1000" b="1" dirty="0"/>
              <a:t>∨</a:t>
            </a:r>
          </a:p>
        </p:txBody>
      </p:sp>
      <p:sp>
        <p:nvSpPr>
          <p:cNvPr id="25" name="TextBox 24">
            <a:extLst>
              <a:ext uri="{FF2B5EF4-FFF2-40B4-BE49-F238E27FC236}">
                <a16:creationId xmlns:a16="http://schemas.microsoft.com/office/drawing/2014/main" id="{5C2DA15A-4512-475B-9B72-BD00C1DCE304}"/>
              </a:ext>
            </a:extLst>
          </p:cNvPr>
          <p:cNvSpPr txBox="1"/>
          <p:nvPr userDrawn="1"/>
        </p:nvSpPr>
        <p:spPr>
          <a:xfrm rot="10800000">
            <a:off x="1081258" y="2366573"/>
            <a:ext cx="276038" cy="246221"/>
          </a:xfrm>
          <a:prstGeom prst="rect">
            <a:avLst/>
          </a:prstGeom>
          <a:noFill/>
        </p:spPr>
        <p:txBody>
          <a:bodyPr wrap="none" rtlCol="0">
            <a:spAutoFit/>
          </a:bodyPr>
          <a:lstStyle/>
          <a:p>
            <a:r>
              <a:rPr lang="ko-KR" altLang="en-US" sz="1000" b="1" dirty="0"/>
              <a:t>∨</a:t>
            </a:r>
          </a:p>
        </p:txBody>
      </p:sp>
      <p:sp>
        <p:nvSpPr>
          <p:cNvPr id="26" name="직사각형 25">
            <a:extLst>
              <a:ext uri="{FF2B5EF4-FFF2-40B4-BE49-F238E27FC236}">
                <a16:creationId xmlns:a16="http://schemas.microsoft.com/office/drawing/2014/main" id="{FF35A84E-D232-49DF-BC51-007A2D5F7A26}"/>
              </a:ext>
            </a:extLst>
          </p:cNvPr>
          <p:cNvSpPr/>
          <p:nvPr userDrawn="1"/>
        </p:nvSpPr>
        <p:spPr>
          <a:xfrm>
            <a:off x="41208" y="429370"/>
            <a:ext cx="1304991"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 name="TextBox 26">
            <a:extLst>
              <a:ext uri="{FF2B5EF4-FFF2-40B4-BE49-F238E27FC236}">
                <a16:creationId xmlns:a16="http://schemas.microsoft.com/office/drawing/2014/main" id="{44EE4AC2-65BF-42F3-B35F-F857F6518E0E}"/>
              </a:ext>
            </a:extLst>
          </p:cNvPr>
          <p:cNvSpPr txBox="1"/>
          <p:nvPr userDrawn="1"/>
        </p:nvSpPr>
        <p:spPr>
          <a:xfrm>
            <a:off x="40495" y="3038542"/>
            <a:ext cx="631904" cy="215444"/>
          </a:xfrm>
          <a:prstGeom prst="rect">
            <a:avLst/>
          </a:prstGeom>
          <a:noFill/>
        </p:spPr>
        <p:txBody>
          <a:bodyPr wrap="none" rtlCol="0">
            <a:spAutoFit/>
          </a:bodyPr>
          <a:lstStyle/>
          <a:p>
            <a:r>
              <a:rPr lang="ko-KR" altLang="en-US" sz="800" b="1" dirty="0">
                <a:solidFill>
                  <a:schemeClr val="bg1">
                    <a:lumMod val="65000"/>
                  </a:schemeClr>
                </a:solidFill>
              </a:rPr>
              <a:t> 환경설정</a:t>
            </a:r>
          </a:p>
        </p:txBody>
      </p:sp>
      <p:sp>
        <p:nvSpPr>
          <p:cNvPr id="28" name="직사각형 27">
            <a:extLst>
              <a:ext uri="{FF2B5EF4-FFF2-40B4-BE49-F238E27FC236}">
                <a16:creationId xmlns:a16="http://schemas.microsoft.com/office/drawing/2014/main" id="{7BD282B2-2E1C-48D5-90F9-05A691551AAA}"/>
              </a:ext>
            </a:extLst>
          </p:cNvPr>
          <p:cNvSpPr/>
          <p:nvPr userDrawn="1"/>
        </p:nvSpPr>
        <p:spPr>
          <a:xfrm>
            <a:off x="9271463" y="429370"/>
            <a:ext cx="840725"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 name="직사각형 28">
            <a:extLst>
              <a:ext uri="{FF2B5EF4-FFF2-40B4-BE49-F238E27FC236}">
                <a16:creationId xmlns:a16="http://schemas.microsoft.com/office/drawing/2014/main" id="{BB1FC30B-2894-47CF-B051-A6DA7E9F093B}"/>
              </a:ext>
            </a:extLst>
          </p:cNvPr>
          <p:cNvSpPr/>
          <p:nvPr userDrawn="1"/>
        </p:nvSpPr>
        <p:spPr>
          <a:xfrm>
            <a:off x="9375639" y="540420"/>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0" name="직사각형 29">
            <a:extLst>
              <a:ext uri="{FF2B5EF4-FFF2-40B4-BE49-F238E27FC236}">
                <a16:creationId xmlns:a16="http://schemas.microsoft.com/office/drawing/2014/main" id="{67A0949D-12E5-4307-8CB0-B2ACB991CB74}"/>
              </a:ext>
            </a:extLst>
          </p:cNvPr>
          <p:cNvSpPr/>
          <p:nvPr userDrawn="1"/>
        </p:nvSpPr>
        <p:spPr>
          <a:xfrm>
            <a:off x="9375639" y="847737"/>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1" name="직사각형 30">
            <a:extLst>
              <a:ext uri="{FF2B5EF4-FFF2-40B4-BE49-F238E27FC236}">
                <a16:creationId xmlns:a16="http://schemas.microsoft.com/office/drawing/2014/main" id="{AE326329-CE7E-469B-A505-D620C38DC26E}"/>
              </a:ext>
            </a:extLst>
          </p:cNvPr>
          <p:cNvSpPr/>
          <p:nvPr userDrawn="1"/>
        </p:nvSpPr>
        <p:spPr>
          <a:xfrm>
            <a:off x="9375639" y="1155054"/>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2" name="직사각형 31">
            <a:extLst>
              <a:ext uri="{FF2B5EF4-FFF2-40B4-BE49-F238E27FC236}">
                <a16:creationId xmlns:a16="http://schemas.microsoft.com/office/drawing/2014/main" id="{F32AC648-C350-4B35-89FD-D23F22F61BC7}"/>
              </a:ext>
            </a:extLst>
          </p:cNvPr>
          <p:cNvSpPr/>
          <p:nvPr userDrawn="1"/>
        </p:nvSpPr>
        <p:spPr>
          <a:xfrm>
            <a:off x="9375639" y="1462371"/>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3" name="직사각형 32">
            <a:extLst>
              <a:ext uri="{FF2B5EF4-FFF2-40B4-BE49-F238E27FC236}">
                <a16:creationId xmlns:a16="http://schemas.microsoft.com/office/drawing/2014/main" id="{5C0C7DE4-6D28-4E03-8993-17B07382D660}"/>
              </a:ext>
            </a:extLst>
          </p:cNvPr>
          <p:cNvSpPr/>
          <p:nvPr userDrawn="1"/>
        </p:nvSpPr>
        <p:spPr>
          <a:xfrm>
            <a:off x="9375639" y="1769688"/>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4" name="직사각형 33">
            <a:extLst>
              <a:ext uri="{FF2B5EF4-FFF2-40B4-BE49-F238E27FC236}">
                <a16:creationId xmlns:a16="http://schemas.microsoft.com/office/drawing/2014/main" id="{6030BA08-6D95-4C85-9E02-7BE4044212FF}"/>
              </a:ext>
            </a:extLst>
          </p:cNvPr>
          <p:cNvSpPr/>
          <p:nvPr userDrawn="1"/>
        </p:nvSpPr>
        <p:spPr>
          <a:xfrm>
            <a:off x="9375639" y="2077005"/>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5" name="직사각형 34">
            <a:extLst>
              <a:ext uri="{FF2B5EF4-FFF2-40B4-BE49-F238E27FC236}">
                <a16:creationId xmlns:a16="http://schemas.microsoft.com/office/drawing/2014/main" id="{884640C2-0A42-4C12-BFDC-A0AB8E36B1B0}"/>
              </a:ext>
            </a:extLst>
          </p:cNvPr>
          <p:cNvSpPr/>
          <p:nvPr userDrawn="1"/>
        </p:nvSpPr>
        <p:spPr>
          <a:xfrm>
            <a:off x="9375639" y="2384322"/>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6" name="직사각형 35">
            <a:extLst>
              <a:ext uri="{FF2B5EF4-FFF2-40B4-BE49-F238E27FC236}">
                <a16:creationId xmlns:a16="http://schemas.microsoft.com/office/drawing/2014/main" id="{BE2CFC61-A5D4-4A27-99D7-133DD01195E3}"/>
              </a:ext>
            </a:extLst>
          </p:cNvPr>
          <p:cNvSpPr/>
          <p:nvPr userDrawn="1"/>
        </p:nvSpPr>
        <p:spPr>
          <a:xfrm>
            <a:off x="9375639" y="2691639"/>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7" name="직사각형 36">
            <a:extLst>
              <a:ext uri="{FF2B5EF4-FFF2-40B4-BE49-F238E27FC236}">
                <a16:creationId xmlns:a16="http://schemas.microsoft.com/office/drawing/2014/main" id="{85326C8C-9B01-45E6-979E-942B65F7A01B}"/>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8" name="직사각형 37">
            <a:extLst>
              <a:ext uri="{FF2B5EF4-FFF2-40B4-BE49-F238E27FC236}">
                <a16:creationId xmlns:a16="http://schemas.microsoft.com/office/drawing/2014/main" id="{F0EA9688-9466-4B35-9F0A-3303D76D8F50}"/>
              </a:ext>
            </a:extLst>
          </p:cNvPr>
          <p:cNvSpPr/>
          <p:nvPr userDrawn="1"/>
        </p:nvSpPr>
        <p:spPr>
          <a:xfrm>
            <a:off x="1414854" y="48500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39" name="직사각형 38">
            <a:extLst>
              <a:ext uri="{FF2B5EF4-FFF2-40B4-BE49-F238E27FC236}">
                <a16:creationId xmlns:a16="http://schemas.microsoft.com/office/drawing/2014/main" id="{5D98508F-FE4D-4CFA-8F42-1EAF44930D8F}"/>
              </a:ext>
            </a:extLst>
          </p:cNvPr>
          <p:cNvSpPr/>
          <p:nvPr userDrawn="1"/>
        </p:nvSpPr>
        <p:spPr>
          <a:xfrm>
            <a:off x="7202350" y="493535"/>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
        <p:nvSpPr>
          <p:cNvPr id="40" name="직사각형 39">
            <a:extLst>
              <a:ext uri="{FF2B5EF4-FFF2-40B4-BE49-F238E27FC236}">
                <a16:creationId xmlns:a16="http://schemas.microsoft.com/office/drawing/2014/main" id="{2A554BDB-8DEA-4940-9EE5-131C5FE3DF52}"/>
              </a:ext>
            </a:extLst>
          </p:cNvPr>
          <p:cNvSpPr/>
          <p:nvPr userDrawn="1"/>
        </p:nvSpPr>
        <p:spPr>
          <a:xfrm>
            <a:off x="4193904" y="858403"/>
            <a:ext cx="4151042" cy="18273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1" name="직사각형 40">
            <a:extLst>
              <a:ext uri="{FF2B5EF4-FFF2-40B4-BE49-F238E27FC236}">
                <a16:creationId xmlns:a16="http://schemas.microsoft.com/office/drawing/2014/main" id="{AF87F507-D151-4338-A3EA-8088B5411EDF}"/>
              </a:ext>
            </a:extLst>
          </p:cNvPr>
          <p:cNvSpPr/>
          <p:nvPr userDrawn="1"/>
        </p:nvSpPr>
        <p:spPr>
          <a:xfrm>
            <a:off x="8450090" y="85840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endParaRPr lang="en-US" altLang="ko-KR" sz="800" dirty="0">
              <a:solidFill>
                <a:schemeClr val="bg1"/>
              </a:solidFill>
            </a:endParaRPr>
          </a:p>
        </p:txBody>
      </p:sp>
      <p:graphicFrame>
        <p:nvGraphicFramePr>
          <p:cNvPr id="42" name="표 63">
            <a:extLst>
              <a:ext uri="{FF2B5EF4-FFF2-40B4-BE49-F238E27FC236}">
                <a16:creationId xmlns:a16="http://schemas.microsoft.com/office/drawing/2014/main" id="{477FA6EC-C084-42AE-ADCD-A354BA2086C8}"/>
              </a:ext>
            </a:extLst>
          </p:cNvPr>
          <p:cNvGraphicFramePr>
            <a:graphicFrameLocks noGrp="1"/>
          </p:cNvGraphicFramePr>
          <p:nvPr userDrawn="1">
            <p:extLst>
              <p:ext uri="{D42A27DB-BD31-4B8C-83A1-F6EECF244321}">
                <p14:modId xmlns:p14="http://schemas.microsoft.com/office/powerpoint/2010/main" val="1222757120"/>
              </p:ext>
            </p:extLst>
          </p:nvPr>
        </p:nvGraphicFramePr>
        <p:xfrm>
          <a:off x="1419945" y="825016"/>
          <a:ext cx="7797729" cy="489170"/>
        </p:xfrm>
        <a:graphic>
          <a:graphicData uri="http://schemas.openxmlformats.org/drawingml/2006/table">
            <a:tbl>
              <a:tblPr firstRow="1" bandRow="1">
                <a:tableStyleId>{5940675A-B579-460E-94D1-54222C63F5DA}</a:tableStyleId>
              </a:tblPr>
              <a:tblGrid>
                <a:gridCol w="1123750">
                  <a:extLst>
                    <a:ext uri="{9D8B030D-6E8A-4147-A177-3AD203B41FA5}">
                      <a16:colId xmlns:a16="http://schemas.microsoft.com/office/drawing/2014/main" val="3701388552"/>
                    </a:ext>
                  </a:extLst>
                </a:gridCol>
                <a:gridCol w="6673979">
                  <a:extLst>
                    <a:ext uri="{9D8B030D-6E8A-4147-A177-3AD203B41FA5}">
                      <a16:colId xmlns:a16="http://schemas.microsoft.com/office/drawing/2014/main" val="339215266"/>
                    </a:ext>
                  </a:extLst>
                </a:gridCol>
              </a:tblGrid>
              <a:tr h="244585">
                <a:tc>
                  <a:txBody>
                    <a:bodyPr/>
                    <a:lstStyle/>
                    <a:p>
                      <a:pPr algn="l" latinLnBrk="1"/>
                      <a:r>
                        <a:rPr lang="ko-KR" altLang="en-US" sz="900" dirty="0" err="1"/>
                        <a:t>검색구분</a:t>
                      </a:r>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244585">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43" name="직사각형 42">
            <a:extLst>
              <a:ext uri="{FF2B5EF4-FFF2-40B4-BE49-F238E27FC236}">
                <a16:creationId xmlns:a16="http://schemas.microsoft.com/office/drawing/2014/main" id="{8FE5BC15-7C4B-4900-99E2-92CD2BAAE3A4}"/>
              </a:ext>
            </a:extLst>
          </p:cNvPr>
          <p:cNvSpPr/>
          <p:nvPr userDrawn="1"/>
        </p:nvSpPr>
        <p:spPr>
          <a:xfrm>
            <a:off x="8452538" y="1085623"/>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graphicFrame>
        <p:nvGraphicFramePr>
          <p:cNvPr id="44" name="표 43">
            <a:extLst>
              <a:ext uri="{FF2B5EF4-FFF2-40B4-BE49-F238E27FC236}">
                <a16:creationId xmlns:a16="http://schemas.microsoft.com/office/drawing/2014/main" id="{67B3B92E-E588-41D0-B091-947E6CDFF24B}"/>
              </a:ext>
            </a:extLst>
          </p:cNvPr>
          <p:cNvGraphicFramePr>
            <a:graphicFrameLocks noGrp="1"/>
          </p:cNvGraphicFramePr>
          <p:nvPr userDrawn="1">
            <p:extLst>
              <p:ext uri="{D42A27DB-BD31-4B8C-83A1-F6EECF244321}">
                <p14:modId xmlns:p14="http://schemas.microsoft.com/office/powerpoint/2010/main" val="1704298883"/>
              </p:ext>
            </p:extLst>
          </p:nvPr>
        </p:nvGraphicFramePr>
        <p:xfrm>
          <a:off x="1431782" y="1708160"/>
          <a:ext cx="7778543" cy="2667000"/>
        </p:xfrm>
        <a:graphic>
          <a:graphicData uri="http://schemas.openxmlformats.org/drawingml/2006/table">
            <a:tbl>
              <a:tblPr firstRow="1" bandRow="1">
                <a:tableStyleId>{5C22544A-7EE6-4342-B048-85BDC9FD1C3A}</a:tableStyleId>
              </a:tblPr>
              <a:tblGrid>
                <a:gridCol w="1086974">
                  <a:extLst>
                    <a:ext uri="{9D8B030D-6E8A-4147-A177-3AD203B41FA5}">
                      <a16:colId xmlns:a16="http://schemas.microsoft.com/office/drawing/2014/main" val="20000"/>
                    </a:ext>
                  </a:extLst>
                </a:gridCol>
                <a:gridCol w="2194560">
                  <a:extLst>
                    <a:ext uri="{9D8B030D-6E8A-4147-A177-3AD203B41FA5}">
                      <a16:colId xmlns:a16="http://schemas.microsoft.com/office/drawing/2014/main" val="20001"/>
                    </a:ext>
                  </a:extLst>
                </a:gridCol>
                <a:gridCol w="1055717">
                  <a:extLst>
                    <a:ext uri="{9D8B030D-6E8A-4147-A177-3AD203B41FA5}">
                      <a16:colId xmlns:a16="http://schemas.microsoft.com/office/drawing/2014/main" val="20003"/>
                    </a:ext>
                  </a:extLst>
                </a:gridCol>
                <a:gridCol w="931025">
                  <a:extLst>
                    <a:ext uri="{9D8B030D-6E8A-4147-A177-3AD203B41FA5}">
                      <a16:colId xmlns:a16="http://schemas.microsoft.com/office/drawing/2014/main" val="20005"/>
                    </a:ext>
                  </a:extLst>
                </a:gridCol>
                <a:gridCol w="806335">
                  <a:extLst>
                    <a:ext uri="{9D8B030D-6E8A-4147-A177-3AD203B41FA5}">
                      <a16:colId xmlns:a16="http://schemas.microsoft.com/office/drawing/2014/main" val="20006"/>
                    </a:ext>
                  </a:extLst>
                </a:gridCol>
                <a:gridCol w="1703932">
                  <a:extLst>
                    <a:ext uri="{9D8B030D-6E8A-4147-A177-3AD203B41FA5}">
                      <a16:colId xmlns:a16="http://schemas.microsoft.com/office/drawing/2014/main" val="2179269706"/>
                    </a:ext>
                  </a:extLst>
                </a:gridCol>
              </a:tblGrid>
              <a:tr h="0">
                <a:tc>
                  <a:txBody>
                    <a:bodyPr/>
                    <a:lstStyle/>
                    <a:p>
                      <a:pPr algn="ctr" latinLnBrk="1"/>
                      <a:r>
                        <a:rPr lang="ko-KR" altLang="en-US" sz="700" b="0" dirty="0">
                          <a:solidFill>
                            <a:schemeClr val="tx1"/>
                          </a:solidFill>
                        </a:rPr>
                        <a:t>이미지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공동구매상품</a:t>
                      </a:r>
                      <a:r>
                        <a:rPr lang="ko-KR" altLang="en-US" sz="700" b="0" baseline="0" dirty="0">
                          <a:solidFill>
                            <a:schemeClr val="tx1"/>
                          </a:solidFill>
                        </a:rPr>
                        <a:t> 정보</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판매기간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주문량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관리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p>
                      <a:pPr algn="ctr" latinLnBrk="1"/>
                      <a:endParaRPr lang="en-US" altLang="ko-KR" sz="800" b="0" dirty="0">
                        <a:solidFill>
                          <a:schemeClr val="tx1"/>
                        </a:solidFill>
                      </a:endParaRPr>
                    </a:p>
                    <a:p>
                      <a:pPr algn="ctr" latinLnBrk="1"/>
                      <a:endParaRPr lang="en-US" altLang="ko-KR" sz="800" b="0" dirty="0">
                        <a:solidFill>
                          <a:schemeClr val="tx1"/>
                        </a:solidFill>
                      </a:endParaRPr>
                    </a:p>
                    <a:p>
                      <a:pPr algn="ctr" latinLnBrk="1"/>
                      <a:endParaRPr lang="en-US" altLang="ko-KR" sz="800" b="0" dirty="0">
                        <a:solidFill>
                          <a:schemeClr val="tx1"/>
                        </a:solidFill>
                      </a:endParaRPr>
                    </a:p>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A111111</a:t>
                      </a: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dirty="0">
                          <a:solidFill>
                            <a:schemeClr val="tx1"/>
                          </a:solidFill>
                        </a:rPr>
                        <a:t>공동구매상품 </a:t>
                      </a:r>
                      <a:r>
                        <a:rPr lang="ko-KR" altLang="en-US" sz="1000" b="1" dirty="0" err="1">
                          <a:solidFill>
                            <a:schemeClr val="tx1"/>
                          </a:solidFill>
                        </a:rPr>
                        <a:t>판매명</a:t>
                      </a:r>
                      <a:r>
                        <a:rPr lang="en-US" altLang="ko-KR" sz="1000" b="1" dirty="0">
                          <a:solidFill>
                            <a:schemeClr val="tx1"/>
                          </a:solidFill>
                        </a:rPr>
                        <a:t>1</a:t>
                      </a:r>
                    </a:p>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공동구매 상품명</a:t>
                      </a:r>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en-US" altLang="ko-KR" sz="800" b="0" dirty="0">
                          <a:solidFill>
                            <a:schemeClr val="tx1"/>
                          </a:solidFill>
                        </a:rPr>
                        <a:t>2025. </a:t>
                      </a:r>
                      <a:r>
                        <a:rPr lang="en-US" altLang="ko-KR" sz="800" b="0" baseline="0" dirty="0">
                          <a:solidFill>
                            <a:schemeClr val="tx1"/>
                          </a:solidFill>
                        </a:rPr>
                        <a:t>12. 13 ~ 2025. 12. 31</a:t>
                      </a:r>
                      <a:endParaRPr lang="en-US" altLang="ko-KR" sz="800" b="0" dirty="0">
                        <a:solidFill>
                          <a:schemeClr val="tx1"/>
                        </a:solidFill>
                      </a:endParaRPr>
                    </a:p>
                    <a:p>
                      <a:pPr algn="l"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진행중</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3,150</a:t>
                      </a:r>
                      <a:r>
                        <a:rPr lang="ko-KR" altLang="en-US" sz="800" b="0" dirty="0">
                          <a:solidFill>
                            <a:schemeClr val="tx1"/>
                          </a:solidFill>
                        </a:rPr>
                        <a:t>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p>
                      <a:pPr algn="ctr" latinLnBrk="1"/>
                      <a:endParaRPr lang="en-US" altLang="ko-KR" sz="800" b="0" dirty="0">
                        <a:solidFill>
                          <a:schemeClr val="tx1"/>
                        </a:solidFill>
                      </a:endParaRPr>
                    </a:p>
                    <a:p>
                      <a:pPr algn="ctr" latinLnBrk="1"/>
                      <a:endParaRPr lang="en-US" altLang="ko-KR" sz="800" b="0" dirty="0">
                        <a:solidFill>
                          <a:schemeClr val="tx1"/>
                        </a:solidFill>
                      </a:endParaRPr>
                    </a:p>
                    <a:p>
                      <a:pPr algn="ctr" latinLnBrk="1"/>
                      <a:endParaRPr lang="en-US" altLang="ko-KR" sz="800" b="0" dirty="0">
                        <a:solidFill>
                          <a:schemeClr val="tx1"/>
                        </a:solidFill>
                      </a:endParaRPr>
                    </a:p>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A222222</a:t>
                      </a: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dirty="0">
                          <a:solidFill>
                            <a:schemeClr val="tx1"/>
                          </a:solidFill>
                        </a:rPr>
                        <a:t>공동구매상품 </a:t>
                      </a:r>
                      <a:r>
                        <a:rPr lang="ko-KR" altLang="en-US" sz="1000" b="1" dirty="0" err="1">
                          <a:solidFill>
                            <a:schemeClr val="tx1"/>
                          </a:solidFill>
                        </a:rPr>
                        <a:t>판매명</a:t>
                      </a:r>
                      <a:r>
                        <a:rPr lang="en-US" altLang="ko-KR" sz="1000" b="1" dirty="0">
                          <a:solidFill>
                            <a:schemeClr val="tx1"/>
                          </a:solidFill>
                        </a:rPr>
                        <a:t>2</a:t>
                      </a:r>
                    </a:p>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공동구매 상품명</a:t>
                      </a:r>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en-US" altLang="ko-KR" sz="800" b="0" dirty="0">
                          <a:solidFill>
                            <a:schemeClr val="tx1"/>
                          </a:solidFill>
                        </a:rPr>
                        <a:t>2025. </a:t>
                      </a:r>
                      <a:r>
                        <a:rPr lang="en-US" altLang="ko-KR" sz="800" b="0" baseline="0" dirty="0">
                          <a:solidFill>
                            <a:schemeClr val="tx1"/>
                          </a:solidFill>
                        </a:rPr>
                        <a:t>12. 15 ~ 2025. 12. 22</a:t>
                      </a:r>
                      <a:endParaRPr lang="en-US" altLang="ko-KR" sz="800" b="0" dirty="0">
                        <a:solidFill>
                          <a:schemeClr val="tx1"/>
                        </a:solidFill>
                      </a:endParaRPr>
                    </a:p>
                    <a:p>
                      <a:pPr algn="l"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대기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0</a:t>
                      </a:r>
                      <a:r>
                        <a:rPr lang="ko-KR" altLang="en-US" sz="800" b="0" dirty="0">
                          <a:solidFill>
                            <a:schemeClr val="tx1"/>
                          </a:solidFill>
                        </a:rPr>
                        <a:t>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p>
                      <a:pPr algn="ctr" latinLnBrk="1"/>
                      <a:endParaRPr lang="en-US" altLang="ko-KR" sz="800" b="0" dirty="0">
                        <a:solidFill>
                          <a:schemeClr val="tx1"/>
                        </a:solidFill>
                      </a:endParaRPr>
                    </a:p>
                    <a:p>
                      <a:pPr algn="ctr" latinLnBrk="1"/>
                      <a:endParaRPr lang="en-US" altLang="ko-KR" sz="800" b="0" dirty="0">
                        <a:solidFill>
                          <a:schemeClr val="tx1"/>
                        </a:solidFill>
                      </a:endParaRPr>
                    </a:p>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A333333</a:t>
                      </a: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dirty="0">
                          <a:solidFill>
                            <a:schemeClr val="tx1"/>
                          </a:solidFill>
                        </a:rPr>
                        <a:t>공동구매상품 </a:t>
                      </a:r>
                      <a:r>
                        <a:rPr lang="ko-KR" altLang="en-US" sz="1000" b="1" dirty="0" err="1">
                          <a:solidFill>
                            <a:schemeClr val="tx1"/>
                          </a:solidFill>
                        </a:rPr>
                        <a:t>판매명</a:t>
                      </a:r>
                      <a:r>
                        <a:rPr lang="en-US" altLang="ko-KR" sz="1000" b="1" dirty="0">
                          <a:solidFill>
                            <a:schemeClr val="tx1"/>
                          </a:solidFill>
                        </a:rPr>
                        <a:t>3</a:t>
                      </a:r>
                    </a:p>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공동구매 상품명</a:t>
                      </a:r>
                      <a:r>
                        <a:rPr lang="en-US" altLang="ko-KR" sz="800" b="0" dirty="0">
                          <a:solidFill>
                            <a:schemeClr val="tx1"/>
                          </a:solidFill>
                        </a:rPr>
                        <a:t>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en-US" altLang="ko-KR" sz="800" b="0" dirty="0">
                          <a:solidFill>
                            <a:schemeClr val="tx1"/>
                          </a:solidFill>
                        </a:rPr>
                        <a:t>2025. </a:t>
                      </a:r>
                      <a:r>
                        <a:rPr lang="en-US" altLang="ko-KR" sz="800" b="0" baseline="0" dirty="0">
                          <a:solidFill>
                            <a:schemeClr val="tx1"/>
                          </a:solidFill>
                        </a:rPr>
                        <a:t>12. 7 ~ 2025. 12. 21</a:t>
                      </a:r>
                      <a:endParaRPr lang="en-US" altLang="ko-KR" sz="800" b="0" dirty="0">
                        <a:solidFill>
                          <a:schemeClr val="tx1"/>
                        </a:solidFill>
                      </a:endParaRPr>
                    </a:p>
                    <a:p>
                      <a:pPr algn="l"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마감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4,511</a:t>
                      </a:r>
                      <a:r>
                        <a:rPr lang="ko-KR" altLang="en-US" sz="800" b="0" dirty="0">
                          <a:solidFill>
                            <a:schemeClr val="tx1"/>
                          </a:solidFill>
                        </a:rPr>
                        <a:t>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45" name="TextBox 44">
            <a:extLst>
              <a:ext uri="{FF2B5EF4-FFF2-40B4-BE49-F238E27FC236}">
                <a16:creationId xmlns:a16="http://schemas.microsoft.com/office/drawing/2014/main" id="{F5FDCE0F-A440-4B00-A4E3-37F49BB5FF6E}"/>
              </a:ext>
            </a:extLst>
          </p:cNvPr>
          <p:cNvSpPr txBox="1"/>
          <p:nvPr userDrawn="1"/>
        </p:nvSpPr>
        <p:spPr>
          <a:xfrm>
            <a:off x="1431783" y="1472007"/>
            <a:ext cx="761547" cy="215444"/>
          </a:xfrm>
          <a:prstGeom prst="rect">
            <a:avLst/>
          </a:prstGeom>
          <a:noFill/>
        </p:spPr>
        <p:txBody>
          <a:bodyPr wrap="square" rtlCol="0">
            <a:spAutoFit/>
          </a:bodyPr>
          <a:lstStyle/>
          <a:p>
            <a:r>
              <a:rPr lang="ko-KR" altLang="en-US" sz="800"/>
              <a:t>총 </a:t>
            </a:r>
            <a:r>
              <a:rPr lang="en-US" altLang="ko-KR" sz="800" dirty="0"/>
              <a:t>00</a:t>
            </a:r>
            <a:r>
              <a:rPr lang="ko-KR" altLang="en-US" sz="800" dirty="0"/>
              <a:t>건</a:t>
            </a:r>
          </a:p>
        </p:txBody>
      </p:sp>
      <p:pic>
        <p:nvPicPr>
          <p:cNvPr id="46" name="Picture 2">
            <a:extLst>
              <a:ext uri="{FF2B5EF4-FFF2-40B4-BE49-F238E27FC236}">
                <a16:creationId xmlns:a16="http://schemas.microsoft.com/office/drawing/2014/main" id="{9DBD7ABE-A358-4C58-8E88-EEA1D309F4C4}"/>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3964171" y="4773727"/>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47" name="직사각형 46">
            <a:extLst>
              <a:ext uri="{FF2B5EF4-FFF2-40B4-BE49-F238E27FC236}">
                <a16:creationId xmlns:a16="http://schemas.microsoft.com/office/drawing/2014/main" id="{C3C03F8C-7377-479A-910F-E35D9D72BE7D}"/>
              </a:ext>
            </a:extLst>
          </p:cNvPr>
          <p:cNvSpPr/>
          <p:nvPr userDrawn="1"/>
        </p:nvSpPr>
        <p:spPr>
          <a:xfrm>
            <a:off x="8052938" y="1388570"/>
            <a:ext cx="1157388"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공동구매상품 등록</a:t>
            </a:r>
            <a:endParaRPr lang="en-US" altLang="ko-KR" sz="800" dirty="0">
              <a:solidFill>
                <a:schemeClr val="bg1"/>
              </a:solidFill>
            </a:endParaRPr>
          </a:p>
        </p:txBody>
      </p:sp>
      <p:sp>
        <p:nvSpPr>
          <p:cNvPr id="48" name="직사각형 47">
            <a:extLst>
              <a:ext uri="{FF2B5EF4-FFF2-40B4-BE49-F238E27FC236}">
                <a16:creationId xmlns:a16="http://schemas.microsoft.com/office/drawing/2014/main" id="{0EEB9083-7EE0-44F2-9EC4-788D6C508CAB}"/>
              </a:ext>
            </a:extLst>
          </p:cNvPr>
          <p:cNvSpPr/>
          <p:nvPr userDrawn="1"/>
        </p:nvSpPr>
        <p:spPr>
          <a:xfrm>
            <a:off x="8523758" y="2194871"/>
            <a:ext cx="491946" cy="169149"/>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err="1">
                <a:solidFill>
                  <a:schemeClr val="bg1"/>
                </a:solidFill>
              </a:rPr>
              <a:t>주문목록</a:t>
            </a:r>
            <a:endParaRPr lang="en-US" altLang="ko-KR" sz="600" dirty="0">
              <a:solidFill>
                <a:schemeClr val="bg1"/>
              </a:solidFill>
            </a:endParaRPr>
          </a:p>
        </p:txBody>
      </p:sp>
      <p:sp>
        <p:nvSpPr>
          <p:cNvPr id="49" name="직사각형 48">
            <a:extLst>
              <a:ext uri="{FF2B5EF4-FFF2-40B4-BE49-F238E27FC236}">
                <a16:creationId xmlns:a16="http://schemas.microsoft.com/office/drawing/2014/main" id="{81C9AE9F-5403-4770-A435-F6FCD61204E1}"/>
              </a:ext>
            </a:extLst>
          </p:cNvPr>
          <p:cNvSpPr/>
          <p:nvPr userDrawn="1"/>
        </p:nvSpPr>
        <p:spPr>
          <a:xfrm>
            <a:off x="8139945" y="2194871"/>
            <a:ext cx="341530" cy="171549"/>
          </a:xfrm>
          <a:prstGeom prst="rect">
            <a:avLst/>
          </a:prstGeom>
          <a:solidFill>
            <a:schemeClr val="bg1">
              <a:lumMod val="50000"/>
            </a:schemeClr>
          </a:solidFill>
          <a:ln w="6350">
            <a:solidFill>
              <a:schemeClr val="bg1">
                <a:lumMod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50" name="직사각형 49">
            <a:extLst>
              <a:ext uri="{FF2B5EF4-FFF2-40B4-BE49-F238E27FC236}">
                <a16:creationId xmlns:a16="http://schemas.microsoft.com/office/drawing/2014/main" id="{11E70485-4032-4991-A6C3-273785B5EFCC}"/>
              </a:ext>
            </a:extLst>
          </p:cNvPr>
          <p:cNvSpPr/>
          <p:nvPr userDrawn="1"/>
        </p:nvSpPr>
        <p:spPr>
          <a:xfrm>
            <a:off x="7750532" y="2192471"/>
            <a:ext cx="341530" cy="171549"/>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관리</a:t>
            </a:r>
            <a:endParaRPr lang="en-US" altLang="ko-KR" sz="600" dirty="0">
              <a:solidFill>
                <a:schemeClr val="bg1"/>
              </a:solidFill>
            </a:endParaRPr>
          </a:p>
        </p:txBody>
      </p:sp>
      <p:sp>
        <p:nvSpPr>
          <p:cNvPr id="54" name="직사각형 53">
            <a:extLst>
              <a:ext uri="{FF2B5EF4-FFF2-40B4-BE49-F238E27FC236}">
                <a16:creationId xmlns:a16="http://schemas.microsoft.com/office/drawing/2014/main" id="{26000DB4-FE60-452B-B4BE-C0DE66BCCE0B}"/>
              </a:ext>
            </a:extLst>
          </p:cNvPr>
          <p:cNvSpPr/>
          <p:nvPr userDrawn="1"/>
        </p:nvSpPr>
        <p:spPr>
          <a:xfrm>
            <a:off x="8523758" y="3085387"/>
            <a:ext cx="491946" cy="169149"/>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err="1">
                <a:solidFill>
                  <a:schemeClr val="bg1"/>
                </a:solidFill>
              </a:rPr>
              <a:t>주문목록</a:t>
            </a:r>
            <a:endParaRPr lang="en-US" altLang="ko-KR" sz="600" dirty="0">
              <a:solidFill>
                <a:schemeClr val="bg1"/>
              </a:solidFill>
            </a:endParaRPr>
          </a:p>
        </p:txBody>
      </p:sp>
      <p:sp>
        <p:nvSpPr>
          <p:cNvPr id="55" name="직사각형 54">
            <a:extLst>
              <a:ext uri="{FF2B5EF4-FFF2-40B4-BE49-F238E27FC236}">
                <a16:creationId xmlns:a16="http://schemas.microsoft.com/office/drawing/2014/main" id="{A03550C5-E6A2-4E35-B063-8293C69AA776}"/>
              </a:ext>
            </a:extLst>
          </p:cNvPr>
          <p:cNvSpPr/>
          <p:nvPr userDrawn="1"/>
        </p:nvSpPr>
        <p:spPr>
          <a:xfrm>
            <a:off x="8139945" y="3085387"/>
            <a:ext cx="341530" cy="171549"/>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56" name="직사각형 55">
            <a:extLst>
              <a:ext uri="{FF2B5EF4-FFF2-40B4-BE49-F238E27FC236}">
                <a16:creationId xmlns:a16="http://schemas.microsoft.com/office/drawing/2014/main" id="{9CF8EBA7-F7E4-4F96-8858-4168377DDF74}"/>
              </a:ext>
            </a:extLst>
          </p:cNvPr>
          <p:cNvSpPr/>
          <p:nvPr userDrawn="1"/>
        </p:nvSpPr>
        <p:spPr>
          <a:xfrm>
            <a:off x="7750532" y="3082987"/>
            <a:ext cx="341530" cy="171549"/>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관리</a:t>
            </a:r>
            <a:endParaRPr lang="en-US" altLang="ko-KR" sz="600" dirty="0">
              <a:solidFill>
                <a:schemeClr val="bg1"/>
              </a:solidFill>
            </a:endParaRPr>
          </a:p>
        </p:txBody>
      </p:sp>
      <p:sp>
        <p:nvSpPr>
          <p:cNvPr id="57" name="직사각형 56">
            <a:extLst>
              <a:ext uri="{FF2B5EF4-FFF2-40B4-BE49-F238E27FC236}">
                <a16:creationId xmlns:a16="http://schemas.microsoft.com/office/drawing/2014/main" id="{31C5D2C7-1E29-42D4-9D10-D235553A6852}"/>
              </a:ext>
            </a:extLst>
          </p:cNvPr>
          <p:cNvSpPr/>
          <p:nvPr userDrawn="1"/>
        </p:nvSpPr>
        <p:spPr>
          <a:xfrm>
            <a:off x="8529641" y="3886119"/>
            <a:ext cx="491946" cy="155134"/>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err="1">
                <a:solidFill>
                  <a:schemeClr val="bg1"/>
                </a:solidFill>
              </a:rPr>
              <a:t>주문목록</a:t>
            </a:r>
            <a:endParaRPr lang="en-US" altLang="ko-KR" sz="600" dirty="0">
              <a:solidFill>
                <a:schemeClr val="bg1"/>
              </a:solidFill>
            </a:endParaRPr>
          </a:p>
        </p:txBody>
      </p:sp>
      <p:sp>
        <p:nvSpPr>
          <p:cNvPr id="58" name="직사각형 57">
            <a:extLst>
              <a:ext uri="{FF2B5EF4-FFF2-40B4-BE49-F238E27FC236}">
                <a16:creationId xmlns:a16="http://schemas.microsoft.com/office/drawing/2014/main" id="{3F9D6CFE-18EE-4852-A903-24625371B276}"/>
              </a:ext>
            </a:extLst>
          </p:cNvPr>
          <p:cNvSpPr/>
          <p:nvPr userDrawn="1"/>
        </p:nvSpPr>
        <p:spPr>
          <a:xfrm>
            <a:off x="8145828" y="3886118"/>
            <a:ext cx="341530" cy="171549"/>
          </a:xfrm>
          <a:prstGeom prst="rect">
            <a:avLst/>
          </a:prstGeom>
          <a:solidFill>
            <a:schemeClr val="bg1">
              <a:lumMod val="50000"/>
            </a:schemeClr>
          </a:solidFill>
          <a:ln w="6350">
            <a:solidFill>
              <a:schemeClr val="bg1">
                <a:lumMod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59" name="직사각형 58">
            <a:extLst>
              <a:ext uri="{FF2B5EF4-FFF2-40B4-BE49-F238E27FC236}">
                <a16:creationId xmlns:a16="http://schemas.microsoft.com/office/drawing/2014/main" id="{A5FFB086-FBD2-47F9-9E8D-6E1244DE5AB3}"/>
              </a:ext>
            </a:extLst>
          </p:cNvPr>
          <p:cNvSpPr/>
          <p:nvPr userDrawn="1"/>
        </p:nvSpPr>
        <p:spPr>
          <a:xfrm>
            <a:off x="7756415" y="3883718"/>
            <a:ext cx="341530" cy="171549"/>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관리</a:t>
            </a:r>
            <a:endParaRPr lang="en-US" altLang="ko-KR" sz="600" dirty="0">
              <a:solidFill>
                <a:schemeClr val="bg1"/>
              </a:solidFill>
            </a:endParaRPr>
          </a:p>
        </p:txBody>
      </p:sp>
      <p:sp>
        <p:nvSpPr>
          <p:cNvPr id="65" name="직사각형 64">
            <a:extLst>
              <a:ext uri="{FF2B5EF4-FFF2-40B4-BE49-F238E27FC236}">
                <a16:creationId xmlns:a16="http://schemas.microsoft.com/office/drawing/2014/main" id="{B5A71C4D-BD83-49AA-9077-98420D9DA585}"/>
              </a:ext>
            </a:extLst>
          </p:cNvPr>
          <p:cNvSpPr/>
          <p:nvPr userDrawn="1"/>
        </p:nvSpPr>
        <p:spPr>
          <a:xfrm>
            <a:off x="2609205" y="867996"/>
            <a:ext cx="1531623" cy="17314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공동구매상품명              ▼</a:t>
            </a:r>
            <a:endParaRPr lang="en-US" altLang="ko-KR" sz="800" dirty="0">
              <a:solidFill>
                <a:schemeClr val="tx1"/>
              </a:solidFill>
            </a:endParaRPr>
          </a:p>
        </p:txBody>
      </p:sp>
      <p:grpSp>
        <p:nvGrpSpPr>
          <p:cNvPr id="60" name="그룹 59">
            <a:extLst>
              <a:ext uri="{FF2B5EF4-FFF2-40B4-BE49-F238E27FC236}">
                <a16:creationId xmlns:a16="http://schemas.microsoft.com/office/drawing/2014/main" id="{A0346FB5-8EC5-4820-9190-31AE66F4AFDC}"/>
              </a:ext>
            </a:extLst>
          </p:cNvPr>
          <p:cNvGrpSpPr/>
          <p:nvPr userDrawn="1"/>
        </p:nvGrpSpPr>
        <p:grpSpPr>
          <a:xfrm>
            <a:off x="1648699" y="2077005"/>
            <a:ext cx="654770" cy="466968"/>
            <a:chOff x="2843808" y="1955121"/>
            <a:chExt cx="1674813" cy="596970"/>
          </a:xfrm>
          <a:solidFill>
            <a:schemeClr val="bg1">
              <a:lumMod val="95000"/>
            </a:schemeClr>
          </a:solidFill>
        </p:grpSpPr>
        <p:sp>
          <p:nvSpPr>
            <p:cNvPr id="61" name="Border">
              <a:extLst>
                <a:ext uri="{FF2B5EF4-FFF2-40B4-BE49-F238E27FC236}">
                  <a16:creationId xmlns:a16="http://schemas.microsoft.com/office/drawing/2014/main" id="{C72406D9-1F9D-438B-B980-DDD20C4E5D8C}"/>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2" name="Line 2">
              <a:extLst>
                <a:ext uri="{FF2B5EF4-FFF2-40B4-BE49-F238E27FC236}">
                  <a16:creationId xmlns:a16="http://schemas.microsoft.com/office/drawing/2014/main" id="{57D8B084-7DD2-4857-A65B-8A5B85F4A42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3" name="Line 1">
              <a:extLst>
                <a:ext uri="{FF2B5EF4-FFF2-40B4-BE49-F238E27FC236}">
                  <a16:creationId xmlns:a16="http://schemas.microsoft.com/office/drawing/2014/main" id="{0E327EB9-2C07-42E9-8D59-7F1F6191914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66" name="그룹 65">
            <a:extLst>
              <a:ext uri="{FF2B5EF4-FFF2-40B4-BE49-F238E27FC236}">
                <a16:creationId xmlns:a16="http://schemas.microsoft.com/office/drawing/2014/main" id="{A0346FB5-8EC5-4820-9190-31AE66F4AFDC}"/>
              </a:ext>
            </a:extLst>
          </p:cNvPr>
          <p:cNvGrpSpPr/>
          <p:nvPr userDrawn="1"/>
        </p:nvGrpSpPr>
        <p:grpSpPr>
          <a:xfrm>
            <a:off x="1648699" y="2893170"/>
            <a:ext cx="654770" cy="466968"/>
            <a:chOff x="2843808" y="1955121"/>
            <a:chExt cx="1674813" cy="596970"/>
          </a:xfrm>
          <a:solidFill>
            <a:schemeClr val="bg1">
              <a:lumMod val="95000"/>
            </a:schemeClr>
          </a:solidFill>
        </p:grpSpPr>
        <p:sp>
          <p:nvSpPr>
            <p:cNvPr id="67" name="Border">
              <a:extLst>
                <a:ext uri="{FF2B5EF4-FFF2-40B4-BE49-F238E27FC236}">
                  <a16:creationId xmlns:a16="http://schemas.microsoft.com/office/drawing/2014/main" id="{C72406D9-1F9D-438B-B980-DDD20C4E5D8C}"/>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8" name="Line 2">
              <a:extLst>
                <a:ext uri="{FF2B5EF4-FFF2-40B4-BE49-F238E27FC236}">
                  <a16:creationId xmlns:a16="http://schemas.microsoft.com/office/drawing/2014/main" id="{57D8B084-7DD2-4857-A65B-8A5B85F4A42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9" name="Line 1">
              <a:extLst>
                <a:ext uri="{FF2B5EF4-FFF2-40B4-BE49-F238E27FC236}">
                  <a16:creationId xmlns:a16="http://schemas.microsoft.com/office/drawing/2014/main" id="{0E327EB9-2C07-42E9-8D59-7F1F6191914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70" name="그룹 69">
            <a:extLst>
              <a:ext uri="{FF2B5EF4-FFF2-40B4-BE49-F238E27FC236}">
                <a16:creationId xmlns:a16="http://schemas.microsoft.com/office/drawing/2014/main" id="{A0346FB5-8EC5-4820-9190-31AE66F4AFDC}"/>
              </a:ext>
            </a:extLst>
          </p:cNvPr>
          <p:cNvGrpSpPr/>
          <p:nvPr userDrawn="1"/>
        </p:nvGrpSpPr>
        <p:grpSpPr>
          <a:xfrm>
            <a:off x="1642836" y="3746500"/>
            <a:ext cx="654770" cy="466968"/>
            <a:chOff x="2843808" y="1955121"/>
            <a:chExt cx="1674813" cy="596970"/>
          </a:xfrm>
          <a:solidFill>
            <a:schemeClr val="bg1">
              <a:lumMod val="95000"/>
            </a:schemeClr>
          </a:solidFill>
        </p:grpSpPr>
        <p:sp>
          <p:nvSpPr>
            <p:cNvPr id="71" name="Border">
              <a:extLst>
                <a:ext uri="{FF2B5EF4-FFF2-40B4-BE49-F238E27FC236}">
                  <a16:creationId xmlns:a16="http://schemas.microsoft.com/office/drawing/2014/main" id="{C72406D9-1F9D-438B-B980-DDD20C4E5D8C}"/>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2" name="Line 2">
              <a:extLst>
                <a:ext uri="{FF2B5EF4-FFF2-40B4-BE49-F238E27FC236}">
                  <a16:creationId xmlns:a16="http://schemas.microsoft.com/office/drawing/2014/main" id="{57D8B084-7DD2-4857-A65B-8A5B85F4A42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3" name="Line 1">
              <a:extLst>
                <a:ext uri="{FF2B5EF4-FFF2-40B4-BE49-F238E27FC236}">
                  <a16:creationId xmlns:a16="http://schemas.microsoft.com/office/drawing/2014/main" id="{0E327EB9-2C07-42E9-8D59-7F1F6191914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Tree>
    <p:extLst>
      <p:ext uri="{BB962C8B-B14F-4D97-AF65-F5344CB8AC3E}">
        <p14:creationId xmlns:p14="http://schemas.microsoft.com/office/powerpoint/2010/main" val="1859783023"/>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Shop 채널 등록폼">
    <p:spTree>
      <p:nvGrpSpPr>
        <p:cNvPr id="1" name=""/>
        <p:cNvGrpSpPr/>
        <p:nvPr/>
      </p:nvGrpSpPr>
      <p:grpSpPr>
        <a:xfrm>
          <a:off x="0" y="0"/>
          <a:ext cx="0" cy="0"/>
          <a:chOff x="0" y="0"/>
          <a:chExt cx="0" cy="0"/>
        </a:xfrm>
      </p:grpSpPr>
      <p:sp>
        <p:nvSpPr>
          <p:cNvPr id="23" name="직사각형 22">
            <a:extLst>
              <a:ext uri="{FF2B5EF4-FFF2-40B4-BE49-F238E27FC236}">
                <a16:creationId xmlns:a16="http://schemas.microsoft.com/office/drawing/2014/main" id="{ABECF5B2-BB1D-4F9C-BD28-75B0133AB92B}"/>
              </a:ext>
            </a:extLst>
          </p:cNvPr>
          <p:cNvSpPr/>
          <p:nvPr userDrawn="1"/>
        </p:nvSpPr>
        <p:spPr>
          <a:xfrm>
            <a:off x="33614" y="40343"/>
            <a:ext cx="10078574" cy="8292624"/>
          </a:xfrm>
          <a:prstGeom prst="rect">
            <a:avLst/>
          </a:prstGeom>
          <a:solidFill>
            <a:schemeClr val="bg1"/>
          </a:solid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3" name="표 2">
            <a:extLst>
              <a:ext uri="{FF2B5EF4-FFF2-40B4-BE49-F238E27FC236}">
                <a16:creationId xmlns:a16="http://schemas.microsoft.com/office/drawing/2014/main" id="{4EAA880D-E7EA-4BE5-BE24-0484D9A0EF59}"/>
              </a:ext>
            </a:extLst>
          </p:cNvPr>
          <p:cNvGraphicFramePr>
            <a:graphicFrameLocks noGrp="1"/>
          </p:cNvGraphicFramePr>
          <p:nvPr userDrawn="1">
            <p:extLst>
              <p:ext uri="{D42A27DB-BD31-4B8C-83A1-F6EECF244321}">
                <p14:modId xmlns:p14="http://schemas.microsoft.com/office/powerpoint/2010/main" val="1918830893"/>
              </p:ext>
            </p:extLst>
          </p:nvPr>
        </p:nvGraphicFramePr>
        <p:xfrm>
          <a:off x="125632" y="2926039"/>
          <a:ext cx="9943899" cy="21336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로고 사용여부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이미지 사용</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5296034"/>
                  </a:ext>
                </a:extLst>
              </a:tr>
            </a:tbl>
          </a:graphicData>
        </a:graphic>
      </p:graphicFrame>
      <p:graphicFrame>
        <p:nvGraphicFramePr>
          <p:cNvPr id="4" name="표 3">
            <a:extLst>
              <a:ext uri="{FF2B5EF4-FFF2-40B4-BE49-F238E27FC236}">
                <a16:creationId xmlns:a16="http://schemas.microsoft.com/office/drawing/2014/main" id="{A938F99F-46EC-472E-A4E3-4323FCF1B041}"/>
              </a:ext>
            </a:extLst>
          </p:cNvPr>
          <p:cNvGraphicFramePr>
            <a:graphicFrameLocks noGrp="1"/>
          </p:cNvGraphicFramePr>
          <p:nvPr userDrawn="1">
            <p:extLst>
              <p:ext uri="{D42A27DB-BD31-4B8C-83A1-F6EECF244321}">
                <p14:modId xmlns:p14="http://schemas.microsoft.com/office/powerpoint/2010/main" val="3925503424"/>
              </p:ext>
            </p:extLst>
          </p:nvPr>
        </p:nvGraphicFramePr>
        <p:xfrm>
          <a:off x="125632" y="728842"/>
          <a:ext cx="9943899" cy="106680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3780430">
                  <a:extLst>
                    <a:ext uri="{9D8B030D-6E8A-4147-A177-3AD203B41FA5}">
                      <a16:colId xmlns:a16="http://schemas.microsoft.com/office/drawing/2014/main" val="20001"/>
                    </a:ext>
                  </a:extLst>
                </a:gridCol>
                <a:gridCol w="1295703">
                  <a:extLst>
                    <a:ext uri="{9D8B030D-6E8A-4147-A177-3AD203B41FA5}">
                      <a16:colId xmlns:a16="http://schemas.microsoft.com/office/drawing/2014/main" val="4010982125"/>
                    </a:ext>
                  </a:extLst>
                </a:gridCol>
                <a:gridCol w="3662741">
                  <a:extLst>
                    <a:ext uri="{9D8B030D-6E8A-4147-A177-3AD203B41FA5}">
                      <a16:colId xmlns:a16="http://schemas.microsoft.com/office/drawing/2014/main" val="2646234070"/>
                    </a:ext>
                  </a:extLst>
                </a:gridCol>
              </a:tblGrid>
              <a:tr h="0">
                <a:tc>
                  <a:txBody>
                    <a:bodyPr/>
                    <a:lstStyle/>
                    <a:p>
                      <a:pPr latinLnBrk="1"/>
                      <a:r>
                        <a:rPr lang="en-US" altLang="ko-KR" sz="800" b="0" dirty="0">
                          <a:solidFill>
                            <a:schemeClr val="tx1"/>
                          </a:solidFill>
                        </a:rPr>
                        <a:t>Shop </a:t>
                      </a:r>
                      <a:r>
                        <a:rPr lang="ko-KR" altLang="en-US" sz="800" b="0" dirty="0">
                          <a:solidFill>
                            <a:schemeClr val="tx1"/>
                          </a:solidFill>
                        </a:rPr>
                        <a:t>채널코드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Me9-2024-099833</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채널상태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t>
                      </a:r>
                      <a:r>
                        <a:rPr lang="ko-KR" altLang="en-US" sz="800" b="0" i="0" u="none" strike="noStrike" dirty="0">
                          <a:solidFill>
                            <a:srgbClr val="000000"/>
                          </a:solidFill>
                          <a:effectLst/>
                          <a:latin typeface="+mn-lt"/>
                        </a:rPr>
                        <a:t> 운영   ● 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공개여부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공개   </a:t>
                      </a:r>
                      <a:r>
                        <a:rPr lang="en-US" altLang="ko-KR" sz="800" b="0" dirty="0">
                          <a:solidFill>
                            <a:schemeClr val="tx1"/>
                          </a:solidFill>
                        </a:rPr>
                        <a:t>○</a:t>
                      </a:r>
                      <a:r>
                        <a:rPr lang="ko-KR" altLang="en-US" sz="800" b="0" i="0" u="none" strike="noStrike" dirty="0">
                          <a:solidFill>
                            <a:srgbClr val="000000"/>
                          </a:solidFill>
                          <a:effectLst/>
                          <a:latin typeface="+mn-lt"/>
                        </a:rPr>
                        <a:t> 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구매권한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회원전용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974838556"/>
                  </a:ext>
                </a:extLst>
              </a:tr>
              <a:tr h="0">
                <a:tc>
                  <a:txBody>
                    <a:bodyPr/>
                    <a:lstStyle/>
                    <a:p>
                      <a:pPr latinLnBrk="1"/>
                      <a:r>
                        <a:rPr lang="en-US" altLang="ko-KR" sz="800" b="0" dirty="0">
                          <a:solidFill>
                            <a:schemeClr val="tx1"/>
                          </a:solidFill>
                        </a:rPr>
                        <a:t>* </a:t>
                      </a:r>
                      <a:r>
                        <a:rPr lang="ko-KR" altLang="en-US" sz="800" b="0" dirty="0" err="1">
                          <a:solidFill>
                            <a:schemeClr val="tx1"/>
                          </a:solidFill>
                        </a:rPr>
                        <a:t>채널명</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latinLnBrk="1"/>
                      <a:r>
                        <a:rPr lang="ko-KR" altLang="en-US" sz="800" b="0" dirty="0">
                          <a:solidFill>
                            <a:schemeClr val="tx1"/>
                          </a:solidFill>
                        </a:rPr>
                        <a:t>카피라이트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886891895"/>
                  </a:ext>
                </a:extLst>
              </a:tr>
              <a:tr h="0">
                <a:tc>
                  <a:txBody>
                    <a:bodyPr/>
                    <a:lstStyle/>
                    <a:p>
                      <a:pPr latinLnBrk="1"/>
                      <a:r>
                        <a:rPr lang="en-US" altLang="ko-KR" sz="800" b="0" dirty="0">
                          <a:solidFill>
                            <a:schemeClr val="tx1"/>
                          </a:solidFill>
                        </a:rPr>
                        <a:t>* </a:t>
                      </a:r>
                      <a:r>
                        <a:rPr lang="ko-KR" altLang="en-US" sz="800" b="0" dirty="0">
                          <a:solidFill>
                            <a:schemeClr val="tx1"/>
                          </a:solidFill>
                        </a:rPr>
                        <a:t>그룹 </a:t>
                      </a:r>
                      <a:r>
                        <a:rPr lang="en-US" altLang="ko-KR" sz="800" b="0" dirty="0">
                          <a:solidFill>
                            <a:schemeClr val="tx1"/>
                          </a:solidFill>
                        </a:rPr>
                        <a:t>keyword</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5" name="TextBox 4">
            <a:extLst>
              <a:ext uri="{FF2B5EF4-FFF2-40B4-BE49-F238E27FC236}">
                <a16:creationId xmlns:a16="http://schemas.microsoft.com/office/drawing/2014/main" id="{720F851D-7105-45E7-8039-59EEDA4D7544}"/>
              </a:ext>
            </a:extLst>
          </p:cNvPr>
          <p:cNvSpPr txBox="1"/>
          <p:nvPr userDrawn="1"/>
        </p:nvSpPr>
        <p:spPr>
          <a:xfrm>
            <a:off x="67275" y="498010"/>
            <a:ext cx="1380506"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Shop </a:t>
            </a:r>
            <a:r>
              <a:rPr lang="ko-KR" altLang="en-US" sz="900" dirty="0">
                <a:latin typeface="맑은 고딕" panose="020B0503020000020004" pitchFamily="50" charset="-127"/>
                <a:ea typeface="맑은 고딕" panose="020B0503020000020004" pitchFamily="50" charset="-127"/>
              </a:rPr>
              <a:t>채널 기본정보</a:t>
            </a:r>
            <a:endParaRPr lang="ko-KR" altLang="en-US" sz="900" dirty="0"/>
          </a:p>
        </p:txBody>
      </p:sp>
      <p:sp>
        <p:nvSpPr>
          <p:cNvPr id="6" name="직사각형 5">
            <a:extLst>
              <a:ext uri="{FF2B5EF4-FFF2-40B4-BE49-F238E27FC236}">
                <a16:creationId xmlns:a16="http://schemas.microsoft.com/office/drawing/2014/main" id="{FB19C923-6784-41BF-862A-EF4C5289C91A}"/>
              </a:ext>
            </a:extLst>
          </p:cNvPr>
          <p:cNvSpPr/>
          <p:nvPr userDrawn="1"/>
        </p:nvSpPr>
        <p:spPr>
          <a:xfrm>
            <a:off x="1414155" y="1177620"/>
            <a:ext cx="8535063"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7" name="직사각형 6">
            <a:extLst>
              <a:ext uri="{FF2B5EF4-FFF2-40B4-BE49-F238E27FC236}">
                <a16:creationId xmlns:a16="http://schemas.microsoft.com/office/drawing/2014/main" id="{81489308-96D9-40D2-9276-3798981C4614}"/>
              </a:ext>
            </a:extLst>
          </p:cNvPr>
          <p:cNvSpPr/>
          <p:nvPr userDrawn="1"/>
        </p:nvSpPr>
        <p:spPr>
          <a:xfrm>
            <a:off x="1414154" y="1595834"/>
            <a:ext cx="2722514" cy="17691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Keyword </a:t>
            </a:r>
            <a:r>
              <a:rPr lang="ko-KR" altLang="en-US" sz="800" dirty="0">
                <a:solidFill>
                  <a:schemeClr val="tx1">
                    <a:lumMod val="50000"/>
                    <a:lumOff val="50000"/>
                  </a:schemeClr>
                </a:solidFill>
              </a:rPr>
              <a:t>입력</a:t>
            </a:r>
            <a:endParaRPr lang="en-US" altLang="ko-KR" sz="800" dirty="0">
              <a:solidFill>
                <a:schemeClr val="tx1">
                  <a:lumMod val="50000"/>
                  <a:lumOff val="50000"/>
                </a:schemeClr>
              </a:solidFill>
            </a:endParaRPr>
          </a:p>
        </p:txBody>
      </p:sp>
      <p:sp>
        <p:nvSpPr>
          <p:cNvPr id="8" name="TextBox 7">
            <a:extLst>
              <a:ext uri="{FF2B5EF4-FFF2-40B4-BE49-F238E27FC236}">
                <a16:creationId xmlns:a16="http://schemas.microsoft.com/office/drawing/2014/main" id="{F7CECE92-81F8-408F-9BEF-E18FABDBD7FE}"/>
              </a:ext>
            </a:extLst>
          </p:cNvPr>
          <p:cNvSpPr txBox="1"/>
          <p:nvPr userDrawn="1"/>
        </p:nvSpPr>
        <p:spPr>
          <a:xfrm>
            <a:off x="67275" y="2665873"/>
            <a:ext cx="3474028"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Shop </a:t>
            </a:r>
            <a:r>
              <a:rPr lang="ko-KR" altLang="en-US" sz="900" dirty="0">
                <a:latin typeface="맑은 고딕" panose="020B0503020000020004" pitchFamily="50" charset="-127"/>
                <a:ea typeface="맑은 고딕" panose="020B0503020000020004" pitchFamily="50" charset="-127"/>
              </a:rPr>
              <a:t>채널 로고 이미지 </a:t>
            </a:r>
            <a:r>
              <a:rPr lang="en-US" altLang="ko-KR" sz="700" dirty="0">
                <a:solidFill>
                  <a:srgbClr val="FF0000"/>
                </a:solidFill>
                <a:latin typeface="+mn-ea"/>
              </a:rPr>
              <a:t>(</a:t>
            </a:r>
            <a:r>
              <a:rPr lang="en-US" altLang="ko-KR" sz="700" b="0" i="0" u="none" strike="noStrike" dirty="0">
                <a:solidFill>
                  <a:srgbClr val="FF0000"/>
                </a:solidFill>
                <a:effectLst/>
                <a:latin typeface="+mn-ea"/>
              </a:rPr>
              <a:t> Shop </a:t>
            </a:r>
            <a:r>
              <a:rPr lang="ko-KR" altLang="en-US" sz="700" b="0" i="0" u="none" strike="noStrike" dirty="0">
                <a:solidFill>
                  <a:srgbClr val="FF0000"/>
                </a:solidFill>
                <a:effectLst/>
                <a:latin typeface="+mn-ea"/>
              </a:rPr>
              <a:t>채널 로고를 생략 할 경우 </a:t>
            </a:r>
            <a:r>
              <a:rPr lang="ko-KR" altLang="en-US" sz="700" b="0" i="0" u="none" strike="noStrike" dirty="0" err="1">
                <a:solidFill>
                  <a:srgbClr val="FF0000"/>
                </a:solidFill>
                <a:effectLst/>
                <a:latin typeface="+mn-ea"/>
              </a:rPr>
              <a:t>채널명</a:t>
            </a:r>
            <a:r>
              <a:rPr lang="ko-KR" altLang="en-US" sz="700" b="0" i="0" u="none" strike="noStrike" dirty="0">
                <a:solidFill>
                  <a:srgbClr val="FF0000"/>
                </a:solidFill>
                <a:effectLst/>
                <a:latin typeface="+mn-ea"/>
              </a:rPr>
              <a:t> 노출</a:t>
            </a:r>
            <a:r>
              <a:rPr lang="en-US" altLang="ko-KR" sz="700" dirty="0">
                <a:solidFill>
                  <a:srgbClr val="FF0000"/>
                </a:solidFill>
                <a:latin typeface="+mn-ea"/>
              </a:rPr>
              <a:t> )</a:t>
            </a:r>
            <a:endParaRPr lang="en-US" altLang="ko-KR" sz="700" b="0" i="0" u="none" strike="noStrike" dirty="0">
              <a:solidFill>
                <a:srgbClr val="FF0000"/>
              </a:solidFill>
              <a:effectLst/>
              <a:latin typeface="+mn-ea"/>
            </a:endParaRPr>
          </a:p>
        </p:txBody>
      </p:sp>
      <p:graphicFrame>
        <p:nvGraphicFramePr>
          <p:cNvPr id="9" name="표 8">
            <a:extLst>
              <a:ext uri="{FF2B5EF4-FFF2-40B4-BE49-F238E27FC236}">
                <a16:creationId xmlns:a16="http://schemas.microsoft.com/office/drawing/2014/main" id="{0EF4D852-C0AB-49BD-BB14-CA5BCC5DB10B}"/>
              </a:ext>
            </a:extLst>
          </p:cNvPr>
          <p:cNvGraphicFramePr>
            <a:graphicFrameLocks noGrp="1"/>
          </p:cNvGraphicFramePr>
          <p:nvPr userDrawn="1">
            <p:extLst>
              <p:ext uri="{D42A27DB-BD31-4B8C-83A1-F6EECF244321}">
                <p14:modId xmlns:p14="http://schemas.microsoft.com/office/powerpoint/2010/main" val="2260417244"/>
              </p:ext>
            </p:extLst>
          </p:nvPr>
        </p:nvGraphicFramePr>
        <p:xfrm>
          <a:off x="143579" y="6587304"/>
          <a:ext cx="9913122" cy="213360"/>
        </p:xfrm>
        <a:graphic>
          <a:graphicData uri="http://schemas.openxmlformats.org/drawingml/2006/table">
            <a:tbl>
              <a:tblPr firstRow="1" bandRow="1">
                <a:tableStyleId>{5C22544A-7EE6-4342-B048-85BDC9FD1C3A}</a:tableStyleId>
              </a:tblPr>
              <a:tblGrid>
                <a:gridCol w="1247899">
                  <a:extLst>
                    <a:ext uri="{9D8B030D-6E8A-4147-A177-3AD203B41FA5}">
                      <a16:colId xmlns:a16="http://schemas.microsoft.com/office/drawing/2014/main" val="20000"/>
                    </a:ext>
                  </a:extLst>
                </a:gridCol>
                <a:gridCol w="8665223">
                  <a:extLst>
                    <a:ext uri="{9D8B030D-6E8A-4147-A177-3AD203B41FA5}">
                      <a16:colId xmlns:a16="http://schemas.microsoft.com/office/drawing/2014/main" val="20001"/>
                    </a:ext>
                  </a:extLst>
                </a:gridCol>
              </a:tblGrid>
              <a:tr h="0">
                <a:tc>
                  <a:txBody>
                    <a:bodyPr/>
                    <a:lstStyle/>
                    <a:p>
                      <a:pPr latinLnBrk="1"/>
                      <a:r>
                        <a:rPr lang="en-US" altLang="ko-KR" sz="800" b="0" dirty="0">
                          <a:solidFill>
                            <a:schemeClr val="tx1"/>
                          </a:solidFill>
                        </a:rPr>
                        <a:t>Shop </a:t>
                      </a:r>
                      <a:r>
                        <a:rPr lang="ko-KR" altLang="en-US" sz="800" b="0" dirty="0">
                          <a:solidFill>
                            <a:schemeClr val="tx1"/>
                          </a:solidFill>
                        </a:rPr>
                        <a:t>채널 관리자 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미사용   ○ 사용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sp>
        <p:nvSpPr>
          <p:cNvPr id="10" name="TextBox 9">
            <a:extLst>
              <a:ext uri="{FF2B5EF4-FFF2-40B4-BE49-F238E27FC236}">
                <a16:creationId xmlns:a16="http://schemas.microsoft.com/office/drawing/2014/main" id="{FA36D1B2-75C6-4304-8735-2CD51B45B4D9}"/>
              </a:ext>
            </a:extLst>
          </p:cNvPr>
          <p:cNvSpPr txBox="1"/>
          <p:nvPr userDrawn="1"/>
        </p:nvSpPr>
        <p:spPr>
          <a:xfrm>
            <a:off x="67275" y="6359789"/>
            <a:ext cx="2108269"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Shop </a:t>
            </a:r>
            <a:r>
              <a:rPr lang="ko-KR" altLang="en-US" sz="900" dirty="0">
                <a:latin typeface="맑은 고딕" panose="020B0503020000020004" pitchFamily="50" charset="-127"/>
                <a:ea typeface="맑은 고딕" panose="020B0503020000020004" pitchFamily="50" charset="-127"/>
              </a:rPr>
              <a:t>채널 </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모니터링</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 관리자 정보</a:t>
            </a:r>
            <a:endParaRPr lang="ko-KR" altLang="en-US" sz="900" dirty="0"/>
          </a:p>
        </p:txBody>
      </p:sp>
      <p:sp>
        <p:nvSpPr>
          <p:cNvPr id="11" name="직사각형 10">
            <a:extLst>
              <a:ext uri="{FF2B5EF4-FFF2-40B4-BE49-F238E27FC236}">
                <a16:creationId xmlns:a16="http://schemas.microsoft.com/office/drawing/2014/main" id="{E4870E17-0A32-422E-BA59-D5231CD5EC92}"/>
              </a:ext>
            </a:extLst>
          </p:cNvPr>
          <p:cNvSpPr/>
          <p:nvPr userDrawn="1"/>
        </p:nvSpPr>
        <p:spPr>
          <a:xfrm>
            <a:off x="4136668" y="7283923"/>
            <a:ext cx="721249" cy="192328"/>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등록</a:t>
            </a:r>
            <a:endParaRPr lang="en-US" altLang="ko-KR" sz="800" dirty="0">
              <a:solidFill>
                <a:schemeClr val="bg1"/>
              </a:solidFill>
            </a:endParaRPr>
          </a:p>
        </p:txBody>
      </p:sp>
      <p:sp>
        <p:nvSpPr>
          <p:cNvPr id="12" name="직사각형 11">
            <a:extLst>
              <a:ext uri="{FF2B5EF4-FFF2-40B4-BE49-F238E27FC236}">
                <a16:creationId xmlns:a16="http://schemas.microsoft.com/office/drawing/2014/main" id="{2E1902C4-B60C-4D0E-A586-1CD742CA2A3C}"/>
              </a:ext>
            </a:extLst>
          </p:cNvPr>
          <p:cNvSpPr/>
          <p:nvPr userDrawn="1"/>
        </p:nvSpPr>
        <p:spPr>
          <a:xfrm>
            <a:off x="5007091" y="7277996"/>
            <a:ext cx="721249" cy="192328"/>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목록</a:t>
            </a:r>
            <a:endParaRPr lang="en-US" altLang="ko-KR" sz="800" dirty="0">
              <a:solidFill>
                <a:schemeClr val="bg1"/>
              </a:solidFill>
            </a:endParaRPr>
          </a:p>
        </p:txBody>
      </p:sp>
      <p:graphicFrame>
        <p:nvGraphicFramePr>
          <p:cNvPr id="13" name="표 12">
            <a:extLst>
              <a:ext uri="{FF2B5EF4-FFF2-40B4-BE49-F238E27FC236}">
                <a16:creationId xmlns:a16="http://schemas.microsoft.com/office/drawing/2014/main" id="{9D85E13D-4C21-4B51-947E-77DAF355B954}"/>
              </a:ext>
            </a:extLst>
          </p:cNvPr>
          <p:cNvGraphicFramePr>
            <a:graphicFrameLocks noGrp="1"/>
          </p:cNvGraphicFramePr>
          <p:nvPr userDrawn="1">
            <p:extLst>
              <p:ext uri="{D42A27DB-BD31-4B8C-83A1-F6EECF244321}">
                <p14:modId xmlns:p14="http://schemas.microsoft.com/office/powerpoint/2010/main" val="2334884416"/>
              </p:ext>
            </p:extLst>
          </p:nvPr>
        </p:nvGraphicFramePr>
        <p:xfrm>
          <a:off x="125632" y="3611452"/>
          <a:ext cx="9943899" cy="21336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메인 배너 사용여부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이미지로 등록</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5296034"/>
                  </a:ext>
                </a:extLst>
              </a:tr>
            </a:tbl>
          </a:graphicData>
        </a:graphic>
      </p:graphicFrame>
      <p:sp>
        <p:nvSpPr>
          <p:cNvPr id="14" name="TextBox 13">
            <a:extLst>
              <a:ext uri="{FF2B5EF4-FFF2-40B4-BE49-F238E27FC236}">
                <a16:creationId xmlns:a16="http://schemas.microsoft.com/office/drawing/2014/main" id="{4FB9F883-A727-43BC-A2BC-B68E9F89E8B5}"/>
              </a:ext>
            </a:extLst>
          </p:cNvPr>
          <p:cNvSpPr txBox="1"/>
          <p:nvPr userDrawn="1"/>
        </p:nvSpPr>
        <p:spPr>
          <a:xfrm>
            <a:off x="67275" y="3351286"/>
            <a:ext cx="1228221"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메인 배너 이미지</a:t>
            </a:r>
            <a:endParaRPr lang="ko-KR" altLang="en-US" sz="900" dirty="0"/>
          </a:p>
        </p:txBody>
      </p:sp>
      <p:graphicFrame>
        <p:nvGraphicFramePr>
          <p:cNvPr id="15" name="표 14">
            <a:extLst>
              <a:ext uri="{FF2B5EF4-FFF2-40B4-BE49-F238E27FC236}">
                <a16:creationId xmlns:a16="http://schemas.microsoft.com/office/drawing/2014/main" id="{0F683A54-76D1-4EAC-B4E2-16F207F17081}"/>
              </a:ext>
            </a:extLst>
          </p:cNvPr>
          <p:cNvGraphicFramePr>
            <a:graphicFrameLocks noGrp="1"/>
          </p:cNvGraphicFramePr>
          <p:nvPr userDrawn="1">
            <p:extLst>
              <p:ext uri="{D42A27DB-BD31-4B8C-83A1-F6EECF244321}">
                <p14:modId xmlns:p14="http://schemas.microsoft.com/office/powerpoint/2010/main" val="699276778"/>
              </p:ext>
            </p:extLst>
          </p:nvPr>
        </p:nvGraphicFramePr>
        <p:xfrm>
          <a:off x="125632" y="2256728"/>
          <a:ext cx="9943899" cy="21336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사용기간 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무기한     </a:t>
                      </a:r>
                      <a:r>
                        <a:rPr lang="en-US" altLang="ko-KR" sz="800" b="0" dirty="0">
                          <a:solidFill>
                            <a:schemeClr val="tx1"/>
                          </a:solidFill>
                        </a:rPr>
                        <a:t>○ </a:t>
                      </a:r>
                      <a:r>
                        <a:rPr lang="ko-KR" altLang="en-US" sz="800" b="0" dirty="0">
                          <a:solidFill>
                            <a:schemeClr val="tx1"/>
                          </a:solidFill>
                        </a:rPr>
                        <a:t>기간제</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5296034"/>
                  </a:ext>
                </a:extLst>
              </a:tr>
            </a:tbl>
          </a:graphicData>
        </a:graphic>
      </p:graphicFrame>
      <p:sp>
        <p:nvSpPr>
          <p:cNvPr id="16" name="TextBox 15">
            <a:extLst>
              <a:ext uri="{FF2B5EF4-FFF2-40B4-BE49-F238E27FC236}">
                <a16:creationId xmlns:a16="http://schemas.microsoft.com/office/drawing/2014/main" id="{60C87671-5AFC-4887-ADED-AC79D59E8546}"/>
              </a:ext>
            </a:extLst>
          </p:cNvPr>
          <p:cNvSpPr txBox="1"/>
          <p:nvPr userDrawn="1"/>
        </p:nvSpPr>
        <p:spPr>
          <a:xfrm>
            <a:off x="67275" y="1996562"/>
            <a:ext cx="1380506"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Shop </a:t>
            </a:r>
            <a:r>
              <a:rPr lang="ko-KR" altLang="en-US" sz="900" dirty="0">
                <a:latin typeface="맑은 고딕" panose="020B0503020000020004" pitchFamily="50" charset="-127"/>
                <a:ea typeface="맑은 고딕" panose="020B0503020000020004" pitchFamily="50" charset="-127"/>
              </a:rPr>
              <a:t>채널 사용주기</a:t>
            </a:r>
            <a:endParaRPr lang="ko-KR" altLang="en-US" sz="900" dirty="0"/>
          </a:p>
        </p:txBody>
      </p:sp>
      <p:sp>
        <p:nvSpPr>
          <p:cNvPr id="17" name="직사각형 16">
            <a:extLst>
              <a:ext uri="{FF2B5EF4-FFF2-40B4-BE49-F238E27FC236}">
                <a16:creationId xmlns:a16="http://schemas.microsoft.com/office/drawing/2014/main" id="{8D8F77A7-7D5A-4B90-8C8D-0856A0E8EA36}"/>
              </a:ext>
            </a:extLst>
          </p:cNvPr>
          <p:cNvSpPr/>
          <p:nvPr userDrawn="1"/>
        </p:nvSpPr>
        <p:spPr>
          <a:xfrm>
            <a:off x="1414154" y="1389958"/>
            <a:ext cx="8535063"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graphicFrame>
        <p:nvGraphicFramePr>
          <p:cNvPr id="18" name="표 17">
            <a:extLst>
              <a:ext uri="{FF2B5EF4-FFF2-40B4-BE49-F238E27FC236}">
                <a16:creationId xmlns:a16="http://schemas.microsoft.com/office/drawing/2014/main" id="{B22A31EE-9A53-449C-A41D-86115CAF6D11}"/>
              </a:ext>
            </a:extLst>
          </p:cNvPr>
          <p:cNvGraphicFramePr>
            <a:graphicFrameLocks noGrp="1"/>
          </p:cNvGraphicFramePr>
          <p:nvPr userDrawn="1">
            <p:extLst>
              <p:ext uri="{D42A27DB-BD31-4B8C-83A1-F6EECF244321}">
                <p14:modId xmlns:p14="http://schemas.microsoft.com/office/powerpoint/2010/main" val="180665420"/>
              </p:ext>
            </p:extLst>
          </p:nvPr>
        </p:nvGraphicFramePr>
        <p:xfrm>
          <a:off x="125632" y="5064397"/>
          <a:ext cx="9943899" cy="21336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197387">
                <a:tc>
                  <a:txBody>
                    <a:bodyPr/>
                    <a:lstStyle/>
                    <a:p>
                      <a:pPr latinLnBrk="1"/>
                      <a:r>
                        <a:rPr lang="en-US" altLang="ko-KR" sz="800" b="0" dirty="0">
                          <a:solidFill>
                            <a:schemeClr val="tx1"/>
                          </a:solidFill>
                        </a:rPr>
                        <a:t>OG</a:t>
                      </a:r>
                      <a:r>
                        <a:rPr lang="ko-KR" altLang="en-US" sz="800" b="0" dirty="0">
                          <a:solidFill>
                            <a:schemeClr val="tx1"/>
                          </a:solidFill>
                        </a:rPr>
                        <a:t> 사용여부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사용</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5296034"/>
                  </a:ext>
                </a:extLst>
              </a:tr>
            </a:tbl>
          </a:graphicData>
        </a:graphic>
      </p:graphicFrame>
      <p:sp>
        <p:nvSpPr>
          <p:cNvPr id="19" name="TextBox 18">
            <a:extLst>
              <a:ext uri="{FF2B5EF4-FFF2-40B4-BE49-F238E27FC236}">
                <a16:creationId xmlns:a16="http://schemas.microsoft.com/office/drawing/2014/main" id="{DD1FDAD3-0FE3-4402-8BE6-025B3F6B5B91}"/>
              </a:ext>
            </a:extLst>
          </p:cNvPr>
          <p:cNvSpPr txBox="1"/>
          <p:nvPr userDrawn="1"/>
        </p:nvSpPr>
        <p:spPr>
          <a:xfrm>
            <a:off x="67275" y="4804231"/>
            <a:ext cx="3116559"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OG (</a:t>
            </a:r>
            <a:r>
              <a:rPr lang="ko-KR" altLang="en-US" sz="900" dirty="0">
                <a:latin typeface="맑은 고딕" panose="020B0503020000020004" pitchFamily="50" charset="-127"/>
                <a:ea typeface="맑은 고딕" panose="020B0503020000020004" pitchFamily="50" charset="-127"/>
              </a:rPr>
              <a:t>오픈 그래프</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TAG </a:t>
            </a:r>
            <a:r>
              <a:rPr lang="en-US" altLang="ko-KR" sz="700" dirty="0">
                <a:solidFill>
                  <a:srgbClr val="FF0000"/>
                </a:solidFill>
                <a:latin typeface="+mj-ea"/>
                <a:ea typeface="+mj-ea"/>
              </a:rPr>
              <a:t>( </a:t>
            </a:r>
            <a:r>
              <a:rPr lang="en-US" altLang="ko-KR" sz="700" i="0" dirty="0">
                <a:solidFill>
                  <a:srgbClr val="FF0000"/>
                </a:solidFill>
                <a:effectLst/>
                <a:latin typeface="+mj-ea"/>
                <a:ea typeface="+mj-ea"/>
              </a:rPr>
              <a:t>SNS</a:t>
            </a:r>
            <a:r>
              <a:rPr lang="ko-KR" altLang="en-US" sz="700" i="0" dirty="0">
                <a:solidFill>
                  <a:srgbClr val="FF0000"/>
                </a:solidFill>
                <a:effectLst/>
                <a:latin typeface="+mj-ea"/>
                <a:ea typeface="+mj-ea"/>
              </a:rPr>
              <a:t>에 게시되는데 최적화된 데이터 </a:t>
            </a:r>
            <a:r>
              <a:rPr lang="en-US" altLang="ko-KR" sz="700" i="0" dirty="0">
                <a:solidFill>
                  <a:srgbClr val="FF0000"/>
                </a:solidFill>
                <a:effectLst/>
                <a:latin typeface="+mj-ea"/>
                <a:ea typeface="+mj-ea"/>
              </a:rPr>
              <a:t>)</a:t>
            </a:r>
            <a:r>
              <a:rPr lang="ko-KR" altLang="en-US" sz="700" dirty="0">
                <a:solidFill>
                  <a:srgbClr val="FF0000"/>
                </a:solidFill>
                <a:latin typeface="+mj-ea"/>
                <a:ea typeface="+mj-ea"/>
              </a:rPr>
              <a:t> </a:t>
            </a:r>
          </a:p>
        </p:txBody>
      </p:sp>
      <p:sp>
        <p:nvSpPr>
          <p:cNvPr id="20" name="직사각형 19">
            <a:extLst>
              <a:ext uri="{FF2B5EF4-FFF2-40B4-BE49-F238E27FC236}">
                <a16:creationId xmlns:a16="http://schemas.microsoft.com/office/drawing/2014/main" id="{24B31EC4-B77E-4BDD-BCB1-EE54DDB97E66}"/>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 name="직사각형 20">
            <a:extLst>
              <a:ext uri="{FF2B5EF4-FFF2-40B4-BE49-F238E27FC236}">
                <a16:creationId xmlns:a16="http://schemas.microsoft.com/office/drawing/2014/main" id="{2E720B41-4B53-4A2A-B4B6-88B14D1AD957}"/>
              </a:ext>
            </a:extLst>
          </p:cNvPr>
          <p:cNvSpPr/>
          <p:nvPr userDrawn="1"/>
        </p:nvSpPr>
        <p:spPr>
          <a:xfrm>
            <a:off x="108568" y="10805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22" name="직사각형 21">
            <a:extLst>
              <a:ext uri="{FF2B5EF4-FFF2-40B4-BE49-F238E27FC236}">
                <a16:creationId xmlns:a16="http://schemas.microsoft.com/office/drawing/2014/main" id="{6C12EB54-390D-4D48-AC84-E09B504EEA7B}"/>
              </a:ext>
            </a:extLst>
          </p:cNvPr>
          <p:cNvSpPr/>
          <p:nvPr userDrawn="1"/>
        </p:nvSpPr>
        <p:spPr>
          <a:xfrm>
            <a:off x="8029664" y="107186"/>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graphicFrame>
        <p:nvGraphicFramePr>
          <p:cNvPr id="24" name="표 23">
            <a:extLst>
              <a:ext uri="{FF2B5EF4-FFF2-40B4-BE49-F238E27FC236}">
                <a16:creationId xmlns:a16="http://schemas.microsoft.com/office/drawing/2014/main" id="{95E9853B-7DEC-4675-9734-1A6EBF3054FA}"/>
              </a:ext>
            </a:extLst>
          </p:cNvPr>
          <p:cNvGraphicFramePr>
            <a:graphicFrameLocks noGrp="1"/>
          </p:cNvGraphicFramePr>
          <p:nvPr userDrawn="1">
            <p:extLst>
              <p:ext uri="{D42A27DB-BD31-4B8C-83A1-F6EECF244321}">
                <p14:modId xmlns:p14="http://schemas.microsoft.com/office/powerpoint/2010/main" val="3966594953"/>
              </p:ext>
            </p:extLst>
          </p:nvPr>
        </p:nvGraphicFramePr>
        <p:xfrm>
          <a:off x="147785" y="5793124"/>
          <a:ext cx="9897204" cy="213360"/>
        </p:xfrm>
        <a:graphic>
          <a:graphicData uri="http://schemas.openxmlformats.org/drawingml/2006/table">
            <a:tbl>
              <a:tblPr firstRow="1" bandRow="1">
                <a:tableStyleId>{5C22544A-7EE6-4342-B048-85BDC9FD1C3A}</a:tableStyleId>
              </a:tblPr>
              <a:tblGrid>
                <a:gridCol w="1238014">
                  <a:extLst>
                    <a:ext uri="{9D8B030D-6E8A-4147-A177-3AD203B41FA5}">
                      <a16:colId xmlns:a16="http://schemas.microsoft.com/office/drawing/2014/main" val="20000"/>
                    </a:ext>
                  </a:extLst>
                </a:gridCol>
                <a:gridCol w="865919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자사 </a:t>
                      </a:r>
                      <a:r>
                        <a:rPr lang="en-US" altLang="ko-KR" sz="800" b="0" dirty="0">
                          <a:solidFill>
                            <a:schemeClr val="tx1"/>
                          </a:solidFill>
                        </a:rPr>
                        <a:t>PG </a:t>
                      </a:r>
                      <a:r>
                        <a:rPr lang="ko-KR" altLang="en-US" sz="800" b="0" dirty="0">
                          <a:solidFill>
                            <a:schemeClr val="tx1"/>
                          </a:solidFill>
                        </a:rPr>
                        <a:t>사용여부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미사용   ○ 사용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sp>
        <p:nvSpPr>
          <p:cNvPr id="25" name="TextBox 24">
            <a:extLst>
              <a:ext uri="{FF2B5EF4-FFF2-40B4-BE49-F238E27FC236}">
                <a16:creationId xmlns:a16="http://schemas.microsoft.com/office/drawing/2014/main" id="{F756ACEE-8B7E-4234-9632-0173263B30C5}"/>
              </a:ext>
            </a:extLst>
          </p:cNvPr>
          <p:cNvSpPr txBox="1"/>
          <p:nvPr userDrawn="1"/>
        </p:nvSpPr>
        <p:spPr>
          <a:xfrm>
            <a:off x="71481" y="5565609"/>
            <a:ext cx="5001690"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Shop </a:t>
            </a:r>
            <a:r>
              <a:rPr lang="ko-KR" altLang="en-US" sz="900" dirty="0">
                <a:latin typeface="맑은 고딕" panose="020B0503020000020004" pitchFamily="50" charset="-127"/>
                <a:ea typeface="맑은 고딕" panose="020B0503020000020004" pitchFamily="50" charset="-127"/>
              </a:rPr>
              <a:t>채널 </a:t>
            </a:r>
            <a:r>
              <a:rPr lang="en-US" altLang="ko-KR" sz="900" dirty="0">
                <a:latin typeface="맑은 고딕" panose="020B0503020000020004" pitchFamily="50" charset="-127"/>
                <a:ea typeface="맑은 고딕" panose="020B0503020000020004" pitchFamily="50" charset="-127"/>
              </a:rPr>
              <a:t>PG </a:t>
            </a:r>
            <a:r>
              <a:rPr lang="ko-KR" altLang="en-US" sz="900" dirty="0">
                <a:latin typeface="맑은 고딕" panose="020B0503020000020004" pitchFamily="50" charset="-127"/>
                <a:ea typeface="맑은 고딕" panose="020B0503020000020004" pitchFamily="50" charset="-127"/>
              </a:rPr>
              <a:t>정보 </a:t>
            </a:r>
            <a:r>
              <a:rPr lang="en-US" altLang="ko-KR" sz="700" dirty="0">
                <a:solidFill>
                  <a:srgbClr val="FF0000"/>
                </a:solidFill>
                <a:latin typeface="+mj-ea"/>
                <a:ea typeface="+mj-ea"/>
              </a:rPr>
              <a:t>( </a:t>
            </a:r>
            <a:r>
              <a:rPr lang="ko-KR" altLang="en-US" sz="700" i="0" dirty="0">
                <a:solidFill>
                  <a:srgbClr val="FF0000"/>
                </a:solidFill>
                <a:effectLst/>
                <a:latin typeface="+mj-ea"/>
                <a:ea typeface="+mj-ea"/>
              </a:rPr>
              <a:t>자사 </a:t>
            </a:r>
            <a:r>
              <a:rPr lang="en-US" altLang="ko-KR" sz="700" i="0" dirty="0">
                <a:solidFill>
                  <a:srgbClr val="FF0000"/>
                </a:solidFill>
                <a:effectLst/>
                <a:latin typeface="+mj-ea"/>
                <a:ea typeface="+mj-ea"/>
              </a:rPr>
              <a:t>PG</a:t>
            </a:r>
            <a:r>
              <a:rPr lang="ko-KR" altLang="en-US" sz="700" i="0" dirty="0">
                <a:solidFill>
                  <a:srgbClr val="FF0000"/>
                </a:solidFill>
                <a:effectLst/>
                <a:latin typeface="+mj-ea"/>
                <a:ea typeface="+mj-ea"/>
              </a:rPr>
              <a:t>를 사용하는 경우 자사물품 판매만 가능하며</a:t>
            </a:r>
            <a:r>
              <a:rPr lang="en-US" altLang="ko-KR" sz="700" i="0" dirty="0">
                <a:solidFill>
                  <a:srgbClr val="FF0000"/>
                </a:solidFill>
                <a:effectLst/>
                <a:latin typeface="+mj-ea"/>
                <a:ea typeface="+mj-ea"/>
              </a:rPr>
              <a:t>, </a:t>
            </a:r>
            <a:r>
              <a:rPr lang="ko-KR" altLang="en-US" sz="700" i="0" dirty="0">
                <a:solidFill>
                  <a:srgbClr val="FF0000"/>
                </a:solidFill>
                <a:effectLst/>
                <a:latin typeface="+mj-ea"/>
                <a:ea typeface="+mj-ea"/>
              </a:rPr>
              <a:t>적립 포인트 제공이 불가능합니다 </a:t>
            </a:r>
            <a:r>
              <a:rPr lang="en-US" altLang="ko-KR" sz="700" i="0" dirty="0">
                <a:solidFill>
                  <a:srgbClr val="FF0000"/>
                </a:solidFill>
                <a:effectLst/>
                <a:latin typeface="+mj-ea"/>
                <a:ea typeface="+mj-ea"/>
              </a:rPr>
              <a:t>)</a:t>
            </a:r>
            <a:r>
              <a:rPr lang="ko-KR" altLang="en-US" sz="700" dirty="0">
                <a:solidFill>
                  <a:srgbClr val="FF0000"/>
                </a:solidFill>
                <a:latin typeface="+mj-ea"/>
                <a:ea typeface="+mj-ea"/>
              </a:rPr>
              <a:t> </a:t>
            </a:r>
            <a:endParaRPr lang="ko-KR" altLang="en-US" sz="700" dirty="0"/>
          </a:p>
        </p:txBody>
      </p:sp>
      <p:graphicFrame>
        <p:nvGraphicFramePr>
          <p:cNvPr id="28" name="표 27">
            <a:extLst>
              <a:ext uri="{FF2B5EF4-FFF2-40B4-BE49-F238E27FC236}">
                <a16:creationId xmlns:a16="http://schemas.microsoft.com/office/drawing/2014/main" id="{A508B2F3-04FB-4BF7-BF8A-8B406A5A78EC}"/>
              </a:ext>
            </a:extLst>
          </p:cNvPr>
          <p:cNvGraphicFramePr>
            <a:graphicFrameLocks noGrp="1"/>
          </p:cNvGraphicFramePr>
          <p:nvPr userDrawn="1">
            <p:extLst>
              <p:ext uri="{D42A27DB-BD31-4B8C-83A1-F6EECF244321}">
                <p14:modId xmlns:p14="http://schemas.microsoft.com/office/powerpoint/2010/main" val="2403507789"/>
              </p:ext>
            </p:extLst>
          </p:nvPr>
        </p:nvGraphicFramePr>
        <p:xfrm>
          <a:off x="125632" y="4369404"/>
          <a:ext cx="9943899" cy="213360"/>
        </p:xfrm>
        <a:graphic>
          <a:graphicData uri="http://schemas.openxmlformats.org/drawingml/2006/table">
            <a:tbl>
              <a:tblPr firstRow="1" bandRow="1">
                <a:tableStyleId>{5C22544A-7EE6-4342-B048-85BDC9FD1C3A}</a:tableStyleId>
              </a:tblPr>
              <a:tblGrid>
                <a:gridCol w="1202236">
                  <a:extLst>
                    <a:ext uri="{9D8B030D-6E8A-4147-A177-3AD203B41FA5}">
                      <a16:colId xmlns:a16="http://schemas.microsoft.com/office/drawing/2014/main" val="20000"/>
                    </a:ext>
                  </a:extLst>
                </a:gridCol>
                <a:gridCol w="8741663">
                  <a:extLst>
                    <a:ext uri="{9D8B030D-6E8A-4147-A177-3AD203B41FA5}">
                      <a16:colId xmlns:a16="http://schemas.microsoft.com/office/drawing/2014/main" val="20001"/>
                    </a:ext>
                  </a:extLst>
                </a:gridCol>
              </a:tblGrid>
              <a:tr h="197387">
                <a:tc>
                  <a:txBody>
                    <a:bodyPr/>
                    <a:lstStyle/>
                    <a:p>
                      <a:pPr latinLnBrk="1"/>
                      <a:r>
                        <a:rPr lang="ko-KR" altLang="en-US" sz="800" b="0" dirty="0" err="1">
                          <a:solidFill>
                            <a:schemeClr val="tx1"/>
                          </a:solidFill>
                        </a:rPr>
                        <a:t>문자알림여부</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사용</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5296034"/>
                  </a:ext>
                </a:extLst>
              </a:tr>
            </a:tbl>
          </a:graphicData>
        </a:graphic>
      </p:graphicFrame>
      <p:sp>
        <p:nvSpPr>
          <p:cNvPr id="29" name="TextBox 28">
            <a:extLst>
              <a:ext uri="{FF2B5EF4-FFF2-40B4-BE49-F238E27FC236}">
                <a16:creationId xmlns:a16="http://schemas.microsoft.com/office/drawing/2014/main" id="{F78084C9-4404-4B13-88F3-DA7C12CBFF1B}"/>
              </a:ext>
            </a:extLst>
          </p:cNvPr>
          <p:cNvSpPr txBox="1"/>
          <p:nvPr userDrawn="1"/>
        </p:nvSpPr>
        <p:spPr>
          <a:xfrm>
            <a:off x="67275" y="4109238"/>
            <a:ext cx="3547766"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구매현황 </a:t>
            </a:r>
            <a:r>
              <a:rPr lang="ko-KR" altLang="en-US" sz="900" dirty="0" err="1">
                <a:latin typeface="맑은 고딕" panose="020B0503020000020004" pitchFamily="50" charset="-127"/>
                <a:ea typeface="맑은 고딕" panose="020B0503020000020004" pitchFamily="50" charset="-127"/>
              </a:rPr>
              <a:t>문자알림</a:t>
            </a:r>
            <a:r>
              <a:rPr lang="en-US" altLang="ko-KR" sz="900" dirty="0">
                <a:latin typeface="맑은 고딕" panose="020B0503020000020004" pitchFamily="50" charset="-127"/>
                <a:ea typeface="맑은 고딕" panose="020B0503020000020004" pitchFamily="50" charset="-127"/>
              </a:rPr>
              <a:t> </a:t>
            </a:r>
            <a:r>
              <a:rPr lang="en-US" altLang="ko-KR" sz="700" dirty="0">
                <a:solidFill>
                  <a:srgbClr val="FF0000"/>
                </a:solidFill>
                <a:latin typeface="+mj-ea"/>
                <a:ea typeface="+mj-ea"/>
              </a:rPr>
              <a:t>( </a:t>
            </a:r>
            <a:r>
              <a:rPr lang="ko-KR" altLang="en-US" sz="700" dirty="0">
                <a:solidFill>
                  <a:srgbClr val="FF0000"/>
                </a:solidFill>
                <a:latin typeface="+mj-ea"/>
                <a:ea typeface="+mj-ea"/>
              </a:rPr>
              <a:t>구매</a:t>
            </a:r>
            <a:r>
              <a:rPr lang="en-US" altLang="ko-KR" sz="700" dirty="0">
                <a:solidFill>
                  <a:srgbClr val="FF0000"/>
                </a:solidFill>
                <a:latin typeface="+mj-ea"/>
                <a:ea typeface="+mj-ea"/>
              </a:rPr>
              <a:t>, </a:t>
            </a:r>
            <a:r>
              <a:rPr lang="ko-KR" altLang="en-US" sz="700" dirty="0">
                <a:solidFill>
                  <a:srgbClr val="FF0000"/>
                </a:solidFill>
                <a:latin typeface="+mj-ea"/>
                <a:ea typeface="+mj-ea"/>
              </a:rPr>
              <a:t>배송 등 구매관련 문자사용여부 </a:t>
            </a:r>
            <a:r>
              <a:rPr lang="en-US" altLang="ko-KR" sz="700" dirty="0">
                <a:solidFill>
                  <a:srgbClr val="FF0000"/>
                </a:solidFill>
                <a:latin typeface="+mj-ea"/>
                <a:ea typeface="+mj-ea"/>
              </a:rPr>
              <a:t>– </a:t>
            </a:r>
            <a:r>
              <a:rPr lang="ko-KR" altLang="en-US" sz="700" dirty="0" err="1">
                <a:solidFill>
                  <a:srgbClr val="FF0000"/>
                </a:solidFill>
                <a:latin typeface="+mj-ea"/>
                <a:ea typeface="+mj-ea"/>
              </a:rPr>
              <a:t>정산시</a:t>
            </a:r>
            <a:r>
              <a:rPr lang="ko-KR" altLang="en-US" sz="700" dirty="0">
                <a:solidFill>
                  <a:srgbClr val="FF0000"/>
                </a:solidFill>
                <a:latin typeface="+mj-ea"/>
                <a:ea typeface="+mj-ea"/>
              </a:rPr>
              <a:t> 차감</a:t>
            </a:r>
            <a:r>
              <a:rPr lang="ko-KR" altLang="en-US" sz="700" i="0" dirty="0">
                <a:solidFill>
                  <a:srgbClr val="FF0000"/>
                </a:solidFill>
                <a:effectLst/>
                <a:latin typeface="+mj-ea"/>
                <a:ea typeface="+mj-ea"/>
              </a:rPr>
              <a:t> </a:t>
            </a:r>
            <a:r>
              <a:rPr lang="en-US" altLang="ko-KR" sz="700" i="0" dirty="0">
                <a:solidFill>
                  <a:srgbClr val="FF0000"/>
                </a:solidFill>
                <a:effectLst/>
                <a:latin typeface="+mj-ea"/>
                <a:ea typeface="+mj-ea"/>
              </a:rPr>
              <a:t>)</a:t>
            </a:r>
            <a:r>
              <a:rPr lang="ko-KR" altLang="en-US" sz="700" dirty="0">
                <a:solidFill>
                  <a:srgbClr val="FF0000"/>
                </a:solidFill>
                <a:latin typeface="+mj-ea"/>
                <a:ea typeface="+mj-ea"/>
              </a:rPr>
              <a:t> </a:t>
            </a:r>
          </a:p>
        </p:txBody>
      </p:sp>
    </p:spTree>
    <p:extLst>
      <p:ext uri="{BB962C8B-B14F-4D97-AF65-F5344CB8AC3E}">
        <p14:creationId xmlns:p14="http://schemas.microsoft.com/office/powerpoint/2010/main" val="3327273780"/>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23_사용자 지정 레이아웃">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D163DF69-C268-4E9F-9DC4-93513B02F5CD}"/>
              </a:ext>
            </a:extLst>
          </p:cNvPr>
          <p:cNvSpPr/>
          <p:nvPr userDrawn="1"/>
        </p:nvSpPr>
        <p:spPr>
          <a:xfrm>
            <a:off x="33614" y="40343"/>
            <a:ext cx="10078574" cy="8292624"/>
          </a:xfrm>
          <a:prstGeom prst="rect">
            <a:avLst/>
          </a:prstGeom>
          <a:solidFill>
            <a:schemeClr val="bg1"/>
          </a:solid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4" name="표 3">
            <a:extLst>
              <a:ext uri="{FF2B5EF4-FFF2-40B4-BE49-F238E27FC236}">
                <a16:creationId xmlns:a16="http://schemas.microsoft.com/office/drawing/2014/main" id="{D5F73996-A90E-40D8-ACA7-6507E594721E}"/>
              </a:ext>
            </a:extLst>
          </p:cNvPr>
          <p:cNvGraphicFramePr>
            <a:graphicFrameLocks noGrp="1"/>
          </p:cNvGraphicFramePr>
          <p:nvPr userDrawn="1">
            <p:extLst>
              <p:ext uri="{D42A27DB-BD31-4B8C-83A1-F6EECF244321}">
                <p14:modId xmlns:p14="http://schemas.microsoft.com/office/powerpoint/2010/main" val="699751723"/>
              </p:ext>
            </p:extLst>
          </p:nvPr>
        </p:nvGraphicFramePr>
        <p:xfrm>
          <a:off x="125632" y="3196006"/>
          <a:ext cx="9943899" cy="21336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로고 사용여부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이미지 사용</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5296034"/>
                  </a:ext>
                </a:extLst>
              </a:tr>
            </a:tbl>
          </a:graphicData>
        </a:graphic>
      </p:graphicFrame>
      <p:graphicFrame>
        <p:nvGraphicFramePr>
          <p:cNvPr id="5" name="표 4">
            <a:extLst>
              <a:ext uri="{FF2B5EF4-FFF2-40B4-BE49-F238E27FC236}">
                <a16:creationId xmlns:a16="http://schemas.microsoft.com/office/drawing/2014/main" id="{97834BAA-7933-4CFA-90B1-63E8527AD2A2}"/>
              </a:ext>
            </a:extLst>
          </p:cNvPr>
          <p:cNvGraphicFramePr>
            <a:graphicFrameLocks noGrp="1"/>
          </p:cNvGraphicFramePr>
          <p:nvPr userDrawn="1">
            <p:extLst>
              <p:ext uri="{D42A27DB-BD31-4B8C-83A1-F6EECF244321}">
                <p14:modId xmlns:p14="http://schemas.microsoft.com/office/powerpoint/2010/main" val="1178225996"/>
              </p:ext>
            </p:extLst>
          </p:nvPr>
        </p:nvGraphicFramePr>
        <p:xfrm>
          <a:off x="125632" y="728842"/>
          <a:ext cx="9943899" cy="1280160"/>
        </p:xfrm>
        <a:graphic>
          <a:graphicData uri="http://schemas.openxmlformats.org/drawingml/2006/table">
            <a:tbl>
              <a:tblPr firstRow="1" bandRow="1">
                <a:tableStyleId>{5C22544A-7EE6-4342-B048-85BDC9FD1C3A}</a:tableStyleId>
              </a:tblPr>
              <a:tblGrid>
                <a:gridCol w="1250322">
                  <a:extLst>
                    <a:ext uri="{9D8B030D-6E8A-4147-A177-3AD203B41FA5}">
                      <a16:colId xmlns:a16="http://schemas.microsoft.com/office/drawing/2014/main" val="20000"/>
                    </a:ext>
                  </a:extLst>
                </a:gridCol>
                <a:gridCol w="3735133">
                  <a:extLst>
                    <a:ext uri="{9D8B030D-6E8A-4147-A177-3AD203B41FA5}">
                      <a16:colId xmlns:a16="http://schemas.microsoft.com/office/drawing/2014/main" val="20001"/>
                    </a:ext>
                  </a:extLst>
                </a:gridCol>
                <a:gridCol w="1295703">
                  <a:extLst>
                    <a:ext uri="{9D8B030D-6E8A-4147-A177-3AD203B41FA5}">
                      <a16:colId xmlns:a16="http://schemas.microsoft.com/office/drawing/2014/main" val="4010982125"/>
                    </a:ext>
                  </a:extLst>
                </a:gridCol>
                <a:gridCol w="3662741">
                  <a:extLst>
                    <a:ext uri="{9D8B030D-6E8A-4147-A177-3AD203B41FA5}">
                      <a16:colId xmlns:a16="http://schemas.microsoft.com/office/drawing/2014/main" val="2646234070"/>
                    </a:ext>
                  </a:extLst>
                </a:gridCol>
              </a:tblGrid>
              <a:tr h="0">
                <a:tc>
                  <a:txBody>
                    <a:bodyPr/>
                    <a:lstStyle/>
                    <a:p>
                      <a:pPr latinLnBrk="1"/>
                      <a:r>
                        <a:rPr lang="en-US" altLang="ko-KR" sz="800" b="0" dirty="0">
                          <a:solidFill>
                            <a:schemeClr val="tx1"/>
                          </a:solidFill>
                        </a:rPr>
                        <a:t>Shop </a:t>
                      </a:r>
                      <a:r>
                        <a:rPr lang="ko-KR" altLang="en-US" sz="800" b="0" dirty="0">
                          <a:solidFill>
                            <a:schemeClr val="tx1"/>
                          </a:solidFill>
                        </a:rPr>
                        <a:t>채널코드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Me9-2024-099833</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채널상태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t>
                      </a:r>
                      <a:r>
                        <a:rPr lang="ko-KR" altLang="en-US" sz="800" b="0" i="0" u="none" strike="noStrike" dirty="0">
                          <a:solidFill>
                            <a:srgbClr val="000000"/>
                          </a:solidFill>
                          <a:effectLst/>
                          <a:latin typeface="+mn-lt"/>
                        </a:rPr>
                        <a:t> 운영   ● 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공개여부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공개   </a:t>
                      </a:r>
                      <a:r>
                        <a:rPr lang="en-US" altLang="ko-KR" sz="800" b="0" dirty="0">
                          <a:solidFill>
                            <a:schemeClr val="tx1"/>
                          </a:solidFill>
                        </a:rPr>
                        <a:t>○</a:t>
                      </a:r>
                      <a:r>
                        <a:rPr lang="ko-KR" altLang="en-US" sz="800" b="0" i="0" u="none" strike="noStrike" dirty="0">
                          <a:solidFill>
                            <a:srgbClr val="000000"/>
                          </a:solidFill>
                          <a:effectLst/>
                          <a:latin typeface="+mn-lt"/>
                        </a:rPr>
                        <a:t> 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구매권한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회원전용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974838556"/>
                  </a:ext>
                </a:extLst>
              </a:tr>
              <a:tr h="0">
                <a:tc>
                  <a:txBody>
                    <a:bodyPr/>
                    <a:lstStyle/>
                    <a:p>
                      <a:pPr latinLnBrk="1"/>
                      <a:r>
                        <a:rPr lang="en-US" altLang="ko-KR" sz="800" b="0" dirty="0">
                          <a:solidFill>
                            <a:schemeClr val="tx1"/>
                          </a:solidFill>
                        </a:rPr>
                        <a:t>* </a:t>
                      </a:r>
                      <a:r>
                        <a:rPr lang="ko-KR" altLang="en-US" sz="800" b="0" dirty="0" err="1">
                          <a:solidFill>
                            <a:schemeClr val="tx1"/>
                          </a:solidFill>
                        </a:rPr>
                        <a:t>채널명</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latinLnBrk="1"/>
                      <a:r>
                        <a:rPr lang="ko-KR" altLang="en-US" sz="800" b="0" dirty="0">
                          <a:solidFill>
                            <a:schemeClr val="tx1"/>
                          </a:solidFill>
                        </a:rPr>
                        <a:t>카피라이트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886891895"/>
                  </a:ext>
                </a:extLst>
              </a:tr>
              <a:tr h="0">
                <a:tc>
                  <a:txBody>
                    <a:bodyPr/>
                    <a:lstStyle/>
                    <a:p>
                      <a:pPr latinLnBrk="1"/>
                      <a:r>
                        <a:rPr lang="en-US" altLang="ko-KR" sz="800" b="0" dirty="0">
                          <a:solidFill>
                            <a:schemeClr val="tx1"/>
                          </a:solidFill>
                        </a:rPr>
                        <a:t>* </a:t>
                      </a:r>
                      <a:r>
                        <a:rPr lang="ko-KR" altLang="en-US" sz="800" b="0" dirty="0">
                          <a:solidFill>
                            <a:schemeClr val="tx1"/>
                          </a:solidFill>
                        </a:rPr>
                        <a:t>그룹 </a:t>
                      </a:r>
                      <a:r>
                        <a:rPr lang="en-US" altLang="ko-KR" sz="800" b="0" dirty="0">
                          <a:solidFill>
                            <a:schemeClr val="tx1"/>
                          </a:solidFill>
                        </a:rPr>
                        <a:t>keyword</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첫 </a:t>
                      </a:r>
                      <a:r>
                        <a:rPr lang="ko-KR" altLang="en-US" sz="800" b="0" dirty="0" err="1">
                          <a:solidFill>
                            <a:schemeClr val="tx1"/>
                          </a:solidFill>
                        </a:rPr>
                        <a:t>방문시</a:t>
                      </a:r>
                      <a:r>
                        <a:rPr lang="ko-KR" altLang="en-US" sz="800" b="0" dirty="0">
                          <a:solidFill>
                            <a:schemeClr val="tx1"/>
                          </a:solidFill>
                        </a:rPr>
                        <a:t> 포인트 지급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사용</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851184820"/>
                  </a:ext>
                </a:extLst>
              </a:tr>
            </a:tbl>
          </a:graphicData>
        </a:graphic>
      </p:graphicFrame>
      <p:sp>
        <p:nvSpPr>
          <p:cNvPr id="6" name="TextBox 5">
            <a:extLst>
              <a:ext uri="{FF2B5EF4-FFF2-40B4-BE49-F238E27FC236}">
                <a16:creationId xmlns:a16="http://schemas.microsoft.com/office/drawing/2014/main" id="{0D492882-6E4E-4CC4-A6E5-F243CFF246EE}"/>
              </a:ext>
            </a:extLst>
          </p:cNvPr>
          <p:cNvSpPr txBox="1"/>
          <p:nvPr userDrawn="1"/>
        </p:nvSpPr>
        <p:spPr>
          <a:xfrm>
            <a:off x="67275" y="498010"/>
            <a:ext cx="1380506"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Shop </a:t>
            </a:r>
            <a:r>
              <a:rPr lang="ko-KR" altLang="en-US" sz="900" dirty="0">
                <a:latin typeface="맑은 고딕" panose="020B0503020000020004" pitchFamily="50" charset="-127"/>
                <a:ea typeface="맑은 고딕" panose="020B0503020000020004" pitchFamily="50" charset="-127"/>
              </a:rPr>
              <a:t>채널 기본정보</a:t>
            </a:r>
            <a:endParaRPr lang="ko-KR" altLang="en-US" sz="900" dirty="0"/>
          </a:p>
        </p:txBody>
      </p:sp>
      <p:sp>
        <p:nvSpPr>
          <p:cNvPr id="7" name="직사각형 6">
            <a:extLst>
              <a:ext uri="{FF2B5EF4-FFF2-40B4-BE49-F238E27FC236}">
                <a16:creationId xmlns:a16="http://schemas.microsoft.com/office/drawing/2014/main" id="{EFE51476-19E7-4B65-873C-DC1F20F4D685}"/>
              </a:ext>
            </a:extLst>
          </p:cNvPr>
          <p:cNvSpPr/>
          <p:nvPr userDrawn="1"/>
        </p:nvSpPr>
        <p:spPr>
          <a:xfrm>
            <a:off x="1414155" y="1177620"/>
            <a:ext cx="8535063"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8" name="직사각형 7">
            <a:extLst>
              <a:ext uri="{FF2B5EF4-FFF2-40B4-BE49-F238E27FC236}">
                <a16:creationId xmlns:a16="http://schemas.microsoft.com/office/drawing/2014/main" id="{1929CAA0-F2AB-4E7A-BB3F-4D448F628621}"/>
              </a:ext>
            </a:extLst>
          </p:cNvPr>
          <p:cNvSpPr/>
          <p:nvPr userDrawn="1"/>
        </p:nvSpPr>
        <p:spPr>
          <a:xfrm>
            <a:off x="1414154" y="1595834"/>
            <a:ext cx="2722514" cy="17691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Keyword </a:t>
            </a:r>
            <a:r>
              <a:rPr lang="ko-KR" altLang="en-US" sz="800" dirty="0">
                <a:solidFill>
                  <a:schemeClr val="tx1">
                    <a:lumMod val="50000"/>
                    <a:lumOff val="50000"/>
                  </a:schemeClr>
                </a:solidFill>
              </a:rPr>
              <a:t>입력</a:t>
            </a:r>
            <a:endParaRPr lang="en-US" altLang="ko-KR" sz="800" dirty="0">
              <a:solidFill>
                <a:schemeClr val="tx1">
                  <a:lumMod val="50000"/>
                  <a:lumOff val="50000"/>
                </a:schemeClr>
              </a:solidFill>
            </a:endParaRPr>
          </a:p>
        </p:txBody>
      </p:sp>
      <p:sp>
        <p:nvSpPr>
          <p:cNvPr id="9" name="TextBox 8">
            <a:extLst>
              <a:ext uri="{FF2B5EF4-FFF2-40B4-BE49-F238E27FC236}">
                <a16:creationId xmlns:a16="http://schemas.microsoft.com/office/drawing/2014/main" id="{33E3D7F7-8FE2-447F-9875-FD04F04BFA0E}"/>
              </a:ext>
            </a:extLst>
          </p:cNvPr>
          <p:cNvSpPr txBox="1"/>
          <p:nvPr userDrawn="1"/>
        </p:nvSpPr>
        <p:spPr>
          <a:xfrm>
            <a:off x="67275" y="2935840"/>
            <a:ext cx="3474028"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Shop </a:t>
            </a:r>
            <a:r>
              <a:rPr lang="ko-KR" altLang="en-US" sz="900" dirty="0">
                <a:latin typeface="맑은 고딕" panose="020B0503020000020004" pitchFamily="50" charset="-127"/>
                <a:ea typeface="맑은 고딕" panose="020B0503020000020004" pitchFamily="50" charset="-127"/>
              </a:rPr>
              <a:t>채널 로고 이미지 </a:t>
            </a:r>
            <a:r>
              <a:rPr lang="en-US" altLang="ko-KR" sz="700" dirty="0">
                <a:solidFill>
                  <a:srgbClr val="FF0000"/>
                </a:solidFill>
                <a:latin typeface="+mn-ea"/>
              </a:rPr>
              <a:t>(</a:t>
            </a:r>
            <a:r>
              <a:rPr lang="en-US" altLang="ko-KR" sz="700" b="0" i="0" u="none" strike="noStrike" dirty="0">
                <a:solidFill>
                  <a:srgbClr val="FF0000"/>
                </a:solidFill>
                <a:effectLst/>
                <a:latin typeface="+mn-ea"/>
              </a:rPr>
              <a:t> Shop </a:t>
            </a:r>
            <a:r>
              <a:rPr lang="ko-KR" altLang="en-US" sz="700" b="0" i="0" u="none" strike="noStrike" dirty="0">
                <a:solidFill>
                  <a:srgbClr val="FF0000"/>
                </a:solidFill>
                <a:effectLst/>
                <a:latin typeface="+mn-ea"/>
              </a:rPr>
              <a:t>채널 로고를 생략 할 경우 </a:t>
            </a:r>
            <a:r>
              <a:rPr lang="ko-KR" altLang="en-US" sz="700" b="0" i="0" u="none" strike="noStrike" dirty="0" err="1">
                <a:solidFill>
                  <a:srgbClr val="FF0000"/>
                </a:solidFill>
                <a:effectLst/>
                <a:latin typeface="+mn-ea"/>
              </a:rPr>
              <a:t>채널명</a:t>
            </a:r>
            <a:r>
              <a:rPr lang="ko-KR" altLang="en-US" sz="700" b="0" i="0" u="none" strike="noStrike" dirty="0">
                <a:solidFill>
                  <a:srgbClr val="FF0000"/>
                </a:solidFill>
                <a:effectLst/>
                <a:latin typeface="+mn-ea"/>
              </a:rPr>
              <a:t> 노출</a:t>
            </a:r>
            <a:r>
              <a:rPr lang="en-US" altLang="ko-KR" sz="700" dirty="0">
                <a:solidFill>
                  <a:srgbClr val="FF0000"/>
                </a:solidFill>
                <a:latin typeface="+mn-ea"/>
              </a:rPr>
              <a:t> )</a:t>
            </a:r>
            <a:endParaRPr lang="en-US" altLang="ko-KR" sz="700" b="0" i="0" u="none" strike="noStrike" dirty="0">
              <a:solidFill>
                <a:srgbClr val="FF0000"/>
              </a:solidFill>
              <a:effectLst/>
              <a:latin typeface="+mn-ea"/>
            </a:endParaRPr>
          </a:p>
        </p:txBody>
      </p:sp>
      <p:graphicFrame>
        <p:nvGraphicFramePr>
          <p:cNvPr id="10" name="표 9">
            <a:extLst>
              <a:ext uri="{FF2B5EF4-FFF2-40B4-BE49-F238E27FC236}">
                <a16:creationId xmlns:a16="http://schemas.microsoft.com/office/drawing/2014/main" id="{E30B7BD7-3844-486F-B808-878D034B2C08}"/>
              </a:ext>
            </a:extLst>
          </p:cNvPr>
          <p:cNvGraphicFramePr>
            <a:graphicFrameLocks noGrp="1"/>
          </p:cNvGraphicFramePr>
          <p:nvPr userDrawn="1">
            <p:extLst>
              <p:ext uri="{D42A27DB-BD31-4B8C-83A1-F6EECF244321}">
                <p14:modId xmlns:p14="http://schemas.microsoft.com/office/powerpoint/2010/main" val="494019321"/>
              </p:ext>
            </p:extLst>
          </p:nvPr>
        </p:nvGraphicFramePr>
        <p:xfrm>
          <a:off x="143579" y="6155854"/>
          <a:ext cx="9913122" cy="213360"/>
        </p:xfrm>
        <a:graphic>
          <a:graphicData uri="http://schemas.openxmlformats.org/drawingml/2006/table">
            <a:tbl>
              <a:tblPr firstRow="1" bandRow="1">
                <a:tableStyleId>{5C22544A-7EE6-4342-B048-85BDC9FD1C3A}</a:tableStyleId>
              </a:tblPr>
              <a:tblGrid>
                <a:gridCol w="1295754">
                  <a:extLst>
                    <a:ext uri="{9D8B030D-6E8A-4147-A177-3AD203B41FA5}">
                      <a16:colId xmlns:a16="http://schemas.microsoft.com/office/drawing/2014/main" val="20000"/>
                    </a:ext>
                  </a:extLst>
                </a:gridCol>
                <a:gridCol w="8617368">
                  <a:extLst>
                    <a:ext uri="{9D8B030D-6E8A-4147-A177-3AD203B41FA5}">
                      <a16:colId xmlns:a16="http://schemas.microsoft.com/office/drawing/2014/main" val="20001"/>
                    </a:ext>
                  </a:extLst>
                </a:gridCol>
              </a:tblGrid>
              <a:tr h="0">
                <a:tc>
                  <a:txBody>
                    <a:bodyPr/>
                    <a:lstStyle/>
                    <a:p>
                      <a:pPr latinLnBrk="1"/>
                      <a:r>
                        <a:rPr lang="en-US" altLang="ko-KR" sz="800" b="0" dirty="0">
                          <a:solidFill>
                            <a:schemeClr val="tx1"/>
                          </a:solidFill>
                        </a:rPr>
                        <a:t>Shop </a:t>
                      </a:r>
                      <a:r>
                        <a:rPr lang="ko-KR" altLang="en-US" sz="800" b="0" dirty="0">
                          <a:solidFill>
                            <a:schemeClr val="tx1"/>
                          </a:solidFill>
                        </a:rPr>
                        <a:t>채널 관리자 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미사용   ○ 사용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sp>
        <p:nvSpPr>
          <p:cNvPr id="11" name="TextBox 10">
            <a:extLst>
              <a:ext uri="{FF2B5EF4-FFF2-40B4-BE49-F238E27FC236}">
                <a16:creationId xmlns:a16="http://schemas.microsoft.com/office/drawing/2014/main" id="{30E0460E-BA95-4096-90B1-8A0B65297FC0}"/>
              </a:ext>
            </a:extLst>
          </p:cNvPr>
          <p:cNvSpPr txBox="1"/>
          <p:nvPr userDrawn="1"/>
        </p:nvSpPr>
        <p:spPr>
          <a:xfrm>
            <a:off x="67275" y="5928339"/>
            <a:ext cx="2108269"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Shop </a:t>
            </a:r>
            <a:r>
              <a:rPr lang="ko-KR" altLang="en-US" sz="900" dirty="0">
                <a:latin typeface="맑은 고딕" panose="020B0503020000020004" pitchFamily="50" charset="-127"/>
                <a:ea typeface="맑은 고딕" panose="020B0503020000020004" pitchFamily="50" charset="-127"/>
              </a:rPr>
              <a:t>채널 </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모니터링</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 관리자 정보</a:t>
            </a:r>
            <a:endParaRPr lang="ko-KR" altLang="en-US" sz="900" dirty="0"/>
          </a:p>
        </p:txBody>
      </p:sp>
      <p:sp>
        <p:nvSpPr>
          <p:cNvPr id="12" name="직사각형 11">
            <a:extLst>
              <a:ext uri="{FF2B5EF4-FFF2-40B4-BE49-F238E27FC236}">
                <a16:creationId xmlns:a16="http://schemas.microsoft.com/office/drawing/2014/main" id="{E0BDDC72-B863-4548-8EB2-F041760D0DF6}"/>
              </a:ext>
            </a:extLst>
          </p:cNvPr>
          <p:cNvSpPr/>
          <p:nvPr userDrawn="1"/>
        </p:nvSpPr>
        <p:spPr>
          <a:xfrm>
            <a:off x="4136668" y="6820669"/>
            <a:ext cx="721249" cy="192328"/>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등록</a:t>
            </a:r>
            <a:endParaRPr lang="en-US" altLang="ko-KR" sz="800" dirty="0">
              <a:solidFill>
                <a:schemeClr val="bg1"/>
              </a:solidFill>
            </a:endParaRPr>
          </a:p>
        </p:txBody>
      </p:sp>
      <p:sp>
        <p:nvSpPr>
          <p:cNvPr id="13" name="직사각형 12">
            <a:extLst>
              <a:ext uri="{FF2B5EF4-FFF2-40B4-BE49-F238E27FC236}">
                <a16:creationId xmlns:a16="http://schemas.microsoft.com/office/drawing/2014/main" id="{DCF72FE6-4DA5-45E0-A5C8-795672D5537E}"/>
              </a:ext>
            </a:extLst>
          </p:cNvPr>
          <p:cNvSpPr/>
          <p:nvPr userDrawn="1"/>
        </p:nvSpPr>
        <p:spPr>
          <a:xfrm>
            <a:off x="5007091" y="6814742"/>
            <a:ext cx="721249" cy="192328"/>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목록</a:t>
            </a:r>
            <a:endParaRPr lang="en-US" altLang="ko-KR" sz="800" dirty="0">
              <a:solidFill>
                <a:schemeClr val="bg1"/>
              </a:solidFill>
            </a:endParaRPr>
          </a:p>
        </p:txBody>
      </p:sp>
      <p:graphicFrame>
        <p:nvGraphicFramePr>
          <p:cNvPr id="14" name="표 13">
            <a:extLst>
              <a:ext uri="{FF2B5EF4-FFF2-40B4-BE49-F238E27FC236}">
                <a16:creationId xmlns:a16="http://schemas.microsoft.com/office/drawing/2014/main" id="{AE8A32BB-E98D-45EC-B187-782910E9A9D9}"/>
              </a:ext>
            </a:extLst>
          </p:cNvPr>
          <p:cNvGraphicFramePr>
            <a:graphicFrameLocks noGrp="1"/>
          </p:cNvGraphicFramePr>
          <p:nvPr userDrawn="1">
            <p:extLst>
              <p:ext uri="{D42A27DB-BD31-4B8C-83A1-F6EECF244321}">
                <p14:modId xmlns:p14="http://schemas.microsoft.com/office/powerpoint/2010/main" val="1623824226"/>
              </p:ext>
            </p:extLst>
          </p:nvPr>
        </p:nvGraphicFramePr>
        <p:xfrm>
          <a:off x="125632" y="3881419"/>
          <a:ext cx="9943899" cy="21336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메인 배너 사용여부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이미지로 등록</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5296034"/>
                  </a:ext>
                </a:extLst>
              </a:tr>
            </a:tbl>
          </a:graphicData>
        </a:graphic>
      </p:graphicFrame>
      <p:sp>
        <p:nvSpPr>
          <p:cNvPr id="15" name="TextBox 14">
            <a:extLst>
              <a:ext uri="{FF2B5EF4-FFF2-40B4-BE49-F238E27FC236}">
                <a16:creationId xmlns:a16="http://schemas.microsoft.com/office/drawing/2014/main" id="{99C889B6-1EE2-4140-AE98-70AA33C03CF1}"/>
              </a:ext>
            </a:extLst>
          </p:cNvPr>
          <p:cNvSpPr txBox="1"/>
          <p:nvPr userDrawn="1"/>
        </p:nvSpPr>
        <p:spPr>
          <a:xfrm>
            <a:off x="67275" y="3621253"/>
            <a:ext cx="1228221"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메인 배너 이미지</a:t>
            </a:r>
            <a:endParaRPr lang="ko-KR" altLang="en-US" sz="900" dirty="0"/>
          </a:p>
        </p:txBody>
      </p:sp>
      <p:graphicFrame>
        <p:nvGraphicFramePr>
          <p:cNvPr id="16" name="표 15">
            <a:extLst>
              <a:ext uri="{FF2B5EF4-FFF2-40B4-BE49-F238E27FC236}">
                <a16:creationId xmlns:a16="http://schemas.microsoft.com/office/drawing/2014/main" id="{AACAB2F3-1B45-4BB3-A4E9-C758075C12BE}"/>
              </a:ext>
            </a:extLst>
          </p:cNvPr>
          <p:cNvGraphicFramePr>
            <a:graphicFrameLocks noGrp="1"/>
          </p:cNvGraphicFramePr>
          <p:nvPr userDrawn="1">
            <p:extLst>
              <p:ext uri="{D42A27DB-BD31-4B8C-83A1-F6EECF244321}">
                <p14:modId xmlns:p14="http://schemas.microsoft.com/office/powerpoint/2010/main" val="770627424"/>
              </p:ext>
            </p:extLst>
          </p:nvPr>
        </p:nvGraphicFramePr>
        <p:xfrm>
          <a:off x="125632" y="2526695"/>
          <a:ext cx="9943899" cy="21336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사용기간 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무기한     </a:t>
                      </a:r>
                      <a:r>
                        <a:rPr lang="en-US" altLang="ko-KR" sz="800" b="0" dirty="0">
                          <a:solidFill>
                            <a:schemeClr val="tx1"/>
                          </a:solidFill>
                        </a:rPr>
                        <a:t>○ </a:t>
                      </a:r>
                      <a:r>
                        <a:rPr lang="ko-KR" altLang="en-US" sz="800" b="0" dirty="0">
                          <a:solidFill>
                            <a:schemeClr val="tx1"/>
                          </a:solidFill>
                        </a:rPr>
                        <a:t>기간제</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5296034"/>
                  </a:ext>
                </a:extLst>
              </a:tr>
            </a:tbl>
          </a:graphicData>
        </a:graphic>
      </p:graphicFrame>
      <p:sp>
        <p:nvSpPr>
          <p:cNvPr id="17" name="TextBox 16">
            <a:extLst>
              <a:ext uri="{FF2B5EF4-FFF2-40B4-BE49-F238E27FC236}">
                <a16:creationId xmlns:a16="http://schemas.microsoft.com/office/drawing/2014/main" id="{7A904E94-A3E3-4F21-B13F-1E3FB39D3C97}"/>
              </a:ext>
            </a:extLst>
          </p:cNvPr>
          <p:cNvSpPr txBox="1"/>
          <p:nvPr userDrawn="1"/>
        </p:nvSpPr>
        <p:spPr>
          <a:xfrm>
            <a:off x="67275" y="2266529"/>
            <a:ext cx="1380506"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Shop </a:t>
            </a:r>
            <a:r>
              <a:rPr lang="ko-KR" altLang="en-US" sz="900" dirty="0">
                <a:latin typeface="맑은 고딕" panose="020B0503020000020004" pitchFamily="50" charset="-127"/>
                <a:ea typeface="맑은 고딕" panose="020B0503020000020004" pitchFamily="50" charset="-127"/>
              </a:rPr>
              <a:t>채널 사용주기</a:t>
            </a:r>
            <a:endParaRPr lang="ko-KR" altLang="en-US" sz="900" dirty="0"/>
          </a:p>
        </p:txBody>
      </p:sp>
      <p:sp>
        <p:nvSpPr>
          <p:cNvPr id="18" name="직사각형 17">
            <a:extLst>
              <a:ext uri="{FF2B5EF4-FFF2-40B4-BE49-F238E27FC236}">
                <a16:creationId xmlns:a16="http://schemas.microsoft.com/office/drawing/2014/main" id="{C41417A2-CE84-45C3-A92F-72A13892A689}"/>
              </a:ext>
            </a:extLst>
          </p:cNvPr>
          <p:cNvSpPr/>
          <p:nvPr userDrawn="1"/>
        </p:nvSpPr>
        <p:spPr>
          <a:xfrm>
            <a:off x="1414154" y="1389958"/>
            <a:ext cx="8535063"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graphicFrame>
        <p:nvGraphicFramePr>
          <p:cNvPr id="19" name="표 18">
            <a:extLst>
              <a:ext uri="{FF2B5EF4-FFF2-40B4-BE49-F238E27FC236}">
                <a16:creationId xmlns:a16="http://schemas.microsoft.com/office/drawing/2014/main" id="{5C6553CE-1BC3-49EB-991D-B26A70FB6B18}"/>
              </a:ext>
            </a:extLst>
          </p:cNvPr>
          <p:cNvGraphicFramePr>
            <a:graphicFrameLocks noGrp="1"/>
          </p:cNvGraphicFramePr>
          <p:nvPr userDrawn="1">
            <p:extLst>
              <p:ext uri="{D42A27DB-BD31-4B8C-83A1-F6EECF244321}">
                <p14:modId xmlns:p14="http://schemas.microsoft.com/office/powerpoint/2010/main" val="913585704"/>
              </p:ext>
            </p:extLst>
          </p:nvPr>
        </p:nvGraphicFramePr>
        <p:xfrm>
          <a:off x="125632" y="5394875"/>
          <a:ext cx="9943899" cy="21336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197387">
                <a:tc>
                  <a:txBody>
                    <a:bodyPr/>
                    <a:lstStyle/>
                    <a:p>
                      <a:pPr latinLnBrk="1"/>
                      <a:r>
                        <a:rPr lang="en-US" altLang="ko-KR" sz="800" b="0" dirty="0">
                          <a:solidFill>
                            <a:schemeClr val="tx1"/>
                          </a:solidFill>
                        </a:rPr>
                        <a:t>OG</a:t>
                      </a:r>
                      <a:r>
                        <a:rPr lang="ko-KR" altLang="en-US" sz="800" b="0" dirty="0">
                          <a:solidFill>
                            <a:schemeClr val="tx1"/>
                          </a:solidFill>
                        </a:rPr>
                        <a:t> 사용여부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사용</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5296034"/>
                  </a:ext>
                </a:extLst>
              </a:tr>
            </a:tbl>
          </a:graphicData>
        </a:graphic>
      </p:graphicFrame>
      <p:sp>
        <p:nvSpPr>
          <p:cNvPr id="20" name="TextBox 19">
            <a:extLst>
              <a:ext uri="{FF2B5EF4-FFF2-40B4-BE49-F238E27FC236}">
                <a16:creationId xmlns:a16="http://schemas.microsoft.com/office/drawing/2014/main" id="{07B57D34-AF9A-4920-B794-2FE8653E3136}"/>
              </a:ext>
            </a:extLst>
          </p:cNvPr>
          <p:cNvSpPr txBox="1"/>
          <p:nvPr userDrawn="1"/>
        </p:nvSpPr>
        <p:spPr>
          <a:xfrm>
            <a:off x="67275" y="5134709"/>
            <a:ext cx="3116559"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OG (</a:t>
            </a:r>
            <a:r>
              <a:rPr lang="ko-KR" altLang="en-US" sz="900" dirty="0">
                <a:latin typeface="맑은 고딕" panose="020B0503020000020004" pitchFamily="50" charset="-127"/>
                <a:ea typeface="맑은 고딕" panose="020B0503020000020004" pitchFamily="50" charset="-127"/>
              </a:rPr>
              <a:t>오픈 그래프</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TAG </a:t>
            </a:r>
            <a:r>
              <a:rPr lang="en-US" altLang="ko-KR" sz="700" dirty="0">
                <a:solidFill>
                  <a:srgbClr val="FF0000"/>
                </a:solidFill>
                <a:latin typeface="+mj-ea"/>
                <a:ea typeface="+mj-ea"/>
              </a:rPr>
              <a:t>( </a:t>
            </a:r>
            <a:r>
              <a:rPr lang="en-US" altLang="ko-KR" sz="700" i="0" dirty="0">
                <a:solidFill>
                  <a:srgbClr val="FF0000"/>
                </a:solidFill>
                <a:effectLst/>
                <a:latin typeface="+mj-ea"/>
                <a:ea typeface="+mj-ea"/>
              </a:rPr>
              <a:t>SNS</a:t>
            </a:r>
            <a:r>
              <a:rPr lang="ko-KR" altLang="en-US" sz="700" i="0" dirty="0">
                <a:solidFill>
                  <a:srgbClr val="FF0000"/>
                </a:solidFill>
                <a:effectLst/>
                <a:latin typeface="+mj-ea"/>
                <a:ea typeface="+mj-ea"/>
              </a:rPr>
              <a:t>에 게시되는데 최적화된 데이터 </a:t>
            </a:r>
            <a:r>
              <a:rPr lang="en-US" altLang="ko-KR" sz="700" i="0" dirty="0">
                <a:solidFill>
                  <a:srgbClr val="FF0000"/>
                </a:solidFill>
                <a:effectLst/>
                <a:latin typeface="+mj-ea"/>
                <a:ea typeface="+mj-ea"/>
              </a:rPr>
              <a:t>)</a:t>
            </a:r>
            <a:r>
              <a:rPr lang="ko-KR" altLang="en-US" sz="700" dirty="0">
                <a:solidFill>
                  <a:srgbClr val="FF0000"/>
                </a:solidFill>
                <a:latin typeface="+mj-ea"/>
                <a:ea typeface="+mj-ea"/>
              </a:rPr>
              <a:t> </a:t>
            </a:r>
          </a:p>
        </p:txBody>
      </p:sp>
      <p:sp>
        <p:nvSpPr>
          <p:cNvPr id="21" name="직사각형 20">
            <a:extLst>
              <a:ext uri="{FF2B5EF4-FFF2-40B4-BE49-F238E27FC236}">
                <a16:creationId xmlns:a16="http://schemas.microsoft.com/office/drawing/2014/main" id="{0601076C-84EA-492F-8630-D9FD20808E93}"/>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 name="직사각형 21">
            <a:extLst>
              <a:ext uri="{FF2B5EF4-FFF2-40B4-BE49-F238E27FC236}">
                <a16:creationId xmlns:a16="http://schemas.microsoft.com/office/drawing/2014/main" id="{65B23612-9F4B-4FD3-9605-C500E1FBE3FE}"/>
              </a:ext>
            </a:extLst>
          </p:cNvPr>
          <p:cNvSpPr/>
          <p:nvPr userDrawn="1"/>
        </p:nvSpPr>
        <p:spPr>
          <a:xfrm>
            <a:off x="108568" y="10805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23" name="직사각형 22">
            <a:extLst>
              <a:ext uri="{FF2B5EF4-FFF2-40B4-BE49-F238E27FC236}">
                <a16:creationId xmlns:a16="http://schemas.microsoft.com/office/drawing/2014/main" id="{97F2FF80-1B79-41B6-AA05-BE8F1CF36B57}"/>
              </a:ext>
            </a:extLst>
          </p:cNvPr>
          <p:cNvSpPr/>
          <p:nvPr userDrawn="1"/>
        </p:nvSpPr>
        <p:spPr>
          <a:xfrm>
            <a:off x="8029664" y="107186"/>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graphicFrame>
        <p:nvGraphicFramePr>
          <p:cNvPr id="24" name="표 23">
            <a:extLst>
              <a:ext uri="{FF2B5EF4-FFF2-40B4-BE49-F238E27FC236}">
                <a16:creationId xmlns:a16="http://schemas.microsoft.com/office/drawing/2014/main" id="{A2085B76-6090-476A-A7FB-C475F92B2EAE}"/>
              </a:ext>
            </a:extLst>
          </p:cNvPr>
          <p:cNvGraphicFramePr>
            <a:graphicFrameLocks noGrp="1"/>
          </p:cNvGraphicFramePr>
          <p:nvPr userDrawn="1">
            <p:extLst>
              <p:ext uri="{D42A27DB-BD31-4B8C-83A1-F6EECF244321}">
                <p14:modId xmlns:p14="http://schemas.microsoft.com/office/powerpoint/2010/main" val="3993755769"/>
              </p:ext>
            </p:extLst>
          </p:nvPr>
        </p:nvGraphicFramePr>
        <p:xfrm>
          <a:off x="125632" y="4623843"/>
          <a:ext cx="9943899" cy="213360"/>
        </p:xfrm>
        <a:graphic>
          <a:graphicData uri="http://schemas.openxmlformats.org/drawingml/2006/table">
            <a:tbl>
              <a:tblPr firstRow="1" bandRow="1">
                <a:tableStyleId>{5C22544A-7EE6-4342-B048-85BDC9FD1C3A}</a:tableStyleId>
              </a:tblPr>
              <a:tblGrid>
                <a:gridCol w="1202236">
                  <a:extLst>
                    <a:ext uri="{9D8B030D-6E8A-4147-A177-3AD203B41FA5}">
                      <a16:colId xmlns:a16="http://schemas.microsoft.com/office/drawing/2014/main" val="20000"/>
                    </a:ext>
                  </a:extLst>
                </a:gridCol>
                <a:gridCol w="8741663">
                  <a:extLst>
                    <a:ext uri="{9D8B030D-6E8A-4147-A177-3AD203B41FA5}">
                      <a16:colId xmlns:a16="http://schemas.microsoft.com/office/drawing/2014/main" val="20001"/>
                    </a:ext>
                  </a:extLst>
                </a:gridCol>
              </a:tblGrid>
              <a:tr h="197387">
                <a:tc>
                  <a:txBody>
                    <a:bodyPr/>
                    <a:lstStyle/>
                    <a:p>
                      <a:pPr latinLnBrk="1"/>
                      <a:r>
                        <a:rPr lang="ko-KR" altLang="en-US" sz="800" b="0" dirty="0" err="1">
                          <a:solidFill>
                            <a:schemeClr val="tx1"/>
                          </a:solidFill>
                        </a:rPr>
                        <a:t>문자알림여부</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사용</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5296034"/>
                  </a:ext>
                </a:extLst>
              </a:tr>
            </a:tbl>
          </a:graphicData>
        </a:graphic>
      </p:graphicFrame>
      <p:sp>
        <p:nvSpPr>
          <p:cNvPr id="25" name="TextBox 24">
            <a:extLst>
              <a:ext uri="{FF2B5EF4-FFF2-40B4-BE49-F238E27FC236}">
                <a16:creationId xmlns:a16="http://schemas.microsoft.com/office/drawing/2014/main" id="{65F4B37B-FD34-47E4-A480-09B04BD6E659}"/>
              </a:ext>
            </a:extLst>
          </p:cNvPr>
          <p:cNvSpPr txBox="1"/>
          <p:nvPr userDrawn="1"/>
        </p:nvSpPr>
        <p:spPr>
          <a:xfrm>
            <a:off x="67275" y="4363677"/>
            <a:ext cx="4060727"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구매현황 </a:t>
            </a:r>
            <a:r>
              <a:rPr lang="ko-KR" altLang="en-US" sz="900" dirty="0" err="1">
                <a:latin typeface="맑은 고딕" panose="020B0503020000020004" pitchFamily="50" charset="-127"/>
                <a:ea typeface="맑은 고딕" panose="020B0503020000020004" pitchFamily="50" charset="-127"/>
              </a:rPr>
              <a:t>문자알림</a:t>
            </a:r>
            <a:r>
              <a:rPr lang="en-US" altLang="ko-KR" sz="900" dirty="0">
                <a:latin typeface="맑은 고딕" panose="020B0503020000020004" pitchFamily="50" charset="-127"/>
                <a:ea typeface="맑은 고딕" panose="020B0503020000020004" pitchFamily="50" charset="-127"/>
              </a:rPr>
              <a:t> </a:t>
            </a:r>
            <a:r>
              <a:rPr lang="en-US" altLang="ko-KR" sz="700" dirty="0">
                <a:solidFill>
                  <a:srgbClr val="FF0000"/>
                </a:solidFill>
                <a:latin typeface="+mj-ea"/>
                <a:ea typeface="+mj-ea"/>
              </a:rPr>
              <a:t>( </a:t>
            </a:r>
            <a:r>
              <a:rPr lang="ko-KR" altLang="en-US" sz="700" dirty="0">
                <a:solidFill>
                  <a:srgbClr val="FF0000"/>
                </a:solidFill>
                <a:latin typeface="+mj-ea"/>
                <a:ea typeface="+mj-ea"/>
              </a:rPr>
              <a:t>구매</a:t>
            </a:r>
            <a:r>
              <a:rPr lang="en-US" altLang="ko-KR" sz="700" dirty="0">
                <a:solidFill>
                  <a:srgbClr val="FF0000"/>
                </a:solidFill>
                <a:latin typeface="+mj-ea"/>
                <a:ea typeface="+mj-ea"/>
              </a:rPr>
              <a:t>, </a:t>
            </a:r>
            <a:r>
              <a:rPr lang="ko-KR" altLang="en-US" sz="700" dirty="0">
                <a:solidFill>
                  <a:srgbClr val="FF0000"/>
                </a:solidFill>
                <a:latin typeface="+mj-ea"/>
                <a:ea typeface="+mj-ea"/>
              </a:rPr>
              <a:t>배송 등 구매관련 문자사용여부 </a:t>
            </a:r>
            <a:r>
              <a:rPr lang="en-US" altLang="ko-KR" sz="700" dirty="0">
                <a:solidFill>
                  <a:srgbClr val="FF0000"/>
                </a:solidFill>
                <a:latin typeface="+mj-ea"/>
                <a:ea typeface="+mj-ea"/>
              </a:rPr>
              <a:t>– </a:t>
            </a:r>
            <a:r>
              <a:rPr lang="ko-KR" altLang="en-US" sz="700" dirty="0">
                <a:solidFill>
                  <a:srgbClr val="FF0000"/>
                </a:solidFill>
                <a:latin typeface="+mj-ea"/>
                <a:ea typeface="+mj-ea"/>
              </a:rPr>
              <a:t>보유한 유료포인트 차감</a:t>
            </a:r>
            <a:r>
              <a:rPr lang="ko-KR" altLang="en-US" sz="700" i="0" dirty="0">
                <a:solidFill>
                  <a:srgbClr val="FF0000"/>
                </a:solidFill>
                <a:effectLst/>
                <a:latin typeface="+mj-ea"/>
                <a:ea typeface="+mj-ea"/>
              </a:rPr>
              <a:t> </a:t>
            </a:r>
            <a:r>
              <a:rPr lang="en-US" altLang="ko-KR" sz="700" i="0" dirty="0">
                <a:solidFill>
                  <a:srgbClr val="FF0000"/>
                </a:solidFill>
                <a:effectLst/>
                <a:latin typeface="+mj-ea"/>
                <a:ea typeface="+mj-ea"/>
              </a:rPr>
              <a:t>)</a:t>
            </a:r>
            <a:r>
              <a:rPr lang="ko-KR" altLang="en-US" sz="700" dirty="0">
                <a:solidFill>
                  <a:srgbClr val="FF0000"/>
                </a:solidFill>
                <a:latin typeface="+mj-ea"/>
                <a:ea typeface="+mj-ea"/>
              </a:rPr>
              <a:t> </a:t>
            </a:r>
          </a:p>
        </p:txBody>
      </p:sp>
    </p:spTree>
    <p:extLst>
      <p:ext uri="{BB962C8B-B14F-4D97-AF65-F5344CB8AC3E}">
        <p14:creationId xmlns:p14="http://schemas.microsoft.com/office/powerpoint/2010/main" val="2739665252"/>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Shop 채널 등록폼 오픈화면">
    <p:spTree>
      <p:nvGrpSpPr>
        <p:cNvPr id="1" name=""/>
        <p:cNvGrpSpPr/>
        <p:nvPr/>
      </p:nvGrpSpPr>
      <p:grpSpPr>
        <a:xfrm>
          <a:off x="0" y="0"/>
          <a:ext cx="0" cy="0"/>
          <a:chOff x="0" y="0"/>
          <a:chExt cx="0" cy="0"/>
        </a:xfrm>
      </p:grpSpPr>
      <p:sp>
        <p:nvSpPr>
          <p:cNvPr id="23" name="직사각형 22">
            <a:extLst>
              <a:ext uri="{FF2B5EF4-FFF2-40B4-BE49-F238E27FC236}">
                <a16:creationId xmlns:a16="http://schemas.microsoft.com/office/drawing/2014/main" id="{ABECF5B2-BB1D-4F9C-BD28-75B0133AB92B}"/>
              </a:ext>
            </a:extLst>
          </p:cNvPr>
          <p:cNvSpPr/>
          <p:nvPr userDrawn="1"/>
        </p:nvSpPr>
        <p:spPr>
          <a:xfrm>
            <a:off x="33614" y="40341"/>
            <a:ext cx="10078574" cy="12888480"/>
          </a:xfrm>
          <a:prstGeom prst="rect">
            <a:avLst/>
          </a:prstGeom>
          <a:solidFill>
            <a:schemeClr val="bg1"/>
          </a:solid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직사각형 19">
            <a:extLst>
              <a:ext uri="{FF2B5EF4-FFF2-40B4-BE49-F238E27FC236}">
                <a16:creationId xmlns:a16="http://schemas.microsoft.com/office/drawing/2014/main" id="{24B31EC4-B77E-4BDD-BCB1-EE54DDB97E66}"/>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 name="직사각형 20">
            <a:extLst>
              <a:ext uri="{FF2B5EF4-FFF2-40B4-BE49-F238E27FC236}">
                <a16:creationId xmlns:a16="http://schemas.microsoft.com/office/drawing/2014/main" id="{2E720B41-4B53-4A2A-B4B6-88B14D1AD957}"/>
              </a:ext>
            </a:extLst>
          </p:cNvPr>
          <p:cNvSpPr/>
          <p:nvPr userDrawn="1"/>
        </p:nvSpPr>
        <p:spPr>
          <a:xfrm>
            <a:off x="108568" y="10805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22" name="직사각형 21">
            <a:extLst>
              <a:ext uri="{FF2B5EF4-FFF2-40B4-BE49-F238E27FC236}">
                <a16:creationId xmlns:a16="http://schemas.microsoft.com/office/drawing/2014/main" id="{6C12EB54-390D-4D48-AC84-E09B504EEA7B}"/>
              </a:ext>
            </a:extLst>
          </p:cNvPr>
          <p:cNvSpPr/>
          <p:nvPr userDrawn="1"/>
        </p:nvSpPr>
        <p:spPr>
          <a:xfrm>
            <a:off x="8029664" y="107186"/>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graphicFrame>
        <p:nvGraphicFramePr>
          <p:cNvPr id="24" name="표 23">
            <a:extLst>
              <a:ext uri="{FF2B5EF4-FFF2-40B4-BE49-F238E27FC236}">
                <a16:creationId xmlns:a16="http://schemas.microsoft.com/office/drawing/2014/main" id="{9FFBA6DF-1914-4CC0-BF9D-6A0DDFF93421}"/>
              </a:ext>
            </a:extLst>
          </p:cNvPr>
          <p:cNvGraphicFramePr>
            <a:graphicFrameLocks noGrp="1"/>
          </p:cNvGraphicFramePr>
          <p:nvPr userDrawn="1">
            <p:extLst>
              <p:ext uri="{D42A27DB-BD31-4B8C-83A1-F6EECF244321}">
                <p14:modId xmlns:p14="http://schemas.microsoft.com/office/powerpoint/2010/main" val="1936870531"/>
              </p:ext>
            </p:extLst>
          </p:nvPr>
        </p:nvGraphicFramePr>
        <p:xfrm>
          <a:off x="125632" y="3587707"/>
          <a:ext cx="9943899" cy="42672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로고 사용여부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ko-KR" altLang="en-US" sz="800" b="0" i="0" u="none" strike="noStrike" dirty="0">
                          <a:solidFill>
                            <a:srgbClr val="000000"/>
                          </a:solidFill>
                          <a:effectLst/>
                          <a:latin typeface="+mn-lt"/>
                        </a:rPr>
                        <a:t>●</a:t>
                      </a:r>
                      <a:r>
                        <a:rPr lang="en-US" altLang="ko-KR" sz="800" b="0" dirty="0">
                          <a:solidFill>
                            <a:schemeClr val="tx1"/>
                          </a:solidFill>
                        </a:rPr>
                        <a:t> </a:t>
                      </a:r>
                      <a:r>
                        <a:rPr lang="ko-KR" altLang="en-US" sz="800" b="0" dirty="0">
                          <a:solidFill>
                            <a:schemeClr val="tx1"/>
                          </a:solidFill>
                        </a:rPr>
                        <a:t>이미지 사용</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5296034"/>
                  </a:ext>
                </a:extLst>
              </a:tr>
              <a:tr h="0">
                <a:tc>
                  <a:txBody>
                    <a:bodyPr/>
                    <a:lstStyle/>
                    <a:p>
                      <a:pPr latinLnBrk="1"/>
                      <a:r>
                        <a:rPr lang="ko-KR" altLang="en-US" sz="800" b="0" dirty="0">
                          <a:solidFill>
                            <a:schemeClr val="tx1"/>
                          </a:solidFill>
                        </a:rPr>
                        <a:t>로고 이미지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grpSp>
        <p:nvGrpSpPr>
          <p:cNvPr id="26" name="그룹 25">
            <a:extLst>
              <a:ext uri="{FF2B5EF4-FFF2-40B4-BE49-F238E27FC236}">
                <a16:creationId xmlns:a16="http://schemas.microsoft.com/office/drawing/2014/main" id="{F84759C3-1CE1-4C2D-A384-63061096EDAE}"/>
              </a:ext>
            </a:extLst>
          </p:cNvPr>
          <p:cNvGrpSpPr/>
          <p:nvPr userDrawn="1"/>
        </p:nvGrpSpPr>
        <p:grpSpPr>
          <a:xfrm>
            <a:off x="1419829" y="3850576"/>
            <a:ext cx="2089400" cy="120097"/>
            <a:chOff x="5148065" y="1124744"/>
            <a:chExt cx="2089400" cy="192328"/>
          </a:xfrm>
        </p:grpSpPr>
        <p:sp>
          <p:nvSpPr>
            <p:cNvPr id="27" name="직사각형 26">
              <a:extLst>
                <a:ext uri="{FF2B5EF4-FFF2-40B4-BE49-F238E27FC236}">
                  <a16:creationId xmlns:a16="http://schemas.microsoft.com/office/drawing/2014/main" id="{DF0D9191-765B-4D5C-A0C7-63D638C285A9}"/>
                </a:ext>
              </a:extLst>
            </p:cNvPr>
            <p:cNvSpPr/>
            <p:nvPr/>
          </p:nvSpPr>
          <p:spPr>
            <a:xfrm>
              <a:off x="5148065" y="1124744"/>
              <a:ext cx="1368151"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28" name="직사각형 27">
              <a:extLst>
                <a:ext uri="{FF2B5EF4-FFF2-40B4-BE49-F238E27FC236}">
                  <a16:creationId xmlns:a16="http://schemas.microsoft.com/office/drawing/2014/main" id="{ABE77D2C-E25A-41BB-AC82-FAEEEEA4358C}"/>
                </a:ext>
              </a:extLst>
            </p:cNvPr>
            <p:cNvSpPr/>
            <p:nvPr/>
          </p:nvSpPr>
          <p:spPr>
            <a:xfrm>
              <a:off x="6516216" y="112474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endParaRPr lang="en-US" altLang="ko-KR" sz="800" dirty="0">
                <a:solidFill>
                  <a:schemeClr val="bg1"/>
                </a:solidFill>
              </a:endParaRPr>
            </a:p>
          </p:txBody>
        </p:sp>
      </p:grpSp>
      <p:sp>
        <p:nvSpPr>
          <p:cNvPr id="29" name="TextBox 28">
            <a:extLst>
              <a:ext uri="{FF2B5EF4-FFF2-40B4-BE49-F238E27FC236}">
                <a16:creationId xmlns:a16="http://schemas.microsoft.com/office/drawing/2014/main" id="{1944378B-9F62-485B-9620-589E23D39F2F}"/>
              </a:ext>
            </a:extLst>
          </p:cNvPr>
          <p:cNvSpPr txBox="1"/>
          <p:nvPr userDrawn="1"/>
        </p:nvSpPr>
        <p:spPr>
          <a:xfrm>
            <a:off x="3606788" y="3801044"/>
            <a:ext cx="1560042" cy="230832"/>
          </a:xfrm>
          <a:prstGeom prst="rect">
            <a:avLst/>
          </a:prstGeom>
          <a:noFill/>
        </p:spPr>
        <p:txBody>
          <a:bodyPr wrap="none" rtlCol="0">
            <a:spAutoFit/>
          </a:bodyPr>
          <a:lstStyle/>
          <a:p>
            <a:r>
              <a:rPr lang="ko-KR" altLang="en-US" sz="900" dirty="0"/>
              <a:t>최적사이즈 </a:t>
            </a:r>
            <a:r>
              <a:rPr lang="en-US" altLang="ko-KR" sz="900" dirty="0"/>
              <a:t>000px * 000px</a:t>
            </a:r>
            <a:endParaRPr lang="ko-KR" altLang="en-US" sz="900" dirty="0"/>
          </a:p>
        </p:txBody>
      </p:sp>
      <p:sp>
        <p:nvSpPr>
          <p:cNvPr id="30" name="TextBox 29">
            <a:extLst>
              <a:ext uri="{FF2B5EF4-FFF2-40B4-BE49-F238E27FC236}">
                <a16:creationId xmlns:a16="http://schemas.microsoft.com/office/drawing/2014/main" id="{DD9E494E-FA63-4D5F-A7FC-15E34B5A1AEA}"/>
              </a:ext>
            </a:extLst>
          </p:cNvPr>
          <p:cNvSpPr txBox="1"/>
          <p:nvPr userDrawn="1"/>
        </p:nvSpPr>
        <p:spPr>
          <a:xfrm>
            <a:off x="67275" y="498010"/>
            <a:ext cx="1380506"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Shop </a:t>
            </a:r>
            <a:r>
              <a:rPr lang="ko-KR" altLang="en-US" sz="900" dirty="0">
                <a:latin typeface="맑은 고딕" panose="020B0503020000020004" pitchFamily="50" charset="-127"/>
                <a:ea typeface="맑은 고딕" panose="020B0503020000020004" pitchFamily="50" charset="-127"/>
              </a:rPr>
              <a:t>채널 기본정보</a:t>
            </a:r>
            <a:endParaRPr lang="ko-KR" altLang="en-US" sz="900" dirty="0"/>
          </a:p>
        </p:txBody>
      </p:sp>
      <p:sp>
        <p:nvSpPr>
          <p:cNvPr id="33" name="TextBox 32">
            <a:extLst>
              <a:ext uri="{FF2B5EF4-FFF2-40B4-BE49-F238E27FC236}">
                <a16:creationId xmlns:a16="http://schemas.microsoft.com/office/drawing/2014/main" id="{EED62CD7-C102-4533-80C2-134F78549FF4}"/>
              </a:ext>
            </a:extLst>
          </p:cNvPr>
          <p:cNvSpPr txBox="1"/>
          <p:nvPr userDrawn="1"/>
        </p:nvSpPr>
        <p:spPr>
          <a:xfrm>
            <a:off x="67275" y="3327541"/>
            <a:ext cx="1535998"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Shop </a:t>
            </a:r>
            <a:r>
              <a:rPr lang="ko-KR" altLang="en-US" sz="900" dirty="0">
                <a:latin typeface="맑은 고딕" panose="020B0503020000020004" pitchFamily="50" charset="-127"/>
                <a:ea typeface="맑은 고딕" panose="020B0503020000020004" pitchFamily="50" charset="-127"/>
              </a:rPr>
              <a:t>채널 로고 이미지</a:t>
            </a:r>
            <a:endParaRPr lang="ko-KR" altLang="en-US" sz="900" dirty="0"/>
          </a:p>
        </p:txBody>
      </p:sp>
      <p:graphicFrame>
        <p:nvGraphicFramePr>
          <p:cNvPr id="34" name="표 33">
            <a:extLst>
              <a:ext uri="{FF2B5EF4-FFF2-40B4-BE49-F238E27FC236}">
                <a16:creationId xmlns:a16="http://schemas.microsoft.com/office/drawing/2014/main" id="{472F0B7C-B782-414B-A716-F2F3DAAD3C5F}"/>
              </a:ext>
            </a:extLst>
          </p:cNvPr>
          <p:cNvGraphicFramePr>
            <a:graphicFrameLocks noGrp="1"/>
          </p:cNvGraphicFramePr>
          <p:nvPr userDrawn="1">
            <p:extLst>
              <p:ext uri="{D42A27DB-BD31-4B8C-83A1-F6EECF244321}">
                <p14:modId xmlns:p14="http://schemas.microsoft.com/office/powerpoint/2010/main" val="2148301482"/>
              </p:ext>
            </p:extLst>
          </p:nvPr>
        </p:nvGraphicFramePr>
        <p:xfrm>
          <a:off x="143579" y="10738294"/>
          <a:ext cx="9913122" cy="1066800"/>
        </p:xfrm>
        <a:graphic>
          <a:graphicData uri="http://schemas.openxmlformats.org/drawingml/2006/table">
            <a:tbl>
              <a:tblPr firstRow="1" bandRow="1">
                <a:tableStyleId>{5C22544A-7EE6-4342-B048-85BDC9FD1C3A}</a:tableStyleId>
              </a:tblPr>
              <a:tblGrid>
                <a:gridCol w="1295754">
                  <a:extLst>
                    <a:ext uri="{9D8B030D-6E8A-4147-A177-3AD203B41FA5}">
                      <a16:colId xmlns:a16="http://schemas.microsoft.com/office/drawing/2014/main" val="20000"/>
                    </a:ext>
                  </a:extLst>
                </a:gridCol>
                <a:gridCol w="3657600">
                  <a:extLst>
                    <a:ext uri="{9D8B030D-6E8A-4147-A177-3AD203B41FA5}">
                      <a16:colId xmlns:a16="http://schemas.microsoft.com/office/drawing/2014/main" val="20001"/>
                    </a:ext>
                  </a:extLst>
                </a:gridCol>
                <a:gridCol w="1397000">
                  <a:extLst>
                    <a:ext uri="{9D8B030D-6E8A-4147-A177-3AD203B41FA5}">
                      <a16:colId xmlns:a16="http://schemas.microsoft.com/office/drawing/2014/main" val="844629393"/>
                    </a:ext>
                  </a:extLst>
                </a:gridCol>
                <a:gridCol w="3562768">
                  <a:extLst>
                    <a:ext uri="{9D8B030D-6E8A-4147-A177-3AD203B41FA5}">
                      <a16:colId xmlns:a16="http://schemas.microsoft.com/office/drawing/2014/main" val="3042935483"/>
                    </a:ext>
                  </a:extLst>
                </a:gridCol>
              </a:tblGrid>
              <a:tr h="0">
                <a:tc>
                  <a:txBody>
                    <a:bodyPr/>
                    <a:lstStyle/>
                    <a:p>
                      <a:pPr latinLnBrk="1"/>
                      <a:r>
                        <a:rPr lang="en-US" altLang="ko-KR" sz="800" b="0" dirty="0">
                          <a:solidFill>
                            <a:schemeClr val="tx1"/>
                          </a:solidFill>
                        </a:rPr>
                        <a:t>Shop </a:t>
                      </a:r>
                      <a:r>
                        <a:rPr lang="ko-KR" altLang="en-US" sz="800" b="0" dirty="0">
                          <a:solidFill>
                            <a:schemeClr val="tx1"/>
                          </a:solidFill>
                        </a:rPr>
                        <a:t>채널 관리자 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t>
                      </a:r>
                      <a:r>
                        <a:rPr lang="ko-KR" altLang="en-US" sz="800" b="0" i="0" u="none" strike="noStrike" dirty="0">
                          <a:solidFill>
                            <a:srgbClr val="000000"/>
                          </a:solidFill>
                          <a:effectLst/>
                          <a:latin typeface="+mn-lt"/>
                        </a:rPr>
                        <a:t> 미사용   ● 사용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en-US" altLang="ko-KR" sz="800" b="0" dirty="0">
                          <a:solidFill>
                            <a:schemeClr val="tx1"/>
                          </a:solidFill>
                        </a:rPr>
                        <a:t>Shop </a:t>
                      </a:r>
                      <a:r>
                        <a:rPr lang="ko-KR" altLang="en-US" sz="800" b="0" dirty="0">
                          <a:solidFill>
                            <a:schemeClr val="tx1"/>
                          </a:solidFill>
                        </a:rPr>
                        <a:t>채널 관리자 성명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581238662"/>
                  </a:ext>
                </a:extLst>
              </a:tr>
              <a:tr h="0">
                <a:tc>
                  <a:txBody>
                    <a:bodyPr/>
                    <a:lstStyle/>
                    <a:p>
                      <a:pPr latinLnBrk="1"/>
                      <a:r>
                        <a:rPr lang="ko-KR" altLang="en-US" sz="800" b="0" dirty="0">
                          <a:solidFill>
                            <a:schemeClr val="tx1"/>
                          </a:solidFill>
                        </a:rPr>
                        <a:t>로그인 </a:t>
                      </a:r>
                      <a:r>
                        <a:rPr lang="en-US" altLang="ko-KR" sz="800" b="0" dirty="0">
                          <a:solidFill>
                            <a:schemeClr val="tx1"/>
                          </a:solidFill>
                        </a:rPr>
                        <a:t>ID</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로그인 </a:t>
                      </a:r>
                      <a:r>
                        <a:rPr lang="en-US" altLang="ko-KR" sz="800" b="0" i="0" u="none" strike="noStrike" dirty="0">
                          <a:solidFill>
                            <a:srgbClr val="000000"/>
                          </a:solidFill>
                          <a:effectLst/>
                          <a:latin typeface="+mn-lt"/>
                        </a:rPr>
                        <a:t>PW</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824190573"/>
                  </a:ext>
                </a:extLst>
              </a:tr>
              <a:tr h="0">
                <a:tc>
                  <a:txBody>
                    <a:bodyPr/>
                    <a:lstStyle/>
                    <a:p>
                      <a:pPr latinLnBrk="1"/>
                      <a:r>
                        <a:rPr lang="ko-KR" altLang="en-US" sz="800" b="0" dirty="0">
                          <a:solidFill>
                            <a:schemeClr val="tx1"/>
                          </a:solidFill>
                        </a:rPr>
                        <a:t>정산</a:t>
                      </a:r>
                      <a:r>
                        <a:rPr lang="en-US" altLang="ko-KR" sz="800" b="0" dirty="0">
                          <a:solidFill>
                            <a:schemeClr val="tx1"/>
                          </a:solidFill>
                        </a:rPr>
                        <a:t>(</a:t>
                      </a:r>
                      <a:r>
                        <a:rPr lang="ko-KR" altLang="en-US" sz="800" b="0" dirty="0">
                          <a:solidFill>
                            <a:schemeClr val="tx1"/>
                          </a:solidFill>
                        </a:rPr>
                        <a:t>지급</a:t>
                      </a:r>
                      <a:r>
                        <a:rPr lang="en-US" altLang="ko-KR" sz="800" b="0" dirty="0">
                          <a:solidFill>
                            <a:schemeClr val="tx1"/>
                          </a:solidFill>
                        </a:rPr>
                        <a:t>)</a:t>
                      </a:r>
                      <a:r>
                        <a:rPr lang="ko-KR" altLang="en-US" sz="800" b="0" dirty="0">
                          <a:solidFill>
                            <a:schemeClr val="tx1"/>
                          </a:solidFill>
                        </a:rPr>
                        <a:t>방법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 판매금액</a:t>
                      </a:r>
                      <a:r>
                        <a:rPr lang="ko-KR" altLang="en-US" sz="800" b="0" i="0" u="none" strike="noStrike" baseline="0" dirty="0">
                          <a:solidFill>
                            <a:schemeClr val="tx1"/>
                          </a:solidFill>
                          <a:effectLst/>
                          <a:latin typeface="+mn-lt"/>
                        </a:rPr>
                        <a:t> 대비 </a:t>
                      </a:r>
                      <a:r>
                        <a:rPr lang="en-US" altLang="ko-KR" sz="800" b="0" i="0" u="none" strike="noStrike" baseline="0" dirty="0">
                          <a:solidFill>
                            <a:schemeClr val="tx1"/>
                          </a:solidFill>
                          <a:effectLst/>
                          <a:latin typeface="+mn-lt"/>
                        </a:rPr>
                        <a:t>% </a:t>
                      </a:r>
                      <a:r>
                        <a:rPr lang="ko-KR" altLang="en-US" sz="800" b="0" i="0" u="none" strike="noStrike" baseline="0" dirty="0">
                          <a:solidFill>
                            <a:schemeClr val="tx1"/>
                          </a:solidFill>
                          <a:effectLst/>
                          <a:latin typeface="+mn-lt"/>
                        </a:rPr>
                        <a:t>지급</a:t>
                      </a:r>
                      <a:r>
                        <a:rPr lang="ko-KR" altLang="en-US" sz="800" b="0" i="0" u="none" strike="noStrike" dirty="0">
                          <a:solidFill>
                            <a:schemeClr val="tx1"/>
                          </a:solidFill>
                          <a:effectLst/>
                          <a:latin typeface="+mn-lt"/>
                        </a:rPr>
                        <a:t>    ○ 판매</a:t>
                      </a:r>
                      <a:r>
                        <a:rPr lang="ko-KR" altLang="en-US" sz="800" b="0" i="0" u="none" strike="noStrike" baseline="0" dirty="0">
                          <a:solidFill>
                            <a:schemeClr val="tx1"/>
                          </a:solidFill>
                          <a:effectLst/>
                          <a:latin typeface="+mn-lt"/>
                        </a:rPr>
                        <a:t> 개당 금액</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631467916"/>
                  </a:ext>
                </a:extLst>
              </a:tr>
              <a:tr h="0">
                <a:tc>
                  <a:txBody>
                    <a:bodyPr/>
                    <a:lstStyle/>
                    <a:p>
                      <a:pPr latinLnBrk="1"/>
                      <a:r>
                        <a:rPr lang="ko-KR" altLang="en-US" sz="800" b="0" dirty="0" err="1">
                          <a:solidFill>
                            <a:schemeClr val="tx1"/>
                          </a:solidFill>
                        </a:rPr>
                        <a:t>정산요율</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en-US" altLang="ko-KR" sz="800" b="0" baseline="0" dirty="0">
                          <a:solidFill>
                            <a:schemeClr val="tx1"/>
                          </a:solidFill>
                        </a:rPr>
                        <a:t> ( </a:t>
                      </a:r>
                      <a:r>
                        <a:rPr lang="ko-KR" altLang="en-US" sz="800" b="0" baseline="0" dirty="0">
                          <a:solidFill>
                            <a:schemeClr val="tx1"/>
                          </a:solidFill>
                        </a:rPr>
                        <a:t>총 판매금액에서 지급되는 </a:t>
                      </a:r>
                      <a:r>
                        <a:rPr lang="en-US" altLang="ko-KR" sz="800" b="0" baseline="0" dirty="0">
                          <a:solidFill>
                            <a:schemeClr val="tx1"/>
                          </a:solidFill>
                        </a:rPr>
                        <a:t>% )</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691391826"/>
                  </a:ext>
                </a:extLst>
              </a:tr>
            </a:tbl>
          </a:graphicData>
        </a:graphic>
      </p:graphicFrame>
      <p:sp>
        <p:nvSpPr>
          <p:cNvPr id="35" name="TextBox 34">
            <a:extLst>
              <a:ext uri="{FF2B5EF4-FFF2-40B4-BE49-F238E27FC236}">
                <a16:creationId xmlns:a16="http://schemas.microsoft.com/office/drawing/2014/main" id="{9AF0C559-AE4C-4F08-91B9-0F0269D845BC}"/>
              </a:ext>
            </a:extLst>
          </p:cNvPr>
          <p:cNvSpPr txBox="1"/>
          <p:nvPr userDrawn="1"/>
        </p:nvSpPr>
        <p:spPr>
          <a:xfrm>
            <a:off x="67275" y="10510779"/>
            <a:ext cx="2108269"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Shop </a:t>
            </a:r>
            <a:r>
              <a:rPr lang="ko-KR" altLang="en-US" sz="900" dirty="0">
                <a:latin typeface="맑은 고딕" panose="020B0503020000020004" pitchFamily="50" charset="-127"/>
                <a:ea typeface="맑은 고딕" panose="020B0503020000020004" pitchFamily="50" charset="-127"/>
              </a:rPr>
              <a:t>채널 </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모니터링</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 관리자 정보</a:t>
            </a:r>
            <a:endParaRPr lang="ko-KR" altLang="en-US" sz="900" dirty="0"/>
          </a:p>
        </p:txBody>
      </p:sp>
      <p:sp>
        <p:nvSpPr>
          <p:cNvPr id="36" name="직사각형 35">
            <a:extLst>
              <a:ext uri="{FF2B5EF4-FFF2-40B4-BE49-F238E27FC236}">
                <a16:creationId xmlns:a16="http://schemas.microsoft.com/office/drawing/2014/main" id="{869A4FBF-4E4B-4D28-9B32-826B1AE1A90D}"/>
              </a:ext>
            </a:extLst>
          </p:cNvPr>
          <p:cNvSpPr/>
          <p:nvPr userDrawn="1"/>
        </p:nvSpPr>
        <p:spPr>
          <a:xfrm>
            <a:off x="4259232" y="12222356"/>
            <a:ext cx="721249" cy="192328"/>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등록</a:t>
            </a:r>
            <a:endParaRPr lang="en-US" altLang="ko-KR" sz="800" dirty="0">
              <a:solidFill>
                <a:schemeClr val="bg1"/>
              </a:solidFill>
            </a:endParaRPr>
          </a:p>
        </p:txBody>
      </p:sp>
      <p:sp>
        <p:nvSpPr>
          <p:cNvPr id="37" name="직사각형 36">
            <a:extLst>
              <a:ext uri="{FF2B5EF4-FFF2-40B4-BE49-F238E27FC236}">
                <a16:creationId xmlns:a16="http://schemas.microsoft.com/office/drawing/2014/main" id="{99084766-19A3-40F3-8E7D-A10D04E25B67}"/>
              </a:ext>
            </a:extLst>
          </p:cNvPr>
          <p:cNvSpPr/>
          <p:nvPr userDrawn="1"/>
        </p:nvSpPr>
        <p:spPr>
          <a:xfrm>
            <a:off x="5129655" y="12216429"/>
            <a:ext cx="721249" cy="192328"/>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목록</a:t>
            </a:r>
            <a:endParaRPr lang="en-US" altLang="ko-KR" sz="800" dirty="0">
              <a:solidFill>
                <a:schemeClr val="bg1"/>
              </a:solidFill>
            </a:endParaRPr>
          </a:p>
        </p:txBody>
      </p:sp>
      <p:graphicFrame>
        <p:nvGraphicFramePr>
          <p:cNvPr id="52" name="표 51">
            <a:extLst>
              <a:ext uri="{FF2B5EF4-FFF2-40B4-BE49-F238E27FC236}">
                <a16:creationId xmlns:a16="http://schemas.microsoft.com/office/drawing/2014/main" id="{C330D934-B06D-4870-8A28-C0AAF03E7509}"/>
              </a:ext>
            </a:extLst>
          </p:cNvPr>
          <p:cNvGraphicFramePr>
            <a:graphicFrameLocks noGrp="1"/>
          </p:cNvGraphicFramePr>
          <p:nvPr userDrawn="1">
            <p:extLst>
              <p:ext uri="{D42A27DB-BD31-4B8C-83A1-F6EECF244321}">
                <p14:modId xmlns:p14="http://schemas.microsoft.com/office/powerpoint/2010/main" val="2832554966"/>
              </p:ext>
            </p:extLst>
          </p:nvPr>
        </p:nvGraphicFramePr>
        <p:xfrm>
          <a:off x="125632" y="4542786"/>
          <a:ext cx="9943899" cy="42672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메인 배너 사용여부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ko-KR" altLang="en-US" sz="800" b="0" i="0" u="none" strike="noStrike" dirty="0">
                          <a:solidFill>
                            <a:srgbClr val="000000"/>
                          </a:solidFill>
                          <a:effectLst/>
                          <a:latin typeface="+mn-lt"/>
                        </a:rPr>
                        <a:t>●</a:t>
                      </a:r>
                      <a:r>
                        <a:rPr lang="en-US" altLang="ko-KR" sz="800" b="0" dirty="0">
                          <a:solidFill>
                            <a:schemeClr val="tx1"/>
                          </a:solidFill>
                        </a:rPr>
                        <a:t> </a:t>
                      </a:r>
                      <a:r>
                        <a:rPr lang="ko-KR" altLang="en-US" sz="800" b="0" dirty="0">
                          <a:solidFill>
                            <a:schemeClr val="tx1"/>
                          </a:solidFill>
                        </a:rPr>
                        <a:t>이미지로 등록</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5296034"/>
                  </a:ext>
                </a:extLst>
              </a:tr>
              <a:tr h="0">
                <a:tc>
                  <a:txBody>
                    <a:bodyPr/>
                    <a:lstStyle/>
                    <a:p>
                      <a:pPr latinLnBrk="1"/>
                      <a:r>
                        <a:rPr lang="ko-KR" altLang="en-US" sz="800" b="0" dirty="0">
                          <a:solidFill>
                            <a:schemeClr val="tx1"/>
                          </a:solidFill>
                        </a:rPr>
                        <a:t>배너 이미지 </a:t>
                      </a:r>
                      <a:r>
                        <a:rPr lang="en-US" altLang="ko-KR" sz="800" b="0" dirty="0">
                          <a:solidFill>
                            <a:schemeClr val="tx1"/>
                          </a:solidFill>
                        </a:rPr>
                        <a:t>( Max 5 )</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grpSp>
        <p:nvGrpSpPr>
          <p:cNvPr id="53" name="그룹 52">
            <a:extLst>
              <a:ext uri="{FF2B5EF4-FFF2-40B4-BE49-F238E27FC236}">
                <a16:creationId xmlns:a16="http://schemas.microsoft.com/office/drawing/2014/main" id="{4B58E441-CC50-448D-9FBA-C31355820C8D}"/>
              </a:ext>
            </a:extLst>
          </p:cNvPr>
          <p:cNvGrpSpPr/>
          <p:nvPr userDrawn="1"/>
        </p:nvGrpSpPr>
        <p:grpSpPr>
          <a:xfrm>
            <a:off x="1419829" y="4805655"/>
            <a:ext cx="2089400" cy="120097"/>
            <a:chOff x="5148065" y="1124744"/>
            <a:chExt cx="2089400" cy="192328"/>
          </a:xfrm>
        </p:grpSpPr>
        <p:sp>
          <p:nvSpPr>
            <p:cNvPr id="54" name="직사각형 53">
              <a:extLst>
                <a:ext uri="{FF2B5EF4-FFF2-40B4-BE49-F238E27FC236}">
                  <a16:creationId xmlns:a16="http://schemas.microsoft.com/office/drawing/2014/main" id="{3162B356-C11C-4DF1-89DB-D57122609A43}"/>
                </a:ext>
              </a:extLst>
            </p:cNvPr>
            <p:cNvSpPr/>
            <p:nvPr/>
          </p:nvSpPr>
          <p:spPr>
            <a:xfrm>
              <a:off x="5148065" y="1124744"/>
              <a:ext cx="1368151"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55" name="직사각형 54">
              <a:extLst>
                <a:ext uri="{FF2B5EF4-FFF2-40B4-BE49-F238E27FC236}">
                  <a16:creationId xmlns:a16="http://schemas.microsoft.com/office/drawing/2014/main" id="{A908A874-794E-41C7-8408-FC4A7587FED8}"/>
                </a:ext>
              </a:extLst>
            </p:cNvPr>
            <p:cNvSpPr/>
            <p:nvPr/>
          </p:nvSpPr>
          <p:spPr>
            <a:xfrm>
              <a:off x="6516216" y="112474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endParaRPr lang="en-US" altLang="ko-KR" sz="800" dirty="0">
                <a:solidFill>
                  <a:schemeClr val="bg1"/>
                </a:solidFill>
              </a:endParaRPr>
            </a:p>
          </p:txBody>
        </p:sp>
      </p:grpSp>
      <p:sp>
        <p:nvSpPr>
          <p:cNvPr id="56" name="TextBox 55">
            <a:extLst>
              <a:ext uri="{FF2B5EF4-FFF2-40B4-BE49-F238E27FC236}">
                <a16:creationId xmlns:a16="http://schemas.microsoft.com/office/drawing/2014/main" id="{97CF9DEF-1E03-4696-904F-001FE92E0E11}"/>
              </a:ext>
            </a:extLst>
          </p:cNvPr>
          <p:cNvSpPr txBox="1"/>
          <p:nvPr userDrawn="1"/>
        </p:nvSpPr>
        <p:spPr>
          <a:xfrm>
            <a:off x="3606788" y="4756123"/>
            <a:ext cx="1560042" cy="230832"/>
          </a:xfrm>
          <a:prstGeom prst="rect">
            <a:avLst/>
          </a:prstGeom>
          <a:noFill/>
        </p:spPr>
        <p:txBody>
          <a:bodyPr wrap="none" rtlCol="0">
            <a:spAutoFit/>
          </a:bodyPr>
          <a:lstStyle/>
          <a:p>
            <a:r>
              <a:rPr lang="ko-KR" altLang="en-US" sz="900" dirty="0"/>
              <a:t>최적사이즈 </a:t>
            </a:r>
            <a:r>
              <a:rPr lang="en-US" altLang="ko-KR" sz="900" dirty="0"/>
              <a:t>000px * 000px</a:t>
            </a:r>
            <a:endParaRPr lang="ko-KR" altLang="en-US" sz="900" dirty="0"/>
          </a:p>
        </p:txBody>
      </p:sp>
      <p:sp>
        <p:nvSpPr>
          <p:cNvPr id="57" name="직사각형 56">
            <a:extLst>
              <a:ext uri="{FF2B5EF4-FFF2-40B4-BE49-F238E27FC236}">
                <a16:creationId xmlns:a16="http://schemas.microsoft.com/office/drawing/2014/main" id="{208E2AE2-FCD1-447C-AEC4-2A5FEA0F83F2}"/>
              </a:ext>
            </a:extLst>
          </p:cNvPr>
          <p:cNvSpPr/>
          <p:nvPr userDrawn="1"/>
        </p:nvSpPr>
        <p:spPr>
          <a:xfrm>
            <a:off x="5278037" y="4787039"/>
            <a:ext cx="721249" cy="154747"/>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추가하기</a:t>
            </a:r>
            <a:endParaRPr lang="en-US" altLang="ko-KR" sz="800" dirty="0">
              <a:solidFill>
                <a:schemeClr val="bg1"/>
              </a:solidFill>
            </a:endParaRPr>
          </a:p>
        </p:txBody>
      </p:sp>
      <p:sp>
        <p:nvSpPr>
          <p:cNvPr id="58" name="TextBox 57">
            <a:extLst>
              <a:ext uri="{FF2B5EF4-FFF2-40B4-BE49-F238E27FC236}">
                <a16:creationId xmlns:a16="http://schemas.microsoft.com/office/drawing/2014/main" id="{EB7595B5-8CB1-4745-89C9-FB0B10E8661C}"/>
              </a:ext>
            </a:extLst>
          </p:cNvPr>
          <p:cNvSpPr txBox="1"/>
          <p:nvPr userDrawn="1"/>
        </p:nvSpPr>
        <p:spPr>
          <a:xfrm>
            <a:off x="67275" y="4282620"/>
            <a:ext cx="1228221"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메인 배너 이미지</a:t>
            </a:r>
            <a:endParaRPr lang="ko-KR" altLang="en-US" sz="900" dirty="0"/>
          </a:p>
        </p:txBody>
      </p:sp>
      <p:graphicFrame>
        <p:nvGraphicFramePr>
          <p:cNvPr id="59" name="표 58">
            <a:extLst>
              <a:ext uri="{FF2B5EF4-FFF2-40B4-BE49-F238E27FC236}">
                <a16:creationId xmlns:a16="http://schemas.microsoft.com/office/drawing/2014/main" id="{D6574BFA-3565-4F60-849B-0F7DB438A84B}"/>
              </a:ext>
            </a:extLst>
          </p:cNvPr>
          <p:cNvGraphicFramePr>
            <a:graphicFrameLocks noGrp="1"/>
          </p:cNvGraphicFramePr>
          <p:nvPr userDrawn="1">
            <p:extLst>
              <p:ext uri="{D42A27DB-BD31-4B8C-83A1-F6EECF244321}">
                <p14:modId xmlns:p14="http://schemas.microsoft.com/office/powerpoint/2010/main" val="2052221904"/>
              </p:ext>
            </p:extLst>
          </p:nvPr>
        </p:nvGraphicFramePr>
        <p:xfrm>
          <a:off x="125632" y="2633586"/>
          <a:ext cx="9943899" cy="42672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사용기간 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무기한     </a:t>
                      </a:r>
                      <a:r>
                        <a:rPr lang="ko-KR" altLang="en-US" sz="800" b="0" i="0" u="none" strike="noStrike" dirty="0">
                          <a:solidFill>
                            <a:srgbClr val="000000"/>
                          </a:solidFill>
                          <a:effectLst/>
                          <a:latin typeface="+mn-lt"/>
                        </a:rPr>
                        <a:t>●</a:t>
                      </a:r>
                      <a:r>
                        <a:rPr lang="en-US" altLang="ko-KR" sz="800" b="0" dirty="0">
                          <a:solidFill>
                            <a:schemeClr val="tx1"/>
                          </a:solidFill>
                        </a:rPr>
                        <a:t> </a:t>
                      </a:r>
                      <a:r>
                        <a:rPr lang="ko-KR" altLang="en-US" sz="800" b="0" dirty="0">
                          <a:solidFill>
                            <a:schemeClr val="tx1"/>
                          </a:solidFill>
                        </a:rPr>
                        <a:t>기간제</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5296034"/>
                  </a:ext>
                </a:extLst>
              </a:tr>
              <a:tr h="0">
                <a:tc>
                  <a:txBody>
                    <a:bodyPr/>
                    <a:lstStyle/>
                    <a:p>
                      <a:pPr latinLnBrk="1"/>
                      <a:r>
                        <a:rPr lang="ko-KR" altLang="en-US" sz="800" b="0" dirty="0">
                          <a:solidFill>
                            <a:schemeClr val="tx1"/>
                          </a:solidFill>
                        </a:rPr>
                        <a:t>사용기간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sp>
        <p:nvSpPr>
          <p:cNvPr id="60" name="TextBox 59">
            <a:extLst>
              <a:ext uri="{FF2B5EF4-FFF2-40B4-BE49-F238E27FC236}">
                <a16:creationId xmlns:a16="http://schemas.microsoft.com/office/drawing/2014/main" id="{A1FFC4EE-9E40-4166-997E-616335310262}"/>
              </a:ext>
            </a:extLst>
          </p:cNvPr>
          <p:cNvSpPr txBox="1"/>
          <p:nvPr userDrawn="1"/>
        </p:nvSpPr>
        <p:spPr>
          <a:xfrm>
            <a:off x="67275" y="2373420"/>
            <a:ext cx="1380506"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Shop </a:t>
            </a:r>
            <a:r>
              <a:rPr lang="ko-KR" altLang="en-US" sz="900" dirty="0">
                <a:latin typeface="맑은 고딕" panose="020B0503020000020004" pitchFamily="50" charset="-127"/>
                <a:ea typeface="맑은 고딕" panose="020B0503020000020004" pitchFamily="50" charset="-127"/>
              </a:rPr>
              <a:t>채널 사용주기</a:t>
            </a:r>
            <a:endParaRPr lang="ko-KR" altLang="en-US" sz="900" dirty="0"/>
          </a:p>
        </p:txBody>
      </p:sp>
      <p:sp>
        <p:nvSpPr>
          <p:cNvPr id="61" name="직사각형 60">
            <a:extLst>
              <a:ext uri="{FF2B5EF4-FFF2-40B4-BE49-F238E27FC236}">
                <a16:creationId xmlns:a16="http://schemas.microsoft.com/office/drawing/2014/main" id="{889F2013-AEEF-4908-9B4D-96F5808A7660}"/>
              </a:ext>
            </a:extLst>
          </p:cNvPr>
          <p:cNvSpPr/>
          <p:nvPr userDrawn="1"/>
        </p:nvSpPr>
        <p:spPr>
          <a:xfrm>
            <a:off x="1414154" y="2884940"/>
            <a:ext cx="792089"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62" name="그림 61">
            <a:extLst>
              <a:ext uri="{FF2B5EF4-FFF2-40B4-BE49-F238E27FC236}">
                <a16:creationId xmlns:a16="http://schemas.microsoft.com/office/drawing/2014/main" id="{907A0350-68FD-46EA-BDCB-0BA39C877DA3}"/>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266696" y="2877981"/>
            <a:ext cx="146839" cy="146839"/>
          </a:xfrm>
          <a:prstGeom prst="rect">
            <a:avLst/>
          </a:prstGeom>
        </p:spPr>
      </p:pic>
      <p:sp>
        <p:nvSpPr>
          <p:cNvPr id="63" name="직사각형 62">
            <a:extLst>
              <a:ext uri="{FF2B5EF4-FFF2-40B4-BE49-F238E27FC236}">
                <a16:creationId xmlns:a16="http://schemas.microsoft.com/office/drawing/2014/main" id="{5D67F186-741A-4D8A-93EE-0DEE0FA91B3E}"/>
              </a:ext>
            </a:extLst>
          </p:cNvPr>
          <p:cNvSpPr/>
          <p:nvPr userDrawn="1"/>
        </p:nvSpPr>
        <p:spPr>
          <a:xfrm>
            <a:off x="2521466" y="2884940"/>
            <a:ext cx="654027"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시 선택▼</a:t>
            </a:r>
            <a:endParaRPr lang="en-US" altLang="ko-KR" sz="800" dirty="0">
              <a:solidFill>
                <a:schemeClr val="tx1">
                  <a:lumMod val="50000"/>
                  <a:lumOff val="50000"/>
                </a:schemeClr>
              </a:solidFill>
            </a:endParaRPr>
          </a:p>
        </p:txBody>
      </p:sp>
      <p:sp>
        <p:nvSpPr>
          <p:cNvPr id="64" name="TextBox 63">
            <a:extLst>
              <a:ext uri="{FF2B5EF4-FFF2-40B4-BE49-F238E27FC236}">
                <a16:creationId xmlns:a16="http://schemas.microsoft.com/office/drawing/2014/main" id="{B5F30D1C-9C7B-48F6-9BA3-18C05404DA7A}"/>
              </a:ext>
            </a:extLst>
          </p:cNvPr>
          <p:cNvSpPr txBox="1"/>
          <p:nvPr userDrawn="1"/>
        </p:nvSpPr>
        <p:spPr>
          <a:xfrm>
            <a:off x="3151016" y="2828042"/>
            <a:ext cx="264816" cy="230832"/>
          </a:xfrm>
          <a:prstGeom prst="rect">
            <a:avLst/>
          </a:prstGeom>
          <a:noFill/>
        </p:spPr>
        <p:txBody>
          <a:bodyPr wrap="none" rtlCol="0">
            <a:spAutoFit/>
          </a:bodyPr>
          <a:lstStyle/>
          <a:p>
            <a:r>
              <a:rPr lang="en-US" altLang="ko-KR" sz="900" dirty="0"/>
              <a:t>~</a:t>
            </a:r>
            <a:endParaRPr lang="ko-KR" altLang="en-US" sz="900" dirty="0"/>
          </a:p>
        </p:txBody>
      </p:sp>
      <p:sp>
        <p:nvSpPr>
          <p:cNvPr id="65" name="직사각형 64">
            <a:extLst>
              <a:ext uri="{FF2B5EF4-FFF2-40B4-BE49-F238E27FC236}">
                <a16:creationId xmlns:a16="http://schemas.microsoft.com/office/drawing/2014/main" id="{425C1F45-D3DA-4A3E-AA22-1011932A14A8}"/>
              </a:ext>
            </a:extLst>
          </p:cNvPr>
          <p:cNvSpPr/>
          <p:nvPr userDrawn="1"/>
        </p:nvSpPr>
        <p:spPr>
          <a:xfrm>
            <a:off x="3408998" y="2884940"/>
            <a:ext cx="792089"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66" name="그림 65">
            <a:extLst>
              <a:ext uri="{FF2B5EF4-FFF2-40B4-BE49-F238E27FC236}">
                <a16:creationId xmlns:a16="http://schemas.microsoft.com/office/drawing/2014/main" id="{F1940E16-5C96-48FD-88DF-B1092C63A235}"/>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4261540" y="2877981"/>
            <a:ext cx="146839" cy="146839"/>
          </a:xfrm>
          <a:prstGeom prst="rect">
            <a:avLst/>
          </a:prstGeom>
        </p:spPr>
      </p:pic>
      <p:sp>
        <p:nvSpPr>
          <p:cNvPr id="67" name="직사각형 66">
            <a:extLst>
              <a:ext uri="{FF2B5EF4-FFF2-40B4-BE49-F238E27FC236}">
                <a16:creationId xmlns:a16="http://schemas.microsoft.com/office/drawing/2014/main" id="{FF7D13CE-8183-489D-976D-2DC3049C53DF}"/>
              </a:ext>
            </a:extLst>
          </p:cNvPr>
          <p:cNvSpPr/>
          <p:nvPr userDrawn="1"/>
        </p:nvSpPr>
        <p:spPr>
          <a:xfrm>
            <a:off x="4516310" y="2884940"/>
            <a:ext cx="654027"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시 선택▼</a:t>
            </a:r>
            <a:endParaRPr lang="en-US" altLang="ko-KR" sz="800" dirty="0">
              <a:solidFill>
                <a:schemeClr val="tx1">
                  <a:lumMod val="50000"/>
                  <a:lumOff val="50000"/>
                </a:schemeClr>
              </a:solidFill>
            </a:endParaRPr>
          </a:p>
        </p:txBody>
      </p:sp>
      <p:graphicFrame>
        <p:nvGraphicFramePr>
          <p:cNvPr id="69" name="표 68">
            <a:extLst>
              <a:ext uri="{FF2B5EF4-FFF2-40B4-BE49-F238E27FC236}">
                <a16:creationId xmlns:a16="http://schemas.microsoft.com/office/drawing/2014/main" id="{DB8E5774-0688-4A42-B3D4-F92BFD4C8425}"/>
              </a:ext>
            </a:extLst>
          </p:cNvPr>
          <p:cNvGraphicFramePr>
            <a:graphicFrameLocks noGrp="1"/>
          </p:cNvGraphicFramePr>
          <p:nvPr userDrawn="1">
            <p:extLst>
              <p:ext uri="{D42A27DB-BD31-4B8C-83A1-F6EECF244321}">
                <p14:modId xmlns:p14="http://schemas.microsoft.com/office/powerpoint/2010/main" val="3825894771"/>
              </p:ext>
            </p:extLst>
          </p:nvPr>
        </p:nvGraphicFramePr>
        <p:xfrm>
          <a:off x="125632" y="7746653"/>
          <a:ext cx="9943899" cy="952916"/>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197387">
                <a:tc>
                  <a:txBody>
                    <a:bodyPr/>
                    <a:lstStyle/>
                    <a:p>
                      <a:pPr latinLnBrk="1"/>
                      <a:r>
                        <a:rPr lang="en-US" altLang="ko-KR" sz="800" b="0" dirty="0">
                          <a:solidFill>
                            <a:schemeClr val="tx1"/>
                          </a:solidFill>
                        </a:rPr>
                        <a:t>OG</a:t>
                      </a:r>
                      <a:r>
                        <a:rPr lang="ko-KR" altLang="en-US" sz="800" b="0" dirty="0">
                          <a:solidFill>
                            <a:schemeClr val="tx1"/>
                          </a:solidFill>
                        </a:rPr>
                        <a:t> 사용여부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ko-KR" altLang="en-US" sz="800" b="0" i="0" u="none" strike="noStrike" dirty="0">
                          <a:solidFill>
                            <a:srgbClr val="000000"/>
                          </a:solidFill>
                          <a:effectLst/>
                          <a:latin typeface="+mn-lt"/>
                        </a:rPr>
                        <a:t>●</a:t>
                      </a:r>
                      <a:r>
                        <a:rPr lang="en-US" altLang="ko-KR" sz="800" b="0" dirty="0">
                          <a:solidFill>
                            <a:schemeClr val="tx1"/>
                          </a:solidFill>
                        </a:rPr>
                        <a:t> </a:t>
                      </a:r>
                      <a:r>
                        <a:rPr lang="ko-KR" altLang="en-US" sz="800" b="0" dirty="0">
                          <a:solidFill>
                            <a:schemeClr val="tx1"/>
                          </a:solidFill>
                        </a:rPr>
                        <a:t>사용</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5296034"/>
                  </a:ext>
                </a:extLst>
              </a:tr>
              <a:tr h="739556">
                <a:tc>
                  <a:txBody>
                    <a:bodyPr/>
                    <a:lstStyle/>
                    <a:p>
                      <a:pPr latinLnBrk="1"/>
                      <a:r>
                        <a:rPr lang="en-US" altLang="ko-KR" sz="800" b="0" dirty="0">
                          <a:solidFill>
                            <a:schemeClr val="tx1"/>
                          </a:solidFill>
                        </a:rPr>
                        <a:t>OG TAG</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800" b="0" i="0" u="none" strike="noStrike" dirty="0">
                          <a:solidFill>
                            <a:srgbClr val="000000"/>
                          </a:solidFill>
                          <a:effectLst/>
                          <a:latin typeface="+mn-lt"/>
                        </a:rPr>
                        <a:t>Title           </a:t>
                      </a: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800" b="0" i="0" u="none" strike="noStrike" dirty="0">
                          <a:solidFill>
                            <a:srgbClr val="000000"/>
                          </a:solidFill>
                          <a:effectLst/>
                          <a:latin typeface="+mn-lt"/>
                        </a:rPr>
                        <a:t>Description  </a:t>
                      </a: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800" b="0" i="0" u="none" strike="noStrike" dirty="0">
                          <a:solidFill>
                            <a:srgbClr val="000000"/>
                          </a:solidFill>
                          <a:effectLst/>
                          <a:latin typeface="+mn-lt"/>
                        </a:rPr>
                        <a:t>Image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grpSp>
        <p:nvGrpSpPr>
          <p:cNvPr id="70" name="그룹 69">
            <a:extLst>
              <a:ext uri="{FF2B5EF4-FFF2-40B4-BE49-F238E27FC236}">
                <a16:creationId xmlns:a16="http://schemas.microsoft.com/office/drawing/2014/main" id="{72141884-A5E6-4D7E-8219-A17AA75A6714}"/>
              </a:ext>
            </a:extLst>
          </p:cNvPr>
          <p:cNvGrpSpPr/>
          <p:nvPr userDrawn="1"/>
        </p:nvGrpSpPr>
        <p:grpSpPr>
          <a:xfrm>
            <a:off x="2103903" y="8439807"/>
            <a:ext cx="2089400" cy="120097"/>
            <a:chOff x="5148065" y="1124744"/>
            <a:chExt cx="2089400" cy="192328"/>
          </a:xfrm>
        </p:grpSpPr>
        <p:sp>
          <p:nvSpPr>
            <p:cNvPr id="71" name="직사각형 70">
              <a:extLst>
                <a:ext uri="{FF2B5EF4-FFF2-40B4-BE49-F238E27FC236}">
                  <a16:creationId xmlns:a16="http://schemas.microsoft.com/office/drawing/2014/main" id="{2B9C3E8D-E97D-4523-AF9D-3743FD37D7C7}"/>
                </a:ext>
              </a:extLst>
            </p:cNvPr>
            <p:cNvSpPr/>
            <p:nvPr/>
          </p:nvSpPr>
          <p:spPr>
            <a:xfrm>
              <a:off x="5148065" y="1124744"/>
              <a:ext cx="1368151"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72" name="직사각형 71">
              <a:extLst>
                <a:ext uri="{FF2B5EF4-FFF2-40B4-BE49-F238E27FC236}">
                  <a16:creationId xmlns:a16="http://schemas.microsoft.com/office/drawing/2014/main" id="{2D3DEBDA-6FC8-4E03-8B70-40DABE1C97C4}"/>
                </a:ext>
              </a:extLst>
            </p:cNvPr>
            <p:cNvSpPr/>
            <p:nvPr/>
          </p:nvSpPr>
          <p:spPr>
            <a:xfrm>
              <a:off x="6516216" y="112474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endParaRPr lang="en-US" altLang="ko-KR" sz="800" dirty="0">
                <a:solidFill>
                  <a:schemeClr val="bg1"/>
                </a:solidFill>
              </a:endParaRPr>
            </a:p>
          </p:txBody>
        </p:sp>
      </p:grpSp>
      <p:sp>
        <p:nvSpPr>
          <p:cNvPr id="73" name="TextBox 72">
            <a:extLst>
              <a:ext uri="{FF2B5EF4-FFF2-40B4-BE49-F238E27FC236}">
                <a16:creationId xmlns:a16="http://schemas.microsoft.com/office/drawing/2014/main" id="{0B8D1EBC-F56D-4B02-9A9F-44976DDBAC87}"/>
              </a:ext>
            </a:extLst>
          </p:cNvPr>
          <p:cNvSpPr txBox="1"/>
          <p:nvPr userDrawn="1"/>
        </p:nvSpPr>
        <p:spPr>
          <a:xfrm>
            <a:off x="4290862" y="8390275"/>
            <a:ext cx="1560042" cy="230832"/>
          </a:xfrm>
          <a:prstGeom prst="rect">
            <a:avLst/>
          </a:prstGeom>
          <a:noFill/>
        </p:spPr>
        <p:txBody>
          <a:bodyPr wrap="none" rtlCol="0">
            <a:spAutoFit/>
          </a:bodyPr>
          <a:lstStyle/>
          <a:p>
            <a:r>
              <a:rPr lang="ko-KR" altLang="en-US" sz="900" dirty="0"/>
              <a:t>최적사이즈 </a:t>
            </a:r>
            <a:r>
              <a:rPr lang="en-US" altLang="ko-KR" sz="900" dirty="0"/>
              <a:t>000px * 000px</a:t>
            </a:r>
            <a:endParaRPr lang="ko-KR" altLang="en-US" sz="900" dirty="0"/>
          </a:p>
        </p:txBody>
      </p:sp>
      <p:sp>
        <p:nvSpPr>
          <p:cNvPr id="74" name="TextBox 73">
            <a:extLst>
              <a:ext uri="{FF2B5EF4-FFF2-40B4-BE49-F238E27FC236}">
                <a16:creationId xmlns:a16="http://schemas.microsoft.com/office/drawing/2014/main" id="{80AB3DFC-138E-4C73-A0B2-6EE45B3C55C8}"/>
              </a:ext>
            </a:extLst>
          </p:cNvPr>
          <p:cNvSpPr txBox="1"/>
          <p:nvPr userDrawn="1"/>
        </p:nvSpPr>
        <p:spPr>
          <a:xfrm>
            <a:off x="67275" y="7486487"/>
            <a:ext cx="3054041"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OG (</a:t>
            </a:r>
            <a:r>
              <a:rPr lang="ko-KR" altLang="en-US" sz="900" dirty="0">
                <a:latin typeface="맑은 고딕" panose="020B0503020000020004" pitchFamily="50" charset="-127"/>
                <a:ea typeface="맑은 고딕" panose="020B0503020000020004" pitchFamily="50" charset="-127"/>
              </a:rPr>
              <a:t>오픈 그래프</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TAG </a:t>
            </a:r>
            <a:r>
              <a:rPr lang="en-US" altLang="ko-KR" sz="700" b="1" dirty="0">
                <a:solidFill>
                  <a:srgbClr val="FF0000"/>
                </a:solidFill>
                <a:latin typeface="맑은 고딕" panose="020B0503020000020004" pitchFamily="50" charset="-127"/>
                <a:ea typeface="맑은 고딕" panose="020B0503020000020004" pitchFamily="50" charset="-127"/>
              </a:rPr>
              <a:t>( </a:t>
            </a:r>
            <a:r>
              <a:rPr lang="en-US" altLang="ko-KR" sz="700" b="1" i="0" dirty="0">
                <a:solidFill>
                  <a:srgbClr val="FF0000"/>
                </a:solidFill>
                <a:effectLst/>
                <a:latin typeface="-apple-system"/>
              </a:rPr>
              <a:t>SNS</a:t>
            </a:r>
            <a:r>
              <a:rPr lang="ko-KR" altLang="en-US" sz="700" b="1" i="0" dirty="0">
                <a:solidFill>
                  <a:srgbClr val="FF0000"/>
                </a:solidFill>
                <a:effectLst/>
                <a:latin typeface="-apple-system"/>
              </a:rPr>
              <a:t>에 게시되는데 최적화된 데이터 </a:t>
            </a:r>
            <a:r>
              <a:rPr lang="en-US" altLang="ko-KR" sz="700" b="1" i="0" dirty="0">
                <a:solidFill>
                  <a:srgbClr val="FF0000"/>
                </a:solidFill>
                <a:effectLst/>
                <a:latin typeface="-apple-system"/>
              </a:rPr>
              <a:t>)</a:t>
            </a:r>
            <a:r>
              <a:rPr lang="ko-KR" altLang="en-US" sz="700" b="1" dirty="0">
                <a:solidFill>
                  <a:srgbClr val="FF0000"/>
                </a:solidFill>
                <a:latin typeface="맑은 고딕" panose="020B0503020000020004" pitchFamily="50" charset="-127"/>
                <a:ea typeface="맑은 고딕" panose="020B0503020000020004" pitchFamily="50" charset="-127"/>
              </a:rPr>
              <a:t> </a:t>
            </a:r>
            <a:endParaRPr lang="ko-KR" altLang="en-US" sz="700" b="1" dirty="0">
              <a:solidFill>
                <a:srgbClr val="FF0000"/>
              </a:solidFill>
            </a:endParaRPr>
          </a:p>
        </p:txBody>
      </p:sp>
      <p:sp>
        <p:nvSpPr>
          <p:cNvPr id="75" name="직사각형 74">
            <a:extLst>
              <a:ext uri="{FF2B5EF4-FFF2-40B4-BE49-F238E27FC236}">
                <a16:creationId xmlns:a16="http://schemas.microsoft.com/office/drawing/2014/main" id="{56CD1FF8-F312-4DAC-812E-9431B4AC4888}"/>
              </a:ext>
            </a:extLst>
          </p:cNvPr>
          <p:cNvSpPr/>
          <p:nvPr userDrawn="1"/>
        </p:nvSpPr>
        <p:spPr>
          <a:xfrm>
            <a:off x="2103904" y="8006125"/>
            <a:ext cx="7438029"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Title</a:t>
            </a:r>
          </a:p>
        </p:txBody>
      </p:sp>
      <p:sp>
        <p:nvSpPr>
          <p:cNvPr id="76" name="직사각형 75">
            <a:extLst>
              <a:ext uri="{FF2B5EF4-FFF2-40B4-BE49-F238E27FC236}">
                <a16:creationId xmlns:a16="http://schemas.microsoft.com/office/drawing/2014/main" id="{D611FE59-1903-4263-8DE5-F6BA3532FFB0}"/>
              </a:ext>
            </a:extLst>
          </p:cNvPr>
          <p:cNvSpPr/>
          <p:nvPr userDrawn="1"/>
        </p:nvSpPr>
        <p:spPr>
          <a:xfrm>
            <a:off x="2103903" y="8218934"/>
            <a:ext cx="7438029"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Description</a:t>
            </a:r>
          </a:p>
        </p:txBody>
      </p:sp>
      <p:sp>
        <p:nvSpPr>
          <p:cNvPr id="77" name="직사각형 76">
            <a:extLst>
              <a:ext uri="{FF2B5EF4-FFF2-40B4-BE49-F238E27FC236}">
                <a16:creationId xmlns:a16="http://schemas.microsoft.com/office/drawing/2014/main" id="{48C2E408-F545-42BE-8CCE-0F199F0293A8}"/>
              </a:ext>
            </a:extLst>
          </p:cNvPr>
          <p:cNvSpPr/>
          <p:nvPr userDrawn="1"/>
        </p:nvSpPr>
        <p:spPr>
          <a:xfrm>
            <a:off x="1492793" y="10994527"/>
            <a:ext cx="8049139" cy="122981"/>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78" name="직사각형 77">
            <a:extLst>
              <a:ext uri="{FF2B5EF4-FFF2-40B4-BE49-F238E27FC236}">
                <a16:creationId xmlns:a16="http://schemas.microsoft.com/office/drawing/2014/main" id="{436EEB95-7CC7-4C44-B4E6-55FEED510B46}"/>
              </a:ext>
            </a:extLst>
          </p:cNvPr>
          <p:cNvSpPr/>
          <p:nvPr userDrawn="1"/>
        </p:nvSpPr>
        <p:spPr>
          <a:xfrm>
            <a:off x="1492794" y="11209003"/>
            <a:ext cx="3023516" cy="12154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79" name="직사각형 78">
            <a:extLst>
              <a:ext uri="{FF2B5EF4-FFF2-40B4-BE49-F238E27FC236}">
                <a16:creationId xmlns:a16="http://schemas.microsoft.com/office/drawing/2014/main" id="{856D747C-E15A-4C31-B362-F04A92289DA5}"/>
              </a:ext>
            </a:extLst>
          </p:cNvPr>
          <p:cNvSpPr/>
          <p:nvPr userDrawn="1"/>
        </p:nvSpPr>
        <p:spPr>
          <a:xfrm>
            <a:off x="6547393" y="11210444"/>
            <a:ext cx="2994539" cy="12154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80" name="직사각형 79">
            <a:extLst>
              <a:ext uri="{FF2B5EF4-FFF2-40B4-BE49-F238E27FC236}">
                <a16:creationId xmlns:a16="http://schemas.microsoft.com/office/drawing/2014/main" id="{8968F89E-E625-41F7-B90D-7331E134F347}"/>
              </a:ext>
            </a:extLst>
          </p:cNvPr>
          <p:cNvSpPr/>
          <p:nvPr userDrawn="1"/>
        </p:nvSpPr>
        <p:spPr>
          <a:xfrm>
            <a:off x="1497746" y="11634101"/>
            <a:ext cx="1372455" cy="12154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graphicFrame>
        <p:nvGraphicFramePr>
          <p:cNvPr id="83" name="표 82">
            <a:extLst>
              <a:ext uri="{FF2B5EF4-FFF2-40B4-BE49-F238E27FC236}">
                <a16:creationId xmlns:a16="http://schemas.microsoft.com/office/drawing/2014/main" id="{945D1694-16EF-48CC-8B48-4DFDF4A5127B}"/>
              </a:ext>
            </a:extLst>
          </p:cNvPr>
          <p:cNvGraphicFramePr>
            <a:graphicFrameLocks noGrp="1"/>
          </p:cNvGraphicFramePr>
          <p:nvPr userDrawn="1">
            <p:extLst>
              <p:ext uri="{D42A27DB-BD31-4B8C-83A1-F6EECF244321}">
                <p14:modId xmlns:p14="http://schemas.microsoft.com/office/powerpoint/2010/main" val="2736619702"/>
              </p:ext>
            </p:extLst>
          </p:nvPr>
        </p:nvGraphicFramePr>
        <p:xfrm>
          <a:off x="156409" y="9226311"/>
          <a:ext cx="9913122" cy="914400"/>
        </p:xfrm>
        <a:graphic>
          <a:graphicData uri="http://schemas.openxmlformats.org/drawingml/2006/table">
            <a:tbl>
              <a:tblPr firstRow="1" bandRow="1">
                <a:tableStyleId>{5C22544A-7EE6-4342-B048-85BDC9FD1C3A}</a:tableStyleId>
              </a:tblPr>
              <a:tblGrid>
                <a:gridCol w="1295754">
                  <a:extLst>
                    <a:ext uri="{9D8B030D-6E8A-4147-A177-3AD203B41FA5}">
                      <a16:colId xmlns:a16="http://schemas.microsoft.com/office/drawing/2014/main" val="20000"/>
                    </a:ext>
                  </a:extLst>
                </a:gridCol>
                <a:gridCol w="8617368">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자사 </a:t>
                      </a:r>
                      <a:r>
                        <a:rPr lang="en-US" altLang="ko-KR" sz="800" b="0" dirty="0">
                          <a:solidFill>
                            <a:schemeClr val="tx1"/>
                          </a:solidFill>
                        </a:rPr>
                        <a:t>PG </a:t>
                      </a:r>
                      <a:r>
                        <a:rPr lang="ko-KR" altLang="en-US" sz="800" b="0" dirty="0">
                          <a:solidFill>
                            <a:schemeClr val="tx1"/>
                          </a:solidFill>
                        </a:rPr>
                        <a:t>사용여부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미사용   ● 사용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자사 </a:t>
                      </a:r>
                      <a:r>
                        <a:rPr lang="en-US" altLang="ko-KR" sz="800" b="0" dirty="0">
                          <a:solidFill>
                            <a:schemeClr val="tx1"/>
                          </a:solidFill>
                        </a:rPr>
                        <a:t>PG </a:t>
                      </a:r>
                      <a:r>
                        <a:rPr lang="ko-KR" altLang="en-US" sz="800" b="0" dirty="0">
                          <a:solidFill>
                            <a:schemeClr val="tx1"/>
                          </a:solidFill>
                        </a:rPr>
                        <a:t>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KG</a:t>
                      </a:r>
                      <a:r>
                        <a:rPr lang="ko-KR" altLang="en-US" sz="800" b="0" i="0" u="none" strike="noStrike" dirty="0" err="1">
                          <a:solidFill>
                            <a:srgbClr val="000000"/>
                          </a:solidFill>
                          <a:effectLst/>
                          <a:latin typeface="+mn-lt"/>
                        </a:rPr>
                        <a:t>이니시스</a:t>
                      </a:r>
                      <a:br>
                        <a:rPr lang="en-US" altLang="ko-KR" sz="800" b="0" i="0" u="none" strike="noStrike" dirty="0">
                          <a:solidFill>
                            <a:srgbClr val="000000"/>
                          </a:solidFill>
                          <a:effectLst/>
                          <a:latin typeface="+mn-lt"/>
                        </a:rPr>
                      </a:br>
                      <a:r>
                        <a:rPr lang="en-US" altLang="ko-KR" sz="800" b="0" i="0" u="none" strike="noStrike" dirty="0">
                          <a:solidFill>
                            <a:srgbClr val="000000"/>
                          </a:solidFill>
                          <a:effectLst/>
                          <a:latin typeface="+mn-lt"/>
                        </a:rPr>
                        <a:t>- </a:t>
                      </a:r>
                      <a:r>
                        <a:rPr lang="ko-KR" altLang="en-US" sz="800" b="0" i="0" u="none" strike="noStrike" dirty="0">
                          <a:solidFill>
                            <a:srgbClr val="000000"/>
                          </a:solidFill>
                          <a:effectLst/>
                          <a:latin typeface="+mn-lt"/>
                        </a:rPr>
                        <a:t>상점 </a:t>
                      </a:r>
                      <a:r>
                        <a:rPr lang="en-US" altLang="ko-KR" sz="800" b="0" i="0" u="none" strike="noStrike" dirty="0">
                          <a:solidFill>
                            <a:srgbClr val="000000"/>
                          </a:solidFill>
                          <a:effectLst/>
                          <a:latin typeface="+mn-lt"/>
                        </a:rPr>
                        <a:t>ID : XXXXXXXXX</a:t>
                      </a:r>
                      <a:br>
                        <a:rPr lang="en-US" altLang="ko-KR" sz="800" b="0" i="0" u="none" strike="noStrike" dirty="0">
                          <a:solidFill>
                            <a:srgbClr val="000000"/>
                          </a:solidFill>
                          <a:effectLst/>
                          <a:latin typeface="+mn-lt"/>
                        </a:rPr>
                      </a:br>
                      <a:r>
                        <a:rPr lang="en-US" altLang="ko-KR" sz="800" b="0" i="0" u="none" strike="noStrike" dirty="0">
                          <a:solidFill>
                            <a:srgbClr val="000000"/>
                          </a:solidFill>
                          <a:effectLst/>
                          <a:latin typeface="+mn-lt"/>
                        </a:rPr>
                        <a:t>- </a:t>
                      </a:r>
                      <a:r>
                        <a:rPr lang="ko-KR" altLang="en-US" sz="800" b="0" i="0" u="none" strike="noStrike" dirty="0">
                          <a:solidFill>
                            <a:srgbClr val="000000"/>
                          </a:solidFill>
                          <a:effectLst/>
                          <a:latin typeface="+mn-lt"/>
                        </a:rPr>
                        <a:t>사이트코드 </a:t>
                      </a:r>
                      <a:r>
                        <a:rPr lang="en-US" altLang="ko-KR" sz="800" b="0" i="0" u="none" strike="noStrike" dirty="0">
                          <a:solidFill>
                            <a:srgbClr val="000000"/>
                          </a:solidFill>
                          <a:effectLst/>
                          <a:latin typeface="+mn-lt"/>
                        </a:rPr>
                        <a:t>: XXXX</a:t>
                      </a:r>
                      <a:br>
                        <a:rPr lang="en-US" altLang="ko-KR" sz="800" b="0" i="0" u="none" strike="noStrike" dirty="0">
                          <a:solidFill>
                            <a:srgbClr val="000000"/>
                          </a:solidFill>
                          <a:effectLst/>
                          <a:latin typeface="+mn-lt"/>
                        </a:rPr>
                      </a:br>
                      <a:r>
                        <a:rPr lang="en-US" altLang="ko-KR" sz="800" b="0" i="0" u="none" strike="noStrike" dirty="0">
                          <a:solidFill>
                            <a:srgbClr val="000000"/>
                          </a:solidFill>
                          <a:effectLst/>
                          <a:latin typeface="+mn-lt"/>
                        </a:rPr>
                        <a:t>- Client Key : XXX-000-XXXDDX</a:t>
                      </a:r>
                      <a:br>
                        <a:rPr lang="en-US" altLang="ko-KR" sz="800" b="0" i="0" u="none" strike="noStrike" dirty="0">
                          <a:solidFill>
                            <a:srgbClr val="000000"/>
                          </a:solidFill>
                          <a:effectLst/>
                          <a:latin typeface="+mn-lt"/>
                        </a:rPr>
                      </a:br>
                      <a:r>
                        <a:rPr lang="en-US" altLang="ko-KR" sz="800" b="0" i="0" u="none" strike="noStrike" dirty="0">
                          <a:solidFill>
                            <a:srgbClr val="000000"/>
                          </a:solidFill>
                          <a:effectLst/>
                          <a:latin typeface="+mn-lt"/>
                        </a:rPr>
                        <a:t>- Secret Key : XXXXXX-00-SSXX</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581238662"/>
                  </a:ext>
                </a:extLst>
              </a:tr>
            </a:tbl>
          </a:graphicData>
        </a:graphic>
      </p:graphicFrame>
      <p:sp>
        <p:nvSpPr>
          <p:cNvPr id="84" name="TextBox 83">
            <a:extLst>
              <a:ext uri="{FF2B5EF4-FFF2-40B4-BE49-F238E27FC236}">
                <a16:creationId xmlns:a16="http://schemas.microsoft.com/office/drawing/2014/main" id="{0586D19F-5BAE-48A1-BB34-778FFC7E3FF2}"/>
              </a:ext>
            </a:extLst>
          </p:cNvPr>
          <p:cNvSpPr txBox="1"/>
          <p:nvPr userDrawn="1"/>
        </p:nvSpPr>
        <p:spPr>
          <a:xfrm>
            <a:off x="80105" y="8998796"/>
            <a:ext cx="4969630"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Shop </a:t>
            </a:r>
            <a:r>
              <a:rPr lang="ko-KR" altLang="en-US" sz="900" dirty="0">
                <a:latin typeface="맑은 고딕" panose="020B0503020000020004" pitchFamily="50" charset="-127"/>
                <a:ea typeface="맑은 고딕" panose="020B0503020000020004" pitchFamily="50" charset="-127"/>
              </a:rPr>
              <a:t>채널 </a:t>
            </a:r>
            <a:r>
              <a:rPr lang="en-US" altLang="ko-KR" sz="900" dirty="0">
                <a:latin typeface="맑은 고딕" panose="020B0503020000020004" pitchFamily="50" charset="-127"/>
                <a:ea typeface="맑은 고딕" panose="020B0503020000020004" pitchFamily="50" charset="-127"/>
              </a:rPr>
              <a:t>PG</a:t>
            </a:r>
            <a:r>
              <a:rPr lang="ko-KR" altLang="en-US" sz="900" dirty="0">
                <a:latin typeface="맑은 고딕" panose="020B0503020000020004" pitchFamily="50" charset="-127"/>
                <a:ea typeface="맑은 고딕" panose="020B0503020000020004" pitchFamily="50" charset="-127"/>
              </a:rPr>
              <a:t> 정보 </a:t>
            </a:r>
            <a:r>
              <a:rPr lang="en-US" altLang="ko-KR" sz="700" dirty="0">
                <a:solidFill>
                  <a:srgbClr val="FF0000"/>
                </a:solidFill>
                <a:latin typeface="+mj-ea"/>
                <a:ea typeface="+mj-ea"/>
              </a:rPr>
              <a:t>(</a:t>
            </a:r>
            <a:r>
              <a:rPr lang="ko-KR" altLang="en-US" sz="700" i="0" dirty="0">
                <a:solidFill>
                  <a:srgbClr val="FF0000"/>
                </a:solidFill>
                <a:effectLst/>
                <a:latin typeface="+mj-ea"/>
                <a:ea typeface="+mj-ea"/>
              </a:rPr>
              <a:t>자사 </a:t>
            </a:r>
            <a:r>
              <a:rPr lang="en-US" altLang="ko-KR" sz="700" i="0" dirty="0">
                <a:solidFill>
                  <a:srgbClr val="FF0000"/>
                </a:solidFill>
                <a:effectLst/>
                <a:latin typeface="+mj-ea"/>
                <a:ea typeface="+mj-ea"/>
              </a:rPr>
              <a:t>PG</a:t>
            </a:r>
            <a:r>
              <a:rPr lang="ko-KR" altLang="en-US" sz="700" i="0" dirty="0">
                <a:solidFill>
                  <a:srgbClr val="FF0000"/>
                </a:solidFill>
                <a:effectLst/>
                <a:latin typeface="+mj-ea"/>
                <a:ea typeface="+mj-ea"/>
              </a:rPr>
              <a:t>를 사용하는 경우 자사물품 판매만 가능하며</a:t>
            </a:r>
            <a:r>
              <a:rPr lang="en-US" altLang="ko-KR" sz="700" i="0" dirty="0">
                <a:solidFill>
                  <a:srgbClr val="FF0000"/>
                </a:solidFill>
                <a:effectLst/>
                <a:latin typeface="+mj-ea"/>
                <a:ea typeface="+mj-ea"/>
              </a:rPr>
              <a:t>, </a:t>
            </a:r>
            <a:r>
              <a:rPr lang="ko-KR" altLang="en-US" sz="700" i="0" dirty="0">
                <a:solidFill>
                  <a:srgbClr val="FF0000"/>
                </a:solidFill>
                <a:effectLst/>
                <a:latin typeface="+mj-ea"/>
                <a:ea typeface="+mj-ea"/>
              </a:rPr>
              <a:t>적립 포인트 제공이 불가능합니다 </a:t>
            </a:r>
            <a:r>
              <a:rPr lang="en-US" altLang="ko-KR" sz="700" i="0" dirty="0">
                <a:solidFill>
                  <a:srgbClr val="FF0000"/>
                </a:solidFill>
                <a:effectLst/>
                <a:latin typeface="+mj-ea"/>
                <a:ea typeface="+mj-ea"/>
              </a:rPr>
              <a:t>)</a:t>
            </a:r>
            <a:r>
              <a:rPr lang="ko-KR" altLang="en-US" sz="700" dirty="0">
                <a:solidFill>
                  <a:srgbClr val="FF0000"/>
                </a:solidFill>
                <a:latin typeface="+mj-ea"/>
                <a:ea typeface="+mj-ea"/>
              </a:rPr>
              <a:t> </a:t>
            </a:r>
            <a:endParaRPr lang="ko-KR" altLang="en-US" sz="700" dirty="0"/>
          </a:p>
        </p:txBody>
      </p:sp>
      <p:graphicFrame>
        <p:nvGraphicFramePr>
          <p:cNvPr id="81" name="표 80">
            <a:extLst>
              <a:ext uri="{FF2B5EF4-FFF2-40B4-BE49-F238E27FC236}">
                <a16:creationId xmlns:a16="http://schemas.microsoft.com/office/drawing/2014/main" id="{35B1C802-023F-473A-AA32-8B50EE901EFD}"/>
              </a:ext>
            </a:extLst>
          </p:cNvPr>
          <p:cNvGraphicFramePr>
            <a:graphicFrameLocks noGrp="1"/>
          </p:cNvGraphicFramePr>
          <p:nvPr userDrawn="1">
            <p:extLst>
              <p:ext uri="{D42A27DB-BD31-4B8C-83A1-F6EECF244321}">
                <p14:modId xmlns:p14="http://schemas.microsoft.com/office/powerpoint/2010/main" val="4023111643"/>
              </p:ext>
            </p:extLst>
          </p:nvPr>
        </p:nvGraphicFramePr>
        <p:xfrm>
          <a:off x="125632" y="728842"/>
          <a:ext cx="9943899" cy="143256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3780430">
                  <a:extLst>
                    <a:ext uri="{9D8B030D-6E8A-4147-A177-3AD203B41FA5}">
                      <a16:colId xmlns:a16="http://schemas.microsoft.com/office/drawing/2014/main" val="20001"/>
                    </a:ext>
                  </a:extLst>
                </a:gridCol>
                <a:gridCol w="1295703">
                  <a:extLst>
                    <a:ext uri="{9D8B030D-6E8A-4147-A177-3AD203B41FA5}">
                      <a16:colId xmlns:a16="http://schemas.microsoft.com/office/drawing/2014/main" val="4010982125"/>
                    </a:ext>
                  </a:extLst>
                </a:gridCol>
                <a:gridCol w="3662741">
                  <a:extLst>
                    <a:ext uri="{9D8B030D-6E8A-4147-A177-3AD203B41FA5}">
                      <a16:colId xmlns:a16="http://schemas.microsoft.com/office/drawing/2014/main" val="2646234070"/>
                    </a:ext>
                  </a:extLst>
                </a:gridCol>
              </a:tblGrid>
              <a:tr h="0">
                <a:tc>
                  <a:txBody>
                    <a:bodyPr/>
                    <a:lstStyle/>
                    <a:p>
                      <a:pPr latinLnBrk="1"/>
                      <a:r>
                        <a:rPr lang="en-US" altLang="ko-KR" sz="800" b="0" dirty="0">
                          <a:solidFill>
                            <a:schemeClr val="tx1"/>
                          </a:solidFill>
                        </a:rPr>
                        <a:t>Shop </a:t>
                      </a:r>
                      <a:r>
                        <a:rPr lang="ko-KR" altLang="en-US" sz="800" b="0" dirty="0">
                          <a:solidFill>
                            <a:schemeClr val="tx1"/>
                          </a:solidFill>
                        </a:rPr>
                        <a:t>채널코드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Me9-2024-099833</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채널상태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t>
                      </a:r>
                      <a:r>
                        <a:rPr lang="ko-KR" altLang="en-US" sz="800" b="0" i="0" u="none" strike="noStrike" dirty="0">
                          <a:solidFill>
                            <a:srgbClr val="000000"/>
                          </a:solidFill>
                          <a:effectLst/>
                          <a:latin typeface="+mn-lt"/>
                        </a:rPr>
                        <a:t> 운영   ● 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공개여부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t>
                      </a:r>
                      <a:r>
                        <a:rPr lang="ko-KR" altLang="en-US" sz="800" b="0" i="0" u="none" strike="noStrike" dirty="0">
                          <a:solidFill>
                            <a:srgbClr val="000000"/>
                          </a:solidFill>
                          <a:effectLst/>
                          <a:latin typeface="+mn-lt"/>
                        </a:rPr>
                        <a:t> 공개   ● 비공개    접속가능인원 </a:t>
                      </a:r>
                      <a:r>
                        <a:rPr lang="en-US" altLang="ko-KR" sz="800" b="0" i="0" u="none" strike="noStrike" dirty="0">
                          <a:solidFill>
                            <a:srgbClr val="000000"/>
                          </a:solidFill>
                          <a:effectLst/>
                          <a:latin typeface="+mn-lt"/>
                        </a:rPr>
                        <a:t>( 88 ) </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구매권한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회원전용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974838556"/>
                  </a:ext>
                </a:extLst>
              </a:tr>
              <a:tr h="0">
                <a:tc>
                  <a:txBody>
                    <a:bodyPr/>
                    <a:lstStyle/>
                    <a:p>
                      <a:pPr latinLnBrk="1"/>
                      <a:r>
                        <a:rPr lang="en-US" altLang="ko-KR" sz="800" b="0" dirty="0">
                          <a:solidFill>
                            <a:schemeClr val="tx1"/>
                          </a:solidFill>
                        </a:rPr>
                        <a:t>* </a:t>
                      </a:r>
                      <a:r>
                        <a:rPr lang="ko-KR" altLang="en-US" sz="800" b="0" dirty="0" err="1">
                          <a:solidFill>
                            <a:schemeClr val="tx1"/>
                          </a:solidFill>
                        </a:rPr>
                        <a:t>채널명</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latinLnBrk="1"/>
                      <a:r>
                        <a:rPr lang="ko-KR" altLang="en-US" sz="800" b="0" dirty="0">
                          <a:solidFill>
                            <a:schemeClr val="tx1"/>
                          </a:solidFill>
                        </a:rPr>
                        <a:t>카피라이트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886891895"/>
                  </a:ext>
                </a:extLst>
              </a:tr>
              <a:tr h="0">
                <a:tc>
                  <a:txBody>
                    <a:bodyPr/>
                    <a:lstStyle/>
                    <a:p>
                      <a:pPr latinLnBrk="1"/>
                      <a:r>
                        <a:rPr lang="en-US" altLang="ko-KR" sz="800" b="0" dirty="0">
                          <a:solidFill>
                            <a:schemeClr val="tx1"/>
                          </a:solidFill>
                        </a:rPr>
                        <a:t>* </a:t>
                      </a:r>
                      <a:r>
                        <a:rPr lang="ko-KR" altLang="en-US" sz="800" b="0" dirty="0">
                          <a:solidFill>
                            <a:schemeClr val="tx1"/>
                          </a:solidFill>
                        </a:rPr>
                        <a:t>그룹 </a:t>
                      </a:r>
                      <a:r>
                        <a:rPr lang="en-US" altLang="ko-KR" sz="800" b="0" dirty="0">
                          <a:solidFill>
                            <a:schemeClr val="tx1"/>
                          </a:solidFill>
                        </a:rPr>
                        <a:t>keyword</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82" name="직사각형 81">
            <a:extLst>
              <a:ext uri="{FF2B5EF4-FFF2-40B4-BE49-F238E27FC236}">
                <a16:creationId xmlns:a16="http://schemas.microsoft.com/office/drawing/2014/main" id="{247AC04C-D548-4CAE-99AB-BCF118279C1C}"/>
              </a:ext>
            </a:extLst>
          </p:cNvPr>
          <p:cNvSpPr/>
          <p:nvPr userDrawn="1"/>
        </p:nvSpPr>
        <p:spPr>
          <a:xfrm>
            <a:off x="1414155" y="1177620"/>
            <a:ext cx="8535063"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85" name="직사각형 84">
            <a:extLst>
              <a:ext uri="{FF2B5EF4-FFF2-40B4-BE49-F238E27FC236}">
                <a16:creationId xmlns:a16="http://schemas.microsoft.com/office/drawing/2014/main" id="{43D1914C-C061-477D-9385-688470F2797E}"/>
              </a:ext>
            </a:extLst>
          </p:cNvPr>
          <p:cNvSpPr/>
          <p:nvPr userDrawn="1"/>
        </p:nvSpPr>
        <p:spPr>
          <a:xfrm>
            <a:off x="1414154" y="1655731"/>
            <a:ext cx="2722514" cy="17691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Keyword </a:t>
            </a:r>
            <a:r>
              <a:rPr lang="ko-KR" altLang="en-US" sz="800" dirty="0">
                <a:solidFill>
                  <a:schemeClr val="tx1">
                    <a:lumMod val="50000"/>
                    <a:lumOff val="50000"/>
                  </a:schemeClr>
                </a:solidFill>
              </a:rPr>
              <a:t>입력</a:t>
            </a:r>
            <a:endParaRPr lang="en-US" altLang="ko-KR" sz="800" dirty="0">
              <a:solidFill>
                <a:schemeClr val="tx1">
                  <a:lumMod val="50000"/>
                  <a:lumOff val="50000"/>
                </a:schemeClr>
              </a:solidFill>
            </a:endParaRPr>
          </a:p>
        </p:txBody>
      </p:sp>
      <p:sp>
        <p:nvSpPr>
          <p:cNvPr id="86" name="직사각형 85">
            <a:extLst>
              <a:ext uri="{FF2B5EF4-FFF2-40B4-BE49-F238E27FC236}">
                <a16:creationId xmlns:a16="http://schemas.microsoft.com/office/drawing/2014/main" id="{36E1373B-5E25-4633-BE1E-5B1412E52217}"/>
              </a:ext>
            </a:extLst>
          </p:cNvPr>
          <p:cNvSpPr/>
          <p:nvPr userDrawn="1"/>
        </p:nvSpPr>
        <p:spPr>
          <a:xfrm>
            <a:off x="1414154" y="1878133"/>
            <a:ext cx="8535062" cy="218939"/>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87" name="모서리가 둥근 직사각형 89">
            <a:extLst>
              <a:ext uri="{FF2B5EF4-FFF2-40B4-BE49-F238E27FC236}">
                <a16:creationId xmlns:a16="http://schemas.microsoft.com/office/drawing/2014/main" id="{55B5F5A6-DBA9-4E08-9C59-68D9741D3FA4}"/>
              </a:ext>
            </a:extLst>
          </p:cNvPr>
          <p:cNvSpPr/>
          <p:nvPr userDrawn="1"/>
        </p:nvSpPr>
        <p:spPr>
          <a:xfrm>
            <a:off x="1452416" y="1910166"/>
            <a:ext cx="725985" cy="153004"/>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t>그룹명</a:t>
            </a:r>
            <a:r>
              <a:rPr lang="ko-KR" altLang="en-US" sz="800" dirty="0"/>
              <a:t> </a:t>
            </a:r>
            <a:r>
              <a:rPr lang="en-US" altLang="ko-KR" sz="800" dirty="0"/>
              <a:t>#2</a:t>
            </a:r>
            <a:endParaRPr lang="ko-KR" altLang="en-US" sz="800" dirty="0"/>
          </a:p>
        </p:txBody>
      </p:sp>
      <p:sp>
        <p:nvSpPr>
          <p:cNvPr id="88" name="모서리가 둥근 직사각형 90">
            <a:extLst>
              <a:ext uri="{FF2B5EF4-FFF2-40B4-BE49-F238E27FC236}">
                <a16:creationId xmlns:a16="http://schemas.microsoft.com/office/drawing/2014/main" id="{812CD1EC-816E-4D96-A684-ADDD4DE497D0}"/>
              </a:ext>
            </a:extLst>
          </p:cNvPr>
          <p:cNvSpPr/>
          <p:nvPr userDrawn="1"/>
        </p:nvSpPr>
        <p:spPr>
          <a:xfrm>
            <a:off x="2578797" y="1910166"/>
            <a:ext cx="1188857" cy="153004"/>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t>그룹명</a:t>
            </a:r>
            <a:r>
              <a:rPr lang="ko-KR" altLang="en-US" sz="800" dirty="0"/>
              <a:t> 키워드 </a:t>
            </a:r>
            <a:r>
              <a:rPr lang="en-US" altLang="ko-KR" sz="800" dirty="0"/>
              <a:t>#1</a:t>
            </a:r>
            <a:endParaRPr lang="ko-KR" altLang="en-US" sz="800" dirty="0"/>
          </a:p>
        </p:txBody>
      </p:sp>
      <p:grpSp>
        <p:nvGrpSpPr>
          <p:cNvPr id="89" name="그룹 88">
            <a:extLst>
              <a:ext uri="{FF2B5EF4-FFF2-40B4-BE49-F238E27FC236}">
                <a16:creationId xmlns:a16="http://schemas.microsoft.com/office/drawing/2014/main" id="{98F00D45-01A2-49B9-A9FF-2E1FA6514E89}"/>
              </a:ext>
            </a:extLst>
          </p:cNvPr>
          <p:cNvGrpSpPr/>
          <p:nvPr userDrawn="1"/>
        </p:nvGrpSpPr>
        <p:grpSpPr>
          <a:xfrm>
            <a:off x="2216298" y="1910166"/>
            <a:ext cx="144282" cy="141422"/>
            <a:chOff x="4529318" y="3094220"/>
            <a:chExt cx="144282" cy="141422"/>
          </a:xfrm>
        </p:grpSpPr>
        <p:pic>
          <p:nvPicPr>
            <p:cNvPr id="90" name="그림 89">
              <a:extLst>
                <a:ext uri="{FF2B5EF4-FFF2-40B4-BE49-F238E27FC236}">
                  <a16:creationId xmlns:a16="http://schemas.microsoft.com/office/drawing/2014/main" id="{1E89F326-C14C-40EE-9870-D46B14ED3D6F}"/>
                </a:ext>
              </a:extLst>
            </p:cNvPr>
            <p:cNvPicPr>
              <a:picLocks noChangeAspect="1"/>
            </p:cNvPicPr>
            <p:nvPr/>
          </p:nvPicPr>
          <p:blipFill>
            <a:blip r:embed="rId3" cstate="hqprint">
              <a:extLst>
                <a:ext uri="{28A0092B-C50C-407E-A947-70E740481C1C}">
                  <a14:useLocalDpi xmlns:a14="http://schemas.microsoft.com/office/drawing/2010/main" val="0"/>
                </a:ext>
              </a:extLst>
            </a:blip>
            <a:stretch>
              <a:fillRect/>
            </a:stretch>
          </p:blipFill>
          <p:spPr>
            <a:xfrm flipH="1">
              <a:off x="4547256" y="3102262"/>
              <a:ext cx="125337" cy="125337"/>
            </a:xfrm>
            <a:prstGeom prst="rect">
              <a:avLst/>
            </a:prstGeom>
          </p:spPr>
        </p:pic>
        <p:sp>
          <p:nvSpPr>
            <p:cNvPr id="91" name="모서리가 둥근 직사각형 96">
              <a:extLst>
                <a:ext uri="{FF2B5EF4-FFF2-40B4-BE49-F238E27FC236}">
                  <a16:creationId xmlns:a16="http://schemas.microsoft.com/office/drawing/2014/main" id="{8900773F-9D5B-4933-8209-E77FD52FF489}"/>
                </a:ext>
              </a:extLst>
            </p:cNvPr>
            <p:cNvSpPr/>
            <p:nvPr/>
          </p:nvSpPr>
          <p:spPr>
            <a:xfrm>
              <a:off x="4529318" y="3094220"/>
              <a:ext cx="144282" cy="141422"/>
            </a:xfrm>
            <a:prstGeom prst="roundRect">
              <a:avLst>
                <a:gd name="adj" fmla="val 15598"/>
              </a:avLst>
            </a:prstGeom>
            <a:no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    </a:t>
              </a:r>
            </a:p>
          </p:txBody>
        </p:sp>
      </p:grpSp>
      <p:grpSp>
        <p:nvGrpSpPr>
          <p:cNvPr id="92" name="그룹 91">
            <a:extLst>
              <a:ext uri="{FF2B5EF4-FFF2-40B4-BE49-F238E27FC236}">
                <a16:creationId xmlns:a16="http://schemas.microsoft.com/office/drawing/2014/main" id="{48E663C4-771A-48A4-9906-EAA6915D75FA}"/>
              </a:ext>
            </a:extLst>
          </p:cNvPr>
          <p:cNvGrpSpPr/>
          <p:nvPr userDrawn="1"/>
        </p:nvGrpSpPr>
        <p:grpSpPr>
          <a:xfrm>
            <a:off x="3813938" y="1910166"/>
            <a:ext cx="144282" cy="141422"/>
            <a:chOff x="4529318" y="3094220"/>
            <a:chExt cx="144282" cy="141422"/>
          </a:xfrm>
        </p:grpSpPr>
        <p:pic>
          <p:nvPicPr>
            <p:cNvPr id="93" name="그림 92">
              <a:extLst>
                <a:ext uri="{FF2B5EF4-FFF2-40B4-BE49-F238E27FC236}">
                  <a16:creationId xmlns:a16="http://schemas.microsoft.com/office/drawing/2014/main" id="{35EBEE3C-7491-4EF9-9125-79B847BC36DE}"/>
                </a:ext>
              </a:extLst>
            </p:cNvPr>
            <p:cNvPicPr>
              <a:picLocks noChangeAspect="1"/>
            </p:cNvPicPr>
            <p:nvPr/>
          </p:nvPicPr>
          <p:blipFill>
            <a:blip r:embed="rId3" cstate="hqprint">
              <a:extLst>
                <a:ext uri="{28A0092B-C50C-407E-A947-70E740481C1C}">
                  <a14:useLocalDpi xmlns:a14="http://schemas.microsoft.com/office/drawing/2010/main" val="0"/>
                </a:ext>
              </a:extLst>
            </a:blip>
            <a:stretch>
              <a:fillRect/>
            </a:stretch>
          </p:blipFill>
          <p:spPr>
            <a:xfrm flipH="1">
              <a:off x="4547256" y="3102262"/>
              <a:ext cx="125337" cy="125337"/>
            </a:xfrm>
            <a:prstGeom prst="rect">
              <a:avLst/>
            </a:prstGeom>
          </p:spPr>
        </p:pic>
        <p:sp>
          <p:nvSpPr>
            <p:cNvPr id="94" name="모서리가 둥근 직사각형 94">
              <a:extLst>
                <a:ext uri="{FF2B5EF4-FFF2-40B4-BE49-F238E27FC236}">
                  <a16:creationId xmlns:a16="http://schemas.microsoft.com/office/drawing/2014/main" id="{D51C4A2C-F9E0-4C76-AF9B-61C6942BC836}"/>
                </a:ext>
              </a:extLst>
            </p:cNvPr>
            <p:cNvSpPr/>
            <p:nvPr/>
          </p:nvSpPr>
          <p:spPr>
            <a:xfrm>
              <a:off x="4529318" y="3094220"/>
              <a:ext cx="144282" cy="141422"/>
            </a:xfrm>
            <a:prstGeom prst="roundRect">
              <a:avLst>
                <a:gd name="adj" fmla="val 15598"/>
              </a:avLst>
            </a:prstGeom>
            <a:no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    </a:t>
              </a:r>
            </a:p>
          </p:txBody>
        </p:sp>
      </p:grpSp>
      <p:sp>
        <p:nvSpPr>
          <p:cNvPr id="95" name="모서리가 둥근 직사각형 90">
            <a:extLst>
              <a:ext uri="{FF2B5EF4-FFF2-40B4-BE49-F238E27FC236}">
                <a16:creationId xmlns:a16="http://schemas.microsoft.com/office/drawing/2014/main" id="{E512C690-D235-4796-AFFA-DD8B48655E7E}"/>
              </a:ext>
            </a:extLst>
          </p:cNvPr>
          <p:cNvSpPr/>
          <p:nvPr userDrawn="1"/>
        </p:nvSpPr>
        <p:spPr>
          <a:xfrm>
            <a:off x="4136668" y="1918632"/>
            <a:ext cx="1188857" cy="153004"/>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t>그룹명</a:t>
            </a:r>
            <a:r>
              <a:rPr lang="ko-KR" altLang="en-US" sz="800" dirty="0"/>
              <a:t> 키워드 </a:t>
            </a:r>
            <a:r>
              <a:rPr lang="en-US" altLang="ko-KR" sz="800" dirty="0"/>
              <a:t>#2</a:t>
            </a:r>
            <a:endParaRPr lang="ko-KR" altLang="en-US" sz="800" dirty="0"/>
          </a:p>
        </p:txBody>
      </p:sp>
      <p:grpSp>
        <p:nvGrpSpPr>
          <p:cNvPr id="96" name="그룹 95">
            <a:extLst>
              <a:ext uri="{FF2B5EF4-FFF2-40B4-BE49-F238E27FC236}">
                <a16:creationId xmlns:a16="http://schemas.microsoft.com/office/drawing/2014/main" id="{BCCA075C-7C8C-40B5-B7E2-E3684B527B1B}"/>
              </a:ext>
            </a:extLst>
          </p:cNvPr>
          <p:cNvGrpSpPr/>
          <p:nvPr userDrawn="1"/>
        </p:nvGrpSpPr>
        <p:grpSpPr>
          <a:xfrm>
            <a:off x="5371809" y="1918632"/>
            <a:ext cx="144282" cy="141422"/>
            <a:chOff x="4529318" y="3094220"/>
            <a:chExt cx="144282" cy="141422"/>
          </a:xfrm>
        </p:grpSpPr>
        <p:pic>
          <p:nvPicPr>
            <p:cNvPr id="97" name="그림 96">
              <a:extLst>
                <a:ext uri="{FF2B5EF4-FFF2-40B4-BE49-F238E27FC236}">
                  <a16:creationId xmlns:a16="http://schemas.microsoft.com/office/drawing/2014/main" id="{0D41D5E7-1757-47AE-B343-E7084C5985D8}"/>
                </a:ext>
              </a:extLst>
            </p:cNvPr>
            <p:cNvPicPr>
              <a:picLocks noChangeAspect="1"/>
            </p:cNvPicPr>
            <p:nvPr/>
          </p:nvPicPr>
          <p:blipFill>
            <a:blip r:embed="rId3" cstate="hqprint">
              <a:extLst>
                <a:ext uri="{28A0092B-C50C-407E-A947-70E740481C1C}">
                  <a14:useLocalDpi xmlns:a14="http://schemas.microsoft.com/office/drawing/2010/main" val="0"/>
                </a:ext>
              </a:extLst>
            </a:blip>
            <a:stretch>
              <a:fillRect/>
            </a:stretch>
          </p:blipFill>
          <p:spPr>
            <a:xfrm flipH="1">
              <a:off x="4547256" y="3102262"/>
              <a:ext cx="125337" cy="125337"/>
            </a:xfrm>
            <a:prstGeom prst="rect">
              <a:avLst/>
            </a:prstGeom>
          </p:spPr>
        </p:pic>
        <p:sp>
          <p:nvSpPr>
            <p:cNvPr id="98" name="모서리가 둥근 직사각형 94">
              <a:extLst>
                <a:ext uri="{FF2B5EF4-FFF2-40B4-BE49-F238E27FC236}">
                  <a16:creationId xmlns:a16="http://schemas.microsoft.com/office/drawing/2014/main" id="{3EE2D194-22EA-41F9-B8E5-6E377A1E39D6}"/>
                </a:ext>
              </a:extLst>
            </p:cNvPr>
            <p:cNvSpPr/>
            <p:nvPr/>
          </p:nvSpPr>
          <p:spPr>
            <a:xfrm>
              <a:off x="4529318" y="3094220"/>
              <a:ext cx="144282" cy="141422"/>
            </a:xfrm>
            <a:prstGeom prst="roundRect">
              <a:avLst>
                <a:gd name="adj" fmla="val 15598"/>
              </a:avLst>
            </a:prstGeom>
            <a:no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    </a:t>
              </a:r>
            </a:p>
          </p:txBody>
        </p:sp>
      </p:grpSp>
      <p:sp>
        <p:nvSpPr>
          <p:cNvPr id="99" name="직사각형 98">
            <a:extLst>
              <a:ext uri="{FF2B5EF4-FFF2-40B4-BE49-F238E27FC236}">
                <a16:creationId xmlns:a16="http://schemas.microsoft.com/office/drawing/2014/main" id="{6B2120CF-9CCB-4EF5-8442-8A25412589F9}"/>
              </a:ext>
            </a:extLst>
          </p:cNvPr>
          <p:cNvSpPr/>
          <p:nvPr userDrawn="1"/>
        </p:nvSpPr>
        <p:spPr>
          <a:xfrm>
            <a:off x="1414154" y="1389958"/>
            <a:ext cx="8535063"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00" name="직사각형 99">
            <a:extLst>
              <a:ext uri="{FF2B5EF4-FFF2-40B4-BE49-F238E27FC236}">
                <a16:creationId xmlns:a16="http://schemas.microsoft.com/office/drawing/2014/main" id="{82A3CA35-20CC-4BD2-B38E-B0F209D218FB}"/>
              </a:ext>
            </a:extLst>
          </p:cNvPr>
          <p:cNvSpPr/>
          <p:nvPr userDrawn="1"/>
        </p:nvSpPr>
        <p:spPr>
          <a:xfrm>
            <a:off x="3444417" y="972073"/>
            <a:ext cx="721249" cy="154747"/>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인원관리</a:t>
            </a:r>
            <a:endParaRPr lang="en-US" altLang="ko-KR" sz="800" dirty="0">
              <a:solidFill>
                <a:schemeClr val="bg1"/>
              </a:solidFill>
            </a:endParaRPr>
          </a:p>
        </p:txBody>
      </p:sp>
      <p:graphicFrame>
        <p:nvGraphicFramePr>
          <p:cNvPr id="119" name="표 118">
            <a:extLst>
              <a:ext uri="{FF2B5EF4-FFF2-40B4-BE49-F238E27FC236}">
                <a16:creationId xmlns:a16="http://schemas.microsoft.com/office/drawing/2014/main" id="{06F0BD03-7333-4B0D-AAA0-ED5C3E76C6E2}"/>
              </a:ext>
            </a:extLst>
          </p:cNvPr>
          <p:cNvGraphicFramePr>
            <a:graphicFrameLocks noGrp="1"/>
          </p:cNvGraphicFramePr>
          <p:nvPr userDrawn="1">
            <p:extLst>
              <p:ext uri="{D42A27DB-BD31-4B8C-83A1-F6EECF244321}">
                <p14:modId xmlns:p14="http://schemas.microsoft.com/office/powerpoint/2010/main" val="2494005137"/>
              </p:ext>
            </p:extLst>
          </p:nvPr>
        </p:nvGraphicFramePr>
        <p:xfrm>
          <a:off x="125632" y="5569510"/>
          <a:ext cx="9943899" cy="1561402"/>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err="1">
                          <a:solidFill>
                            <a:schemeClr val="tx1"/>
                          </a:solidFill>
                        </a:rPr>
                        <a:t>문자알림여부</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사용</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5296034"/>
                  </a:ext>
                </a:extLst>
              </a:tr>
              <a:tr h="1176182">
                <a:tc>
                  <a:txBody>
                    <a:bodyPr/>
                    <a:lstStyle/>
                    <a:p>
                      <a:pPr latinLnBrk="1"/>
                      <a:r>
                        <a:rPr lang="ko-KR" altLang="en-US" sz="800" b="0" dirty="0" err="1">
                          <a:solidFill>
                            <a:schemeClr val="tx1"/>
                          </a:solidFill>
                        </a:rPr>
                        <a:t>알림문자설정</a:t>
                      </a:r>
                      <a:br>
                        <a:rPr lang="en-US" altLang="ko-KR" sz="900" b="0" dirty="0">
                          <a:solidFill>
                            <a:schemeClr val="tx1"/>
                          </a:solidFill>
                        </a:rPr>
                      </a:br>
                      <a:r>
                        <a:rPr lang="ko-KR" altLang="en-US" sz="700" b="0" dirty="0">
                          <a:solidFill>
                            <a:schemeClr val="tx1"/>
                          </a:solidFill>
                        </a:rPr>
                        <a:t>치환항목</a:t>
                      </a:r>
                      <a:endParaRPr lang="en-US" altLang="ko-KR" sz="700" b="0" dirty="0">
                        <a:solidFill>
                          <a:schemeClr val="tx1"/>
                        </a:solidFill>
                      </a:endParaRPr>
                    </a:p>
                    <a:p>
                      <a:pPr latinLnBrk="1"/>
                      <a:r>
                        <a:rPr lang="en-US" altLang="ko-KR" sz="700" b="0" dirty="0">
                          <a:solidFill>
                            <a:schemeClr val="tx1"/>
                          </a:solidFill>
                        </a:rPr>
                        <a:t>{{</a:t>
                      </a:r>
                      <a:r>
                        <a:rPr lang="ko-KR" altLang="en-US" sz="700" b="0" dirty="0">
                          <a:solidFill>
                            <a:schemeClr val="tx1"/>
                          </a:solidFill>
                        </a:rPr>
                        <a:t>구매자</a:t>
                      </a:r>
                      <a:r>
                        <a:rPr lang="en-US" altLang="ko-KR" sz="7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rPr>
                        <a:t>{{</a:t>
                      </a:r>
                      <a:r>
                        <a:rPr lang="ko-KR" altLang="en-US" sz="700" b="0" dirty="0">
                          <a:solidFill>
                            <a:schemeClr val="tx1"/>
                          </a:solidFill>
                        </a:rPr>
                        <a:t>구매상품</a:t>
                      </a:r>
                      <a:r>
                        <a:rPr lang="en-US" altLang="ko-KR" sz="7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rPr>
                        <a:t>{{</a:t>
                      </a:r>
                      <a:r>
                        <a:rPr lang="ko-KR" altLang="en-US" sz="700" b="0" dirty="0">
                          <a:solidFill>
                            <a:schemeClr val="tx1"/>
                          </a:solidFill>
                        </a:rPr>
                        <a:t>구매수량</a:t>
                      </a:r>
                      <a:r>
                        <a:rPr lang="en-US" altLang="ko-KR" sz="7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rPr>
                        <a:t>{{</a:t>
                      </a:r>
                      <a:r>
                        <a:rPr lang="ko-KR" altLang="en-US" sz="700" b="0" dirty="0">
                          <a:solidFill>
                            <a:schemeClr val="tx1"/>
                          </a:solidFill>
                        </a:rPr>
                        <a:t>구매액</a:t>
                      </a:r>
                      <a:r>
                        <a:rPr lang="en-US" altLang="ko-KR" sz="7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rPr>
                        <a:t>{{</a:t>
                      </a:r>
                      <a:r>
                        <a:rPr lang="ko-KR" altLang="en-US" sz="700" b="0" dirty="0">
                          <a:solidFill>
                            <a:schemeClr val="tx1"/>
                          </a:solidFill>
                        </a:rPr>
                        <a:t>구매날짜</a:t>
                      </a:r>
                      <a:r>
                        <a:rPr lang="en-US" altLang="ko-KR" sz="700" b="0" dirty="0">
                          <a:solidFill>
                            <a:schemeClr val="tx1"/>
                          </a:solidFill>
                        </a:rPr>
                        <a:t>}}</a:t>
                      </a:r>
                    </a:p>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i="0" u="none" strike="noStrike" dirty="0" err="1">
                          <a:solidFill>
                            <a:srgbClr val="000000"/>
                          </a:solidFill>
                          <a:effectLst/>
                          <a:latin typeface="+mn-lt"/>
                        </a:rPr>
                        <a:t>상품구매알림</a:t>
                      </a:r>
                      <a:r>
                        <a:rPr lang="ko-KR" altLang="en-US" sz="800" b="0" i="0" u="none" strike="noStrike" dirty="0">
                          <a:solidFill>
                            <a:srgbClr val="000000"/>
                          </a:solidFill>
                          <a:effectLst/>
                          <a:latin typeface="+mn-lt"/>
                        </a:rPr>
                        <a:t>                              </a:t>
                      </a:r>
                      <a:r>
                        <a:rPr lang="ko-KR" altLang="en-US" sz="800" b="0" i="0" u="none" strike="noStrike" dirty="0" err="1">
                          <a:solidFill>
                            <a:srgbClr val="000000"/>
                          </a:solidFill>
                          <a:effectLst/>
                          <a:latin typeface="+mn-lt"/>
                        </a:rPr>
                        <a:t>상품구매확정알림</a:t>
                      </a:r>
                      <a:r>
                        <a:rPr lang="ko-KR" altLang="en-US" sz="800" b="0" i="0" u="none" strike="noStrike" dirty="0">
                          <a:solidFill>
                            <a:srgbClr val="000000"/>
                          </a:solidFill>
                          <a:effectLst/>
                          <a:latin typeface="+mn-lt"/>
                        </a:rPr>
                        <a:t>                                  </a:t>
                      </a:r>
                      <a:r>
                        <a:rPr lang="ko-KR" altLang="en-US" sz="800" b="0" i="0" u="none" strike="noStrike" dirty="0" err="1">
                          <a:solidFill>
                            <a:srgbClr val="000000"/>
                          </a:solidFill>
                          <a:effectLst/>
                          <a:latin typeface="+mn-lt"/>
                        </a:rPr>
                        <a:t>상품취소알림</a:t>
                      </a:r>
                      <a:r>
                        <a:rPr lang="ko-KR" altLang="en-US" sz="800" b="0" i="0" u="none" strike="noStrike" dirty="0">
                          <a:solidFill>
                            <a:srgbClr val="000000"/>
                          </a:solidFill>
                          <a:effectLst/>
                          <a:latin typeface="+mn-lt"/>
                        </a:rPr>
                        <a:t>                                        </a:t>
                      </a:r>
                      <a:r>
                        <a:rPr lang="ko-KR" altLang="en-US" sz="800" b="0" i="0" u="none" strike="noStrike" dirty="0" err="1">
                          <a:solidFill>
                            <a:srgbClr val="000000"/>
                          </a:solidFill>
                          <a:effectLst/>
                          <a:latin typeface="+mn-lt"/>
                        </a:rPr>
                        <a:t>상품반품알림</a:t>
                      </a:r>
                      <a:r>
                        <a:rPr lang="ko-KR" altLang="en-US" sz="800" b="0" i="0" u="none" strike="noStrike" dirty="0">
                          <a:solidFill>
                            <a:srgbClr val="000000"/>
                          </a:solidFill>
                          <a:effectLst/>
                          <a:latin typeface="+mn-lt"/>
                        </a:rPr>
                        <a:t>   </a:t>
                      </a: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i="0" u="none" strike="noStrike" dirty="0">
                          <a:solidFill>
                            <a:srgbClr val="000000"/>
                          </a:solidFill>
                          <a:effectLst/>
                          <a:latin typeface="+mn-lt"/>
                        </a:rPr>
                        <a:t>                   </a:t>
                      </a:r>
                      <a:endParaRPr lang="en-US" altLang="ko-KR"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sp>
        <p:nvSpPr>
          <p:cNvPr id="120" name="TextBox 119">
            <a:extLst>
              <a:ext uri="{FF2B5EF4-FFF2-40B4-BE49-F238E27FC236}">
                <a16:creationId xmlns:a16="http://schemas.microsoft.com/office/drawing/2014/main" id="{8F2A720D-962A-4290-A244-DD67F1EBA8A2}"/>
              </a:ext>
            </a:extLst>
          </p:cNvPr>
          <p:cNvSpPr txBox="1"/>
          <p:nvPr userDrawn="1"/>
        </p:nvSpPr>
        <p:spPr>
          <a:xfrm>
            <a:off x="67275" y="5309344"/>
            <a:ext cx="3552576"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구매현황</a:t>
            </a:r>
            <a:r>
              <a:rPr lang="en-US" altLang="ko-KR" sz="900" dirty="0">
                <a:latin typeface="맑은 고딕" panose="020B0503020000020004" pitchFamily="50" charset="-127"/>
                <a:ea typeface="맑은 고딕" panose="020B0503020000020004" pitchFamily="50" charset="-127"/>
              </a:rPr>
              <a:t> </a:t>
            </a:r>
            <a:r>
              <a:rPr lang="ko-KR" altLang="en-US" sz="900" dirty="0" err="1">
                <a:latin typeface="맑은 고딕" panose="020B0503020000020004" pitchFamily="50" charset="-127"/>
                <a:ea typeface="맑은 고딕" panose="020B0503020000020004" pitchFamily="50" charset="-127"/>
              </a:rPr>
              <a:t>문자알림</a:t>
            </a:r>
            <a:r>
              <a:rPr lang="en-US" altLang="ko-KR" sz="900" dirty="0">
                <a:latin typeface="맑은 고딕" panose="020B0503020000020004" pitchFamily="50" charset="-127"/>
                <a:ea typeface="맑은 고딕" panose="020B0503020000020004" pitchFamily="50" charset="-127"/>
              </a:rPr>
              <a:t> </a:t>
            </a:r>
            <a:r>
              <a:rPr lang="en-US" altLang="ko-KR" sz="700" b="1" dirty="0">
                <a:solidFill>
                  <a:srgbClr val="FF0000"/>
                </a:solidFill>
                <a:latin typeface="맑은 고딕" panose="020B0503020000020004" pitchFamily="50" charset="-127"/>
                <a:ea typeface="맑은 고딕" panose="020B0503020000020004" pitchFamily="50" charset="-127"/>
              </a:rPr>
              <a:t>( </a:t>
            </a:r>
            <a:r>
              <a:rPr lang="ko-KR" altLang="en-US" sz="700" dirty="0">
                <a:solidFill>
                  <a:srgbClr val="FF0000"/>
                </a:solidFill>
                <a:latin typeface="+mj-ea"/>
                <a:ea typeface="+mj-ea"/>
              </a:rPr>
              <a:t>구매</a:t>
            </a:r>
            <a:r>
              <a:rPr lang="en-US" altLang="ko-KR" sz="700" dirty="0">
                <a:solidFill>
                  <a:srgbClr val="FF0000"/>
                </a:solidFill>
                <a:latin typeface="+mj-ea"/>
                <a:ea typeface="+mj-ea"/>
              </a:rPr>
              <a:t>, </a:t>
            </a:r>
            <a:r>
              <a:rPr lang="ko-KR" altLang="en-US" sz="700" dirty="0">
                <a:solidFill>
                  <a:srgbClr val="FF0000"/>
                </a:solidFill>
                <a:latin typeface="+mj-ea"/>
                <a:ea typeface="+mj-ea"/>
              </a:rPr>
              <a:t>배송 등 구매관련 문자사용여부 </a:t>
            </a:r>
            <a:r>
              <a:rPr lang="en-US" altLang="ko-KR" sz="700" dirty="0">
                <a:solidFill>
                  <a:srgbClr val="FF0000"/>
                </a:solidFill>
                <a:latin typeface="+mj-ea"/>
                <a:ea typeface="+mj-ea"/>
              </a:rPr>
              <a:t>– </a:t>
            </a:r>
            <a:r>
              <a:rPr lang="ko-KR" altLang="en-US" sz="700" dirty="0" err="1">
                <a:solidFill>
                  <a:srgbClr val="FF0000"/>
                </a:solidFill>
                <a:latin typeface="+mj-ea"/>
                <a:ea typeface="+mj-ea"/>
              </a:rPr>
              <a:t>정산시</a:t>
            </a:r>
            <a:r>
              <a:rPr lang="ko-KR" altLang="en-US" sz="700" dirty="0">
                <a:solidFill>
                  <a:srgbClr val="FF0000"/>
                </a:solidFill>
                <a:latin typeface="+mj-ea"/>
                <a:ea typeface="+mj-ea"/>
              </a:rPr>
              <a:t> 차감</a:t>
            </a:r>
            <a:r>
              <a:rPr lang="ko-KR" altLang="en-US" sz="700" i="0" dirty="0">
                <a:solidFill>
                  <a:srgbClr val="FF0000"/>
                </a:solidFill>
                <a:effectLst/>
                <a:latin typeface="+mj-ea"/>
                <a:ea typeface="+mj-ea"/>
              </a:rPr>
              <a:t> </a:t>
            </a:r>
            <a:r>
              <a:rPr lang="en-US" altLang="ko-KR" sz="700" b="1" i="0" dirty="0">
                <a:solidFill>
                  <a:srgbClr val="FF0000"/>
                </a:solidFill>
                <a:effectLst/>
                <a:latin typeface="-apple-system"/>
              </a:rPr>
              <a:t>)</a:t>
            </a:r>
            <a:r>
              <a:rPr lang="ko-KR" altLang="en-US" sz="700" b="1" dirty="0">
                <a:solidFill>
                  <a:srgbClr val="FF0000"/>
                </a:solidFill>
                <a:latin typeface="맑은 고딕" panose="020B0503020000020004" pitchFamily="50" charset="-127"/>
                <a:ea typeface="맑은 고딕" panose="020B0503020000020004" pitchFamily="50" charset="-127"/>
              </a:rPr>
              <a:t> </a:t>
            </a:r>
            <a:endParaRPr lang="ko-KR" altLang="en-US" sz="700" b="1" dirty="0">
              <a:solidFill>
                <a:srgbClr val="FF0000"/>
              </a:solidFill>
            </a:endParaRPr>
          </a:p>
        </p:txBody>
      </p:sp>
      <p:grpSp>
        <p:nvGrpSpPr>
          <p:cNvPr id="121" name="그룹 120">
            <a:extLst>
              <a:ext uri="{FF2B5EF4-FFF2-40B4-BE49-F238E27FC236}">
                <a16:creationId xmlns:a16="http://schemas.microsoft.com/office/drawing/2014/main" id="{C1E7D351-7CAB-46D2-8829-0F06D4E8AC0F}"/>
              </a:ext>
            </a:extLst>
          </p:cNvPr>
          <p:cNvGrpSpPr/>
          <p:nvPr userDrawn="1"/>
        </p:nvGrpSpPr>
        <p:grpSpPr>
          <a:xfrm>
            <a:off x="1395650" y="6110428"/>
            <a:ext cx="1161283" cy="893702"/>
            <a:chOff x="1395650" y="6061210"/>
            <a:chExt cx="1161283" cy="893702"/>
          </a:xfrm>
        </p:grpSpPr>
        <p:sp>
          <p:nvSpPr>
            <p:cNvPr id="122" name="직사각형 121">
              <a:extLst>
                <a:ext uri="{FF2B5EF4-FFF2-40B4-BE49-F238E27FC236}">
                  <a16:creationId xmlns:a16="http://schemas.microsoft.com/office/drawing/2014/main" id="{11D32719-2B40-4476-8EF8-8C4C3679A763}"/>
                </a:ext>
              </a:extLst>
            </p:cNvPr>
            <p:cNvSpPr/>
            <p:nvPr/>
          </p:nvSpPr>
          <p:spPr>
            <a:xfrm>
              <a:off x="2165047" y="6738016"/>
              <a:ext cx="391886" cy="19836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적용</a:t>
              </a:r>
              <a:endParaRPr lang="en-US" altLang="ko-KR" sz="800" dirty="0">
                <a:solidFill>
                  <a:schemeClr val="bg1"/>
                </a:solidFill>
              </a:endParaRPr>
            </a:p>
          </p:txBody>
        </p:sp>
        <p:sp>
          <p:nvSpPr>
            <p:cNvPr id="123" name="직사각형 122">
              <a:extLst>
                <a:ext uri="{FF2B5EF4-FFF2-40B4-BE49-F238E27FC236}">
                  <a16:creationId xmlns:a16="http://schemas.microsoft.com/office/drawing/2014/main" id="{03FFCE51-DC07-49C3-AA5D-A575685FBF2B}"/>
                </a:ext>
              </a:extLst>
            </p:cNvPr>
            <p:cNvSpPr/>
            <p:nvPr/>
          </p:nvSpPr>
          <p:spPr>
            <a:xfrm>
              <a:off x="1395650" y="6061210"/>
              <a:ext cx="1161283" cy="65503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ko-KR" altLang="en-US" sz="800">
                  <a:solidFill>
                    <a:schemeClr val="tx1">
                      <a:lumMod val="50000"/>
                      <a:lumOff val="50000"/>
                    </a:schemeClr>
                  </a:solidFill>
                </a:rPr>
                <a:t>내용</a:t>
              </a:r>
              <a:endParaRPr lang="en-US" altLang="ko-KR" sz="800" dirty="0">
                <a:solidFill>
                  <a:schemeClr val="tx1">
                    <a:lumMod val="50000"/>
                    <a:lumOff val="50000"/>
                  </a:schemeClr>
                </a:solidFill>
              </a:endParaRPr>
            </a:p>
          </p:txBody>
        </p:sp>
        <p:sp>
          <p:nvSpPr>
            <p:cNvPr id="124" name="TextBox 123">
              <a:extLst>
                <a:ext uri="{FF2B5EF4-FFF2-40B4-BE49-F238E27FC236}">
                  <a16:creationId xmlns:a16="http://schemas.microsoft.com/office/drawing/2014/main" id="{15616DC4-B727-48DE-A02E-BC0DDDF43AF6}"/>
                </a:ext>
              </a:extLst>
            </p:cNvPr>
            <p:cNvSpPr txBox="1"/>
            <p:nvPr/>
          </p:nvSpPr>
          <p:spPr>
            <a:xfrm>
              <a:off x="1668455" y="6724080"/>
              <a:ext cx="598241" cy="230832"/>
            </a:xfrm>
            <a:prstGeom prst="rect">
              <a:avLst/>
            </a:prstGeom>
            <a:noFill/>
          </p:spPr>
          <p:txBody>
            <a:bodyPr wrap="none" rtlCol="0">
              <a:spAutoFit/>
            </a:bodyPr>
            <a:lstStyle/>
            <a:p>
              <a:r>
                <a:rPr lang="en-US" altLang="ko-KR" sz="900" dirty="0"/>
                <a:t>(0/300) </a:t>
              </a:r>
              <a:endParaRPr lang="ko-KR" altLang="en-US" sz="900" dirty="0"/>
            </a:p>
          </p:txBody>
        </p:sp>
      </p:grpSp>
      <p:grpSp>
        <p:nvGrpSpPr>
          <p:cNvPr id="125" name="그룹 124">
            <a:extLst>
              <a:ext uri="{FF2B5EF4-FFF2-40B4-BE49-F238E27FC236}">
                <a16:creationId xmlns:a16="http://schemas.microsoft.com/office/drawing/2014/main" id="{AEE63ECA-1AF0-48CB-AF27-1F343BAB51B1}"/>
              </a:ext>
            </a:extLst>
          </p:cNvPr>
          <p:cNvGrpSpPr/>
          <p:nvPr userDrawn="1"/>
        </p:nvGrpSpPr>
        <p:grpSpPr>
          <a:xfrm>
            <a:off x="3119902" y="6106700"/>
            <a:ext cx="1161283" cy="891114"/>
            <a:chOff x="1395650" y="6061210"/>
            <a:chExt cx="1161283" cy="891114"/>
          </a:xfrm>
        </p:grpSpPr>
        <p:sp>
          <p:nvSpPr>
            <p:cNvPr id="126" name="직사각형 125">
              <a:extLst>
                <a:ext uri="{FF2B5EF4-FFF2-40B4-BE49-F238E27FC236}">
                  <a16:creationId xmlns:a16="http://schemas.microsoft.com/office/drawing/2014/main" id="{21FBF265-F8C9-496A-8CC2-0A645968674A}"/>
                </a:ext>
              </a:extLst>
            </p:cNvPr>
            <p:cNvSpPr/>
            <p:nvPr/>
          </p:nvSpPr>
          <p:spPr>
            <a:xfrm>
              <a:off x="2165047" y="6738016"/>
              <a:ext cx="391886" cy="19836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적용</a:t>
              </a:r>
              <a:endParaRPr lang="en-US" altLang="ko-KR" sz="800" dirty="0">
                <a:solidFill>
                  <a:schemeClr val="bg1"/>
                </a:solidFill>
              </a:endParaRPr>
            </a:p>
          </p:txBody>
        </p:sp>
        <p:sp>
          <p:nvSpPr>
            <p:cNvPr id="127" name="직사각형 126">
              <a:extLst>
                <a:ext uri="{FF2B5EF4-FFF2-40B4-BE49-F238E27FC236}">
                  <a16:creationId xmlns:a16="http://schemas.microsoft.com/office/drawing/2014/main" id="{19900CA9-8506-49F9-8D92-1EA33E0CA720}"/>
                </a:ext>
              </a:extLst>
            </p:cNvPr>
            <p:cNvSpPr/>
            <p:nvPr/>
          </p:nvSpPr>
          <p:spPr>
            <a:xfrm>
              <a:off x="1395650" y="6061210"/>
              <a:ext cx="1161283" cy="65503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ko-KR" altLang="en-US" sz="800">
                  <a:solidFill>
                    <a:schemeClr val="tx1">
                      <a:lumMod val="50000"/>
                      <a:lumOff val="50000"/>
                    </a:schemeClr>
                  </a:solidFill>
                </a:rPr>
                <a:t>내용</a:t>
              </a:r>
              <a:endParaRPr lang="en-US" altLang="ko-KR" sz="800" dirty="0">
                <a:solidFill>
                  <a:schemeClr val="tx1">
                    <a:lumMod val="50000"/>
                    <a:lumOff val="50000"/>
                  </a:schemeClr>
                </a:solidFill>
              </a:endParaRPr>
            </a:p>
          </p:txBody>
        </p:sp>
        <p:sp>
          <p:nvSpPr>
            <p:cNvPr id="128" name="TextBox 127">
              <a:extLst>
                <a:ext uri="{FF2B5EF4-FFF2-40B4-BE49-F238E27FC236}">
                  <a16:creationId xmlns:a16="http://schemas.microsoft.com/office/drawing/2014/main" id="{2BF1384A-F7B9-4F98-AD17-8149C943AC71}"/>
                </a:ext>
              </a:extLst>
            </p:cNvPr>
            <p:cNvSpPr txBox="1"/>
            <p:nvPr/>
          </p:nvSpPr>
          <p:spPr>
            <a:xfrm>
              <a:off x="1667625" y="6721492"/>
              <a:ext cx="598241" cy="230832"/>
            </a:xfrm>
            <a:prstGeom prst="rect">
              <a:avLst/>
            </a:prstGeom>
            <a:noFill/>
          </p:spPr>
          <p:txBody>
            <a:bodyPr wrap="none" rtlCol="0">
              <a:spAutoFit/>
            </a:bodyPr>
            <a:lstStyle/>
            <a:p>
              <a:r>
                <a:rPr lang="en-US" altLang="ko-KR" sz="900" dirty="0"/>
                <a:t>(0/300) </a:t>
              </a:r>
              <a:endParaRPr lang="ko-KR" altLang="en-US" sz="900" dirty="0"/>
            </a:p>
          </p:txBody>
        </p:sp>
      </p:grpSp>
      <p:grpSp>
        <p:nvGrpSpPr>
          <p:cNvPr id="129" name="그룹 128">
            <a:extLst>
              <a:ext uri="{FF2B5EF4-FFF2-40B4-BE49-F238E27FC236}">
                <a16:creationId xmlns:a16="http://schemas.microsoft.com/office/drawing/2014/main" id="{A70BBC65-3707-48BD-AE3C-3448961FB0B7}"/>
              </a:ext>
            </a:extLst>
          </p:cNvPr>
          <p:cNvGrpSpPr/>
          <p:nvPr userDrawn="1"/>
        </p:nvGrpSpPr>
        <p:grpSpPr>
          <a:xfrm>
            <a:off x="5164902" y="6112727"/>
            <a:ext cx="1161283" cy="891403"/>
            <a:chOff x="1395650" y="6061210"/>
            <a:chExt cx="1161283" cy="891403"/>
          </a:xfrm>
        </p:grpSpPr>
        <p:sp>
          <p:nvSpPr>
            <p:cNvPr id="130" name="직사각형 129">
              <a:extLst>
                <a:ext uri="{FF2B5EF4-FFF2-40B4-BE49-F238E27FC236}">
                  <a16:creationId xmlns:a16="http://schemas.microsoft.com/office/drawing/2014/main" id="{72FF4FA7-9578-4CCA-99B2-C233489DBAB0}"/>
                </a:ext>
              </a:extLst>
            </p:cNvPr>
            <p:cNvSpPr/>
            <p:nvPr/>
          </p:nvSpPr>
          <p:spPr>
            <a:xfrm>
              <a:off x="2165047" y="6738016"/>
              <a:ext cx="391886" cy="19836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적용</a:t>
              </a:r>
              <a:endParaRPr lang="en-US" altLang="ko-KR" sz="800" dirty="0">
                <a:solidFill>
                  <a:schemeClr val="bg1"/>
                </a:solidFill>
              </a:endParaRPr>
            </a:p>
          </p:txBody>
        </p:sp>
        <p:sp>
          <p:nvSpPr>
            <p:cNvPr id="131" name="직사각형 130">
              <a:extLst>
                <a:ext uri="{FF2B5EF4-FFF2-40B4-BE49-F238E27FC236}">
                  <a16:creationId xmlns:a16="http://schemas.microsoft.com/office/drawing/2014/main" id="{424580B4-2819-4233-97DF-BADBBA2457FC}"/>
                </a:ext>
              </a:extLst>
            </p:cNvPr>
            <p:cNvSpPr/>
            <p:nvPr/>
          </p:nvSpPr>
          <p:spPr>
            <a:xfrm>
              <a:off x="1395650" y="6061210"/>
              <a:ext cx="1161283" cy="65503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ko-KR" altLang="en-US" sz="800">
                  <a:solidFill>
                    <a:schemeClr val="tx1">
                      <a:lumMod val="50000"/>
                      <a:lumOff val="50000"/>
                    </a:schemeClr>
                  </a:solidFill>
                </a:rPr>
                <a:t>내용</a:t>
              </a:r>
              <a:endParaRPr lang="en-US" altLang="ko-KR" sz="800" dirty="0">
                <a:solidFill>
                  <a:schemeClr val="tx1">
                    <a:lumMod val="50000"/>
                    <a:lumOff val="50000"/>
                  </a:schemeClr>
                </a:solidFill>
              </a:endParaRPr>
            </a:p>
          </p:txBody>
        </p:sp>
        <p:sp>
          <p:nvSpPr>
            <p:cNvPr id="132" name="TextBox 131">
              <a:extLst>
                <a:ext uri="{FF2B5EF4-FFF2-40B4-BE49-F238E27FC236}">
                  <a16:creationId xmlns:a16="http://schemas.microsoft.com/office/drawing/2014/main" id="{741AD09A-E6B0-42C2-8B2C-2AD02E985320}"/>
                </a:ext>
              </a:extLst>
            </p:cNvPr>
            <p:cNvSpPr txBox="1"/>
            <p:nvPr/>
          </p:nvSpPr>
          <p:spPr>
            <a:xfrm>
              <a:off x="1669783" y="6721781"/>
              <a:ext cx="598241" cy="230832"/>
            </a:xfrm>
            <a:prstGeom prst="rect">
              <a:avLst/>
            </a:prstGeom>
            <a:noFill/>
          </p:spPr>
          <p:txBody>
            <a:bodyPr wrap="none" rtlCol="0">
              <a:spAutoFit/>
            </a:bodyPr>
            <a:lstStyle/>
            <a:p>
              <a:r>
                <a:rPr lang="en-US" altLang="ko-KR" sz="900" dirty="0"/>
                <a:t>(0/300) </a:t>
              </a:r>
              <a:endParaRPr lang="ko-KR" altLang="en-US" sz="900" dirty="0"/>
            </a:p>
          </p:txBody>
        </p:sp>
      </p:grpSp>
      <p:grpSp>
        <p:nvGrpSpPr>
          <p:cNvPr id="133" name="그룹 132">
            <a:extLst>
              <a:ext uri="{FF2B5EF4-FFF2-40B4-BE49-F238E27FC236}">
                <a16:creationId xmlns:a16="http://schemas.microsoft.com/office/drawing/2014/main" id="{63B49CD6-38DC-47F0-81AE-1EBB49130F9A}"/>
              </a:ext>
            </a:extLst>
          </p:cNvPr>
          <p:cNvGrpSpPr/>
          <p:nvPr userDrawn="1"/>
        </p:nvGrpSpPr>
        <p:grpSpPr>
          <a:xfrm>
            <a:off x="7231850" y="6090466"/>
            <a:ext cx="1161283" cy="902101"/>
            <a:chOff x="1395650" y="6061210"/>
            <a:chExt cx="1161283" cy="902101"/>
          </a:xfrm>
        </p:grpSpPr>
        <p:sp>
          <p:nvSpPr>
            <p:cNvPr id="134" name="직사각형 133">
              <a:extLst>
                <a:ext uri="{FF2B5EF4-FFF2-40B4-BE49-F238E27FC236}">
                  <a16:creationId xmlns:a16="http://schemas.microsoft.com/office/drawing/2014/main" id="{8FFAB60A-405B-4BE6-B7F8-1C7180173E3F}"/>
                </a:ext>
              </a:extLst>
            </p:cNvPr>
            <p:cNvSpPr/>
            <p:nvPr/>
          </p:nvSpPr>
          <p:spPr>
            <a:xfrm>
              <a:off x="2165047" y="6738016"/>
              <a:ext cx="391886" cy="19836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적용</a:t>
              </a:r>
              <a:endParaRPr lang="en-US" altLang="ko-KR" sz="800" dirty="0">
                <a:solidFill>
                  <a:schemeClr val="bg1"/>
                </a:solidFill>
              </a:endParaRPr>
            </a:p>
          </p:txBody>
        </p:sp>
        <p:sp>
          <p:nvSpPr>
            <p:cNvPr id="135" name="직사각형 134">
              <a:extLst>
                <a:ext uri="{FF2B5EF4-FFF2-40B4-BE49-F238E27FC236}">
                  <a16:creationId xmlns:a16="http://schemas.microsoft.com/office/drawing/2014/main" id="{374A6A8E-0010-4C0E-834C-7C956D922E92}"/>
                </a:ext>
              </a:extLst>
            </p:cNvPr>
            <p:cNvSpPr/>
            <p:nvPr/>
          </p:nvSpPr>
          <p:spPr>
            <a:xfrm>
              <a:off x="1395650" y="6061210"/>
              <a:ext cx="1161283" cy="65503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ko-KR" altLang="en-US" sz="800">
                  <a:solidFill>
                    <a:schemeClr val="tx1">
                      <a:lumMod val="50000"/>
                      <a:lumOff val="50000"/>
                    </a:schemeClr>
                  </a:solidFill>
                </a:rPr>
                <a:t>내용</a:t>
              </a:r>
              <a:endParaRPr lang="en-US" altLang="ko-KR" sz="800" dirty="0">
                <a:solidFill>
                  <a:schemeClr val="tx1">
                    <a:lumMod val="50000"/>
                    <a:lumOff val="50000"/>
                  </a:schemeClr>
                </a:solidFill>
              </a:endParaRPr>
            </a:p>
          </p:txBody>
        </p:sp>
        <p:sp>
          <p:nvSpPr>
            <p:cNvPr id="136" name="TextBox 135">
              <a:extLst>
                <a:ext uri="{FF2B5EF4-FFF2-40B4-BE49-F238E27FC236}">
                  <a16:creationId xmlns:a16="http://schemas.microsoft.com/office/drawing/2014/main" id="{A22ACAF5-25BA-4676-8962-55AF365CA7AF}"/>
                </a:ext>
              </a:extLst>
            </p:cNvPr>
            <p:cNvSpPr txBox="1"/>
            <p:nvPr/>
          </p:nvSpPr>
          <p:spPr>
            <a:xfrm>
              <a:off x="1680900" y="6732479"/>
              <a:ext cx="598241" cy="230832"/>
            </a:xfrm>
            <a:prstGeom prst="rect">
              <a:avLst/>
            </a:prstGeom>
            <a:noFill/>
          </p:spPr>
          <p:txBody>
            <a:bodyPr wrap="none" rtlCol="0">
              <a:spAutoFit/>
            </a:bodyPr>
            <a:lstStyle/>
            <a:p>
              <a:r>
                <a:rPr lang="en-US" altLang="ko-KR" sz="900" dirty="0"/>
                <a:t>(0/300) </a:t>
              </a:r>
              <a:endParaRPr lang="ko-KR" altLang="en-US" sz="900" dirty="0"/>
            </a:p>
          </p:txBody>
        </p:sp>
      </p:grpSp>
    </p:spTree>
    <p:extLst>
      <p:ext uri="{BB962C8B-B14F-4D97-AF65-F5344CB8AC3E}">
        <p14:creationId xmlns:p14="http://schemas.microsoft.com/office/powerpoint/2010/main" val="1475727808"/>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1_Shop 채널 등록폼 오픈화면">
    <p:spTree>
      <p:nvGrpSpPr>
        <p:cNvPr id="1" name=""/>
        <p:cNvGrpSpPr/>
        <p:nvPr/>
      </p:nvGrpSpPr>
      <p:grpSpPr>
        <a:xfrm>
          <a:off x="0" y="0"/>
          <a:ext cx="0" cy="0"/>
          <a:chOff x="0" y="0"/>
          <a:chExt cx="0" cy="0"/>
        </a:xfrm>
      </p:grpSpPr>
      <p:sp>
        <p:nvSpPr>
          <p:cNvPr id="23" name="직사각형 22">
            <a:extLst>
              <a:ext uri="{FF2B5EF4-FFF2-40B4-BE49-F238E27FC236}">
                <a16:creationId xmlns:a16="http://schemas.microsoft.com/office/drawing/2014/main" id="{ABECF5B2-BB1D-4F9C-BD28-75B0133AB92B}"/>
              </a:ext>
            </a:extLst>
          </p:cNvPr>
          <p:cNvSpPr/>
          <p:nvPr userDrawn="1"/>
        </p:nvSpPr>
        <p:spPr>
          <a:xfrm>
            <a:off x="33614" y="40343"/>
            <a:ext cx="10078574" cy="9127720"/>
          </a:xfrm>
          <a:prstGeom prst="rect">
            <a:avLst/>
          </a:prstGeom>
          <a:solidFill>
            <a:schemeClr val="bg1"/>
          </a:solid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직사각형 19">
            <a:extLst>
              <a:ext uri="{FF2B5EF4-FFF2-40B4-BE49-F238E27FC236}">
                <a16:creationId xmlns:a16="http://schemas.microsoft.com/office/drawing/2014/main" id="{24B31EC4-B77E-4BDD-BCB1-EE54DDB97E66}"/>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 name="직사각형 20">
            <a:extLst>
              <a:ext uri="{FF2B5EF4-FFF2-40B4-BE49-F238E27FC236}">
                <a16:creationId xmlns:a16="http://schemas.microsoft.com/office/drawing/2014/main" id="{2E720B41-4B53-4A2A-B4B6-88B14D1AD957}"/>
              </a:ext>
            </a:extLst>
          </p:cNvPr>
          <p:cNvSpPr/>
          <p:nvPr userDrawn="1"/>
        </p:nvSpPr>
        <p:spPr>
          <a:xfrm>
            <a:off x="108568" y="10805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22" name="직사각형 21">
            <a:extLst>
              <a:ext uri="{FF2B5EF4-FFF2-40B4-BE49-F238E27FC236}">
                <a16:creationId xmlns:a16="http://schemas.microsoft.com/office/drawing/2014/main" id="{6C12EB54-390D-4D48-AC84-E09B504EEA7B}"/>
              </a:ext>
            </a:extLst>
          </p:cNvPr>
          <p:cNvSpPr/>
          <p:nvPr userDrawn="1"/>
        </p:nvSpPr>
        <p:spPr>
          <a:xfrm>
            <a:off x="8029664" y="107186"/>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graphicFrame>
        <p:nvGraphicFramePr>
          <p:cNvPr id="110" name="표 5">
            <a:extLst>
              <a:ext uri="{FF2B5EF4-FFF2-40B4-BE49-F238E27FC236}">
                <a16:creationId xmlns:a16="http://schemas.microsoft.com/office/drawing/2014/main" id="{72D401BB-5EC9-47FA-BAFE-ABA1F2DC760C}"/>
              </a:ext>
            </a:extLst>
          </p:cNvPr>
          <p:cNvGraphicFramePr>
            <a:graphicFrameLocks noGrp="1"/>
          </p:cNvGraphicFramePr>
          <p:nvPr userDrawn="1">
            <p:extLst>
              <p:ext uri="{D42A27DB-BD31-4B8C-83A1-F6EECF244321}">
                <p14:modId xmlns:p14="http://schemas.microsoft.com/office/powerpoint/2010/main" val="1332380889"/>
              </p:ext>
            </p:extLst>
          </p:nvPr>
        </p:nvGraphicFramePr>
        <p:xfrm>
          <a:off x="93134" y="550332"/>
          <a:ext cx="9922935" cy="243840"/>
        </p:xfrm>
        <a:graphic>
          <a:graphicData uri="http://schemas.openxmlformats.org/drawingml/2006/table">
            <a:tbl>
              <a:tblPr firstRow="1" bandRow="1">
                <a:tableStyleId>{5940675A-B579-460E-94D1-54222C63F5DA}</a:tableStyleId>
              </a:tblPr>
              <a:tblGrid>
                <a:gridCol w="3307645">
                  <a:extLst>
                    <a:ext uri="{9D8B030D-6E8A-4147-A177-3AD203B41FA5}">
                      <a16:colId xmlns:a16="http://schemas.microsoft.com/office/drawing/2014/main" val="3230482263"/>
                    </a:ext>
                  </a:extLst>
                </a:gridCol>
                <a:gridCol w="3307645">
                  <a:extLst>
                    <a:ext uri="{9D8B030D-6E8A-4147-A177-3AD203B41FA5}">
                      <a16:colId xmlns:a16="http://schemas.microsoft.com/office/drawing/2014/main" val="3730242496"/>
                    </a:ext>
                  </a:extLst>
                </a:gridCol>
                <a:gridCol w="3307645">
                  <a:extLst>
                    <a:ext uri="{9D8B030D-6E8A-4147-A177-3AD203B41FA5}">
                      <a16:colId xmlns:a16="http://schemas.microsoft.com/office/drawing/2014/main" val="844434264"/>
                    </a:ext>
                  </a:extLst>
                </a:gridCol>
              </a:tblGrid>
              <a:tr h="127001">
                <a:tc>
                  <a:txBody>
                    <a:bodyPr/>
                    <a:lstStyle/>
                    <a:p>
                      <a:pPr algn="ctr" latinLnBrk="1"/>
                      <a:r>
                        <a:rPr lang="en-US" altLang="ko-KR" sz="1000" b="0" dirty="0">
                          <a:solidFill>
                            <a:schemeClr val="tx1"/>
                          </a:solidFill>
                        </a:rPr>
                        <a:t>Shop </a:t>
                      </a:r>
                      <a:r>
                        <a:rPr lang="ko-KR" altLang="en-US" sz="1000" b="0" dirty="0">
                          <a:solidFill>
                            <a:schemeClr val="tx1"/>
                          </a:solidFill>
                        </a:rPr>
                        <a:t>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1" dirty="0">
                          <a:solidFill>
                            <a:schemeClr val="bg1"/>
                          </a:solidFill>
                        </a:rPr>
                        <a:t>판매상품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1000" dirty="0"/>
                        <a:t>커뮤니티</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226348592"/>
                  </a:ext>
                </a:extLst>
              </a:tr>
            </a:tbl>
          </a:graphicData>
        </a:graphic>
      </p:graphicFrame>
      <p:sp>
        <p:nvSpPr>
          <p:cNvPr id="111" name="TextBox 110">
            <a:extLst>
              <a:ext uri="{FF2B5EF4-FFF2-40B4-BE49-F238E27FC236}">
                <a16:creationId xmlns:a16="http://schemas.microsoft.com/office/drawing/2014/main" id="{F5D98C12-18B9-4173-96C4-AD01FB28793C}"/>
              </a:ext>
            </a:extLst>
          </p:cNvPr>
          <p:cNvSpPr txBox="1"/>
          <p:nvPr userDrawn="1"/>
        </p:nvSpPr>
        <p:spPr>
          <a:xfrm>
            <a:off x="101677" y="1070186"/>
            <a:ext cx="2530203" cy="215444"/>
          </a:xfrm>
          <a:prstGeom prst="rect">
            <a:avLst/>
          </a:prstGeom>
          <a:noFill/>
        </p:spPr>
        <p:txBody>
          <a:bodyPr wrap="square" rtlCol="0">
            <a:spAutoFit/>
          </a:bodyPr>
          <a:lstStyle/>
          <a:p>
            <a:r>
              <a:rPr lang="ko-KR" altLang="en-US" sz="800" b="1" dirty="0">
                <a:latin typeface="맑은 고딕" panose="020B0503020000020004" pitchFamily="50" charset="-127"/>
              </a:rPr>
              <a:t>■ </a:t>
            </a:r>
            <a:r>
              <a:rPr lang="ko-KR" altLang="en-US" sz="800" b="1" dirty="0"/>
              <a:t>총 </a:t>
            </a:r>
            <a:r>
              <a:rPr lang="en-US" altLang="ko-KR" sz="800" b="1" dirty="0"/>
              <a:t>3 </a:t>
            </a:r>
            <a:r>
              <a:rPr lang="ko-KR" altLang="en-US" sz="800" b="1" dirty="0"/>
              <a:t>건</a:t>
            </a:r>
          </a:p>
        </p:txBody>
      </p:sp>
      <p:graphicFrame>
        <p:nvGraphicFramePr>
          <p:cNvPr id="147" name="표 146">
            <a:extLst>
              <a:ext uri="{FF2B5EF4-FFF2-40B4-BE49-F238E27FC236}">
                <a16:creationId xmlns:a16="http://schemas.microsoft.com/office/drawing/2014/main" id="{765FD3D4-21B6-4D36-9F3C-5C48E2E0FAC4}"/>
              </a:ext>
            </a:extLst>
          </p:cNvPr>
          <p:cNvGraphicFramePr>
            <a:graphicFrameLocks noGrp="1"/>
          </p:cNvGraphicFramePr>
          <p:nvPr userDrawn="1">
            <p:extLst>
              <p:ext uri="{D42A27DB-BD31-4B8C-83A1-F6EECF244321}">
                <p14:modId xmlns:p14="http://schemas.microsoft.com/office/powerpoint/2010/main" val="1548704038"/>
              </p:ext>
            </p:extLst>
          </p:nvPr>
        </p:nvGraphicFramePr>
        <p:xfrm>
          <a:off x="182073" y="1311819"/>
          <a:ext cx="9815270" cy="4983422"/>
        </p:xfrm>
        <a:graphic>
          <a:graphicData uri="http://schemas.openxmlformats.org/drawingml/2006/table">
            <a:tbl>
              <a:tblPr firstRow="1" bandRow="1">
                <a:tableStyleId>{5C22544A-7EE6-4342-B048-85BDC9FD1C3A}</a:tableStyleId>
              </a:tblPr>
              <a:tblGrid>
                <a:gridCol w="473116">
                  <a:extLst>
                    <a:ext uri="{9D8B030D-6E8A-4147-A177-3AD203B41FA5}">
                      <a16:colId xmlns:a16="http://schemas.microsoft.com/office/drawing/2014/main" val="20000"/>
                    </a:ext>
                  </a:extLst>
                </a:gridCol>
                <a:gridCol w="700611">
                  <a:extLst>
                    <a:ext uri="{9D8B030D-6E8A-4147-A177-3AD203B41FA5}">
                      <a16:colId xmlns:a16="http://schemas.microsoft.com/office/drawing/2014/main" val="20002"/>
                    </a:ext>
                  </a:extLst>
                </a:gridCol>
                <a:gridCol w="2735667">
                  <a:extLst>
                    <a:ext uri="{9D8B030D-6E8A-4147-A177-3AD203B41FA5}">
                      <a16:colId xmlns:a16="http://schemas.microsoft.com/office/drawing/2014/main" val="20004"/>
                    </a:ext>
                  </a:extLst>
                </a:gridCol>
                <a:gridCol w="688404">
                  <a:extLst>
                    <a:ext uri="{9D8B030D-6E8A-4147-A177-3AD203B41FA5}">
                      <a16:colId xmlns:a16="http://schemas.microsoft.com/office/drawing/2014/main" val="1538783997"/>
                    </a:ext>
                  </a:extLst>
                </a:gridCol>
                <a:gridCol w="688404">
                  <a:extLst>
                    <a:ext uri="{9D8B030D-6E8A-4147-A177-3AD203B41FA5}">
                      <a16:colId xmlns:a16="http://schemas.microsoft.com/office/drawing/2014/main" val="2527584646"/>
                    </a:ext>
                  </a:extLst>
                </a:gridCol>
                <a:gridCol w="1163405">
                  <a:extLst>
                    <a:ext uri="{9D8B030D-6E8A-4147-A177-3AD203B41FA5}">
                      <a16:colId xmlns:a16="http://schemas.microsoft.com/office/drawing/2014/main" val="3237610251"/>
                    </a:ext>
                  </a:extLst>
                </a:gridCol>
                <a:gridCol w="1211714">
                  <a:extLst>
                    <a:ext uri="{9D8B030D-6E8A-4147-A177-3AD203B41FA5}">
                      <a16:colId xmlns:a16="http://schemas.microsoft.com/office/drawing/2014/main" val="20006"/>
                    </a:ext>
                  </a:extLst>
                </a:gridCol>
                <a:gridCol w="925956">
                  <a:extLst>
                    <a:ext uri="{9D8B030D-6E8A-4147-A177-3AD203B41FA5}">
                      <a16:colId xmlns:a16="http://schemas.microsoft.com/office/drawing/2014/main" val="20007"/>
                    </a:ext>
                  </a:extLst>
                </a:gridCol>
                <a:gridCol w="1227993">
                  <a:extLst>
                    <a:ext uri="{9D8B030D-6E8A-4147-A177-3AD203B41FA5}">
                      <a16:colId xmlns:a16="http://schemas.microsoft.com/office/drawing/2014/main" val="20008"/>
                    </a:ext>
                  </a:extLst>
                </a:gridCol>
              </a:tblGrid>
              <a:tr h="0">
                <a:tc>
                  <a:txBody>
                    <a:bodyPr/>
                    <a:lstStyle/>
                    <a:p>
                      <a:pPr algn="ctr" latinLnBrk="1"/>
                      <a:r>
                        <a:rPr lang="ko-KR" altLang="en-US" sz="800" b="0" dirty="0">
                          <a:solidFill>
                            <a:schemeClr val="tx1"/>
                          </a:solidFill>
                        </a:rPr>
                        <a:t>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판매형태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재고</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이익금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수정</a:t>
                      </a:r>
                      <a:r>
                        <a:rPr lang="en-US" altLang="ko-KR" sz="800" b="0" dirty="0">
                          <a:solidFill>
                            <a:schemeClr val="tx1"/>
                          </a:solidFill>
                        </a:rPr>
                        <a:t>/</a:t>
                      </a:r>
                      <a:r>
                        <a:rPr lang="ko-KR" altLang="en-US" sz="800" b="0" dirty="0">
                          <a:solidFill>
                            <a:schemeClr val="tx1"/>
                          </a:solidFill>
                        </a:rPr>
                        <a:t>삭제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자사</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baseline="0" dirty="0">
                        <a:solidFill>
                          <a:schemeClr val="tx1"/>
                        </a:solidFill>
                      </a:endParaRPr>
                    </a:p>
                    <a:p>
                      <a:pPr algn="l" latinLnBrk="1">
                        <a:lnSpc>
                          <a:spcPct val="150000"/>
                        </a:lnSpc>
                      </a:pPr>
                      <a:endParaRPr lang="en-US" altLang="ko-KR" sz="800" b="0" baseline="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a:solidFill>
                            <a:schemeClr val="tx1"/>
                          </a:solidFill>
                        </a:rPr>
                        <a:t>판매</a:t>
                      </a:r>
                      <a:endParaRPr lang="en-US" altLang="ko-KR" sz="800" b="0" baseline="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a:solidFill>
                            <a:schemeClr val="tx1"/>
                          </a:solidFill>
                        </a:rPr>
                        <a:t>상품판매</a:t>
                      </a:r>
                      <a:endParaRPr lang="en-US" altLang="ko-KR" sz="800" b="0" baseline="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err="1">
                          <a:solidFill>
                            <a:schemeClr val="tx1"/>
                          </a:solidFill>
                        </a:rPr>
                        <a:t>수량제한없음</a:t>
                      </a:r>
                      <a:endParaRPr lang="en-US" altLang="ko-KR" sz="800" b="0" baseline="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12,000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10</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공개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위탁판매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10,000 </a:t>
                      </a:r>
                      <a:r>
                        <a:rPr lang="ko-KR" altLang="en-US" sz="800" b="0" dirty="0">
                          <a:solidFill>
                            <a:schemeClr val="tx1"/>
                          </a:solidFill>
                        </a:rPr>
                        <a:t>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15,000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3,000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9</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제휴</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상품판매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500,000 </a:t>
                      </a:r>
                      <a:r>
                        <a:rPr lang="ko-KR" altLang="en-US" sz="800" b="0" dirty="0">
                          <a:solidFill>
                            <a:schemeClr val="tx1"/>
                          </a:solidFill>
                        </a:rPr>
                        <a:t>개</a:t>
                      </a:r>
                      <a:br>
                        <a:rPr lang="en-US" altLang="ko-KR" sz="800" b="0" dirty="0">
                          <a:solidFill>
                            <a:schemeClr val="tx1"/>
                          </a:solidFill>
                        </a:rPr>
                      </a:br>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14,000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3,000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algn="ctr" latinLnBrk="1"/>
                      <a:r>
                        <a:rPr lang="en-US" altLang="ko-KR" sz="800" b="0" dirty="0">
                          <a:solidFill>
                            <a:schemeClr val="tx1"/>
                          </a:solidFill>
                        </a:rPr>
                        <a:t>8</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제휴</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a:solidFill>
                            <a:schemeClr val="tx1"/>
                          </a:solidFill>
                        </a:rPr>
                        <a:t>위탁판매</a:t>
                      </a:r>
                      <a:endParaRPr lang="en-US" altLang="ko-KR" sz="800" b="0" baseline="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err="1">
                          <a:solidFill>
                            <a:schemeClr val="tx1"/>
                          </a:solidFill>
                        </a:rPr>
                        <a:t>수량제한없음</a:t>
                      </a:r>
                      <a:endParaRPr lang="en-US" altLang="ko-KR" sz="800" b="0" baseline="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13,000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900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279476780"/>
                  </a:ext>
                </a:extLst>
              </a:tr>
              <a:tr h="0">
                <a:tc>
                  <a:txBody>
                    <a:bodyPr/>
                    <a:lstStyle/>
                    <a:p>
                      <a:pPr algn="ctr" latinLnBrk="1"/>
                      <a:r>
                        <a:rPr lang="en-US" altLang="ko-KR" sz="800" b="0" dirty="0">
                          <a:solidFill>
                            <a:schemeClr val="tx1"/>
                          </a:solidFill>
                        </a:rPr>
                        <a:t>7</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자사</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a:solidFill>
                            <a:schemeClr val="tx1"/>
                          </a:solidFill>
                        </a:rPr>
                        <a:t>상품판매</a:t>
                      </a:r>
                      <a:endParaRPr lang="en-US" altLang="ko-KR" sz="800" b="0" baseline="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err="1">
                          <a:solidFill>
                            <a:schemeClr val="tx1"/>
                          </a:solidFill>
                        </a:rPr>
                        <a:t>수량제한없음</a:t>
                      </a:r>
                      <a:endParaRPr lang="en-US" altLang="ko-KR" sz="800" b="0" baseline="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22,000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587146767"/>
                  </a:ext>
                </a:extLst>
              </a:tr>
              <a:tr h="0">
                <a:tc>
                  <a:txBody>
                    <a:bodyPr/>
                    <a:lstStyle/>
                    <a:p>
                      <a:pPr algn="ctr" latinLnBrk="1"/>
                      <a:r>
                        <a:rPr lang="en-US" altLang="ko-KR" sz="800" b="0" dirty="0">
                          <a:solidFill>
                            <a:schemeClr val="tx1"/>
                          </a:solidFill>
                        </a:rPr>
                        <a:t>6</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자사</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a:solidFill>
                            <a:schemeClr val="tx1"/>
                          </a:solidFill>
                        </a:rPr>
                        <a:t>상품판매</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500,000 </a:t>
                      </a:r>
                      <a:r>
                        <a:rPr lang="ko-KR" altLang="en-US" sz="800" b="0" dirty="0">
                          <a:solidFill>
                            <a:schemeClr val="tx1"/>
                          </a:solidFill>
                        </a:rPr>
                        <a:t>개</a:t>
                      </a:r>
                      <a:br>
                        <a:rPr lang="en-US" altLang="ko-KR" sz="800" b="0" dirty="0">
                          <a:solidFill>
                            <a:schemeClr val="tx1"/>
                          </a:solidFill>
                        </a:rPr>
                      </a:br>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14,000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748278696"/>
                  </a:ext>
                </a:extLst>
              </a:tr>
              <a:tr h="0">
                <a:tc>
                  <a:txBody>
                    <a:bodyPr/>
                    <a:lstStyle/>
                    <a:p>
                      <a:pPr algn="ctr" latinLnBrk="1"/>
                      <a:r>
                        <a:rPr lang="en-US" altLang="ko-KR" sz="800" b="0" dirty="0">
                          <a:solidFill>
                            <a:schemeClr val="tx1"/>
                          </a:solidFill>
                        </a:rPr>
                        <a:t>5</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자사</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a:solidFill>
                            <a:schemeClr val="tx1"/>
                          </a:solidFill>
                        </a:rPr>
                        <a:t>상품판매</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10,000 </a:t>
                      </a:r>
                      <a:r>
                        <a:rPr lang="ko-KR" altLang="en-US" sz="800" b="0" dirty="0">
                          <a:solidFill>
                            <a:schemeClr val="tx1"/>
                          </a:solidFill>
                        </a:rPr>
                        <a:t>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7,000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662529820"/>
                  </a:ext>
                </a:extLst>
              </a:tr>
              <a:tr h="0">
                <a:tc>
                  <a:txBody>
                    <a:bodyPr/>
                    <a:lstStyle/>
                    <a:p>
                      <a:pPr algn="ctr" latinLnBrk="1"/>
                      <a:r>
                        <a:rPr lang="en-US" altLang="ko-KR" sz="800" b="0" dirty="0">
                          <a:solidFill>
                            <a:schemeClr val="tx1"/>
                          </a:solidFill>
                        </a:rPr>
                        <a:t>4</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공개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위탁판매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err="1">
                          <a:solidFill>
                            <a:schemeClr val="tx1"/>
                          </a:solidFill>
                        </a:rPr>
                        <a:t>수량제한없음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14,000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900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453488250"/>
                  </a:ext>
                </a:extLst>
              </a:tr>
              <a:tr h="0">
                <a:tc>
                  <a:txBody>
                    <a:bodyPr/>
                    <a:lstStyle/>
                    <a:p>
                      <a:pPr algn="ctr" latinLnBrk="1"/>
                      <a:r>
                        <a:rPr lang="en-US" altLang="ko-KR" sz="800" b="0" dirty="0">
                          <a:solidFill>
                            <a:schemeClr val="tx1"/>
                          </a:solidFill>
                        </a:rPr>
                        <a:t>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제휴</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위탁판매</a:t>
                      </a:r>
                      <a:endParaRPr lang="en-US" altLang="ko-KR" sz="800" b="0" baseline="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err="1">
                          <a:solidFill>
                            <a:schemeClr val="tx1"/>
                          </a:solidFill>
                        </a:rPr>
                        <a:t>수량제한없음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13,000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1,000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920465824"/>
                  </a:ext>
                </a:extLst>
              </a:tr>
              <a:tr h="0">
                <a:tc>
                  <a:txBody>
                    <a:bodyPr/>
                    <a:lstStyle/>
                    <a:p>
                      <a:pPr algn="ctr" latinLnBrk="1"/>
                      <a:r>
                        <a:rPr lang="en-US" altLang="ko-KR" sz="800" b="0" dirty="0">
                          <a:solidFill>
                            <a:schemeClr val="tx1"/>
                          </a:solidFill>
                        </a:rPr>
                        <a:t>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공개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위탁판매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err="1">
                          <a:solidFill>
                            <a:schemeClr val="tx1"/>
                          </a:solidFill>
                        </a:rPr>
                        <a:t>수량제한없음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9,000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2,000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11087332"/>
                  </a:ext>
                </a:extLst>
              </a:tr>
              <a:tr h="0">
                <a:tc>
                  <a:txBody>
                    <a:bodyPr/>
                    <a:lstStyle/>
                    <a:p>
                      <a:pPr algn="ctr" latinLnBrk="1"/>
                      <a:r>
                        <a:rPr lang="en-US" altLang="ko-KR" sz="800" b="0" dirty="0">
                          <a:solidFill>
                            <a:schemeClr val="tx1"/>
                          </a:solidFill>
                        </a:rPr>
                        <a:t>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제휴</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a:solidFill>
                            <a:schemeClr val="tx1"/>
                          </a:solidFill>
                        </a:rPr>
                        <a:t>상품판매</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err="1">
                          <a:solidFill>
                            <a:schemeClr val="tx1"/>
                          </a:solidFill>
                        </a:rPr>
                        <a:t>수량제한없음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4,000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3,000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008548364"/>
                  </a:ext>
                </a:extLst>
              </a:tr>
            </a:tbl>
          </a:graphicData>
        </a:graphic>
      </p:graphicFrame>
      <p:sp>
        <p:nvSpPr>
          <p:cNvPr id="148" name="직사각형 147">
            <a:extLst>
              <a:ext uri="{FF2B5EF4-FFF2-40B4-BE49-F238E27FC236}">
                <a16:creationId xmlns:a16="http://schemas.microsoft.com/office/drawing/2014/main" id="{CB3A86E4-26C3-451B-BEE5-684235DAF447}"/>
              </a:ext>
            </a:extLst>
          </p:cNvPr>
          <p:cNvSpPr/>
          <p:nvPr userDrawn="1"/>
        </p:nvSpPr>
        <p:spPr>
          <a:xfrm>
            <a:off x="9085727" y="981917"/>
            <a:ext cx="911616" cy="196067"/>
          </a:xfrm>
          <a:prstGeom prst="rect">
            <a:avLst/>
          </a:prstGeom>
          <a:solidFill>
            <a:schemeClr val="accent5">
              <a:lumMod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판매상품 추가</a:t>
            </a:r>
            <a:endParaRPr lang="en-US" altLang="ko-KR" sz="800" b="1" dirty="0">
              <a:solidFill>
                <a:schemeClr val="bg1"/>
              </a:solidFill>
            </a:endParaRPr>
          </a:p>
        </p:txBody>
      </p:sp>
      <p:grpSp>
        <p:nvGrpSpPr>
          <p:cNvPr id="149" name="그룹 148">
            <a:extLst>
              <a:ext uri="{FF2B5EF4-FFF2-40B4-BE49-F238E27FC236}">
                <a16:creationId xmlns:a16="http://schemas.microsoft.com/office/drawing/2014/main" id="{AE3CAFE4-C4B0-473C-A277-346C31F6DCA2}"/>
              </a:ext>
            </a:extLst>
          </p:cNvPr>
          <p:cNvGrpSpPr/>
          <p:nvPr userDrawn="1"/>
        </p:nvGrpSpPr>
        <p:grpSpPr>
          <a:xfrm>
            <a:off x="1356314" y="1532595"/>
            <a:ext cx="2414204" cy="437877"/>
            <a:chOff x="1237832" y="3375500"/>
            <a:chExt cx="1708479" cy="437877"/>
          </a:xfrm>
        </p:grpSpPr>
        <p:grpSp>
          <p:nvGrpSpPr>
            <p:cNvPr id="150" name="그룹 149">
              <a:extLst>
                <a:ext uri="{FF2B5EF4-FFF2-40B4-BE49-F238E27FC236}">
                  <a16:creationId xmlns:a16="http://schemas.microsoft.com/office/drawing/2014/main" id="{ADA10256-086F-4EF7-B430-E8BDDEC5ABBE}"/>
                </a:ext>
              </a:extLst>
            </p:cNvPr>
            <p:cNvGrpSpPr/>
            <p:nvPr/>
          </p:nvGrpSpPr>
          <p:grpSpPr>
            <a:xfrm>
              <a:off x="1237832" y="3462866"/>
              <a:ext cx="366546" cy="248122"/>
              <a:chOff x="2681976" y="1955121"/>
              <a:chExt cx="1929510" cy="596970"/>
            </a:xfrm>
          </p:grpSpPr>
          <p:sp>
            <p:nvSpPr>
              <p:cNvPr id="152" name="Border">
                <a:extLst>
                  <a:ext uri="{FF2B5EF4-FFF2-40B4-BE49-F238E27FC236}">
                    <a16:creationId xmlns:a16="http://schemas.microsoft.com/office/drawing/2014/main" id="{FCD902F5-A52B-4DEA-A3C6-05F4DB3C8C1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3" name="Line 2">
                <a:extLst>
                  <a:ext uri="{FF2B5EF4-FFF2-40B4-BE49-F238E27FC236}">
                    <a16:creationId xmlns:a16="http://schemas.microsoft.com/office/drawing/2014/main" id="{4D83F710-2C55-41BD-9143-E0D39B0E888E}"/>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4" name="Line 1">
                <a:extLst>
                  <a:ext uri="{FF2B5EF4-FFF2-40B4-BE49-F238E27FC236}">
                    <a16:creationId xmlns:a16="http://schemas.microsoft.com/office/drawing/2014/main" id="{02FDE7FB-5277-4DB8-A976-957C4C11BCA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5" name="TextBox 154">
                <a:extLst>
                  <a:ext uri="{FF2B5EF4-FFF2-40B4-BE49-F238E27FC236}">
                    <a16:creationId xmlns:a16="http://schemas.microsoft.com/office/drawing/2014/main" id="{67590B8D-C48C-4509-A8F0-FA660317AE3A}"/>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51" name="직사각형 150">
              <a:extLst>
                <a:ext uri="{FF2B5EF4-FFF2-40B4-BE49-F238E27FC236}">
                  <a16:creationId xmlns:a16="http://schemas.microsoft.com/office/drawing/2014/main" id="{9AEF8463-B0C6-43A6-97F9-CB217C11986D}"/>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pSp>
      <p:grpSp>
        <p:nvGrpSpPr>
          <p:cNvPr id="156" name="그룹 155">
            <a:extLst>
              <a:ext uri="{FF2B5EF4-FFF2-40B4-BE49-F238E27FC236}">
                <a16:creationId xmlns:a16="http://schemas.microsoft.com/office/drawing/2014/main" id="{5369E2F9-86F4-4F72-A818-7FEE83C987D1}"/>
              </a:ext>
            </a:extLst>
          </p:cNvPr>
          <p:cNvGrpSpPr/>
          <p:nvPr userDrawn="1"/>
        </p:nvGrpSpPr>
        <p:grpSpPr>
          <a:xfrm>
            <a:off x="1356314" y="1942704"/>
            <a:ext cx="2414204" cy="437877"/>
            <a:chOff x="1237832" y="3375500"/>
            <a:chExt cx="1708479" cy="437877"/>
          </a:xfrm>
        </p:grpSpPr>
        <p:grpSp>
          <p:nvGrpSpPr>
            <p:cNvPr id="157" name="그룹 156">
              <a:extLst>
                <a:ext uri="{FF2B5EF4-FFF2-40B4-BE49-F238E27FC236}">
                  <a16:creationId xmlns:a16="http://schemas.microsoft.com/office/drawing/2014/main" id="{EC9BEF4F-5AA3-46A6-BC5F-6A4E369BCE00}"/>
                </a:ext>
              </a:extLst>
            </p:cNvPr>
            <p:cNvGrpSpPr/>
            <p:nvPr/>
          </p:nvGrpSpPr>
          <p:grpSpPr>
            <a:xfrm>
              <a:off x="1237832" y="3462866"/>
              <a:ext cx="366546" cy="248122"/>
              <a:chOff x="2681976" y="1955121"/>
              <a:chExt cx="1929510" cy="596970"/>
            </a:xfrm>
          </p:grpSpPr>
          <p:sp>
            <p:nvSpPr>
              <p:cNvPr id="159" name="Border">
                <a:extLst>
                  <a:ext uri="{FF2B5EF4-FFF2-40B4-BE49-F238E27FC236}">
                    <a16:creationId xmlns:a16="http://schemas.microsoft.com/office/drawing/2014/main" id="{18B75433-76B6-478F-B0A9-44221F69872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0" name="Line 2">
                <a:extLst>
                  <a:ext uri="{FF2B5EF4-FFF2-40B4-BE49-F238E27FC236}">
                    <a16:creationId xmlns:a16="http://schemas.microsoft.com/office/drawing/2014/main" id="{846178EB-00FC-405B-B4A2-54ED2D54D18B}"/>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1" name="Line 1">
                <a:extLst>
                  <a:ext uri="{FF2B5EF4-FFF2-40B4-BE49-F238E27FC236}">
                    <a16:creationId xmlns:a16="http://schemas.microsoft.com/office/drawing/2014/main" id="{1D3C9B2F-11AE-4C5A-BE7E-6051ECF22BE7}"/>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2" name="TextBox 161">
                <a:extLst>
                  <a:ext uri="{FF2B5EF4-FFF2-40B4-BE49-F238E27FC236}">
                    <a16:creationId xmlns:a16="http://schemas.microsoft.com/office/drawing/2014/main" id="{779C549D-2F4A-47F9-9559-72220F199A7A}"/>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58" name="직사각형 157">
              <a:extLst>
                <a:ext uri="{FF2B5EF4-FFF2-40B4-BE49-F238E27FC236}">
                  <a16:creationId xmlns:a16="http://schemas.microsoft.com/office/drawing/2014/main" id="{DA334CF6-E202-4660-B370-FD73D65FA891}"/>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222222</a:t>
              </a:r>
              <a:endParaRPr lang="ko-KR" altLang="en-US" sz="800" b="1" dirty="0"/>
            </a:p>
          </p:txBody>
        </p:sp>
      </p:grpSp>
      <p:grpSp>
        <p:nvGrpSpPr>
          <p:cNvPr id="163" name="그룹 162">
            <a:extLst>
              <a:ext uri="{FF2B5EF4-FFF2-40B4-BE49-F238E27FC236}">
                <a16:creationId xmlns:a16="http://schemas.microsoft.com/office/drawing/2014/main" id="{30D94B82-21ED-4BC6-A626-63F5D5310C83}"/>
              </a:ext>
            </a:extLst>
          </p:cNvPr>
          <p:cNvGrpSpPr/>
          <p:nvPr userDrawn="1"/>
        </p:nvGrpSpPr>
        <p:grpSpPr>
          <a:xfrm>
            <a:off x="1356314" y="2392641"/>
            <a:ext cx="2414204" cy="437877"/>
            <a:chOff x="1237832" y="3375500"/>
            <a:chExt cx="1708479" cy="437877"/>
          </a:xfrm>
        </p:grpSpPr>
        <p:grpSp>
          <p:nvGrpSpPr>
            <p:cNvPr id="164" name="그룹 163">
              <a:extLst>
                <a:ext uri="{FF2B5EF4-FFF2-40B4-BE49-F238E27FC236}">
                  <a16:creationId xmlns:a16="http://schemas.microsoft.com/office/drawing/2014/main" id="{189C8AF7-7E71-4D17-987A-534AA2AD9F19}"/>
                </a:ext>
              </a:extLst>
            </p:cNvPr>
            <p:cNvGrpSpPr/>
            <p:nvPr/>
          </p:nvGrpSpPr>
          <p:grpSpPr>
            <a:xfrm>
              <a:off x="1237832" y="3462866"/>
              <a:ext cx="366546" cy="248122"/>
              <a:chOff x="2681976" y="1955121"/>
              <a:chExt cx="1929510" cy="596970"/>
            </a:xfrm>
          </p:grpSpPr>
          <p:sp>
            <p:nvSpPr>
              <p:cNvPr id="166" name="Border">
                <a:extLst>
                  <a:ext uri="{FF2B5EF4-FFF2-40B4-BE49-F238E27FC236}">
                    <a16:creationId xmlns:a16="http://schemas.microsoft.com/office/drawing/2014/main" id="{7A092C41-AC34-4673-B3D9-CD99B7E031F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7" name="Line 2">
                <a:extLst>
                  <a:ext uri="{FF2B5EF4-FFF2-40B4-BE49-F238E27FC236}">
                    <a16:creationId xmlns:a16="http://schemas.microsoft.com/office/drawing/2014/main" id="{C4382163-E2EF-4C30-9F60-6CCAEF12EE50}"/>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8" name="Line 1">
                <a:extLst>
                  <a:ext uri="{FF2B5EF4-FFF2-40B4-BE49-F238E27FC236}">
                    <a16:creationId xmlns:a16="http://schemas.microsoft.com/office/drawing/2014/main" id="{FBC8F048-A5C3-40AC-B3D4-55B32ACCE945}"/>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9" name="TextBox 168">
                <a:extLst>
                  <a:ext uri="{FF2B5EF4-FFF2-40B4-BE49-F238E27FC236}">
                    <a16:creationId xmlns:a16="http://schemas.microsoft.com/office/drawing/2014/main" id="{2B2153A7-D7BA-411B-8A8C-DF81F9454C26}"/>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65" name="직사각형 164">
              <a:extLst>
                <a:ext uri="{FF2B5EF4-FFF2-40B4-BE49-F238E27FC236}">
                  <a16:creationId xmlns:a16="http://schemas.microsoft.com/office/drawing/2014/main" id="{BB9F4DD9-5F1E-4B19-8E9C-38222F649F59}"/>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333333</a:t>
              </a:r>
              <a:endParaRPr lang="ko-KR" altLang="en-US" sz="800" b="1" dirty="0"/>
            </a:p>
          </p:txBody>
        </p:sp>
      </p:grpSp>
      <p:sp>
        <p:nvSpPr>
          <p:cNvPr id="170" name="직사각형 169">
            <a:extLst>
              <a:ext uri="{FF2B5EF4-FFF2-40B4-BE49-F238E27FC236}">
                <a16:creationId xmlns:a16="http://schemas.microsoft.com/office/drawing/2014/main" id="{B7915040-EE90-40DC-8846-CE3FAF392F87}"/>
              </a:ext>
            </a:extLst>
          </p:cNvPr>
          <p:cNvSpPr/>
          <p:nvPr userDrawn="1"/>
        </p:nvSpPr>
        <p:spPr>
          <a:xfrm>
            <a:off x="9360400" y="1649362"/>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pic>
        <p:nvPicPr>
          <p:cNvPr id="171" name="Picture 2">
            <a:extLst>
              <a:ext uri="{FF2B5EF4-FFF2-40B4-BE49-F238E27FC236}">
                <a16:creationId xmlns:a16="http://schemas.microsoft.com/office/drawing/2014/main" id="{9FC1319B-4B73-450B-A14C-E5D8A18B5F2B}"/>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070009" y="6622680"/>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172" name="그룹 171">
            <a:extLst>
              <a:ext uri="{FF2B5EF4-FFF2-40B4-BE49-F238E27FC236}">
                <a16:creationId xmlns:a16="http://schemas.microsoft.com/office/drawing/2014/main" id="{5DD40B63-E36B-4E98-AA0A-A64ABCE9D1B2}"/>
              </a:ext>
            </a:extLst>
          </p:cNvPr>
          <p:cNvGrpSpPr/>
          <p:nvPr userDrawn="1"/>
        </p:nvGrpSpPr>
        <p:grpSpPr>
          <a:xfrm>
            <a:off x="1356314" y="2860621"/>
            <a:ext cx="2414204" cy="437877"/>
            <a:chOff x="1237832" y="3375500"/>
            <a:chExt cx="1708479" cy="437877"/>
          </a:xfrm>
        </p:grpSpPr>
        <p:grpSp>
          <p:nvGrpSpPr>
            <p:cNvPr id="173" name="그룹 172">
              <a:extLst>
                <a:ext uri="{FF2B5EF4-FFF2-40B4-BE49-F238E27FC236}">
                  <a16:creationId xmlns:a16="http://schemas.microsoft.com/office/drawing/2014/main" id="{F1D7D067-F934-4B17-8E94-F78AEB4356DA}"/>
                </a:ext>
              </a:extLst>
            </p:cNvPr>
            <p:cNvGrpSpPr/>
            <p:nvPr/>
          </p:nvGrpSpPr>
          <p:grpSpPr>
            <a:xfrm>
              <a:off x="1237832" y="3462866"/>
              <a:ext cx="366546" cy="248122"/>
              <a:chOff x="2681976" y="1955121"/>
              <a:chExt cx="1929510" cy="596970"/>
            </a:xfrm>
          </p:grpSpPr>
          <p:sp>
            <p:nvSpPr>
              <p:cNvPr id="175" name="Border">
                <a:extLst>
                  <a:ext uri="{FF2B5EF4-FFF2-40B4-BE49-F238E27FC236}">
                    <a16:creationId xmlns:a16="http://schemas.microsoft.com/office/drawing/2014/main" id="{6492ED76-20E6-4238-A950-EA2294E23FB8}"/>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6" name="Line 2">
                <a:extLst>
                  <a:ext uri="{FF2B5EF4-FFF2-40B4-BE49-F238E27FC236}">
                    <a16:creationId xmlns:a16="http://schemas.microsoft.com/office/drawing/2014/main" id="{7A157F77-8E79-4336-9636-0EDC4F57DD67}"/>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7" name="Line 1">
                <a:extLst>
                  <a:ext uri="{FF2B5EF4-FFF2-40B4-BE49-F238E27FC236}">
                    <a16:creationId xmlns:a16="http://schemas.microsoft.com/office/drawing/2014/main" id="{060C1E80-5BA7-4E19-90E3-6B6583239D0D}"/>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8" name="TextBox 177">
                <a:extLst>
                  <a:ext uri="{FF2B5EF4-FFF2-40B4-BE49-F238E27FC236}">
                    <a16:creationId xmlns:a16="http://schemas.microsoft.com/office/drawing/2014/main" id="{EB91D9A3-97D8-499A-8015-EA67936F6A99}"/>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74" name="직사각형 173">
              <a:extLst>
                <a:ext uri="{FF2B5EF4-FFF2-40B4-BE49-F238E27FC236}">
                  <a16:creationId xmlns:a16="http://schemas.microsoft.com/office/drawing/2014/main" id="{10C4CCAA-E273-4B67-BEE7-B23390338E2B}"/>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pSp>
      <p:grpSp>
        <p:nvGrpSpPr>
          <p:cNvPr id="179" name="그룹 178">
            <a:extLst>
              <a:ext uri="{FF2B5EF4-FFF2-40B4-BE49-F238E27FC236}">
                <a16:creationId xmlns:a16="http://schemas.microsoft.com/office/drawing/2014/main" id="{9D4A51C1-666F-43C4-AD17-EBF0ADFDC735}"/>
              </a:ext>
            </a:extLst>
          </p:cNvPr>
          <p:cNvGrpSpPr/>
          <p:nvPr userDrawn="1"/>
        </p:nvGrpSpPr>
        <p:grpSpPr>
          <a:xfrm>
            <a:off x="1356314" y="3270730"/>
            <a:ext cx="2414204" cy="437877"/>
            <a:chOff x="1237832" y="3375500"/>
            <a:chExt cx="1708479" cy="437877"/>
          </a:xfrm>
        </p:grpSpPr>
        <p:grpSp>
          <p:nvGrpSpPr>
            <p:cNvPr id="180" name="그룹 179">
              <a:extLst>
                <a:ext uri="{FF2B5EF4-FFF2-40B4-BE49-F238E27FC236}">
                  <a16:creationId xmlns:a16="http://schemas.microsoft.com/office/drawing/2014/main" id="{B646E8FD-F624-4948-9480-6AE00904AC48}"/>
                </a:ext>
              </a:extLst>
            </p:cNvPr>
            <p:cNvGrpSpPr/>
            <p:nvPr/>
          </p:nvGrpSpPr>
          <p:grpSpPr>
            <a:xfrm>
              <a:off x="1237832" y="3462866"/>
              <a:ext cx="366546" cy="248122"/>
              <a:chOff x="2681976" y="1955121"/>
              <a:chExt cx="1929510" cy="596970"/>
            </a:xfrm>
          </p:grpSpPr>
          <p:sp>
            <p:nvSpPr>
              <p:cNvPr id="182" name="Border">
                <a:extLst>
                  <a:ext uri="{FF2B5EF4-FFF2-40B4-BE49-F238E27FC236}">
                    <a16:creationId xmlns:a16="http://schemas.microsoft.com/office/drawing/2014/main" id="{A389123C-5CA7-4372-8348-D665D94CE00A}"/>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3" name="Line 2">
                <a:extLst>
                  <a:ext uri="{FF2B5EF4-FFF2-40B4-BE49-F238E27FC236}">
                    <a16:creationId xmlns:a16="http://schemas.microsoft.com/office/drawing/2014/main" id="{7904CFF6-2614-4C2A-B8BE-45828DBCDD18}"/>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4" name="Line 1">
                <a:extLst>
                  <a:ext uri="{FF2B5EF4-FFF2-40B4-BE49-F238E27FC236}">
                    <a16:creationId xmlns:a16="http://schemas.microsoft.com/office/drawing/2014/main" id="{C3424FEE-649C-4D10-BA82-50FC7A09E7C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5" name="TextBox 184">
                <a:extLst>
                  <a:ext uri="{FF2B5EF4-FFF2-40B4-BE49-F238E27FC236}">
                    <a16:creationId xmlns:a16="http://schemas.microsoft.com/office/drawing/2014/main" id="{0B421127-E8A8-4CE5-AC88-6768F8A2EEA1}"/>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81" name="직사각형 180">
              <a:extLst>
                <a:ext uri="{FF2B5EF4-FFF2-40B4-BE49-F238E27FC236}">
                  <a16:creationId xmlns:a16="http://schemas.microsoft.com/office/drawing/2014/main" id="{B19F2CD7-8F58-4374-AC01-8A933597FE53}"/>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222222</a:t>
              </a:r>
              <a:endParaRPr lang="ko-KR" altLang="en-US" sz="800" b="1" dirty="0"/>
            </a:p>
          </p:txBody>
        </p:sp>
      </p:grpSp>
      <p:grpSp>
        <p:nvGrpSpPr>
          <p:cNvPr id="186" name="그룹 185">
            <a:extLst>
              <a:ext uri="{FF2B5EF4-FFF2-40B4-BE49-F238E27FC236}">
                <a16:creationId xmlns:a16="http://schemas.microsoft.com/office/drawing/2014/main" id="{035D7E98-DC6A-4F52-A6CD-0C0A7CF74744}"/>
              </a:ext>
            </a:extLst>
          </p:cNvPr>
          <p:cNvGrpSpPr/>
          <p:nvPr userDrawn="1"/>
        </p:nvGrpSpPr>
        <p:grpSpPr>
          <a:xfrm>
            <a:off x="1356314" y="3720667"/>
            <a:ext cx="2414204" cy="437877"/>
            <a:chOff x="1237832" y="3375500"/>
            <a:chExt cx="1708479" cy="437877"/>
          </a:xfrm>
        </p:grpSpPr>
        <p:grpSp>
          <p:nvGrpSpPr>
            <p:cNvPr id="187" name="그룹 186">
              <a:extLst>
                <a:ext uri="{FF2B5EF4-FFF2-40B4-BE49-F238E27FC236}">
                  <a16:creationId xmlns:a16="http://schemas.microsoft.com/office/drawing/2014/main" id="{548A7967-C2C7-425E-9199-33186EFA6D5E}"/>
                </a:ext>
              </a:extLst>
            </p:cNvPr>
            <p:cNvGrpSpPr/>
            <p:nvPr/>
          </p:nvGrpSpPr>
          <p:grpSpPr>
            <a:xfrm>
              <a:off x="1237832" y="3462866"/>
              <a:ext cx="366546" cy="248122"/>
              <a:chOff x="2681976" y="1955121"/>
              <a:chExt cx="1929510" cy="596970"/>
            </a:xfrm>
          </p:grpSpPr>
          <p:sp>
            <p:nvSpPr>
              <p:cNvPr id="189" name="Border">
                <a:extLst>
                  <a:ext uri="{FF2B5EF4-FFF2-40B4-BE49-F238E27FC236}">
                    <a16:creationId xmlns:a16="http://schemas.microsoft.com/office/drawing/2014/main" id="{58F9DE13-81CF-40E5-8307-A615CFE5E6EC}"/>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0" name="Line 2">
                <a:extLst>
                  <a:ext uri="{FF2B5EF4-FFF2-40B4-BE49-F238E27FC236}">
                    <a16:creationId xmlns:a16="http://schemas.microsoft.com/office/drawing/2014/main" id="{DB5458DA-38FA-46A8-9300-D1497E86198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1" name="Line 1">
                <a:extLst>
                  <a:ext uri="{FF2B5EF4-FFF2-40B4-BE49-F238E27FC236}">
                    <a16:creationId xmlns:a16="http://schemas.microsoft.com/office/drawing/2014/main" id="{1BA405DF-1A37-4188-94B2-2034874E93C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2" name="TextBox 191">
                <a:extLst>
                  <a:ext uri="{FF2B5EF4-FFF2-40B4-BE49-F238E27FC236}">
                    <a16:creationId xmlns:a16="http://schemas.microsoft.com/office/drawing/2014/main" id="{F5C6AB20-EDAE-4619-BAFD-BAE9119115A3}"/>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88" name="직사각형 187">
              <a:extLst>
                <a:ext uri="{FF2B5EF4-FFF2-40B4-BE49-F238E27FC236}">
                  <a16:creationId xmlns:a16="http://schemas.microsoft.com/office/drawing/2014/main" id="{323B6BF8-8CB1-4A80-8D02-3F290AAB2B37}"/>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333333</a:t>
              </a:r>
              <a:endParaRPr lang="ko-KR" altLang="en-US" sz="800" b="1" dirty="0"/>
            </a:p>
          </p:txBody>
        </p:sp>
      </p:grpSp>
      <p:grpSp>
        <p:nvGrpSpPr>
          <p:cNvPr id="193" name="그룹 192">
            <a:extLst>
              <a:ext uri="{FF2B5EF4-FFF2-40B4-BE49-F238E27FC236}">
                <a16:creationId xmlns:a16="http://schemas.microsoft.com/office/drawing/2014/main" id="{5AF7AF64-3DB6-4793-B6F5-E324FDAEB649}"/>
              </a:ext>
            </a:extLst>
          </p:cNvPr>
          <p:cNvGrpSpPr/>
          <p:nvPr userDrawn="1"/>
        </p:nvGrpSpPr>
        <p:grpSpPr>
          <a:xfrm>
            <a:off x="1356314" y="4120176"/>
            <a:ext cx="2414204" cy="437877"/>
            <a:chOff x="1237832" y="3375500"/>
            <a:chExt cx="1708479" cy="437877"/>
          </a:xfrm>
        </p:grpSpPr>
        <p:grpSp>
          <p:nvGrpSpPr>
            <p:cNvPr id="194" name="그룹 193">
              <a:extLst>
                <a:ext uri="{FF2B5EF4-FFF2-40B4-BE49-F238E27FC236}">
                  <a16:creationId xmlns:a16="http://schemas.microsoft.com/office/drawing/2014/main" id="{DFC7610E-1530-4ADD-8C23-1DC6367B7E92}"/>
                </a:ext>
              </a:extLst>
            </p:cNvPr>
            <p:cNvGrpSpPr/>
            <p:nvPr/>
          </p:nvGrpSpPr>
          <p:grpSpPr>
            <a:xfrm>
              <a:off x="1237832" y="3462866"/>
              <a:ext cx="366546" cy="248122"/>
              <a:chOff x="2681976" y="1955121"/>
              <a:chExt cx="1929510" cy="596970"/>
            </a:xfrm>
          </p:grpSpPr>
          <p:sp>
            <p:nvSpPr>
              <p:cNvPr id="196" name="Border">
                <a:extLst>
                  <a:ext uri="{FF2B5EF4-FFF2-40B4-BE49-F238E27FC236}">
                    <a16:creationId xmlns:a16="http://schemas.microsoft.com/office/drawing/2014/main" id="{A234AD1A-BC09-457C-A391-444EDCE39EC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7" name="Line 2">
                <a:extLst>
                  <a:ext uri="{FF2B5EF4-FFF2-40B4-BE49-F238E27FC236}">
                    <a16:creationId xmlns:a16="http://schemas.microsoft.com/office/drawing/2014/main" id="{21D74DEA-FCFE-49FF-A9DB-3BF0986C750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8" name="Line 1">
                <a:extLst>
                  <a:ext uri="{FF2B5EF4-FFF2-40B4-BE49-F238E27FC236}">
                    <a16:creationId xmlns:a16="http://schemas.microsoft.com/office/drawing/2014/main" id="{500B3569-1B78-46B7-8BBF-ED08224831E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9" name="TextBox 198">
                <a:extLst>
                  <a:ext uri="{FF2B5EF4-FFF2-40B4-BE49-F238E27FC236}">
                    <a16:creationId xmlns:a16="http://schemas.microsoft.com/office/drawing/2014/main" id="{19E9088E-A1BA-4963-85EB-A3F0AFC1E7AE}"/>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95" name="직사각형 194">
              <a:extLst>
                <a:ext uri="{FF2B5EF4-FFF2-40B4-BE49-F238E27FC236}">
                  <a16:creationId xmlns:a16="http://schemas.microsoft.com/office/drawing/2014/main" id="{E9866175-F18F-4E26-8EA3-2F8BC9A8A8F1}"/>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pSp>
      <p:grpSp>
        <p:nvGrpSpPr>
          <p:cNvPr id="200" name="그룹 199">
            <a:extLst>
              <a:ext uri="{FF2B5EF4-FFF2-40B4-BE49-F238E27FC236}">
                <a16:creationId xmlns:a16="http://schemas.microsoft.com/office/drawing/2014/main" id="{2C88674C-FD2A-44A2-9ECD-943AE31774D7}"/>
              </a:ext>
            </a:extLst>
          </p:cNvPr>
          <p:cNvGrpSpPr/>
          <p:nvPr userDrawn="1"/>
        </p:nvGrpSpPr>
        <p:grpSpPr>
          <a:xfrm>
            <a:off x="1356314" y="4530285"/>
            <a:ext cx="2414204" cy="437877"/>
            <a:chOff x="1237832" y="3375500"/>
            <a:chExt cx="1708479" cy="437877"/>
          </a:xfrm>
        </p:grpSpPr>
        <p:grpSp>
          <p:nvGrpSpPr>
            <p:cNvPr id="201" name="그룹 200">
              <a:extLst>
                <a:ext uri="{FF2B5EF4-FFF2-40B4-BE49-F238E27FC236}">
                  <a16:creationId xmlns:a16="http://schemas.microsoft.com/office/drawing/2014/main" id="{01B37342-FF37-478B-ACC7-2449E05C1CDC}"/>
                </a:ext>
              </a:extLst>
            </p:cNvPr>
            <p:cNvGrpSpPr/>
            <p:nvPr/>
          </p:nvGrpSpPr>
          <p:grpSpPr>
            <a:xfrm>
              <a:off x="1237832" y="3462866"/>
              <a:ext cx="366546" cy="248122"/>
              <a:chOff x="2681976" y="1955121"/>
              <a:chExt cx="1929510" cy="596970"/>
            </a:xfrm>
          </p:grpSpPr>
          <p:sp>
            <p:nvSpPr>
              <p:cNvPr id="203" name="Border">
                <a:extLst>
                  <a:ext uri="{FF2B5EF4-FFF2-40B4-BE49-F238E27FC236}">
                    <a16:creationId xmlns:a16="http://schemas.microsoft.com/office/drawing/2014/main" id="{B8ECAA0D-F315-4025-B5E8-38D85116A7A9}"/>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4" name="Line 2">
                <a:extLst>
                  <a:ext uri="{FF2B5EF4-FFF2-40B4-BE49-F238E27FC236}">
                    <a16:creationId xmlns:a16="http://schemas.microsoft.com/office/drawing/2014/main" id="{511DB221-F437-4678-8FC4-DB5DDD44CA6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5" name="Line 1">
                <a:extLst>
                  <a:ext uri="{FF2B5EF4-FFF2-40B4-BE49-F238E27FC236}">
                    <a16:creationId xmlns:a16="http://schemas.microsoft.com/office/drawing/2014/main" id="{689203F5-E5E1-492E-B85C-9D1E56A9D27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6" name="TextBox 205">
                <a:extLst>
                  <a:ext uri="{FF2B5EF4-FFF2-40B4-BE49-F238E27FC236}">
                    <a16:creationId xmlns:a16="http://schemas.microsoft.com/office/drawing/2014/main" id="{9B5FD025-3A0E-4E4D-AC7F-82F6015B1DFB}"/>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02" name="직사각형 201">
              <a:extLst>
                <a:ext uri="{FF2B5EF4-FFF2-40B4-BE49-F238E27FC236}">
                  <a16:creationId xmlns:a16="http://schemas.microsoft.com/office/drawing/2014/main" id="{AD55EBE3-FDD3-4ED8-AA7D-7052B7028224}"/>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222222</a:t>
              </a:r>
              <a:endParaRPr lang="ko-KR" altLang="en-US" sz="800" b="1" dirty="0"/>
            </a:p>
          </p:txBody>
        </p:sp>
      </p:grpSp>
      <p:grpSp>
        <p:nvGrpSpPr>
          <p:cNvPr id="207" name="그룹 206">
            <a:extLst>
              <a:ext uri="{FF2B5EF4-FFF2-40B4-BE49-F238E27FC236}">
                <a16:creationId xmlns:a16="http://schemas.microsoft.com/office/drawing/2014/main" id="{629A6EBC-270B-49FB-A7E1-09178DA7F03E}"/>
              </a:ext>
            </a:extLst>
          </p:cNvPr>
          <p:cNvGrpSpPr/>
          <p:nvPr userDrawn="1"/>
        </p:nvGrpSpPr>
        <p:grpSpPr>
          <a:xfrm>
            <a:off x="1356314" y="4980222"/>
            <a:ext cx="2414204" cy="437877"/>
            <a:chOff x="1237832" y="3375500"/>
            <a:chExt cx="1708479" cy="437877"/>
          </a:xfrm>
        </p:grpSpPr>
        <p:grpSp>
          <p:nvGrpSpPr>
            <p:cNvPr id="208" name="그룹 207">
              <a:extLst>
                <a:ext uri="{FF2B5EF4-FFF2-40B4-BE49-F238E27FC236}">
                  <a16:creationId xmlns:a16="http://schemas.microsoft.com/office/drawing/2014/main" id="{33553F28-EA24-4BCA-810D-9F2EF3A89822}"/>
                </a:ext>
              </a:extLst>
            </p:cNvPr>
            <p:cNvGrpSpPr/>
            <p:nvPr/>
          </p:nvGrpSpPr>
          <p:grpSpPr>
            <a:xfrm>
              <a:off x="1237832" y="3462866"/>
              <a:ext cx="366546" cy="248122"/>
              <a:chOff x="2681976" y="1955121"/>
              <a:chExt cx="1929510" cy="596970"/>
            </a:xfrm>
          </p:grpSpPr>
          <p:sp>
            <p:nvSpPr>
              <p:cNvPr id="210" name="Border">
                <a:extLst>
                  <a:ext uri="{FF2B5EF4-FFF2-40B4-BE49-F238E27FC236}">
                    <a16:creationId xmlns:a16="http://schemas.microsoft.com/office/drawing/2014/main" id="{1A680C94-2099-432C-8139-DA949BFE0F82}"/>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1" name="Line 2">
                <a:extLst>
                  <a:ext uri="{FF2B5EF4-FFF2-40B4-BE49-F238E27FC236}">
                    <a16:creationId xmlns:a16="http://schemas.microsoft.com/office/drawing/2014/main" id="{860B7EA6-E679-4656-BA7A-37FC84A671A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2" name="Line 1">
                <a:extLst>
                  <a:ext uri="{FF2B5EF4-FFF2-40B4-BE49-F238E27FC236}">
                    <a16:creationId xmlns:a16="http://schemas.microsoft.com/office/drawing/2014/main" id="{B6FEF21D-2C9F-4877-BD6D-E3FA9BFBF70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3" name="TextBox 212">
                <a:extLst>
                  <a:ext uri="{FF2B5EF4-FFF2-40B4-BE49-F238E27FC236}">
                    <a16:creationId xmlns:a16="http://schemas.microsoft.com/office/drawing/2014/main" id="{93AD99C4-F5EC-4E5A-9E19-1B4B91D07DA2}"/>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09" name="직사각형 208">
              <a:extLst>
                <a:ext uri="{FF2B5EF4-FFF2-40B4-BE49-F238E27FC236}">
                  <a16:creationId xmlns:a16="http://schemas.microsoft.com/office/drawing/2014/main" id="{201AEB1C-39BC-4897-9B73-697E9ED42CFB}"/>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333333</a:t>
              </a:r>
              <a:endParaRPr lang="ko-KR" altLang="en-US" sz="800" b="1" dirty="0"/>
            </a:p>
          </p:txBody>
        </p:sp>
      </p:grpSp>
      <p:grpSp>
        <p:nvGrpSpPr>
          <p:cNvPr id="214" name="그룹 213">
            <a:extLst>
              <a:ext uri="{FF2B5EF4-FFF2-40B4-BE49-F238E27FC236}">
                <a16:creationId xmlns:a16="http://schemas.microsoft.com/office/drawing/2014/main" id="{54E8F4F2-E8B5-47D6-AC9B-50408CECBA59}"/>
              </a:ext>
            </a:extLst>
          </p:cNvPr>
          <p:cNvGrpSpPr/>
          <p:nvPr userDrawn="1"/>
        </p:nvGrpSpPr>
        <p:grpSpPr>
          <a:xfrm>
            <a:off x="1356314" y="5405811"/>
            <a:ext cx="2414204" cy="437877"/>
            <a:chOff x="1237832" y="3375500"/>
            <a:chExt cx="1708479" cy="437877"/>
          </a:xfrm>
        </p:grpSpPr>
        <p:grpSp>
          <p:nvGrpSpPr>
            <p:cNvPr id="215" name="그룹 214">
              <a:extLst>
                <a:ext uri="{FF2B5EF4-FFF2-40B4-BE49-F238E27FC236}">
                  <a16:creationId xmlns:a16="http://schemas.microsoft.com/office/drawing/2014/main" id="{D7C17B2A-B880-410D-94C9-50C04A5D6420}"/>
                </a:ext>
              </a:extLst>
            </p:cNvPr>
            <p:cNvGrpSpPr/>
            <p:nvPr/>
          </p:nvGrpSpPr>
          <p:grpSpPr>
            <a:xfrm>
              <a:off x="1237832" y="3462866"/>
              <a:ext cx="366546" cy="248122"/>
              <a:chOff x="2681976" y="1955121"/>
              <a:chExt cx="1929510" cy="596970"/>
            </a:xfrm>
          </p:grpSpPr>
          <p:sp>
            <p:nvSpPr>
              <p:cNvPr id="217" name="Border">
                <a:extLst>
                  <a:ext uri="{FF2B5EF4-FFF2-40B4-BE49-F238E27FC236}">
                    <a16:creationId xmlns:a16="http://schemas.microsoft.com/office/drawing/2014/main" id="{332858A4-7625-4CD0-A0A1-B7FD136D6DB5}"/>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8" name="Line 2">
                <a:extLst>
                  <a:ext uri="{FF2B5EF4-FFF2-40B4-BE49-F238E27FC236}">
                    <a16:creationId xmlns:a16="http://schemas.microsoft.com/office/drawing/2014/main" id="{B6939A18-1A21-4D03-85BD-A36F1ECF7C3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9" name="Line 1">
                <a:extLst>
                  <a:ext uri="{FF2B5EF4-FFF2-40B4-BE49-F238E27FC236}">
                    <a16:creationId xmlns:a16="http://schemas.microsoft.com/office/drawing/2014/main" id="{40F539C5-13BD-499D-B9CD-1CF640248EE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0" name="TextBox 219">
                <a:extLst>
                  <a:ext uri="{FF2B5EF4-FFF2-40B4-BE49-F238E27FC236}">
                    <a16:creationId xmlns:a16="http://schemas.microsoft.com/office/drawing/2014/main" id="{E2E5BD99-DFFC-4846-A319-71AE101C9654}"/>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16" name="직사각형 215">
              <a:extLst>
                <a:ext uri="{FF2B5EF4-FFF2-40B4-BE49-F238E27FC236}">
                  <a16:creationId xmlns:a16="http://schemas.microsoft.com/office/drawing/2014/main" id="{B9D71539-45BB-42D2-9B09-B03E75BA3CDD}"/>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222222</a:t>
              </a:r>
              <a:endParaRPr lang="ko-KR" altLang="en-US" sz="800" b="1" dirty="0"/>
            </a:p>
          </p:txBody>
        </p:sp>
      </p:grpSp>
      <p:grpSp>
        <p:nvGrpSpPr>
          <p:cNvPr id="221" name="그룹 220">
            <a:extLst>
              <a:ext uri="{FF2B5EF4-FFF2-40B4-BE49-F238E27FC236}">
                <a16:creationId xmlns:a16="http://schemas.microsoft.com/office/drawing/2014/main" id="{A763439C-FC03-4A8F-91EA-577D161E9817}"/>
              </a:ext>
            </a:extLst>
          </p:cNvPr>
          <p:cNvGrpSpPr/>
          <p:nvPr userDrawn="1"/>
        </p:nvGrpSpPr>
        <p:grpSpPr>
          <a:xfrm>
            <a:off x="1356314" y="5855748"/>
            <a:ext cx="2414204" cy="437877"/>
            <a:chOff x="1237832" y="3375500"/>
            <a:chExt cx="1708479" cy="437877"/>
          </a:xfrm>
        </p:grpSpPr>
        <p:grpSp>
          <p:nvGrpSpPr>
            <p:cNvPr id="222" name="그룹 221">
              <a:extLst>
                <a:ext uri="{FF2B5EF4-FFF2-40B4-BE49-F238E27FC236}">
                  <a16:creationId xmlns:a16="http://schemas.microsoft.com/office/drawing/2014/main" id="{AF691730-E5A7-49BA-BF3E-E2E98CCCA84B}"/>
                </a:ext>
              </a:extLst>
            </p:cNvPr>
            <p:cNvGrpSpPr/>
            <p:nvPr/>
          </p:nvGrpSpPr>
          <p:grpSpPr>
            <a:xfrm>
              <a:off x="1237832" y="3462866"/>
              <a:ext cx="366546" cy="248122"/>
              <a:chOff x="2681976" y="1955121"/>
              <a:chExt cx="1929510" cy="596970"/>
            </a:xfrm>
          </p:grpSpPr>
          <p:sp>
            <p:nvSpPr>
              <p:cNvPr id="224" name="Border">
                <a:extLst>
                  <a:ext uri="{FF2B5EF4-FFF2-40B4-BE49-F238E27FC236}">
                    <a16:creationId xmlns:a16="http://schemas.microsoft.com/office/drawing/2014/main" id="{3722A642-2041-4DA6-A5A5-08C883BF0BA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5" name="Line 2">
                <a:extLst>
                  <a:ext uri="{FF2B5EF4-FFF2-40B4-BE49-F238E27FC236}">
                    <a16:creationId xmlns:a16="http://schemas.microsoft.com/office/drawing/2014/main" id="{DF00BB2C-5E4F-4152-B509-E03D938D581B}"/>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6" name="Line 1">
                <a:extLst>
                  <a:ext uri="{FF2B5EF4-FFF2-40B4-BE49-F238E27FC236}">
                    <a16:creationId xmlns:a16="http://schemas.microsoft.com/office/drawing/2014/main" id="{98F3C57E-3CA3-4636-A0A2-443D44EF271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7" name="TextBox 226">
                <a:extLst>
                  <a:ext uri="{FF2B5EF4-FFF2-40B4-BE49-F238E27FC236}">
                    <a16:creationId xmlns:a16="http://schemas.microsoft.com/office/drawing/2014/main" id="{1A31D21E-DE61-4FD3-AAAD-F0E6BFE0B8BF}"/>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23" name="직사각형 222">
              <a:extLst>
                <a:ext uri="{FF2B5EF4-FFF2-40B4-BE49-F238E27FC236}">
                  <a16:creationId xmlns:a16="http://schemas.microsoft.com/office/drawing/2014/main" id="{CD6E737C-28B7-4ABC-AC07-1D584EBDB31F}"/>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333333</a:t>
              </a:r>
              <a:endParaRPr lang="ko-KR" altLang="en-US" sz="800" b="1" dirty="0"/>
            </a:p>
          </p:txBody>
        </p:sp>
      </p:grpSp>
      <p:sp>
        <p:nvSpPr>
          <p:cNvPr id="228" name="직사각형 227">
            <a:extLst>
              <a:ext uri="{FF2B5EF4-FFF2-40B4-BE49-F238E27FC236}">
                <a16:creationId xmlns:a16="http://schemas.microsoft.com/office/drawing/2014/main" id="{26871CDE-FB5A-4D2D-9082-7F44C369B093}"/>
              </a:ext>
            </a:extLst>
          </p:cNvPr>
          <p:cNvSpPr/>
          <p:nvPr userDrawn="1"/>
        </p:nvSpPr>
        <p:spPr>
          <a:xfrm>
            <a:off x="9360399" y="2055379"/>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
        <p:nvSpPr>
          <p:cNvPr id="229" name="직사각형 228">
            <a:extLst>
              <a:ext uri="{FF2B5EF4-FFF2-40B4-BE49-F238E27FC236}">
                <a16:creationId xmlns:a16="http://schemas.microsoft.com/office/drawing/2014/main" id="{CB0ABE20-FBE5-4541-8DD1-3AC9E27EA5F0}"/>
              </a:ext>
            </a:extLst>
          </p:cNvPr>
          <p:cNvSpPr/>
          <p:nvPr userDrawn="1"/>
        </p:nvSpPr>
        <p:spPr>
          <a:xfrm>
            <a:off x="9360398" y="2484608"/>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
        <p:nvSpPr>
          <p:cNvPr id="230" name="직사각형 229">
            <a:extLst>
              <a:ext uri="{FF2B5EF4-FFF2-40B4-BE49-F238E27FC236}">
                <a16:creationId xmlns:a16="http://schemas.microsoft.com/office/drawing/2014/main" id="{B4D56B0C-5A05-4DD5-9C28-4EF41B2FB1B5}"/>
              </a:ext>
            </a:extLst>
          </p:cNvPr>
          <p:cNvSpPr/>
          <p:nvPr userDrawn="1"/>
        </p:nvSpPr>
        <p:spPr>
          <a:xfrm>
            <a:off x="9357335" y="2939709"/>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
        <p:nvSpPr>
          <p:cNvPr id="231" name="직사각형 230">
            <a:extLst>
              <a:ext uri="{FF2B5EF4-FFF2-40B4-BE49-F238E27FC236}">
                <a16:creationId xmlns:a16="http://schemas.microsoft.com/office/drawing/2014/main" id="{D8280154-F1B4-4521-8B58-272B6F8EA95F}"/>
              </a:ext>
            </a:extLst>
          </p:cNvPr>
          <p:cNvSpPr/>
          <p:nvPr userDrawn="1"/>
        </p:nvSpPr>
        <p:spPr>
          <a:xfrm>
            <a:off x="9357334" y="3345726"/>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
        <p:nvSpPr>
          <p:cNvPr id="232" name="직사각형 231">
            <a:extLst>
              <a:ext uri="{FF2B5EF4-FFF2-40B4-BE49-F238E27FC236}">
                <a16:creationId xmlns:a16="http://schemas.microsoft.com/office/drawing/2014/main" id="{932265F4-91A0-439E-9D0F-465CD7B46593}"/>
              </a:ext>
            </a:extLst>
          </p:cNvPr>
          <p:cNvSpPr/>
          <p:nvPr userDrawn="1"/>
        </p:nvSpPr>
        <p:spPr>
          <a:xfrm>
            <a:off x="9357333" y="3774955"/>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
        <p:nvSpPr>
          <p:cNvPr id="233" name="직사각형 232">
            <a:extLst>
              <a:ext uri="{FF2B5EF4-FFF2-40B4-BE49-F238E27FC236}">
                <a16:creationId xmlns:a16="http://schemas.microsoft.com/office/drawing/2014/main" id="{6F95E594-B409-4539-B4EA-8169D865FA2D}"/>
              </a:ext>
            </a:extLst>
          </p:cNvPr>
          <p:cNvSpPr/>
          <p:nvPr userDrawn="1"/>
        </p:nvSpPr>
        <p:spPr>
          <a:xfrm>
            <a:off x="9365194" y="4210628"/>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
        <p:nvSpPr>
          <p:cNvPr id="234" name="직사각형 233">
            <a:extLst>
              <a:ext uri="{FF2B5EF4-FFF2-40B4-BE49-F238E27FC236}">
                <a16:creationId xmlns:a16="http://schemas.microsoft.com/office/drawing/2014/main" id="{1892014A-9B06-4EA7-8062-5368241F9E69}"/>
              </a:ext>
            </a:extLst>
          </p:cNvPr>
          <p:cNvSpPr/>
          <p:nvPr userDrawn="1"/>
        </p:nvSpPr>
        <p:spPr>
          <a:xfrm>
            <a:off x="8895176" y="1649362"/>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235" name="직사각형 234">
            <a:extLst>
              <a:ext uri="{FF2B5EF4-FFF2-40B4-BE49-F238E27FC236}">
                <a16:creationId xmlns:a16="http://schemas.microsoft.com/office/drawing/2014/main" id="{1264C41A-EC34-473E-8EAF-486118D7C684}"/>
              </a:ext>
            </a:extLst>
          </p:cNvPr>
          <p:cNvSpPr/>
          <p:nvPr userDrawn="1"/>
        </p:nvSpPr>
        <p:spPr>
          <a:xfrm>
            <a:off x="8898933" y="2058950"/>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236" name="직사각형 235">
            <a:extLst>
              <a:ext uri="{FF2B5EF4-FFF2-40B4-BE49-F238E27FC236}">
                <a16:creationId xmlns:a16="http://schemas.microsoft.com/office/drawing/2014/main" id="{88C1FD2A-C2D9-4603-AD66-35A25B9CC1F5}"/>
              </a:ext>
            </a:extLst>
          </p:cNvPr>
          <p:cNvSpPr/>
          <p:nvPr userDrawn="1"/>
        </p:nvSpPr>
        <p:spPr>
          <a:xfrm>
            <a:off x="8898933" y="2489940"/>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237" name="직사각형 236">
            <a:extLst>
              <a:ext uri="{FF2B5EF4-FFF2-40B4-BE49-F238E27FC236}">
                <a16:creationId xmlns:a16="http://schemas.microsoft.com/office/drawing/2014/main" id="{4BA4921C-76F5-4C20-99EE-7CEB748F6AD4}"/>
              </a:ext>
            </a:extLst>
          </p:cNvPr>
          <p:cNvSpPr/>
          <p:nvPr userDrawn="1"/>
        </p:nvSpPr>
        <p:spPr>
          <a:xfrm>
            <a:off x="8894334" y="2941609"/>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238" name="직사각형 237">
            <a:extLst>
              <a:ext uri="{FF2B5EF4-FFF2-40B4-BE49-F238E27FC236}">
                <a16:creationId xmlns:a16="http://schemas.microsoft.com/office/drawing/2014/main" id="{BC9E62B6-6CA7-41F8-94DD-3884C64A9C69}"/>
              </a:ext>
            </a:extLst>
          </p:cNvPr>
          <p:cNvSpPr/>
          <p:nvPr userDrawn="1"/>
        </p:nvSpPr>
        <p:spPr>
          <a:xfrm>
            <a:off x="8894334" y="3345726"/>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239" name="직사각형 238">
            <a:extLst>
              <a:ext uri="{FF2B5EF4-FFF2-40B4-BE49-F238E27FC236}">
                <a16:creationId xmlns:a16="http://schemas.microsoft.com/office/drawing/2014/main" id="{6E468C19-E097-4B50-8869-5D42F8B6B600}"/>
              </a:ext>
            </a:extLst>
          </p:cNvPr>
          <p:cNvSpPr/>
          <p:nvPr userDrawn="1"/>
        </p:nvSpPr>
        <p:spPr>
          <a:xfrm>
            <a:off x="8898933" y="3776859"/>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240" name="직사각형 239">
            <a:extLst>
              <a:ext uri="{FF2B5EF4-FFF2-40B4-BE49-F238E27FC236}">
                <a16:creationId xmlns:a16="http://schemas.microsoft.com/office/drawing/2014/main" id="{04CD7066-E0B7-44CC-9FDA-C8474F401A60}"/>
              </a:ext>
            </a:extLst>
          </p:cNvPr>
          <p:cNvSpPr/>
          <p:nvPr userDrawn="1"/>
        </p:nvSpPr>
        <p:spPr>
          <a:xfrm>
            <a:off x="8891409" y="4207022"/>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241" name="직사각형 240">
            <a:extLst>
              <a:ext uri="{FF2B5EF4-FFF2-40B4-BE49-F238E27FC236}">
                <a16:creationId xmlns:a16="http://schemas.microsoft.com/office/drawing/2014/main" id="{37D1A2F6-B3BA-450A-BB67-F42B55F4DEF4}"/>
              </a:ext>
            </a:extLst>
          </p:cNvPr>
          <p:cNvSpPr/>
          <p:nvPr userDrawn="1"/>
        </p:nvSpPr>
        <p:spPr>
          <a:xfrm>
            <a:off x="8894334" y="4646590"/>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242" name="직사각형 241">
            <a:extLst>
              <a:ext uri="{FF2B5EF4-FFF2-40B4-BE49-F238E27FC236}">
                <a16:creationId xmlns:a16="http://schemas.microsoft.com/office/drawing/2014/main" id="{07EF3CD0-3B2C-4ED2-9FEE-5E4BE3F954D6}"/>
              </a:ext>
            </a:extLst>
          </p:cNvPr>
          <p:cNvSpPr/>
          <p:nvPr userDrawn="1"/>
        </p:nvSpPr>
        <p:spPr>
          <a:xfrm>
            <a:off x="8890230" y="5097202"/>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243" name="직사각형 242">
            <a:extLst>
              <a:ext uri="{FF2B5EF4-FFF2-40B4-BE49-F238E27FC236}">
                <a16:creationId xmlns:a16="http://schemas.microsoft.com/office/drawing/2014/main" id="{44EAB5DD-0163-4939-98C3-A68331191B4D}"/>
              </a:ext>
            </a:extLst>
          </p:cNvPr>
          <p:cNvSpPr/>
          <p:nvPr userDrawn="1"/>
        </p:nvSpPr>
        <p:spPr>
          <a:xfrm>
            <a:off x="8894334" y="5526711"/>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244" name="직사각형 243">
            <a:extLst>
              <a:ext uri="{FF2B5EF4-FFF2-40B4-BE49-F238E27FC236}">
                <a16:creationId xmlns:a16="http://schemas.microsoft.com/office/drawing/2014/main" id="{2D549DCF-E0B9-47FE-BD7E-A5688E80EEC6}"/>
              </a:ext>
            </a:extLst>
          </p:cNvPr>
          <p:cNvSpPr/>
          <p:nvPr userDrawn="1"/>
        </p:nvSpPr>
        <p:spPr>
          <a:xfrm>
            <a:off x="8890230" y="5974247"/>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245" name="직사각형 244">
            <a:extLst>
              <a:ext uri="{FF2B5EF4-FFF2-40B4-BE49-F238E27FC236}">
                <a16:creationId xmlns:a16="http://schemas.microsoft.com/office/drawing/2014/main" id="{3D6FE225-114D-4B7D-B463-66A1C33A9D2B}"/>
              </a:ext>
            </a:extLst>
          </p:cNvPr>
          <p:cNvSpPr/>
          <p:nvPr userDrawn="1"/>
        </p:nvSpPr>
        <p:spPr>
          <a:xfrm>
            <a:off x="8073818" y="981916"/>
            <a:ext cx="911616" cy="196067"/>
          </a:xfrm>
          <a:prstGeom prst="rect">
            <a:avLst/>
          </a:prstGeom>
          <a:solidFill>
            <a:schemeClr val="bg1">
              <a:lumMod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판매중지상품</a:t>
            </a:r>
            <a:endParaRPr lang="en-US" altLang="ko-KR" sz="800" b="1" dirty="0">
              <a:solidFill>
                <a:schemeClr val="bg1"/>
              </a:solidFill>
            </a:endParaRPr>
          </a:p>
        </p:txBody>
      </p:sp>
      <p:sp>
        <p:nvSpPr>
          <p:cNvPr id="246" name="직사각형 245">
            <a:extLst>
              <a:ext uri="{FF2B5EF4-FFF2-40B4-BE49-F238E27FC236}">
                <a16:creationId xmlns:a16="http://schemas.microsoft.com/office/drawing/2014/main" id="{0CBB6861-C716-42EA-83A3-B9B6FE98D86C}"/>
              </a:ext>
            </a:extLst>
          </p:cNvPr>
          <p:cNvSpPr/>
          <p:nvPr userDrawn="1"/>
        </p:nvSpPr>
        <p:spPr>
          <a:xfrm>
            <a:off x="6947065" y="981916"/>
            <a:ext cx="1011909" cy="196067"/>
          </a:xfrm>
          <a:prstGeom prst="rect">
            <a:avLst/>
          </a:prstGeom>
          <a:solidFill>
            <a:srgbClr val="00B05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판매 상품</a:t>
            </a:r>
            <a:endParaRPr lang="en-US" altLang="ko-KR" sz="800" b="1" dirty="0">
              <a:solidFill>
                <a:schemeClr val="bg1"/>
              </a:solidFill>
            </a:endParaRPr>
          </a:p>
        </p:txBody>
      </p:sp>
      <p:sp>
        <p:nvSpPr>
          <p:cNvPr id="247" name="직사각형 246">
            <a:extLst>
              <a:ext uri="{FF2B5EF4-FFF2-40B4-BE49-F238E27FC236}">
                <a16:creationId xmlns:a16="http://schemas.microsoft.com/office/drawing/2014/main" id="{D9C9B187-0BBD-4082-BAF4-FED134137CA5}"/>
              </a:ext>
            </a:extLst>
          </p:cNvPr>
          <p:cNvSpPr/>
          <p:nvPr userDrawn="1"/>
        </p:nvSpPr>
        <p:spPr>
          <a:xfrm>
            <a:off x="9367926" y="4651542"/>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
        <p:nvSpPr>
          <p:cNvPr id="248" name="직사각형 247">
            <a:extLst>
              <a:ext uri="{FF2B5EF4-FFF2-40B4-BE49-F238E27FC236}">
                <a16:creationId xmlns:a16="http://schemas.microsoft.com/office/drawing/2014/main" id="{3FB3831E-5F71-4D91-898D-C2966C5D3D90}"/>
              </a:ext>
            </a:extLst>
          </p:cNvPr>
          <p:cNvSpPr/>
          <p:nvPr userDrawn="1"/>
        </p:nvSpPr>
        <p:spPr>
          <a:xfrm>
            <a:off x="9365194" y="5091439"/>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
        <p:nvSpPr>
          <p:cNvPr id="249" name="직사각형 248">
            <a:extLst>
              <a:ext uri="{FF2B5EF4-FFF2-40B4-BE49-F238E27FC236}">
                <a16:creationId xmlns:a16="http://schemas.microsoft.com/office/drawing/2014/main" id="{7389A2D8-73FC-44BF-A32A-C1A8977A1B4A}"/>
              </a:ext>
            </a:extLst>
          </p:cNvPr>
          <p:cNvSpPr/>
          <p:nvPr userDrawn="1"/>
        </p:nvSpPr>
        <p:spPr>
          <a:xfrm>
            <a:off x="9365193" y="5520668"/>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
        <p:nvSpPr>
          <p:cNvPr id="250" name="직사각형 249">
            <a:extLst>
              <a:ext uri="{FF2B5EF4-FFF2-40B4-BE49-F238E27FC236}">
                <a16:creationId xmlns:a16="http://schemas.microsoft.com/office/drawing/2014/main" id="{D8CA73E3-79C2-4C81-A5C8-243B4D05146D}"/>
              </a:ext>
            </a:extLst>
          </p:cNvPr>
          <p:cNvSpPr/>
          <p:nvPr userDrawn="1"/>
        </p:nvSpPr>
        <p:spPr>
          <a:xfrm>
            <a:off x="9373537" y="5974247"/>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Tree>
    <p:extLst>
      <p:ext uri="{BB962C8B-B14F-4D97-AF65-F5344CB8AC3E}">
        <p14:creationId xmlns:p14="http://schemas.microsoft.com/office/powerpoint/2010/main" val="2415859780"/>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10_사용자 지정 레이아웃">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7BB947A1-D31C-45B3-B858-F293C0CBC300}"/>
              </a:ext>
            </a:extLst>
          </p:cNvPr>
          <p:cNvSpPr/>
          <p:nvPr userDrawn="1"/>
        </p:nvSpPr>
        <p:spPr>
          <a:xfrm>
            <a:off x="33614" y="40343"/>
            <a:ext cx="10078574" cy="7649704"/>
          </a:xfrm>
          <a:prstGeom prst="rect">
            <a:avLst/>
          </a:prstGeom>
          <a:solidFill>
            <a:schemeClr val="bg1"/>
          </a:solid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5FE4C569-3933-44F6-82B1-C38E1DF5C9D9}"/>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45496A05-DFF7-407C-BB1D-9BD3D60BE0EA}"/>
              </a:ext>
            </a:extLst>
          </p:cNvPr>
          <p:cNvSpPr/>
          <p:nvPr userDrawn="1"/>
        </p:nvSpPr>
        <p:spPr>
          <a:xfrm>
            <a:off x="108568" y="10805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6" name="직사각형 5">
            <a:extLst>
              <a:ext uri="{FF2B5EF4-FFF2-40B4-BE49-F238E27FC236}">
                <a16:creationId xmlns:a16="http://schemas.microsoft.com/office/drawing/2014/main" id="{5320704C-9DE4-4404-9FFB-EEE00F333B7B}"/>
              </a:ext>
            </a:extLst>
          </p:cNvPr>
          <p:cNvSpPr/>
          <p:nvPr userDrawn="1"/>
        </p:nvSpPr>
        <p:spPr>
          <a:xfrm>
            <a:off x="8029664" y="107186"/>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graphicFrame>
        <p:nvGraphicFramePr>
          <p:cNvPr id="7" name="표 5">
            <a:extLst>
              <a:ext uri="{FF2B5EF4-FFF2-40B4-BE49-F238E27FC236}">
                <a16:creationId xmlns:a16="http://schemas.microsoft.com/office/drawing/2014/main" id="{6C9FF028-24BE-4F1A-B7C7-464A7B6EAE26}"/>
              </a:ext>
            </a:extLst>
          </p:cNvPr>
          <p:cNvGraphicFramePr>
            <a:graphicFrameLocks noGrp="1"/>
          </p:cNvGraphicFramePr>
          <p:nvPr userDrawn="1">
            <p:extLst>
              <p:ext uri="{D42A27DB-BD31-4B8C-83A1-F6EECF244321}">
                <p14:modId xmlns:p14="http://schemas.microsoft.com/office/powerpoint/2010/main" val="1348875802"/>
              </p:ext>
            </p:extLst>
          </p:nvPr>
        </p:nvGraphicFramePr>
        <p:xfrm>
          <a:off x="93134" y="550332"/>
          <a:ext cx="9922935" cy="243840"/>
        </p:xfrm>
        <a:graphic>
          <a:graphicData uri="http://schemas.openxmlformats.org/drawingml/2006/table">
            <a:tbl>
              <a:tblPr firstRow="1" bandRow="1">
                <a:tableStyleId>{5940675A-B579-460E-94D1-54222C63F5DA}</a:tableStyleId>
              </a:tblPr>
              <a:tblGrid>
                <a:gridCol w="3307645">
                  <a:extLst>
                    <a:ext uri="{9D8B030D-6E8A-4147-A177-3AD203B41FA5}">
                      <a16:colId xmlns:a16="http://schemas.microsoft.com/office/drawing/2014/main" val="3230482263"/>
                    </a:ext>
                  </a:extLst>
                </a:gridCol>
                <a:gridCol w="3307645">
                  <a:extLst>
                    <a:ext uri="{9D8B030D-6E8A-4147-A177-3AD203B41FA5}">
                      <a16:colId xmlns:a16="http://schemas.microsoft.com/office/drawing/2014/main" val="3730242496"/>
                    </a:ext>
                  </a:extLst>
                </a:gridCol>
                <a:gridCol w="3307645">
                  <a:extLst>
                    <a:ext uri="{9D8B030D-6E8A-4147-A177-3AD203B41FA5}">
                      <a16:colId xmlns:a16="http://schemas.microsoft.com/office/drawing/2014/main" val="844434264"/>
                    </a:ext>
                  </a:extLst>
                </a:gridCol>
              </a:tblGrid>
              <a:tr h="127001">
                <a:tc>
                  <a:txBody>
                    <a:bodyPr/>
                    <a:lstStyle/>
                    <a:p>
                      <a:pPr algn="ctr" latinLnBrk="1"/>
                      <a:r>
                        <a:rPr lang="en-US" altLang="ko-KR" sz="1000" b="0" dirty="0">
                          <a:solidFill>
                            <a:schemeClr val="tx1"/>
                          </a:solidFill>
                        </a:rPr>
                        <a:t>Shop </a:t>
                      </a:r>
                      <a:r>
                        <a:rPr lang="ko-KR" altLang="en-US" sz="1000" b="0" dirty="0">
                          <a:solidFill>
                            <a:schemeClr val="tx1"/>
                          </a:solidFill>
                        </a:rPr>
                        <a:t>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1" dirty="0">
                          <a:solidFill>
                            <a:schemeClr val="bg1"/>
                          </a:solidFill>
                        </a:rPr>
                        <a:t>판매상품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1000" dirty="0"/>
                        <a:t>커뮤니티</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226348592"/>
                  </a:ext>
                </a:extLst>
              </a:tr>
            </a:tbl>
          </a:graphicData>
        </a:graphic>
      </p:graphicFrame>
      <p:sp>
        <p:nvSpPr>
          <p:cNvPr id="8" name="TextBox 7">
            <a:extLst>
              <a:ext uri="{FF2B5EF4-FFF2-40B4-BE49-F238E27FC236}">
                <a16:creationId xmlns:a16="http://schemas.microsoft.com/office/drawing/2014/main" id="{E59D7D94-839A-4FE6-919D-0235F48F6DD7}"/>
              </a:ext>
            </a:extLst>
          </p:cNvPr>
          <p:cNvSpPr txBox="1"/>
          <p:nvPr userDrawn="1"/>
        </p:nvSpPr>
        <p:spPr>
          <a:xfrm>
            <a:off x="101677" y="1070186"/>
            <a:ext cx="2530203" cy="215444"/>
          </a:xfrm>
          <a:prstGeom prst="rect">
            <a:avLst/>
          </a:prstGeom>
          <a:noFill/>
        </p:spPr>
        <p:txBody>
          <a:bodyPr wrap="square" rtlCol="0">
            <a:spAutoFit/>
          </a:bodyPr>
          <a:lstStyle/>
          <a:p>
            <a:r>
              <a:rPr lang="ko-KR" altLang="en-US" sz="800" b="1" dirty="0">
                <a:latin typeface="맑은 고딕" panose="020B0503020000020004" pitchFamily="50" charset="-127"/>
              </a:rPr>
              <a:t>■ </a:t>
            </a:r>
            <a:r>
              <a:rPr lang="ko-KR" altLang="en-US" sz="800" b="1" dirty="0"/>
              <a:t>총 </a:t>
            </a:r>
            <a:r>
              <a:rPr lang="en-US" altLang="ko-KR" sz="800" b="1" dirty="0"/>
              <a:t>3 </a:t>
            </a:r>
            <a:r>
              <a:rPr lang="ko-KR" altLang="en-US" sz="800" b="1" dirty="0"/>
              <a:t>건</a:t>
            </a:r>
          </a:p>
        </p:txBody>
      </p:sp>
      <p:sp>
        <p:nvSpPr>
          <p:cNvPr id="10" name="직사각형 9">
            <a:extLst>
              <a:ext uri="{FF2B5EF4-FFF2-40B4-BE49-F238E27FC236}">
                <a16:creationId xmlns:a16="http://schemas.microsoft.com/office/drawing/2014/main" id="{29A8DEB6-B257-46EA-9B31-3656F758B5BA}"/>
              </a:ext>
            </a:extLst>
          </p:cNvPr>
          <p:cNvSpPr/>
          <p:nvPr userDrawn="1"/>
        </p:nvSpPr>
        <p:spPr>
          <a:xfrm>
            <a:off x="9085727" y="981917"/>
            <a:ext cx="911616" cy="196067"/>
          </a:xfrm>
          <a:prstGeom prst="rect">
            <a:avLst/>
          </a:prstGeom>
          <a:solidFill>
            <a:schemeClr val="accent5">
              <a:lumMod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판매상품 추가</a:t>
            </a:r>
            <a:endParaRPr lang="en-US" altLang="ko-KR" sz="800" b="1" dirty="0">
              <a:solidFill>
                <a:schemeClr val="bg1"/>
              </a:solidFill>
            </a:endParaRPr>
          </a:p>
        </p:txBody>
      </p:sp>
      <p:pic>
        <p:nvPicPr>
          <p:cNvPr id="32" name="Picture 2">
            <a:extLst>
              <a:ext uri="{FF2B5EF4-FFF2-40B4-BE49-F238E27FC236}">
                <a16:creationId xmlns:a16="http://schemas.microsoft.com/office/drawing/2014/main" id="{75FE904D-01DE-4068-B772-AE4C66371FEF}"/>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3649725" y="6567295"/>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04" name="직사각형 103">
            <a:extLst>
              <a:ext uri="{FF2B5EF4-FFF2-40B4-BE49-F238E27FC236}">
                <a16:creationId xmlns:a16="http://schemas.microsoft.com/office/drawing/2014/main" id="{F04BE04F-6B2A-4D6F-9F79-74EAC496CCED}"/>
              </a:ext>
            </a:extLst>
          </p:cNvPr>
          <p:cNvSpPr/>
          <p:nvPr userDrawn="1"/>
        </p:nvSpPr>
        <p:spPr>
          <a:xfrm>
            <a:off x="8073818" y="981916"/>
            <a:ext cx="911616" cy="196067"/>
          </a:xfrm>
          <a:prstGeom prst="rect">
            <a:avLst/>
          </a:prstGeom>
          <a:solidFill>
            <a:srgbClr val="C0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판매중지상품</a:t>
            </a:r>
            <a:endParaRPr lang="en-US" altLang="ko-KR" sz="800" b="1" dirty="0">
              <a:solidFill>
                <a:schemeClr val="bg1"/>
              </a:solidFill>
            </a:endParaRPr>
          </a:p>
        </p:txBody>
      </p:sp>
      <p:sp>
        <p:nvSpPr>
          <p:cNvPr id="105" name="직사각형 104">
            <a:extLst>
              <a:ext uri="{FF2B5EF4-FFF2-40B4-BE49-F238E27FC236}">
                <a16:creationId xmlns:a16="http://schemas.microsoft.com/office/drawing/2014/main" id="{B504F192-6B94-4C26-A871-D4D8A5B82044}"/>
              </a:ext>
            </a:extLst>
          </p:cNvPr>
          <p:cNvSpPr/>
          <p:nvPr userDrawn="1"/>
        </p:nvSpPr>
        <p:spPr>
          <a:xfrm>
            <a:off x="6947065" y="981916"/>
            <a:ext cx="1011909" cy="196067"/>
          </a:xfrm>
          <a:prstGeom prst="rect">
            <a:avLst/>
          </a:prstGeom>
          <a:solidFill>
            <a:schemeClr val="bg1">
              <a:lumMod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판매 상품</a:t>
            </a:r>
            <a:endParaRPr lang="en-US" altLang="ko-KR" sz="800" b="1" dirty="0">
              <a:solidFill>
                <a:schemeClr val="bg1"/>
              </a:solidFill>
            </a:endParaRPr>
          </a:p>
        </p:txBody>
      </p:sp>
      <p:graphicFrame>
        <p:nvGraphicFramePr>
          <p:cNvPr id="113" name="표 112">
            <a:extLst>
              <a:ext uri="{FF2B5EF4-FFF2-40B4-BE49-F238E27FC236}">
                <a16:creationId xmlns:a16="http://schemas.microsoft.com/office/drawing/2014/main" id="{288F11F8-3A5A-4037-9743-5CCC5301EE62}"/>
              </a:ext>
            </a:extLst>
          </p:cNvPr>
          <p:cNvGraphicFramePr>
            <a:graphicFrameLocks noGrp="1"/>
          </p:cNvGraphicFramePr>
          <p:nvPr userDrawn="1">
            <p:extLst>
              <p:ext uri="{D42A27DB-BD31-4B8C-83A1-F6EECF244321}">
                <p14:modId xmlns:p14="http://schemas.microsoft.com/office/powerpoint/2010/main" val="386040436"/>
              </p:ext>
            </p:extLst>
          </p:nvPr>
        </p:nvGraphicFramePr>
        <p:xfrm>
          <a:off x="182073" y="1311819"/>
          <a:ext cx="9815270" cy="4983422"/>
        </p:xfrm>
        <a:graphic>
          <a:graphicData uri="http://schemas.openxmlformats.org/drawingml/2006/table">
            <a:tbl>
              <a:tblPr firstRow="1" bandRow="1">
                <a:tableStyleId>{5C22544A-7EE6-4342-B048-85BDC9FD1C3A}</a:tableStyleId>
              </a:tblPr>
              <a:tblGrid>
                <a:gridCol w="473116">
                  <a:extLst>
                    <a:ext uri="{9D8B030D-6E8A-4147-A177-3AD203B41FA5}">
                      <a16:colId xmlns:a16="http://schemas.microsoft.com/office/drawing/2014/main" val="20000"/>
                    </a:ext>
                  </a:extLst>
                </a:gridCol>
                <a:gridCol w="700611">
                  <a:extLst>
                    <a:ext uri="{9D8B030D-6E8A-4147-A177-3AD203B41FA5}">
                      <a16:colId xmlns:a16="http://schemas.microsoft.com/office/drawing/2014/main" val="20002"/>
                    </a:ext>
                  </a:extLst>
                </a:gridCol>
                <a:gridCol w="2735667">
                  <a:extLst>
                    <a:ext uri="{9D8B030D-6E8A-4147-A177-3AD203B41FA5}">
                      <a16:colId xmlns:a16="http://schemas.microsoft.com/office/drawing/2014/main" val="20004"/>
                    </a:ext>
                  </a:extLst>
                </a:gridCol>
                <a:gridCol w="688404">
                  <a:extLst>
                    <a:ext uri="{9D8B030D-6E8A-4147-A177-3AD203B41FA5}">
                      <a16:colId xmlns:a16="http://schemas.microsoft.com/office/drawing/2014/main" val="1538783997"/>
                    </a:ext>
                  </a:extLst>
                </a:gridCol>
                <a:gridCol w="688404">
                  <a:extLst>
                    <a:ext uri="{9D8B030D-6E8A-4147-A177-3AD203B41FA5}">
                      <a16:colId xmlns:a16="http://schemas.microsoft.com/office/drawing/2014/main" val="2527584646"/>
                    </a:ext>
                  </a:extLst>
                </a:gridCol>
                <a:gridCol w="1163405">
                  <a:extLst>
                    <a:ext uri="{9D8B030D-6E8A-4147-A177-3AD203B41FA5}">
                      <a16:colId xmlns:a16="http://schemas.microsoft.com/office/drawing/2014/main" val="3237610251"/>
                    </a:ext>
                  </a:extLst>
                </a:gridCol>
                <a:gridCol w="1200355">
                  <a:extLst>
                    <a:ext uri="{9D8B030D-6E8A-4147-A177-3AD203B41FA5}">
                      <a16:colId xmlns:a16="http://schemas.microsoft.com/office/drawing/2014/main" val="20006"/>
                    </a:ext>
                  </a:extLst>
                </a:gridCol>
                <a:gridCol w="937315">
                  <a:extLst>
                    <a:ext uri="{9D8B030D-6E8A-4147-A177-3AD203B41FA5}">
                      <a16:colId xmlns:a16="http://schemas.microsoft.com/office/drawing/2014/main" val="20007"/>
                    </a:ext>
                  </a:extLst>
                </a:gridCol>
                <a:gridCol w="1227993">
                  <a:extLst>
                    <a:ext uri="{9D8B030D-6E8A-4147-A177-3AD203B41FA5}">
                      <a16:colId xmlns:a16="http://schemas.microsoft.com/office/drawing/2014/main" val="20008"/>
                    </a:ext>
                  </a:extLst>
                </a:gridCol>
              </a:tblGrid>
              <a:tr h="0">
                <a:tc>
                  <a:txBody>
                    <a:bodyPr/>
                    <a:lstStyle/>
                    <a:p>
                      <a:pPr algn="ctr" latinLnBrk="1"/>
                      <a:r>
                        <a:rPr lang="ko-KR" altLang="en-US" sz="800" b="0" dirty="0">
                          <a:solidFill>
                            <a:schemeClr val="tx1"/>
                          </a:solidFill>
                        </a:rPr>
                        <a:t>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판매형태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재고</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이익금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수정</a:t>
                      </a:r>
                      <a:r>
                        <a:rPr lang="en-US" altLang="ko-KR" sz="800" b="0" dirty="0">
                          <a:solidFill>
                            <a:schemeClr val="tx1"/>
                          </a:solidFill>
                        </a:rPr>
                        <a:t>/</a:t>
                      </a:r>
                      <a:r>
                        <a:rPr lang="ko-KR" altLang="en-US" sz="800" b="0" dirty="0">
                          <a:solidFill>
                            <a:schemeClr val="tx1"/>
                          </a:solidFill>
                        </a:rPr>
                        <a:t>삭제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a:solidFill>
                            <a:schemeClr val="tx1"/>
                          </a:solidFill>
                        </a:rPr>
                        <a:t>자사</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l" latinLnBrk="1">
                        <a:lnSpc>
                          <a:spcPct val="150000"/>
                        </a:lnSpc>
                      </a:pPr>
                      <a:endParaRPr lang="en-US" altLang="ko-KR" sz="800" b="0" baseline="0" dirty="0">
                        <a:solidFill>
                          <a:schemeClr val="tx1"/>
                        </a:solidFill>
                      </a:endParaRPr>
                    </a:p>
                    <a:p>
                      <a:pPr algn="l" latinLnBrk="1">
                        <a:lnSpc>
                          <a:spcPct val="150000"/>
                        </a:lnSpc>
                      </a:pPr>
                      <a:endParaRPr lang="en-US" altLang="ko-KR" sz="800" b="0" baseline="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lnSpc>
                          <a:spcPct val="150000"/>
                        </a:lnSpc>
                      </a:pPr>
                      <a:r>
                        <a:rPr lang="ko-KR" altLang="en-US" sz="800" b="0" baseline="0" dirty="0">
                          <a:solidFill>
                            <a:schemeClr val="tx1"/>
                          </a:solidFill>
                        </a:rPr>
                        <a:t>판매</a:t>
                      </a:r>
                      <a:endParaRPr lang="en-US" altLang="ko-KR" sz="800" b="0" baseline="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lnSpc>
                          <a:spcPct val="150000"/>
                        </a:lnSpc>
                      </a:pPr>
                      <a:r>
                        <a:rPr lang="ko-KR" altLang="en-US" sz="800" b="0" baseline="0" dirty="0">
                          <a:solidFill>
                            <a:schemeClr val="tx1"/>
                          </a:solidFill>
                        </a:rPr>
                        <a:t>상품판매</a:t>
                      </a:r>
                      <a:endParaRPr lang="en-US" altLang="ko-KR" sz="800" b="0" baseline="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lnSpc>
                          <a:spcPct val="150000"/>
                        </a:lnSpc>
                      </a:pPr>
                      <a:r>
                        <a:rPr lang="ko-KR" altLang="en-US" sz="800" b="0" baseline="0" dirty="0" err="1">
                          <a:solidFill>
                            <a:schemeClr val="tx1"/>
                          </a:solidFill>
                        </a:rPr>
                        <a:t>수량제한없음</a:t>
                      </a:r>
                      <a:endParaRPr lang="en-US" altLang="ko-KR" sz="800" b="0" baseline="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r" latinLnBrk="1">
                        <a:lnSpc>
                          <a:spcPct val="150000"/>
                        </a:lnSpc>
                      </a:pPr>
                      <a:r>
                        <a:rPr lang="en-US" altLang="ko-KR" sz="800" b="0" dirty="0">
                          <a:solidFill>
                            <a:schemeClr val="tx1"/>
                          </a:solidFill>
                        </a:rPr>
                        <a:t>12,000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r" latinLnBrk="1">
                        <a:lnSpc>
                          <a:spcPct val="150000"/>
                        </a:lnSpc>
                      </a:pPr>
                      <a:r>
                        <a:rPr lang="en-US" altLang="ko-KR" sz="800" b="0" dirty="0">
                          <a:solidFill>
                            <a:schemeClr val="tx1"/>
                          </a:solidFill>
                        </a:rPr>
                        <a:t>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10</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a:solidFill>
                            <a:schemeClr val="tx1"/>
                          </a:solidFill>
                        </a:rPr>
                        <a:t>공개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lnSpc>
                          <a:spcPct val="150000"/>
                        </a:lnSpc>
                      </a:pPr>
                      <a:r>
                        <a:rPr lang="ko-KR" altLang="en-US" sz="800" b="0" dirty="0">
                          <a:solidFill>
                            <a:schemeClr val="tx1"/>
                          </a:solidFill>
                        </a:rPr>
                        <a:t>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lnSpc>
                          <a:spcPct val="150000"/>
                        </a:lnSpc>
                      </a:pPr>
                      <a:r>
                        <a:rPr lang="ko-KR" altLang="en-US" sz="800" b="0" dirty="0">
                          <a:solidFill>
                            <a:schemeClr val="tx1"/>
                          </a:solidFill>
                        </a:rPr>
                        <a:t>위탁판매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lnSpc>
                          <a:spcPct val="150000"/>
                        </a:lnSpc>
                      </a:pPr>
                      <a:r>
                        <a:rPr lang="en-US" altLang="ko-KR" sz="800" b="0" dirty="0">
                          <a:solidFill>
                            <a:schemeClr val="tx1"/>
                          </a:solidFill>
                        </a:rPr>
                        <a:t>10,000 </a:t>
                      </a:r>
                      <a:r>
                        <a:rPr lang="ko-KR" altLang="en-US" sz="800" b="0" dirty="0">
                          <a:solidFill>
                            <a:schemeClr val="tx1"/>
                          </a:solidFill>
                        </a:rPr>
                        <a:t>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r" latinLnBrk="1">
                        <a:lnSpc>
                          <a:spcPct val="150000"/>
                        </a:lnSpc>
                      </a:pPr>
                      <a:r>
                        <a:rPr lang="en-US" altLang="ko-KR" sz="800" b="0" dirty="0">
                          <a:solidFill>
                            <a:schemeClr val="tx1"/>
                          </a:solidFill>
                        </a:rPr>
                        <a:t>15,000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3,000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9</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a:solidFill>
                            <a:schemeClr val="tx1"/>
                          </a:solidFill>
                        </a:rPr>
                        <a:t>제휴</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lnSpc>
                          <a:spcPct val="150000"/>
                        </a:lnSpc>
                      </a:pPr>
                      <a:r>
                        <a:rPr lang="ko-KR" altLang="en-US" sz="800" b="0" dirty="0">
                          <a:solidFill>
                            <a:schemeClr val="tx1"/>
                          </a:solidFill>
                        </a:rPr>
                        <a:t>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lnSpc>
                          <a:spcPct val="150000"/>
                        </a:lnSpc>
                      </a:pPr>
                      <a:r>
                        <a:rPr lang="ko-KR" altLang="en-US" sz="800" b="0" dirty="0">
                          <a:solidFill>
                            <a:schemeClr val="tx1"/>
                          </a:solidFill>
                        </a:rPr>
                        <a:t>상품판매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lnSpc>
                          <a:spcPct val="150000"/>
                        </a:lnSpc>
                      </a:pPr>
                      <a:r>
                        <a:rPr lang="en-US" altLang="ko-KR" sz="800" b="0" dirty="0">
                          <a:solidFill>
                            <a:schemeClr val="tx1"/>
                          </a:solidFill>
                        </a:rPr>
                        <a:t>500,000 </a:t>
                      </a:r>
                      <a:r>
                        <a:rPr lang="ko-KR" altLang="en-US" sz="800" b="0" dirty="0">
                          <a:solidFill>
                            <a:schemeClr val="tx1"/>
                          </a:solidFill>
                        </a:rPr>
                        <a:t>개</a:t>
                      </a:r>
                      <a:br>
                        <a:rPr lang="en-US" altLang="ko-KR" sz="800" b="0" dirty="0">
                          <a:solidFill>
                            <a:schemeClr val="tx1"/>
                          </a:solidFill>
                        </a:rPr>
                      </a:br>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r" latinLnBrk="1">
                        <a:lnSpc>
                          <a:spcPct val="150000"/>
                        </a:lnSpc>
                      </a:pPr>
                      <a:r>
                        <a:rPr lang="en-US" altLang="ko-KR" sz="800" b="0" dirty="0">
                          <a:solidFill>
                            <a:schemeClr val="tx1"/>
                          </a:solidFill>
                        </a:rPr>
                        <a:t>14,000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r" latinLnBrk="1">
                        <a:lnSpc>
                          <a:spcPct val="150000"/>
                        </a:lnSpc>
                      </a:pPr>
                      <a:r>
                        <a:rPr lang="en-US" altLang="ko-KR" sz="800" b="0" dirty="0">
                          <a:solidFill>
                            <a:schemeClr val="tx1"/>
                          </a:solidFill>
                        </a:rPr>
                        <a:t>3,000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3"/>
                  </a:ext>
                </a:extLst>
              </a:tr>
              <a:tr h="0">
                <a:tc>
                  <a:txBody>
                    <a:bodyPr/>
                    <a:lstStyle/>
                    <a:p>
                      <a:pPr algn="ctr" latinLnBrk="1"/>
                      <a:r>
                        <a:rPr lang="en-US" altLang="ko-KR" sz="800" b="0" dirty="0">
                          <a:solidFill>
                            <a:schemeClr val="tx1"/>
                          </a:solidFill>
                        </a:rPr>
                        <a:t>8</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a:solidFill>
                            <a:schemeClr val="tx1"/>
                          </a:solidFill>
                        </a:rPr>
                        <a:t>제휴</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lnSpc>
                          <a:spcPct val="150000"/>
                        </a:lnSpc>
                      </a:pPr>
                      <a:r>
                        <a:rPr lang="ko-KR" altLang="en-US" sz="800" b="0" dirty="0">
                          <a:solidFill>
                            <a:schemeClr val="tx1"/>
                          </a:solidFill>
                        </a:rPr>
                        <a:t>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a:solidFill>
                            <a:schemeClr val="tx1"/>
                          </a:solidFill>
                        </a:rPr>
                        <a:t>위탁판매</a:t>
                      </a:r>
                      <a:endParaRPr lang="en-US" altLang="ko-KR" sz="800" b="0" baseline="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lnSpc>
                          <a:spcPct val="150000"/>
                        </a:lnSpc>
                      </a:pPr>
                      <a:r>
                        <a:rPr lang="ko-KR" altLang="en-US" sz="800" b="0" baseline="0" dirty="0" err="1">
                          <a:solidFill>
                            <a:schemeClr val="tx1"/>
                          </a:solidFill>
                        </a:rPr>
                        <a:t>수량제한없음</a:t>
                      </a:r>
                      <a:endParaRPr lang="en-US" altLang="ko-KR" sz="800" b="0" baseline="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r" latinLnBrk="1">
                        <a:lnSpc>
                          <a:spcPct val="150000"/>
                        </a:lnSpc>
                      </a:pPr>
                      <a:r>
                        <a:rPr lang="en-US" altLang="ko-KR" sz="800" b="0" dirty="0">
                          <a:solidFill>
                            <a:schemeClr val="tx1"/>
                          </a:solidFill>
                        </a:rPr>
                        <a:t>13,000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900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279476780"/>
                  </a:ext>
                </a:extLst>
              </a:tr>
              <a:tr h="0">
                <a:tc>
                  <a:txBody>
                    <a:bodyPr/>
                    <a:lstStyle/>
                    <a:p>
                      <a:pPr algn="ctr" latinLnBrk="1"/>
                      <a:r>
                        <a:rPr lang="en-US" altLang="ko-KR" sz="800" b="0" dirty="0">
                          <a:solidFill>
                            <a:schemeClr val="tx1"/>
                          </a:solidFill>
                        </a:rPr>
                        <a:t>7</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a:solidFill>
                            <a:schemeClr val="tx1"/>
                          </a:solidFill>
                        </a:rPr>
                        <a:t>자사</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lnSpc>
                          <a:spcPct val="150000"/>
                        </a:lnSpc>
                      </a:pPr>
                      <a:r>
                        <a:rPr lang="ko-KR" altLang="en-US" sz="800" b="0" dirty="0">
                          <a:solidFill>
                            <a:schemeClr val="tx1"/>
                          </a:solidFill>
                        </a:rPr>
                        <a:t>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a:solidFill>
                            <a:schemeClr val="tx1"/>
                          </a:solidFill>
                        </a:rPr>
                        <a:t>상품판매</a:t>
                      </a:r>
                      <a:endParaRPr lang="en-US" altLang="ko-KR" sz="800" b="0" baseline="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lnSpc>
                          <a:spcPct val="150000"/>
                        </a:lnSpc>
                      </a:pPr>
                      <a:r>
                        <a:rPr lang="ko-KR" altLang="en-US" sz="800" b="0" baseline="0" dirty="0" err="1">
                          <a:solidFill>
                            <a:schemeClr val="tx1"/>
                          </a:solidFill>
                        </a:rPr>
                        <a:t>수량제한없음</a:t>
                      </a:r>
                      <a:endParaRPr lang="en-US" altLang="ko-KR" sz="800" b="0" baseline="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r" latinLnBrk="1">
                        <a:lnSpc>
                          <a:spcPct val="150000"/>
                        </a:lnSpc>
                      </a:pPr>
                      <a:r>
                        <a:rPr lang="en-US" altLang="ko-KR" sz="800" b="0" dirty="0">
                          <a:solidFill>
                            <a:schemeClr val="tx1"/>
                          </a:solidFill>
                        </a:rPr>
                        <a:t>22,000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r" latinLnBrk="1">
                        <a:lnSpc>
                          <a:spcPct val="150000"/>
                        </a:lnSpc>
                      </a:pPr>
                      <a:r>
                        <a:rPr lang="en-US" altLang="ko-KR" sz="800" b="0" dirty="0">
                          <a:solidFill>
                            <a:schemeClr val="tx1"/>
                          </a:solidFill>
                        </a:rPr>
                        <a:t>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587146767"/>
                  </a:ext>
                </a:extLst>
              </a:tr>
              <a:tr h="0">
                <a:tc>
                  <a:txBody>
                    <a:bodyPr/>
                    <a:lstStyle/>
                    <a:p>
                      <a:pPr algn="ctr" latinLnBrk="1"/>
                      <a:r>
                        <a:rPr lang="en-US" altLang="ko-KR" sz="800" b="0" dirty="0">
                          <a:solidFill>
                            <a:schemeClr val="tx1"/>
                          </a:solidFill>
                        </a:rPr>
                        <a:t>6</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a:solidFill>
                            <a:schemeClr val="tx1"/>
                          </a:solidFill>
                        </a:rPr>
                        <a:t>자사</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lnSpc>
                          <a:spcPct val="150000"/>
                        </a:lnSpc>
                      </a:pPr>
                      <a:r>
                        <a:rPr lang="ko-KR" altLang="en-US" sz="800" b="0" dirty="0">
                          <a:solidFill>
                            <a:schemeClr val="tx1"/>
                          </a:solidFill>
                        </a:rPr>
                        <a:t>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a:solidFill>
                            <a:schemeClr val="tx1"/>
                          </a:solidFill>
                        </a:rPr>
                        <a:t>상품판매</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lnSpc>
                          <a:spcPct val="150000"/>
                        </a:lnSpc>
                      </a:pPr>
                      <a:r>
                        <a:rPr lang="en-US" altLang="ko-KR" sz="800" b="0" dirty="0">
                          <a:solidFill>
                            <a:schemeClr val="tx1"/>
                          </a:solidFill>
                        </a:rPr>
                        <a:t>500,000 </a:t>
                      </a:r>
                      <a:r>
                        <a:rPr lang="ko-KR" altLang="en-US" sz="800" b="0" dirty="0">
                          <a:solidFill>
                            <a:schemeClr val="tx1"/>
                          </a:solidFill>
                        </a:rPr>
                        <a:t>개</a:t>
                      </a:r>
                      <a:br>
                        <a:rPr lang="en-US" altLang="ko-KR" sz="800" b="0" dirty="0">
                          <a:solidFill>
                            <a:schemeClr val="tx1"/>
                          </a:solidFill>
                        </a:rPr>
                      </a:br>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r" latinLnBrk="1">
                        <a:lnSpc>
                          <a:spcPct val="150000"/>
                        </a:lnSpc>
                      </a:pPr>
                      <a:r>
                        <a:rPr lang="en-US" altLang="ko-KR" sz="800" b="0" dirty="0">
                          <a:solidFill>
                            <a:schemeClr val="tx1"/>
                          </a:solidFill>
                        </a:rPr>
                        <a:t>14,000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r" latinLnBrk="1">
                        <a:lnSpc>
                          <a:spcPct val="150000"/>
                        </a:lnSpc>
                      </a:pPr>
                      <a:r>
                        <a:rPr lang="en-US" altLang="ko-KR" sz="800" b="0" dirty="0">
                          <a:solidFill>
                            <a:schemeClr val="tx1"/>
                          </a:solidFill>
                        </a:rPr>
                        <a:t>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748278696"/>
                  </a:ext>
                </a:extLst>
              </a:tr>
              <a:tr h="0">
                <a:tc>
                  <a:txBody>
                    <a:bodyPr/>
                    <a:lstStyle/>
                    <a:p>
                      <a:pPr algn="ctr" latinLnBrk="1"/>
                      <a:r>
                        <a:rPr lang="en-US" altLang="ko-KR" sz="800" b="0" dirty="0">
                          <a:solidFill>
                            <a:schemeClr val="tx1"/>
                          </a:solidFill>
                        </a:rPr>
                        <a:t>5</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a:solidFill>
                            <a:schemeClr val="tx1"/>
                          </a:solidFill>
                        </a:rPr>
                        <a:t>자사</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lnSpc>
                          <a:spcPct val="150000"/>
                        </a:lnSpc>
                      </a:pPr>
                      <a:r>
                        <a:rPr lang="ko-KR" altLang="en-US" sz="800" b="0" dirty="0">
                          <a:solidFill>
                            <a:schemeClr val="tx1"/>
                          </a:solidFill>
                        </a:rPr>
                        <a:t>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a:solidFill>
                            <a:schemeClr val="tx1"/>
                          </a:solidFill>
                        </a:rPr>
                        <a:t>상품판매</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lnSpc>
                          <a:spcPct val="150000"/>
                        </a:lnSpc>
                      </a:pPr>
                      <a:r>
                        <a:rPr lang="en-US" altLang="ko-KR" sz="800" b="0" dirty="0">
                          <a:solidFill>
                            <a:schemeClr val="tx1"/>
                          </a:solidFill>
                        </a:rPr>
                        <a:t>10,000 </a:t>
                      </a:r>
                      <a:r>
                        <a:rPr lang="ko-KR" altLang="en-US" sz="800" b="0" dirty="0">
                          <a:solidFill>
                            <a:schemeClr val="tx1"/>
                          </a:solidFill>
                        </a:rPr>
                        <a:t>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r" latinLnBrk="1">
                        <a:lnSpc>
                          <a:spcPct val="150000"/>
                        </a:lnSpc>
                      </a:pPr>
                      <a:r>
                        <a:rPr lang="en-US" altLang="ko-KR" sz="800" b="0" dirty="0">
                          <a:solidFill>
                            <a:schemeClr val="tx1"/>
                          </a:solidFill>
                        </a:rPr>
                        <a:t>7,000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r" latinLnBrk="1">
                        <a:lnSpc>
                          <a:spcPct val="150000"/>
                        </a:lnSpc>
                      </a:pPr>
                      <a:r>
                        <a:rPr lang="en-US" altLang="ko-KR" sz="800" b="0" dirty="0">
                          <a:solidFill>
                            <a:schemeClr val="tx1"/>
                          </a:solidFill>
                        </a:rPr>
                        <a:t>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662529820"/>
                  </a:ext>
                </a:extLst>
              </a:tr>
              <a:tr h="0">
                <a:tc>
                  <a:txBody>
                    <a:bodyPr/>
                    <a:lstStyle/>
                    <a:p>
                      <a:pPr algn="ctr" latinLnBrk="1"/>
                      <a:r>
                        <a:rPr lang="en-US" altLang="ko-KR" sz="800" b="0" dirty="0">
                          <a:solidFill>
                            <a:schemeClr val="tx1"/>
                          </a:solidFill>
                        </a:rPr>
                        <a:t>4</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a:solidFill>
                            <a:schemeClr val="tx1"/>
                          </a:solidFill>
                        </a:rPr>
                        <a:t>공개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lnSpc>
                          <a:spcPct val="150000"/>
                        </a:lnSpc>
                      </a:pPr>
                      <a:r>
                        <a:rPr lang="ko-KR" altLang="en-US" sz="800" b="0" dirty="0">
                          <a:solidFill>
                            <a:schemeClr val="tx1"/>
                          </a:solidFill>
                        </a:rPr>
                        <a:t>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위탁판매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err="1">
                          <a:solidFill>
                            <a:schemeClr val="tx1"/>
                          </a:solidFill>
                        </a:rPr>
                        <a:t>수량제한없음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r" latinLnBrk="1">
                        <a:lnSpc>
                          <a:spcPct val="150000"/>
                        </a:lnSpc>
                      </a:pPr>
                      <a:r>
                        <a:rPr lang="en-US" altLang="ko-KR" sz="800" b="0" dirty="0">
                          <a:solidFill>
                            <a:schemeClr val="tx1"/>
                          </a:solidFill>
                        </a:rPr>
                        <a:t>14,000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r" latinLnBrk="1">
                        <a:lnSpc>
                          <a:spcPct val="150000"/>
                        </a:lnSpc>
                      </a:pPr>
                      <a:r>
                        <a:rPr lang="en-US" altLang="ko-KR" sz="800" b="0" dirty="0">
                          <a:solidFill>
                            <a:schemeClr val="tx1"/>
                          </a:solidFill>
                        </a:rPr>
                        <a:t>900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453488250"/>
                  </a:ext>
                </a:extLst>
              </a:tr>
              <a:tr h="0">
                <a:tc>
                  <a:txBody>
                    <a:bodyPr/>
                    <a:lstStyle/>
                    <a:p>
                      <a:pPr algn="ctr" latinLnBrk="1"/>
                      <a:r>
                        <a:rPr lang="en-US" altLang="ko-KR" sz="800" b="0" dirty="0">
                          <a:solidFill>
                            <a:schemeClr val="tx1"/>
                          </a:solidFill>
                        </a:rPr>
                        <a:t>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a:solidFill>
                            <a:schemeClr val="tx1"/>
                          </a:solidFill>
                        </a:rPr>
                        <a:t>제휴</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lnSpc>
                          <a:spcPct val="150000"/>
                        </a:lnSpc>
                      </a:pPr>
                      <a:r>
                        <a:rPr lang="ko-KR" altLang="en-US" sz="800" b="0" dirty="0">
                          <a:solidFill>
                            <a:schemeClr val="tx1"/>
                          </a:solidFill>
                        </a:rPr>
                        <a:t>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위탁판매</a:t>
                      </a:r>
                      <a:endParaRPr lang="en-US" altLang="ko-KR" sz="800" b="0" baseline="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err="1">
                          <a:solidFill>
                            <a:schemeClr val="tx1"/>
                          </a:solidFill>
                        </a:rPr>
                        <a:t>수량제한없음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r" latinLnBrk="1">
                        <a:lnSpc>
                          <a:spcPct val="150000"/>
                        </a:lnSpc>
                      </a:pPr>
                      <a:r>
                        <a:rPr lang="en-US" altLang="ko-KR" sz="800" b="0" dirty="0">
                          <a:solidFill>
                            <a:schemeClr val="tx1"/>
                          </a:solidFill>
                        </a:rPr>
                        <a:t>13,000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r" latinLnBrk="1">
                        <a:lnSpc>
                          <a:spcPct val="150000"/>
                        </a:lnSpc>
                      </a:pPr>
                      <a:r>
                        <a:rPr lang="en-US" altLang="ko-KR" sz="800" b="0" dirty="0">
                          <a:solidFill>
                            <a:schemeClr val="tx1"/>
                          </a:solidFill>
                        </a:rPr>
                        <a:t>1,000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920465824"/>
                  </a:ext>
                </a:extLst>
              </a:tr>
              <a:tr h="0">
                <a:tc>
                  <a:txBody>
                    <a:bodyPr/>
                    <a:lstStyle/>
                    <a:p>
                      <a:pPr algn="ctr" latinLnBrk="1"/>
                      <a:r>
                        <a:rPr lang="en-US" altLang="ko-KR" sz="800" b="0" dirty="0">
                          <a:solidFill>
                            <a:schemeClr val="tx1"/>
                          </a:solidFill>
                        </a:rPr>
                        <a:t>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a:solidFill>
                            <a:schemeClr val="tx1"/>
                          </a:solidFill>
                        </a:rPr>
                        <a:t>공개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lnSpc>
                          <a:spcPct val="150000"/>
                        </a:lnSpc>
                      </a:pPr>
                      <a:r>
                        <a:rPr lang="ko-KR" altLang="en-US" sz="800" b="0" dirty="0">
                          <a:solidFill>
                            <a:schemeClr val="tx1"/>
                          </a:solidFill>
                        </a:rPr>
                        <a:t>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위탁판매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err="1">
                          <a:solidFill>
                            <a:schemeClr val="tx1"/>
                          </a:solidFill>
                        </a:rPr>
                        <a:t>수량제한없음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r" latinLnBrk="1">
                        <a:lnSpc>
                          <a:spcPct val="150000"/>
                        </a:lnSpc>
                      </a:pPr>
                      <a:r>
                        <a:rPr lang="en-US" altLang="ko-KR" sz="800" b="0" dirty="0">
                          <a:solidFill>
                            <a:schemeClr val="tx1"/>
                          </a:solidFill>
                        </a:rPr>
                        <a:t>9,000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r" latinLnBrk="1">
                        <a:lnSpc>
                          <a:spcPct val="150000"/>
                        </a:lnSpc>
                      </a:pPr>
                      <a:r>
                        <a:rPr lang="en-US" altLang="ko-KR" sz="800" b="0" dirty="0">
                          <a:solidFill>
                            <a:schemeClr val="tx1"/>
                          </a:solidFill>
                        </a:rPr>
                        <a:t>2,000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011087332"/>
                  </a:ext>
                </a:extLst>
              </a:tr>
              <a:tr h="0">
                <a:tc>
                  <a:txBody>
                    <a:bodyPr/>
                    <a:lstStyle/>
                    <a:p>
                      <a:pPr algn="ctr" latinLnBrk="1"/>
                      <a:r>
                        <a:rPr lang="en-US" altLang="ko-KR" sz="800" b="0" dirty="0">
                          <a:solidFill>
                            <a:schemeClr val="tx1"/>
                          </a:solidFill>
                        </a:rPr>
                        <a:t>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a:solidFill>
                            <a:schemeClr val="tx1"/>
                          </a:solidFill>
                        </a:rPr>
                        <a:t>제휴</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lnSpc>
                          <a:spcPct val="150000"/>
                        </a:lnSpc>
                      </a:pPr>
                      <a:r>
                        <a:rPr lang="ko-KR" altLang="en-US" sz="800" b="0" dirty="0">
                          <a:solidFill>
                            <a:schemeClr val="tx1"/>
                          </a:solidFill>
                        </a:rPr>
                        <a:t>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a:solidFill>
                            <a:schemeClr val="tx1"/>
                          </a:solidFill>
                        </a:rPr>
                        <a:t>상품판매</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err="1">
                          <a:solidFill>
                            <a:schemeClr val="tx1"/>
                          </a:solidFill>
                        </a:rPr>
                        <a:t>수량제한없음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r" latinLnBrk="1">
                        <a:lnSpc>
                          <a:spcPct val="150000"/>
                        </a:lnSpc>
                      </a:pPr>
                      <a:r>
                        <a:rPr lang="en-US" altLang="ko-KR" sz="800" b="0" dirty="0">
                          <a:solidFill>
                            <a:schemeClr val="tx1"/>
                          </a:solidFill>
                        </a:rPr>
                        <a:t>4,000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3,000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4008548364"/>
                  </a:ext>
                </a:extLst>
              </a:tr>
            </a:tbl>
          </a:graphicData>
        </a:graphic>
      </p:graphicFrame>
      <p:grpSp>
        <p:nvGrpSpPr>
          <p:cNvPr id="114" name="그룹 113">
            <a:extLst>
              <a:ext uri="{FF2B5EF4-FFF2-40B4-BE49-F238E27FC236}">
                <a16:creationId xmlns:a16="http://schemas.microsoft.com/office/drawing/2014/main" id="{84DC6642-954C-436F-8CFE-07365EDF9E3D}"/>
              </a:ext>
            </a:extLst>
          </p:cNvPr>
          <p:cNvGrpSpPr/>
          <p:nvPr userDrawn="1"/>
        </p:nvGrpSpPr>
        <p:grpSpPr>
          <a:xfrm>
            <a:off x="1356314" y="1532595"/>
            <a:ext cx="2414204" cy="437877"/>
            <a:chOff x="1237832" y="3375500"/>
            <a:chExt cx="1708479" cy="437877"/>
          </a:xfrm>
        </p:grpSpPr>
        <p:grpSp>
          <p:nvGrpSpPr>
            <p:cNvPr id="115" name="그룹 114">
              <a:extLst>
                <a:ext uri="{FF2B5EF4-FFF2-40B4-BE49-F238E27FC236}">
                  <a16:creationId xmlns:a16="http://schemas.microsoft.com/office/drawing/2014/main" id="{E3DCEAD8-6759-4E24-94E0-361BE54B06C2}"/>
                </a:ext>
              </a:extLst>
            </p:cNvPr>
            <p:cNvGrpSpPr/>
            <p:nvPr/>
          </p:nvGrpSpPr>
          <p:grpSpPr>
            <a:xfrm>
              <a:off x="1237832" y="3462866"/>
              <a:ext cx="366546" cy="248122"/>
              <a:chOff x="2681976" y="1955121"/>
              <a:chExt cx="1929510" cy="596970"/>
            </a:xfrm>
          </p:grpSpPr>
          <p:sp>
            <p:nvSpPr>
              <p:cNvPr id="117" name="Border">
                <a:extLst>
                  <a:ext uri="{FF2B5EF4-FFF2-40B4-BE49-F238E27FC236}">
                    <a16:creationId xmlns:a16="http://schemas.microsoft.com/office/drawing/2014/main" id="{CF5DB9C4-C760-48DF-8526-71246C3C626C}"/>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8" name="Line 2">
                <a:extLst>
                  <a:ext uri="{FF2B5EF4-FFF2-40B4-BE49-F238E27FC236}">
                    <a16:creationId xmlns:a16="http://schemas.microsoft.com/office/drawing/2014/main" id="{5D12AEE1-825A-4DA3-BE5C-119D75680D10}"/>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9" name="Line 1">
                <a:extLst>
                  <a:ext uri="{FF2B5EF4-FFF2-40B4-BE49-F238E27FC236}">
                    <a16:creationId xmlns:a16="http://schemas.microsoft.com/office/drawing/2014/main" id="{18910501-9C40-4DB5-9F0D-8A13364FBC8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0" name="TextBox 119">
                <a:extLst>
                  <a:ext uri="{FF2B5EF4-FFF2-40B4-BE49-F238E27FC236}">
                    <a16:creationId xmlns:a16="http://schemas.microsoft.com/office/drawing/2014/main" id="{A8710617-25E3-4EF2-B3B9-30A1CBE1F9EA}"/>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16" name="직사각형 115">
              <a:extLst>
                <a:ext uri="{FF2B5EF4-FFF2-40B4-BE49-F238E27FC236}">
                  <a16:creationId xmlns:a16="http://schemas.microsoft.com/office/drawing/2014/main" id="{AF700813-E111-40A2-BE0F-AF996A839ADA}"/>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pSp>
      <p:grpSp>
        <p:nvGrpSpPr>
          <p:cNvPr id="121" name="그룹 120">
            <a:extLst>
              <a:ext uri="{FF2B5EF4-FFF2-40B4-BE49-F238E27FC236}">
                <a16:creationId xmlns:a16="http://schemas.microsoft.com/office/drawing/2014/main" id="{603A0449-0A75-4936-BD01-752FAE5C225E}"/>
              </a:ext>
            </a:extLst>
          </p:cNvPr>
          <p:cNvGrpSpPr/>
          <p:nvPr userDrawn="1"/>
        </p:nvGrpSpPr>
        <p:grpSpPr>
          <a:xfrm>
            <a:off x="1356314" y="1942704"/>
            <a:ext cx="2414204" cy="437877"/>
            <a:chOff x="1237832" y="3375500"/>
            <a:chExt cx="1708479" cy="437877"/>
          </a:xfrm>
        </p:grpSpPr>
        <p:grpSp>
          <p:nvGrpSpPr>
            <p:cNvPr id="122" name="그룹 121">
              <a:extLst>
                <a:ext uri="{FF2B5EF4-FFF2-40B4-BE49-F238E27FC236}">
                  <a16:creationId xmlns:a16="http://schemas.microsoft.com/office/drawing/2014/main" id="{943F5E62-F86A-4C61-8270-B1A9C7016FD2}"/>
                </a:ext>
              </a:extLst>
            </p:cNvPr>
            <p:cNvGrpSpPr/>
            <p:nvPr/>
          </p:nvGrpSpPr>
          <p:grpSpPr>
            <a:xfrm>
              <a:off x="1237832" y="3462866"/>
              <a:ext cx="366546" cy="248122"/>
              <a:chOff x="2681976" y="1955121"/>
              <a:chExt cx="1929510" cy="596970"/>
            </a:xfrm>
          </p:grpSpPr>
          <p:sp>
            <p:nvSpPr>
              <p:cNvPr id="124" name="Border">
                <a:extLst>
                  <a:ext uri="{FF2B5EF4-FFF2-40B4-BE49-F238E27FC236}">
                    <a16:creationId xmlns:a16="http://schemas.microsoft.com/office/drawing/2014/main" id="{95D79530-FAF2-40C0-98A5-C09AE0DCA173}"/>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5" name="Line 2">
                <a:extLst>
                  <a:ext uri="{FF2B5EF4-FFF2-40B4-BE49-F238E27FC236}">
                    <a16:creationId xmlns:a16="http://schemas.microsoft.com/office/drawing/2014/main" id="{8A4E1A60-F008-4519-8842-75F1F05310AD}"/>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6" name="Line 1">
                <a:extLst>
                  <a:ext uri="{FF2B5EF4-FFF2-40B4-BE49-F238E27FC236}">
                    <a16:creationId xmlns:a16="http://schemas.microsoft.com/office/drawing/2014/main" id="{C367257A-67E7-4273-BA58-8581142F2F7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7" name="TextBox 126">
                <a:extLst>
                  <a:ext uri="{FF2B5EF4-FFF2-40B4-BE49-F238E27FC236}">
                    <a16:creationId xmlns:a16="http://schemas.microsoft.com/office/drawing/2014/main" id="{F7078857-A006-4F76-BB95-A4E3138402DE}"/>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23" name="직사각형 122">
              <a:extLst>
                <a:ext uri="{FF2B5EF4-FFF2-40B4-BE49-F238E27FC236}">
                  <a16:creationId xmlns:a16="http://schemas.microsoft.com/office/drawing/2014/main" id="{A7635860-0E14-4CE0-85F5-80562F3F366F}"/>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222222</a:t>
              </a:r>
              <a:endParaRPr lang="ko-KR" altLang="en-US" sz="800" b="1" dirty="0"/>
            </a:p>
          </p:txBody>
        </p:sp>
      </p:grpSp>
      <p:grpSp>
        <p:nvGrpSpPr>
          <p:cNvPr id="128" name="그룹 127">
            <a:extLst>
              <a:ext uri="{FF2B5EF4-FFF2-40B4-BE49-F238E27FC236}">
                <a16:creationId xmlns:a16="http://schemas.microsoft.com/office/drawing/2014/main" id="{752CDF67-3FF9-46DB-8187-94C31CFC2C73}"/>
              </a:ext>
            </a:extLst>
          </p:cNvPr>
          <p:cNvGrpSpPr/>
          <p:nvPr userDrawn="1"/>
        </p:nvGrpSpPr>
        <p:grpSpPr>
          <a:xfrm>
            <a:off x="1356314" y="2392641"/>
            <a:ext cx="2414204" cy="437877"/>
            <a:chOff x="1237832" y="3375500"/>
            <a:chExt cx="1708479" cy="437877"/>
          </a:xfrm>
        </p:grpSpPr>
        <p:grpSp>
          <p:nvGrpSpPr>
            <p:cNvPr id="129" name="그룹 128">
              <a:extLst>
                <a:ext uri="{FF2B5EF4-FFF2-40B4-BE49-F238E27FC236}">
                  <a16:creationId xmlns:a16="http://schemas.microsoft.com/office/drawing/2014/main" id="{038C1E32-4165-45D6-B5AA-4EC0154ECA36}"/>
                </a:ext>
              </a:extLst>
            </p:cNvPr>
            <p:cNvGrpSpPr/>
            <p:nvPr/>
          </p:nvGrpSpPr>
          <p:grpSpPr>
            <a:xfrm>
              <a:off x="1237832" y="3462866"/>
              <a:ext cx="366546" cy="248122"/>
              <a:chOff x="2681976" y="1955121"/>
              <a:chExt cx="1929510" cy="596970"/>
            </a:xfrm>
          </p:grpSpPr>
          <p:sp>
            <p:nvSpPr>
              <p:cNvPr id="131" name="Border">
                <a:extLst>
                  <a:ext uri="{FF2B5EF4-FFF2-40B4-BE49-F238E27FC236}">
                    <a16:creationId xmlns:a16="http://schemas.microsoft.com/office/drawing/2014/main" id="{24D7CDDE-2EA3-4C2E-821A-CFACFEA0CAA5}"/>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2" name="Line 2">
                <a:extLst>
                  <a:ext uri="{FF2B5EF4-FFF2-40B4-BE49-F238E27FC236}">
                    <a16:creationId xmlns:a16="http://schemas.microsoft.com/office/drawing/2014/main" id="{0F3A804E-D2BD-4EDA-A632-F49E1D0D401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3" name="Line 1">
                <a:extLst>
                  <a:ext uri="{FF2B5EF4-FFF2-40B4-BE49-F238E27FC236}">
                    <a16:creationId xmlns:a16="http://schemas.microsoft.com/office/drawing/2014/main" id="{49CA8B24-F634-4B44-92D3-34A602DC3E8D}"/>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4" name="TextBox 133">
                <a:extLst>
                  <a:ext uri="{FF2B5EF4-FFF2-40B4-BE49-F238E27FC236}">
                    <a16:creationId xmlns:a16="http://schemas.microsoft.com/office/drawing/2014/main" id="{69E294DC-68A7-4BC9-8F47-985A38064EBA}"/>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30" name="직사각형 129">
              <a:extLst>
                <a:ext uri="{FF2B5EF4-FFF2-40B4-BE49-F238E27FC236}">
                  <a16:creationId xmlns:a16="http://schemas.microsoft.com/office/drawing/2014/main" id="{134340B1-B827-412B-8F53-44C5D1711ACA}"/>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333333</a:t>
              </a:r>
              <a:endParaRPr lang="ko-KR" altLang="en-US" sz="800" b="1" dirty="0"/>
            </a:p>
          </p:txBody>
        </p:sp>
      </p:grpSp>
      <p:grpSp>
        <p:nvGrpSpPr>
          <p:cNvPr id="136" name="그룹 135">
            <a:extLst>
              <a:ext uri="{FF2B5EF4-FFF2-40B4-BE49-F238E27FC236}">
                <a16:creationId xmlns:a16="http://schemas.microsoft.com/office/drawing/2014/main" id="{ADFDF4B6-10C7-4DC0-9826-0F203B9217F4}"/>
              </a:ext>
            </a:extLst>
          </p:cNvPr>
          <p:cNvGrpSpPr/>
          <p:nvPr userDrawn="1"/>
        </p:nvGrpSpPr>
        <p:grpSpPr>
          <a:xfrm>
            <a:off x="1356314" y="2860621"/>
            <a:ext cx="2414204" cy="437877"/>
            <a:chOff x="1237832" y="3375500"/>
            <a:chExt cx="1708479" cy="437877"/>
          </a:xfrm>
        </p:grpSpPr>
        <p:grpSp>
          <p:nvGrpSpPr>
            <p:cNvPr id="137" name="그룹 136">
              <a:extLst>
                <a:ext uri="{FF2B5EF4-FFF2-40B4-BE49-F238E27FC236}">
                  <a16:creationId xmlns:a16="http://schemas.microsoft.com/office/drawing/2014/main" id="{8E647BE9-D8C7-4173-ACD9-77DA6110C6D5}"/>
                </a:ext>
              </a:extLst>
            </p:cNvPr>
            <p:cNvGrpSpPr/>
            <p:nvPr/>
          </p:nvGrpSpPr>
          <p:grpSpPr>
            <a:xfrm>
              <a:off x="1237832" y="3462866"/>
              <a:ext cx="366546" cy="248122"/>
              <a:chOff x="2681976" y="1955121"/>
              <a:chExt cx="1929510" cy="596970"/>
            </a:xfrm>
          </p:grpSpPr>
          <p:sp>
            <p:nvSpPr>
              <p:cNvPr id="139" name="Border">
                <a:extLst>
                  <a:ext uri="{FF2B5EF4-FFF2-40B4-BE49-F238E27FC236}">
                    <a16:creationId xmlns:a16="http://schemas.microsoft.com/office/drawing/2014/main" id="{591A83E9-9F1D-4343-AB5F-2FA532937BB7}"/>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0" name="Line 2">
                <a:extLst>
                  <a:ext uri="{FF2B5EF4-FFF2-40B4-BE49-F238E27FC236}">
                    <a16:creationId xmlns:a16="http://schemas.microsoft.com/office/drawing/2014/main" id="{29822048-0474-4F81-939E-EB73B7A4628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1" name="Line 1">
                <a:extLst>
                  <a:ext uri="{FF2B5EF4-FFF2-40B4-BE49-F238E27FC236}">
                    <a16:creationId xmlns:a16="http://schemas.microsoft.com/office/drawing/2014/main" id="{6815CDFF-C33F-4C32-88FE-A9C28B4727F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2" name="TextBox 141">
                <a:extLst>
                  <a:ext uri="{FF2B5EF4-FFF2-40B4-BE49-F238E27FC236}">
                    <a16:creationId xmlns:a16="http://schemas.microsoft.com/office/drawing/2014/main" id="{DD1866E1-42D9-4FED-BD5C-74969DB19A4C}"/>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38" name="직사각형 137">
              <a:extLst>
                <a:ext uri="{FF2B5EF4-FFF2-40B4-BE49-F238E27FC236}">
                  <a16:creationId xmlns:a16="http://schemas.microsoft.com/office/drawing/2014/main" id="{CAD9E3E8-44A7-4C60-B855-7ADD8BB96C7B}"/>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pSp>
      <p:grpSp>
        <p:nvGrpSpPr>
          <p:cNvPr id="143" name="그룹 142">
            <a:extLst>
              <a:ext uri="{FF2B5EF4-FFF2-40B4-BE49-F238E27FC236}">
                <a16:creationId xmlns:a16="http://schemas.microsoft.com/office/drawing/2014/main" id="{DEEDAD2B-6314-486A-807F-7C64398F8066}"/>
              </a:ext>
            </a:extLst>
          </p:cNvPr>
          <p:cNvGrpSpPr/>
          <p:nvPr userDrawn="1"/>
        </p:nvGrpSpPr>
        <p:grpSpPr>
          <a:xfrm>
            <a:off x="1356314" y="3270730"/>
            <a:ext cx="2414204" cy="437877"/>
            <a:chOff x="1237832" y="3375500"/>
            <a:chExt cx="1708479" cy="437877"/>
          </a:xfrm>
        </p:grpSpPr>
        <p:grpSp>
          <p:nvGrpSpPr>
            <p:cNvPr id="144" name="그룹 143">
              <a:extLst>
                <a:ext uri="{FF2B5EF4-FFF2-40B4-BE49-F238E27FC236}">
                  <a16:creationId xmlns:a16="http://schemas.microsoft.com/office/drawing/2014/main" id="{488F294D-4B84-428A-B9B8-962118AB5946}"/>
                </a:ext>
              </a:extLst>
            </p:cNvPr>
            <p:cNvGrpSpPr/>
            <p:nvPr/>
          </p:nvGrpSpPr>
          <p:grpSpPr>
            <a:xfrm>
              <a:off x="1237832" y="3462866"/>
              <a:ext cx="366546" cy="248122"/>
              <a:chOff x="2681976" y="1955121"/>
              <a:chExt cx="1929510" cy="596970"/>
            </a:xfrm>
          </p:grpSpPr>
          <p:sp>
            <p:nvSpPr>
              <p:cNvPr id="146" name="Border">
                <a:extLst>
                  <a:ext uri="{FF2B5EF4-FFF2-40B4-BE49-F238E27FC236}">
                    <a16:creationId xmlns:a16="http://schemas.microsoft.com/office/drawing/2014/main" id="{80C2E4D3-FA11-473B-BDC5-0DBAF6FAC101}"/>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7" name="Line 2">
                <a:extLst>
                  <a:ext uri="{FF2B5EF4-FFF2-40B4-BE49-F238E27FC236}">
                    <a16:creationId xmlns:a16="http://schemas.microsoft.com/office/drawing/2014/main" id="{E6445991-343E-40E2-83DC-7A64A825786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8" name="Line 1">
                <a:extLst>
                  <a:ext uri="{FF2B5EF4-FFF2-40B4-BE49-F238E27FC236}">
                    <a16:creationId xmlns:a16="http://schemas.microsoft.com/office/drawing/2014/main" id="{CEFF68CD-1896-467C-8AFB-709FC3FFCC51}"/>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9" name="TextBox 148">
                <a:extLst>
                  <a:ext uri="{FF2B5EF4-FFF2-40B4-BE49-F238E27FC236}">
                    <a16:creationId xmlns:a16="http://schemas.microsoft.com/office/drawing/2014/main" id="{AACD6317-3998-40F3-945B-E9A927E2E207}"/>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45" name="직사각형 144">
              <a:extLst>
                <a:ext uri="{FF2B5EF4-FFF2-40B4-BE49-F238E27FC236}">
                  <a16:creationId xmlns:a16="http://schemas.microsoft.com/office/drawing/2014/main" id="{8C2243F4-5903-4C92-936B-43CB06A787B1}"/>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222222</a:t>
              </a:r>
              <a:endParaRPr lang="ko-KR" altLang="en-US" sz="800" b="1" dirty="0"/>
            </a:p>
          </p:txBody>
        </p:sp>
      </p:grpSp>
      <p:grpSp>
        <p:nvGrpSpPr>
          <p:cNvPr id="150" name="그룹 149">
            <a:extLst>
              <a:ext uri="{FF2B5EF4-FFF2-40B4-BE49-F238E27FC236}">
                <a16:creationId xmlns:a16="http://schemas.microsoft.com/office/drawing/2014/main" id="{24F44D83-6536-40FD-A7C6-D24B5F0DD260}"/>
              </a:ext>
            </a:extLst>
          </p:cNvPr>
          <p:cNvGrpSpPr/>
          <p:nvPr userDrawn="1"/>
        </p:nvGrpSpPr>
        <p:grpSpPr>
          <a:xfrm>
            <a:off x="1356314" y="3720667"/>
            <a:ext cx="2414204" cy="437877"/>
            <a:chOff x="1237832" y="3375500"/>
            <a:chExt cx="1708479" cy="437877"/>
          </a:xfrm>
        </p:grpSpPr>
        <p:grpSp>
          <p:nvGrpSpPr>
            <p:cNvPr id="151" name="그룹 150">
              <a:extLst>
                <a:ext uri="{FF2B5EF4-FFF2-40B4-BE49-F238E27FC236}">
                  <a16:creationId xmlns:a16="http://schemas.microsoft.com/office/drawing/2014/main" id="{A77B4336-399A-4B58-B6BD-6237D49856EF}"/>
                </a:ext>
              </a:extLst>
            </p:cNvPr>
            <p:cNvGrpSpPr/>
            <p:nvPr/>
          </p:nvGrpSpPr>
          <p:grpSpPr>
            <a:xfrm>
              <a:off x="1237832" y="3462866"/>
              <a:ext cx="366546" cy="248122"/>
              <a:chOff x="2681976" y="1955121"/>
              <a:chExt cx="1929510" cy="596970"/>
            </a:xfrm>
          </p:grpSpPr>
          <p:sp>
            <p:nvSpPr>
              <p:cNvPr id="153" name="Border">
                <a:extLst>
                  <a:ext uri="{FF2B5EF4-FFF2-40B4-BE49-F238E27FC236}">
                    <a16:creationId xmlns:a16="http://schemas.microsoft.com/office/drawing/2014/main" id="{6F94C451-FBE0-4018-8A48-EB968FB0DE5B}"/>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4" name="Line 2">
                <a:extLst>
                  <a:ext uri="{FF2B5EF4-FFF2-40B4-BE49-F238E27FC236}">
                    <a16:creationId xmlns:a16="http://schemas.microsoft.com/office/drawing/2014/main" id="{A8F26ED9-0534-4419-A276-EDB1EB1429C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5" name="Line 1">
                <a:extLst>
                  <a:ext uri="{FF2B5EF4-FFF2-40B4-BE49-F238E27FC236}">
                    <a16:creationId xmlns:a16="http://schemas.microsoft.com/office/drawing/2014/main" id="{8BA7AA07-DEBB-44A4-88E0-0586501D60B7}"/>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6" name="TextBox 155">
                <a:extLst>
                  <a:ext uri="{FF2B5EF4-FFF2-40B4-BE49-F238E27FC236}">
                    <a16:creationId xmlns:a16="http://schemas.microsoft.com/office/drawing/2014/main" id="{A96DF813-9677-4C93-B460-C68FCEEE110B}"/>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52" name="직사각형 151">
              <a:extLst>
                <a:ext uri="{FF2B5EF4-FFF2-40B4-BE49-F238E27FC236}">
                  <a16:creationId xmlns:a16="http://schemas.microsoft.com/office/drawing/2014/main" id="{8AAA4422-3085-414A-9598-5AB52368C715}"/>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333333</a:t>
              </a:r>
              <a:endParaRPr lang="ko-KR" altLang="en-US" sz="800" b="1" dirty="0"/>
            </a:p>
          </p:txBody>
        </p:sp>
      </p:grpSp>
      <p:grpSp>
        <p:nvGrpSpPr>
          <p:cNvPr id="157" name="그룹 156">
            <a:extLst>
              <a:ext uri="{FF2B5EF4-FFF2-40B4-BE49-F238E27FC236}">
                <a16:creationId xmlns:a16="http://schemas.microsoft.com/office/drawing/2014/main" id="{3EBDE0C3-AA9A-44B9-BC14-A17187973B8C}"/>
              </a:ext>
            </a:extLst>
          </p:cNvPr>
          <p:cNvGrpSpPr/>
          <p:nvPr userDrawn="1"/>
        </p:nvGrpSpPr>
        <p:grpSpPr>
          <a:xfrm>
            <a:off x="1356314" y="4120176"/>
            <a:ext cx="2414204" cy="437877"/>
            <a:chOff x="1237832" y="3375500"/>
            <a:chExt cx="1708479" cy="437877"/>
          </a:xfrm>
        </p:grpSpPr>
        <p:grpSp>
          <p:nvGrpSpPr>
            <p:cNvPr id="158" name="그룹 157">
              <a:extLst>
                <a:ext uri="{FF2B5EF4-FFF2-40B4-BE49-F238E27FC236}">
                  <a16:creationId xmlns:a16="http://schemas.microsoft.com/office/drawing/2014/main" id="{BD98A704-FB71-41D2-98F4-93D780415475}"/>
                </a:ext>
              </a:extLst>
            </p:cNvPr>
            <p:cNvGrpSpPr/>
            <p:nvPr/>
          </p:nvGrpSpPr>
          <p:grpSpPr>
            <a:xfrm>
              <a:off x="1237832" y="3462866"/>
              <a:ext cx="366546" cy="248122"/>
              <a:chOff x="2681976" y="1955121"/>
              <a:chExt cx="1929510" cy="596970"/>
            </a:xfrm>
          </p:grpSpPr>
          <p:sp>
            <p:nvSpPr>
              <p:cNvPr id="160" name="Border">
                <a:extLst>
                  <a:ext uri="{FF2B5EF4-FFF2-40B4-BE49-F238E27FC236}">
                    <a16:creationId xmlns:a16="http://schemas.microsoft.com/office/drawing/2014/main" id="{4645931A-3896-4599-968C-5874627CAA08}"/>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1" name="Line 2">
                <a:extLst>
                  <a:ext uri="{FF2B5EF4-FFF2-40B4-BE49-F238E27FC236}">
                    <a16:creationId xmlns:a16="http://schemas.microsoft.com/office/drawing/2014/main" id="{53BAE70F-282C-4E84-A997-B1C62548861F}"/>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2" name="Line 1">
                <a:extLst>
                  <a:ext uri="{FF2B5EF4-FFF2-40B4-BE49-F238E27FC236}">
                    <a16:creationId xmlns:a16="http://schemas.microsoft.com/office/drawing/2014/main" id="{B4356128-9CDC-40A3-8080-054CAEC0B0F7}"/>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3" name="TextBox 162">
                <a:extLst>
                  <a:ext uri="{FF2B5EF4-FFF2-40B4-BE49-F238E27FC236}">
                    <a16:creationId xmlns:a16="http://schemas.microsoft.com/office/drawing/2014/main" id="{C76931DF-385F-4F4A-8DBB-E39E7CCC8427}"/>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59" name="직사각형 158">
              <a:extLst>
                <a:ext uri="{FF2B5EF4-FFF2-40B4-BE49-F238E27FC236}">
                  <a16:creationId xmlns:a16="http://schemas.microsoft.com/office/drawing/2014/main" id="{A2901415-24BD-452A-8A13-D3B5649F1498}"/>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pSp>
      <p:grpSp>
        <p:nvGrpSpPr>
          <p:cNvPr id="164" name="그룹 163">
            <a:extLst>
              <a:ext uri="{FF2B5EF4-FFF2-40B4-BE49-F238E27FC236}">
                <a16:creationId xmlns:a16="http://schemas.microsoft.com/office/drawing/2014/main" id="{B76DB786-F388-4A15-80FB-A9055FACB53F}"/>
              </a:ext>
            </a:extLst>
          </p:cNvPr>
          <p:cNvGrpSpPr/>
          <p:nvPr userDrawn="1"/>
        </p:nvGrpSpPr>
        <p:grpSpPr>
          <a:xfrm>
            <a:off x="1356314" y="4530285"/>
            <a:ext cx="2414204" cy="437877"/>
            <a:chOff x="1237832" y="3375500"/>
            <a:chExt cx="1708479" cy="437877"/>
          </a:xfrm>
        </p:grpSpPr>
        <p:grpSp>
          <p:nvGrpSpPr>
            <p:cNvPr id="165" name="그룹 164">
              <a:extLst>
                <a:ext uri="{FF2B5EF4-FFF2-40B4-BE49-F238E27FC236}">
                  <a16:creationId xmlns:a16="http://schemas.microsoft.com/office/drawing/2014/main" id="{B46A4D38-1324-4850-BA8B-F7399A5D6316}"/>
                </a:ext>
              </a:extLst>
            </p:cNvPr>
            <p:cNvGrpSpPr/>
            <p:nvPr/>
          </p:nvGrpSpPr>
          <p:grpSpPr>
            <a:xfrm>
              <a:off x="1237832" y="3462866"/>
              <a:ext cx="366546" cy="248122"/>
              <a:chOff x="2681976" y="1955121"/>
              <a:chExt cx="1929510" cy="596970"/>
            </a:xfrm>
          </p:grpSpPr>
          <p:sp>
            <p:nvSpPr>
              <p:cNvPr id="167" name="Border">
                <a:extLst>
                  <a:ext uri="{FF2B5EF4-FFF2-40B4-BE49-F238E27FC236}">
                    <a16:creationId xmlns:a16="http://schemas.microsoft.com/office/drawing/2014/main" id="{FA064895-C49F-4465-9097-5FD4A47984FE}"/>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8" name="Line 2">
                <a:extLst>
                  <a:ext uri="{FF2B5EF4-FFF2-40B4-BE49-F238E27FC236}">
                    <a16:creationId xmlns:a16="http://schemas.microsoft.com/office/drawing/2014/main" id="{D71A8915-5EA1-4B2B-8091-5571CABF0F67}"/>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9" name="Line 1">
                <a:extLst>
                  <a:ext uri="{FF2B5EF4-FFF2-40B4-BE49-F238E27FC236}">
                    <a16:creationId xmlns:a16="http://schemas.microsoft.com/office/drawing/2014/main" id="{6ACF835D-025C-4587-8066-E2CABBD03664}"/>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0" name="TextBox 169">
                <a:extLst>
                  <a:ext uri="{FF2B5EF4-FFF2-40B4-BE49-F238E27FC236}">
                    <a16:creationId xmlns:a16="http://schemas.microsoft.com/office/drawing/2014/main" id="{63C8E527-C2A4-49E5-A66E-4DD71F531AB7}"/>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66" name="직사각형 165">
              <a:extLst>
                <a:ext uri="{FF2B5EF4-FFF2-40B4-BE49-F238E27FC236}">
                  <a16:creationId xmlns:a16="http://schemas.microsoft.com/office/drawing/2014/main" id="{AFCA399A-C49E-4EDA-ADAF-2E20E6DF63E1}"/>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222222</a:t>
              </a:r>
              <a:endParaRPr lang="ko-KR" altLang="en-US" sz="800" b="1" dirty="0"/>
            </a:p>
          </p:txBody>
        </p:sp>
      </p:grpSp>
      <p:grpSp>
        <p:nvGrpSpPr>
          <p:cNvPr id="171" name="그룹 170">
            <a:extLst>
              <a:ext uri="{FF2B5EF4-FFF2-40B4-BE49-F238E27FC236}">
                <a16:creationId xmlns:a16="http://schemas.microsoft.com/office/drawing/2014/main" id="{71B81226-0242-4FB5-BF11-76455B5156A5}"/>
              </a:ext>
            </a:extLst>
          </p:cNvPr>
          <p:cNvGrpSpPr/>
          <p:nvPr userDrawn="1"/>
        </p:nvGrpSpPr>
        <p:grpSpPr>
          <a:xfrm>
            <a:off x="1356314" y="4980222"/>
            <a:ext cx="2414204" cy="437877"/>
            <a:chOff x="1237832" y="3375500"/>
            <a:chExt cx="1708479" cy="437877"/>
          </a:xfrm>
        </p:grpSpPr>
        <p:grpSp>
          <p:nvGrpSpPr>
            <p:cNvPr id="172" name="그룹 171">
              <a:extLst>
                <a:ext uri="{FF2B5EF4-FFF2-40B4-BE49-F238E27FC236}">
                  <a16:creationId xmlns:a16="http://schemas.microsoft.com/office/drawing/2014/main" id="{461D612D-5422-465B-BD06-B030A4D03938}"/>
                </a:ext>
              </a:extLst>
            </p:cNvPr>
            <p:cNvGrpSpPr/>
            <p:nvPr/>
          </p:nvGrpSpPr>
          <p:grpSpPr>
            <a:xfrm>
              <a:off x="1237832" y="3462866"/>
              <a:ext cx="366546" cy="248122"/>
              <a:chOff x="2681976" y="1955121"/>
              <a:chExt cx="1929510" cy="596970"/>
            </a:xfrm>
          </p:grpSpPr>
          <p:sp>
            <p:nvSpPr>
              <p:cNvPr id="174" name="Border">
                <a:extLst>
                  <a:ext uri="{FF2B5EF4-FFF2-40B4-BE49-F238E27FC236}">
                    <a16:creationId xmlns:a16="http://schemas.microsoft.com/office/drawing/2014/main" id="{3D181BE7-CC18-4619-BF2C-55238342187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5" name="Line 2">
                <a:extLst>
                  <a:ext uri="{FF2B5EF4-FFF2-40B4-BE49-F238E27FC236}">
                    <a16:creationId xmlns:a16="http://schemas.microsoft.com/office/drawing/2014/main" id="{A35DAC17-DE96-4813-915D-B40CC087678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6" name="Line 1">
                <a:extLst>
                  <a:ext uri="{FF2B5EF4-FFF2-40B4-BE49-F238E27FC236}">
                    <a16:creationId xmlns:a16="http://schemas.microsoft.com/office/drawing/2014/main" id="{35466761-90F8-4C06-BFBE-66798D83464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7" name="TextBox 176">
                <a:extLst>
                  <a:ext uri="{FF2B5EF4-FFF2-40B4-BE49-F238E27FC236}">
                    <a16:creationId xmlns:a16="http://schemas.microsoft.com/office/drawing/2014/main" id="{11D071EE-7C8C-4062-B3A2-2542DA359AA3}"/>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73" name="직사각형 172">
              <a:extLst>
                <a:ext uri="{FF2B5EF4-FFF2-40B4-BE49-F238E27FC236}">
                  <a16:creationId xmlns:a16="http://schemas.microsoft.com/office/drawing/2014/main" id="{9E011A26-9DE8-4761-A939-D1E61A4DD9BB}"/>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333333</a:t>
              </a:r>
              <a:endParaRPr lang="ko-KR" altLang="en-US" sz="800" b="1" dirty="0"/>
            </a:p>
          </p:txBody>
        </p:sp>
      </p:grpSp>
      <p:grpSp>
        <p:nvGrpSpPr>
          <p:cNvPr id="178" name="그룹 177">
            <a:extLst>
              <a:ext uri="{FF2B5EF4-FFF2-40B4-BE49-F238E27FC236}">
                <a16:creationId xmlns:a16="http://schemas.microsoft.com/office/drawing/2014/main" id="{B5F9A0BD-77AB-4962-9995-55FC753EF90A}"/>
              </a:ext>
            </a:extLst>
          </p:cNvPr>
          <p:cNvGrpSpPr/>
          <p:nvPr userDrawn="1"/>
        </p:nvGrpSpPr>
        <p:grpSpPr>
          <a:xfrm>
            <a:off x="1356314" y="5405811"/>
            <a:ext cx="2414204" cy="437877"/>
            <a:chOff x="1237832" y="3375500"/>
            <a:chExt cx="1708479" cy="437877"/>
          </a:xfrm>
        </p:grpSpPr>
        <p:grpSp>
          <p:nvGrpSpPr>
            <p:cNvPr id="179" name="그룹 178">
              <a:extLst>
                <a:ext uri="{FF2B5EF4-FFF2-40B4-BE49-F238E27FC236}">
                  <a16:creationId xmlns:a16="http://schemas.microsoft.com/office/drawing/2014/main" id="{FE19FD3B-62DD-457F-9607-8838AABC0812}"/>
                </a:ext>
              </a:extLst>
            </p:cNvPr>
            <p:cNvGrpSpPr/>
            <p:nvPr/>
          </p:nvGrpSpPr>
          <p:grpSpPr>
            <a:xfrm>
              <a:off x="1237832" y="3462866"/>
              <a:ext cx="366546" cy="248122"/>
              <a:chOff x="2681976" y="1955121"/>
              <a:chExt cx="1929510" cy="596970"/>
            </a:xfrm>
          </p:grpSpPr>
          <p:sp>
            <p:nvSpPr>
              <p:cNvPr id="181" name="Border">
                <a:extLst>
                  <a:ext uri="{FF2B5EF4-FFF2-40B4-BE49-F238E27FC236}">
                    <a16:creationId xmlns:a16="http://schemas.microsoft.com/office/drawing/2014/main" id="{878F843F-2668-499B-A609-6DC95746457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2" name="Line 2">
                <a:extLst>
                  <a:ext uri="{FF2B5EF4-FFF2-40B4-BE49-F238E27FC236}">
                    <a16:creationId xmlns:a16="http://schemas.microsoft.com/office/drawing/2014/main" id="{446AE56D-79C7-48E1-A9E2-94297E09C53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3" name="Line 1">
                <a:extLst>
                  <a:ext uri="{FF2B5EF4-FFF2-40B4-BE49-F238E27FC236}">
                    <a16:creationId xmlns:a16="http://schemas.microsoft.com/office/drawing/2014/main" id="{20C115E1-05FF-4EB4-93B1-E0CA779DC99D}"/>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4" name="TextBox 183">
                <a:extLst>
                  <a:ext uri="{FF2B5EF4-FFF2-40B4-BE49-F238E27FC236}">
                    <a16:creationId xmlns:a16="http://schemas.microsoft.com/office/drawing/2014/main" id="{A9816894-3AB3-4A14-A5F0-80C059743667}"/>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80" name="직사각형 179">
              <a:extLst>
                <a:ext uri="{FF2B5EF4-FFF2-40B4-BE49-F238E27FC236}">
                  <a16:creationId xmlns:a16="http://schemas.microsoft.com/office/drawing/2014/main" id="{80C65E54-B81E-45BD-BB0E-FD94943EE427}"/>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222222</a:t>
              </a:r>
              <a:endParaRPr lang="ko-KR" altLang="en-US" sz="800" b="1" dirty="0"/>
            </a:p>
          </p:txBody>
        </p:sp>
      </p:grpSp>
      <p:grpSp>
        <p:nvGrpSpPr>
          <p:cNvPr id="185" name="그룹 184">
            <a:extLst>
              <a:ext uri="{FF2B5EF4-FFF2-40B4-BE49-F238E27FC236}">
                <a16:creationId xmlns:a16="http://schemas.microsoft.com/office/drawing/2014/main" id="{E10DF703-9E16-4A71-A7DE-96F84C2E7AEB}"/>
              </a:ext>
            </a:extLst>
          </p:cNvPr>
          <p:cNvGrpSpPr/>
          <p:nvPr userDrawn="1"/>
        </p:nvGrpSpPr>
        <p:grpSpPr>
          <a:xfrm>
            <a:off x="1356314" y="5855748"/>
            <a:ext cx="2414204" cy="437877"/>
            <a:chOff x="1237832" y="3375500"/>
            <a:chExt cx="1708479" cy="437877"/>
          </a:xfrm>
        </p:grpSpPr>
        <p:grpSp>
          <p:nvGrpSpPr>
            <p:cNvPr id="186" name="그룹 185">
              <a:extLst>
                <a:ext uri="{FF2B5EF4-FFF2-40B4-BE49-F238E27FC236}">
                  <a16:creationId xmlns:a16="http://schemas.microsoft.com/office/drawing/2014/main" id="{6AE5F9CD-3C31-4863-8E88-BCF360868B72}"/>
                </a:ext>
              </a:extLst>
            </p:cNvPr>
            <p:cNvGrpSpPr/>
            <p:nvPr/>
          </p:nvGrpSpPr>
          <p:grpSpPr>
            <a:xfrm>
              <a:off x="1237832" y="3462866"/>
              <a:ext cx="366546" cy="248122"/>
              <a:chOff x="2681976" y="1955121"/>
              <a:chExt cx="1929510" cy="596970"/>
            </a:xfrm>
          </p:grpSpPr>
          <p:sp>
            <p:nvSpPr>
              <p:cNvPr id="188" name="Border">
                <a:extLst>
                  <a:ext uri="{FF2B5EF4-FFF2-40B4-BE49-F238E27FC236}">
                    <a16:creationId xmlns:a16="http://schemas.microsoft.com/office/drawing/2014/main" id="{632E2127-7BAD-4274-B1AC-83DBB0CAF2E0}"/>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9" name="Line 2">
                <a:extLst>
                  <a:ext uri="{FF2B5EF4-FFF2-40B4-BE49-F238E27FC236}">
                    <a16:creationId xmlns:a16="http://schemas.microsoft.com/office/drawing/2014/main" id="{F9D827C9-012C-4472-9770-B4781E911EF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0" name="Line 1">
                <a:extLst>
                  <a:ext uri="{FF2B5EF4-FFF2-40B4-BE49-F238E27FC236}">
                    <a16:creationId xmlns:a16="http://schemas.microsoft.com/office/drawing/2014/main" id="{10F6E156-2D29-4F7C-8E13-22E9EF6046F3}"/>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1" name="TextBox 190">
                <a:extLst>
                  <a:ext uri="{FF2B5EF4-FFF2-40B4-BE49-F238E27FC236}">
                    <a16:creationId xmlns:a16="http://schemas.microsoft.com/office/drawing/2014/main" id="{9CDB7EBB-FB7C-4B2E-8484-0342A5162031}"/>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87" name="직사각형 186">
              <a:extLst>
                <a:ext uri="{FF2B5EF4-FFF2-40B4-BE49-F238E27FC236}">
                  <a16:creationId xmlns:a16="http://schemas.microsoft.com/office/drawing/2014/main" id="{F9473CC4-37E0-4BDB-8D0B-9DFD609D93C2}"/>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333333</a:t>
              </a:r>
              <a:endParaRPr lang="ko-KR" altLang="en-US" sz="800" b="1" dirty="0"/>
            </a:p>
          </p:txBody>
        </p:sp>
      </p:grpSp>
      <p:sp>
        <p:nvSpPr>
          <p:cNvPr id="198" name="직사각형 197">
            <a:extLst>
              <a:ext uri="{FF2B5EF4-FFF2-40B4-BE49-F238E27FC236}">
                <a16:creationId xmlns:a16="http://schemas.microsoft.com/office/drawing/2014/main" id="{49AC353D-7087-4EF4-8F26-63E800505546}"/>
              </a:ext>
            </a:extLst>
          </p:cNvPr>
          <p:cNvSpPr/>
          <p:nvPr userDrawn="1"/>
        </p:nvSpPr>
        <p:spPr>
          <a:xfrm>
            <a:off x="8895176" y="1649362"/>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99" name="직사각형 198">
            <a:extLst>
              <a:ext uri="{FF2B5EF4-FFF2-40B4-BE49-F238E27FC236}">
                <a16:creationId xmlns:a16="http://schemas.microsoft.com/office/drawing/2014/main" id="{507D6514-98FC-480B-A2A4-331260C9BB10}"/>
              </a:ext>
            </a:extLst>
          </p:cNvPr>
          <p:cNvSpPr/>
          <p:nvPr userDrawn="1"/>
        </p:nvSpPr>
        <p:spPr>
          <a:xfrm>
            <a:off x="8898933" y="2058950"/>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200" name="직사각형 199">
            <a:extLst>
              <a:ext uri="{FF2B5EF4-FFF2-40B4-BE49-F238E27FC236}">
                <a16:creationId xmlns:a16="http://schemas.microsoft.com/office/drawing/2014/main" id="{56FD20BF-979F-4E48-9772-AD8E82FF56C1}"/>
              </a:ext>
            </a:extLst>
          </p:cNvPr>
          <p:cNvSpPr/>
          <p:nvPr userDrawn="1"/>
        </p:nvSpPr>
        <p:spPr>
          <a:xfrm>
            <a:off x="8898933" y="2489940"/>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201" name="직사각형 200">
            <a:extLst>
              <a:ext uri="{FF2B5EF4-FFF2-40B4-BE49-F238E27FC236}">
                <a16:creationId xmlns:a16="http://schemas.microsoft.com/office/drawing/2014/main" id="{45038523-A612-42C1-8780-49941F23F911}"/>
              </a:ext>
            </a:extLst>
          </p:cNvPr>
          <p:cNvSpPr/>
          <p:nvPr userDrawn="1"/>
        </p:nvSpPr>
        <p:spPr>
          <a:xfrm>
            <a:off x="8894334" y="2941609"/>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202" name="직사각형 201">
            <a:extLst>
              <a:ext uri="{FF2B5EF4-FFF2-40B4-BE49-F238E27FC236}">
                <a16:creationId xmlns:a16="http://schemas.microsoft.com/office/drawing/2014/main" id="{F860CD8E-B2EE-4735-868B-09DF1FDDE7C5}"/>
              </a:ext>
            </a:extLst>
          </p:cNvPr>
          <p:cNvSpPr/>
          <p:nvPr userDrawn="1"/>
        </p:nvSpPr>
        <p:spPr>
          <a:xfrm>
            <a:off x="8894334" y="3345726"/>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203" name="직사각형 202">
            <a:extLst>
              <a:ext uri="{FF2B5EF4-FFF2-40B4-BE49-F238E27FC236}">
                <a16:creationId xmlns:a16="http://schemas.microsoft.com/office/drawing/2014/main" id="{1ED9CE0B-87DE-4BF9-8B05-9D4E1A9683B6}"/>
              </a:ext>
            </a:extLst>
          </p:cNvPr>
          <p:cNvSpPr/>
          <p:nvPr userDrawn="1"/>
        </p:nvSpPr>
        <p:spPr>
          <a:xfrm>
            <a:off x="8898933" y="3776859"/>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204" name="직사각형 203">
            <a:extLst>
              <a:ext uri="{FF2B5EF4-FFF2-40B4-BE49-F238E27FC236}">
                <a16:creationId xmlns:a16="http://schemas.microsoft.com/office/drawing/2014/main" id="{DE828075-938C-4C27-BE16-50CD53B5E361}"/>
              </a:ext>
            </a:extLst>
          </p:cNvPr>
          <p:cNvSpPr/>
          <p:nvPr userDrawn="1"/>
        </p:nvSpPr>
        <p:spPr>
          <a:xfrm>
            <a:off x="8891409" y="4207022"/>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205" name="직사각형 204">
            <a:extLst>
              <a:ext uri="{FF2B5EF4-FFF2-40B4-BE49-F238E27FC236}">
                <a16:creationId xmlns:a16="http://schemas.microsoft.com/office/drawing/2014/main" id="{939C12DE-43B7-487C-82DB-4CE3AE71B0E7}"/>
              </a:ext>
            </a:extLst>
          </p:cNvPr>
          <p:cNvSpPr/>
          <p:nvPr userDrawn="1"/>
        </p:nvSpPr>
        <p:spPr>
          <a:xfrm>
            <a:off x="8894334" y="4646590"/>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206" name="직사각형 205">
            <a:extLst>
              <a:ext uri="{FF2B5EF4-FFF2-40B4-BE49-F238E27FC236}">
                <a16:creationId xmlns:a16="http://schemas.microsoft.com/office/drawing/2014/main" id="{5D483112-D2CE-451D-8975-A12105DA254A}"/>
              </a:ext>
            </a:extLst>
          </p:cNvPr>
          <p:cNvSpPr/>
          <p:nvPr userDrawn="1"/>
        </p:nvSpPr>
        <p:spPr>
          <a:xfrm>
            <a:off x="8890230" y="5097202"/>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207" name="직사각형 206">
            <a:extLst>
              <a:ext uri="{FF2B5EF4-FFF2-40B4-BE49-F238E27FC236}">
                <a16:creationId xmlns:a16="http://schemas.microsoft.com/office/drawing/2014/main" id="{FB8F06C7-702C-4F09-A5C0-0883E4B4F157}"/>
              </a:ext>
            </a:extLst>
          </p:cNvPr>
          <p:cNvSpPr/>
          <p:nvPr userDrawn="1"/>
        </p:nvSpPr>
        <p:spPr>
          <a:xfrm>
            <a:off x="8894334" y="5526711"/>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208" name="직사각형 207">
            <a:extLst>
              <a:ext uri="{FF2B5EF4-FFF2-40B4-BE49-F238E27FC236}">
                <a16:creationId xmlns:a16="http://schemas.microsoft.com/office/drawing/2014/main" id="{31378262-6277-482F-84B6-302A50443CDE}"/>
              </a:ext>
            </a:extLst>
          </p:cNvPr>
          <p:cNvSpPr/>
          <p:nvPr userDrawn="1"/>
        </p:nvSpPr>
        <p:spPr>
          <a:xfrm>
            <a:off x="8890230" y="5974247"/>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89" name="직사각형 88">
            <a:extLst>
              <a:ext uri="{FF2B5EF4-FFF2-40B4-BE49-F238E27FC236}">
                <a16:creationId xmlns:a16="http://schemas.microsoft.com/office/drawing/2014/main" id="{BAF9B866-9B7F-4AAF-8E5B-10447E26ACDD}"/>
              </a:ext>
            </a:extLst>
          </p:cNvPr>
          <p:cNvSpPr/>
          <p:nvPr userDrawn="1"/>
        </p:nvSpPr>
        <p:spPr>
          <a:xfrm>
            <a:off x="9348714" y="4640266"/>
            <a:ext cx="546461" cy="18585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판매재개</a:t>
            </a:r>
            <a:endParaRPr lang="en-US" altLang="ko-KR" sz="600" dirty="0">
              <a:solidFill>
                <a:schemeClr val="bg1"/>
              </a:solidFill>
            </a:endParaRPr>
          </a:p>
        </p:txBody>
      </p:sp>
      <p:sp>
        <p:nvSpPr>
          <p:cNvPr id="90" name="직사각형 89">
            <a:extLst>
              <a:ext uri="{FF2B5EF4-FFF2-40B4-BE49-F238E27FC236}">
                <a16:creationId xmlns:a16="http://schemas.microsoft.com/office/drawing/2014/main" id="{7E5C6976-6F18-414B-BF87-D5FA6F877129}"/>
              </a:ext>
            </a:extLst>
          </p:cNvPr>
          <p:cNvSpPr/>
          <p:nvPr userDrawn="1"/>
        </p:nvSpPr>
        <p:spPr>
          <a:xfrm>
            <a:off x="9345649" y="5086573"/>
            <a:ext cx="546461" cy="18585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판매재개</a:t>
            </a:r>
            <a:endParaRPr lang="en-US" altLang="ko-KR" sz="600" dirty="0">
              <a:solidFill>
                <a:schemeClr val="bg1"/>
              </a:solidFill>
            </a:endParaRPr>
          </a:p>
        </p:txBody>
      </p:sp>
      <p:sp>
        <p:nvSpPr>
          <p:cNvPr id="91" name="직사각형 90">
            <a:extLst>
              <a:ext uri="{FF2B5EF4-FFF2-40B4-BE49-F238E27FC236}">
                <a16:creationId xmlns:a16="http://schemas.microsoft.com/office/drawing/2014/main" id="{D9DE5181-29F6-425A-A945-EC4856F53038}"/>
              </a:ext>
            </a:extLst>
          </p:cNvPr>
          <p:cNvSpPr/>
          <p:nvPr userDrawn="1"/>
        </p:nvSpPr>
        <p:spPr>
          <a:xfrm>
            <a:off x="9359042" y="5521616"/>
            <a:ext cx="546461" cy="18585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판매재개</a:t>
            </a:r>
            <a:endParaRPr lang="en-US" altLang="ko-KR" sz="600" dirty="0">
              <a:solidFill>
                <a:schemeClr val="bg1"/>
              </a:solidFill>
            </a:endParaRPr>
          </a:p>
        </p:txBody>
      </p:sp>
      <p:sp>
        <p:nvSpPr>
          <p:cNvPr id="92" name="직사각형 91">
            <a:extLst>
              <a:ext uri="{FF2B5EF4-FFF2-40B4-BE49-F238E27FC236}">
                <a16:creationId xmlns:a16="http://schemas.microsoft.com/office/drawing/2014/main" id="{C6B61646-B71A-405E-B16A-B2AEEDF4E3A9}"/>
              </a:ext>
            </a:extLst>
          </p:cNvPr>
          <p:cNvSpPr/>
          <p:nvPr userDrawn="1"/>
        </p:nvSpPr>
        <p:spPr>
          <a:xfrm>
            <a:off x="9355977" y="5967923"/>
            <a:ext cx="546461" cy="18585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판매재개</a:t>
            </a:r>
            <a:endParaRPr lang="en-US" altLang="ko-KR" sz="600" dirty="0">
              <a:solidFill>
                <a:schemeClr val="bg1"/>
              </a:solidFill>
            </a:endParaRPr>
          </a:p>
        </p:txBody>
      </p:sp>
      <p:sp>
        <p:nvSpPr>
          <p:cNvPr id="106" name="직사각형 105">
            <a:extLst>
              <a:ext uri="{FF2B5EF4-FFF2-40B4-BE49-F238E27FC236}">
                <a16:creationId xmlns:a16="http://schemas.microsoft.com/office/drawing/2014/main" id="{793D003C-B8EC-45CF-BAD8-480D2B8CB7D0}"/>
              </a:ext>
            </a:extLst>
          </p:cNvPr>
          <p:cNvSpPr/>
          <p:nvPr userDrawn="1"/>
        </p:nvSpPr>
        <p:spPr>
          <a:xfrm>
            <a:off x="9359042" y="1643038"/>
            <a:ext cx="546461" cy="18585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판매재개</a:t>
            </a:r>
            <a:endParaRPr lang="en-US" altLang="ko-KR" sz="600" dirty="0">
              <a:solidFill>
                <a:schemeClr val="bg1"/>
              </a:solidFill>
            </a:endParaRPr>
          </a:p>
        </p:txBody>
      </p:sp>
      <p:sp>
        <p:nvSpPr>
          <p:cNvPr id="107" name="직사각형 106">
            <a:extLst>
              <a:ext uri="{FF2B5EF4-FFF2-40B4-BE49-F238E27FC236}">
                <a16:creationId xmlns:a16="http://schemas.microsoft.com/office/drawing/2014/main" id="{0A5DD7F3-F776-4E5C-B95A-D39900CB2092}"/>
              </a:ext>
            </a:extLst>
          </p:cNvPr>
          <p:cNvSpPr/>
          <p:nvPr userDrawn="1"/>
        </p:nvSpPr>
        <p:spPr>
          <a:xfrm>
            <a:off x="9355977" y="2052626"/>
            <a:ext cx="546461" cy="18585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판매재개</a:t>
            </a:r>
            <a:endParaRPr lang="en-US" altLang="ko-KR" sz="600" dirty="0">
              <a:solidFill>
                <a:schemeClr val="bg1"/>
              </a:solidFill>
            </a:endParaRPr>
          </a:p>
        </p:txBody>
      </p:sp>
      <p:sp>
        <p:nvSpPr>
          <p:cNvPr id="108" name="직사각형 107">
            <a:extLst>
              <a:ext uri="{FF2B5EF4-FFF2-40B4-BE49-F238E27FC236}">
                <a16:creationId xmlns:a16="http://schemas.microsoft.com/office/drawing/2014/main" id="{A827D169-AEFA-4B08-935F-F13B3E52E70F}"/>
              </a:ext>
            </a:extLst>
          </p:cNvPr>
          <p:cNvSpPr/>
          <p:nvPr userDrawn="1"/>
        </p:nvSpPr>
        <p:spPr>
          <a:xfrm>
            <a:off x="9369370" y="2487669"/>
            <a:ext cx="546461" cy="18585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판매재개</a:t>
            </a:r>
            <a:endParaRPr lang="en-US" altLang="ko-KR" sz="600" dirty="0">
              <a:solidFill>
                <a:schemeClr val="bg1"/>
              </a:solidFill>
            </a:endParaRPr>
          </a:p>
        </p:txBody>
      </p:sp>
      <p:sp>
        <p:nvSpPr>
          <p:cNvPr id="109" name="직사각형 108">
            <a:extLst>
              <a:ext uri="{FF2B5EF4-FFF2-40B4-BE49-F238E27FC236}">
                <a16:creationId xmlns:a16="http://schemas.microsoft.com/office/drawing/2014/main" id="{7805542F-04DA-4555-8E3E-F64AA9AF43BE}"/>
              </a:ext>
            </a:extLst>
          </p:cNvPr>
          <p:cNvSpPr/>
          <p:nvPr userDrawn="1"/>
        </p:nvSpPr>
        <p:spPr>
          <a:xfrm>
            <a:off x="9366305" y="2933976"/>
            <a:ext cx="546461" cy="18585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판매재개</a:t>
            </a:r>
            <a:endParaRPr lang="en-US" altLang="ko-KR" sz="600" dirty="0">
              <a:solidFill>
                <a:schemeClr val="bg1"/>
              </a:solidFill>
            </a:endParaRPr>
          </a:p>
        </p:txBody>
      </p:sp>
      <p:sp>
        <p:nvSpPr>
          <p:cNvPr id="110" name="직사각형 109">
            <a:extLst>
              <a:ext uri="{FF2B5EF4-FFF2-40B4-BE49-F238E27FC236}">
                <a16:creationId xmlns:a16="http://schemas.microsoft.com/office/drawing/2014/main" id="{0FB0314E-AAD7-405B-BD09-CD73061BC1E1}"/>
              </a:ext>
            </a:extLst>
          </p:cNvPr>
          <p:cNvSpPr/>
          <p:nvPr userDrawn="1"/>
        </p:nvSpPr>
        <p:spPr>
          <a:xfrm>
            <a:off x="9361387" y="3331995"/>
            <a:ext cx="546461" cy="18585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판매재개</a:t>
            </a:r>
            <a:endParaRPr lang="en-US" altLang="ko-KR" sz="600" dirty="0">
              <a:solidFill>
                <a:schemeClr val="bg1"/>
              </a:solidFill>
            </a:endParaRPr>
          </a:p>
        </p:txBody>
      </p:sp>
      <p:sp>
        <p:nvSpPr>
          <p:cNvPr id="111" name="직사각형 110">
            <a:extLst>
              <a:ext uri="{FF2B5EF4-FFF2-40B4-BE49-F238E27FC236}">
                <a16:creationId xmlns:a16="http://schemas.microsoft.com/office/drawing/2014/main" id="{819D2A5A-6D42-4089-B2F0-E9CB4D5EB006}"/>
              </a:ext>
            </a:extLst>
          </p:cNvPr>
          <p:cNvSpPr/>
          <p:nvPr userDrawn="1"/>
        </p:nvSpPr>
        <p:spPr>
          <a:xfrm>
            <a:off x="9363744" y="3767038"/>
            <a:ext cx="546461" cy="18585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판매재개</a:t>
            </a:r>
            <a:endParaRPr lang="en-US" altLang="ko-KR" sz="600" dirty="0">
              <a:solidFill>
                <a:schemeClr val="bg1"/>
              </a:solidFill>
            </a:endParaRPr>
          </a:p>
        </p:txBody>
      </p:sp>
      <p:sp>
        <p:nvSpPr>
          <p:cNvPr id="112" name="직사각형 111">
            <a:extLst>
              <a:ext uri="{FF2B5EF4-FFF2-40B4-BE49-F238E27FC236}">
                <a16:creationId xmlns:a16="http://schemas.microsoft.com/office/drawing/2014/main" id="{A0A89286-7CE7-450E-AB22-32F124EE6D3E}"/>
              </a:ext>
            </a:extLst>
          </p:cNvPr>
          <p:cNvSpPr/>
          <p:nvPr userDrawn="1"/>
        </p:nvSpPr>
        <p:spPr>
          <a:xfrm>
            <a:off x="9364299" y="4193959"/>
            <a:ext cx="546461" cy="18585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판매재개</a:t>
            </a:r>
            <a:endParaRPr lang="en-US" altLang="ko-KR" sz="600" dirty="0">
              <a:solidFill>
                <a:schemeClr val="bg1"/>
              </a:solidFill>
            </a:endParaRPr>
          </a:p>
        </p:txBody>
      </p:sp>
    </p:spTree>
    <p:extLst>
      <p:ext uri="{BB962C8B-B14F-4D97-AF65-F5344CB8AC3E}">
        <p14:creationId xmlns:p14="http://schemas.microsoft.com/office/powerpoint/2010/main" val="2135826775"/>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2_Shop 채널 등록폼 오픈화면">
    <p:spTree>
      <p:nvGrpSpPr>
        <p:cNvPr id="1" name=""/>
        <p:cNvGrpSpPr/>
        <p:nvPr/>
      </p:nvGrpSpPr>
      <p:grpSpPr>
        <a:xfrm>
          <a:off x="0" y="0"/>
          <a:ext cx="0" cy="0"/>
          <a:chOff x="0" y="0"/>
          <a:chExt cx="0" cy="0"/>
        </a:xfrm>
      </p:grpSpPr>
      <p:sp>
        <p:nvSpPr>
          <p:cNvPr id="23" name="직사각형 22">
            <a:extLst>
              <a:ext uri="{FF2B5EF4-FFF2-40B4-BE49-F238E27FC236}">
                <a16:creationId xmlns:a16="http://schemas.microsoft.com/office/drawing/2014/main" id="{ABECF5B2-BB1D-4F9C-BD28-75B0133AB92B}"/>
              </a:ext>
            </a:extLst>
          </p:cNvPr>
          <p:cNvSpPr/>
          <p:nvPr userDrawn="1"/>
        </p:nvSpPr>
        <p:spPr>
          <a:xfrm>
            <a:off x="33614" y="40343"/>
            <a:ext cx="10078574" cy="9127720"/>
          </a:xfrm>
          <a:prstGeom prst="rect">
            <a:avLst/>
          </a:prstGeom>
          <a:solidFill>
            <a:schemeClr val="bg1"/>
          </a:solid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직사각형 19">
            <a:extLst>
              <a:ext uri="{FF2B5EF4-FFF2-40B4-BE49-F238E27FC236}">
                <a16:creationId xmlns:a16="http://schemas.microsoft.com/office/drawing/2014/main" id="{24B31EC4-B77E-4BDD-BCB1-EE54DDB97E66}"/>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 name="직사각형 20">
            <a:extLst>
              <a:ext uri="{FF2B5EF4-FFF2-40B4-BE49-F238E27FC236}">
                <a16:creationId xmlns:a16="http://schemas.microsoft.com/office/drawing/2014/main" id="{2E720B41-4B53-4A2A-B4B6-88B14D1AD957}"/>
              </a:ext>
            </a:extLst>
          </p:cNvPr>
          <p:cNvSpPr/>
          <p:nvPr userDrawn="1"/>
        </p:nvSpPr>
        <p:spPr>
          <a:xfrm>
            <a:off x="108568" y="10805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22" name="직사각형 21">
            <a:extLst>
              <a:ext uri="{FF2B5EF4-FFF2-40B4-BE49-F238E27FC236}">
                <a16:creationId xmlns:a16="http://schemas.microsoft.com/office/drawing/2014/main" id="{6C12EB54-390D-4D48-AC84-E09B504EEA7B}"/>
              </a:ext>
            </a:extLst>
          </p:cNvPr>
          <p:cNvSpPr/>
          <p:nvPr userDrawn="1"/>
        </p:nvSpPr>
        <p:spPr>
          <a:xfrm>
            <a:off x="8029664" y="107186"/>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graphicFrame>
        <p:nvGraphicFramePr>
          <p:cNvPr id="81" name="표 5">
            <a:extLst>
              <a:ext uri="{FF2B5EF4-FFF2-40B4-BE49-F238E27FC236}">
                <a16:creationId xmlns:a16="http://schemas.microsoft.com/office/drawing/2014/main" id="{2122EEFF-A4DB-48C7-8996-7DF6C1765AC9}"/>
              </a:ext>
            </a:extLst>
          </p:cNvPr>
          <p:cNvGraphicFramePr>
            <a:graphicFrameLocks noGrp="1"/>
          </p:cNvGraphicFramePr>
          <p:nvPr userDrawn="1">
            <p:extLst>
              <p:ext uri="{D42A27DB-BD31-4B8C-83A1-F6EECF244321}">
                <p14:modId xmlns:p14="http://schemas.microsoft.com/office/powerpoint/2010/main" val="3357284156"/>
              </p:ext>
            </p:extLst>
          </p:nvPr>
        </p:nvGraphicFramePr>
        <p:xfrm>
          <a:off x="93134" y="550332"/>
          <a:ext cx="9922935" cy="243840"/>
        </p:xfrm>
        <a:graphic>
          <a:graphicData uri="http://schemas.openxmlformats.org/drawingml/2006/table">
            <a:tbl>
              <a:tblPr firstRow="1" bandRow="1">
                <a:tableStyleId>{5940675A-B579-460E-94D1-54222C63F5DA}</a:tableStyleId>
              </a:tblPr>
              <a:tblGrid>
                <a:gridCol w="3307645">
                  <a:extLst>
                    <a:ext uri="{9D8B030D-6E8A-4147-A177-3AD203B41FA5}">
                      <a16:colId xmlns:a16="http://schemas.microsoft.com/office/drawing/2014/main" val="3230482263"/>
                    </a:ext>
                  </a:extLst>
                </a:gridCol>
                <a:gridCol w="3307645">
                  <a:extLst>
                    <a:ext uri="{9D8B030D-6E8A-4147-A177-3AD203B41FA5}">
                      <a16:colId xmlns:a16="http://schemas.microsoft.com/office/drawing/2014/main" val="3730242496"/>
                    </a:ext>
                  </a:extLst>
                </a:gridCol>
                <a:gridCol w="3307645">
                  <a:extLst>
                    <a:ext uri="{9D8B030D-6E8A-4147-A177-3AD203B41FA5}">
                      <a16:colId xmlns:a16="http://schemas.microsoft.com/office/drawing/2014/main" val="844434264"/>
                    </a:ext>
                  </a:extLst>
                </a:gridCol>
              </a:tblGrid>
              <a:tr h="127001">
                <a:tc>
                  <a:txBody>
                    <a:bodyPr/>
                    <a:lstStyle/>
                    <a:p>
                      <a:pPr algn="ctr" latinLnBrk="1"/>
                      <a:r>
                        <a:rPr lang="en-US" altLang="ko-KR" sz="1000" b="0" dirty="0">
                          <a:solidFill>
                            <a:schemeClr val="tx1"/>
                          </a:solidFill>
                        </a:rPr>
                        <a:t>Shop </a:t>
                      </a:r>
                      <a:r>
                        <a:rPr lang="ko-KR" altLang="en-US" sz="1000" b="0" dirty="0">
                          <a:solidFill>
                            <a:schemeClr val="tx1"/>
                          </a:solidFill>
                        </a:rPr>
                        <a:t>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1" dirty="0">
                          <a:solidFill>
                            <a:schemeClr val="bg1"/>
                          </a:solidFill>
                        </a:rPr>
                        <a:t>판매상품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1000" dirty="0"/>
                        <a:t>커뮤니티</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226348592"/>
                  </a:ext>
                </a:extLst>
              </a:tr>
            </a:tbl>
          </a:graphicData>
        </a:graphic>
      </p:graphicFrame>
      <p:sp>
        <p:nvSpPr>
          <p:cNvPr id="56" name="TextBox 55">
            <a:extLst>
              <a:ext uri="{FF2B5EF4-FFF2-40B4-BE49-F238E27FC236}">
                <a16:creationId xmlns:a16="http://schemas.microsoft.com/office/drawing/2014/main" id="{EC507F3E-6C15-4388-AA73-642898755886}"/>
              </a:ext>
            </a:extLst>
          </p:cNvPr>
          <p:cNvSpPr txBox="1"/>
          <p:nvPr userDrawn="1"/>
        </p:nvSpPr>
        <p:spPr>
          <a:xfrm>
            <a:off x="101678" y="1010238"/>
            <a:ext cx="2530203" cy="215444"/>
          </a:xfrm>
          <a:prstGeom prst="rect">
            <a:avLst/>
          </a:prstGeom>
          <a:noFill/>
        </p:spPr>
        <p:txBody>
          <a:bodyPr wrap="square" rtlCol="0">
            <a:spAutoFit/>
          </a:bodyPr>
          <a:lstStyle/>
          <a:p>
            <a:r>
              <a:rPr lang="ko-KR" altLang="en-US" sz="800" b="1" dirty="0">
                <a:latin typeface="맑은 고딕" panose="020B0503020000020004" pitchFamily="50" charset="-127"/>
              </a:rPr>
              <a:t>■ </a:t>
            </a:r>
            <a:r>
              <a:rPr lang="ko-KR" altLang="en-US" sz="800" b="1" dirty="0"/>
              <a:t>총 </a:t>
            </a:r>
            <a:r>
              <a:rPr lang="en-US" altLang="ko-KR" sz="800" b="1" dirty="0"/>
              <a:t>3 </a:t>
            </a:r>
            <a:r>
              <a:rPr lang="ko-KR" altLang="en-US" sz="800" b="1" dirty="0"/>
              <a:t>건</a:t>
            </a:r>
          </a:p>
        </p:txBody>
      </p:sp>
      <p:graphicFrame>
        <p:nvGraphicFramePr>
          <p:cNvPr id="57" name="표 56">
            <a:extLst>
              <a:ext uri="{FF2B5EF4-FFF2-40B4-BE49-F238E27FC236}">
                <a16:creationId xmlns:a16="http://schemas.microsoft.com/office/drawing/2014/main" id="{0F414ED9-99D5-4184-9AA3-3490B09B4391}"/>
              </a:ext>
            </a:extLst>
          </p:cNvPr>
          <p:cNvGraphicFramePr>
            <a:graphicFrameLocks noGrp="1"/>
          </p:cNvGraphicFramePr>
          <p:nvPr userDrawn="1">
            <p:extLst>
              <p:ext uri="{D42A27DB-BD31-4B8C-83A1-F6EECF244321}">
                <p14:modId xmlns:p14="http://schemas.microsoft.com/office/powerpoint/2010/main" val="3971386774"/>
              </p:ext>
            </p:extLst>
          </p:nvPr>
        </p:nvGraphicFramePr>
        <p:xfrm>
          <a:off x="182075" y="1251871"/>
          <a:ext cx="9833995" cy="4983422"/>
        </p:xfrm>
        <a:graphic>
          <a:graphicData uri="http://schemas.openxmlformats.org/drawingml/2006/table">
            <a:tbl>
              <a:tblPr firstRow="1" bandRow="1">
                <a:tableStyleId>{5C22544A-7EE6-4342-B048-85BDC9FD1C3A}</a:tableStyleId>
              </a:tblPr>
              <a:tblGrid>
                <a:gridCol w="390419">
                  <a:extLst>
                    <a:ext uri="{9D8B030D-6E8A-4147-A177-3AD203B41FA5}">
                      <a16:colId xmlns:a16="http://schemas.microsoft.com/office/drawing/2014/main" val="20000"/>
                    </a:ext>
                  </a:extLst>
                </a:gridCol>
                <a:gridCol w="707666">
                  <a:extLst>
                    <a:ext uri="{9D8B030D-6E8A-4147-A177-3AD203B41FA5}">
                      <a16:colId xmlns:a16="http://schemas.microsoft.com/office/drawing/2014/main" val="20002"/>
                    </a:ext>
                  </a:extLst>
                </a:gridCol>
                <a:gridCol w="2234139">
                  <a:extLst>
                    <a:ext uri="{9D8B030D-6E8A-4147-A177-3AD203B41FA5}">
                      <a16:colId xmlns:a16="http://schemas.microsoft.com/office/drawing/2014/main" val="20004"/>
                    </a:ext>
                  </a:extLst>
                </a:gridCol>
                <a:gridCol w="627797">
                  <a:extLst>
                    <a:ext uri="{9D8B030D-6E8A-4147-A177-3AD203B41FA5}">
                      <a16:colId xmlns:a16="http://schemas.microsoft.com/office/drawing/2014/main" val="1538783997"/>
                    </a:ext>
                  </a:extLst>
                </a:gridCol>
                <a:gridCol w="955343">
                  <a:extLst>
                    <a:ext uri="{9D8B030D-6E8A-4147-A177-3AD203B41FA5}">
                      <a16:colId xmlns:a16="http://schemas.microsoft.com/office/drawing/2014/main" val="2527584646"/>
                    </a:ext>
                  </a:extLst>
                </a:gridCol>
                <a:gridCol w="1310185">
                  <a:extLst>
                    <a:ext uri="{9D8B030D-6E8A-4147-A177-3AD203B41FA5}">
                      <a16:colId xmlns:a16="http://schemas.microsoft.com/office/drawing/2014/main" val="3237610251"/>
                    </a:ext>
                  </a:extLst>
                </a:gridCol>
                <a:gridCol w="736979">
                  <a:extLst>
                    <a:ext uri="{9D8B030D-6E8A-4147-A177-3AD203B41FA5}">
                      <a16:colId xmlns:a16="http://schemas.microsoft.com/office/drawing/2014/main" val="20006"/>
                    </a:ext>
                  </a:extLst>
                </a:gridCol>
                <a:gridCol w="805218">
                  <a:extLst>
                    <a:ext uri="{9D8B030D-6E8A-4147-A177-3AD203B41FA5}">
                      <a16:colId xmlns:a16="http://schemas.microsoft.com/office/drawing/2014/main" val="20007"/>
                    </a:ext>
                  </a:extLst>
                </a:gridCol>
                <a:gridCol w="859809">
                  <a:extLst>
                    <a:ext uri="{9D8B030D-6E8A-4147-A177-3AD203B41FA5}">
                      <a16:colId xmlns:a16="http://schemas.microsoft.com/office/drawing/2014/main" val="20009"/>
                    </a:ext>
                  </a:extLst>
                </a:gridCol>
                <a:gridCol w="1206440">
                  <a:extLst>
                    <a:ext uri="{9D8B030D-6E8A-4147-A177-3AD203B41FA5}">
                      <a16:colId xmlns:a16="http://schemas.microsoft.com/office/drawing/2014/main" val="20008"/>
                    </a:ext>
                  </a:extLst>
                </a:gridCol>
              </a:tblGrid>
              <a:tr h="0">
                <a:tc>
                  <a:txBody>
                    <a:bodyPr/>
                    <a:lstStyle/>
                    <a:p>
                      <a:pPr algn="ctr" latinLnBrk="1"/>
                      <a:r>
                        <a:rPr lang="ko-KR" altLang="en-US" sz="800" b="0" dirty="0">
                          <a:solidFill>
                            <a:schemeClr val="tx1"/>
                          </a:solidFill>
                        </a:rPr>
                        <a:t>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제약조건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재고</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판매이익</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수정</a:t>
                      </a:r>
                      <a:r>
                        <a:rPr lang="en-US" altLang="ko-KR" sz="800" b="0" dirty="0">
                          <a:solidFill>
                            <a:schemeClr val="tx1"/>
                          </a:solidFill>
                        </a:rPr>
                        <a:t>/</a:t>
                      </a:r>
                      <a:r>
                        <a:rPr lang="ko-KR" altLang="en-US" sz="800" b="0" dirty="0">
                          <a:solidFill>
                            <a:schemeClr val="tx1"/>
                          </a:solidFill>
                        </a:rPr>
                        <a:t>삭제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11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baseline="0" dirty="0">
                        <a:solidFill>
                          <a:schemeClr val="tx1"/>
                        </a:solidFill>
                      </a:endParaRPr>
                    </a:p>
                    <a:p>
                      <a:pPr algn="l" latinLnBrk="1">
                        <a:lnSpc>
                          <a:spcPct val="150000"/>
                        </a:lnSpc>
                      </a:pP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a:solidFill>
                            <a:schemeClr val="tx1"/>
                          </a:solidFill>
                        </a:rPr>
                        <a:t>판매</a:t>
                      </a: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a:solidFill>
                            <a:schemeClr val="tx1"/>
                          </a:solidFill>
                        </a:rPr>
                        <a:t>없음</a:t>
                      </a: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err="1">
                          <a:solidFill>
                            <a:schemeClr val="tx1"/>
                          </a:solidFill>
                        </a:rPr>
                        <a:t>수량제한없음</a:t>
                      </a: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3,500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1,500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10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범위형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10,000 </a:t>
                      </a:r>
                      <a:r>
                        <a:rPr lang="ko-KR" altLang="en-US" sz="800" b="0" dirty="0">
                          <a:solidFill>
                            <a:schemeClr val="tx1"/>
                          </a:solidFill>
                        </a:rPr>
                        <a:t>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7,000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9</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고정형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500,000 </a:t>
                      </a:r>
                      <a:r>
                        <a:rPr lang="ko-KR" altLang="en-US" sz="800" b="0" dirty="0">
                          <a:solidFill>
                            <a:schemeClr val="tx1"/>
                          </a:solidFill>
                        </a:rPr>
                        <a:t>개</a:t>
                      </a:r>
                      <a:br>
                        <a:rPr lang="en-US" altLang="ko-KR" sz="800" b="0" dirty="0">
                          <a:solidFill>
                            <a:schemeClr val="tx1"/>
                          </a:solidFill>
                        </a:rPr>
                      </a:br>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4,000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4,300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algn="ctr" latinLnBrk="1"/>
                      <a:r>
                        <a:rPr lang="en-US" altLang="ko-KR" sz="800" b="0" dirty="0">
                          <a:solidFill>
                            <a:schemeClr val="tx1"/>
                          </a:solidFill>
                        </a:rPr>
                        <a:t>8</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a:solidFill>
                            <a:schemeClr val="tx1"/>
                          </a:solidFill>
                        </a:rPr>
                        <a:t>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err="1">
                          <a:solidFill>
                            <a:schemeClr val="tx1"/>
                          </a:solidFill>
                        </a:rPr>
                        <a:t>수량제한없음</a:t>
                      </a: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3,500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1,500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279476780"/>
                  </a:ext>
                </a:extLst>
              </a:tr>
              <a:tr h="0">
                <a:tc>
                  <a:txBody>
                    <a:bodyPr/>
                    <a:lstStyle/>
                    <a:p>
                      <a:pPr algn="ctr" latinLnBrk="1"/>
                      <a:r>
                        <a:rPr lang="en-US" altLang="ko-KR" sz="800" b="0" dirty="0">
                          <a:solidFill>
                            <a:schemeClr val="tx1"/>
                          </a:solidFill>
                        </a:rPr>
                        <a:t>7</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a:solidFill>
                            <a:schemeClr val="tx1"/>
                          </a:solidFill>
                        </a:rPr>
                        <a:t>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err="1">
                          <a:solidFill>
                            <a:schemeClr val="tx1"/>
                          </a:solidFill>
                        </a:rPr>
                        <a:t>수량제한없음</a:t>
                      </a: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3,500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1,500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587146767"/>
                  </a:ext>
                </a:extLst>
              </a:tr>
              <a:tr h="0">
                <a:tc>
                  <a:txBody>
                    <a:bodyPr/>
                    <a:lstStyle/>
                    <a:p>
                      <a:pPr algn="ctr" latinLnBrk="1"/>
                      <a:r>
                        <a:rPr lang="en-US" altLang="ko-KR" sz="800" b="0" dirty="0">
                          <a:solidFill>
                            <a:schemeClr val="tx1"/>
                          </a:solidFill>
                        </a:rPr>
                        <a:t>6</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고정형</a:t>
                      </a: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500,000 </a:t>
                      </a:r>
                      <a:r>
                        <a:rPr lang="ko-KR" altLang="en-US" sz="800" b="0" dirty="0">
                          <a:solidFill>
                            <a:schemeClr val="tx1"/>
                          </a:solidFill>
                        </a:rPr>
                        <a:t>개</a:t>
                      </a:r>
                      <a:br>
                        <a:rPr lang="en-US" altLang="ko-KR" sz="800" b="0" dirty="0">
                          <a:solidFill>
                            <a:schemeClr val="tx1"/>
                          </a:solidFill>
                        </a:rPr>
                      </a:br>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4,000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4,300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748278696"/>
                  </a:ext>
                </a:extLst>
              </a:tr>
              <a:tr h="0">
                <a:tc>
                  <a:txBody>
                    <a:bodyPr/>
                    <a:lstStyle/>
                    <a:p>
                      <a:pPr algn="ctr" latinLnBrk="1"/>
                      <a:r>
                        <a:rPr lang="en-US" altLang="ko-KR" sz="800" b="0" dirty="0">
                          <a:solidFill>
                            <a:schemeClr val="tx1"/>
                          </a:solidFill>
                        </a:rPr>
                        <a:t>5</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범위형</a:t>
                      </a: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10,000 </a:t>
                      </a:r>
                      <a:r>
                        <a:rPr lang="ko-KR" altLang="en-US" sz="800" b="0" dirty="0">
                          <a:solidFill>
                            <a:schemeClr val="tx1"/>
                          </a:solidFill>
                        </a:rPr>
                        <a:t>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7,000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662529820"/>
                  </a:ext>
                </a:extLst>
              </a:tr>
              <a:tr h="0">
                <a:tc>
                  <a:txBody>
                    <a:bodyPr/>
                    <a:lstStyle/>
                    <a:p>
                      <a:pPr algn="ctr" latinLnBrk="1"/>
                      <a:r>
                        <a:rPr lang="en-US" altLang="ko-KR" sz="800" b="0" dirty="0">
                          <a:solidFill>
                            <a:schemeClr val="tx1"/>
                          </a:solidFill>
                        </a:rPr>
                        <a:t>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a:solidFill>
                            <a:schemeClr val="tx1"/>
                          </a:solidFill>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lnSpc>
                          <a:spcPct val="150000"/>
                        </a:lnSpc>
                      </a:pPr>
                      <a:r>
                        <a:rPr lang="ko-KR" altLang="en-US" sz="800" b="0" dirty="0">
                          <a:solidFill>
                            <a:schemeClr val="tx1"/>
                          </a:solidFill>
                        </a:rPr>
                        <a:t>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고정형</a:t>
                      </a: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err="1">
                          <a:solidFill>
                            <a:schemeClr val="tx1"/>
                          </a:solidFill>
                        </a:rPr>
                        <a:t>수량제한없음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4,000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4,300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300 </a:t>
                      </a:r>
                      <a:r>
                        <a:rPr lang="ko-KR" altLang="en-US" sz="800" b="0" dirty="0">
                          <a:solidFill>
                            <a:schemeClr val="tx1"/>
                          </a:solidFill>
                        </a:rPr>
                        <a:t>원</a:t>
                      </a:r>
                    </a:p>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453488250"/>
                  </a:ext>
                </a:extLst>
              </a:tr>
              <a:tr h="0">
                <a:tc>
                  <a:txBody>
                    <a:bodyPr/>
                    <a:lstStyle/>
                    <a:p>
                      <a:pPr algn="ctr" latinLnBrk="1"/>
                      <a:r>
                        <a:rPr lang="en-US" altLang="ko-KR" sz="800" b="0" dirty="0">
                          <a:solidFill>
                            <a:schemeClr val="tx1"/>
                          </a:solidFill>
                        </a:rPr>
                        <a:t>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a:solidFill>
                            <a:schemeClr val="tx1"/>
                          </a:solidFill>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lnSpc>
                          <a:spcPct val="150000"/>
                        </a:lnSpc>
                      </a:pPr>
                      <a:r>
                        <a:rPr lang="ko-KR" altLang="en-US" sz="800" b="0" dirty="0">
                          <a:solidFill>
                            <a:schemeClr val="tx1"/>
                          </a:solidFill>
                        </a:rPr>
                        <a:t>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a:solidFill>
                            <a:schemeClr val="tx1"/>
                          </a:solidFill>
                        </a:rPr>
                        <a:t>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err="1">
                          <a:solidFill>
                            <a:schemeClr val="tx1"/>
                          </a:solidFill>
                        </a:rPr>
                        <a:t>수량제한없음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4,000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4,300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300 </a:t>
                      </a:r>
                      <a:r>
                        <a:rPr lang="ko-KR" altLang="en-US" sz="800" b="0" dirty="0">
                          <a:solidFill>
                            <a:schemeClr val="tx1"/>
                          </a:solidFill>
                        </a:rPr>
                        <a:t>원</a:t>
                      </a:r>
                    </a:p>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920465824"/>
                  </a:ext>
                </a:extLst>
              </a:tr>
              <a:tr h="0">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a:solidFill>
                            <a:schemeClr val="tx1"/>
                          </a:solidFill>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lnSpc>
                          <a:spcPct val="150000"/>
                        </a:lnSpc>
                      </a:pPr>
                      <a:r>
                        <a:rPr lang="ko-KR" altLang="en-US" sz="800" b="0" dirty="0">
                          <a:solidFill>
                            <a:schemeClr val="tx1"/>
                          </a:solidFill>
                        </a:rPr>
                        <a:t>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범위형</a:t>
                      </a: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err="1">
                          <a:solidFill>
                            <a:schemeClr val="tx1"/>
                          </a:solidFill>
                        </a:rPr>
                        <a:t>수량제한없음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4,000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4,300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300 </a:t>
                      </a:r>
                      <a:r>
                        <a:rPr lang="ko-KR" altLang="en-US" sz="800" b="0" dirty="0">
                          <a:solidFill>
                            <a:schemeClr val="tx1"/>
                          </a:solidFill>
                        </a:rPr>
                        <a:t>원</a:t>
                      </a:r>
                    </a:p>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011087332"/>
                  </a:ext>
                </a:extLst>
              </a:tr>
              <a:tr h="0">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a:solidFill>
                            <a:schemeClr val="tx1"/>
                          </a:solidFill>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lnSpc>
                          <a:spcPct val="150000"/>
                        </a:lnSpc>
                      </a:pPr>
                      <a:r>
                        <a:rPr lang="ko-KR" altLang="en-US" sz="800" b="0" dirty="0">
                          <a:solidFill>
                            <a:schemeClr val="tx1"/>
                          </a:solidFill>
                        </a:rPr>
                        <a:t>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범위형</a:t>
                      </a: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err="1">
                          <a:solidFill>
                            <a:schemeClr val="tx1"/>
                          </a:solidFill>
                        </a:rPr>
                        <a:t>수량제한없음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4,000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4,300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300 </a:t>
                      </a:r>
                      <a:r>
                        <a:rPr lang="ko-KR" altLang="en-US" sz="800" b="0" dirty="0">
                          <a:solidFill>
                            <a:schemeClr val="tx1"/>
                          </a:solidFill>
                        </a:rPr>
                        <a:t>원</a:t>
                      </a:r>
                    </a:p>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4008548364"/>
                  </a:ext>
                </a:extLst>
              </a:tr>
            </a:tbl>
          </a:graphicData>
        </a:graphic>
      </p:graphicFrame>
      <p:sp>
        <p:nvSpPr>
          <p:cNvPr id="58" name="직사각형 57">
            <a:extLst>
              <a:ext uri="{FF2B5EF4-FFF2-40B4-BE49-F238E27FC236}">
                <a16:creationId xmlns:a16="http://schemas.microsoft.com/office/drawing/2014/main" id="{3A68D84A-1AD9-4168-A98E-D7DA891748E1}"/>
              </a:ext>
            </a:extLst>
          </p:cNvPr>
          <p:cNvSpPr/>
          <p:nvPr userDrawn="1"/>
        </p:nvSpPr>
        <p:spPr>
          <a:xfrm>
            <a:off x="9104453" y="6453555"/>
            <a:ext cx="911616" cy="196067"/>
          </a:xfrm>
          <a:prstGeom prst="rect">
            <a:avLst/>
          </a:prstGeom>
          <a:solidFill>
            <a:schemeClr val="accent5">
              <a:lumMod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상품추가</a:t>
            </a:r>
            <a:endParaRPr lang="en-US" altLang="ko-KR" sz="800" dirty="0">
              <a:solidFill>
                <a:schemeClr val="bg1"/>
              </a:solidFill>
            </a:endParaRPr>
          </a:p>
        </p:txBody>
      </p:sp>
      <p:grpSp>
        <p:nvGrpSpPr>
          <p:cNvPr id="12" name="그룹 11">
            <a:extLst>
              <a:ext uri="{FF2B5EF4-FFF2-40B4-BE49-F238E27FC236}">
                <a16:creationId xmlns:a16="http://schemas.microsoft.com/office/drawing/2014/main" id="{E2F94290-C8E3-43D4-ADDC-4E41CEDD98FC}"/>
              </a:ext>
            </a:extLst>
          </p:cNvPr>
          <p:cNvGrpSpPr/>
          <p:nvPr userDrawn="1"/>
        </p:nvGrpSpPr>
        <p:grpSpPr>
          <a:xfrm>
            <a:off x="1356315" y="1472647"/>
            <a:ext cx="2414204" cy="437877"/>
            <a:chOff x="1356315" y="1472647"/>
            <a:chExt cx="2414204" cy="437877"/>
          </a:xfrm>
        </p:grpSpPr>
        <p:grpSp>
          <p:nvGrpSpPr>
            <p:cNvPr id="60" name="그룹 59">
              <a:extLst>
                <a:ext uri="{FF2B5EF4-FFF2-40B4-BE49-F238E27FC236}">
                  <a16:creationId xmlns:a16="http://schemas.microsoft.com/office/drawing/2014/main" id="{23322CAF-2DDD-417A-BAEE-8E448D265661}"/>
                </a:ext>
              </a:extLst>
            </p:cNvPr>
            <p:cNvGrpSpPr/>
            <p:nvPr/>
          </p:nvGrpSpPr>
          <p:grpSpPr>
            <a:xfrm>
              <a:off x="1356315" y="1560013"/>
              <a:ext cx="517956" cy="248122"/>
              <a:chOff x="2681976" y="1955121"/>
              <a:chExt cx="1929510" cy="596970"/>
            </a:xfrm>
          </p:grpSpPr>
          <p:sp>
            <p:nvSpPr>
              <p:cNvPr id="62" name="Border">
                <a:extLst>
                  <a:ext uri="{FF2B5EF4-FFF2-40B4-BE49-F238E27FC236}">
                    <a16:creationId xmlns:a16="http://schemas.microsoft.com/office/drawing/2014/main" id="{75FF612D-40C7-4262-9E61-5BEFB329956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3" name="Line 2">
                <a:extLst>
                  <a:ext uri="{FF2B5EF4-FFF2-40B4-BE49-F238E27FC236}">
                    <a16:creationId xmlns:a16="http://schemas.microsoft.com/office/drawing/2014/main" id="{31350406-8664-43AD-9652-7D2C08C4C182}"/>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4" name="Line 1">
                <a:extLst>
                  <a:ext uri="{FF2B5EF4-FFF2-40B4-BE49-F238E27FC236}">
                    <a16:creationId xmlns:a16="http://schemas.microsoft.com/office/drawing/2014/main" id="{A9B3F2AB-6CAE-4226-9283-F216766DD8B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5" name="TextBox 64">
                <a:extLst>
                  <a:ext uri="{FF2B5EF4-FFF2-40B4-BE49-F238E27FC236}">
                    <a16:creationId xmlns:a16="http://schemas.microsoft.com/office/drawing/2014/main" id="{ED4A2A69-92B9-4150-B695-1CBE8FE6B453}"/>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61" name="직사각형 60">
              <a:extLst>
                <a:ext uri="{FF2B5EF4-FFF2-40B4-BE49-F238E27FC236}">
                  <a16:creationId xmlns:a16="http://schemas.microsoft.com/office/drawing/2014/main" id="{3C090ECB-0240-4E56-AE61-6B6AC9E061CA}"/>
                </a:ext>
              </a:extLst>
            </p:cNvPr>
            <p:cNvSpPr/>
            <p:nvPr/>
          </p:nvSpPr>
          <p:spPr>
            <a:xfrm>
              <a:off x="1874271" y="1472647"/>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pSp>
      <p:grpSp>
        <p:nvGrpSpPr>
          <p:cNvPr id="11" name="그룹 10">
            <a:extLst>
              <a:ext uri="{FF2B5EF4-FFF2-40B4-BE49-F238E27FC236}">
                <a16:creationId xmlns:a16="http://schemas.microsoft.com/office/drawing/2014/main" id="{64FB75F7-1582-4477-93A4-605BF4D4A9D7}"/>
              </a:ext>
            </a:extLst>
          </p:cNvPr>
          <p:cNvGrpSpPr/>
          <p:nvPr userDrawn="1"/>
        </p:nvGrpSpPr>
        <p:grpSpPr>
          <a:xfrm>
            <a:off x="1356315" y="1882756"/>
            <a:ext cx="2414204" cy="437877"/>
            <a:chOff x="1356315" y="1882756"/>
            <a:chExt cx="2414204" cy="437877"/>
          </a:xfrm>
        </p:grpSpPr>
        <p:grpSp>
          <p:nvGrpSpPr>
            <p:cNvPr id="67" name="그룹 66">
              <a:extLst>
                <a:ext uri="{FF2B5EF4-FFF2-40B4-BE49-F238E27FC236}">
                  <a16:creationId xmlns:a16="http://schemas.microsoft.com/office/drawing/2014/main" id="{499C57C0-6989-40F8-B52B-1488D8A433E0}"/>
                </a:ext>
              </a:extLst>
            </p:cNvPr>
            <p:cNvGrpSpPr/>
            <p:nvPr/>
          </p:nvGrpSpPr>
          <p:grpSpPr>
            <a:xfrm>
              <a:off x="1356315" y="1970122"/>
              <a:ext cx="517956" cy="248122"/>
              <a:chOff x="2681976" y="1955121"/>
              <a:chExt cx="1929510" cy="596970"/>
            </a:xfrm>
          </p:grpSpPr>
          <p:sp>
            <p:nvSpPr>
              <p:cNvPr id="73" name="Border">
                <a:extLst>
                  <a:ext uri="{FF2B5EF4-FFF2-40B4-BE49-F238E27FC236}">
                    <a16:creationId xmlns:a16="http://schemas.microsoft.com/office/drawing/2014/main" id="{B49A9204-36A2-43A2-9C1D-709BD5527AFB}"/>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2" name="Line 2">
                <a:extLst>
                  <a:ext uri="{FF2B5EF4-FFF2-40B4-BE49-F238E27FC236}">
                    <a16:creationId xmlns:a16="http://schemas.microsoft.com/office/drawing/2014/main" id="{E25AB97B-EBA4-4EBE-A523-5B759388ACB0}"/>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2" name="Line 1">
                <a:extLst>
                  <a:ext uri="{FF2B5EF4-FFF2-40B4-BE49-F238E27FC236}">
                    <a16:creationId xmlns:a16="http://schemas.microsoft.com/office/drawing/2014/main" id="{C32E0A83-6625-4F0B-8A57-83FCFAFCD70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3" name="TextBox 92">
                <a:extLst>
                  <a:ext uri="{FF2B5EF4-FFF2-40B4-BE49-F238E27FC236}">
                    <a16:creationId xmlns:a16="http://schemas.microsoft.com/office/drawing/2014/main" id="{F764981E-A834-4268-9BAB-A964D0C66941}"/>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68" name="직사각형 67">
              <a:extLst>
                <a:ext uri="{FF2B5EF4-FFF2-40B4-BE49-F238E27FC236}">
                  <a16:creationId xmlns:a16="http://schemas.microsoft.com/office/drawing/2014/main" id="{5A94982F-92B4-4832-994A-376E6E248D03}"/>
                </a:ext>
              </a:extLst>
            </p:cNvPr>
            <p:cNvSpPr/>
            <p:nvPr/>
          </p:nvSpPr>
          <p:spPr>
            <a:xfrm>
              <a:off x="1874271" y="1882756"/>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222222</a:t>
              </a:r>
              <a:endParaRPr lang="ko-KR" altLang="en-US" sz="800" b="1" dirty="0"/>
            </a:p>
          </p:txBody>
        </p:sp>
      </p:grpSp>
      <p:grpSp>
        <p:nvGrpSpPr>
          <p:cNvPr id="10" name="그룹 9">
            <a:extLst>
              <a:ext uri="{FF2B5EF4-FFF2-40B4-BE49-F238E27FC236}">
                <a16:creationId xmlns:a16="http://schemas.microsoft.com/office/drawing/2014/main" id="{818261D5-76EC-41D5-B7D0-F8A583A983AE}"/>
              </a:ext>
            </a:extLst>
          </p:cNvPr>
          <p:cNvGrpSpPr/>
          <p:nvPr userDrawn="1"/>
        </p:nvGrpSpPr>
        <p:grpSpPr>
          <a:xfrm>
            <a:off x="1356315" y="2332693"/>
            <a:ext cx="2414204" cy="437877"/>
            <a:chOff x="1356315" y="2332693"/>
            <a:chExt cx="2414204" cy="437877"/>
          </a:xfrm>
        </p:grpSpPr>
        <p:grpSp>
          <p:nvGrpSpPr>
            <p:cNvPr id="95" name="그룹 94">
              <a:extLst>
                <a:ext uri="{FF2B5EF4-FFF2-40B4-BE49-F238E27FC236}">
                  <a16:creationId xmlns:a16="http://schemas.microsoft.com/office/drawing/2014/main" id="{0C8044DB-9CF0-4F8F-8612-72DEC2849CF4}"/>
                </a:ext>
              </a:extLst>
            </p:cNvPr>
            <p:cNvGrpSpPr/>
            <p:nvPr/>
          </p:nvGrpSpPr>
          <p:grpSpPr>
            <a:xfrm>
              <a:off x="1356315" y="2420059"/>
              <a:ext cx="517956" cy="248122"/>
              <a:chOff x="2681976" y="1955121"/>
              <a:chExt cx="1929510" cy="596970"/>
            </a:xfrm>
          </p:grpSpPr>
          <p:sp>
            <p:nvSpPr>
              <p:cNvPr id="97" name="Border">
                <a:extLst>
                  <a:ext uri="{FF2B5EF4-FFF2-40B4-BE49-F238E27FC236}">
                    <a16:creationId xmlns:a16="http://schemas.microsoft.com/office/drawing/2014/main" id="{17F39CF9-20AF-428D-A9BA-A13C0742677C}"/>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8" name="Line 2">
                <a:extLst>
                  <a:ext uri="{FF2B5EF4-FFF2-40B4-BE49-F238E27FC236}">
                    <a16:creationId xmlns:a16="http://schemas.microsoft.com/office/drawing/2014/main" id="{9640F899-ADE7-477D-B43E-DCBE7B29CE30}"/>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9" name="Line 1">
                <a:extLst>
                  <a:ext uri="{FF2B5EF4-FFF2-40B4-BE49-F238E27FC236}">
                    <a16:creationId xmlns:a16="http://schemas.microsoft.com/office/drawing/2014/main" id="{6D862890-D702-4D3E-BFAB-BA793128E5B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0" name="TextBox 99">
                <a:extLst>
                  <a:ext uri="{FF2B5EF4-FFF2-40B4-BE49-F238E27FC236}">
                    <a16:creationId xmlns:a16="http://schemas.microsoft.com/office/drawing/2014/main" id="{6B1B0FB0-2368-4560-B124-7C6782505FFC}"/>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96" name="직사각형 95">
              <a:extLst>
                <a:ext uri="{FF2B5EF4-FFF2-40B4-BE49-F238E27FC236}">
                  <a16:creationId xmlns:a16="http://schemas.microsoft.com/office/drawing/2014/main" id="{F89CADA4-D74E-4D78-8DEF-F5317217559C}"/>
                </a:ext>
              </a:extLst>
            </p:cNvPr>
            <p:cNvSpPr/>
            <p:nvPr/>
          </p:nvSpPr>
          <p:spPr>
            <a:xfrm>
              <a:off x="1874271" y="2332693"/>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333333</a:t>
              </a:r>
              <a:endParaRPr lang="ko-KR" altLang="en-US" sz="800" b="1" dirty="0"/>
            </a:p>
          </p:txBody>
        </p:sp>
      </p:grpSp>
      <p:sp>
        <p:nvSpPr>
          <p:cNvPr id="101" name="직사각형 100">
            <a:extLst>
              <a:ext uri="{FF2B5EF4-FFF2-40B4-BE49-F238E27FC236}">
                <a16:creationId xmlns:a16="http://schemas.microsoft.com/office/drawing/2014/main" id="{C186F8F0-1D14-4671-9618-D65BAB8755FC}"/>
              </a:ext>
            </a:extLst>
          </p:cNvPr>
          <p:cNvSpPr/>
          <p:nvPr userDrawn="1"/>
        </p:nvSpPr>
        <p:spPr>
          <a:xfrm>
            <a:off x="9360401" y="1589414"/>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grpSp>
        <p:nvGrpSpPr>
          <p:cNvPr id="9" name="그룹 8">
            <a:extLst>
              <a:ext uri="{FF2B5EF4-FFF2-40B4-BE49-F238E27FC236}">
                <a16:creationId xmlns:a16="http://schemas.microsoft.com/office/drawing/2014/main" id="{0ECC5B19-A2E1-441E-8082-1E84C6C60B5B}"/>
              </a:ext>
            </a:extLst>
          </p:cNvPr>
          <p:cNvGrpSpPr/>
          <p:nvPr userDrawn="1"/>
        </p:nvGrpSpPr>
        <p:grpSpPr>
          <a:xfrm>
            <a:off x="1356315" y="3216931"/>
            <a:ext cx="2414204" cy="437877"/>
            <a:chOff x="1356315" y="2800673"/>
            <a:chExt cx="2414204" cy="437877"/>
          </a:xfrm>
        </p:grpSpPr>
        <p:grpSp>
          <p:nvGrpSpPr>
            <p:cNvPr id="104" name="그룹 103">
              <a:extLst>
                <a:ext uri="{FF2B5EF4-FFF2-40B4-BE49-F238E27FC236}">
                  <a16:creationId xmlns:a16="http://schemas.microsoft.com/office/drawing/2014/main" id="{F137B7DA-669E-46D5-A4F7-E7A9AFADB902}"/>
                </a:ext>
              </a:extLst>
            </p:cNvPr>
            <p:cNvGrpSpPr/>
            <p:nvPr/>
          </p:nvGrpSpPr>
          <p:grpSpPr>
            <a:xfrm>
              <a:off x="1356315" y="2888039"/>
              <a:ext cx="517956" cy="248122"/>
              <a:chOff x="2681976" y="1955121"/>
              <a:chExt cx="1929510" cy="596970"/>
            </a:xfrm>
          </p:grpSpPr>
          <p:sp>
            <p:nvSpPr>
              <p:cNvPr id="112" name="Border">
                <a:extLst>
                  <a:ext uri="{FF2B5EF4-FFF2-40B4-BE49-F238E27FC236}">
                    <a16:creationId xmlns:a16="http://schemas.microsoft.com/office/drawing/2014/main" id="{85948C22-66F9-417C-BC7C-CBD3F15189C1}"/>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7" name="Line 2">
                <a:extLst>
                  <a:ext uri="{FF2B5EF4-FFF2-40B4-BE49-F238E27FC236}">
                    <a16:creationId xmlns:a16="http://schemas.microsoft.com/office/drawing/2014/main" id="{E4A0B397-521A-4B6C-968D-1287A7165DE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8" name="Line 1">
                <a:extLst>
                  <a:ext uri="{FF2B5EF4-FFF2-40B4-BE49-F238E27FC236}">
                    <a16:creationId xmlns:a16="http://schemas.microsoft.com/office/drawing/2014/main" id="{06A9433F-8712-4A8D-A9C8-A23E784D0BF0}"/>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9" name="TextBox 128">
                <a:extLst>
                  <a:ext uri="{FF2B5EF4-FFF2-40B4-BE49-F238E27FC236}">
                    <a16:creationId xmlns:a16="http://schemas.microsoft.com/office/drawing/2014/main" id="{B375D956-0F6C-444C-8D9D-0D02B13D47BE}"/>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05" name="직사각형 104">
              <a:extLst>
                <a:ext uri="{FF2B5EF4-FFF2-40B4-BE49-F238E27FC236}">
                  <a16:creationId xmlns:a16="http://schemas.microsoft.com/office/drawing/2014/main" id="{16D11B51-C3AA-4680-A260-ADA0A0DD8384}"/>
                </a:ext>
              </a:extLst>
            </p:cNvPr>
            <p:cNvSpPr/>
            <p:nvPr/>
          </p:nvSpPr>
          <p:spPr>
            <a:xfrm>
              <a:off x="1874271" y="2800673"/>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pSp>
      <p:grpSp>
        <p:nvGrpSpPr>
          <p:cNvPr id="8" name="그룹 7">
            <a:extLst>
              <a:ext uri="{FF2B5EF4-FFF2-40B4-BE49-F238E27FC236}">
                <a16:creationId xmlns:a16="http://schemas.microsoft.com/office/drawing/2014/main" id="{590BB279-E88F-492A-9CF9-52E9781E98C3}"/>
              </a:ext>
            </a:extLst>
          </p:cNvPr>
          <p:cNvGrpSpPr/>
          <p:nvPr userDrawn="1"/>
        </p:nvGrpSpPr>
        <p:grpSpPr>
          <a:xfrm>
            <a:off x="1356315" y="3627040"/>
            <a:ext cx="2414204" cy="437877"/>
            <a:chOff x="1356315" y="3210782"/>
            <a:chExt cx="2414204" cy="437877"/>
          </a:xfrm>
        </p:grpSpPr>
        <p:grpSp>
          <p:nvGrpSpPr>
            <p:cNvPr id="131" name="그룹 130">
              <a:extLst>
                <a:ext uri="{FF2B5EF4-FFF2-40B4-BE49-F238E27FC236}">
                  <a16:creationId xmlns:a16="http://schemas.microsoft.com/office/drawing/2014/main" id="{97E535CB-6F2B-4933-B4D2-5E4CA31A2DA7}"/>
                </a:ext>
              </a:extLst>
            </p:cNvPr>
            <p:cNvGrpSpPr/>
            <p:nvPr/>
          </p:nvGrpSpPr>
          <p:grpSpPr>
            <a:xfrm>
              <a:off x="1356315" y="3298148"/>
              <a:ext cx="517956" cy="248122"/>
              <a:chOff x="2681976" y="1955121"/>
              <a:chExt cx="1929510" cy="596970"/>
            </a:xfrm>
          </p:grpSpPr>
          <p:sp>
            <p:nvSpPr>
              <p:cNvPr id="134" name="Border">
                <a:extLst>
                  <a:ext uri="{FF2B5EF4-FFF2-40B4-BE49-F238E27FC236}">
                    <a16:creationId xmlns:a16="http://schemas.microsoft.com/office/drawing/2014/main" id="{C6DAD95B-B3D0-44EE-8624-4B121C0EAD41}"/>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5" name="Line 2">
                <a:extLst>
                  <a:ext uri="{FF2B5EF4-FFF2-40B4-BE49-F238E27FC236}">
                    <a16:creationId xmlns:a16="http://schemas.microsoft.com/office/drawing/2014/main" id="{2963DAAB-6354-4FA4-A4E3-0A52CA4FAAD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6" name="Line 1">
                <a:extLst>
                  <a:ext uri="{FF2B5EF4-FFF2-40B4-BE49-F238E27FC236}">
                    <a16:creationId xmlns:a16="http://schemas.microsoft.com/office/drawing/2014/main" id="{191D6AC6-6B80-46C6-A7C2-50AFD87A6310}"/>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7" name="TextBox 136">
                <a:extLst>
                  <a:ext uri="{FF2B5EF4-FFF2-40B4-BE49-F238E27FC236}">
                    <a16:creationId xmlns:a16="http://schemas.microsoft.com/office/drawing/2014/main" id="{B9D6FBCC-2F9A-4AA5-8671-7197D7C35969}"/>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32" name="직사각형 131">
              <a:extLst>
                <a:ext uri="{FF2B5EF4-FFF2-40B4-BE49-F238E27FC236}">
                  <a16:creationId xmlns:a16="http://schemas.microsoft.com/office/drawing/2014/main" id="{20A8B0F6-AB5A-4C15-887E-85A97592CBD7}"/>
                </a:ext>
              </a:extLst>
            </p:cNvPr>
            <p:cNvSpPr/>
            <p:nvPr/>
          </p:nvSpPr>
          <p:spPr>
            <a:xfrm>
              <a:off x="1874271" y="3210782"/>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222222</a:t>
              </a:r>
              <a:endParaRPr lang="ko-KR" altLang="en-US" sz="800" b="1" dirty="0"/>
            </a:p>
          </p:txBody>
        </p:sp>
      </p:grpSp>
      <p:grpSp>
        <p:nvGrpSpPr>
          <p:cNvPr id="7" name="그룹 6">
            <a:extLst>
              <a:ext uri="{FF2B5EF4-FFF2-40B4-BE49-F238E27FC236}">
                <a16:creationId xmlns:a16="http://schemas.microsoft.com/office/drawing/2014/main" id="{B815A11E-3A6A-4A61-B69A-85A9AF668BBA}"/>
              </a:ext>
            </a:extLst>
          </p:cNvPr>
          <p:cNvGrpSpPr/>
          <p:nvPr userDrawn="1"/>
        </p:nvGrpSpPr>
        <p:grpSpPr>
          <a:xfrm>
            <a:off x="1356315" y="4076977"/>
            <a:ext cx="2414204" cy="437877"/>
            <a:chOff x="1356315" y="3660719"/>
            <a:chExt cx="2414204" cy="437877"/>
          </a:xfrm>
        </p:grpSpPr>
        <p:grpSp>
          <p:nvGrpSpPr>
            <p:cNvPr id="139" name="그룹 138">
              <a:extLst>
                <a:ext uri="{FF2B5EF4-FFF2-40B4-BE49-F238E27FC236}">
                  <a16:creationId xmlns:a16="http://schemas.microsoft.com/office/drawing/2014/main" id="{7620C870-D3D3-4E8D-9223-B24F0603A3CC}"/>
                </a:ext>
              </a:extLst>
            </p:cNvPr>
            <p:cNvGrpSpPr/>
            <p:nvPr/>
          </p:nvGrpSpPr>
          <p:grpSpPr>
            <a:xfrm>
              <a:off x="1356315" y="3748085"/>
              <a:ext cx="517956" cy="248122"/>
              <a:chOff x="2681976" y="1955121"/>
              <a:chExt cx="1929510" cy="596970"/>
            </a:xfrm>
          </p:grpSpPr>
          <p:sp>
            <p:nvSpPr>
              <p:cNvPr id="141" name="Border">
                <a:extLst>
                  <a:ext uri="{FF2B5EF4-FFF2-40B4-BE49-F238E27FC236}">
                    <a16:creationId xmlns:a16="http://schemas.microsoft.com/office/drawing/2014/main" id="{31B9D6FF-CDF2-4062-A553-672795F9473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2" name="Line 2">
                <a:extLst>
                  <a:ext uri="{FF2B5EF4-FFF2-40B4-BE49-F238E27FC236}">
                    <a16:creationId xmlns:a16="http://schemas.microsoft.com/office/drawing/2014/main" id="{BD7CAA71-F129-44D8-9DB6-C081D8C6F47A}"/>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3" name="Line 1">
                <a:extLst>
                  <a:ext uri="{FF2B5EF4-FFF2-40B4-BE49-F238E27FC236}">
                    <a16:creationId xmlns:a16="http://schemas.microsoft.com/office/drawing/2014/main" id="{CF60328B-1EF4-423A-B361-2824C16246E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4" name="TextBox 143">
                <a:extLst>
                  <a:ext uri="{FF2B5EF4-FFF2-40B4-BE49-F238E27FC236}">
                    <a16:creationId xmlns:a16="http://schemas.microsoft.com/office/drawing/2014/main" id="{E8C45213-847E-4C92-935A-5BA82D58D57E}"/>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40" name="직사각형 139">
              <a:extLst>
                <a:ext uri="{FF2B5EF4-FFF2-40B4-BE49-F238E27FC236}">
                  <a16:creationId xmlns:a16="http://schemas.microsoft.com/office/drawing/2014/main" id="{E964BDEC-1E02-4430-B020-C5905ECEB1E2}"/>
                </a:ext>
              </a:extLst>
            </p:cNvPr>
            <p:cNvSpPr/>
            <p:nvPr/>
          </p:nvSpPr>
          <p:spPr>
            <a:xfrm>
              <a:off x="1874271" y="3660719"/>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333333</a:t>
              </a:r>
              <a:endParaRPr lang="ko-KR" altLang="en-US" sz="800" b="1" dirty="0"/>
            </a:p>
          </p:txBody>
        </p:sp>
      </p:grpSp>
      <p:grpSp>
        <p:nvGrpSpPr>
          <p:cNvPr id="6" name="그룹 5">
            <a:extLst>
              <a:ext uri="{FF2B5EF4-FFF2-40B4-BE49-F238E27FC236}">
                <a16:creationId xmlns:a16="http://schemas.microsoft.com/office/drawing/2014/main" id="{596BD037-E40D-4D51-B4D9-CC4ED1503CD6}"/>
              </a:ext>
            </a:extLst>
          </p:cNvPr>
          <p:cNvGrpSpPr/>
          <p:nvPr userDrawn="1"/>
        </p:nvGrpSpPr>
        <p:grpSpPr>
          <a:xfrm>
            <a:off x="1356315" y="4476486"/>
            <a:ext cx="2414204" cy="437877"/>
            <a:chOff x="1356315" y="4060228"/>
            <a:chExt cx="2414204" cy="437877"/>
          </a:xfrm>
        </p:grpSpPr>
        <p:grpSp>
          <p:nvGrpSpPr>
            <p:cNvPr id="146" name="그룹 145">
              <a:extLst>
                <a:ext uri="{FF2B5EF4-FFF2-40B4-BE49-F238E27FC236}">
                  <a16:creationId xmlns:a16="http://schemas.microsoft.com/office/drawing/2014/main" id="{57AA7F9C-0AC1-4F7F-B175-0B2F4353B418}"/>
                </a:ext>
              </a:extLst>
            </p:cNvPr>
            <p:cNvGrpSpPr/>
            <p:nvPr/>
          </p:nvGrpSpPr>
          <p:grpSpPr>
            <a:xfrm>
              <a:off x="1356315" y="4147594"/>
              <a:ext cx="517956" cy="248122"/>
              <a:chOff x="2681976" y="1955121"/>
              <a:chExt cx="1929510" cy="596970"/>
            </a:xfrm>
          </p:grpSpPr>
          <p:sp>
            <p:nvSpPr>
              <p:cNvPr id="148" name="Border">
                <a:extLst>
                  <a:ext uri="{FF2B5EF4-FFF2-40B4-BE49-F238E27FC236}">
                    <a16:creationId xmlns:a16="http://schemas.microsoft.com/office/drawing/2014/main" id="{0A8E2596-B248-462C-A56B-7EDA51FFC91B}"/>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9" name="Line 2">
                <a:extLst>
                  <a:ext uri="{FF2B5EF4-FFF2-40B4-BE49-F238E27FC236}">
                    <a16:creationId xmlns:a16="http://schemas.microsoft.com/office/drawing/2014/main" id="{0E3343A3-09A3-4B98-9019-3CB0FFB39F7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0" name="Line 1">
                <a:extLst>
                  <a:ext uri="{FF2B5EF4-FFF2-40B4-BE49-F238E27FC236}">
                    <a16:creationId xmlns:a16="http://schemas.microsoft.com/office/drawing/2014/main" id="{C340A2B0-BC57-4566-B35F-876C0832676D}"/>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1" name="TextBox 150">
                <a:extLst>
                  <a:ext uri="{FF2B5EF4-FFF2-40B4-BE49-F238E27FC236}">
                    <a16:creationId xmlns:a16="http://schemas.microsoft.com/office/drawing/2014/main" id="{C528245F-B496-4D2F-8C01-984DF4C66161}"/>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47" name="직사각형 146">
              <a:extLst>
                <a:ext uri="{FF2B5EF4-FFF2-40B4-BE49-F238E27FC236}">
                  <a16:creationId xmlns:a16="http://schemas.microsoft.com/office/drawing/2014/main" id="{CC5203FA-13C9-4549-9BE2-BC04138802EA}"/>
                </a:ext>
              </a:extLst>
            </p:cNvPr>
            <p:cNvSpPr/>
            <p:nvPr/>
          </p:nvSpPr>
          <p:spPr>
            <a:xfrm>
              <a:off x="1874271" y="4060228"/>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pSp>
      <p:grpSp>
        <p:nvGrpSpPr>
          <p:cNvPr id="5" name="그룹 4">
            <a:extLst>
              <a:ext uri="{FF2B5EF4-FFF2-40B4-BE49-F238E27FC236}">
                <a16:creationId xmlns:a16="http://schemas.microsoft.com/office/drawing/2014/main" id="{23E0BDA1-6003-4055-8496-FC262E99E585}"/>
              </a:ext>
            </a:extLst>
          </p:cNvPr>
          <p:cNvGrpSpPr/>
          <p:nvPr userDrawn="1"/>
        </p:nvGrpSpPr>
        <p:grpSpPr>
          <a:xfrm>
            <a:off x="1356315" y="4886595"/>
            <a:ext cx="2414204" cy="437877"/>
            <a:chOff x="1356315" y="4470337"/>
            <a:chExt cx="2414204" cy="437877"/>
          </a:xfrm>
        </p:grpSpPr>
        <p:grpSp>
          <p:nvGrpSpPr>
            <p:cNvPr id="153" name="그룹 152">
              <a:extLst>
                <a:ext uri="{FF2B5EF4-FFF2-40B4-BE49-F238E27FC236}">
                  <a16:creationId xmlns:a16="http://schemas.microsoft.com/office/drawing/2014/main" id="{BED0CC24-59F8-470C-8E0A-BB73D426F47E}"/>
                </a:ext>
              </a:extLst>
            </p:cNvPr>
            <p:cNvGrpSpPr/>
            <p:nvPr/>
          </p:nvGrpSpPr>
          <p:grpSpPr>
            <a:xfrm>
              <a:off x="1356315" y="4557703"/>
              <a:ext cx="517956" cy="248122"/>
              <a:chOff x="2681976" y="1955121"/>
              <a:chExt cx="1929510" cy="596970"/>
            </a:xfrm>
          </p:grpSpPr>
          <p:sp>
            <p:nvSpPr>
              <p:cNvPr id="155" name="Border">
                <a:extLst>
                  <a:ext uri="{FF2B5EF4-FFF2-40B4-BE49-F238E27FC236}">
                    <a16:creationId xmlns:a16="http://schemas.microsoft.com/office/drawing/2014/main" id="{9DFD2387-A33F-4475-BF7C-FF075F43D1E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6" name="Line 2">
                <a:extLst>
                  <a:ext uri="{FF2B5EF4-FFF2-40B4-BE49-F238E27FC236}">
                    <a16:creationId xmlns:a16="http://schemas.microsoft.com/office/drawing/2014/main" id="{7EF6DEC4-7CC9-4161-9BED-3351FBB6440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7" name="Line 1">
                <a:extLst>
                  <a:ext uri="{FF2B5EF4-FFF2-40B4-BE49-F238E27FC236}">
                    <a16:creationId xmlns:a16="http://schemas.microsoft.com/office/drawing/2014/main" id="{0FAB10C0-1A98-4CAD-9EED-A7B050AD09F1}"/>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8" name="TextBox 157">
                <a:extLst>
                  <a:ext uri="{FF2B5EF4-FFF2-40B4-BE49-F238E27FC236}">
                    <a16:creationId xmlns:a16="http://schemas.microsoft.com/office/drawing/2014/main" id="{6B7A2C55-76C6-4547-B9C7-D489253390F7}"/>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54" name="직사각형 153">
              <a:extLst>
                <a:ext uri="{FF2B5EF4-FFF2-40B4-BE49-F238E27FC236}">
                  <a16:creationId xmlns:a16="http://schemas.microsoft.com/office/drawing/2014/main" id="{94624304-3F70-4394-A2FE-5D72F8FDD99A}"/>
                </a:ext>
              </a:extLst>
            </p:cNvPr>
            <p:cNvSpPr/>
            <p:nvPr/>
          </p:nvSpPr>
          <p:spPr>
            <a:xfrm>
              <a:off x="1874271" y="4470337"/>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222222</a:t>
              </a:r>
              <a:endParaRPr lang="ko-KR" altLang="en-US" sz="800" b="1" dirty="0"/>
            </a:p>
          </p:txBody>
        </p:sp>
      </p:grpSp>
      <p:grpSp>
        <p:nvGrpSpPr>
          <p:cNvPr id="4" name="그룹 3">
            <a:extLst>
              <a:ext uri="{FF2B5EF4-FFF2-40B4-BE49-F238E27FC236}">
                <a16:creationId xmlns:a16="http://schemas.microsoft.com/office/drawing/2014/main" id="{CCB85CF9-A0F1-4E6D-B033-654FED2D0D90}"/>
              </a:ext>
            </a:extLst>
          </p:cNvPr>
          <p:cNvGrpSpPr/>
          <p:nvPr userDrawn="1"/>
        </p:nvGrpSpPr>
        <p:grpSpPr>
          <a:xfrm>
            <a:off x="1356315" y="4920274"/>
            <a:ext cx="2414204" cy="437877"/>
            <a:chOff x="1356315" y="4920274"/>
            <a:chExt cx="2414204" cy="437877"/>
          </a:xfrm>
        </p:grpSpPr>
        <p:grpSp>
          <p:nvGrpSpPr>
            <p:cNvPr id="160" name="그룹 159">
              <a:extLst>
                <a:ext uri="{FF2B5EF4-FFF2-40B4-BE49-F238E27FC236}">
                  <a16:creationId xmlns:a16="http://schemas.microsoft.com/office/drawing/2014/main" id="{8B70110C-B18C-452D-8CE3-F13318404F31}"/>
                </a:ext>
              </a:extLst>
            </p:cNvPr>
            <p:cNvGrpSpPr/>
            <p:nvPr/>
          </p:nvGrpSpPr>
          <p:grpSpPr>
            <a:xfrm>
              <a:off x="1356315" y="5007640"/>
              <a:ext cx="517956" cy="248122"/>
              <a:chOff x="2681976" y="1955121"/>
              <a:chExt cx="1929510" cy="596970"/>
            </a:xfrm>
          </p:grpSpPr>
          <p:sp>
            <p:nvSpPr>
              <p:cNvPr id="162" name="Border">
                <a:extLst>
                  <a:ext uri="{FF2B5EF4-FFF2-40B4-BE49-F238E27FC236}">
                    <a16:creationId xmlns:a16="http://schemas.microsoft.com/office/drawing/2014/main" id="{FE2E2B62-3051-4ABA-9EF2-63BD135E4F18}"/>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3" name="Line 2">
                <a:extLst>
                  <a:ext uri="{FF2B5EF4-FFF2-40B4-BE49-F238E27FC236}">
                    <a16:creationId xmlns:a16="http://schemas.microsoft.com/office/drawing/2014/main" id="{33193C2B-CA31-422F-B0B0-6794A8D622C2}"/>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4" name="Line 1">
                <a:extLst>
                  <a:ext uri="{FF2B5EF4-FFF2-40B4-BE49-F238E27FC236}">
                    <a16:creationId xmlns:a16="http://schemas.microsoft.com/office/drawing/2014/main" id="{BAFAE5AA-0E04-4EB3-A508-872D4CAAB3D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5" name="TextBox 164">
                <a:extLst>
                  <a:ext uri="{FF2B5EF4-FFF2-40B4-BE49-F238E27FC236}">
                    <a16:creationId xmlns:a16="http://schemas.microsoft.com/office/drawing/2014/main" id="{569E393E-8580-48F5-9F27-70919D83653D}"/>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61" name="직사각형 160">
              <a:extLst>
                <a:ext uri="{FF2B5EF4-FFF2-40B4-BE49-F238E27FC236}">
                  <a16:creationId xmlns:a16="http://schemas.microsoft.com/office/drawing/2014/main" id="{C0EEDED5-0232-45BD-A21B-7382D025BFC2}"/>
                </a:ext>
              </a:extLst>
            </p:cNvPr>
            <p:cNvSpPr/>
            <p:nvPr/>
          </p:nvSpPr>
          <p:spPr>
            <a:xfrm>
              <a:off x="1874271" y="4920274"/>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333333</a:t>
              </a:r>
              <a:endParaRPr lang="ko-KR" altLang="en-US" sz="800" b="1" dirty="0"/>
            </a:p>
          </p:txBody>
        </p:sp>
      </p:grpSp>
      <p:grpSp>
        <p:nvGrpSpPr>
          <p:cNvPr id="3" name="그룹 2">
            <a:extLst>
              <a:ext uri="{FF2B5EF4-FFF2-40B4-BE49-F238E27FC236}">
                <a16:creationId xmlns:a16="http://schemas.microsoft.com/office/drawing/2014/main" id="{F37BE70A-D6FA-42A8-B474-2C5B0A786B57}"/>
              </a:ext>
            </a:extLst>
          </p:cNvPr>
          <p:cNvGrpSpPr/>
          <p:nvPr userDrawn="1"/>
        </p:nvGrpSpPr>
        <p:grpSpPr>
          <a:xfrm>
            <a:off x="1356315" y="5345863"/>
            <a:ext cx="2414204" cy="437877"/>
            <a:chOff x="1356315" y="5345863"/>
            <a:chExt cx="2414204" cy="437877"/>
          </a:xfrm>
        </p:grpSpPr>
        <p:grpSp>
          <p:nvGrpSpPr>
            <p:cNvPr id="167" name="그룹 166">
              <a:extLst>
                <a:ext uri="{FF2B5EF4-FFF2-40B4-BE49-F238E27FC236}">
                  <a16:creationId xmlns:a16="http://schemas.microsoft.com/office/drawing/2014/main" id="{9A22F9C4-4D05-4463-9027-BE3C46782E33}"/>
                </a:ext>
              </a:extLst>
            </p:cNvPr>
            <p:cNvGrpSpPr/>
            <p:nvPr/>
          </p:nvGrpSpPr>
          <p:grpSpPr>
            <a:xfrm>
              <a:off x="1356315" y="5433229"/>
              <a:ext cx="517956" cy="248122"/>
              <a:chOff x="2681976" y="1955121"/>
              <a:chExt cx="1929510" cy="596970"/>
            </a:xfrm>
          </p:grpSpPr>
          <p:sp>
            <p:nvSpPr>
              <p:cNvPr id="169" name="Border">
                <a:extLst>
                  <a:ext uri="{FF2B5EF4-FFF2-40B4-BE49-F238E27FC236}">
                    <a16:creationId xmlns:a16="http://schemas.microsoft.com/office/drawing/2014/main" id="{E27D5479-9D8E-4835-AE8A-DD93504CF5BE}"/>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0" name="Line 2">
                <a:extLst>
                  <a:ext uri="{FF2B5EF4-FFF2-40B4-BE49-F238E27FC236}">
                    <a16:creationId xmlns:a16="http://schemas.microsoft.com/office/drawing/2014/main" id="{B58C922E-BF75-47C3-8094-D5AAB25422D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1" name="Line 1">
                <a:extLst>
                  <a:ext uri="{FF2B5EF4-FFF2-40B4-BE49-F238E27FC236}">
                    <a16:creationId xmlns:a16="http://schemas.microsoft.com/office/drawing/2014/main" id="{9979541F-C7F8-41D1-BE19-DF83488DBEC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2" name="TextBox 171">
                <a:extLst>
                  <a:ext uri="{FF2B5EF4-FFF2-40B4-BE49-F238E27FC236}">
                    <a16:creationId xmlns:a16="http://schemas.microsoft.com/office/drawing/2014/main" id="{E5508301-2831-44C9-9E68-3772C53D7A8F}"/>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68" name="직사각형 167">
              <a:extLst>
                <a:ext uri="{FF2B5EF4-FFF2-40B4-BE49-F238E27FC236}">
                  <a16:creationId xmlns:a16="http://schemas.microsoft.com/office/drawing/2014/main" id="{C6622400-863C-42C7-807F-B7A0B0DB9C97}"/>
                </a:ext>
              </a:extLst>
            </p:cNvPr>
            <p:cNvSpPr/>
            <p:nvPr/>
          </p:nvSpPr>
          <p:spPr>
            <a:xfrm>
              <a:off x="1874271" y="5345863"/>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222222</a:t>
              </a:r>
              <a:endParaRPr lang="ko-KR" altLang="en-US" sz="800" b="1" dirty="0"/>
            </a:p>
          </p:txBody>
        </p:sp>
      </p:grpSp>
      <p:sp>
        <p:nvSpPr>
          <p:cNvPr id="180" name="직사각형 179">
            <a:extLst>
              <a:ext uri="{FF2B5EF4-FFF2-40B4-BE49-F238E27FC236}">
                <a16:creationId xmlns:a16="http://schemas.microsoft.com/office/drawing/2014/main" id="{75C9B949-C02C-4B44-88BD-271184FCB399}"/>
              </a:ext>
            </a:extLst>
          </p:cNvPr>
          <p:cNvSpPr/>
          <p:nvPr userDrawn="1"/>
        </p:nvSpPr>
        <p:spPr>
          <a:xfrm>
            <a:off x="9360399" y="4586642"/>
            <a:ext cx="546461" cy="18585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판매재개</a:t>
            </a:r>
            <a:endParaRPr lang="en-US" altLang="ko-KR" sz="600" dirty="0">
              <a:solidFill>
                <a:schemeClr val="bg1"/>
              </a:solidFill>
            </a:endParaRPr>
          </a:p>
        </p:txBody>
      </p:sp>
      <p:sp>
        <p:nvSpPr>
          <p:cNvPr id="181" name="직사각형 180">
            <a:extLst>
              <a:ext uri="{FF2B5EF4-FFF2-40B4-BE49-F238E27FC236}">
                <a16:creationId xmlns:a16="http://schemas.microsoft.com/office/drawing/2014/main" id="{E2523171-E682-44D1-87AF-5774DAA307DE}"/>
              </a:ext>
            </a:extLst>
          </p:cNvPr>
          <p:cNvSpPr/>
          <p:nvPr userDrawn="1"/>
        </p:nvSpPr>
        <p:spPr>
          <a:xfrm>
            <a:off x="9360400" y="1995431"/>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
        <p:nvSpPr>
          <p:cNvPr id="182" name="직사각형 181">
            <a:extLst>
              <a:ext uri="{FF2B5EF4-FFF2-40B4-BE49-F238E27FC236}">
                <a16:creationId xmlns:a16="http://schemas.microsoft.com/office/drawing/2014/main" id="{8ABC5074-EA0E-41BD-B98B-47570E84BE3A}"/>
              </a:ext>
            </a:extLst>
          </p:cNvPr>
          <p:cNvSpPr/>
          <p:nvPr userDrawn="1"/>
        </p:nvSpPr>
        <p:spPr>
          <a:xfrm>
            <a:off x="9360399" y="2424660"/>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
        <p:nvSpPr>
          <p:cNvPr id="183" name="직사각형 182">
            <a:extLst>
              <a:ext uri="{FF2B5EF4-FFF2-40B4-BE49-F238E27FC236}">
                <a16:creationId xmlns:a16="http://schemas.microsoft.com/office/drawing/2014/main" id="{519262F9-EF8D-4B64-BB44-6A8E3109CD88}"/>
              </a:ext>
            </a:extLst>
          </p:cNvPr>
          <p:cNvSpPr/>
          <p:nvPr userDrawn="1"/>
        </p:nvSpPr>
        <p:spPr>
          <a:xfrm>
            <a:off x="9357334" y="5032949"/>
            <a:ext cx="546461" cy="18585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판매재개</a:t>
            </a:r>
            <a:endParaRPr lang="en-US" altLang="ko-KR" sz="600" dirty="0">
              <a:solidFill>
                <a:schemeClr val="bg1"/>
              </a:solidFill>
            </a:endParaRPr>
          </a:p>
        </p:txBody>
      </p:sp>
      <p:sp>
        <p:nvSpPr>
          <p:cNvPr id="184" name="직사각형 183">
            <a:extLst>
              <a:ext uri="{FF2B5EF4-FFF2-40B4-BE49-F238E27FC236}">
                <a16:creationId xmlns:a16="http://schemas.microsoft.com/office/drawing/2014/main" id="{EF13FF63-4FB1-43F3-AE4B-BFB8A4850BA3}"/>
              </a:ext>
            </a:extLst>
          </p:cNvPr>
          <p:cNvSpPr/>
          <p:nvPr userDrawn="1"/>
        </p:nvSpPr>
        <p:spPr>
          <a:xfrm>
            <a:off x="9370727" y="5467992"/>
            <a:ext cx="546461" cy="18585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판매재개</a:t>
            </a:r>
            <a:endParaRPr lang="en-US" altLang="ko-KR" sz="600" dirty="0">
              <a:solidFill>
                <a:schemeClr val="bg1"/>
              </a:solidFill>
            </a:endParaRPr>
          </a:p>
        </p:txBody>
      </p:sp>
      <p:sp>
        <p:nvSpPr>
          <p:cNvPr id="185" name="직사각형 184">
            <a:extLst>
              <a:ext uri="{FF2B5EF4-FFF2-40B4-BE49-F238E27FC236}">
                <a16:creationId xmlns:a16="http://schemas.microsoft.com/office/drawing/2014/main" id="{00D24F8B-3D6A-41F7-B554-A2BAC1F3BCCD}"/>
              </a:ext>
            </a:extLst>
          </p:cNvPr>
          <p:cNvSpPr/>
          <p:nvPr userDrawn="1"/>
        </p:nvSpPr>
        <p:spPr>
          <a:xfrm>
            <a:off x="9367662" y="5914299"/>
            <a:ext cx="546461" cy="18585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판매재개</a:t>
            </a:r>
            <a:endParaRPr lang="en-US" altLang="ko-KR" sz="600" dirty="0">
              <a:solidFill>
                <a:schemeClr val="bg1"/>
              </a:solidFill>
            </a:endParaRPr>
          </a:p>
        </p:txBody>
      </p:sp>
      <p:sp>
        <p:nvSpPr>
          <p:cNvPr id="186" name="직사각형 185">
            <a:extLst>
              <a:ext uri="{FF2B5EF4-FFF2-40B4-BE49-F238E27FC236}">
                <a16:creationId xmlns:a16="http://schemas.microsoft.com/office/drawing/2014/main" id="{38F227BF-28AF-459E-BB9D-2AB1C4ABA906}"/>
              </a:ext>
            </a:extLst>
          </p:cNvPr>
          <p:cNvSpPr/>
          <p:nvPr userDrawn="1"/>
        </p:nvSpPr>
        <p:spPr>
          <a:xfrm>
            <a:off x="9357336" y="2879761"/>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
        <p:nvSpPr>
          <p:cNvPr id="187" name="직사각형 186">
            <a:extLst>
              <a:ext uri="{FF2B5EF4-FFF2-40B4-BE49-F238E27FC236}">
                <a16:creationId xmlns:a16="http://schemas.microsoft.com/office/drawing/2014/main" id="{55D838C6-1F58-4AF7-B818-95BF6FFF1EAF}"/>
              </a:ext>
            </a:extLst>
          </p:cNvPr>
          <p:cNvSpPr/>
          <p:nvPr userDrawn="1"/>
        </p:nvSpPr>
        <p:spPr>
          <a:xfrm>
            <a:off x="9357335" y="3285778"/>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
        <p:nvSpPr>
          <p:cNvPr id="188" name="직사각형 187">
            <a:extLst>
              <a:ext uri="{FF2B5EF4-FFF2-40B4-BE49-F238E27FC236}">
                <a16:creationId xmlns:a16="http://schemas.microsoft.com/office/drawing/2014/main" id="{25ECB0A3-D5C0-412D-9E3E-2257771892E9}"/>
              </a:ext>
            </a:extLst>
          </p:cNvPr>
          <p:cNvSpPr/>
          <p:nvPr userDrawn="1"/>
        </p:nvSpPr>
        <p:spPr>
          <a:xfrm>
            <a:off x="9357334" y="3715007"/>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
        <p:nvSpPr>
          <p:cNvPr id="189" name="직사각형 188">
            <a:extLst>
              <a:ext uri="{FF2B5EF4-FFF2-40B4-BE49-F238E27FC236}">
                <a16:creationId xmlns:a16="http://schemas.microsoft.com/office/drawing/2014/main" id="{31B104D6-CE5A-4341-AD65-7C0C15423FA0}"/>
              </a:ext>
            </a:extLst>
          </p:cNvPr>
          <p:cNvSpPr/>
          <p:nvPr userDrawn="1"/>
        </p:nvSpPr>
        <p:spPr>
          <a:xfrm>
            <a:off x="9365195" y="4150680"/>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
        <p:nvSpPr>
          <p:cNvPr id="190" name="직사각형 189">
            <a:extLst>
              <a:ext uri="{FF2B5EF4-FFF2-40B4-BE49-F238E27FC236}">
                <a16:creationId xmlns:a16="http://schemas.microsoft.com/office/drawing/2014/main" id="{679640DE-3E6B-4A2E-BB8C-7D781DD7D556}"/>
              </a:ext>
            </a:extLst>
          </p:cNvPr>
          <p:cNvSpPr/>
          <p:nvPr userDrawn="1"/>
        </p:nvSpPr>
        <p:spPr>
          <a:xfrm>
            <a:off x="8895177" y="1589414"/>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91" name="직사각형 190">
            <a:extLst>
              <a:ext uri="{FF2B5EF4-FFF2-40B4-BE49-F238E27FC236}">
                <a16:creationId xmlns:a16="http://schemas.microsoft.com/office/drawing/2014/main" id="{B26C089B-3F2A-453A-810A-162BE6EC3083}"/>
              </a:ext>
            </a:extLst>
          </p:cNvPr>
          <p:cNvSpPr/>
          <p:nvPr userDrawn="1"/>
        </p:nvSpPr>
        <p:spPr>
          <a:xfrm>
            <a:off x="8898934" y="1999002"/>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92" name="직사각형 191">
            <a:extLst>
              <a:ext uri="{FF2B5EF4-FFF2-40B4-BE49-F238E27FC236}">
                <a16:creationId xmlns:a16="http://schemas.microsoft.com/office/drawing/2014/main" id="{8C3CB07D-953C-4DAD-8875-3C58C6DDE13E}"/>
              </a:ext>
            </a:extLst>
          </p:cNvPr>
          <p:cNvSpPr/>
          <p:nvPr userDrawn="1"/>
        </p:nvSpPr>
        <p:spPr>
          <a:xfrm>
            <a:off x="8898934" y="2429992"/>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93" name="직사각형 192">
            <a:extLst>
              <a:ext uri="{FF2B5EF4-FFF2-40B4-BE49-F238E27FC236}">
                <a16:creationId xmlns:a16="http://schemas.microsoft.com/office/drawing/2014/main" id="{17B813D8-F5A0-4517-A598-F1C062F3912C}"/>
              </a:ext>
            </a:extLst>
          </p:cNvPr>
          <p:cNvSpPr/>
          <p:nvPr userDrawn="1"/>
        </p:nvSpPr>
        <p:spPr>
          <a:xfrm>
            <a:off x="8894335" y="2881661"/>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94" name="직사각형 193">
            <a:extLst>
              <a:ext uri="{FF2B5EF4-FFF2-40B4-BE49-F238E27FC236}">
                <a16:creationId xmlns:a16="http://schemas.microsoft.com/office/drawing/2014/main" id="{DEC47FD4-F0F6-4DF4-BBD4-CAF4E44F1E2A}"/>
              </a:ext>
            </a:extLst>
          </p:cNvPr>
          <p:cNvSpPr/>
          <p:nvPr userDrawn="1"/>
        </p:nvSpPr>
        <p:spPr>
          <a:xfrm>
            <a:off x="8894335" y="3285778"/>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95" name="직사각형 194">
            <a:extLst>
              <a:ext uri="{FF2B5EF4-FFF2-40B4-BE49-F238E27FC236}">
                <a16:creationId xmlns:a16="http://schemas.microsoft.com/office/drawing/2014/main" id="{CC8C54F3-7871-401D-8B9B-7E90BB472D20}"/>
              </a:ext>
            </a:extLst>
          </p:cNvPr>
          <p:cNvSpPr/>
          <p:nvPr userDrawn="1"/>
        </p:nvSpPr>
        <p:spPr>
          <a:xfrm>
            <a:off x="8898934" y="3716911"/>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96" name="직사각형 195">
            <a:extLst>
              <a:ext uri="{FF2B5EF4-FFF2-40B4-BE49-F238E27FC236}">
                <a16:creationId xmlns:a16="http://schemas.microsoft.com/office/drawing/2014/main" id="{984B13E6-4165-4C1E-8C32-B04B7EF91D23}"/>
              </a:ext>
            </a:extLst>
          </p:cNvPr>
          <p:cNvSpPr/>
          <p:nvPr userDrawn="1"/>
        </p:nvSpPr>
        <p:spPr>
          <a:xfrm>
            <a:off x="8891410" y="4147074"/>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97" name="직사각형 196">
            <a:extLst>
              <a:ext uri="{FF2B5EF4-FFF2-40B4-BE49-F238E27FC236}">
                <a16:creationId xmlns:a16="http://schemas.microsoft.com/office/drawing/2014/main" id="{B271229A-2B2B-42F2-A113-6497F26AC521}"/>
              </a:ext>
            </a:extLst>
          </p:cNvPr>
          <p:cNvSpPr/>
          <p:nvPr userDrawn="1"/>
        </p:nvSpPr>
        <p:spPr>
          <a:xfrm>
            <a:off x="8894335" y="4586642"/>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98" name="직사각형 197">
            <a:extLst>
              <a:ext uri="{FF2B5EF4-FFF2-40B4-BE49-F238E27FC236}">
                <a16:creationId xmlns:a16="http://schemas.microsoft.com/office/drawing/2014/main" id="{1EA8458A-6E4C-401E-9DD0-A9E09F8DF608}"/>
              </a:ext>
            </a:extLst>
          </p:cNvPr>
          <p:cNvSpPr/>
          <p:nvPr userDrawn="1"/>
        </p:nvSpPr>
        <p:spPr>
          <a:xfrm>
            <a:off x="8890231" y="5037254"/>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99" name="직사각형 198">
            <a:extLst>
              <a:ext uri="{FF2B5EF4-FFF2-40B4-BE49-F238E27FC236}">
                <a16:creationId xmlns:a16="http://schemas.microsoft.com/office/drawing/2014/main" id="{D8F7150B-DCC8-4C29-9BEF-66412F03B500}"/>
              </a:ext>
            </a:extLst>
          </p:cNvPr>
          <p:cNvSpPr/>
          <p:nvPr userDrawn="1"/>
        </p:nvSpPr>
        <p:spPr>
          <a:xfrm>
            <a:off x="8894335" y="5466763"/>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200" name="직사각형 199">
            <a:extLst>
              <a:ext uri="{FF2B5EF4-FFF2-40B4-BE49-F238E27FC236}">
                <a16:creationId xmlns:a16="http://schemas.microsoft.com/office/drawing/2014/main" id="{32334D0D-160C-4D92-B8E0-6E1598D29662}"/>
              </a:ext>
            </a:extLst>
          </p:cNvPr>
          <p:cNvSpPr/>
          <p:nvPr userDrawn="1"/>
        </p:nvSpPr>
        <p:spPr>
          <a:xfrm>
            <a:off x="8890231" y="5914299"/>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grpSp>
        <p:nvGrpSpPr>
          <p:cNvPr id="85" name="그룹 84">
            <a:extLst>
              <a:ext uri="{FF2B5EF4-FFF2-40B4-BE49-F238E27FC236}">
                <a16:creationId xmlns:a16="http://schemas.microsoft.com/office/drawing/2014/main" id="{64DAC57A-30F7-4162-8AD6-EA01225CD233}"/>
              </a:ext>
            </a:extLst>
          </p:cNvPr>
          <p:cNvGrpSpPr/>
          <p:nvPr userDrawn="1"/>
        </p:nvGrpSpPr>
        <p:grpSpPr>
          <a:xfrm>
            <a:off x="1634030" y="2451315"/>
            <a:ext cx="2414204" cy="437877"/>
            <a:chOff x="1237832" y="3375500"/>
            <a:chExt cx="1708479" cy="437877"/>
          </a:xfrm>
        </p:grpSpPr>
        <p:grpSp>
          <p:nvGrpSpPr>
            <p:cNvPr id="86" name="그룹 85">
              <a:extLst>
                <a:ext uri="{FF2B5EF4-FFF2-40B4-BE49-F238E27FC236}">
                  <a16:creationId xmlns:a16="http://schemas.microsoft.com/office/drawing/2014/main" id="{F669B085-4041-453A-824B-93194E277416}"/>
                </a:ext>
              </a:extLst>
            </p:cNvPr>
            <p:cNvGrpSpPr/>
            <p:nvPr/>
          </p:nvGrpSpPr>
          <p:grpSpPr>
            <a:xfrm>
              <a:off x="1237832" y="3462866"/>
              <a:ext cx="366546" cy="248122"/>
              <a:chOff x="2681976" y="1955121"/>
              <a:chExt cx="1929510" cy="596970"/>
            </a:xfrm>
          </p:grpSpPr>
          <p:sp>
            <p:nvSpPr>
              <p:cNvPr id="88" name="Border">
                <a:extLst>
                  <a:ext uri="{FF2B5EF4-FFF2-40B4-BE49-F238E27FC236}">
                    <a16:creationId xmlns:a16="http://schemas.microsoft.com/office/drawing/2014/main" id="{0FB3EAC5-6FF3-44CD-A9E5-A9EC080DF7B2}"/>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9" name="Line 2">
                <a:extLst>
                  <a:ext uri="{FF2B5EF4-FFF2-40B4-BE49-F238E27FC236}">
                    <a16:creationId xmlns:a16="http://schemas.microsoft.com/office/drawing/2014/main" id="{2304017C-A27B-4269-B9EA-F59F5EFE508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0" name="Line 1">
                <a:extLst>
                  <a:ext uri="{FF2B5EF4-FFF2-40B4-BE49-F238E27FC236}">
                    <a16:creationId xmlns:a16="http://schemas.microsoft.com/office/drawing/2014/main" id="{EF4B2142-6B3E-48EB-B9B5-3F2C01B1EB53}"/>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1" name="TextBox 90">
                <a:extLst>
                  <a:ext uri="{FF2B5EF4-FFF2-40B4-BE49-F238E27FC236}">
                    <a16:creationId xmlns:a16="http://schemas.microsoft.com/office/drawing/2014/main" id="{06F1516E-9354-47D2-85CC-0BBFFAEAEFB7}"/>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87" name="직사각형 86">
              <a:extLst>
                <a:ext uri="{FF2B5EF4-FFF2-40B4-BE49-F238E27FC236}">
                  <a16:creationId xmlns:a16="http://schemas.microsoft.com/office/drawing/2014/main" id="{37D7D2DB-D18D-4DF2-8B65-4D9A1BF33F0F}"/>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pSp>
      <p:sp>
        <p:nvSpPr>
          <p:cNvPr id="38" name="직사각형 37">
            <a:extLst>
              <a:ext uri="{FF2B5EF4-FFF2-40B4-BE49-F238E27FC236}">
                <a16:creationId xmlns:a16="http://schemas.microsoft.com/office/drawing/2014/main" id="{A4E15760-4DD9-4A5F-AB5F-32E36AA8D37A}"/>
              </a:ext>
            </a:extLst>
          </p:cNvPr>
          <p:cNvSpPr/>
          <p:nvPr userDrawn="1"/>
        </p:nvSpPr>
        <p:spPr>
          <a:xfrm>
            <a:off x="-122302" y="1185476"/>
            <a:ext cx="9226755" cy="5632181"/>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aphicFrame>
        <p:nvGraphicFramePr>
          <p:cNvPr id="39" name="표 5">
            <a:extLst>
              <a:ext uri="{FF2B5EF4-FFF2-40B4-BE49-F238E27FC236}">
                <a16:creationId xmlns:a16="http://schemas.microsoft.com/office/drawing/2014/main" id="{EDED5118-B1BA-4B72-BF91-4E5ED8112A12}"/>
              </a:ext>
            </a:extLst>
          </p:cNvPr>
          <p:cNvGraphicFramePr>
            <a:graphicFrameLocks noGrp="1"/>
          </p:cNvGraphicFramePr>
          <p:nvPr userDrawn="1">
            <p:extLst>
              <p:ext uri="{D42A27DB-BD31-4B8C-83A1-F6EECF244321}">
                <p14:modId xmlns:p14="http://schemas.microsoft.com/office/powerpoint/2010/main" val="1468799745"/>
              </p:ext>
            </p:extLst>
          </p:nvPr>
        </p:nvGraphicFramePr>
        <p:xfrm>
          <a:off x="38560" y="1592796"/>
          <a:ext cx="8880744" cy="243840"/>
        </p:xfrm>
        <a:graphic>
          <a:graphicData uri="http://schemas.openxmlformats.org/drawingml/2006/table">
            <a:tbl>
              <a:tblPr firstRow="1" bandRow="1">
                <a:tableStyleId>{5940675A-B579-460E-94D1-54222C63F5DA}</a:tableStyleId>
              </a:tblPr>
              <a:tblGrid>
                <a:gridCol w="2960248">
                  <a:extLst>
                    <a:ext uri="{9D8B030D-6E8A-4147-A177-3AD203B41FA5}">
                      <a16:colId xmlns:a16="http://schemas.microsoft.com/office/drawing/2014/main" val="3230482263"/>
                    </a:ext>
                  </a:extLst>
                </a:gridCol>
                <a:gridCol w="2960248">
                  <a:extLst>
                    <a:ext uri="{9D8B030D-6E8A-4147-A177-3AD203B41FA5}">
                      <a16:colId xmlns:a16="http://schemas.microsoft.com/office/drawing/2014/main" val="3730242496"/>
                    </a:ext>
                  </a:extLst>
                </a:gridCol>
                <a:gridCol w="2960248">
                  <a:extLst>
                    <a:ext uri="{9D8B030D-6E8A-4147-A177-3AD203B41FA5}">
                      <a16:colId xmlns:a16="http://schemas.microsoft.com/office/drawing/2014/main" val="844434264"/>
                    </a:ext>
                  </a:extLst>
                </a:gridCol>
              </a:tblGrid>
              <a:tr h="204698">
                <a:tc>
                  <a:txBody>
                    <a:bodyPr/>
                    <a:lstStyle/>
                    <a:p>
                      <a:pPr algn="ctr" latinLnBrk="1"/>
                      <a:r>
                        <a:rPr lang="ko-KR" altLang="en-US" sz="1000" b="1" dirty="0">
                          <a:solidFill>
                            <a:schemeClr val="bg1"/>
                          </a:solidFill>
                        </a:rPr>
                        <a:t>자사상품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1000" dirty="0" err="1"/>
                        <a:t>관심된</a:t>
                      </a:r>
                      <a:r>
                        <a:rPr lang="ko-KR" altLang="en-US" sz="1000" dirty="0"/>
                        <a:t> 공개상품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1000" dirty="0"/>
                        <a:t>허가된 제휴상품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226348592"/>
                  </a:ext>
                </a:extLst>
              </a:tr>
            </a:tbl>
          </a:graphicData>
        </a:graphic>
      </p:graphicFrame>
      <p:sp>
        <p:nvSpPr>
          <p:cNvPr id="40" name="직사각형 39">
            <a:extLst>
              <a:ext uri="{FF2B5EF4-FFF2-40B4-BE49-F238E27FC236}">
                <a16:creationId xmlns:a16="http://schemas.microsoft.com/office/drawing/2014/main" id="{D1860CD8-CC27-4AA4-853A-3A8ED3A5AB1C}"/>
              </a:ext>
            </a:extLst>
          </p:cNvPr>
          <p:cNvSpPr/>
          <p:nvPr userDrawn="1"/>
        </p:nvSpPr>
        <p:spPr>
          <a:xfrm>
            <a:off x="1111918" y="2108440"/>
            <a:ext cx="6837869" cy="18024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graphicFrame>
        <p:nvGraphicFramePr>
          <p:cNvPr id="42" name="표 63">
            <a:extLst>
              <a:ext uri="{FF2B5EF4-FFF2-40B4-BE49-F238E27FC236}">
                <a16:creationId xmlns:a16="http://schemas.microsoft.com/office/drawing/2014/main" id="{9BF11F35-8A3F-4A47-AFC1-FBF35D2BEA20}"/>
              </a:ext>
            </a:extLst>
          </p:cNvPr>
          <p:cNvGraphicFramePr>
            <a:graphicFrameLocks noGrp="1"/>
          </p:cNvGraphicFramePr>
          <p:nvPr userDrawn="1">
            <p:extLst>
              <p:ext uri="{D42A27DB-BD31-4B8C-83A1-F6EECF244321}">
                <p14:modId xmlns:p14="http://schemas.microsoft.com/office/powerpoint/2010/main" val="2420578068"/>
              </p:ext>
            </p:extLst>
          </p:nvPr>
        </p:nvGraphicFramePr>
        <p:xfrm>
          <a:off x="64422" y="2075052"/>
          <a:ext cx="8854882" cy="733755"/>
        </p:xfrm>
        <a:graphic>
          <a:graphicData uri="http://schemas.openxmlformats.org/drawingml/2006/table">
            <a:tbl>
              <a:tblPr firstRow="1" bandRow="1">
                <a:tableStyleId>{5940675A-B579-460E-94D1-54222C63F5DA}</a:tableStyleId>
              </a:tblPr>
              <a:tblGrid>
                <a:gridCol w="981985">
                  <a:extLst>
                    <a:ext uri="{9D8B030D-6E8A-4147-A177-3AD203B41FA5}">
                      <a16:colId xmlns:a16="http://schemas.microsoft.com/office/drawing/2014/main" val="3701388552"/>
                    </a:ext>
                  </a:extLst>
                </a:gridCol>
                <a:gridCol w="7872897">
                  <a:extLst>
                    <a:ext uri="{9D8B030D-6E8A-4147-A177-3AD203B41FA5}">
                      <a16:colId xmlns:a16="http://schemas.microsoft.com/office/drawing/2014/main" val="339215266"/>
                    </a:ext>
                  </a:extLst>
                </a:gridCol>
              </a:tblGrid>
              <a:tr h="244585">
                <a:tc>
                  <a:txBody>
                    <a:bodyPr/>
                    <a:lstStyle/>
                    <a:p>
                      <a:pPr latinLnBrk="1"/>
                      <a:r>
                        <a:rPr lang="ko-KR" altLang="en-US" sz="900" dirty="0"/>
                        <a:t>상품명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244585">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900" dirty="0"/>
                        <a:t>상품분류</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90206176"/>
                  </a:ext>
                </a:extLst>
              </a:tr>
              <a:tr h="244585">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43" name="직사각형 42">
            <a:extLst>
              <a:ext uri="{FF2B5EF4-FFF2-40B4-BE49-F238E27FC236}">
                <a16:creationId xmlns:a16="http://schemas.microsoft.com/office/drawing/2014/main" id="{33C01F2D-CDA1-4D3E-AF71-45EE7A4C40B4}"/>
              </a:ext>
            </a:extLst>
          </p:cNvPr>
          <p:cNvSpPr/>
          <p:nvPr userDrawn="1"/>
        </p:nvSpPr>
        <p:spPr>
          <a:xfrm>
            <a:off x="8166685" y="2587885"/>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pic>
        <p:nvPicPr>
          <p:cNvPr id="46" name="Picture 2">
            <a:extLst>
              <a:ext uri="{FF2B5EF4-FFF2-40B4-BE49-F238E27FC236}">
                <a16:creationId xmlns:a16="http://schemas.microsoft.com/office/drawing/2014/main" id="{B8F56A66-8199-4209-9F69-EB55AD770E9B}"/>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3196379" y="5069239"/>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71" name="TextBox 70">
            <a:extLst>
              <a:ext uri="{FF2B5EF4-FFF2-40B4-BE49-F238E27FC236}">
                <a16:creationId xmlns:a16="http://schemas.microsoft.com/office/drawing/2014/main" id="{27887ED8-8B5B-453D-9713-370307DE7EAF}"/>
              </a:ext>
            </a:extLst>
          </p:cNvPr>
          <p:cNvSpPr txBox="1"/>
          <p:nvPr userDrawn="1"/>
        </p:nvSpPr>
        <p:spPr>
          <a:xfrm>
            <a:off x="-15975" y="3051357"/>
            <a:ext cx="2530203" cy="215444"/>
          </a:xfrm>
          <a:prstGeom prst="rect">
            <a:avLst/>
          </a:prstGeom>
          <a:noFill/>
        </p:spPr>
        <p:txBody>
          <a:bodyPr wrap="square" rtlCol="0">
            <a:spAutoFit/>
          </a:bodyPr>
          <a:lstStyle/>
          <a:p>
            <a:r>
              <a:rPr lang="ko-KR" altLang="en-US" sz="800" b="1" dirty="0">
                <a:latin typeface="맑은 고딕" panose="020B0503020000020004" pitchFamily="50" charset="-127"/>
              </a:rPr>
              <a:t>■ </a:t>
            </a:r>
            <a:r>
              <a:rPr lang="ko-KR" altLang="en-US" sz="800" b="1" dirty="0"/>
              <a:t>총 </a:t>
            </a:r>
            <a:r>
              <a:rPr lang="en-US" altLang="ko-KR" sz="800" b="1" dirty="0"/>
              <a:t>3 </a:t>
            </a:r>
            <a:r>
              <a:rPr lang="ko-KR" altLang="en-US" sz="800" b="1" dirty="0"/>
              <a:t>건</a:t>
            </a:r>
          </a:p>
        </p:txBody>
      </p:sp>
      <p:graphicFrame>
        <p:nvGraphicFramePr>
          <p:cNvPr id="72" name="표 71">
            <a:extLst>
              <a:ext uri="{FF2B5EF4-FFF2-40B4-BE49-F238E27FC236}">
                <a16:creationId xmlns:a16="http://schemas.microsoft.com/office/drawing/2014/main" id="{83607290-E25E-42DD-BCEB-95B082EB79F0}"/>
              </a:ext>
            </a:extLst>
          </p:cNvPr>
          <p:cNvGraphicFramePr>
            <a:graphicFrameLocks noGrp="1"/>
          </p:cNvGraphicFramePr>
          <p:nvPr userDrawn="1">
            <p:extLst>
              <p:ext uri="{D42A27DB-BD31-4B8C-83A1-F6EECF244321}">
                <p14:modId xmlns:p14="http://schemas.microsoft.com/office/powerpoint/2010/main" val="65749366"/>
              </p:ext>
            </p:extLst>
          </p:nvPr>
        </p:nvGraphicFramePr>
        <p:xfrm>
          <a:off x="64422" y="3292990"/>
          <a:ext cx="8839315" cy="1514286"/>
        </p:xfrm>
        <a:graphic>
          <a:graphicData uri="http://schemas.openxmlformats.org/drawingml/2006/table">
            <a:tbl>
              <a:tblPr firstRow="1" bandRow="1">
                <a:tableStyleId>{5C22544A-7EE6-4342-B048-85BDC9FD1C3A}</a:tableStyleId>
              </a:tblPr>
              <a:tblGrid>
                <a:gridCol w="425604">
                  <a:extLst>
                    <a:ext uri="{9D8B030D-6E8A-4147-A177-3AD203B41FA5}">
                      <a16:colId xmlns:a16="http://schemas.microsoft.com/office/drawing/2014/main" val="20000"/>
                    </a:ext>
                  </a:extLst>
                </a:gridCol>
                <a:gridCol w="686187">
                  <a:extLst>
                    <a:ext uri="{9D8B030D-6E8A-4147-A177-3AD203B41FA5}">
                      <a16:colId xmlns:a16="http://schemas.microsoft.com/office/drawing/2014/main" val="20002"/>
                    </a:ext>
                  </a:extLst>
                </a:gridCol>
                <a:gridCol w="3252084">
                  <a:extLst>
                    <a:ext uri="{9D8B030D-6E8A-4147-A177-3AD203B41FA5}">
                      <a16:colId xmlns:a16="http://schemas.microsoft.com/office/drawing/2014/main" val="20004"/>
                    </a:ext>
                  </a:extLst>
                </a:gridCol>
                <a:gridCol w="755373">
                  <a:extLst>
                    <a:ext uri="{9D8B030D-6E8A-4147-A177-3AD203B41FA5}">
                      <a16:colId xmlns:a16="http://schemas.microsoft.com/office/drawing/2014/main" val="1538783997"/>
                    </a:ext>
                  </a:extLst>
                </a:gridCol>
                <a:gridCol w="763326">
                  <a:extLst>
                    <a:ext uri="{9D8B030D-6E8A-4147-A177-3AD203B41FA5}">
                      <a16:colId xmlns:a16="http://schemas.microsoft.com/office/drawing/2014/main" val="2527584646"/>
                    </a:ext>
                  </a:extLst>
                </a:gridCol>
                <a:gridCol w="1224501">
                  <a:extLst>
                    <a:ext uri="{9D8B030D-6E8A-4147-A177-3AD203B41FA5}">
                      <a16:colId xmlns:a16="http://schemas.microsoft.com/office/drawing/2014/main" val="3237610251"/>
                    </a:ext>
                  </a:extLst>
                </a:gridCol>
                <a:gridCol w="715617">
                  <a:extLst>
                    <a:ext uri="{9D8B030D-6E8A-4147-A177-3AD203B41FA5}">
                      <a16:colId xmlns:a16="http://schemas.microsoft.com/office/drawing/2014/main" val="20006"/>
                    </a:ext>
                  </a:extLst>
                </a:gridCol>
                <a:gridCol w="1016623">
                  <a:extLst>
                    <a:ext uri="{9D8B030D-6E8A-4147-A177-3AD203B41FA5}">
                      <a16:colId xmlns:a16="http://schemas.microsoft.com/office/drawing/2014/main" val="20008"/>
                    </a:ext>
                  </a:extLst>
                </a:gridCol>
              </a:tblGrid>
              <a:tr h="0">
                <a:tc>
                  <a:txBody>
                    <a:bodyPr/>
                    <a:lstStyle/>
                    <a:p>
                      <a:pPr algn="ctr" latinLnBrk="1"/>
                      <a:r>
                        <a:rPr lang="ko-KR" altLang="en-US" sz="800" b="0" dirty="0">
                          <a:solidFill>
                            <a:schemeClr val="tx1"/>
                          </a:solidFill>
                        </a:rPr>
                        <a:t>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제약조건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재고</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상품추가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a20112</a:t>
                      </a:r>
                      <a:endParaRPr lang="ko-KR" altLang="en-US" sz="800" b="0" dirty="0">
                        <a:solidFill>
                          <a:schemeClr val="tx1"/>
                        </a:solidFill>
                      </a:endParaRPr>
                    </a:p>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baseline="0" dirty="0">
                        <a:solidFill>
                          <a:schemeClr val="tx1"/>
                        </a:solidFill>
                      </a:endParaRPr>
                    </a:p>
                    <a:p>
                      <a:pPr algn="l" latinLnBrk="1">
                        <a:lnSpc>
                          <a:spcPct val="150000"/>
                        </a:lnSpc>
                      </a:pP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a:solidFill>
                            <a:schemeClr val="tx1"/>
                          </a:solidFill>
                        </a:rPr>
                        <a:t>판매</a:t>
                      </a: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a:solidFill>
                            <a:schemeClr val="tx1"/>
                          </a:solidFill>
                        </a:rPr>
                        <a:t>없음</a:t>
                      </a: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err="1">
                          <a:solidFill>
                            <a:schemeClr val="tx1"/>
                          </a:solidFill>
                        </a:rPr>
                        <a:t>수량제한없음</a:t>
                      </a: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a20393</a:t>
                      </a:r>
                      <a:endParaRPr lang="ko-KR" altLang="en-US" sz="800" b="0" dirty="0">
                        <a:solidFill>
                          <a:schemeClr val="tx1"/>
                        </a:solidFill>
                      </a:endParaRPr>
                    </a:p>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범위형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10,000 </a:t>
                      </a:r>
                      <a:r>
                        <a:rPr lang="ko-KR" altLang="en-US" sz="800" b="0" dirty="0">
                          <a:solidFill>
                            <a:schemeClr val="tx1"/>
                          </a:solidFill>
                        </a:rPr>
                        <a:t>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a22333</a:t>
                      </a:r>
                      <a:endParaRPr lang="ko-KR" altLang="en-US" sz="800" b="0" dirty="0">
                        <a:solidFill>
                          <a:schemeClr val="tx1"/>
                        </a:solidFill>
                      </a:endParaRPr>
                    </a:p>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고정형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500,000 </a:t>
                      </a:r>
                      <a:r>
                        <a:rPr lang="ko-KR" altLang="en-US" sz="800" b="0" dirty="0">
                          <a:solidFill>
                            <a:schemeClr val="tx1"/>
                          </a:solidFill>
                        </a:rPr>
                        <a:t>개</a:t>
                      </a:r>
                      <a:br>
                        <a:rPr lang="en-US" altLang="ko-KR" sz="800" b="0" dirty="0">
                          <a:solidFill>
                            <a:schemeClr val="tx1"/>
                          </a:solidFill>
                        </a:rPr>
                      </a:br>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4,000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grpSp>
        <p:nvGrpSpPr>
          <p:cNvPr id="74" name="그룹 73">
            <a:extLst>
              <a:ext uri="{FF2B5EF4-FFF2-40B4-BE49-F238E27FC236}">
                <a16:creationId xmlns:a16="http://schemas.microsoft.com/office/drawing/2014/main" id="{B6F9F0FA-0E8F-4751-8353-DD2B476E6D83}"/>
              </a:ext>
            </a:extLst>
          </p:cNvPr>
          <p:cNvGrpSpPr/>
          <p:nvPr userDrawn="1"/>
        </p:nvGrpSpPr>
        <p:grpSpPr>
          <a:xfrm>
            <a:off x="1238662" y="3513766"/>
            <a:ext cx="2414204" cy="437877"/>
            <a:chOff x="1237832" y="3375500"/>
            <a:chExt cx="1708479" cy="437877"/>
          </a:xfrm>
        </p:grpSpPr>
        <p:grpSp>
          <p:nvGrpSpPr>
            <p:cNvPr id="75" name="그룹 74">
              <a:extLst>
                <a:ext uri="{FF2B5EF4-FFF2-40B4-BE49-F238E27FC236}">
                  <a16:creationId xmlns:a16="http://schemas.microsoft.com/office/drawing/2014/main" id="{8D7796F0-B868-4CE1-9584-39B5AE41BEB3}"/>
                </a:ext>
              </a:extLst>
            </p:cNvPr>
            <p:cNvGrpSpPr/>
            <p:nvPr/>
          </p:nvGrpSpPr>
          <p:grpSpPr>
            <a:xfrm>
              <a:off x="1237832" y="3462866"/>
              <a:ext cx="366546" cy="248122"/>
              <a:chOff x="2681976" y="1955121"/>
              <a:chExt cx="1929510" cy="596970"/>
            </a:xfrm>
          </p:grpSpPr>
          <p:sp>
            <p:nvSpPr>
              <p:cNvPr id="77" name="Border">
                <a:extLst>
                  <a:ext uri="{FF2B5EF4-FFF2-40B4-BE49-F238E27FC236}">
                    <a16:creationId xmlns:a16="http://schemas.microsoft.com/office/drawing/2014/main" id="{C9FAFDE6-A37B-4CC7-AFBF-2C792EDDE66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8" name="Line 2">
                <a:extLst>
                  <a:ext uri="{FF2B5EF4-FFF2-40B4-BE49-F238E27FC236}">
                    <a16:creationId xmlns:a16="http://schemas.microsoft.com/office/drawing/2014/main" id="{D5730097-24BE-40E7-BFF9-16F9E0BF9EF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9" name="Line 1">
                <a:extLst>
                  <a:ext uri="{FF2B5EF4-FFF2-40B4-BE49-F238E27FC236}">
                    <a16:creationId xmlns:a16="http://schemas.microsoft.com/office/drawing/2014/main" id="{0111B46B-C75C-4A7D-96EF-80FDD03F9B5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0" name="TextBox 79">
                <a:extLst>
                  <a:ext uri="{FF2B5EF4-FFF2-40B4-BE49-F238E27FC236}">
                    <a16:creationId xmlns:a16="http://schemas.microsoft.com/office/drawing/2014/main" id="{4AA142A9-CEDA-4120-A2CF-87B877921337}"/>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76" name="직사각형 75">
              <a:extLst>
                <a:ext uri="{FF2B5EF4-FFF2-40B4-BE49-F238E27FC236}">
                  <a16:creationId xmlns:a16="http://schemas.microsoft.com/office/drawing/2014/main" id="{329A83C7-2407-4675-A668-13472AB7F588}"/>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pSp>
      <p:grpSp>
        <p:nvGrpSpPr>
          <p:cNvPr id="113" name="그룹 112">
            <a:extLst>
              <a:ext uri="{FF2B5EF4-FFF2-40B4-BE49-F238E27FC236}">
                <a16:creationId xmlns:a16="http://schemas.microsoft.com/office/drawing/2014/main" id="{C0A4ED38-B6A8-413C-9F03-FD91E65FEC66}"/>
              </a:ext>
            </a:extLst>
          </p:cNvPr>
          <p:cNvGrpSpPr/>
          <p:nvPr userDrawn="1"/>
        </p:nvGrpSpPr>
        <p:grpSpPr>
          <a:xfrm>
            <a:off x="1238662" y="3923875"/>
            <a:ext cx="2414204" cy="437877"/>
            <a:chOff x="1237832" y="3375500"/>
            <a:chExt cx="1708479" cy="437877"/>
          </a:xfrm>
        </p:grpSpPr>
        <p:grpSp>
          <p:nvGrpSpPr>
            <p:cNvPr id="114" name="그룹 113">
              <a:extLst>
                <a:ext uri="{FF2B5EF4-FFF2-40B4-BE49-F238E27FC236}">
                  <a16:creationId xmlns:a16="http://schemas.microsoft.com/office/drawing/2014/main" id="{AAF1A228-C736-484C-80A6-DB98165F479C}"/>
                </a:ext>
              </a:extLst>
            </p:cNvPr>
            <p:cNvGrpSpPr/>
            <p:nvPr/>
          </p:nvGrpSpPr>
          <p:grpSpPr>
            <a:xfrm>
              <a:off x="1237832" y="3462866"/>
              <a:ext cx="366546" cy="248122"/>
              <a:chOff x="2681976" y="1955121"/>
              <a:chExt cx="1929510" cy="596970"/>
            </a:xfrm>
          </p:grpSpPr>
          <p:sp>
            <p:nvSpPr>
              <p:cNvPr id="116" name="Border">
                <a:extLst>
                  <a:ext uri="{FF2B5EF4-FFF2-40B4-BE49-F238E27FC236}">
                    <a16:creationId xmlns:a16="http://schemas.microsoft.com/office/drawing/2014/main" id="{3BE711D7-A1A5-41F2-97F0-D28EF8E7251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7" name="Line 2">
                <a:extLst>
                  <a:ext uri="{FF2B5EF4-FFF2-40B4-BE49-F238E27FC236}">
                    <a16:creationId xmlns:a16="http://schemas.microsoft.com/office/drawing/2014/main" id="{1ED0460E-1914-4415-BD69-E9C51900B32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8" name="Line 1">
                <a:extLst>
                  <a:ext uri="{FF2B5EF4-FFF2-40B4-BE49-F238E27FC236}">
                    <a16:creationId xmlns:a16="http://schemas.microsoft.com/office/drawing/2014/main" id="{2DD3F397-4D24-441D-AFFA-E0117813249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9" name="TextBox 118">
                <a:extLst>
                  <a:ext uri="{FF2B5EF4-FFF2-40B4-BE49-F238E27FC236}">
                    <a16:creationId xmlns:a16="http://schemas.microsoft.com/office/drawing/2014/main" id="{D6969112-3137-4F31-B70B-6B4C6A0742EF}"/>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15" name="직사각형 114">
              <a:extLst>
                <a:ext uri="{FF2B5EF4-FFF2-40B4-BE49-F238E27FC236}">
                  <a16:creationId xmlns:a16="http://schemas.microsoft.com/office/drawing/2014/main" id="{A1109B26-B3EF-4233-B31E-288973D03A52}"/>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222222</a:t>
              </a:r>
              <a:endParaRPr lang="ko-KR" altLang="en-US" sz="800" b="1" dirty="0"/>
            </a:p>
          </p:txBody>
        </p:sp>
      </p:grpSp>
      <p:grpSp>
        <p:nvGrpSpPr>
          <p:cNvPr id="120" name="그룹 119">
            <a:extLst>
              <a:ext uri="{FF2B5EF4-FFF2-40B4-BE49-F238E27FC236}">
                <a16:creationId xmlns:a16="http://schemas.microsoft.com/office/drawing/2014/main" id="{D506ACE5-C7D0-413B-82B2-BC376D8ACA8A}"/>
              </a:ext>
            </a:extLst>
          </p:cNvPr>
          <p:cNvGrpSpPr/>
          <p:nvPr userDrawn="1"/>
        </p:nvGrpSpPr>
        <p:grpSpPr>
          <a:xfrm>
            <a:off x="1238662" y="4373812"/>
            <a:ext cx="2414204" cy="437877"/>
            <a:chOff x="1237832" y="3375500"/>
            <a:chExt cx="1708479" cy="437877"/>
          </a:xfrm>
        </p:grpSpPr>
        <p:grpSp>
          <p:nvGrpSpPr>
            <p:cNvPr id="121" name="그룹 120">
              <a:extLst>
                <a:ext uri="{FF2B5EF4-FFF2-40B4-BE49-F238E27FC236}">
                  <a16:creationId xmlns:a16="http://schemas.microsoft.com/office/drawing/2014/main" id="{EFCFF536-FFA9-4C9E-8AA9-C1DA1E596F48}"/>
                </a:ext>
              </a:extLst>
            </p:cNvPr>
            <p:cNvGrpSpPr/>
            <p:nvPr/>
          </p:nvGrpSpPr>
          <p:grpSpPr>
            <a:xfrm>
              <a:off x="1237832" y="3462866"/>
              <a:ext cx="366546" cy="248122"/>
              <a:chOff x="2681976" y="1955121"/>
              <a:chExt cx="1929510" cy="596970"/>
            </a:xfrm>
          </p:grpSpPr>
          <p:sp>
            <p:nvSpPr>
              <p:cNvPr id="123" name="Border">
                <a:extLst>
                  <a:ext uri="{FF2B5EF4-FFF2-40B4-BE49-F238E27FC236}">
                    <a16:creationId xmlns:a16="http://schemas.microsoft.com/office/drawing/2014/main" id="{965CD651-81F5-4CF5-AE73-1875EE6798E2}"/>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4" name="Line 2">
                <a:extLst>
                  <a:ext uri="{FF2B5EF4-FFF2-40B4-BE49-F238E27FC236}">
                    <a16:creationId xmlns:a16="http://schemas.microsoft.com/office/drawing/2014/main" id="{FAAA9687-57E7-4D16-9100-96A9D1E390D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5" name="Line 1">
                <a:extLst>
                  <a:ext uri="{FF2B5EF4-FFF2-40B4-BE49-F238E27FC236}">
                    <a16:creationId xmlns:a16="http://schemas.microsoft.com/office/drawing/2014/main" id="{9FDD84F1-46EC-4954-8CF3-236C5BD819E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6" name="TextBox 125">
                <a:extLst>
                  <a:ext uri="{FF2B5EF4-FFF2-40B4-BE49-F238E27FC236}">
                    <a16:creationId xmlns:a16="http://schemas.microsoft.com/office/drawing/2014/main" id="{9853CF30-275F-4AFC-B0E0-0DFC69FB5F93}"/>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22" name="직사각형 121">
              <a:extLst>
                <a:ext uri="{FF2B5EF4-FFF2-40B4-BE49-F238E27FC236}">
                  <a16:creationId xmlns:a16="http://schemas.microsoft.com/office/drawing/2014/main" id="{7D4FEBC8-D632-4E06-AB74-ECBB02DCD6B7}"/>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333333</a:t>
              </a:r>
              <a:endParaRPr lang="ko-KR" altLang="en-US" sz="800" b="1" dirty="0"/>
            </a:p>
          </p:txBody>
        </p:sp>
      </p:grpSp>
      <p:sp>
        <p:nvSpPr>
          <p:cNvPr id="54" name="직사각형 53">
            <a:extLst>
              <a:ext uri="{FF2B5EF4-FFF2-40B4-BE49-F238E27FC236}">
                <a16:creationId xmlns:a16="http://schemas.microsoft.com/office/drawing/2014/main" id="{AF3F88C4-F55D-45FD-ACE7-48A9B64490AF}"/>
              </a:ext>
            </a:extLst>
          </p:cNvPr>
          <p:cNvSpPr/>
          <p:nvPr userDrawn="1"/>
        </p:nvSpPr>
        <p:spPr>
          <a:xfrm>
            <a:off x="8038650" y="3632331"/>
            <a:ext cx="729245" cy="184881"/>
          </a:xfrm>
          <a:prstGeom prst="rect">
            <a:avLst/>
          </a:prstGeom>
          <a:solidFill>
            <a:srgbClr val="00B0F0"/>
          </a:solidFill>
          <a:ln w="6350">
            <a:solidFill>
              <a:srgbClr val="00B0F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추가하기</a:t>
            </a:r>
            <a:endParaRPr lang="en-US" altLang="ko-KR" sz="700" dirty="0">
              <a:solidFill>
                <a:schemeClr val="bg1"/>
              </a:solidFill>
            </a:endParaRPr>
          </a:p>
        </p:txBody>
      </p:sp>
      <p:sp>
        <p:nvSpPr>
          <p:cNvPr id="69" name="직사각형 68">
            <a:extLst>
              <a:ext uri="{FF2B5EF4-FFF2-40B4-BE49-F238E27FC236}">
                <a16:creationId xmlns:a16="http://schemas.microsoft.com/office/drawing/2014/main" id="{D948C723-03AE-4DFD-85CF-AA728EEF8CD2}"/>
              </a:ext>
            </a:extLst>
          </p:cNvPr>
          <p:cNvSpPr/>
          <p:nvPr userDrawn="1"/>
        </p:nvSpPr>
        <p:spPr>
          <a:xfrm>
            <a:off x="8038648" y="4497083"/>
            <a:ext cx="729246" cy="179118"/>
          </a:xfrm>
          <a:prstGeom prst="rect">
            <a:avLst/>
          </a:prstGeom>
          <a:solidFill>
            <a:srgbClr val="00B0F0"/>
          </a:solidFill>
          <a:ln w="6350">
            <a:solidFill>
              <a:srgbClr val="00B0F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추가하기</a:t>
            </a:r>
            <a:endParaRPr lang="en-US" altLang="ko-KR" sz="700" dirty="0">
              <a:solidFill>
                <a:schemeClr val="bg1"/>
              </a:solidFill>
            </a:endParaRPr>
          </a:p>
        </p:txBody>
      </p:sp>
      <p:sp>
        <p:nvSpPr>
          <p:cNvPr id="70" name="직사각형 69">
            <a:extLst>
              <a:ext uri="{FF2B5EF4-FFF2-40B4-BE49-F238E27FC236}">
                <a16:creationId xmlns:a16="http://schemas.microsoft.com/office/drawing/2014/main" id="{EF2E8987-69CB-4172-BF6A-695A3A7DD597}"/>
              </a:ext>
            </a:extLst>
          </p:cNvPr>
          <p:cNvSpPr/>
          <p:nvPr userDrawn="1"/>
        </p:nvSpPr>
        <p:spPr>
          <a:xfrm>
            <a:off x="8031794" y="4054828"/>
            <a:ext cx="729245" cy="184881"/>
          </a:xfrm>
          <a:prstGeom prst="rect">
            <a:avLst/>
          </a:prstGeom>
          <a:solidFill>
            <a:srgbClr val="00B0F0"/>
          </a:solidFill>
          <a:ln w="6350">
            <a:solidFill>
              <a:srgbClr val="00B0F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추가하기</a:t>
            </a:r>
            <a:endParaRPr lang="en-US" altLang="ko-KR" sz="700" dirty="0">
              <a:solidFill>
                <a:schemeClr val="bg1"/>
              </a:solidFill>
            </a:endParaRPr>
          </a:p>
        </p:txBody>
      </p:sp>
      <p:sp>
        <p:nvSpPr>
          <p:cNvPr id="211" name="직사각형 210">
            <a:extLst>
              <a:ext uri="{FF2B5EF4-FFF2-40B4-BE49-F238E27FC236}">
                <a16:creationId xmlns:a16="http://schemas.microsoft.com/office/drawing/2014/main" id="{DBBEA88E-D087-4BA4-AA64-91406F6B5D62}"/>
              </a:ext>
            </a:extLst>
          </p:cNvPr>
          <p:cNvSpPr/>
          <p:nvPr userDrawn="1"/>
        </p:nvSpPr>
        <p:spPr>
          <a:xfrm>
            <a:off x="1122625" y="2345173"/>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212" name="직사각형 211">
            <a:extLst>
              <a:ext uri="{FF2B5EF4-FFF2-40B4-BE49-F238E27FC236}">
                <a16:creationId xmlns:a16="http://schemas.microsoft.com/office/drawing/2014/main" id="{BBD0E63A-6640-4755-B343-2C68D8CF28B1}"/>
              </a:ext>
            </a:extLst>
          </p:cNvPr>
          <p:cNvSpPr/>
          <p:nvPr userDrawn="1"/>
        </p:nvSpPr>
        <p:spPr>
          <a:xfrm>
            <a:off x="1951932" y="2345173"/>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sp>
        <p:nvSpPr>
          <p:cNvPr id="213" name="직사각형 212">
            <a:extLst>
              <a:ext uri="{FF2B5EF4-FFF2-40B4-BE49-F238E27FC236}">
                <a16:creationId xmlns:a16="http://schemas.microsoft.com/office/drawing/2014/main" id="{666A0944-6128-43FE-B1BF-EBAC5B0044A8}"/>
              </a:ext>
            </a:extLst>
          </p:cNvPr>
          <p:cNvSpPr/>
          <p:nvPr userDrawn="1"/>
        </p:nvSpPr>
        <p:spPr>
          <a:xfrm>
            <a:off x="2781239" y="2339237"/>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세분류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Tree>
    <p:extLst>
      <p:ext uri="{BB962C8B-B14F-4D97-AF65-F5344CB8AC3E}">
        <p14:creationId xmlns:p14="http://schemas.microsoft.com/office/powerpoint/2010/main" val="65853096"/>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3_Shop 채널 등록폼 오픈화면">
    <p:spTree>
      <p:nvGrpSpPr>
        <p:cNvPr id="1" name=""/>
        <p:cNvGrpSpPr/>
        <p:nvPr/>
      </p:nvGrpSpPr>
      <p:grpSpPr>
        <a:xfrm>
          <a:off x="0" y="0"/>
          <a:ext cx="0" cy="0"/>
          <a:chOff x="0" y="0"/>
          <a:chExt cx="0" cy="0"/>
        </a:xfrm>
      </p:grpSpPr>
      <p:sp>
        <p:nvSpPr>
          <p:cNvPr id="23" name="직사각형 22">
            <a:extLst>
              <a:ext uri="{FF2B5EF4-FFF2-40B4-BE49-F238E27FC236}">
                <a16:creationId xmlns:a16="http://schemas.microsoft.com/office/drawing/2014/main" id="{ABECF5B2-BB1D-4F9C-BD28-75B0133AB92B}"/>
              </a:ext>
            </a:extLst>
          </p:cNvPr>
          <p:cNvSpPr/>
          <p:nvPr userDrawn="1"/>
        </p:nvSpPr>
        <p:spPr>
          <a:xfrm>
            <a:off x="33614" y="40343"/>
            <a:ext cx="10078574" cy="9127720"/>
          </a:xfrm>
          <a:prstGeom prst="rect">
            <a:avLst/>
          </a:prstGeom>
          <a:solidFill>
            <a:schemeClr val="bg1"/>
          </a:solid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직사각형 19">
            <a:extLst>
              <a:ext uri="{FF2B5EF4-FFF2-40B4-BE49-F238E27FC236}">
                <a16:creationId xmlns:a16="http://schemas.microsoft.com/office/drawing/2014/main" id="{24B31EC4-B77E-4BDD-BCB1-EE54DDB97E66}"/>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 name="직사각형 20">
            <a:extLst>
              <a:ext uri="{FF2B5EF4-FFF2-40B4-BE49-F238E27FC236}">
                <a16:creationId xmlns:a16="http://schemas.microsoft.com/office/drawing/2014/main" id="{2E720B41-4B53-4A2A-B4B6-88B14D1AD957}"/>
              </a:ext>
            </a:extLst>
          </p:cNvPr>
          <p:cNvSpPr/>
          <p:nvPr userDrawn="1"/>
        </p:nvSpPr>
        <p:spPr>
          <a:xfrm>
            <a:off x="108568" y="10805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22" name="직사각형 21">
            <a:extLst>
              <a:ext uri="{FF2B5EF4-FFF2-40B4-BE49-F238E27FC236}">
                <a16:creationId xmlns:a16="http://schemas.microsoft.com/office/drawing/2014/main" id="{6C12EB54-390D-4D48-AC84-E09B504EEA7B}"/>
              </a:ext>
            </a:extLst>
          </p:cNvPr>
          <p:cNvSpPr/>
          <p:nvPr userDrawn="1"/>
        </p:nvSpPr>
        <p:spPr>
          <a:xfrm>
            <a:off x="8029664" y="107186"/>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graphicFrame>
        <p:nvGraphicFramePr>
          <p:cNvPr id="81" name="표 5">
            <a:extLst>
              <a:ext uri="{FF2B5EF4-FFF2-40B4-BE49-F238E27FC236}">
                <a16:creationId xmlns:a16="http://schemas.microsoft.com/office/drawing/2014/main" id="{2122EEFF-A4DB-48C7-8996-7DF6C1765AC9}"/>
              </a:ext>
            </a:extLst>
          </p:cNvPr>
          <p:cNvGraphicFramePr>
            <a:graphicFrameLocks noGrp="1"/>
          </p:cNvGraphicFramePr>
          <p:nvPr userDrawn="1">
            <p:extLst>
              <p:ext uri="{D42A27DB-BD31-4B8C-83A1-F6EECF244321}">
                <p14:modId xmlns:p14="http://schemas.microsoft.com/office/powerpoint/2010/main" val="3162153052"/>
              </p:ext>
            </p:extLst>
          </p:nvPr>
        </p:nvGraphicFramePr>
        <p:xfrm>
          <a:off x="93134" y="550332"/>
          <a:ext cx="9922935" cy="243840"/>
        </p:xfrm>
        <a:graphic>
          <a:graphicData uri="http://schemas.openxmlformats.org/drawingml/2006/table">
            <a:tbl>
              <a:tblPr firstRow="1" bandRow="1">
                <a:tableStyleId>{5940675A-B579-460E-94D1-54222C63F5DA}</a:tableStyleId>
              </a:tblPr>
              <a:tblGrid>
                <a:gridCol w="3307645">
                  <a:extLst>
                    <a:ext uri="{9D8B030D-6E8A-4147-A177-3AD203B41FA5}">
                      <a16:colId xmlns:a16="http://schemas.microsoft.com/office/drawing/2014/main" val="3230482263"/>
                    </a:ext>
                  </a:extLst>
                </a:gridCol>
                <a:gridCol w="3307645">
                  <a:extLst>
                    <a:ext uri="{9D8B030D-6E8A-4147-A177-3AD203B41FA5}">
                      <a16:colId xmlns:a16="http://schemas.microsoft.com/office/drawing/2014/main" val="3730242496"/>
                    </a:ext>
                  </a:extLst>
                </a:gridCol>
                <a:gridCol w="3307645">
                  <a:extLst>
                    <a:ext uri="{9D8B030D-6E8A-4147-A177-3AD203B41FA5}">
                      <a16:colId xmlns:a16="http://schemas.microsoft.com/office/drawing/2014/main" val="844434264"/>
                    </a:ext>
                  </a:extLst>
                </a:gridCol>
              </a:tblGrid>
              <a:tr h="127001">
                <a:tc>
                  <a:txBody>
                    <a:bodyPr/>
                    <a:lstStyle/>
                    <a:p>
                      <a:pPr algn="ctr" latinLnBrk="1"/>
                      <a:r>
                        <a:rPr lang="en-US" altLang="ko-KR" sz="1000" b="0" dirty="0">
                          <a:solidFill>
                            <a:schemeClr val="tx1"/>
                          </a:solidFill>
                        </a:rPr>
                        <a:t>Shop </a:t>
                      </a:r>
                      <a:r>
                        <a:rPr lang="ko-KR" altLang="en-US" sz="1000" b="0" dirty="0">
                          <a:solidFill>
                            <a:schemeClr val="tx1"/>
                          </a:solidFill>
                        </a:rPr>
                        <a:t>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1" dirty="0">
                          <a:solidFill>
                            <a:schemeClr val="bg1"/>
                          </a:solidFill>
                        </a:rPr>
                        <a:t>판매상품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1000" dirty="0"/>
                        <a:t>커뮤니티</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226348592"/>
                  </a:ext>
                </a:extLst>
              </a:tr>
            </a:tbl>
          </a:graphicData>
        </a:graphic>
      </p:graphicFrame>
      <p:sp>
        <p:nvSpPr>
          <p:cNvPr id="56" name="TextBox 55">
            <a:extLst>
              <a:ext uri="{FF2B5EF4-FFF2-40B4-BE49-F238E27FC236}">
                <a16:creationId xmlns:a16="http://schemas.microsoft.com/office/drawing/2014/main" id="{EC507F3E-6C15-4388-AA73-642898755886}"/>
              </a:ext>
            </a:extLst>
          </p:cNvPr>
          <p:cNvSpPr txBox="1"/>
          <p:nvPr userDrawn="1"/>
        </p:nvSpPr>
        <p:spPr>
          <a:xfrm>
            <a:off x="101678" y="1010238"/>
            <a:ext cx="2530203" cy="215444"/>
          </a:xfrm>
          <a:prstGeom prst="rect">
            <a:avLst/>
          </a:prstGeom>
          <a:noFill/>
        </p:spPr>
        <p:txBody>
          <a:bodyPr wrap="square" rtlCol="0">
            <a:spAutoFit/>
          </a:bodyPr>
          <a:lstStyle/>
          <a:p>
            <a:r>
              <a:rPr lang="ko-KR" altLang="en-US" sz="800" b="1" dirty="0">
                <a:latin typeface="맑은 고딕" panose="020B0503020000020004" pitchFamily="50" charset="-127"/>
              </a:rPr>
              <a:t>■ </a:t>
            </a:r>
            <a:r>
              <a:rPr lang="ko-KR" altLang="en-US" sz="800" b="1" dirty="0"/>
              <a:t>총 </a:t>
            </a:r>
            <a:r>
              <a:rPr lang="en-US" altLang="ko-KR" sz="800" b="1" dirty="0"/>
              <a:t>3 </a:t>
            </a:r>
            <a:r>
              <a:rPr lang="ko-KR" altLang="en-US" sz="800" b="1" dirty="0"/>
              <a:t>건</a:t>
            </a:r>
          </a:p>
        </p:txBody>
      </p:sp>
      <p:graphicFrame>
        <p:nvGraphicFramePr>
          <p:cNvPr id="57" name="표 56">
            <a:extLst>
              <a:ext uri="{FF2B5EF4-FFF2-40B4-BE49-F238E27FC236}">
                <a16:creationId xmlns:a16="http://schemas.microsoft.com/office/drawing/2014/main" id="{0F414ED9-99D5-4184-9AA3-3490B09B4391}"/>
              </a:ext>
            </a:extLst>
          </p:cNvPr>
          <p:cNvGraphicFramePr>
            <a:graphicFrameLocks noGrp="1"/>
          </p:cNvGraphicFramePr>
          <p:nvPr userDrawn="1">
            <p:extLst>
              <p:ext uri="{D42A27DB-BD31-4B8C-83A1-F6EECF244321}">
                <p14:modId xmlns:p14="http://schemas.microsoft.com/office/powerpoint/2010/main" val="4121235615"/>
              </p:ext>
            </p:extLst>
          </p:nvPr>
        </p:nvGraphicFramePr>
        <p:xfrm>
          <a:off x="182075" y="1251871"/>
          <a:ext cx="9833995" cy="4983422"/>
        </p:xfrm>
        <a:graphic>
          <a:graphicData uri="http://schemas.openxmlformats.org/drawingml/2006/table">
            <a:tbl>
              <a:tblPr firstRow="1" bandRow="1">
                <a:tableStyleId>{5C22544A-7EE6-4342-B048-85BDC9FD1C3A}</a:tableStyleId>
              </a:tblPr>
              <a:tblGrid>
                <a:gridCol w="390419">
                  <a:extLst>
                    <a:ext uri="{9D8B030D-6E8A-4147-A177-3AD203B41FA5}">
                      <a16:colId xmlns:a16="http://schemas.microsoft.com/office/drawing/2014/main" val="20000"/>
                    </a:ext>
                  </a:extLst>
                </a:gridCol>
                <a:gridCol w="707666">
                  <a:extLst>
                    <a:ext uri="{9D8B030D-6E8A-4147-A177-3AD203B41FA5}">
                      <a16:colId xmlns:a16="http://schemas.microsoft.com/office/drawing/2014/main" val="20002"/>
                    </a:ext>
                  </a:extLst>
                </a:gridCol>
                <a:gridCol w="2234139">
                  <a:extLst>
                    <a:ext uri="{9D8B030D-6E8A-4147-A177-3AD203B41FA5}">
                      <a16:colId xmlns:a16="http://schemas.microsoft.com/office/drawing/2014/main" val="20004"/>
                    </a:ext>
                  </a:extLst>
                </a:gridCol>
                <a:gridCol w="627797">
                  <a:extLst>
                    <a:ext uri="{9D8B030D-6E8A-4147-A177-3AD203B41FA5}">
                      <a16:colId xmlns:a16="http://schemas.microsoft.com/office/drawing/2014/main" val="1538783997"/>
                    </a:ext>
                  </a:extLst>
                </a:gridCol>
                <a:gridCol w="955343">
                  <a:extLst>
                    <a:ext uri="{9D8B030D-6E8A-4147-A177-3AD203B41FA5}">
                      <a16:colId xmlns:a16="http://schemas.microsoft.com/office/drawing/2014/main" val="2527584646"/>
                    </a:ext>
                  </a:extLst>
                </a:gridCol>
                <a:gridCol w="1310185">
                  <a:extLst>
                    <a:ext uri="{9D8B030D-6E8A-4147-A177-3AD203B41FA5}">
                      <a16:colId xmlns:a16="http://schemas.microsoft.com/office/drawing/2014/main" val="3237610251"/>
                    </a:ext>
                  </a:extLst>
                </a:gridCol>
                <a:gridCol w="736979">
                  <a:extLst>
                    <a:ext uri="{9D8B030D-6E8A-4147-A177-3AD203B41FA5}">
                      <a16:colId xmlns:a16="http://schemas.microsoft.com/office/drawing/2014/main" val="20006"/>
                    </a:ext>
                  </a:extLst>
                </a:gridCol>
                <a:gridCol w="805218">
                  <a:extLst>
                    <a:ext uri="{9D8B030D-6E8A-4147-A177-3AD203B41FA5}">
                      <a16:colId xmlns:a16="http://schemas.microsoft.com/office/drawing/2014/main" val="20007"/>
                    </a:ext>
                  </a:extLst>
                </a:gridCol>
                <a:gridCol w="859809">
                  <a:extLst>
                    <a:ext uri="{9D8B030D-6E8A-4147-A177-3AD203B41FA5}">
                      <a16:colId xmlns:a16="http://schemas.microsoft.com/office/drawing/2014/main" val="20009"/>
                    </a:ext>
                  </a:extLst>
                </a:gridCol>
                <a:gridCol w="1206440">
                  <a:extLst>
                    <a:ext uri="{9D8B030D-6E8A-4147-A177-3AD203B41FA5}">
                      <a16:colId xmlns:a16="http://schemas.microsoft.com/office/drawing/2014/main" val="20008"/>
                    </a:ext>
                  </a:extLst>
                </a:gridCol>
              </a:tblGrid>
              <a:tr h="0">
                <a:tc>
                  <a:txBody>
                    <a:bodyPr/>
                    <a:lstStyle/>
                    <a:p>
                      <a:pPr algn="ctr" latinLnBrk="1"/>
                      <a:r>
                        <a:rPr lang="ko-KR" altLang="en-US" sz="800" b="0" dirty="0">
                          <a:solidFill>
                            <a:schemeClr val="tx1"/>
                          </a:solidFill>
                        </a:rPr>
                        <a:t>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제약조건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재고</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판매이익</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수정</a:t>
                      </a:r>
                      <a:r>
                        <a:rPr lang="en-US" altLang="ko-KR" sz="800" b="0" dirty="0">
                          <a:solidFill>
                            <a:schemeClr val="tx1"/>
                          </a:solidFill>
                        </a:rPr>
                        <a:t>/</a:t>
                      </a:r>
                      <a:r>
                        <a:rPr lang="ko-KR" altLang="en-US" sz="800" b="0" dirty="0">
                          <a:solidFill>
                            <a:schemeClr val="tx1"/>
                          </a:solidFill>
                        </a:rPr>
                        <a:t>삭제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11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baseline="0" dirty="0">
                        <a:solidFill>
                          <a:schemeClr val="tx1"/>
                        </a:solidFill>
                      </a:endParaRPr>
                    </a:p>
                    <a:p>
                      <a:pPr algn="l" latinLnBrk="1">
                        <a:lnSpc>
                          <a:spcPct val="150000"/>
                        </a:lnSpc>
                      </a:pP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a:solidFill>
                            <a:schemeClr val="tx1"/>
                          </a:solidFill>
                        </a:rPr>
                        <a:t>판매</a:t>
                      </a: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a:solidFill>
                            <a:schemeClr val="tx1"/>
                          </a:solidFill>
                        </a:rPr>
                        <a:t>없음</a:t>
                      </a: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err="1">
                          <a:solidFill>
                            <a:schemeClr val="tx1"/>
                          </a:solidFill>
                        </a:rPr>
                        <a:t>수량제한없음</a:t>
                      </a: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3,500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1,500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10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범위형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10,000 </a:t>
                      </a:r>
                      <a:r>
                        <a:rPr lang="ko-KR" altLang="en-US" sz="800" b="0" dirty="0">
                          <a:solidFill>
                            <a:schemeClr val="tx1"/>
                          </a:solidFill>
                        </a:rPr>
                        <a:t>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7,000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9</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고정형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500,000 </a:t>
                      </a:r>
                      <a:r>
                        <a:rPr lang="ko-KR" altLang="en-US" sz="800" b="0" dirty="0">
                          <a:solidFill>
                            <a:schemeClr val="tx1"/>
                          </a:solidFill>
                        </a:rPr>
                        <a:t>개</a:t>
                      </a:r>
                      <a:br>
                        <a:rPr lang="en-US" altLang="ko-KR" sz="800" b="0" dirty="0">
                          <a:solidFill>
                            <a:schemeClr val="tx1"/>
                          </a:solidFill>
                        </a:rPr>
                      </a:br>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4,000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4,300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algn="ctr" latinLnBrk="1"/>
                      <a:r>
                        <a:rPr lang="en-US" altLang="ko-KR" sz="800" b="0" dirty="0">
                          <a:solidFill>
                            <a:schemeClr val="tx1"/>
                          </a:solidFill>
                        </a:rPr>
                        <a:t>8</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a:solidFill>
                            <a:schemeClr val="tx1"/>
                          </a:solidFill>
                        </a:rPr>
                        <a:t>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err="1">
                          <a:solidFill>
                            <a:schemeClr val="tx1"/>
                          </a:solidFill>
                        </a:rPr>
                        <a:t>수량제한없음</a:t>
                      </a: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3,500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1,500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279476780"/>
                  </a:ext>
                </a:extLst>
              </a:tr>
              <a:tr h="0">
                <a:tc>
                  <a:txBody>
                    <a:bodyPr/>
                    <a:lstStyle/>
                    <a:p>
                      <a:pPr algn="ctr" latinLnBrk="1"/>
                      <a:r>
                        <a:rPr lang="en-US" altLang="ko-KR" sz="800" b="0" dirty="0">
                          <a:solidFill>
                            <a:schemeClr val="tx1"/>
                          </a:solidFill>
                        </a:rPr>
                        <a:t>7</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a:solidFill>
                            <a:schemeClr val="tx1"/>
                          </a:solidFill>
                        </a:rPr>
                        <a:t>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err="1">
                          <a:solidFill>
                            <a:schemeClr val="tx1"/>
                          </a:solidFill>
                        </a:rPr>
                        <a:t>수량제한없음</a:t>
                      </a: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3,500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1,500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587146767"/>
                  </a:ext>
                </a:extLst>
              </a:tr>
              <a:tr h="0">
                <a:tc>
                  <a:txBody>
                    <a:bodyPr/>
                    <a:lstStyle/>
                    <a:p>
                      <a:pPr algn="ctr" latinLnBrk="1"/>
                      <a:r>
                        <a:rPr lang="en-US" altLang="ko-KR" sz="800" b="0" dirty="0">
                          <a:solidFill>
                            <a:schemeClr val="tx1"/>
                          </a:solidFill>
                        </a:rPr>
                        <a:t>6</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고정형</a:t>
                      </a: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500,000 </a:t>
                      </a:r>
                      <a:r>
                        <a:rPr lang="ko-KR" altLang="en-US" sz="800" b="0" dirty="0">
                          <a:solidFill>
                            <a:schemeClr val="tx1"/>
                          </a:solidFill>
                        </a:rPr>
                        <a:t>개</a:t>
                      </a:r>
                      <a:br>
                        <a:rPr lang="en-US" altLang="ko-KR" sz="800" b="0" dirty="0">
                          <a:solidFill>
                            <a:schemeClr val="tx1"/>
                          </a:solidFill>
                        </a:rPr>
                      </a:br>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4,000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4,300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748278696"/>
                  </a:ext>
                </a:extLst>
              </a:tr>
              <a:tr h="0">
                <a:tc>
                  <a:txBody>
                    <a:bodyPr/>
                    <a:lstStyle/>
                    <a:p>
                      <a:pPr algn="ctr" latinLnBrk="1"/>
                      <a:r>
                        <a:rPr lang="en-US" altLang="ko-KR" sz="800" b="0" dirty="0">
                          <a:solidFill>
                            <a:schemeClr val="tx1"/>
                          </a:solidFill>
                        </a:rPr>
                        <a:t>5</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범위형</a:t>
                      </a: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10,000 </a:t>
                      </a:r>
                      <a:r>
                        <a:rPr lang="ko-KR" altLang="en-US" sz="800" b="0" dirty="0">
                          <a:solidFill>
                            <a:schemeClr val="tx1"/>
                          </a:solidFill>
                        </a:rPr>
                        <a:t>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7,000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662529820"/>
                  </a:ext>
                </a:extLst>
              </a:tr>
              <a:tr h="0">
                <a:tc>
                  <a:txBody>
                    <a:bodyPr/>
                    <a:lstStyle/>
                    <a:p>
                      <a:pPr algn="ctr" latinLnBrk="1"/>
                      <a:r>
                        <a:rPr lang="en-US" altLang="ko-KR" sz="800" b="0" dirty="0">
                          <a:solidFill>
                            <a:schemeClr val="tx1"/>
                          </a:solidFill>
                        </a:rPr>
                        <a:t>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a:solidFill>
                            <a:schemeClr val="tx1"/>
                          </a:solidFill>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lnSpc>
                          <a:spcPct val="150000"/>
                        </a:lnSpc>
                      </a:pPr>
                      <a:r>
                        <a:rPr lang="ko-KR" altLang="en-US" sz="800" b="0" dirty="0">
                          <a:solidFill>
                            <a:schemeClr val="tx1"/>
                          </a:solidFill>
                        </a:rPr>
                        <a:t>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고정형</a:t>
                      </a: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err="1">
                          <a:solidFill>
                            <a:schemeClr val="tx1"/>
                          </a:solidFill>
                        </a:rPr>
                        <a:t>수량제한없음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4,000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4,300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300 </a:t>
                      </a:r>
                      <a:r>
                        <a:rPr lang="ko-KR" altLang="en-US" sz="800" b="0" dirty="0">
                          <a:solidFill>
                            <a:schemeClr val="tx1"/>
                          </a:solidFill>
                        </a:rPr>
                        <a:t>원</a:t>
                      </a:r>
                    </a:p>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453488250"/>
                  </a:ext>
                </a:extLst>
              </a:tr>
              <a:tr h="0">
                <a:tc>
                  <a:txBody>
                    <a:bodyPr/>
                    <a:lstStyle/>
                    <a:p>
                      <a:pPr algn="ctr" latinLnBrk="1"/>
                      <a:r>
                        <a:rPr lang="en-US" altLang="ko-KR" sz="800" b="0" dirty="0">
                          <a:solidFill>
                            <a:schemeClr val="tx1"/>
                          </a:solidFill>
                        </a:rPr>
                        <a:t>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a:solidFill>
                            <a:schemeClr val="tx1"/>
                          </a:solidFill>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lnSpc>
                          <a:spcPct val="150000"/>
                        </a:lnSpc>
                      </a:pPr>
                      <a:r>
                        <a:rPr lang="ko-KR" altLang="en-US" sz="800" b="0" dirty="0">
                          <a:solidFill>
                            <a:schemeClr val="tx1"/>
                          </a:solidFill>
                        </a:rPr>
                        <a:t>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a:solidFill>
                            <a:schemeClr val="tx1"/>
                          </a:solidFill>
                        </a:rPr>
                        <a:t>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err="1">
                          <a:solidFill>
                            <a:schemeClr val="tx1"/>
                          </a:solidFill>
                        </a:rPr>
                        <a:t>수량제한없음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4,000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4,300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300 </a:t>
                      </a:r>
                      <a:r>
                        <a:rPr lang="ko-KR" altLang="en-US" sz="800" b="0" dirty="0">
                          <a:solidFill>
                            <a:schemeClr val="tx1"/>
                          </a:solidFill>
                        </a:rPr>
                        <a:t>원</a:t>
                      </a:r>
                    </a:p>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920465824"/>
                  </a:ext>
                </a:extLst>
              </a:tr>
              <a:tr h="0">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a:solidFill>
                            <a:schemeClr val="tx1"/>
                          </a:solidFill>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lnSpc>
                          <a:spcPct val="150000"/>
                        </a:lnSpc>
                      </a:pPr>
                      <a:r>
                        <a:rPr lang="ko-KR" altLang="en-US" sz="800" b="0" dirty="0">
                          <a:solidFill>
                            <a:schemeClr val="tx1"/>
                          </a:solidFill>
                        </a:rPr>
                        <a:t>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범위형</a:t>
                      </a: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err="1">
                          <a:solidFill>
                            <a:schemeClr val="tx1"/>
                          </a:solidFill>
                        </a:rPr>
                        <a:t>수량제한없음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4,000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4,300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300 </a:t>
                      </a:r>
                      <a:r>
                        <a:rPr lang="ko-KR" altLang="en-US" sz="800" b="0" dirty="0">
                          <a:solidFill>
                            <a:schemeClr val="tx1"/>
                          </a:solidFill>
                        </a:rPr>
                        <a:t>원</a:t>
                      </a:r>
                    </a:p>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011087332"/>
                  </a:ext>
                </a:extLst>
              </a:tr>
              <a:tr h="0">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a:solidFill>
                            <a:schemeClr val="tx1"/>
                          </a:solidFill>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lnSpc>
                          <a:spcPct val="150000"/>
                        </a:lnSpc>
                      </a:pPr>
                      <a:r>
                        <a:rPr lang="ko-KR" altLang="en-US" sz="800" b="0" dirty="0">
                          <a:solidFill>
                            <a:schemeClr val="tx1"/>
                          </a:solidFill>
                        </a:rPr>
                        <a:t>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범위형</a:t>
                      </a: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err="1">
                          <a:solidFill>
                            <a:schemeClr val="tx1"/>
                          </a:solidFill>
                        </a:rPr>
                        <a:t>수량제한없음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4,000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4,300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300 </a:t>
                      </a:r>
                      <a:r>
                        <a:rPr lang="ko-KR" altLang="en-US" sz="800" b="0" dirty="0">
                          <a:solidFill>
                            <a:schemeClr val="tx1"/>
                          </a:solidFill>
                        </a:rPr>
                        <a:t>원</a:t>
                      </a:r>
                    </a:p>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4008548364"/>
                  </a:ext>
                </a:extLst>
              </a:tr>
            </a:tbl>
          </a:graphicData>
        </a:graphic>
      </p:graphicFrame>
      <p:sp>
        <p:nvSpPr>
          <p:cNvPr id="58" name="직사각형 57">
            <a:extLst>
              <a:ext uri="{FF2B5EF4-FFF2-40B4-BE49-F238E27FC236}">
                <a16:creationId xmlns:a16="http://schemas.microsoft.com/office/drawing/2014/main" id="{3A68D84A-1AD9-4168-A98E-D7DA891748E1}"/>
              </a:ext>
            </a:extLst>
          </p:cNvPr>
          <p:cNvSpPr/>
          <p:nvPr userDrawn="1"/>
        </p:nvSpPr>
        <p:spPr>
          <a:xfrm>
            <a:off x="9104453" y="6453555"/>
            <a:ext cx="911616" cy="196067"/>
          </a:xfrm>
          <a:prstGeom prst="rect">
            <a:avLst/>
          </a:prstGeom>
          <a:solidFill>
            <a:schemeClr val="accent5">
              <a:lumMod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상품추가</a:t>
            </a:r>
            <a:endParaRPr lang="en-US" altLang="ko-KR" sz="800" dirty="0">
              <a:solidFill>
                <a:schemeClr val="bg1"/>
              </a:solidFill>
            </a:endParaRPr>
          </a:p>
        </p:txBody>
      </p:sp>
      <p:grpSp>
        <p:nvGrpSpPr>
          <p:cNvPr id="12" name="그룹 11">
            <a:extLst>
              <a:ext uri="{FF2B5EF4-FFF2-40B4-BE49-F238E27FC236}">
                <a16:creationId xmlns:a16="http://schemas.microsoft.com/office/drawing/2014/main" id="{E2F94290-C8E3-43D4-ADDC-4E41CEDD98FC}"/>
              </a:ext>
            </a:extLst>
          </p:cNvPr>
          <p:cNvGrpSpPr/>
          <p:nvPr userDrawn="1"/>
        </p:nvGrpSpPr>
        <p:grpSpPr>
          <a:xfrm>
            <a:off x="1356315" y="1472647"/>
            <a:ext cx="2414204" cy="437877"/>
            <a:chOff x="1356315" y="1472647"/>
            <a:chExt cx="2414204" cy="437877"/>
          </a:xfrm>
        </p:grpSpPr>
        <p:grpSp>
          <p:nvGrpSpPr>
            <p:cNvPr id="60" name="그룹 59">
              <a:extLst>
                <a:ext uri="{FF2B5EF4-FFF2-40B4-BE49-F238E27FC236}">
                  <a16:creationId xmlns:a16="http://schemas.microsoft.com/office/drawing/2014/main" id="{23322CAF-2DDD-417A-BAEE-8E448D265661}"/>
                </a:ext>
              </a:extLst>
            </p:cNvPr>
            <p:cNvGrpSpPr/>
            <p:nvPr/>
          </p:nvGrpSpPr>
          <p:grpSpPr>
            <a:xfrm>
              <a:off x="1356315" y="1560013"/>
              <a:ext cx="517956" cy="248122"/>
              <a:chOff x="2681976" y="1955121"/>
              <a:chExt cx="1929510" cy="596970"/>
            </a:xfrm>
          </p:grpSpPr>
          <p:sp>
            <p:nvSpPr>
              <p:cNvPr id="62" name="Border">
                <a:extLst>
                  <a:ext uri="{FF2B5EF4-FFF2-40B4-BE49-F238E27FC236}">
                    <a16:creationId xmlns:a16="http://schemas.microsoft.com/office/drawing/2014/main" id="{75FF612D-40C7-4262-9E61-5BEFB329956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3" name="Line 2">
                <a:extLst>
                  <a:ext uri="{FF2B5EF4-FFF2-40B4-BE49-F238E27FC236}">
                    <a16:creationId xmlns:a16="http://schemas.microsoft.com/office/drawing/2014/main" id="{31350406-8664-43AD-9652-7D2C08C4C182}"/>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4" name="Line 1">
                <a:extLst>
                  <a:ext uri="{FF2B5EF4-FFF2-40B4-BE49-F238E27FC236}">
                    <a16:creationId xmlns:a16="http://schemas.microsoft.com/office/drawing/2014/main" id="{A9B3F2AB-6CAE-4226-9283-F216766DD8B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5" name="TextBox 64">
                <a:extLst>
                  <a:ext uri="{FF2B5EF4-FFF2-40B4-BE49-F238E27FC236}">
                    <a16:creationId xmlns:a16="http://schemas.microsoft.com/office/drawing/2014/main" id="{ED4A2A69-92B9-4150-B695-1CBE8FE6B453}"/>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61" name="직사각형 60">
              <a:extLst>
                <a:ext uri="{FF2B5EF4-FFF2-40B4-BE49-F238E27FC236}">
                  <a16:creationId xmlns:a16="http://schemas.microsoft.com/office/drawing/2014/main" id="{3C090ECB-0240-4E56-AE61-6B6AC9E061CA}"/>
                </a:ext>
              </a:extLst>
            </p:cNvPr>
            <p:cNvSpPr/>
            <p:nvPr/>
          </p:nvSpPr>
          <p:spPr>
            <a:xfrm>
              <a:off x="1874271" y="1472647"/>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pSp>
      <p:grpSp>
        <p:nvGrpSpPr>
          <p:cNvPr id="11" name="그룹 10">
            <a:extLst>
              <a:ext uri="{FF2B5EF4-FFF2-40B4-BE49-F238E27FC236}">
                <a16:creationId xmlns:a16="http://schemas.microsoft.com/office/drawing/2014/main" id="{64FB75F7-1582-4477-93A4-605BF4D4A9D7}"/>
              </a:ext>
            </a:extLst>
          </p:cNvPr>
          <p:cNvGrpSpPr/>
          <p:nvPr userDrawn="1"/>
        </p:nvGrpSpPr>
        <p:grpSpPr>
          <a:xfrm>
            <a:off x="1356315" y="1882756"/>
            <a:ext cx="2414204" cy="437877"/>
            <a:chOff x="1356315" y="1882756"/>
            <a:chExt cx="2414204" cy="437877"/>
          </a:xfrm>
        </p:grpSpPr>
        <p:grpSp>
          <p:nvGrpSpPr>
            <p:cNvPr id="67" name="그룹 66">
              <a:extLst>
                <a:ext uri="{FF2B5EF4-FFF2-40B4-BE49-F238E27FC236}">
                  <a16:creationId xmlns:a16="http://schemas.microsoft.com/office/drawing/2014/main" id="{499C57C0-6989-40F8-B52B-1488D8A433E0}"/>
                </a:ext>
              </a:extLst>
            </p:cNvPr>
            <p:cNvGrpSpPr/>
            <p:nvPr/>
          </p:nvGrpSpPr>
          <p:grpSpPr>
            <a:xfrm>
              <a:off x="1356315" y="1970122"/>
              <a:ext cx="517956" cy="248122"/>
              <a:chOff x="2681976" y="1955121"/>
              <a:chExt cx="1929510" cy="596970"/>
            </a:xfrm>
          </p:grpSpPr>
          <p:sp>
            <p:nvSpPr>
              <p:cNvPr id="73" name="Border">
                <a:extLst>
                  <a:ext uri="{FF2B5EF4-FFF2-40B4-BE49-F238E27FC236}">
                    <a16:creationId xmlns:a16="http://schemas.microsoft.com/office/drawing/2014/main" id="{B49A9204-36A2-43A2-9C1D-709BD5527AFB}"/>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2" name="Line 2">
                <a:extLst>
                  <a:ext uri="{FF2B5EF4-FFF2-40B4-BE49-F238E27FC236}">
                    <a16:creationId xmlns:a16="http://schemas.microsoft.com/office/drawing/2014/main" id="{E25AB97B-EBA4-4EBE-A523-5B759388ACB0}"/>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2" name="Line 1">
                <a:extLst>
                  <a:ext uri="{FF2B5EF4-FFF2-40B4-BE49-F238E27FC236}">
                    <a16:creationId xmlns:a16="http://schemas.microsoft.com/office/drawing/2014/main" id="{C32E0A83-6625-4F0B-8A57-83FCFAFCD70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3" name="TextBox 92">
                <a:extLst>
                  <a:ext uri="{FF2B5EF4-FFF2-40B4-BE49-F238E27FC236}">
                    <a16:creationId xmlns:a16="http://schemas.microsoft.com/office/drawing/2014/main" id="{F764981E-A834-4268-9BAB-A964D0C66941}"/>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68" name="직사각형 67">
              <a:extLst>
                <a:ext uri="{FF2B5EF4-FFF2-40B4-BE49-F238E27FC236}">
                  <a16:creationId xmlns:a16="http://schemas.microsoft.com/office/drawing/2014/main" id="{5A94982F-92B4-4832-994A-376E6E248D03}"/>
                </a:ext>
              </a:extLst>
            </p:cNvPr>
            <p:cNvSpPr/>
            <p:nvPr/>
          </p:nvSpPr>
          <p:spPr>
            <a:xfrm>
              <a:off x="1874271" y="1882756"/>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222222</a:t>
              </a:r>
              <a:endParaRPr lang="ko-KR" altLang="en-US" sz="800" b="1" dirty="0"/>
            </a:p>
          </p:txBody>
        </p:sp>
      </p:grpSp>
      <p:grpSp>
        <p:nvGrpSpPr>
          <p:cNvPr id="10" name="그룹 9">
            <a:extLst>
              <a:ext uri="{FF2B5EF4-FFF2-40B4-BE49-F238E27FC236}">
                <a16:creationId xmlns:a16="http://schemas.microsoft.com/office/drawing/2014/main" id="{818261D5-76EC-41D5-B7D0-F8A583A983AE}"/>
              </a:ext>
            </a:extLst>
          </p:cNvPr>
          <p:cNvGrpSpPr/>
          <p:nvPr userDrawn="1"/>
        </p:nvGrpSpPr>
        <p:grpSpPr>
          <a:xfrm>
            <a:off x="1356315" y="2332693"/>
            <a:ext cx="2414204" cy="437877"/>
            <a:chOff x="1356315" y="2332693"/>
            <a:chExt cx="2414204" cy="437877"/>
          </a:xfrm>
        </p:grpSpPr>
        <p:grpSp>
          <p:nvGrpSpPr>
            <p:cNvPr id="95" name="그룹 94">
              <a:extLst>
                <a:ext uri="{FF2B5EF4-FFF2-40B4-BE49-F238E27FC236}">
                  <a16:creationId xmlns:a16="http://schemas.microsoft.com/office/drawing/2014/main" id="{0C8044DB-9CF0-4F8F-8612-72DEC2849CF4}"/>
                </a:ext>
              </a:extLst>
            </p:cNvPr>
            <p:cNvGrpSpPr/>
            <p:nvPr/>
          </p:nvGrpSpPr>
          <p:grpSpPr>
            <a:xfrm>
              <a:off x="1356315" y="2420059"/>
              <a:ext cx="517956" cy="248122"/>
              <a:chOff x="2681976" y="1955121"/>
              <a:chExt cx="1929510" cy="596970"/>
            </a:xfrm>
          </p:grpSpPr>
          <p:sp>
            <p:nvSpPr>
              <p:cNvPr id="97" name="Border">
                <a:extLst>
                  <a:ext uri="{FF2B5EF4-FFF2-40B4-BE49-F238E27FC236}">
                    <a16:creationId xmlns:a16="http://schemas.microsoft.com/office/drawing/2014/main" id="{17F39CF9-20AF-428D-A9BA-A13C0742677C}"/>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8" name="Line 2">
                <a:extLst>
                  <a:ext uri="{FF2B5EF4-FFF2-40B4-BE49-F238E27FC236}">
                    <a16:creationId xmlns:a16="http://schemas.microsoft.com/office/drawing/2014/main" id="{9640F899-ADE7-477D-B43E-DCBE7B29CE30}"/>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9" name="Line 1">
                <a:extLst>
                  <a:ext uri="{FF2B5EF4-FFF2-40B4-BE49-F238E27FC236}">
                    <a16:creationId xmlns:a16="http://schemas.microsoft.com/office/drawing/2014/main" id="{6D862890-D702-4D3E-BFAB-BA793128E5B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0" name="TextBox 99">
                <a:extLst>
                  <a:ext uri="{FF2B5EF4-FFF2-40B4-BE49-F238E27FC236}">
                    <a16:creationId xmlns:a16="http://schemas.microsoft.com/office/drawing/2014/main" id="{6B1B0FB0-2368-4560-B124-7C6782505FFC}"/>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96" name="직사각형 95">
              <a:extLst>
                <a:ext uri="{FF2B5EF4-FFF2-40B4-BE49-F238E27FC236}">
                  <a16:creationId xmlns:a16="http://schemas.microsoft.com/office/drawing/2014/main" id="{F89CADA4-D74E-4D78-8DEF-F5317217559C}"/>
                </a:ext>
              </a:extLst>
            </p:cNvPr>
            <p:cNvSpPr/>
            <p:nvPr/>
          </p:nvSpPr>
          <p:spPr>
            <a:xfrm>
              <a:off x="1874271" y="2332693"/>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333333</a:t>
              </a:r>
              <a:endParaRPr lang="ko-KR" altLang="en-US" sz="800" b="1" dirty="0"/>
            </a:p>
          </p:txBody>
        </p:sp>
      </p:grpSp>
      <p:sp>
        <p:nvSpPr>
          <p:cNvPr id="101" name="직사각형 100">
            <a:extLst>
              <a:ext uri="{FF2B5EF4-FFF2-40B4-BE49-F238E27FC236}">
                <a16:creationId xmlns:a16="http://schemas.microsoft.com/office/drawing/2014/main" id="{C186F8F0-1D14-4671-9618-D65BAB8755FC}"/>
              </a:ext>
            </a:extLst>
          </p:cNvPr>
          <p:cNvSpPr/>
          <p:nvPr userDrawn="1"/>
        </p:nvSpPr>
        <p:spPr>
          <a:xfrm>
            <a:off x="9360401" y="1589414"/>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grpSp>
        <p:nvGrpSpPr>
          <p:cNvPr id="9" name="그룹 8">
            <a:extLst>
              <a:ext uri="{FF2B5EF4-FFF2-40B4-BE49-F238E27FC236}">
                <a16:creationId xmlns:a16="http://schemas.microsoft.com/office/drawing/2014/main" id="{0ECC5B19-A2E1-441E-8082-1E84C6C60B5B}"/>
              </a:ext>
            </a:extLst>
          </p:cNvPr>
          <p:cNvGrpSpPr/>
          <p:nvPr userDrawn="1"/>
        </p:nvGrpSpPr>
        <p:grpSpPr>
          <a:xfrm>
            <a:off x="1356315" y="3216931"/>
            <a:ext cx="2414204" cy="437877"/>
            <a:chOff x="1356315" y="2800673"/>
            <a:chExt cx="2414204" cy="437877"/>
          </a:xfrm>
        </p:grpSpPr>
        <p:grpSp>
          <p:nvGrpSpPr>
            <p:cNvPr id="104" name="그룹 103">
              <a:extLst>
                <a:ext uri="{FF2B5EF4-FFF2-40B4-BE49-F238E27FC236}">
                  <a16:creationId xmlns:a16="http://schemas.microsoft.com/office/drawing/2014/main" id="{F137B7DA-669E-46D5-A4F7-E7A9AFADB902}"/>
                </a:ext>
              </a:extLst>
            </p:cNvPr>
            <p:cNvGrpSpPr/>
            <p:nvPr/>
          </p:nvGrpSpPr>
          <p:grpSpPr>
            <a:xfrm>
              <a:off x="1356315" y="2888039"/>
              <a:ext cx="517956" cy="248122"/>
              <a:chOff x="2681976" y="1955121"/>
              <a:chExt cx="1929510" cy="596970"/>
            </a:xfrm>
          </p:grpSpPr>
          <p:sp>
            <p:nvSpPr>
              <p:cNvPr id="112" name="Border">
                <a:extLst>
                  <a:ext uri="{FF2B5EF4-FFF2-40B4-BE49-F238E27FC236}">
                    <a16:creationId xmlns:a16="http://schemas.microsoft.com/office/drawing/2014/main" id="{85948C22-66F9-417C-BC7C-CBD3F15189C1}"/>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7" name="Line 2">
                <a:extLst>
                  <a:ext uri="{FF2B5EF4-FFF2-40B4-BE49-F238E27FC236}">
                    <a16:creationId xmlns:a16="http://schemas.microsoft.com/office/drawing/2014/main" id="{E4A0B397-521A-4B6C-968D-1287A7165DE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8" name="Line 1">
                <a:extLst>
                  <a:ext uri="{FF2B5EF4-FFF2-40B4-BE49-F238E27FC236}">
                    <a16:creationId xmlns:a16="http://schemas.microsoft.com/office/drawing/2014/main" id="{06A9433F-8712-4A8D-A9C8-A23E784D0BF0}"/>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9" name="TextBox 128">
                <a:extLst>
                  <a:ext uri="{FF2B5EF4-FFF2-40B4-BE49-F238E27FC236}">
                    <a16:creationId xmlns:a16="http://schemas.microsoft.com/office/drawing/2014/main" id="{B375D956-0F6C-444C-8D9D-0D02B13D47BE}"/>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05" name="직사각형 104">
              <a:extLst>
                <a:ext uri="{FF2B5EF4-FFF2-40B4-BE49-F238E27FC236}">
                  <a16:creationId xmlns:a16="http://schemas.microsoft.com/office/drawing/2014/main" id="{16D11B51-C3AA-4680-A260-ADA0A0DD8384}"/>
                </a:ext>
              </a:extLst>
            </p:cNvPr>
            <p:cNvSpPr/>
            <p:nvPr/>
          </p:nvSpPr>
          <p:spPr>
            <a:xfrm>
              <a:off x="1874271" y="2800673"/>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pSp>
      <p:grpSp>
        <p:nvGrpSpPr>
          <p:cNvPr id="8" name="그룹 7">
            <a:extLst>
              <a:ext uri="{FF2B5EF4-FFF2-40B4-BE49-F238E27FC236}">
                <a16:creationId xmlns:a16="http://schemas.microsoft.com/office/drawing/2014/main" id="{590BB279-E88F-492A-9CF9-52E9781E98C3}"/>
              </a:ext>
            </a:extLst>
          </p:cNvPr>
          <p:cNvGrpSpPr/>
          <p:nvPr userDrawn="1"/>
        </p:nvGrpSpPr>
        <p:grpSpPr>
          <a:xfrm>
            <a:off x="1356315" y="3627040"/>
            <a:ext cx="2414204" cy="437877"/>
            <a:chOff x="1356315" y="3210782"/>
            <a:chExt cx="2414204" cy="437877"/>
          </a:xfrm>
        </p:grpSpPr>
        <p:grpSp>
          <p:nvGrpSpPr>
            <p:cNvPr id="131" name="그룹 130">
              <a:extLst>
                <a:ext uri="{FF2B5EF4-FFF2-40B4-BE49-F238E27FC236}">
                  <a16:creationId xmlns:a16="http://schemas.microsoft.com/office/drawing/2014/main" id="{97E535CB-6F2B-4933-B4D2-5E4CA31A2DA7}"/>
                </a:ext>
              </a:extLst>
            </p:cNvPr>
            <p:cNvGrpSpPr/>
            <p:nvPr/>
          </p:nvGrpSpPr>
          <p:grpSpPr>
            <a:xfrm>
              <a:off x="1356315" y="3298148"/>
              <a:ext cx="517956" cy="248122"/>
              <a:chOff x="2681976" y="1955121"/>
              <a:chExt cx="1929510" cy="596970"/>
            </a:xfrm>
          </p:grpSpPr>
          <p:sp>
            <p:nvSpPr>
              <p:cNvPr id="134" name="Border">
                <a:extLst>
                  <a:ext uri="{FF2B5EF4-FFF2-40B4-BE49-F238E27FC236}">
                    <a16:creationId xmlns:a16="http://schemas.microsoft.com/office/drawing/2014/main" id="{C6DAD95B-B3D0-44EE-8624-4B121C0EAD41}"/>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5" name="Line 2">
                <a:extLst>
                  <a:ext uri="{FF2B5EF4-FFF2-40B4-BE49-F238E27FC236}">
                    <a16:creationId xmlns:a16="http://schemas.microsoft.com/office/drawing/2014/main" id="{2963DAAB-6354-4FA4-A4E3-0A52CA4FAAD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6" name="Line 1">
                <a:extLst>
                  <a:ext uri="{FF2B5EF4-FFF2-40B4-BE49-F238E27FC236}">
                    <a16:creationId xmlns:a16="http://schemas.microsoft.com/office/drawing/2014/main" id="{191D6AC6-6B80-46C6-A7C2-50AFD87A6310}"/>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7" name="TextBox 136">
                <a:extLst>
                  <a:ext uri="{FF2B5EF4-FFF2-40B4-BE49-F238E27FC236}">
                    <a16:creationId xmlns:a16="http://schemas.microsoft.com/office/drawing/2014/main" id="{B9D6FBCC-2F9A-4AA5-8671-7197D7C35969}"/>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32" name="직사각형 131">
              <a:extLst>
                <a:ext uri="{FF2B5EF4-FFF2-40B4-BE49-F238E27FC236}">
                  <a16:creationId xmlns:a16="http://schemas.microsoft.com/office/drawing/2014/main" id="{20A8B0F6-AB5A-4C15-887E-85A97592CBD7}"/>
                </a:ext>
              </a:extLst>
            </p:cNvPr>
            <p:cNvSpPr/>
            <p:nvPr/>
          </p:nvSpPr>
          <p:spPr>
            <a:xfrm>
              <a:off x="1874271" y="3210782"/>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222222</a:t>
              </a:r>
              <a:endParaRPr lang="ko-KR" altLang="en-US" sz="800" b="1" dirty="0"/>
            </a:p>
          </p:txBody>
        </p:sp>
      </p:grpSp>
      <p:grpSp>
        <p:nvGrpSpPr>
          <p:cNvPr id="7" name="그룹 6">
            <a:extLst>
              <a:ext uri="{FF2B5EF4-FFF2-40B4-BE49-F238E27FC236}">
                <a16:creationId xmlns:a16="http://schemas.microsoft.com/office/drawing/2014/main" id="{B815A11E-3A6A-4A61-B69A-85A9AF668BBA}"/>
              </a:ext>
            </a:extLst>
          </p:cNvPr>
          <p:cNvGrpSpPr/>
          <p:nvPr userDrawn="1"/>
        </p:nvGrpSpPr>
        <p:grpSpPr>
          <a:xfrm>
            <a:off x="1356315" y="4076977"/>
            <a:ext cx="2414204" cy="437877"/>
            <a:chOff x="1356315" y="3660719"/>
            <a:chExt cx="2414204" cy="437877"/>
          </a:xfrm>
        </p:grpSpPr>
        <p:grpSp>
          <p:nvGrpSpPr>
            <p:cNvPr id="139" name="그룹 138">
              <a:extLst>
                <a:ext uri="{FF2B5EF4-FFF2-40B4-BE49-F238E27FC236}">
                  <a16:creationId xmlns:a16="http://schemas.microsoft.com/office/drawing/2014/main" id="{7620C870-D3D3-4E8D-9223-B24F0603A3CC}"/>
                </a:ext>
              </a:extLst>
            </p:cNvPr>
            <p:cNvGrpSpPr/>
            <p:nvPr/>
          </p:nvGrpSpPr>
          <p:grpSpPr>
            <a:xfrm>
              <a:off x="1356315" y="3748085"/>
              <a:ext cx="517956" cy="248122"/>
              <a:chOff x="2681976" y="1955121"/>
              <a:chExt cx="1929510" cy="596970"/>
            </a:xfrm>
          </p:grpSpPr>
          <p:sp>
            <p:nvSpPr>
              <p:cNvPr id="141" name="Border">
                <a:extLst>
                  <a:ext uri="{FF2B5EF4-FFF2-40B4-BE49-F238E27FC236}">
                    <a16:creationId xmlns:a16="http://schemas.microsoft.com/office/drawing/2014/main" id="{31B9D6FF-CDF2-4062-A553-672795F9473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2" name="Line 2">
                <a:extLst>
                  <a:ext uri="{FF2B5EF4-FFF2-40B4-BE49-F238E27FC236}">
                    <a16:creationId xmlns:a16="http://schemas.microsoft.com/office/drawing/2014/main" id="{BD7CAA71-F129-44D8-9DB6-C081D8C6F47A}"/>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3" name="Line 1">
                <a:extLst>
                  <a:ext uri="{FF2B5EF4-FFF2-40B4-BE49-F238E27FC236}">
                    <a16:creationId xmlns:a16="http://schemas.microsoft.com/office/drawing/2014/main" id="{CF60328B-1EF4-423A-B361-2824C16246E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4" name="TextBox 143">
                <a:extLst>
                  <a:ext uri="{FF2B5EF4-FFF2-40B4-BE49-F238E27FC236}">
                    <a16:creationId xmlns:a16="http://schemas.microsoft.com/office/drawing/2014/main" id="{E8C45213-847E-4C92-935A-5BA82D58D57E}"/>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40" name="직사각형 139">
              <a:extLst>
                <a:ext uri="{FF2B5EF4-FFF2-40B4-BE49-F238E27FC236}">
                  <a16:creationId xmlns:a16="http://schemas.microsoft.com/office/drawing/2014/main" id="{E964BDEC-1E02-4430-B020-C5905ECEB1E2}"/>
                </a:ext>
              </a:extLst>
            </p:cNvPr>
            <p:cNvSpPr/>
            <p:nvPr/>
          </p:nvSpPr>
          <p:spPr>
            <a:xfrm>
              <a:off x="1874271" y="3660719"/>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333333</a:t>
              </a:r>
              <a:endParaRPr lang="ko-KR" altLang="en-US" sz="800" b="1" dirty="0"/>
            </a:p>
          </p:txBody>
        </p:sp>
      </p:grpSp>
      <p:grpSp>
        <p:nvGrpSpPr>
          <p:cNvPr id="6" name="그룹 5">
            <a:extLst>
              <a:ext uri="{FF2B5EF4-FFF2-40B4-BE49-F238E27FC236}">
                <a16:creationId xmlns:a16="http://schemas.microsoft.com/office/drawing/2014/main" id="{596BD037-E40D-4D51-B4D9-CC4ED1503CD6}"/>
              </a:ext>
            </a:extLst>
          </p:cNvPr>
          <p:cNvGrpSpPr/>
          <p:nvPr userDrawn="1"/>
        </p:nvGrpSpPr>
        <p:grpSpPr>
          <a:xfrm>
            <a:off x="1356315" y="4476486"/>
            <a:ext cx="2414204" cy="437877"/>
            <a:chOff x="1356315" y="4060228"/>
            <a:chExt cx="2414204" cy="437877"/>
          </a:xfrm>
        </p:grpSpPr>
        <p:grpSp>
          <p:nvGrpSpPr>
            <p:cNvPr id="146" name="그룹 145">
              <a:extLst>
                <a:ext uri="{FF2B5EF4-FFF2-40B4-BE49-F238E27FC236}">
                  <a16:creationId xmlns:a16="http://schemas.microsoft.com/office/drawing/2014/main" id="{57AA7F9C-0AC1-4F7F-B175-0B2F4353B418}"/>
                </a:ext>
              </a:extLst>
            </p:cNvPr>
            <p:cNvGrpSpPr/>
            <p:nvPr/>
          </p:nvGrpSpPr>
          <p:grpSpPr>
            <a:xfrm>
              <a:off x="1356315" y="4147594"/>
              <a:ext cx="517956" cy="248122"/>
              <a:chOff x="2681976" y="1955121"/>
              <a:chExt cx="1929510" cy="596970"/>
            </a:xfrm>
          </p:grpSpPr>
          <p:sp>
            <p:nvSpPr>
              <p:cNvPr id="148" name="Border">
                <a:extLst>
                  <a:ext uri="{FF2B5EF4-FFF2-40B4-BE49-F238E27FC236}">
                    <a16:creationId xmlns:a16="http://schemas.microsoft.com/office/drawing/2014/main" id="{0A8E2596-B248-462C-A56B-7EDA51FFC91B}"/>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9" name="Line 2">
                <a:extLst>
                  <a:ext uri="{FF2B5EF4-FFF2-40B4-BE49-F238E27FC236}">
                    <a16:creationId xmlns:a16="http://schemas.microsoft.com/office/drawing/2014/main" id="{0E3343A3-09A3-4B98-9019-3CB0FFB39F7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0" name="Line 1">
                <a:extLst>
                  <a:ext uri="{FF2B5EF4-FFF2-40B4-BE49-F238E27FC236}">
                    <a16:creationId xmlns:a16="http://schemas.microsoft.com/office/drawing/2014/main" id="{C340A2B0-BC57-4566-B35F-876C0832676D}"/>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1" name="TextBox 150">
                <a:extLst>
                  <a:ext uri="{FF2B5EF4-FFF2-40B4-BE49-F238E27FC236}">
                    <a16:creationId xmlns:a16="http://schemas.microsoft.com/office/drawing/2014/main" id="{C528245F-B496-4D2F-8C01-984DF4C66161}"/>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47" name="직사각형 146">
              <a:extLst>
                <a:ext uri="{FF2B5EF4-FFF2-40B4-BE49-F238E27FC236}">
                  <a16:creationId xmlns:a16="http://schemas.microsoft.com/office/drawing/2014/main" id="{CC5203FA-13C9-4549-9BE2-BC04138802EA}"/>
                </a:ext>
              </a:extLst>
            </p:cNvPr>
            <p:cNvSpPr/>
            <p:nvPr/>
          </p:nvSpPr>
          <p:spPr>
            <a:xfrm>
              <a:off x="1874271" y="4060228"/>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pSp>
      <p:grpSp>
        <p:nvGrpSpPr>
          <p:cNvPr id="5" name="그룹 4">
            <a:extLst>
              <a:ext uri="{FF2B5EF4-FFF2-40B4-BE49-F238E27FC236}">
                <a16:creationId xmlns:a16="http://schemas.microsoft.com/office/drawing/2014/main" id="{23E0BDA1-6003-4055-8496-FC262E99E585}"/>
              </a:ext>
            </a:extLst>
          </p:cNvPr>
          <p:cNvGrpSpPr/>
          <p:nvPr userDrawn="1"/>
        </p:nvGrpSpPr>
        <p:grpSpPr>
          <a:xfrm>
            <a:off x="1356315" y="4886595"/>
            <a:ext cx="2414204" cy="437877"/>
            <a:chOff x="1356315" y="4470337"/>
            <a:chExt cx="2414204" cy="437877"/>
          </a:xfrm>
        </p:grpSpPr>
        <p:grpSp>
          <p:nvGrpSpPr>
            <p:cNvPr id="153" name="그룹 152">
              <a:extLst>
                <a:ext uri="{FF2B5EF4-FFF2-40B4-BE49-F238E27FC236}">
                  <a16:creationId xmlns:a16="http://schemas.microsoft.com/office/drawing/2014/main" id="{BED0CC24-59F8-470C-8E0A-BB73D426F47E}"/>
                </a:ext>
              </a:extLst>
            </p:cNvPr>
            <p:cNvGrpSpPr/>
            <p:nvPr/>
          </p:nvGrpSpPr>
          <p:grpSpPr>
            <a:xfrm>
              <a:off x="1356315" y="4557703"/>
              <a:ext cx="517956" cy="248122"/>
              <a:chOff x="2681976" y="1955121"/>
              <a:chExt cx="1929510" cy="596970"/>
            </a:xfrm>
          </p:grpSpPr>
          <p:sp>
            <p:nvSpPr>
              <p:cNvPr id="155" name="Border">
                <a:extLst>
                  <a:ext uri="{FF2B5EF4-FFF2-40B4-BE49-F238E27FC236}">
                    <a16:creationId xmlns:a16="http://schemas.microsoft.com/office/drawing/2014/main" id="{9DFD2387-A33F-4475-BF7C-FF075F43D1E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6" name="Line 2">
                <a:extLst>
                  <a:ext uri="{FF2B5EF4-FFF2-40B4-BE49-F238E27FC236}">
                    <a16:creationId xmlns:a16="http://schemas.microsoft.com/office/drawing/2014/main" id="{7EF6DEC4-7CC9-4161-9BED-3351FBB6440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7" name="Line 1">
                <a:extLst>
                  <a:ext uri="{FF2B5EF4-FFF2-40B4-BE49-F238E27FC236}">
                    <a16:creationId xmlns:a16="http://schemas.microsoft.com/office/drawing/2014/main" id="{0FAB10C0-1A98-4CAD-9EED-A7B050AD09F1}"/>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8" name="TextBox 157">
                <a:extLst>
                  <a:ext uri="{FF2B5EF4-FFF2-40B4-BE49-F238E27FC236}">
                    <a16:creationId xmlns:a16="http://schemas.microsoft.com/office/drawing/2014/main" id="{6B7A2C55-76C6-4547-B9C7-D489253390F7}"/>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54" name="직사각형 153">
              <a:extLst>
                <a:ext uri="{FF2B5EF4-FFF2-40B4-BE49-F238E27FC236}">
                  <a16:creationId xmlns:a16="http://schemas.microsoft.com/office/drawing/2014/main" id="{94624304-3F70-4394-A2FE-5D72F8FDD99A}"/>
                </a:ext>
              </a:extLst>
            </p:cNvPr>
            <p:cNvSpPr/>
            <p:nvPr/>
          </p:nvSpPr>
          <p:spPr>
            <a:xfrm>
              <a:off x="1874271" y="4470337"/>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222222</a:t>
              </a:r>
              <a:endParaRPr lang="ko-KR" altLang="en-US" sz="800" b="1" dirty="0"/>
            </a:p>
          </p:txBody>
        </p:sp>
      </p:grpSp>
      <p:grpSp>
        <p:nvGrpSpPr>
          <p:cNvPr id="4" name="그룹 3">
            <a:extLst>
              <a:ext uri="{FF2B5EF4-FFF2-40B4-BE49-F238E27FC236}">
                <a16:creationId xmlns:a16="http://schemas.microsoft.com/office/drawing/2014/main" id="{CCB85CF9-A0F1-4E6D-B033-654FED2D0D90}"/>
              </a:ext>
            </a:extLst>
          </p:cNvPr>
          <p:cNvGrpSpPr/>
          <p:nvPr userDrawn="1"/>
        </p:nvGrpSpPr>
        <p:grpSpPr>
          <a:xfrm>
            <a:off x="1356315" y="4920274"/>
            <a:ext cx="2414204" cy="437877"/>
            <a:chOff x="1356315" y="4920274"/>
            <a:chExt cx="2414204" cy="437877"/>
          </a:xfrm>
        </p:grpSpPr>
        <p:grpSp>
          <p:nvGrpSpPr>
            <p:cNvPr id="160" name="그룹 159">
              <a:extLst>
                <a:ext uri="{FF2B5EF4-FFF2-40B4-BE49-F238E27FC236}">
                  <a16:creationId xmlns:a16="http://schemas.microsoft.com/office/drawing/2014/main" id="{8B70110C-B18C-452D-8CE3-F13318404F31}"/>
                </a:ext>
              </a:extLst>
            </p:cNvPr>
            <p:cNvGrpSpPr/>
            <p:nvPr/>
          </p:nvGrpSpPr>
          <p:grpSpPr>
            <a:xfrm>
              <a:off x="1356315" y="5007640"/>
              <a:ext cx="517956" cy="248122"/>
              <a:chOff x="2681976" y="1955121"/>
              <a:chExt cx="1929510" cy="596970"/>
            </a:xfrm>
          </p:grpSpPr>
          <p:sp>
            <p:nvSpPr>
              <p:cNvPr id="162" name="Border">
                <a:extLst>
                  <a:ext uri="{FF2B5EF4-FFF2-40B4-BE49-F238E27FC236}">
                    <a16:creationId xmlns:a16="http://schemas.microsoft.com/office/drawing/2014/main" id="{FE2E2B62-3051-4ABA-9EF2-63BD135E4F18}"/>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3" name="Line 2">
                <a:extLst>
                  <a:ext uri="{FF2B5EF4-FFF2-40B4-BE49-F238E27FC236}">
                    <a16:creationId xmlns:a16="http://schemas.microsoft.com/office/drawing/2014/main" id="{33193C2B-CA31-422F-B0B0-6794A8D622C2}"/>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4" name="Line 1">
                <a:extLst>
                  <a:ext uri="{FF2B5EF4-FFF2-40B4-BE49-F238E27FC236}">
                    <a16:creationId xmlns:a16="http://schemas.microsoft.com/office/drawing/2014/main" id="{BAFAE5AA-0E04-4EB3-A508-872D4CAAB3D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5" name="TextBox 164">
                <a:extLst>
                  <a:ext uri="{FF2B5EF4-FFF2-40B4-BE49-F238E27FC236}">
                    <a16:creationId xmlns:a16="http://schemas.microsoft.com/office/drawing/2014/main" id="{569E393E-8580-48F5-9F27-70919D83653D}"/>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61" name="직사각형 160">
              <a:extLst>
                <a:ext uri="{FF2B5EF4-FFF2-40B4-BE49-F238E27FC236}">
                  <a16:creationId xmlns:a16="http://schemas.microsoft.com/office/drawing/2014/main" id="{C0EEDED5-0232-45BD-A21B-7382D025BFC2}"/>
                </a:ext>
              </a:extLst>
            </p:cNvPr>
            <p:cNvSpPr/>
            <p:nvPr/>
          </p:nvSpPr>
          <p:spPr>
            <a:xfrm>
              <a:off x="1874271" y="4920274"/>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333333</a:t>
              </a:r>
              <a:endParaRPr lang="ko-KR" altLang="en-US" sz="800" b="1" dirty="0"/>
            </a:p>
          </p:txBody>
        </p:sp>
      </p:grpSp>
      <p:grpSp>
        <p:nvGrpSpPr>
          <p:cNvPr id="3" name="그룹 2">
            <a:extLst>
              <a:ext uri="{FF2B5EF4-FFF2-40B4-BE49-F238E27FC236}">
                <a16:creationId xmlns:a16="http://schemas.microsoft.com/office/drawing/2014/main" id="{F37BE70A-D6FA-42A8-B474-2C5B0A786B57}"/>
              </a:ext>
            </a:extLst>
          </p:cNvPr>
          <p:cNvGrpSpPr/>
          <p:nvPr userDrawn="1"/>
        </p:nvGrpSpPr>
        <p:grpSpPr>
          <a:xfrm>
            <a:off x="1356315" y="5345863"/>
            <a:ext cx="2414204" cy="437877"/>
            <a:chOff x="1356315" y="5345863"/>
            <a:chExt cx="2414204" cy="437877"/>
          </a:xfrm>
        </p:grpSpPr>
        <p:grpSp>
          <p:nvGrpSpPr>
            <p:cNvPr id="167" name="그룹 166">
              <a:extLst>
                <a:ext uri="{FF2B5EF4-FFF2-40B4-BE49-F238E27FC236}">
                  <a16:creationId xmlns:a16="http://schemas.microsoft.com/office/drawing/2014/main" id="{9A22F9C4-4D05-4463-9027-BE3C46782E33}"/>
                </a:ext>
              </a:extLst>
            </p:cNvPr>
            <p:cNvGrpSpPr/>
            <p:nvPr/>
          </p:nvGrpSpPr>
          <p:grpSpPr>
            <a:xfrm>
              <a:off x="1356315" y="5433229"/>
              <a:ext cx="517956" cy="248122"/>
              <a:chOff x="2681976" y="1955121"/>
              <a:chExt cx="1929510" cy="596970"/>
            </a:xfrm>
          </p:grpSpPr>
          <p:sp>
            <p:nvSpPr>
              <p:cNvPr id="169" name="Border">
                <a:extLst>
                  <a:ext uri="{FF2B5EF4-FFF2-40B4-BE49-F238E27FC236}">
                    <a16:creationId xmlns:a16="http://schemas.microsoft.com/office/drawing/2014/main" id="{E27D5479-9D8E-4835-AE8A-DD93504CF5BE}"/>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0" name="Line 2">
                <a:extLst>
                  <a:ext uri="{FF2B5EF4-FFF2-40B4-BE49-F238E27FC236}">
                    <a16:creationId xmlns:a16="http://schemas.microsoft.com/office/drawing/2014/main" id="{B58C922E-BF75-47C3-8094-D5AAB25422D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1" name="Line 1">
                <a:extLst>
                  <a:ext uri="{FF2B5EF4-FFF2-40B4-BE49-F238E27FC236}">
                    <a16:creationId xmlns:a16="http://schemas.microsoft.com/office/drawing/2014/main" id="{9979541F-C7F8-41D1-BE19-DF83488DBEC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2" name="TextBox 171">
                <a:extLst>
                  <a:ext uri="{FF2B5EF4-FFF2-40B4-BE49-F238E27FC236}">
                    <a16:creationId xmlns:a16="http://schemas.microsoft.com/office/drawing/2014/main" id="{E5508301-2831-44C9-9E68-3772C53D7A8F}"/>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68" name="직사각형 167">
              <a:extLst>
                <a:ext uri="{FF2B5EF4-FFF2-40B4-BE49-F238E27FC236}">
                  <a16:creationId xmlns:a16="http://schemas.microsoft.com/office/drawing/2014/main" id="{C6622400-863C-42C7-807F-B7A0B0DB9C97}"/>
                </a:ext>
              </a:extLst>
            </p:cNvPr>
            <p:cNvSpPr/>
            <p:nvPr/>
          </p:nvSpPr>
          <p:spPr>
            <a:xfrm>
              <a:off x="1874271" y="5345863"/>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222222</a:t>
              </a:r>
              <a:endParaRPr lang="ko-KR" altLang="en-US" sz="800" b="1" dirty="0"/>
            </a:p>
          </p:txBody>
        </p:sp>
      </p:grpSp>
      <p:sp>
        <p:nvSpPr>
          <p:cNvPr id="180" name="직사각형 179">
            <a:extLst>
              <a:ext uri="{FF2B5EF4-FFF2-40B4-BE49-F238E27FC236}">
                <a16:creationId xmlns:a16="http://schemas.microsoft.com/office/drawing/2014/main" id="{75C9B949-C02C-4B44-88BD-271184FCB399}"/>
              </a:ext>
            </a:extLst>
          </p:cNvPr>
          <p:cNvSpPr/>
          <p:nvPr userDrawn="1"/>
        </p:nvSpPr>
        <p:spPr>
          <a:xfrm>
            <a:off x="9360399" y="4586642"/>
            <a:ext cx="546461" cy="18585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판매재개</a:t>
            </a:r>
            <a:endParaRPr lang="en-US" altLang="ko-KR" sz="600" dirty="0">
              <a:solidFill>
                <a:schemeClr val="bg1"/>
              </a:solidFill>
            </a:endParaRPr>
          </a:p>
        </p:txBody>
      </p:sp>
      <p:sp>
        <p:nvSpPr>
          <p:cNvPr id="181" name="직사각형 180">
            <a:extLst>
              <a:ext uri="{FF2B5EF4-FFF2-40B4-BE49-F238E27FC236}">
                <a16:creationId xmlns:a16="http://schemas.microsoft.com/office/drawing/2014/main" id="{E2523171-E682-44D1-87AF-5774DAA307DE}"/>
              </a:ext>
            </a:extLst>
          </p:cNvPr>
          <p:cNvSpPr/>
          <p:nvPr userDrawn="1"/>
        </p:nvSpPr>
        <p:spPr>
          <a:xfrm>
            <a:off x="9360400" y="1995431"/>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
        <p:nvSpPr>
          <p:cNvPr id="182" name="직사각형 181">
            <a:extLst>
              <a:ext uri="{FF2B5EF4-FFF2-40B4-BE49-F238E27FC236}">
                <a16:creationId xmlns:a16="http://schemas.microsoft.com/office/drawing/2014/main" id="{8ABC5074-EA0E-41BD-B98B-47570E84BE3A}"/>
              </a:ext>
            </a:extLst>
          </p:cNvPr>
          <p:cNvSpPr/>
          <p:nvPr userDrawn="1"/>
        </p:nvSpPr>
        <p:spPr>
          <a:xfrm>
            <a:off x="9360399" y="2424660"/>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
        <p:nvSpPr>
          <p:cNvPr id="183" name="직사각형 182">
            <a:extLst>
              <a:ext uri="{FF2B5EF4-FFF2-40B4-BE49-F238E27FC236}">
                <a16:creationId xmlns:a16="http://schemas.microsoft.com/office/drawing/2014/main" id="{519262F9-EF8D-4B64-BB44-6A8E3109CD88}"/>
              </a:ext>
            </a:extLst>
          </p:cNvPr>
          <p:cNvSpPr/>
          <p:nvPr userDrawn="1"/>
        </p:nvSpPr>
        <p:spPr>
          <a:xfrm>
            <a:off x="9357334" y="5032949"/>
            <a:ext cx="546461" cy="18585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판매재개</a:t>
            </a:r>
            <a:endParaRPr lang="en-US" altLang="ko-KR" sz="600" dirty="0">
              <a:solidFill>
                <a:schemeClr val="bg1"/>
              </a:solidFill>
            </a:endParaRPr>
          </a:p>
        </p:txBody>
      </p:sp>
      <p:sp>
        <p:nvSpPr>
          <p:cNvPr id="184" name="직사각형 183">
            <a:extLst>
              <a:ext uri="{FF2B5EF4-FFF2-40B4-BE49-F238E27FC236}">
                <a16:creationId xmlns:a16="http://schemas.microsoft.com/office/drawing/2014/main" id="{EF13FF63-4FB1-43F3-AE4B-BFB8A4850BA3}"/>
              </a:ext>
            </a:extLst>
          </p:cNvPr>
          <p:cNvSpPr/>
          <p:nvPr userDrawn="1"/>
        </p:nvSpPr>
        <p:spPr>
          <a:xfrm>
            <a:off x="9370727" y="5467992"/>
            <a:ext cx="546461" cy="18585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판매재개</a:t>
            </a:r>
            <a:endParaRPr lang="en-US" altLang="ko-KR" sz="600" dirty="0">
              <a:solidFill>
                <a:schemeClr val="bg1"/>
              </a:solidFill>
            </a:endParaRPr>
          </a:p>
        </p:txBody>
      </p:sp>
      <p:sp>
        <p:nvSpPr>
          <p:cNvPr id="185" name="직사각형 184">
            <a:extLst>
              <a:ext uri="{FF2B5EF4-FFF2-40B4-BE49-F238E27FC236}">
                <a16:creationId xmlns:a16="http://schemas.microsoft.com/office/drawing/2014/main" id="{00D24F8B-3D6A-41F7-B554-A2BAC1F3BCCD}"/>
              </a:ext>
            </a:extLst>
          </p:cNvPr>
          <p:cNvSpPr/>
          <p:nvPr userDrawn="1"/>
        </p:nvSpPr>
        <p:spPr>
          <a:xfrm>
            <a:off x="9367662" y="5914299"/>
            <a:ext cx="546461" cy="18585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판매재개</a:t>
            </a:r>
            <a:endParaRPr lang="en-US" altLang="ko-KR" sz="600" dirty="0">
              <a:solidFill>
                <a:schemeClr val="bg1"/>
              </a:solidFill>
            </a:endParaRPr>
          </a:p>
        </p:txBody>
      </p:sp>
      <p:sp>
        <p:nvSpPr>
          <p:cNvPr id="186" name="직사각형 185">
            <a:extLst>
              <a:ext uri="{FF2B5EF4-FFF2-40B4-BE49-F238E27FC236}">
                <a16:creationId xmlns:a16="http://schemas.microsoft.com/office/drawing/2014/main" id="{38F227BF-28AF-459E-BB9D-2AB1C4ABA906}"/>
              </a:ext>
            </a:extLst>
          </p:cNvPr>
          <p:cNvSpPr/>
          <p:nvPr userDrawn="1"/>
        </p:nvSpPr>
        <p:spPr>
          <a:xfrm>
            <a:off x="9357336" y="2879761"/>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
        <p:nvSpPr>
          <p:cNvPr id="187" name="직사각형 186">
            <a:extLst>
              <a:ext uri="{FF2B5EF4-FFF2-40B4-BE49-F238E27FC236}">
                <a16:creationId xmlns:a16="http://schemas.microsoft.com/office/drawing/2014/main" id="{55D838C6-1F58-4AF7-B818-95BF6FFF1EAF}"/>
              </a:ext>
            </a:extLst>
          </p:cNvPr>
          <p:cNvSpPr/>
          <p:nvPr userDrawn="1"/>
        </p:nvSpPr>
        <p:spPr>
          <a:xfrm>
            <a:off x="9357335" y="3285778"/>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
        <p:nvSpPr>
          <p:cNvPr id="188" name="직사각형 187">
            <a:extLst>
              <a:ext uri="{FF2B5EF4-FFF2-40B4-BE49-F238E27FC236}">
                <a16:creationId xmlns:a16="http://schemas.microsoft.com/office/drawing/2014/main" id="{25ECB0A3-D5C0-412D-9E3E-2257771892E9}"/>
              </a:ext>
            </a:extLst>
          </p:cNvPr>
          <p:cNvSpPr/>
          <p:nvPr userDrawn="1"/>
        </p:nvSpPr>
        <p:spPr>
          <a:xfrm>
            <a:off x="9357334" y="3715007"/>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
        <p:nvSpPr>
          <p:cNvPr id="189" name="직사각형 188">
            <a:extLst>
              <a:ext uri="{FF2B5EF4-FFF2-40B4-BE49-F238E27FC236}">
                <a16:creationId xmlns:a16="http://schemas.microsoft.com/office/drawing/2014/main" id="{31B104D6-CE5A-4341-AD65-7C0C15423FA0}"/>
              </a:ext>
            </a:extLst>
          </p:cNvPr>
          <p:cNvSpPr/>
          <p:nvPr userDrawn="1"/>
        </p:nvSpPr>
        <p:spPr>
          <a:xfrm>
            <a:off x="9365195" y="4150680"/>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
        <p:nvSpPr>
          <p:cNvPr id="190" name="직사각형 189">
            <a:extLst>
              <a:ext uri="{FF2B5EF4-FFF2-40B4-BE49-F238E27FC236}">
                <a16:creationId xmlns:a16="http://schemas.microsoft.com/office/drawing/2014/main" id="{679640DE-3E6B-4A2E-BB8C-7D781DD7D556}"/>
              </a:ext>
            </a:extLst>
          </p:cNvPr>
          <p:cNvSpPr/>
          <p:nvPr userDrawn="1"/>
        </p:nvSpPr>
        <p:spPr>
          <a:xfrm>
            <a:off x="8895177" y="1589414"/>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91" name="직사각형 190">
            <a:extLst>
              <a:ext uri="{FF2B5EF4-FFF2-40B4-BE49-F238E27FC236}">
                <a16:creationId xmlns:a16="http://schemas.microsoft.com/office/drawing/2014/main" id="{B26C089B-3F2A-453A-810A-162BE6EC3083}"/>
              </a:ext>
            </a:extLst>
          </p:cNvPr>
          <p:cNvSpPr/>
          <p:nvPr userDrawn="1"/>
        </p:nvSpPr>
        <p:spPr>
          <a:xfrm>
            <a:off x="8898934" y="1999002"/>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92" name="직사각형 191">
            <a:extLst>
              <a:ext uri="{FF2B5EF4-FFF2-40B4-BE49-F238E27FC236}">
                <a16:creationId xmlns:a16="http://schemas.microsoft.com/office/drawing/2014/main" id="{8C3CB07D-953C-4DAD-8875-3C58C6DDE13E}"/>
              </a:ext>
            </a:extLst>
          </p:cNvPr>
          <p:cNvSpPr/>
          <p:nvPr userDrawn="1"/>
        </p:nvSpPr>
        <p:spPr>
          <a:xfrm>
            <a:off x="8898934" y="2429992"/>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93" name="직사각형 192">
            <a:extLst>
              <a:ext uri="{FF2B5EF4-FFF2-40B4-BE49-F238E27FC236}">
                <a16:creationId xmlns:a16="http://schemas.microsoft.com/office/drawing/2014/main" id="{17B813D8-F5A0-4517-A598-F1C062F3912C}"/>
              </a:ext>
            </a:extLst>
          </p:cNvPr>
          <p:cNvSpPr/>
          <p:nvPr userDrawn="1"/>
        </p:nvSpPr>
        <p:spPr>
          <a:xfrm>
            <a:off x="8894335" y="2881661"/>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94" name="직사각형 193">
            <a:extLst>
              <a:ext uri="{FF2B5EF4-FFF2-40B4-BE49-F238E27FC236}">
                <a16:creationId xmlns:a16="http://schemas.microsoft.com/office/drawing/2014/main" id="{DEC47FD4-F0F6-4DF4-BBD4-CAF4E44F1E2A}"/>
              </a:ext>
            </a:extLst>
          </p:cNvPr>
          <p:cNvSpPr/>
          <p:nvPr userDrawn="1"/>
        </p:nvSpPr>
        <p:spPr>
          <a:xfrm>
            <a:off x="8894335" y="3285778"/>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95" name="직사각형 194">
            <a:extLst>
              <a:ext uri="{FF2B5EF4-FFF2-40B4-BE49-F238E27FC236}">
                <a16:creationId xmlns:a16="http://schemas.microsoft.com/office/drawing/2014/main" id="{CC8C54F3-7871-401D-8B9B-7E90BB472D20}"/>
              </a:ext>
            </a:extLst>
          </p:cNvPr>
          <p:cNvSpPr/>
          <p:nvPr userDrawn="1"/>
        </p:nvSpPr>
        <p:spPr>
          <a:xfrm>
            <a:off x="8898934" y="3716911"/>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96" name="직사각형 195">
            <a:extLst>
              <a:ext uri="{FF2B5EF4-FFF2-40B4-BE49-F238E27FC236}">
                <a16:creationId xmlns:a16="http://schemas.microsoft.com/office/drawing/2014/main" id="{984B13E6-4165-4C1E-8C32-B04B7EF91D23}"/>
              </a:ext>
            </a:extLst>
          </p:cNvPr>
          <p:cNvSpPr/>
          <p:nvPr userDrawn="1"/>
        </p:nvSpPr>
        <p:spPr>
          <a:xfrm>
            <a:off x="8891410" y="4147074"/>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97" name="직사각형 196">
            <a:extLst>
              <a:ext uri="{FF2B5EF4-FFF2-40B4-BE49-F238E27FC236}">
                <a16:creationId xmlns:a16="http://schemas.microsoft.com/office/drawing/2014/main" id="{B271229A-2B2B-42F2-A113-6497F26AC521}"/>
              </a:ext>
            </a:extLst>
          </p:cNvPr>
          <p:cNvSpPr/>
          <p:nvPr userDrawn="1"/>
        </p:nvSpPr>
        <p:spPr>
          <a:xfrm>
            <a:off x="8894335" y="4586642"/>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98" name="직사각형 197">
            <a:extLst>
              <a:ext uri="{FF2B5EF4-FFF2-40B4-BE49-F238E27FC236}">
                <a16:creationId xmlns:a16="http://schemas.microsoft.com/office/drawing/2014/main" id="{1EA8458A-6E4C-401E-9DD0-A9E09F8DF608}"/>
              </a:ext>
            </a:extLst>
          </p:cNvPr>
          <p:cNvSpPr/>
          <p:nvPr userDrawn="1"/>
        </p:nvSpPr>
        <p:spPr>
          <a:xfrm>
            <a:off x="8890231" y="5037254"/>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99" name="직사각형 198">
            <a:extLst>
              <a:ext uri="{FF2B5EF4-FFF2-40B4-BE49-F238E27FC236}">
                <a16:creationId xmlns:a16="http://schemas.microsoft.com/office/drawing/2014/main" id="{D8F7150B-DCC8-4C29-9BEF-66412F03B500}"/>
              </a:ext>
            </a:extLst>
          </p:cNvPr>
          <p:cNvSpPr/>
          <p:nvPr userDrawn="1"/>
        </p:nvSpPr>
        <p:spPr>
          <a:xfrm>
            <a:off x="8894335" y="5466763"/>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200" name="직사각형 199">
            <a:extLst>
              <a:ext uri="{FF2B5EF4-FFF2-40B4-BE49-F238E27FC236}">
                <a16:creationId xmlns:a16="http://schemas.microsoft.com/office/drawing/2014/main" id="{32334D0D-160C-4D92-B8E0-6E1598D29662}"/>
              </a:ext>
            </a:extLst>
          </p:cNvPr>
          <p:cNvSpPr/>
          <p:nvPr userDrawn="1"/>
        </p:nvSpPr>
        <p:spPr>
          <a:xfrm>
            <a:off x="8890231" y="5914299"/>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grpSp>
        <p:nvGrpSpPr>
          <p:cNvPr id="85" name="그룹 84">
            <a:extLst>
              <a:ext uri="{FF2B5EF4-FFF2-40B4-BE49-F238E27FC236}">
                <a16:creationId xmlns:a16="http://schemas.microsoft.com/office/drawing/2014/main" id="{64DAC57A-30F7-4162-8AD6-EA01225CD233}"/>
              </a:ext>
            </a:extLst>
          </p:cNvPr>
          <p:cNvGrpSpPr/>
          <p:nvPr userDrawn="1"/>
        </p:nvGrpSpPr>
        <p:grpSpPr>
          <a:xfrm>
            <a:off x="1634030" y="2451315"/>
            <a:ext cx="2414204" cy="437877"/>
            <a:chOff x="1237832" y="3375500"/>
            <a:chExt cx="1708479" cy="437877"/>
          </a:xfrm>
        </p:grpSpPr>
        <p:grpSp>
          <p:nvGrpSpPr>
            <p:cNvPr id="86" name="그룹 85">
              <a:extLst>
                <a:ext uri="{FF2B5EF4-FFF2-40B4-BE49-F238E27FC236}">
                  <a16:creationId xmlns:a16="http://schemas.microsoft.com/office/drawing/2014/main" id="{F669B085-4041-453A-824B-93194E277416}"/>
                </a:ext>
              </a:extLst>
            </p:cNvPr>
            <p:cNvGrpSpPr/>
            <p:nvPr/>
          </p:nvGrpSpPr>
          <p:grpSpPr>
            <a:xfrm>
              <a:off x="1237832" y="3462866"/>
              <a:ext cx="366546" cy="248122"/>
              <a:chOff x="2681976" y="1955121"/>
              <a:chExt cx="1929510" cy="596970"/>
            </a:xfrm>
          </p:grpSpPr>
          <p:sp>
            <p:nvSpPr>
              <p:cNvPr id="88" name="Border">
                <a:extLst>
                  <a:ext uri="{FF2B5EF4-FFF2-40B4-BE49-F238E27FC236}">
                    <a16:creationId xmlns:a16="http://schemas.microsoft.com/office/drawing/2014/main" id="{0FB3EAC5-6FF3-44CD-A9E5-A9EC080DF7B2}"/>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9" name="Line 2">
                <a:extLst>
                  <a:ext uri="{FF2B5EF4-FFF2-40B4-BE49-F238E27FC236}">
                    <a16:creationId xmlns:a16="http://schemas.microsoft.com/office/drawing/2014/main" id="{2304017C-A27B-4269-B9EA-F59F5EFE508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0" name="Line 1">
                <a:extLst>
                  <a:ext uri="{FF2B5EF4-FFF2-40B4-BE49-F238E27FC236}">
                    <a16:creationId xmlns:a16="http://schemas.microsoft.com/office/drawing/2014/main" id="{EF4B2142-6B3E-48EB-B9B5-3F2C01B1EB53}"/>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1" name="TextBox 90">
                <a:extLst>
                  <a:ext uri="{FF2B5EF4-FFF2-40B4-BE49-F238E27FC236}">
                    <a16:creationId xmlns:a16="http://schemas.microsoft.com/office/drawing/2014/main" id="{06F1516E-9354-47D2-85CC-0BBFFAEAEFB7}"/>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87" name="직사각형 86">
              <a:extLst>
                <a:ext uri="{FF2B5EF4-FFF2-40B4-BE49-F238E27FC236}">
                  <a16:creationId xmlns:a16="http://schemas.microsoft.com/office/drawing/2014/main" id="{37D7D2DB-D18D-4DF2-8B65-4D9A1BF33F0F}"/>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pSp>
      <p:sp>
        <p:nvSpPr>
          <p:cNvPr id="38" name="직사각형 37">
            <a:extLst>
              <a:ext uri="{FF2B5EF4-FFF2-40B4-BE49-F238E27FC236}">
                <a16:creationId xmlns:a16="http://schemas.microsoft.com/office/drawing/2014/main" id="{A4E15760-4DD9-4A5F-AB5F-32E36AA8D37A}"/>
              </a:ext>
            </a:extLst>
          </p:cNvPr>
          <p:cNvSpPr/>
          <p:nvPr userDrawn="1"/>
        </p:nvSpPr>
        <p:spPr>
          <a:xfrm>
            <a:off x="-122302" y="1185476"/>
            <a:ext cx="9226755" cy="5754411"/>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aphicFrame>
        <p:nvGraphicFramePr>
          <p:cNvPr id="39" name="표 5">
            <a:extLst>
              <a:ext uri="{FF2B5EF4-FFF2-40B4-BE49-F238E27FC236}">
                <a16:creationId xmlns:a16="http://schemas.microsoft.com/office/drawing/2014/main" id="{EDED5118-B1BA-4B72-BF91-4E5ED8112A12}"/>
              </a:ext>
            </a:extLst>
          </p:cNvPr>
          <p:cNvGraphicFramePr>
            <a:graphicFrameLocks noGrp="1"/>
          </p:cNvGraphicFramePr>
          <p:nvPr userDrawn="1">
            <p:extLst>
              <p:ext uri="{D42A27DB-BD31-4B8C-83A1-F6EECF244321}">
                <p14:modId xmlns:p14="http://schemas.microsoft.com/office/powerpoint/2010/main" val="1286676333"/>
              </p:ext>
            </p:extLst>
          </p:nvPr>
        </p:nvGraphicFramePr>
        <p:xfrm>
          <a:off x="38560" y="1592796"/>
          <a:ext cx="8880744" cy="243840"/>
        </p:xfrm>
        <a:graphic>
          <a:graphicData uri="http://schemas.openxmlformats.org/drawingml/2006/table">
            <a:tbl>
              <a:tblPr firstRow="1" bandRow="1">
                <a:tableStyleId>{5940675A-B579-460E-94D1-54222C63F5DA}</a:tableStyleId>
              </a:tblPr>
              <a:tblGrid>
                <a:gridCol w="2960248">
                  <a:extLst>
                    <a:ext uri="{9D8B030D-6E8A-4147-A177-3AD203B41FA5}">
                      <a16:colId xmlns:a16="http://schemas.microsoft.com/office/drawing/2014/main" val="3230482263"/>
                    </a:ext>
                  </a:extLst>
                </a:gridCol>
                <a:gridCol w="2960248">
                  <a:extLst>
                    <a:ext uri="{9D8B030D-6E8A-4147-A177-3AD203B41FA5}">
                      <a16:colId xmlns:a16="http://schemas.microsoft.com/office/drawing/2014/main" val="3730242496"/>
                    </a:ext>
                  </a:extLst>
                </a:gridCol>
                <a:gridCol w="2960248">
                  <a:extLst>
                    <a:ext uri="{9D8B030D-6E8A-4147-A177-3AD203B41FA5}">
                      <a16:colId xmlns:a16="http://schemas.microsoft.com/office/drawing/2014/main" val="844434264"/>
                    </a:ext>
                  </a:extLst>
                </a:gridCol>
              </a:tblGrid>
              <a:tr h="204698">
                <a:tc>
                  <a:txBody>
                    <a:bodyPr/>
                    <a:lstStyle/>
                    <a:p>
                      <a:pPr algn="ctr" latinLnBrk="1"/>
                      <a:r>
                        <a:rPr lang="ko-KR" altLang="en-US" sz="1000" b="0" dirty="0">
                          <a:solidFill>
                            <a:schemeClr val="tx1"/>
                          </a:solidFill>
                        </a:rPr>
                        <a:t>자사상품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1" dirty="0" err="1">
                          <a:solidFill>
                            <a:schemeClr val="bg1"/>
                          </a:solidFill>
                        </a:rPr>
                        <a:t>관심된</a:t>
                      </a:r>
                      <a:r>
                        <a:rPr lang="ko-KR" altLang="en-US" sz="1000" b="1" dirty="0">
                          <a:solidFill>
                            <a:schemeClr val="bg1"/>
                          </a:solidFill>
                        </a:rPr>
                        <a:t> 공개상품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1000" dirty="0"/>
                        <a:t>허가된 제휴상품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226348592"/>
                  </a:ext>
                </a:extLst>
              </a:tr>
            </a:tbl>
          </a:graphicData>
        </a:graphic>
      </p:graphicFrame>
      <p:sp>
        <p:nvSpPr>
          <p:cNvPr id="40" name="직사각형 39">
            <a:extLst>
              <a:ext uri="{FF2B5EF4-FFF2-40B4-BE49-F238E27FC236}">
                <a16:creationId xmlns:a16="http://schemas.microsoft.com/office/drawing/2014/main" id="{D1860CD8-CC27-4AA4-853A-3A8ED3A5AB1C}"/>
              </a:ext>
            </a:extLst>
          </p:cNvPr>
          <p:cNvSpPr/>
          <p:nvPr userDrawn="1"/>
        </p:nvSpPr>
        <p:spPr>
          <a:xfrm>
            <a:off x="1111918" y="2108440"/>
            <a:ext cx="6837869" cy="18024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graphicFrame>
        <p:nvGraphicFramePr>
          <p:cNvPr id="42" name="표 63">
            <a:extLst>
              <a:ext uri="{FF2B5EF4-FFF2-40B4-BE49-F238E27FC236}">
                <a16:creationId xmlns:a16="http://schemas.microsoft.com/office/drawing/2014/main" id="{9BF11F35-8A3F-4A47-AFC1-FBF35D2BEA20}"/>
              </a:ext>
            </a:extLst>
          </p:cNvPr>
          <p:cNvGraphicFramePr>
            <a:graphicFrameLocks noGrp="1"/>
          </p:cNvGraphicFramePr>
          <p:nvPr userDrawn="1">
            <p:extLst>
              <p:ext uri="{D42A27DB-BD31-4B8C-83A1-F6EECF244321}">
                <p14:modId xmlns:p14="http://schemas.microsoft.com/office/powerpoint/2010/main" val="1388408513"/>
              </p:ext>
            </p:extLst>
          </p:nvPr>
        </p:nvGraphicFramePr>
        <p:xfrm>
          <a:off x="64422" y="2075052"/>
          <a:ext cx="8854882" cy="733755"/>
        </p:xfrm>
        <a:graphic>
          <a:graphicData uri="http://schemas.openxmlformats.org/drawingml/2006/table">
            <a:tbl>
              <a:tblPr firstRow="1" bandRow="1">
                <a:tableStyleId>{5940675A-B579-460E-94D1-54222C63F5DA}</a:tableStyleId>
              </a:tblPr>
              <a:tblGrid>
                <a:gridCol w="981985">
                  <a:extLst>
                    <a:ext uri="{9D8B030D-6E8A-4147-A177-3AD203B41FA5}">
                      <a16:colId xmlns:a16="http://schemas.microsoft.com/office/drawing/2014/main" val="3701388552"/>
                    </a:ext>
                  </a:extLst>
                </a:gridCol>
                <a:gridCol w="7872897">
                  <a:extLst>
                    <a:ext uri="{9D8B030D-6E8A-4147-A177-3AD203B41FA5}">
                      <a16:colId xmlns:a16="http://schemas.microsoft.com/office/drawing/2014/main" val="339215266"/>
                    </a:ext>
                  </a:extLst>
                </a:gridCol>
              </a:tblGrid>
              <a:tr h="244585">
                <a:tc>
                  <a:txBody>
                    <a:bodyPr/>
                    <a:lstStyle/>
                    <a:p>
                      <a:pPr latinLnBrk="1"/>
                      <a:r>
                        <a:rPr lang="ko-KR" altLang="en-US" sz="900" dirty="0"/>
                        <a:t>상품명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244585">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900" dirty="0"/>
                        <a:t>상품분류</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90206176"/>
                  </a:ext>
                </a:extLst>
              </a:tr>
              <a:tr h="244585">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43" name="직사각형 42">
            <a:extLst>
              <a:ext uri="{FF2B5EF4-FFF2-40B4-BE49-F238E27FC236}">
                <a16:creationId xmlns:a16="http://schemas.microsoft.com/office/drawing/2014/main" id="{33C01F2D-CDA1-4D3E-AF71-45EE7A4C40B4}"/>
              </a:ext>
            </a:extLst>
          </p:cNvPr>
          <p:cNvSpPr/>
          <p:nvPr userDrawn="1"/>
        </p:nvSpPr>
        <p:spPr>
          <a:xfrm>
            <a:off x="8166685" y="2587885"/>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pic>
        <p:nvPicPr>
          <p:cNvPr id="46" name="Picture 2">
            <a:extLst>
              <a:ext uri="{FF2B5EF4-FFF2-40B4-BE49-F238E27FC236}">
                <a16:creationId xmlns:a16="http://schemas.microsoft.com/office/drawing/2014/main" id="{B8F56A66-8199-4209-9F69-EB55AD770E9B}"/>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3196379" y="5069239"/>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71" name="TextBox 70">
            <a:extLst>
              <a:ext uri="{FF2B5EF4-FFF2-40B4-BE49-F238E27FC236}">
                <a16:creationId xmlns:a16="http://schemas.microsoft.com/office/drawing/2014/main" id="{27887ED8-8B5B-453D-9713-370307DE7EAF}"/>
              </a:ext>
            </a:extLst>
          </p:cNvPr>
          <p:cNvSpPr txBox="1"/>
          <p:nvPr userDrawn="1"/>
        </p:nvSpPr>
        <p:spPr>
          <a:xfrm>
            <a:off x="-15975" y="3051357"/>
            <a:ext cx="2530203" cy="215444"/>
          </a:xfrm>
          <a:prstGeom prst="rect">
            <a:avLst/>
          </a:prstGeom>
          <a:noFill/>
        </p:spPr>
        <p:txBody>
          <a:bodyPr wrap="square" rtlCol="0">
            <a:spAutoFit/>
          </a:bodyPr>
          <a:lstStyle/>
          <a:p>
            <a:r>
              <a:rPr lang="ko-KR" altLang="en-US" sz="800" b="1" dirty="0">
                <a:latin typeface="맑은 고딕" panose="020B0503020000020004" pitchFamily="50" charset="-127"/>
              </a:rPr>
              <a:t>■ </a:t>
            </a:r>
            <a:r>
              <a:rPr lang="ko-KR" altLang="en-US" sz="800" b="1" dirty="0"/>
              <a:t>총 </a:t>
            </a:r>
            <a:r>
              <a:rPr lang="en-US" altLang="ko-KR" sz="800" b="1" dirty="0"/>
              <a:t>3 </a:t>
            </a:r>
            <a:r>
              <a:rPr lang="ko-KR" altLang="en-US" sz="800" b="1" dirty="0"/>
              <a:t>건</a:t>
            </a:r>
          </a:p>
        </p:txBody>
      </p:sp>
      <p:graphicFrame>
        <p:nvGraphicFramePr>
          <p:cNvPr id="72" name="표 71">
            <a:extLst>
              <a:ext uri="{FF2B5EF4-FFF2-40B4-BE49-F238E27FC236}">
                <a16:creationId xmlns:a16="http://schemas.microsoft.com/office/drawing/2014/main" id="{83607290-E25E-42DD-BCEB-95B082EB79F0}"/>
              </a:ext>
            </a:extLst>
          </p:cNvPr>
          <p:cNvGraphicFramePr>
            <a:graphicFrameLocks noGrp="1"/>
          </p:cNvGraphicFramePr>
          <p:nvPr userDrawn="1">
            <p:extLst>
              <p:ext uri="{D42A27DB-BD31-4B8C-83A1-F6EECF244321}">
                <p14:modId xmlns:p14="http://schemas.microsoft.com/office/powerpoint/2010/main" val="1480838732"/>
              </p:ext>
            </p:extLst>
          </p:nvPr>
        </p:nvGraphicFramePr>
        <p:xfrm>
          <a:off x="64422" y="3292990"/>
          <a:ext cx="8854882" cy="1514286"/>
        </p:xfrm>
        <a:graphic>
          <a:graphicData uri="http://schemas.openxmlformats.org/drawingml/2006/table">
            <a:tbl>
              <a:tblPr firstRow="1" bandRow="1">
                <a:tableStyleId>{5C22544A-7EE6-4342-B048-85BDC9FD1C3A}</a:tableStyleId>
              </a:tblPr>
              <a:tblGrid>
                <a:gridCol w="426264">
                  <a:extLst>
                    <a:ext uri="{9D8B030D-6E8A-4147-A177-3AD203B41FA5}">
                      <a16:colId xmlns:a16="http://schemas.microsoft.com/office/drawing/2014/main" val="20000"/>
                    </a:ext>
                  </a:extLst>
                </a:gridCol>
                <a:gridCol w="695003">
                  <a:extLst>
                    <a:ext uri="{9D8B030D-6E8A-4147-A177-3AD203B41FA5}">
                      <a16:colId xmlns:a16="http://schemas.microsoft.com/office/drawing/2014/main" val="20002"/>
                    </a:ext>
                  </a:extLst>
                </a:gridCol>
                <a:gridCol w="3188838">
                  <a:extLst>
                    <a:ext uri="{9D8B030D-6E8A-4147-A177-3AD203B41FA5}">
                      <a16:colId xmlns:a16="http://schemas.microsoft.com/office/drawing/2014/main" val="20004"/>
                    </a:ext>
                  </a:extLst>
                </a:gridCol>
                <a:gridCol w="1023163">
                  <a:extLst>
                    <a:ext uri="{9D8B030D-6E8A-4147-A177-3AD203B41FA5}">
                      <a16:colId xmlns:a16="http://schemas.microsoft.com/office/drawing/2014/main" val="2271507586"/>
                    </a:ext>
                  </a:extLst>
                </a:gridCol>
                <a:gridCol w="1166883">
                  <a:extLst>
                    <a:ext uri="{9D8B030D-6E8A-4147-A177-3AD203B41FA5}">
                      <a16:colId xmlns:a16="http://schemas.microsoft.com/office/drawing/2014/main" val="3237610251"/>
                    </a:ext>
                  </a:extLst>
                </a:gridCol>
                <a:gridCol w="1535373">
                  <a:extLst>
                    <a:ext uri="{9D8B030D-6E8A-4147-A177-3AD203B41FA5}">
                      <a16:colId xmlns:a16="http://schemas.microsoft.com/office/drawing/2014/main" val="20006"/>
                    </a:ext>
                  </a:extLst>
                </a:gridCol>
                <a:gridCol w="819358">
                  <a:extLst>
                    <a:ext uri="{9D8B030D-6E8A-4147-A177-3AD203B41FA5}">
                      <a16:colId xmlns:a16="http://schemas.microsoft.com/office/drawing/2014/main" val="20008"/>
                    </a:ext>
                  </a:extLst>
                </a:gridCol>
              </a:tblGrid>
              <a:tr h="0">
                <a:tc>
                  <a:txBody>
                    <a:bodyPr/>
                    <a:lstStyle/>
                    <a:p>
                      <a:pPr algn="ctr" latinLnBrk="1"/>
                      <a:r>
                        <a:rPr lang="ko-KR" altLang="en-US" sz="800" b="0" dirty="0">
                          <a:solidFill>
                            <a:schemeClr val="tx1"/>
                          </a:solidFill>
                        </a:rPr>
                        <a:t>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재고</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수정</a:t>
                      </a:r>
                      <a:r>
                        <a:rPr lang="en-US" altLang="ko-KR" sz="800" b="0" dirty="0">
                          <a:solidFill>
                            <a:schemeClr val="tx1"/>
                          </a:solidFill>
                        </a:rPr>
                        <a:t>/</a:t>
                      </a:r>
                      <a:r>
                        <a:rPr lang="ko-KR" altLang="en-US" sz="800" b="0" dirty="0">
                          <a:solidFill>
                            <a:schemeClr val="tx1"/>
                          </a:solidFill>
                        </a:rPr>
                        <a:t>삭제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a20112</a:t>
                      </a:r>
                      <a:endParaRPr lang="ko-KR" altLang="en-US" sz="800" b="0" dirty="0">
                        <a:solidFill>
                          <a:schemeClr val="tx1"/>
                        </a:solidFill>
                      </a:endParaRPr>
                    </a:p>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baseline="0" dirty="0">
                        <a:solidFill>
                          <a:schemeClr val="tx1"/>
                        </a:solidFill>
                      </a:endParaRPr>
                    </a:p>
                    <a:p>
                      <a:pPr algn="l" latinLnBrk="1">
                        <a:lnSpc>
                          <a:spcPct val="150000"/>
                        </a:lnSpc>
                      </a:pP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baseline="0" dirty="0">
                          <a:solidFill>
                            <a:schemeClr val="tx1"/>
                          </a:solidFill>
                        </a:rPr>
                        <a:t>Test123</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err="1">
                          <a:solidFill>
                            <a:schemeClr val="tx1"/>
                          </a:solidFill>
                        </a:rPr>
                        <a:t>수량제한없음</a:t>
                      </a: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a20393</a:t>
                      </a:r>
                      <a:endParaRPr lang="ko-KR" altLang="en-US" sz="800" b="0" dirty="0">
                        <a:solidFill>
                          <a:schemeClr val="tx1"/>
                        </a:solidFill>
                      </a:endParaRPr>
                    </a:p>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Abc123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10,000 </a:t>
                      </a:r>
                      <a:r>
                        <a:rPr lang="ko-KR" altLang="en-US" sz="800" b="0" dirty="0">
                          <a:solidFill>
                            <a:schemeClr val="tx1"/>
                          </a:solidFill>
                        </a:rPr>
                        <a:t>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a22333</a:t>
                      </a:r>
                      <a:endParaRPr lang="ko-KR" altLang="en-US" sz="800" b="0" dirty="0">
                        <a:solidFill>
                          <a:schemeClr val="tx1"/>
                        </a:solidFill>
                      </a:endParaRPr>
                    </a:p>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master3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500,000 </a:t>
                      </a:r>
                      <a:r>
                        <a:rPr lang="ko-KR" altLang="en-US" sz="800" b="0" dirty="0">
                          <a:solidFill>
                            <a:schemeClr val="tx1"/>
                          </a:solidFill>
                        </a:rPr>
                        <a:t>개</a:t>
                      </a:r>
                      <a:br>
                        <a:rPr lang="en-US" altLang="ko-KR" sz="800" b="0" dirty="0">
                          <a:solidFill>
                            <a:schemeClr val="tx1"/>
                          </a:solidFill>
                        </a:rPr>
                      </a:br>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3,000 </a:t>
                      </a:r>
                      <a:r>
                        <a:rPr lang="ko-KR" altLang="en-US" sz="800" b="0" dirty="0">
                          <a:solidFill>
                            <a:schemeClr val="tx1"/>
                          </a:solidFill>
                        </a:rPr>
                        <a:t>원 </a:t>
                      </a:r>
                      <a:r>
                        <a:rPr lang="en-US" altLang="ko-KR" sz="800" b="0" dirty="0">
                          <a:solidFill>
                            <a:schemeClr val="tx1"/>
                          </a:solidFill>
                        </a:rPr>
                        <a:t>~ 4,000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grpSp>
        <p:nvGrpSpPr>
          <p:cNvPr id="74" name="그룹 73">
            <a:extLst>
              <a:ext uri="{FF2B5EF4-FFF2-40B4-BE49-F238E27FC236}">
                <a16:creationId xmlns:a16="http://schemas.microsoft.com/office/drawing/2014/main" id="{B6F9F0FA-0E8F-4751-8353-DD2B476E6D83}"/>
              </a:ext>
            </a:extLst>
          </p:cNvPr>
          <p:cNvGrpSpPr/>
          <p:nvPr userDrawn="1"/>
        </p:nvGrpSpPr>
        <p:grpSpPr>
          <a:xfrm>
            <a:off x="1238662" y="3513766"/>
            <a:ext cx="2414204" cy="437877"/>
            <a:chOff x="1237832" y="3375500"/>
            <a:chExt cx="1708479" cy="437877"/>
          </a:xfrm>
        </p:grpSpPr>
        <p:grpSp>
          <p:nvGrpSpPr>
            <p:cNvPr id="75" name="그룹 74">
              <a:extLst>
                <a:ext uri="{FF2B5EF4-FFF2-40B4-BE49-F238E27FC236}">
                  <a16:creationId xmlns:a16="http://schemas.microsoft.com/office/drawing/2014/main" id="{8D7796F0-B868-4CE1-9584-39B5AE41BEB3}"/>
                </a:ext>
              </a:extLst>
            </p:cNvPr>
            <p:cNvGrpSpPr/>
            <p:nvPr/>
          </p:nvGrpSpPr>
          <p:grpSpPr>
            <a:xfrm>
              <a:off x="1237832" y="3462866"/>
              <a:ext cx="366546" cy="248122"/>
              <a:chOff x="2681976" y="1955121"/>
              <a:chExt cx="1929510" cy="596970"/>
            </a:xfrm>
          </p:grpSpPr>
          <p:sp>
            <p:nvSpPr>
              <p:cNvPr id="77" name="Border">
                <a:extLst>
                  <a:ext uri="{FF2B5EF4-FFF2-40B4-BE49-F238E27FC236}">
                    <a16:creationId xmlns:a16="http://schemas.microsoft.com/office/drawing/2014/main" id="{C9FAFDE6-A37B-4CC7-AFBF-2C792EDDE66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8" name="Line 2">
                <a:extLst>
                  <a:ext uri="{FF2B5EF4-FFF2-40B4-BE49-F238E27FC236}">
                    <a16:creationId xmlns:a16="http://schemas.microsoft.com/office/drawing/2014/main" id="{D5730097-24BE-40E7-BFF9-16F9E0BF9EF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9" name="Line 1">
                <a:extLst>
                  <a:ext uri="{FF2B5EF4-FFF2-40B4-BE49-F238E27FC236}">
                    <a16:creationId xmlns:a16="http://schemas.microsoft.com/office/drawing/2014/main" id="{0111B46B-C75C-4A7D-96EF-80FDD03F9B5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0" name="TextBox 79">
                <a:extLst>
                  <a:ext uri="{FF2B5EF4-FFF2-40B4-BE49-F238E27FC236}">
                    <a16:creationId xmlns:a16="http://schemas.microsoft.com/office/drawing/2014/main" id="{4AA142A9-CEDA-4120-A2CF-87B877921337}"/>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76" name="직사각형 75">
              <a:extLst>
                <a:ext uri="{FF2B5EF4-FFF2-40B4-BE49-F238E27FC236}">
                  <a16:creationId xmlns:a16="http://schemas.microsoft.com/office/drawing/2014/main" id="{329A83C7-2407-4675-A668-13472AB7F588}"/>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pSp>
      <p:grpSp>
        <p:nvGrpSpPr>
          <p:cNvPr id="113" name="그룹 112">
            <a:extLst>
              <a:ext uri="{FF2B5EF4-FFF2-40B4-BE49-F238E27FC236}">
                <a16:creationId xmlns:a16="http://schemas.microsoft.com/office/drawing/2014/main" id="{C0A4ED38-B6A8-413C-9F03-FD91E65FEC66}"/>
              </a:ext>
            </a:extLst>
          </p:cNvPr>
          <p:cNvGrpSpPr/>
          <p:nvPr userDrawn="1"/>
        </p:nvGrpSpPr>
        <p:grpSpPr>
          <a:xfrm>
            <a:off x="1238662" y="3923875"/>
            <a:ext cx="2414204" cy="437877"/>
            <a:chOff x="1237832" y="3375500"/>
            <a:chExt cx="1708479" cy="437877"/>
          </a:xfrm>
        </p:grpSpPr>
        <p:grpSp>
          <p:nvGrpSpPr>
            <p:cNvPr id="114" name="그룹 113">
              <a:extLst>
                <a:ext uri="{FF2B5EF4-FFF2-40B4-BE49-F238E27FC236}">
                  <a16:creationId xmlns:a16="http://schemas.microsoft.com/office/drawing/2014/main" id="{AAF1A228-C736-484C-80A6-DB98165F479C}"/>
                </a:ext>
              </a:extLst>
            </p:cNvPr>
            <p:cNvGrpSpPr/>
            <p:nvPr/>
          </p:nvGrpSpPr>
          <p:grpSpPr>
            <a:xfrm>
              <a:off x="1237832" y="3462866"/>
              <a:ext cx="366546" cy="248122"/>
              <a:chOff x="2681976" y="1955121"/>
              <a:chExt cx="1929510" cy="596970"/>
            </a:xfrm>
          </p:grpSpPr>
          <p:sp>
            <p:nvSpPr>
              <p:cNvPr id="116" name="Border">
                <a:extLst>
                  <a:ext uri="{FF2B5EF4-FFF2-40B4-BE49-F238E27FC236}">
                    <a16:creationId xmlns:a16="http://schemas.microsoft.com/office/drawing/2014/main" id="{3BE711D7-A1A5-41F2-97F0-D28EF8E7251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7" name="Line 2">
                <a:extLst>
                  <a:ext uri="{FF2B5EF4-FFF2-40B4-BE49-F238E27FC236}">
                    <a16:creationId xmlns:a16="http://schemas.microsoft.com/office/drawing/2014/main" id="{1ED0460E-1914-4415-BD69-E9C51900B32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8" name="Line 1">
                <a:extLst>
                  <a:ext uri="{FF2B5EF4-FFF2-40B4-BE49-F238E27FC236}">
                    <a16:creationId xmlns:a16="http://schemas.microsoft.com/office/drawing/2014/main" id="{2DD3F397-4D24-441D-AFFA-E0117813249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9" name="TextBox 118">
                <a:extLst>
                  <a:ext uri="{FF2B5EF4-FFF2-40B4-BE49-F238E27FC236}">
                    <a16:creationId xmlns:a16="http://schemas.microsoft.com/office/drawing/2014/main" id="{D6969112-3137-4F31-B70B-6B4C6A0742EF}"/>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15" name="직사각형 114">
              <a:extLst>
                <a:ext uri="{FF2B5EF4-FFF2-40B4-BE49-F238E27FC236}">
                  <a16:creationId xmlns:a16="http://schemas.microsoft.com/office/drawing/2014/main" id="{A1109B26-B3EF-4233-B31E-288973D03A52}"/>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222222</a:t>
              </a:r>
              <a:endParaRPr lang="ko-KR" altLang="en-US" sz="800" b="1" dirty="0"/>
            </a:p>
          </p:txBody>
        </p:sp>
      </p:grpSp>
      <p:grpSp>
        <p:nvGrpSpPr>
          <p:cNvPr id="120" name="그룹 119">
            <a:extLst>
              <a:ext uri="{FF2B5EF4-FFF2-40B4-BE49-F238E27FC236}">
                <a16:creationId xmlns:a16="http://schemas.microsoft.com/office/drawing/2014/main" id="{D506ACE5-C7D0-413B-82B2-BC376D8ACA8A}"/>
              </a:ext>
            </a:extLst>
          </p:cNvPr>
          <p:cNvGrpSpPr/>
          <p:nvPr userDrawn="1"/>
        </p:nvGrpSpPr>
        <p:grpSpPr>
          <a:xfrm>
            <a:off x="1238662" y="4373812"/>
            <a:ext cx="2414204" cy="437877"/>
            <a:chOff x="1237832" y="3375500"/>
            <a:chExt cx="1708479" cy="437877"/>
          </a:xfrm>
        </p:grpSpPr>
        <p:grpSp>
          <p:nvGrpSpPr>
            <p:cNvPr id="121" name="그룹 120">
              <a:extLst>
                <a:ext uri="{FF2B5EF4-FFF2-40B4-BE49-F238E27FC236}">
                  <a16:creationId xmlns:a16="http://schemas.microsoft.com/office/drawing/2014/main" id="{EFCFF536-FFA9-4C9E-8AA9-C1DA1E596F48}"/>
                </a:ext>
              </a:extLst>
            </p:cNvPr>
            <p:cNvGrpSpPr/>
            <p:nvPr/>
          </p:nvGrpSpPr>
          <p:grpSpPr>
            <a:xfrm>
              <a:off x="1237832" y="3462866"/>
              <a:ext cx="366546" cy="248122"/>
              <a:chOff x="2681976" y="1955121"/>
              <a:chExt cx="1929510" cy="596970"/>
            </a:xfrm>
          </p:grpSpPr>
          <p:sp>
            <p:nvSpPr>
              <p:cNvPr id="123" name="Border">
                <a:extLst>
                  <a:ext uri="{FF2B5EF4-FFF2-40B4-BE49-F238E27FC236}">
                    <a16:creationId xmlns:a16="http://schemas.microsoft.com/office/drawing/2014/main" id="{965CD651-81F5-4CF5-AE73-1875EE6798E2}"/>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4" name="Line 2">
                <a:extLst>
                  <a:ext uri="{FF2B5EF4-FFF2-40B4-BE49-F238E27FC236}">
                    <a16:creationId xmlns:a16="http://schemas.microsoft.com/office/drawing/2014/main" id="{FAAA9687-57E7-4D16-9100-96A9D1E390D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5" name="Line 1">
                <a:extLst>
                  <a:ext uri="{FF2B5EF4-FFF2-40B4-BE49-F238E27FC236}">
                    <a16:creationId xmlns:a16="http://schemas.microsoft.com/office/drawing/2014/main" id="{9FDD84F1-46EC-4954-8CF3-236C5BD819E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6" name="TextBox 125">
                <a:extLst>
                  <a:ext uri="{FF2B5EF4-FFF2-40B4-BE49-F238E27FC236}">
                    <a16:creationId xmlns:a16="http://schemas.microsoft.com/office/drawing/2014/main" id="{9853CF30-275F-4AFC-B0E0-0DFC69FB5F93}"/>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22" name="직사각형 121">
              <a:extLst>
                <a:ext uri="{FF2B5EF4-FFF2-40B4-BE49-F238E27FC236}">
                  <a16:creationId xmlns:a16="http://schemas.microsoft.com/office/drawing/2014/main" id="{7D4FEBC8-D632-4E06-AB74-ECBB02DCD6B7}"/>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333333</a:t>
              </a:r>
              <a:endParaRPr lang="ko-KR" altLang="en-US" sz="800" b="1" dirty="0"/>
            </a:p>
          </p:txBody>
        </p:sp>
      </p:grpSp>
      <p:sp>
        <p:nvSpPr>
          <p:cNvPr id="211" name="직사각형 210">
            <a:extLst>
              <a:ext uri="{FF2B5EF4-FFF2-40B4-BE49-F238E27FC236}">
                <a16:creationId xmlns:a16="http://schemas.microsoft.com/office/drawing/2014/main" id="{DBBEA88E-D087-4BA4-AA64-91406F6B5D62}"/>
              </a:ext>
            </a:extLst>
          </p:cNvPr>
          <p:cNvSpPr/>
          <p:nvPr userDrawn="1"/>
        </p:nvSpPr>
        <p:spPr>
          <a:xfrm>
            <a:off x="1122625" y="2345173"/>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212" name="직사각형 211">
            <a:extLst>
              <a:ext uri="{FF2B5EF4-FFF2-40B4-BE49-F238E27FC236}">
                <a16:creationId xmlns:a16="http://schemas.microsoft.com/office/drawing/2014/main" id="{BBD0E63A-6640-4755-B343-2C68D8CF28B1}"/>
              </a:ext>
            </a:extLst>
          </p:cNvPr>
          <p:cNvSpPr/>
          <p:nvPr userDrawn="1"/>
        </p:nvSpPr>
        <p:spPr>
          <a:xfrm>
            <a:off x="1951932" y="2345173"/>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sp>
        <p:nvSpPr>
          <p:cNvPr id="213" name="직사각형 212">
            <a:extLst>
              <a:ext uri="{FF2B5EF4-FFF2-40B4-BE49-F238E27FC236}">
                <a16:creationId xmlns:a16="http://schemas.microsoft.com/office/drawing/2014/main" id="{666A0944-6128-43FE-B1BF-EBAC5B0044A8}"/>
              </a:ext>
            </a:extLst>
          </p:cNvPr>
          <p:cNvSpPr/>
          <p:nvPr userDrawn="1"/>
        </p:nvSpPr>
        <p:spPr>
          <a:xfrm>
            <a:off x="2781239" y="2339237"/>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세분류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145" name="직사각형 144">
            <a:extLst>
              <a:ext uri="{FF2B5EF4-FFF2-40B4-BE49-F238E27FC236}">
                <a16:creationId xmlns:a16="http://schemas.microsoft.com/office/drawing/2014/main" id="{659E1931-39E5-4BEA-80D7-170AF878FC26}"/>
              </a:ext>
            </a:extLst>
          </p:cNvPr>
          <p:cNvSpPr/>
          <p:nvPr userDrawn="1"/>
        </p:nvSpPr>
        <p:spPr>
          <a:xfrm>
            <a:off x="8242222" y="3645816"/>
            <a:ext cx="581782" cy="184881"/>
          </a:xfrm>
          <a:prstGeom prst="rect">
            <a:avLst/>
          </a:prstGeom>
          <a:solidFill>
            <a:srgbClr val="00B0F0"/>
          </a:solidFill>
          <a:ln w="6350">
            <a:solidFill>
              <a:srgbClr val="00B0F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추가하기</a:t>
            </a:r>
            <a:endParaRPr lang="en-US" altLang="ko-KR" sz="700" dirty="0">
              <a:solidFill>
                <a:schemeClr val="bg1"/>
              </a:solidFill>
            </a:endParaRPr>
          </a:p>
        </p:txBody>
      </p:sp>
      <p:sp>
        <p:nvSpPr>
          <p:cNvPr id="152" name="직사각형 151">
            <a:extLst>
              <a:ext uri="{FF2B5EF4-FFF2-40B4-BE49-F238E27FC236}">
                <a16:creationId xmlns:a16="http://schemas.microsoft.com/office/drawing/2014/main" id="{7CCB8C07-4BF4-4F4D-A5E3-5C22383B882B}"/>
              </a:ext>
            </a:extLst>
          </p:cNvPr>
          <p:cNvSpPr/>
          <p:nvPr userDrawn="1"/>
        </p:nvSpPr>
        <p:spPr>
          <a:xfrm>
            <a:off x="8242219" y="4510568"/>
            <a:ext cx="581783" cy="179118"/>
          </a:xfrm>
          <a:prstGeom prst="rect">
            <a:avLst/>
          </a:prstGeom>
          <a:solidFill>
            <a:srgbClr val="00B0F0"/>
          </a:solidFill>
          <a:ln w="6350">
            <a:solidFill>
              <a:srgbClr val="00B0F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추가하기</a:t>
            </a:r>
            <a:endParaRPr lang="en-US" altLang="ko-KR" sz="700" dirty="0">
              <a:solidFill>
                <a:schemeClr val="bg1"/>
              </a:solidFill>
            </a:endParaRPr>
          </a:p>
        </p:txBody>
      </p:sp>
      <p:sp>
        <p:nvSpPr>
          <p:cNvPr id="159" name="직사각형 158">
            <a:extLst>
              <a:ext uri="{FF2B5EF4-FFF2-40B4-BE49-F238E27FC236}">
                <a16:creationId xmlns:a16="http://schemas.microsoft.com/office/drawing/2014/main" id="{366D7C27-7C1B-41EE-BC76-49A35595B966}"/>
              </a:ext>
            </a:extLst>
          </p:cNvPr>
          <p:cNvSpPr/>
          <p:nvPr userDrawn="1"/>
        </p:nvSpPr>
        <p:spPr>
          <a:xfrm>
            <a:off x="8235366" y="4068313"/>
            <a:ext cx="581782" cy="184881"/>
          </a:xfrm>
          <a:prstGeom prst="rect">
            <a:avLst/>
          </a:prstGeom>
          <a:solidFill>
            <a:srgbClr val="00B0F0"/>
          </a:solidFill>
          <a:ln w="6350">
            <a:solidFill>
              <a:srgbClr val="00B0F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추가하기</a:t>
            </a:r>
            <a:endParaRPr lang="en-US" altLang="ko-KR" sz="700" dirty="0">
              <a:solidFill>
                <a:schemeClr val="bg1"/>
              </a:solidFill>
            </a:endParaRPr>
          </a:p>
        </p:txBody>
      </p:sp>
    </p:spTree>
    <p:extLst>
      <p:ext uri="{BB962C8B-B14F-4D97-AF65-F5344CB8AC3E}">
        <p14:creationId xmlns:p14="http://schemas.microsoft.com/office/powerpoint/2010/main" val="1839942746"/>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4_Shop 채널 등록폼 오픈화면">
    <p:spTree>
      <p:nvGrpSpPr>
        <p:cNvPr id="1" name=""/>
        <p:cNvGrpSpPr/>
        <p:nvPr/>
      </p:nvGrpSpPr>
      <p:grpSpPr>
        <a:xfrm>
          <a:off x="0" y="0"/>
          <a:ext cx="0" cy="0"/>
          <a:chOff x="0" y="0"/>
          <a:chExt cx="0" cy="0"/>
        </a:xfrm>
      </p:grpSpPr>
      <p:sp>
        <p:nvSpPr>
          <p:cNvPr id="23" name="직사각형 22">
            <a:extLst>
              <a:ext uri="{FF2B5EF4-FFF2-40B4-BE49-F238E27FC236}">
                <a16:creationId xmlns:a16="http://schemas.microsoft.com/office/drawing/2014/main" id="{ABECF5B2-BB1D-4F9C-BD28-75B0133AB92B}"/>
              </a:ext>
            </a:extLst>
          </p:cNvPr>
          <p:cNvSpPr/>
          <p:nvPr userDrawn="1"/>
        </p:nvSpPr>
        <p:spPr>
          <a:xfrm>
            <a:off x="33614" y="40343"/>
            <a:ext cx="10078574" cy="9127720"/>
          </a:xfrm>
          <a:prstGeom prst="rect">
            <a:avLst/>
          </a:prstGeom>
          <a:solidFill>
            <a:schemeClr val="bg1"/>
          </a:solid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직사각형 19">
            <a:extLst>
              <a:ext uri="{FF2B5EF4-FFF2-40B4-BE49-F238E27FC236}">
                <a16:creationId xmlns:a16="http://schemas.microsoft.com/office/drawing/2014/main" id="{24B31EC4-B77E-4BDD-BCB1-EE54DDB97E66}"/>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 name="직사각형 20">
            <a:extLst>
              <a:ext uri="{FF2B5EF4-FFF2-40B4-BE49-F238E27FC236}">
                <a16:creationId xmlns:a16="http://schemas.microsoft.com/office/drawing/2014/main" id="{2E720B41-4B53-4A2A-B4B6-88B14D1AD957}"/>
              </a:ext>
            </a:extLst>
          </p:cNvPr>
          <p:cNvSpPr/>
          <p:nvPr userDrawn="1"/>
        </p:nvSpPr>
        <p:spPr>
          <a:xfrm>
            <a:off x="108568" y="10805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22" name="직사각형 21">
            <a:extLst>
              <a:ext uri="{FF2B5EF4-FFF2-40B4-BE49-F238E27FC236}">
                <a16:creationId xmlns:a16="http://schemas.microsoft.com/office/drawing/2014/main" id="{6C12EB54-390D-4D48-AC84-E09B504EEA7B}"/>
              </a:ext>
            </a:extLst>
          </p:cNvPr>
          <p:cNvSpPr/>
          <p:nvPr userDrawn="1"/>
        </p:nvSpPr>
        <p:spPr>
          <a:xfrm>
            <a:off x="8029664" y="107186"/>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graphicFrame>
        <p:nvGraphicFramePr>
          <p:cNvPr id="81" name="표 5">
            <a:extLst>
              <a:ext uri="{FF2B5EF4-FFF2-40B4-BE49-F238E27FC236}">
                <a16:creationId xmlns:a16="http://schemas.microsoft.com/office/drawing/2014/main" id="{2122EEFF-A4DB-48C7-8996-7DF6C1765AC9}"/>
              </a:ext>
            </a:extLst>
          </p:cNvPr>
          <p:cNvGraphicFramePr>
            <a:graphicFrameLocks noGrp="1"/>
          </p:cNvGraphicFramePr>
          <p:nvPr userDrawn="1">
            <p:extLst>
              <p:ext uri="{D42A27DB-BD31-4B8C-83A1-F6EECF244321}">
                <p14:modId xmlns:p14="http://schemas.microsoft.com/office/powerpoint/2010/main" val="1872580920"/>
              </p:ext>
            </p:extLst>
          </p:nvPr>
        </p:nvGraphicFramePr>
        <p:xfrm>
          <a:off x="93134" y="550332"/>
          <a:ext cx="9922935" cy="243840"/>
        </p:xfrm>
        <a:graphic>
          <a:graphicData uri="http://schemas.openxmlformats.org/drawingml/2006/table">
            <a:tbl>
              <a:tblPr firstRow="1" bandRow="1">
                <a:tableStyleId>{5940675A-B579-460E-94D1-54222C63F5DA}</a:tableStyleId>
              </a:tblPr>
              <a:tblGrid>
                <a:gridCol w="3307645">
                  <a:extLst>
                    <a:ext uri="{9D8B030D-6E8A-4147-A177-3AD203B41FA5}">
                      <a16:colId xmlns:a16="http://schemas.microsoft.com/office/drawing/2014/main" val="3230482263"/>
                    </a:ext>
                  </a:extLst>
                </a:gridCol>
                <a:gridCol w="3307645">
                  <a:extLst>
                    <a:ext uri="{9D8B030D-6E8A-4147-A177-3AD203B41FA5}">
                      <a16:colId xmlns:a16="http://schemas.microsoft.com/office/drawing/2014/main" val="3730242496"/>
                    </a:ext>
                  </a:extLst>
                </a:gridCol>
                <a:gridCol w="3307645">
                  <a:extLst>
                    <a:ext uri="{9D8B030D-6E8A-4147-A177-3AD203B41FA5}">
                      <a16:colId xmlns:a16="http://schemas.microsoft.com/office/drawing/2014/main" val="844434264"/>
                    </a:ext>
                  </a:extLst>
                </a:gridCol>
              </a:tblGrid>
              <a:tr h="127001">
                <a:tc>
                  <a:txBody>
                    <a:bodyPr/>
                    <a:lstStyle/>
                    <a:p>
                      <a:pPr algn="ctr" latinLnBrk="1"/>
                      <a:r>
                        <a:rPr lang="en-US" altLang="ko-KR" sz="1000" b="0" dirty="0">
                          <a:solidFill>
                            <a:schemeClr val="tx1"/>
                          </a:solidFill>
                        </a:rPr>
                        <a:t>Shop </a:t>
                      </a:r>
                      <a:r>
                        <a:rPr lang="ko-KR" altLang="en-US" sz="1000" b="0" dirty="0">
                          <a:solidFill>
                            <a:schemeClr val="tx1"/>
                          </a:solidFill>
                        </a:rPr>
                        <a:t>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1" dirty="0">
                          <a:solidFill>
                            <a:schemeClr val="bg1"/>
                          </a:solidFill>
                        </a:rPr>
                        <a:t>판매상품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1000" dirty="0"/>
                        <a:t>커뮤니티</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226348592"/>
                  </a:ext>
                </a:extLst>
              </a:tr>
            </a:tbl>
          </a:graphicData>
        </a:graphic>
      </p:graphicFrame>
      <p:sp>
        <p:nvSpPr>
          <p:cNvPr id="56" name="TextBox 55">
            <a:extLst>
              <a:ext uri="{FF2B5EF4-FFF2-40B4-BE49-F238E27FC236}">
                <a16:creationId xmlns:a16="http://schemas.microsoft.com/office/drawing/2014/main" id="{EC507F3E-6C15-4388-AA73-642898755886}"/>
              </a:ext>
            </a:extLst>
          </p:cNvPr>
          <p:cNvSpPr txBox="1"/>
          <p:nvPr userDrawn="1"/>
        </p:nvSpPr>
        <p:spPr>
          <a:xfrm>
            <a:off x="101678" y="1010238"/>
            <a:ext cx="2530203" cy="215444"/>
          </a:xfrm>
          <a:prstGeom prst="rect">
            <a:avLst/>
          </a:prstGeom>
          <a:noFill/>
        </p:spPr>
        <p:txBody>
          <a:bodyPr wrap="square" rtlCol="0">
            <a:spAutoFit/>
          </a:bodyPr>
          <a:lstStyle/>
          <a:p>
            <a:r>
              <a:rPr lang="ko-KR" altLang="en-US" sz="800" b="1" dirty="0">
                <a:latin typeface="맑은 고딕" panose="020B0503020000020004" pitchFamily="50" charset="-127"/>
              </a:rPr>
              <a:t>■ </a:t>
            </a:r>
            <a:r>
              <a:rPr lang="ko-KR" altLang="en-US" sz="800" b="1" dirty="0"/>
              <a:t>총 </a:t>
            </a:r>
            <a:r>
              <a:rPr lang="en-US" altLang="ko-KR" sz="800" b="1" dirty="0"/>
              <a:t>3 </a:t>
            </a:r>
            <a:r>
              <a:rPr lang="ko-KR" altLang="en-US" sz="800" b="1" dirty="0"/>
              <a:t>건</a:t>
            </a:r>
          </a:p>
        </p:txBody>
      </p:sp>
      <p:graphicFrame>
        <p:nvGraphicFramePr>
          <p:cNvPr id="57" name="표 56">
            <a:extLst>
              <a:ext uri="{FF2B5EF4-FFF2-40B4-BE49-F238E27FC236}">
                <a16:creationId xmlns:a16="http://schemas.microsoft.com/office/drawing/2014/main" id="{0F414ED9-99D5-4184-9AA3-3490B09B4391}"/>
              </a:ext>
            </a:extLst>
          </p:cNvPr>
          <p:cNvGraphicFramePr>
            <a:graphicFrameLocks noGrp="1"/>
          </p:cNvGraphicFramePr>
          <p:nvPr userDrawn="1">
            <p:extLst>
              <p:ext uri="{D42A27DB-BD31-4B8C-83A1-F6EECF244321}">
                <p14:modId xmlns:p14="http://schemas.microsoft.com/office/powerpoint/2010/main" val="3802667958"/>
              </p:ext>
            </p:extLst>
          </p:nvPr>
        </p:nvGraphicFramePr>
        <p:xfrm>
          <a:off x="182075" y="1251871"/>
          <a:ext cx="9833995" cy="4983422"/>
        </p:xfrm>
        <a:graphic>
          <a:graphicData uri="http://schemas.openxmlformats.org/drawingml/2006/table">
            <a:tbl>
              <a:tblPr firstRow="1" bandRow="1">
                <a:tableStyleId>{5C22544A-7EE6-4342-B048-85BDC9FD1C3A}</a:tableStyleId>
              </a:tblPr>
              <a:tblGrid>
                <a:gridCol w="390419">
                  <a:extLst>
                    <a:ext uri="{9D8B030D-6E8A-4147-A177-3AD203B41FA5}">
                      <a16:colId xmlns:a16="http://schemas.microsoft.com/office/drawing/2014/main" val="20000"/>
                    </a:ext>
                  </a:extLst>
                </a:gridCol>
                <a:gridCol w="707666">
                  <a:extLst>
                    <a:ext uri="{9D8B030D-6E8A-4147-A177-3AD203B41FA5}">
                      <a16:colId xmlns:a16="http://schemas.microsoft.com/office/drawing/2014/main" val="20002"/>
                    </a:ext>
                  </a:extLst>
                </a:gridCol>
                <a:gridCol w="2234139">
                  <a:extLst>
                    <a:ext uri="{9D8B030D-6E8A-4147-A177-3AD203B41FA5}">
                      <a16:colId xmlns:a16="http://schemas.microsoft.com/office/drawing/2014/main" val="20004"/>
                    </a:ext>
                  </a:extLst>
                </a:gridCol>
                <a:gridCol w="627797">
                  <a:extLst>
                    <a:ext uri="{9D8B030D-6E8A-4147-A177-3AD203B41FA5}">
                      <a16:colId xmlns:a16="http://schemas.microsoft.com/office/drawing/2014/main" val="1538783997"/>
                    </a:ext>
                  </a:extLst>
                </a:gridCol>
                <a:gridCol w="955343">
                  <a:extLst>
                    <a:ext uri="{9D8B030D-6E8A-4147-A177-3AD203B41FA5}">
                      <a16:colId xmlns:a16="http://schemas.microsoft.com/office/drawing/2014/main" val="2527584646"/>
                    </a:ext>
                  </a:extLst>
                </a:gridCol>
                <a:gridCol w="1310185">
                  <a:extLst>
                    <a:ext uri="{9D8B030D-6E8A-4147-A177-3AD203B41FA5}">
                      <a16:colId xmlns:a16="http://schemas.microsoft.com/office/drawing/2014/main" val="3237610251"/>
                    </a:ext>
                  </a:extLst>
                </a:gridCol>
                <a:gridCol w="736979">
                  <a:extLst>
                    <a:ext uri="{9D8B030D-6E8A-4147-A177-3AD203B41FA5}">
                      <a16:colId xmlns:a16="http://schemas.microsoft.com/office/drawing/2014/main" val="20006"/>
                    </a:ext>
                  </a:extLst>
                </a:gridCol>
                <a:gridCol w="805218">
                  <a:extLst>
                    <a:ext uri="{9D8B030D-6E8A-4147-A177-3AD203B41FA5}">
                      <a16:colId xmlns:a16="http://schemas.microsoft.com/office/drawing/2014/main" val="20007"/>
                    </a:ext>
                  </a:extLst>
                </a:gridCol>
                <a:gridCol w="859809">
                  <a:extLst>
                    <a:ext uri="{9D8B030D-6E8A-4147-A177-3AD203B41FA5}">
                      <a16:colId xmlns:a16="http://schemas.microsoft.com/office/drawing/2014/main" val="20009"/>
                    </a:ext>
                  </a:extLst>
                </a:gridCol>
                <a:gridCol w="1206440">
                  <a:extLst>
                    <a:ext uri="{9D8B030D-6E8A-4147-A177-3AD203B41FA5}">
                      <a16:colId xmlns:a16="http://schemas.microsoft.com/office/drawing/2014/main" val="20008"/>
                    </a:ext>
                  </a:extLst>
                </a:gridCol>
              </a:tblGrid>
              <a:tr h="0">
                <a:tc>
                  <a:txBody>
                    <a:bodyPr/>
                    <a:lstStyle/>
                    <a:p>
                      <a:pPr algn="ctr" latinLnBrk="1"/>
                      <a:r>
                        <a:rPr lang="ko-KR" altLang="en-US" sz="800" b="0" dirty="0">
                          <a:solidFill>
                            <a:schemeClr val="tx1"/>
                          </a:solidFill>
                        </a:rPr>
                        <a:t>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제약조건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재고</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판매이익</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수정</a:t>
                      </a:r>
                      <a:r>
                        <a:rPr lang="en-US" altLang="ko-KR" sz="800" b="0" dirty="0">
                          <a:solidFill>
                            <a:schemeClr val="tx1"/>
                          </a:solidFill>
                        </a:rPr>
                        <a:t>/</a:t>
                      </a:r>
                      <a:r>
                        <a:rPr lang="ko-KR" altLang="en-US" sz="800" b="0" dirty="0">
                          <a:solidFill>
                            <a:schemeClr val="tx1"/>
                          </a:solidFill>
                        </a:rPr>
                        <a:t>삭제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11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baseline="0" dirty="0">
                        <a:solidFill>
                          <a:schemeClr val="tx1"/>
                        </a:solidFill>
                      </a:endParaRPr>
                    </a:p>
                    <a:p>
                      <a:pPr algn="l" latinLnBrk="1">
                        <a:lnSpc>
                          <a:spcPct val="150000"/>
                        </a:lnSpc>
                      </a:pP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a:solidFill>
                            <a:schemeClr val="tx1"/>
                          </a:solidFill>
                        </a:rPr>
                        <a:t>판매</a:t>
                      </a: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a:solidFill>
                            <a:schemeClr val="tx1"/>
                          </a:solidFill>
                        </a:rPr>
                        <a:t>없음</a:t>
                      </a: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err="1">
                          <a:solidFill>
                            <a:schemeClr val="tx1"/>
                          </a:solidFill>
                        </a:rPr>
                        <a:t>수량제한없음</a:t>
                      </a: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3,500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1,500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10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범위형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10,000 </a:t>
                      </a:r>
                      <a:r>
                        <a:rPr lang="ko-KR" altLang="en-US" sz="800" b="0" dirty="0">
                          <a:solidFill>
                            <a:schemeClr val="tx1"/>
                          </a:solidFill>
                        </a:rPr>
                        <a:t>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7,000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9</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고정형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500,000 </a:t>
                      </a:r>
                      <a:r>
                        <a:rPr lang="ko-KR" altLang="en-US" sz="800" b="0" dirty="0">
                          <a:solidFill>
                            <a:schemeClr val="tx1"/>
                          </a:solidFill>
                        </a:rPr>
                        <a:t>개</a:t>
                      </a:r>
                      <a:br>
                        <a:rPr lang="en-US" altLang="ko-KR" sz="800" b="0" dirty="0">
                          <a:solidFill>
                            <a:schemeClr val="tx1"/>
                          </a:solidFill>
                        </a:rPr>
                      </a:br>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4,000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4,300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algn="ctr" latinLnBrk="1"/>
                      <a:r>
                        <a:rPr lang="en-US" altLang="ko-KR" sz="800" b="0" dirty="0">
                          <a:solidFill>
                            <a:schemeClr val="tx1"/>
                          </a:solidFill>
                        </a:rPr>
                        <a:t>8</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부분공개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a:solidFill>
                            <a:schemeClr val="tx1"/>
                          </a:solidFill>
                        </a:rPr>
                        <a:t>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err="1">
                          <a:solidFill>
                            <a:schemeClr val="tx1"/>
                          </a:solidFill>
                        </a:rPr>
                        <a:t>수량제한없음</a:t>
                      </a: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3,500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1,500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279476780"/>
                  </a:ext>
                </a:extLst>
              </a:tr>
              <a:tr h="0">
                <a:tc>
                  <a:txBody>
                    <a:bodyPr/>
                    <a:lstStyle/>
                    <a:p>
                      <a:pPr algn="ctr" latinLnBrk="1"/>
                      <a:r>
                        <a:rPr lang="en-US" altLang="ko-KR" sz="800" b="0" dirty="0">
                          <a:solidFill>
                            <a:schemeClr val="tx1"/>
                          </a:solidFill>
                        </a:rPr>
                        <a:t>7</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a:solidFill>
                            <a:schemeClr val="tx1"/>
                          </a:solidFill>
                        </a:rPr>
                        <a:t>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err="1">
                          <a:solidFill>
                            <a:schemeClr val="tx1"/>
                          </a:solidFill>
                        </a:rPr>
                        <a:t>수량제한없음</a:t>
                      </a: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3,500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1,500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587146767"/>
                  </a:ext>
                </a:extLst>
              </a:tr>
              <a:tr h="0">
                <a:tc>
                  <a:txBody>
                    <a:bodyPr/>
                    <a:lstStyle/>
                    <a:p>
                      <a:pPr algn="ctr" latinLnBrk="1"/>
                      <a:r>
                        <a:rPr lang="en-US" altLang="ko-KR" sz="800" b="0" dirty="0">
                          <a:solidFill>
                            <a:schemeClr val="tx1"/>
                          </a:solidFill>
                        </a:rPr>
                        <a:t>6</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고정형</a:t>
                      </a: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500,000 </a:t>
                      </a:r>
                      <a:r>
                        <a:rPr lang="ko-KR" altLang="en-US" sz="800" b="0" dirty="0">
                          <a:solidFill>
                            <a:schemeClr val="tx1"/>
                          </a:solidFill>
                        </a:rPr>
                        <a:t>개</a:t>
                      </a:r>
                      <a:br>
                        <a:rPr lang="en-US" altLang="ko-KR" sz="800" b="0" dirty="0">
                          <a:solidFill>
                            <a:schemeClr val="tx1"/>
                          </a:solidFill>
                        </a:rPr>
                      </a:br>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4,000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4,300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748278696"/>
                  </a:ext>
                </a:extLst>
              </a:tr>
              <a:tr h="0">
                <a:tc>
                  <a:txBody>
                    <a:bodyPr/>
                    <a:lstStyle/>
                    <a:p>
                      <a:pPr algn="ctr" latinLnBrk="1"/>
                      <a:r>
                        <a:rPr lang="en-US" altLang="ko-KR" sz="800" b="0" dirty="0">
                          <a:solidFill>
                            <a:schemeClr val="tx1"/>
                          </a:solidFill>
                        </a:rPr>
                        <a:t>5</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범위형</a:t>
                      </a: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10,000 </a:t>
                      </a:r>
                      <a:r>
                        <a:rPr lang="ko-KR" altLang="en-US" sz="800" b="0" dirty="0">
                          <a:solidFill>
                            <a:schemeClr val="tx1"/>
                          </a:solidFill>
                        </a:rPr>
                        <a:t>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7,000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662529820"/>
                  </a:ext>
                </a:extLst>
              </a:tr>
              <a:tr h="0">
                <a:tc>
                  <a:txBody>
                    <a:bodyPr/>
                    <a:lstStyle/>
                    <a:p>
                      <a:pPr algn="ctr" latinLnBrk="1"/>
                      <a:r>
                        <a:rPr lang="en-US" altLang="ko-KR" sz="800" b="0" dirty="0">
                          <a:solidFill>
                            <a:schemeClr val="tx1"/>
                          </a:solidFill>
                        </a:rPr>
                        <a:t>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a:solidFill>
                            <a:schemeClr val="tx1"/>
                          </a:solidFill>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lnSpc>
                          <a:spcPct val="150000"/>
                        </a:lnSpc>
                      </a:pPr>
                      <a:r>
                        <a:rPr lang="ko-KR" altLang="en-US" sz="800" b="0" dirty="0">
                          <a:solidFill>
                            <a:schemeClr val="tx1"/>
                          </a:solidFill>
                        </a:rPr>
                        <a:t>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고정형</a:t>
                      </a: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err="1">
                          <a:solidFill>
                            <a:schemeClr val="tx1"/>
                          </a:solidFill>
                        </a:rPr>
                        <a:t>수량제한없음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4,000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4,300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300 </a:t>
                      </a:r>
                      <a:r>
                        <a:rPr lang="ko-KR" altLang="en-US" sz="800" b="0" dirty="0">
                          <a:solidFill>
                            <a:schemeClr val="tx1"/>
                          </a:solidFill>
                        </a:rPr>
                        <a:t>원</a:t>
                      </a:r>
                    </a:p>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453488250"/>
                  </a:ext>
                </a:extLst>
              </a:tr>
              <a:tr h="0">
                <a:tc>
                  <a:txBody>
                    <a:bodyPr/>
                    <a:lstStyle/>
                    <a:p>
                      <a:pPr algn="ctr" latinLnBrk="1"/>
                      <a:r>
                        <a:rPr lang="en-US" altLang="ko-KR" sz="800" b="0" dirty="0">
                          <a:solidFill>
                            <a:schemeClr val="tx1"/>
                          </a:solidFill>
                        </a:rPr>
                        <a:t>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a:solidFill>
                            <a:schemeClr val="tx1"/>
                          </a:solidFill>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lnSpc>
                          <a:spcPct val="150000"/>
                        </a:lnSpc>
                      </a:pPr>
                      <a:r>
                        <a:rPr lang="ko-KR" altLang="en-US" sz="800" b="0" dirty="0">
                          <a:solidFill>
                            <a:schemeClr val="tx1"/>
                          </a:solidFill>
                        </a:rPr>
                        <a:t>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a:solidFill>
                            <a:schemeClr val="tx1"/>
                          </a:solidFill>
                        </a:rPr>
                        <a:t>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err="1">
                          <a:solidFill>
                            <a:schemeClr val="tx1"/>
                          </a:solidFill>
                        </a:rPr>
                        <a:t>수량제한없음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4,000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4,300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300 </a:t>
                      </a:r>
                      <a:r>
                        <a:rPr lang="ko-KR" altLang="en-US" sz="800" b="0" dirty="0">
                          <a:solidFill>
                            <a:schemeClr val="tx1"/>
                          </a:solidFill>
                        </a:rPr>
                        <a:t>원</a:t>
                      </a:r>
                    </a:p>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920465824"/>
                  </a:ext>
                </a:extLst>
              </a:tr>
              <a:tr h="0">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a:solidFill>
                            <a:schemeClr val="tx1"/>
                          </a:solidFill>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lnSpc>
                          <a:spcPct val="150000"/>
                        </a:lnSpc>
                      </a:pPr>
                      <a:r>
                        <a:rPr lang="ko-KR" altLang="en-US" sz="800" b="0" dirty="0">
                          <a:solidFill>
                            <a:schemeClr val="tx1"/>
                          </a:solidFill>
                        </a:rPr>
                        <a:t>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범위형</a:t>
                      </a: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err="1">
                          <a:solidFill>
                            <a:schemeClr val="tx1"/>
                          </a:solidFill>
                        </a:rPr>
                        <a:t>수량제한없음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4,000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4,300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300 </a:t>
                      </a:r>
                      <a:r>
                        <a:rPr lang="ko-KR" altLang="en-US" sz="800" b="0" dirty="0">
                          <a:solidFill>
                            <a:schemeClr val="tx1"/>
                          </a:solidFill>
                        </a:rPr>
                        <a:t>원</a:t>
                      </a:r>
                    </a:p>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011087332"/>
                  </a:ext>
                </a:extLst>
              </a:tr>
              <a:tr h="0">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a:solidFill>
                            <a:schemeClr val="tx1"/>
                          </a:solidFill>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lnSpc>
                          <a:spcPct val="150000"/>
                        </a:lnSpc>
                      </a:pPr>
                      <a:r>
                        <a:rPr lang="ko-KR" altLang="en-US" sz="800" b="0" dirty="0">
                          <a:solidFill>
                            <a:schemeClr val="tx1"/>
                          </a:solidFill>
                        </a:rPr>
                        <a:t>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범위형</a:t>
                      </a: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800" b="0" baseline="0" dirty="0" err="1">
                          <a:solidFill>
                            <a:schemeClr val="tx1"/>
                          </a:solidFill>
                        </a:rPr>
                        <a:t>수량제한없음</a:t>
                      </a:r>
                      <a:endParaRPr lang="en-US" altLang="ko-KR" sz="800" b="0" baseline="0" dirty="0">
                        <a:solidFill>
                          <a:schemeClr val="tx1"/>
                        </a:solidFill>
                      </a:endParaRPr>
                    </a:p>
                    <a:p>
                      <a:pPr algn="ct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4,000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4,300 </a:t>
                      </a:r>
                      <a:r>
                        <a:rPr lang="ko-KR" altLang="en-US" sz="800" b="0" dirty="0">
                          <a:solidFill>
                            <a:schemeClr val="tx1"/>
                          </a:solidFill>
                        </a:rPr>
                        <a:t>원</a:t>
                      </a:r>
                    </a:p>
                    <a:p>
                      <a:pPr algn="r"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300 </a:t>
                      </a:r>
                      <a:r>
                        <a:rPr lang="ko-KR" altLang="en-US" sz="800" b="0" dirty="0">
                          <a:solidFill>
                            <a:schemeClr val="tx1"/>
                          </a:solidFill>
                        </a:rPr>
                        <a:t>원</a:t>
                      </a:r>
                    </a:p>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4008548364"/>
                  </a:ext>
                </a:extLst>
              </a:tr>
            </a:tbl>
          </a:graphicData>
        </a:graphic>
      </p:graphicFrame>
      <p:sp>
        <p:nvSpPr>
          <p:cNvPr id="58" name="직사각형 57">
            <a:extLst>
              <a:ext uri="{FF2B5EF4-FFF2-40B4-BE49-F238E27FC236}">
                <a16:creationId xmlns:a16="http://schemas.microsoft.com/office/drawing/2014/main" id="{3A68D84A-1AD9-4168-A98E-D7DA891748E1}"/>
              </a:ext>
            </a:extLst>
          </p:cNvPr>
          <p:cNvSpPr/>
          <p:nvPr userDrawn="1"/>
        </p:nvSpPr>
        <p:spPr>
          <a:xfrm>
            <a:off x="9104453" y="6453555"/>
            <a:ext cx="911616" cy="196067"/>
          </a:xfrm>
          <a:prstGeom prst="rect">
            <a:avLst/>
          </a:prstGeom>
          <a:solidFill>
            <a:schemeClr val="accent5">
              <a:lumMod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상품추가</a:t>
            </a:r>
            <a:endParaRPr lang="en-US" altLang="ko-KR" sz="800" dirty="0">
              <a:solidFill>
                <a:schemeClr val="bg1"/>
              </a:solidFill>
            </a:endParaRPr>
          </a:p>
        </p:txBody>
      </p:sp>
      <p:grpSp>
        <p:nvGrpSpPr>
          <p:cNvPr id="12" name="그룹 11">
            <a:extLst>
              <a:ext uri="{FF2B5EF4-FFF2-40B4-BE49-F238E27FC236}">
                <a16:creationId xmlns:a16="http://schemas.microsoft.com/office/drawing/2014/main" id="{E2F94290-C8E3-43D4-ADDC-4E41CEDD98FC}"/>
              </a:ext>
            </a:extLst>
          </p:cNvPr>
          <p:cNvGrpSpPr/>
          <p:nvPr userDrawn="1"/>
        </p:nvGrpSpPr>
        <p:grpSpPr>
          <a:xfrm>
            <a:off x="1356315" y="1472647"/>
            <a:ext cx="2414204" cy="437877"/>
            <a:chOff x="1356315" y="1472647"/>
            <a:chExt cx="2414204" cy="437877"/>
          </a:xfrm>
        </p:grpSpPr>
        <p:grpSp>
          <p:nvGrpSpPr>
            <p:cNvPr id="60" name="그룹 59">
              <a:extLst>
                <a:ext uri="{FF2B5EF4-FFF2-40B4-BE49-F238E27FC236}">
                  <a16:creationId xmlns:a16="http://schemas.microsoft.com/office/drawing/2014/main" id="{23322CAF-2DDD-417A-BAEE-8E448D265661}"/>
                </a:ext>
              </a:extLst>
            </p:cNvPr>
            <p:cNvGrpSpPr/>
            <p:nvPr/>
          </p:nvGrpSpPr>
          <p:grpSpPr>
            <a:xfrm>
              <a:off x="1356315" y="1560013"/>
              <a:ext cx="517956" cy="248122"/>
              <a:chOff x="2681976" y="1955121"/>
              <a:chExt cx="1929510" cy="596970"/>
            </a:xfrm>
          </p:grpSpPr>
          <p:sp>
            <p:nvSpPr>
              <p:cNvPr id="62" name="Border">
                <a:extLst>
                  <a:ext uri="{FF2B5EF4-FFF2-40B4-BE49-F238E27FC236}">
                    <a16:creationId xmlns:a16="http://schemas.microsoft.com/office/drawing/2014/main" id="{75FF612D-40C7-4262-9E61-5BEFB329956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3" name="Line 2">
                <a:extLst>
                  <a:ext uri="{FF2B5EF4-FFF2-40B4-BE49-F238E27FC236}">
                    <a16:creationId xmlns:a16="http://schemas.microsoft.com/office/drawing/2014/main" id="{31350406-8664-43AD-9652-7D2C08C4C182}"/>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4" name="Line 1">
                <a:extLst>
                  <a:ext uri="{FF2B5EF4-FFF2-40B4-BE49-F238E27FC236}">
                    <a16:creationId xmlns:a16="http://schemas.microsoft.com/office/drawing/2014/main" id="{A9B3F2AB-6CAE-4226-9283-F216766DD8B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5" name="TextBox 64">
                <a:extLst>
                  <a:ext uri="{FF2B5EF4-FFF2-40B4-BE49-F238E27FC236}">
                    <a16:creationId xmlns:a16="http://schemas.microsoft.com/office/drawing/2014/main" id="{ED4A2A69-92B9-4150-B695-1CBE8FE6B453}"/>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61" name="직사각형 60">
              <a:extLst>
                <a:ext uri="{FF2B5EF4-FFF2-40B4-BE49-F238E27FC236}">
                  <a16:creationId xmlns:a16="http://schemas.microsoft.com/office/drawing/2014/main" id="{3C090ECB-0240-4E56-AE61-6B6AC9E061CA}"/>
                </a:ext>
              </a:extLst>
            </p:cNvPr>
            <p:cNvSpPr/>
            <p:nvPr/>
          </p:nvSpPr>
          <p:spPr>
            <a:xfrm>
              <a:off x="1874271" y="1472647"/>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pSp>
      <p:grpSp>
        <p:nvGrpSpPr>
          <p:cNvPr id="11" name="그룹 10">
            <a:extLst>
              <a:ext uri="{FF2B5EF4-FFF2-40B4-BE49-F238E27FC236}">
                <a16:creationId xmlns:a16="http://schemas.microsoft.com/office/drawing/2014/main" id="{64FB75F7-1582-4477-93A4-605BF4D4A9D7}"/>
              </a:ext>
            </a:extLst>
          </p:cNvPr>
          <p:cNvGrpSpPr/>
          <p:nvPr userDrawn="1"/>
        </p:nvGrpSpPr>
        <p:grpSpPr>
          <a:xfrm>
            <a:off x="1356315" y="1882756"/>
            <a:ext cx="2414204" cy="437877"/>
            <a:chOff x="1356315" y="1882756"/>
            <a:chExt cx="2414204" cy="437877"/>
          </a:xfrm>
        </p:grpSpPr>
        <p:grpSp>
          <p:nvGrpSpPr>
            <p:cNvPr id="67" name="그룹 66">
              <a:extLst>
                <a:ext uri="{FF2B5EF4-FFF2-40B4-BE49-F238E27FC236}">
                  <a16:creationId xmlns:a16="http://schemas.microsoft.com/office/drawing/2014/main" id="{499C57C0-6989-40F8-B52B-1488D8A433E0}"/>
                </a:ext>
              </a:extLst>
            </p:cNvPr>
            <p:cNvGrpSpPr/>
            <p:nvPr/>
          </p:nvGrpSpPr>
          <p:grpSpPr>
            <a:xfrm>
              <a:off x="1356315" y="1970122"/>
              <a:ext cx="517956" cy="248122"/>
              <a:chOff x="2681976" y="1955121"/>
              <a:chExt cx="1929510" cy="596970"/>
            </a:xfrm>
          </p:grpSpPr>
          <p:sp>
            <p:nvSpPr>
              <p:cNvPr id="73" name="Border">
                <a:extLst>
                  <a:ext uri="{FF2B5EF4-FFF2-40B4-BE49-F238E27FC236}">
                    <a16:creationId xmlns:a16="http://schemas.microsoft.com/office/drawing/2014/main" id="{B49A9204-36A2-43A2-9C1D-709BD5527AFB}"/>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2" name="Line 2">
                <a:extLst>
                  <a:ext uri="{FF2B5EF4-FFF2-40B4-BE49-F238E27FC236}">
                    <a16:creationId xmlns:a16="http://schemas.microsoft.com/office/drawing/2014/main" id="{E25AB97B-EBA4-4EBE-A523-5B759388ACB0}"/>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2" name="Line 1">
                <a:extLst>
                  <a:ext uri="{FF2B5EF4-FFF2-40B4-BE49-F238E27FC236}">
                    <a16:creationId xmlns:a16="http://schemas.microsoft.com/office/drawing/2014/main" id="{C32E0A83-6625-4F0B-8A57-83FCFAFCD70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3" name="TextBox 92">
                <a:extLst>
                  <a:ext uri="{FF2B5EF4-FFF2-40B4-BE49-F238E27FC236}">
                    <a16:creationId xmlns:a16="http://schemas.microsoft.com/office/drawing/2014/main" id="{F764981E-A834-4268-9BAB-A964D0C66941}"/>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68" name="직사각형 67">
              <a:extLst>
                <a:ext uri="{FF2B5EF4-FFF2-40B4-BE49-F238E27FC236}">
                  <a16:creationId xmlns:a16="http://schemas.microsoft.com/office/drawing/2014/main" id="{5A94982F-92B4-4832-994A-376E6E248D03}"/>
                </a:ext>
              </a:extLst>
            </p:cNvPr>
            <p:cNvSpPr/>
            <p:nvPr/>
          </p:nvSpPr>
          <p:spPr>
            <a:xfrm>
              <a:off x="1874271" y="1882756"/>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222222</a:t>
              </a:r>
              <a:endParaRPr lang="ko-KR" altLang="en-US" sz="800" b="1" dirty="0"/>
            </a:p>
          </p:txBody>
        </p:sp>
      </p:grpSp>
      <p:grpSp>
        <p:nvGrpSpPr>
          <p:cNvPr id="10" name="그룹 9">
            <a:extLst>
              <a:ext uri="{FF2B5EF4-FFF2-40B4-BE49-F238E27FC236}">
                <a16:creationId xmlns:a16="http://schemas.microsoft.com/office/drawing/2014/main" id="{818261D5-76EC-41D5-B7D0-F8A583A983AE}"/>
              </a:ext>
            </a:extLst>
          </p:cNvPr>
          <p:cNvGrpSpPr/>
          <p:nvPr userDrawn="1"/>
        </p:nvGrpSpPr>
        <p:grpSpPr>
          <a:xfrm>
            <a:off x="1356315" y="2332693"/>
            <a:ext cx="2414204" cy="437877"/>
            <a:chOff x="1356315" y="2332693"/>
            <a:chExt cx="2414204" cy="437877"/>
          </a:xfrm>
        </p:grpSpPr>
        <p:grpSp>
          <p:nvGrpSpPr>
            <p:cNvPr id="95" name="그룹 94">
              <a:extLst>
                <a:ext uri="{FF2B5EF4-FFF2-40B4-BE49-F238E27FC236}">
                  <a16:creationId xmlns:a16="http://schemas.microsoft.com/office/drawing/2014/main" id="{0C8044DB-9CF0-4F8F-8612-72DEC2849CF4}"/>
                </a:ext>
              </a:extLst>
            </p:cNvPr>
            <p:cNvGrpSpPr/>
            <p:nvPr/>
          </p:nvGrpSpPr>
          <p:grpSpPr>
            <a:xfrm>
              <a:off x="1356315" y="2420059"/>
              <a:ext cx="517956" cy="248122"/>
              <a:chOff x="2681976" y="1955121"/>
              <a:chExt cx="1929510" cy="596970"/>
            </a:xfrm>
          </p:grpSpPr>
          <p:sp>
            <p:nvSpPr>
              <p:cNvPr id="97" name="Border">
                <a:extLst>
                  <a:ext uri="{FF2B5EF4-FFF2-40B4-BE49-F238E27FC236}">
                    <a16:creationId xmlns:a16="http://schemas.microsoft.com/office/drawing/2014/main" id="{17F39CF9-20AF-428D-A9BA-A13C0742677C}"/>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8" name="Line 2">
                <a:extLst>
                  <a:ext uri="{FF2B5EF4-FFF2-40B4-BE49-F238E27FC236}">
                    <a16:creationId xmlns:a16="http://schemas.microsoft.com/office/drawing/2014/main" id="{9640F899-ADE7-477D-B43E-DCBE7B29CE30}"/>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9" name="Line 1">
                <a:extLst>
                  <a:ext uri="{FF2B5EF4-FFF2-40B4-BE49-F238E27FC236}">
                    <a16:creationId xmlns:a16="http://schemas.microsoft.com/office/drawing/2014/main" id="{6D862890-D702-4D3E-BFAB-BA793128E5B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0" name="TextBox 99">
                <a:extLst>
                  <a:ext uri="{FF2B5EF4-FFF2-40B4-BE49-F238E27FC236}">
                    <a16:creationId xmlns:a16="http://schemas.microsoft.com/office/drawing/2014/main" id="{6B1B0FB0-2368-4560-B124-7C6782505FFC}"/>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96" name="직사각형 95">
              <a:extLst>
                <a:ext uri="{FF2B5EF4-FFF2-40B4-BE49-F238E27FC236}">
                  <a16:creationId xmlns:a16="http://schemas.microsoft.com/office/drawing/2014/main" id="{F89CADA4-D74E-4D78-8DEF-F5317217559C}"/>
                </a:ext>
              </a:extLst>
            </p:cNvPr>
            <p:cNvSpPr/>
            <p:nvPr/>
          </p:nvSpPr>
          <p:spPr>
            <a:xfrm>
              <a:off x="1874271" y="2332693"/>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333333</a:t>
              </a:r>
              <a:endParaRPr lang="ko-KR" altLang="en-US" sz="800" b="1" dirty="0"/>
            </a:p>
          </p:txBody>
        </p:sp>
      </p:grpSp>
      <p:sp>
        <p:nvSpPr>
          <p:cNvPr id="101" name="직사각형 100">
            <a:extLst>
              <a:ext uri="{FF2B5EF4-FFF2-40B4-BE49-F238E27FC236}">
                <a16:creationId xmlns:a16="http://schemas.microsoft.com/office/drawing/2014/main" id="{C186F8F0-1D14-4671-9618-D65BAB8755FC}"/>
              </a:ext>
            </a:extLst>
          </p:cNvPr>
          <p:cNvSpPr/>
          <p:nvPr userDrawn="1"/>
        </p:nvSpPr>
        <p:spPr>
          <a:xfrm>
            <a:off x="9360401" y="1589414"/>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grpSp>
        <p:nvGrpSpPr>
          <p:cNvPr id="9" name="그룹 8">
            <a:extLst>
              <a:ext uri="{FF2B5EF4-FFF2-40B4-BE49-F238E27FC236}">
                <a16:creationId xmlns:a16="http://schemas.microsoft.com/office/drawing/2014/main" id="{0ECC5B19-A2E1-441E-8082-1E84C6C60B5B}"/>
              </a:ext>
            </a:extLst>
          </p:cNvPr>
          <p:cNvGrpSpPr/>
          <p:nvPr userDrawn="1"/>
        </p:nvGrpSpPr>
        <p:grpSpPr>
          <a:xfrm>
            <a:off x="1356315" y="3216931"/>
            <a:ext cx="2414204" cy="437877"/>
            <a:chOff x="1356315" y="2800673"/>
            <a:chExt cx="2414204" cy="437877"/>
          </a:xfrm>
        </p:grpSpPr>
        <p:grpSp>
          <p:nvGrpSpPr>
            <p:cNvPr id="104" name="그룹 103">
              <a:extLst>
                <a:ext uri="{FF2B5EF4-FFF2-40B4-BE49-F238E27FC236}">
                  <a16:creationId xmlns:a16="http://schemas.microsoft.com/office/drawing/2014/main" id="{F137B7DA-669E-46D5-A4F7-E7A9AFADB902}"/>
                </a:ext>
              </a:extLst>
            </p:cNvPr>
            <p:cNvGrpSpPr/>
            <p:nvPr/>
          </p:nvGrpSpPr>
          <p:grpSpPr>
            <a:xfrm>
              <a:off x="1356315" y="2888039"/>
              <a:ext cx="517956" cy="248122"/>
              <a:chOff x="2681976" y="1955121"/>
              <a:chExt cx="1929510" cy="596970"/>
            </a:xfrm>
          </p:grpSpPr>
          <p:sp>
            <p:nvSpPr>
              <p:cNvPr id="112" name="Border">
                <a:extLst>
                  <a:ext uri="{FF2B5EF4-FFF2-40B4-BE49-F238E27FC236}">
                    <a16:creationId xmlns:a16="http://schemas.microsoft.com/office/drawing/2014/main" id="{85948C22-66F9-417C-BC7C-CBD3F15189C1}"/>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7" name="Line 2">
                <a:extLst>
                  <a:ext uri="{FF2B5EF4-FFF2-40B4-BE49-F238E27FC236}">
                    <a16:creationId xmlns:a16="http://schemas.microsoft.com/office/drawing/2014/main" id="{E4A0B397-521A-4B6C-968D-1287A7165DE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8" name="Line 1">
                <a:extLst>
                  <a:ext uri="{FF2B5EF4-FFF2-40B4-BE49-F238E27FC236}">
                    <a16:creationId xmlns:a16="http://schemas.microsoft.com/office/drawing/2014/main" id="{06A9433F-8712-4A8D-A9C8-A23E784D0BF0}"/>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9" name="TextBox 128">
                <a:extLst>
                  <a:ext uri="{FF2B5EF4-FFF2-40B4-BE49-F238E27FC236}">
                    <a16:creationId xmlns:a16="http://schemas.microsoft.com/office/drawing/2014/main" id="{B375D956-0F6C-444C-8D9D-0D02B13D47BE}"/>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05" name="직사각형 104">
              <a:extLst>
                <a:ext uri="{FF2B5EF4-FFF2-40B4-BE49-F238E27FC236}">
                  <a16:creationId xmlns:a16="http://schemas.microsoft.com/office/drawing/2014/main" id="{16D11B51-C3AA-4680-A260-ADA0A0DD8384}"/>
                </a:ext>
              </a:extLst>
            </p:cNvPr>
            <p:cNvSpPr/>
            <p:nvPr/>
          </p:nvSpPr>
          <p:spPr>
            <a:xfrm>
              <a:off x="1874271" y="2800673"/>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pSp>
      <p:grpSp>
        <p:nvGrpSpPr>
          <p:cNvPr id="8" name="그룹 7">
            <a:extLst>
              <a:ext uri="{FF2B5EF4-FFF2-40B4-BE49-F238E27FC236}">
                <a16:creationId xmlns:a16="http://schemas.microsoft.com/office/drawing/2014/main" id="{590BB279-E88F-492A-9CF9-52E9781E98C3}"/>
              </a:ext>
            </a:extLst>
          </p:cNvPr>
          <p:cNvGrpSpPr/>
          <p:nvPr userDrawn="1"/>
        </p:nvGrpSpPr>
        <p:grpSpPr>
          <a:xfrm>
            <a:off x="1356315" y="3627040"/>
            <a:ext cx="2414204" cy="437877"/>
            <a:chOff x="1356315" y="3210782"/>
            <a:chExt cx="2414204" cy="437877"/>
          </a:xfrm>
        </p:grpSpPr>
        <p:grpSp>
          <p:nvGrpSpPr>
            <p:cNvPr id="131" name="그룹 130">
              <a:extLst>
                <a:ext uri="{FF2B5EF4-FFF2-40B4-BE49-F238E27FC236}">
                  <a16:creationId xmlns:a16="http://schemas.microsoft.com/office/drawing/2014/main" id="{97E535CB-6F2B-4933-B4D2-5E4CA31A2DA7}"/>
                </a:ext>
              </a:extLst>
            </p:cNvPr>
            <p:cNvGrpSpPr/>
            <p:nvPr/>
          </p:nvGrpSpPr>
          <p:grpSpPr>
            <a:xfrm>
              <a:off x="1356315" y="3298148"/>
              <a:ext cx="517956" cy="248122"/>
              <a:chOff x="2681976" y="1955121"/>
              <a:chExt cx="1929510" cy="596970"/>
            </a:xfrm>
          </p:grpSpPr>
          <p:sp>
            <p:nvSpPr>
              <p:cNvPr id="134" name="Border">
                <a:extLst>
                  <a:ext uri="{FF2B5EF4-FFF2-40B4-BE49-F238E27FC236}">
                    <a16:creationId xmlns:a16="http://schemas.microsoft.com/office/drawing/2014/main" id="{C6DAD95B-B3D0-44EE-8624-4B121C0EAD41}"/>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5" name="Line 2">
                <a:extLst>
                  <a:ext uri="{FF2B5EF4-FFF2-40B4-BE49-F238E27FC236}">
                    <a16:creationId xmlns:a16="http://schemas.microsoft.com/office/drawing/2014/main" id="{2963DAAB-6354-4FA4-A4E3-0A52CA4FAAD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6" name="Line 1">
                <a:extLst>
                  <a:ext uri="{FF2B5EF4-FFF2-40B4-BE49-F238E27FC236}">
                    <a16:creationId xmlns:a16="http://schemas.microsoft.com/office/drawing/2014/main" id="{191D6AC6-6B80-46C6-A7C2-50AFD87A6310}"/>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7" name="TextBox 136">
                <a:extLst>
                  <a:ext uri="{FF2B5EF4-FFF2-40B4-BE49-F238E27FC236}">
                    <a16:creationId xmlns:a16="http://schemas.microsoft.com/office/drawing/2014/main" id="{B9D6FBCC-2F9A-4AA5-8671-7197D7C35969}"/>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32" name="직사각형 131">
              <a:extLst>
                <a:ext uri="{FF2B5EF4-FFF2-40B4-BE49-F238E27FC236}">
                  <a16:creationId xmlns:a16="http://schemas.microsoft.com/office/drawing/2014/main" id="{20A8B0F6-AB5A-4C15-887E-85A97592CBD7}"/>
                </a:ext>
              </a:extLst>
            </p:cNvPr>
            <p:cNvSpPr/>
            <p:nvPr/>
          </p:nvSpPr>
          <p:spPr>
            <a:xfrm>
              <a:off x="1874271" y="3210782"/>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222222</a:t>
              </a:r>
              <a:endParaRPr lang="ko-KR" altLang="en-US" sz="800" b="1" dirty="0"/>
            </a:p>
          </p:txBody>
        </p:sp>
      </p:grpSp>
      <p:grpSp>
        <p:nvGrpSpPr>
          <p:cNvPr id="7" name="그룹 6">
            <a:extLst>
              <a:ext uri="{FF2B5EF4-FFF2-40B4-BE49-F238E27FC236}">
                <a16:creationId xmlns:a16="http://schemas.microsoft.com/office/drawing/2014/main" id="{B815A11E-3A6A-4A61-B69A-85A9AF668BBA}"/>
              </a:ext>
            </a:extLst>
          </p:cNvPr>
          <p:cNvGrpSpPr/>
          <p:nvPr userDrawn="1"/>
        </p:nvGrpSpPr>
        <p:grpSpPr>
          <a:xfrm>
            <a:off x="1356315" y="4076977"/>
            <a:ext cx="2414204" cy="437877"/>
            <a:chOff x="1356315" y="3660719"/>
            <a:chExt cx="2414204" cy="437877"/>
          </a:xfrm>
        </p:grpSpPr>
        <p:grpSp>
          <p:nvGrpSpPr>
            <p:cNvPr id="139" name="그룹 138">
              <a:extLst>
                <a:ext uri="{FF2B5EF4-FFF2-40B4-BE49-F238E27FC236}">
                  <a16:creationId xmlns:a16="http://schemas.microsoft.com/office/drawing/2014/main" id="{7620C870-D3D3-4E8D-9223-B24F0603A3CC}"/>
                </a:ext>
              </a:extLst>
            </p:cNvPr>
            <p:cNvGrpSpPr/>
            <p:nvPr/>
          </p:nvGrpSpPr>
          <p:grpSpPr>
            <a:xfrm>
              <a:off x="1356315" y="3748085"/>
              <a:ext cx="517956" cy="248122"/>
              <a:chOff x="2681976" y="1955121"/>
              <a:chExt cx="1929510" cy="596970"/>
            </a:xfrm>
          </p:grpSpPr>
          <p:sp>
            <p:nvSpPr>
              <p:cNvPr id="141" name="Border">
                <a:extLst>
                  <a:ext uri="{FF2B5EF4-FFF2-40B4-BE49-F238E27FC236}">
                    <a16:creationId xmlns:a16="http://schemas.microsoft.com/office/drawing/2014/main" id="{31B9D6FF-CDF2-4062-A553-672795F9473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2" name="Line 2">
                <a:extLst>
                  <a:ext uri="{FF2B5EF4-FFF2-40B4-BE49-F238E27FC236}">
                    <a16:creationId xmlns:a16="http://schemas.microsoft.com/office/drawing/2014/main" id="{BD7CAA71-F129-44D8-9DB6-C081D8C6F47A}"/>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3" name="Line 1">
                <a:extLst>
                  <a:ext uri="{FF2B5EF4-FFF2-40B4-BE49-F238E27FC236}">
                    <a16:creationId xmlns:a16="http://schemas.microsoft.com/office/drawing/2014/main" id="{CF60328B-1EF4-423A-B361-2824C16246E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4" name="TextBox 143">
                <a:extLst>
                  <a:ext uri="{FF2B5EF4-FFF2-40B4-BE49-F238E27FC236}">
                    <a16:creationId xmlns:a16="http://schemas.microsoft.com/office/drawing/2014/main" id="{E8C45213-847E-4C92-935A-5BA82D58D57E}"/>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40" name="직사각형 139">
              <a:extLst>
                <a:ext uri="{FF2B5EF4-FFF2-40B4-BE49-F238E27FC236}">
                  <a16:creationId xmlns:a16="http://schemas.microsoft.com/office/drawing/2014/main" id="{E964BDEC-1E02-4430-B020-C5905ECEB1E2}"/>
                </a:ext>
              </a:extLst>
            </p:cNvPr>
            <p:cNvSpPr/>
            <p:nvPr/>
          </p:nvSpPr>
          <p:spPr>
            <a:xfrm>
              <a:off x="1874271" y="3660719"/>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333333</a:t>
              </a:r>
              <a:endParaRPr lang="ko-KR" altLang="en-US" sz="800" b="1" dirty="0"/>
            </a:p>
          </p:txBody>
        </p:sp>
      </p:grpSp>
      <p:grpSp>
        <p:nvGrpSpPr>
          <p:cNvPr id="6" name="그룹 5">
            <a:extLst>
              <a:ext uri="{FF2B5EF4-FFF2-40B4-BE49-F238E27FC236}">
                <a16:creationId xmlns:a16="http://schemas.microsoft.com/office/drawing/2014/main" id="{596BD037-E40D-4D51-B4D9-CC4ED1503CD6}"/>
              </a:ext>
            </a:extLst>
          </p:cNvPr>
          <p:cNvGrpSpPr/>
          <p:nvPr userDrawn="1"/>
        </p:nvGrpSpPr>
        <p:grpSpPr>
          <a:xfrm>
            <a:off x="1356315" y="4476486"/>
            <a:ext cx="2414204" cy="437877"/>
            <a:chOff x="1356315" y="4060228"/>
            <a:chExt cx="2414204" cy="437877"/>
          </a:xfrm>
        </p:grpSpPr>
        <p:grpSp>
          <p:nvGrpSpPr>
            <p:cNvPr id="146" name="그룹 145">
              <a:extLst>
                <a:ext uri="{FF2B5EF4-FFF2-40B4-BE49-F238E27FC236}">
                  <a16:creationId xmlns:a16="http://schemas.microsoft.com/office/drawing/2014/main" id="{57AA7F9C-0AC1-4F7F-B175-0B2F4353B418}"/>
                </a:ext>
              </a:extLst>
            </p:cNvPr>
            <p:cNvGrpSpPr/>
            <p:nvPr/>
          </p:nvGrpSpPr>
          <p:grpSpPr>
            <a:xfrm>
              <a:off x="1356315" y="4147594"/>
              <a:ext cx="517956" cy="248122"/>
              <a:chOff x="2681976" y="1955121"/>
              <a:chExt cx="1929510" cy="596970"/>
            </a:xfrm>
          </p:grpSpPr>
          <p:sp>
            <p:nvSpPr>
              <p:cNvPr id="148" name="Border">
                <a:extLst>
                  <a:ext uri="{FF2B5EF4-FFF2-40B4-BE49-F238E27FC236}">
                    <a16:creationId xmlns:a16="http://schemas.microsoft.com/office/drawing/2014/main" id="{0A8E2596-B248-462C-A56B-7EDA51FFC91B}"/>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9" name="Line 2">
                <a:extLst>
                  <a:ext uri="{FF2B5EF4-FFF2-40B4-BE49-F238E27FC236}">
                    <a16:creationId xmlns:a16="http://schemas.microsoft.com/office/drawing/2014/main" id="{0E3343A3-09A3-4B98-9019-3CB0FFB39F7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0" name="Line 1">
                <a:extLst>
                  <a:ext uri="{FF2B5EF4-FFF2-40B4-BE49-F238E27FC236}">
                    <a16:creationId xmlns:a16="http://schemas.microsoft.com/office/drawing/2014/main" id="{C340A2B0-BC57-4566-B35F-876C0832676D}"/>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1" name="TextBox 150">
                <a:extLst>
                  <a:ext uri="{FF2B5EF4-FFF2-40B4-BE49-F238E27FC236}">
                    <a16:creationId xmlns:a16="http://schemas.microsoft.com/office/drawing/2014/main" id="{C528245F-B496-4D2F-8C01-984DF4C66161}"/>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47" name="직사각형 146">
              <a:extLst>
                <a:ext uri="{FF2B5EF4-FFF2-40B4-BE49-F238E27FC236}">
                  <a16:creationId xmlns:a16="http://schemas.microsoft.com/office/drawing/2014/main" id="{CC5203FA-13C9-4549-9BE2-BC04138802EA}"/>
                </a:ext>
              </a:extLst>
            </p:cNvPr>
            <p:cNvSpPr/>
            <p:nvPr/>
          </p:nvSpPr>
          <p:spPr>
            <a:xfrm>
              <a:off x="1874271" y="4060228"/>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pSp>
      <p:grpSp>
        <p:nvGrpSpPr>
          <p:cNvPr id="5" name="그룹 4">
            <a:extLst>
              <a:ext uri="{FF2B5EF4-FFF2-40B4-BE49-F238E27FC236}">
                <a16:creationId xmlns:a16="http://schemas.microsoft.com/office/drawing/2014/main" id="{23E0BDA1-6003-4055-8496-FC262E99E585}"/>
              </a:ext>
            </a:extLst>
          </p:cNvPr>
          <p:cNvGrpSpPr/>
          <p:nvPr userDrawn="1"/>
        </p:nvGrpSpPr>
        <p:grpSpPr>
          <a:xfrm>
            <a:off x="1356315" y="4886595"/>
            <a:ext cx="2414204" cy="437877"/>
            <a:chOff x="1356315" y="4470337"/>
            <a:chExt cx="2414204" cy="437877"/>
          </a:xfrm>
        </p:grpSpPr>
        <p:grpSp>
          <p:nvGrpSpPr>
            <p:cNvPr id="153" name="그룹 152">
              <a:extLst>
                <a:ext uri="{FF2B5EF4-FFF2-40B4-BE49-F238E27FC236}">
                  <a16:creationId xmlns:a16="http://schemas.microsoft.com/office/drawing/2014/main" id="{BED0CC24-59F8-470C-8E0A-BB73D426F47E}"/>
                </a:ext>
              </a:extLst>
            </p:cNvPr>
            <p:cNvGrpSpPr/>
            <p:nvPr/>
          </p:nvGrpSpPr>
          <p:grpSpPr>
            <a:xfrm>
              <a:off x="1356315" y="4557703"/>
              <a:ext cx="517956" cy="248122"/>
              <a:chOff x="2681976" y="1955121"/>
              <a:chExt cx="1929510" cy="596970"/>
            </a:xfrm>
          </p:grpSpPr>
          <p:sp>
            <p:nvSpPr>
              <p:cNvPr id="155" name="Border">
                <a:extLst>
                  <a:ext uri="{FF2B5EF4-FFF2-40B4-BE49-F238E27FC236}">
                    <a16:creationId xmlns:a16="http://schemas.microsoft.com/office/drawing/2014/main" id="{9DFD2387-A33F-4475-BF7C-FF075F43D1E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6" name="Line 2">
                <a:extLst>
                  <a:ext uri="{FF2B5EF4-FFF2-40B4-BE49-F238E27FC236}">
                    <a16:creationId xmlns:a16="http://schemas.microsoft.com/office/drawing/2014/main" id="{7EF6DEC4-7CC9-4161-9BED-3351FBB6440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7" name="Line 1">
                <a:extLst>
                  <a:ext uri="{FF2B5EF4-FFF2-40B4-BE49-F238E27FC236}">
                    <a16:creationId xmlns:a16="http://schemas.microsoft.com/office/drawing/2014/main" id="{0FAB10C0-1A98-4CAD-9EED-A7B050AD09F1}"/>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8" name="TextBox 157">
                <a:extLst>
                  <a:ext uri="{FF2B5EF4-FFF2-40B4-BE49-F238E27FC236}">
                    <a16:creationId xmlns:a16="http://schemas.microsoft.com/office/drawing/2014/main" id="{6B7A2C55-76C6-4547-B9C7-D489253390F7}"/>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54" name="직사각형 153">
              <a:extLst>
                <a:ext uri="{FF2B5EF4-FFF2-40B4-BE49-F238E27FC236}">
                  <a16:creationId xmlns:a16="http://schemas.microsoft.com/office/drawing/2014/main" id="{94624304-3F70-4394-A2FE-5D72F8FDD99A}"/>
                </a:ext>
              </a:extLst>
            </p:cNvPr>
            <p:cNvSpPr/>
            <p:nvPr/>
          </p:nvSpPr>
          <p:spPr>
            <a:xfrm>
              <a:off x="1874271" y="4470337"/>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222222</a:t>
              </a:r>
              <a:endParaRPr lang="ko-KR" altLang="en-US" sz="800" b="1" dirty="0"/>
            </a:p>
          </p:txBody>
        </p:sp>
      </p:grpSp>
      <p:grpSp>
        <p:nvGrpSpPr>
          <p:cNvPr id="4" name="그룹 3">
            <a:extLst>
              <a:ext uri="{FF2B5EF4-FFF2-40B4-BE49-F238E27FC236}">
                <a16:creationId xmlns:a16="http://schemas.microsoft.com/office/drawing/2014/main" id="{CCB85CF9-A0F1-4E6D-B033-654FED2D0D90}"/>
              </a:ext>
            </a:extLst>
          </p:cNvPr>
          <p:cNvGrpSpPr/>
          <p:nvPr userDrawn="1"/>
        </p:nvGrpSpPr>
        <p:grpSpPr>
          <a:xfrm>
            <a:off x="1356315" y="4920274"/>
            <a:ext cx="2414204" cy="437877"/>
            <a:chOff x="1356315" y="4920274"/>
            <a:chExt cx="2414204" cy="437877"/>
          </a:xfrm>
        </p:grpSpPr>
        <p:grpSp>
          <p:nvGrpSpPr>
            <p:cNvPr id="160" name="그룹 159">
              <a:extLst>
                <a:ext uri="{FF2B5EF4-FFF2-40B4-BE49-F238E27FC236}">
                  <a16:creationId xmlns:a16="http://schemas.microsoft.com/office/drawing/2014/main" id="{8B70110C-B18C-452D-8CE3-F13318404F31}"/>
                </a:ext>
              </a:extLst>
            </p:cNvPr>
            <p:cNvGrpSpPr/>
            <p:nvPr/>
          </p:nvGrpSpPr>
          <p:grpSpPr>
            <a:xfrm>
              <a:off x="1356315" y="5007640"/>
              <a:ext cx="517956" cy="248122"/>
              <a:chOff x="2681976" y="1955121"/>
              <a:chExt cx="1929510" cy="596970"/>
            </a:xfrm>
          </p:grpSpPr>
          <p:sp>
            <p:nvSpPr>
              <p:cNvPr id="162" name="Border">
                <a:extLst>
                  <a:ext uri="{FF2B5EF4-FFF2-40B4-BE49-F238E27FC236}">
                    <a16:creationId xmlns:a16="http://schemas.microsoft.com/office/drawing/2014/main" id="{FE2E2B62-3051-4ABA-9EF2-63BD135E4F18}"/>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3" name="Line 2">
                <a:extLst>
                  <a:ext uri="{FF2B5EF4-FFF2-40B4-BE49-F238E27FC236}">
                    <a16:creationId xmlns:a16="http://schemas.microsoft.com/office/drawing/2014/main" id="{33193C2B-CA31-422F-B0B0-6794A8D622C2}"/>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4" name="Line 1">
                <a:extLst>
                  <a:ext uri="{FF2B5EF4-FFF2-40B4-BE49-F238E27FC236}">
                    <a16:creationId xmlns:a16="http://schemas.microsoft.com/office/drawing/2014/main" id="{BAFAE5AA-0E04-4EB3-A508-872D4CAAB3D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5" name="TextBox 164">
                <a:extLst>
                  <a:ext uri="{FF2B5EF4-FFF2-40B4-BE49-F238E27FC236}">
                    <a16:creationId xmlns:a16="http://schemas.microsoft.com/office/drawing/2014/main" id="{569E393E-8580-48F5-9F27-70919D83653D}"/>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61" name="직사각형 160">
              <a:extLst>
                <a:ext uri="{FF2B5EF4-FFF2-40B4-BE49-F238E27FC236}">
                  <a16:creationId xmlns:a16="http://schemas.microsoft.com/office/drawing/2014/main" id="{C0EEDED5-0232-45BD-A21B-7382D025BFC2}"/>
                </a:ext>
              </a:extLst>
            </p:cNvPr>
            <p:cNvSpPr/>
            <p:nvPr/>
          </p:nvSpPr>
          <p:spPr>
            <a:xfrm>
              <a:off x="1874271" y="4920274"/>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333333</a:t>
              </a:r>
              <a:endParaRPr lang="ko-KR" altLang="en-US" sz="800" b="1" dirty="0"/>
            </a:p>
          </p:txBody>
        </p:sp>
      </p:grpSp>
      <p:grpSp>
        <p:nvGrpSpPr>
          <p:cNvPr id="3" name="그룹 2">
            <a:extLst>
              <a:ext uri="{FF2B5EF4-FFF2-40B4-BE49-F238E27FC236}">
                <a16:creationId xmlns:a16="http://schemas.microsoft.com/office/drawing/2014/main" id="{F37BE70A-D6FA-42A8-B474-2C5B0A786B57}"/>
              </a:ext>
            </a:extLst>
          </p:cNvPr>
          <p:cNvGrpSpPr/>
          <p:nvPr userDrawn="1"/>
        </p:nvGrpSpPr>
        <p:grpSpPr>
          <a:xfrm>
            <a:off x="1356315" y="5345863"/>
            <a:ext cx="2414204" cy="437877"/>
            <a:chOff x="1356315" y="5345863"/>
            <a:chExt cx="2414204" cy="437877"/>
          </a:xfrm>
        </p:grpSpPr>
        <p:grpSp>
          <p:nvGrpSpPr>
            <p:cNvPr id="167" name="그룹 166">
              <a:extLst>
                <a:ext uri="{FF2B5EF4-FFF2-40B4-BE49-F238E27FC236}">
                  <a16:creationId xmlns:a16="http://schemas.microsoft.com/office/drawing/2014/main" id="{9A22F9C4-4D05-4463-9027-BE3C46782E33}"/>
                </a:ext>
              </a:extLst>
            </p:cNvPr>
            <p:cNvGrpSpPr/>
            <p:nvPr/>
          </p:nvGrpSpPr>
          <p:grpSpPr>
            <a:xfrm>
              <a:off x="1356315" y="5433229"/>
              <a:ext cx="517956" cy="248122"/>
              <a:chOff x="2681976" y="1955121"/>
              <a:chExt cx="1929510" cy="596970"/>
            </a:xfrm>
          </p:grpSpPr>
          <p:sp>
            <p:nvSpPr>
              <p:cNvPr id="169" name="Border">
                <a:extLst>
                  <a:ext uri="{FF2B5EF4-FFF2-40B4-BE49-F238E27FC236}">
                    <a16:creationId xmlns:a16="http://schemas.microsoft.com/office/drawing/2014/main" id="{E27D5479-9D8E-4835-AE8A-DD93504CF5BE}"/>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0" name="Line 2">
                <a:extLst>
                  <a:ext uri="{FF2B5EF4-FFF2-40B4-BE49-F238E27FC236}">
                    <a16:creationId xmlns:a16="http://schemas.microsoft.com/office/drawing/2014/main" id="{B58C922E-BF75-47C3-8094-D5AAB25422D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1" name="Line 1">
                <a:extLst>
                  <a:ext uri="{FF2B5EF4-FFF2-40B4-BE49-F238E27FC236}">
                    <a16:creationId xmlns:a16="http://schemas.microsoft.com/office/drawing/2014/main" id="{9979541F-C7F8-41D1-BE19-DF83488DBEC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2" name="TextBox 171">
                <a:extLst>
                  <a:ext uri="{FF2B5EF4-FFF2-40B4-BE49-F238E27FC236}">
                    <a16:creationId xmlns:a16="http://schemas.microsoft.com/office/drawing/2014/main" id="{E5508301-2831-44C9-9E68-3772C53D7A8F}"/>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68" name="직사각형 167">
              <a:extLst>
                <a:ext uri="{FF2B5EF4-FFF2-40B4-BE49-F238E27FC236}">
                  <a16:creationId xmlns:a16="http://schemas.microsoft.com/office/drawing/2014/main" id="{C6622400-863C-42C7-807F-B7A0B0DB9C97}"/>
                </a:ext>
              </a:extLst>
            </p:cNvPr>
            <p:cNvSpPr/>
            <p:nvPr/>
          </p:nvSpPr>
          <p:spPr>
            <a:xfrm>
              <a:off x="1874271" y="5345863"/>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222222</a:t>
              </a:r>
              <a:endParaRPr lang="ko-KR" altLang="en-US" sz="800" b="1" dirty="0"/>
            </a:p>
          </p:txBody>
        </p:sp>
      </p:grpSp>
      <p:sp>
        <p:nvSpPr>
          <p:cNvPr id="180" name="직사각형 179">
            <a:extLst>
              <a:ext uri="{FF2B5EF4-FFF2-40B4-BE49-F238E27FC236}">
                <a16:creationId xmlns:a16="http://schemas.microsoft.com/office/drawing/2014/main" id="{75C9B949-C02C-4B44-88BD-271184FCB399}"/>
              </a:ext>
            </a:extLst>
          </p:cNvPr>
          <p:cNvSpPr/>
          <p:nvPr userDrawn="1"/>
        </p:nvSpPr>
        <p:spPr>
          <a:xfrm>
            <a:off x="9360399" y="4586642"/>
            <a:ext cx="546461" cy="18585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판매재개</a:t>
            </a:r>
            <a:endParaRPr lang="en-US" altLang="ko-KR" sz="600" dirty="0">
              <a:solidFill>
                <a:schemeClr val="bg1"/>
              </a:solidFill>
            </a:endParaRPr>
          </a:p>
        </p:txBody>
      </p:sp>
      <p:sp>
        <p:nvSpPr>
          <p:cNvPr id="181" name="직사각형 180">
            <a:extLst>
              <a:ext uri="{FF2B5EF4-FFF2-40B4-BE49-F238E27FC236}">
                <a16:creationId xmlns:a16="http://schemas.microsoft.com/office/drawing/2014/main" id="{E2523171-E682-44D1-87AF-5774DAA307DE}"/>
              </a:ext>
            </a:extLst>
          </p:cNvPr>
          <p:cNvSpPr/>
          <p:nvPr userDrawn="1"/>
        </p:nvSpPr>
        <p:spPr>
          <a:xfrm>
            <a:off x="9360400" y="1995431"/>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
        <p:nvSpPr>
          <p:cNvPr id="182" name="직사각형 181">
            <a:extLst>
              <a:ext uri="{FF2B5EF4-FFF2-40B4-BE49-F238E27FC236}">
                <a16:creationId xmlns:a16="http://schemas.microsoft.com/office/drawing/2014/main" id="{8ABC5074-EA0E-41BD-B98B-47570E84BE3A}"/>
              </a:ext>
            </a:extLst>
          </p:cNvPr>
          <p:cNvSpPr/>
          <p:nvPr userDrawn="1"/>
        </p:nvSpPr>
        <p:spPr>
          <a:xfrm>
            <a:off x="9360399" y="2424660"/>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
        <p:nvSpPr>
          <p:cNvPr id="183" name="직사각형 182">
            <a:extLst>
              <a:ext uri="{FF2B5EF4-FFF2-40B4-BE49-F238E27FC236}">
                <a16:creationId xmlns:a16="http://schemas.microsoft.com/office/drawing/2014/main" id="{519262F9-EF8D-4B64-BB44-6A8E3109CD88}"/>
              </a:ext>
            </a:extLst>
          </p:cNvPr>
          <p:cNvSpPr/>
          <p:nvPr userDrawn="1"/>
        </p:nvSpPr>
        <p:spPr>
          <a:xfrm>
            <a:off x="9357334" y="5032949"/>
            <a:ext cx="546461" cy="18585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판매재개</a:t>
            </a:r>
            <a:endParaRPr lang="en-US" altLang="ko-KR" sz="600" dirty="0">
              <a:solidFill>
                <a:schemeClr val="bg1"/>
              </a:solidFill>
            </a:endParaRPr>
          </a:p>
        </p:txBody>
      </p:sp>
      <p:sp>
        <p:nvSpPr>
          <p:cNvPr id="184" name="직사각형 183">
            <a:extLst>
              <a:ext uri="{FF2B5EF4-FFF2-40B4-BE49-F238E27FC236}">
                <a16:creationId xmlns:a16="http://schemas.microsoft.com/office/drawing/2014/main" id="{EF13FF63-4FB1-43F3-AE4B-BFB8A4850BA3}"/>
              </a:ext>
            </a:extLst>
          </p:cNvPr>
          <p:cNvSpPr/>
          <p:nvPr userDrawn="1"/>
        </p:nvSpPr>
        <p:spPr>
          <a:xfrm>
            <a:off x="9370727" y="5467992"/>
            <a:ext cx="546461" cy="18585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판매재개</a:t>
            </a:r>
            <a:endParaRPr lang="en-US" altLang="ko-KR" sz="600" dirty="0">
              <a:solidFill>
                <a:schemeClr val="bg1"/>
              </a:solidFill>
            </a:endParaRPr>
          </a:p>
        </p:txBody>
      </p:sp>
      <p:sp>
        <p:nvSpPr>
          <p:cNvPr id="185" name="직사각형 184">
            <a:extLst>
              <a:ext uri="{FF2B5EF4-FFF2-40B4-BE49-F238E27FC236}">
                <a16:creationId xmlns:a16="http://schemas.microsoft.com/office/drawing/2014/main" id="{00D24F8B-3D6A-41F7-B554-A2BAC1F3BCCD}"/>
              </a:ext>
            </a:extLst>
          </p:cNvPr>
          <p:cNvSpPr/>
          <p:nvPr userDrawn="1"/>
        </p:nvSpPr>
        <p:spPr>
          <a:xfrm>
            <a:off x="9367662" y="5914299"/>
            <a:ext cx="546461" cy="18585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판매재개</a:t>
            </a:r>
            <a:endParaRPr lang="en-US" altLang="ko-KR" sz="600" dirty="0">
              <a:solidFill>
                <a:schemeClr val="bg1"/>
              </a:solidFill>
            </a:endParaRPr>
          </a:p>
        </p:txBody>
      </p:sp>
      <p:sp>
        <p:nvSpPr>
          <p:cNvPr id="186" name="직사각형 185">
            <a:extLst>
              <a:ext uri="{FF2B5EF4-FFF2-40B4-BE49-F238E27FC236}">
                <a16:creationId xmlns:a16="http://schemas.microsoft.com/office/drawing/2014/main" id="{38F227BF-28AF-459E-BB9D-2AB1C4ABA906}"/>
              </a:ext>
            </a:extLst>
          </p:cNvPr>
          <p:cNvSpPr/>
          <p:nvPr userDrawn="1"/>
        </p:nvSpPr>
        <p:spPr>
          <a:xfrm>
            <a:off x="9357336" y="2879761"/>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
        <p:nvSpPr>
          <p:cNvPr id="187" name="직사각형 186">
            <a:extLst>
              <a:ext uri="{FF2B5EF4-FFF2-40B4-BE49-F238E27FC236}">
                <a16:creationId xmlns:a16="http://schemas.microsoft.com/office/drawing/2014/main" id="{55D838C6-1F58-4AF7-B818-95BF6FFF1EAF}"/>
              </a:ext>
            </a:extLst>
          </p:cNvPr>
          <p:cNvSpPr/>
          <p:nvPr userDrawn="1"/>
        </p:nvSpPr>
        <p:spPr>
          <a:xfrm>
            <a:off x="9357335" y="3285778"/>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
        <p:nvSpPr>
          <p:cNvPr id="188" name="직사각형 187">
            <a:extLst>
              <a:ext uri="{FF2B5EF4-FFF2-40B4-BE49-F238E27FC236}">
                <a16:creationId xmlns:a16="http://schemas.microsoft.com/office/drawing/2014/main" id="{25ECB0A3-D5C0-412D-9E3E-2257771892E9}"/>
              </a:ext>
            </a:extLst>
          </p:cNvPr>
          <p:cNvSpPr/>
          <p:nvPr userDrawn="1"/>
        </p:nvSpPr>
        <p:spPr>
          <a:xfrm>
            <a:off x="9357334" y="3715007"/>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
        <p:nvSpPr>
          <p:cNvPr id="189" name="직사각형 188">
            <a:extLst>
              <a:ext uri="{FF2B5EF4-FFF2-40B4-BE49-F238E27FC236}">
                <a16:creationId xmlns:a16="http://schemas.microsoft.com/office/drawing/2014/main" id="{31B104D6-CE5A-4341-AD65-7C0C15423FA0}"/>
              </a:ext>
            </a:extLst>
          </p:cNvPr>
          <p:cNvSpPr/>
          <p:nvPr userDrawn="1"/>
        </p:nvSpPr>
        <p:spPr>
          <a:xfrm>
            <a:off x="9365195" y="4150680"/>
            <a:ext cx="546461" cy="18585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판매중지</a:t>
            </a:r>
            <a:endParaRPr lang="en-US" altLang="ko-KR" sz="600" dirty="0">
              <a:solidFill>
                <a:schemeClr val="bg1"/>
              </a:solidFill>
            </a:endParaRPr>
          </a:p>
        </p:txBody>
      </p:sp>
      <p:sp>
        <p:nvSpPr>
          <p:cNvPr id="190" name="직사각형 189">
            <a:extLst>
              <a:ext uri="{FF2B5EF4-FFF2-40B4-BE49-F238E27FC236}">
                <a16:creationId xmlns:a16="http://schemas.microsoft.com/office/drawing/2014/main" id="{679640DE-3E6B-4A2E-BB8C-7D781DD7D556}"/>
              </a:ext>
            </a:extLst>
          </p:cNvPr>
          <p:cNvSpPr/>
          <p:nvPr userDrawn="1"/>
        </p:nvSpPr>
        <p:spPr>
          <a:xfrm>
            <a:off x="8895177" y="1589414"/>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91" name="직사각형 190">
            <a:extLst>
              <a:ext uri="{FF2B5EF4-FFF2-40B4-BE49-F238E27FC236}">
                <a16:creationId xmlns:a16="http://schemas.microsoft.com/office/drawing/2014/main" id="{B26C089B-3F2A-453A-810A-162BE6EC3083}"/>
              </a:ext>
            </a:extLst>
          </p:cNvPr>
          <p:cNvSpPr/>
          <p:nvPr userDrawn="1"/>
        </p:nvSpPr>
        <p:spPr>
          <a:xfrm>
            <a:off x="8898934" y="1999002"/>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92" name="직사각형 191">
            <a:extLst>
              <a:ext uri="{FF2B5EF4-FFF2-40B4-BE49-F238E27FC236}">
                <a16:creationId xmlns:a16="http://schemas.microsoft.com/office/drawing/2014/main" id="{8C3CB07D-953C-4DAD-8875-3C58C6DDE13E}"/>
              </a:ext>
            </a:extLst>
          </p:cNvPr>
          <p:cNvSpPr/>
          <p:nvPr userDrawn="1"/>
        </p:nvSpPr>
        <p:spPr>
          <a:xfrm>
            <a:off x="8898934" y="2429992"/>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93" name="직사각형 192">
            <a:extLst>
              <a:ext uri="{FF2B5EF4-FFF2-40B4-BE49-F238E27FC236}">
                <a16:creationId xmlns:a16="http://schemas.microsoft.com/office/drawing/2014/main" id="{17B813D8-F5A0-4517-A598-F1C062F3912C}"/>
              </a:ext>
            </a:extLst>
          </p:cNvPr>
          <p:cNvSpPr/>
          <p:nvPr userDrawn="1"/>
        </p:nvSpPr>
        <p:spPr>
          <a:xfrm>
            <a:off x="8894335" y="2881661"/>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94" name="직사각형 193">
            <a:extLst>
              <a:ext uri="{FF2B5EF4-FFF2-40B4-BE49-F238E27FC236}">
                <a16:creationId xmlns:a16="http://schemas.microsoft.com/office/drawing/2014/main" id="{DEC47FD4-F0F6-4DF4-BBD4-CAF4E44F1E2A}"/>
              </a:ext>
            </a:extLst>
          </p:cNvPr>
          <p:cNvSpPr/>
          <p:nvPr userDrawn="1"/>
        </p:nvSpPr>
        <p:spPr>
          <a:xfrm>
            <a:off x="8894335" y="3285778"/>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95" name="직사각형 194">
            <a:extLst>
              <a:ext uri="{FF2B5EF4-FFF2-40B4-BE49-F238E27FC236}">
                <a16:creationId xmlns:a16="http://schemas.microsoft.com/office/drawing/2014/main" id="{CC8C54F3-7871-401D-8B9B-7E90BB472D20}"/>
              </a:ext>
            </a:extLst>
          </p:cNvPr>
          <p:cNvSpPr/>
          <p:nvPr userDrawn="1"/>
        </p:nvSpPr>
        <p:spPr>
          <a:xfrm>
            <a:off x="8898934" y="3716911"/>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96" name="직사각형 195">
            <a:extLst>
              <a:ext uri="{FF2B5EF4-FFF2-40B4-BE49-F238E27FC236}">
                <a16:creationId xmlns:a16="http://schemas.microsoft.com/office/drawing/2014/main" id="{984B13E6-4165-4C1E-8C32-B04B7EF91D23}"/>
              </a:ext>
            </a:extLst>
          </p:cNvPr>
          <p:cNvSpPr/>
          <p:nvPr userDrawn="1"/>
        </p:nvSpPr>
        <p:spPr>
          <a:xfrm>
            <a:off x="8891410" y="4147074"/>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97" name="직사각형 196">
            <a:extLst>
              <a:ext uri="{FF2B5EF4-FFF2-40B4-BE49-F238E27FC236}">
                <a16:creationId xmlns:a16="http://schemas.microsoft.com/office/drawing/2014/main" id="{B271229A-2B2B-42F2-A113-6497F26AC521}"/>
              </a:ext>
            </a:extLst>
          </p:cNvPr>
          <p:cNvSpPr/>
          <p:nvPr userDrawn="1"/>
        </p:nvSpPr>
        <p:spPr>
          <a:xfrm>
            <a:off x="8894335" y="4586642"/>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98" name="직사각형 197">
            <a:extLst>
              <a:ext uri="{FF2B5EF4-FFF2-40B4-BE49-F238E27FC236}">
                <a16:creationId xmlns:a16="http://schemas.microsoft.com/office/drawing/2014/main" id="{1EA8458A-6E4C-401E-9DD0-A9E09F8DF608}"/>
              </a:ext>
            </a:extLst>
          </p:cNvPr>
          <p:cNvSpPr/>
          <p:nvPr userDrawn="1"/>
        </p:nvSpPr>
        <p:spPr>
          <a:xfrm>
            <a:off x="8890231" y="5037254"/>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199" name="직사각형 198">
            <a:extLst>
              <a:ext uri="{FF2B5EF4-FFF2-40B4-BE49-F238E27FC236}">
                <a16:creationId xmlns:a16="http://schemas.microsoft.com/office/drawing/2014/main" id="{D8F7150B-DCC8-4C29-9BEF-66412F03B500}"/>
              </a:ext>
            </a:extLst>
          </p:cNvPr>
          <p:cNvSpPr/>
          <p:nvPr userDrawn="1"/>
        </p:nvSpPr>
        <p:spPr>
          <a:xfrm>
            <a:off x="8894335" y="5466763"/>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sp>
        <p:nvSpPr>
          <p:cNvPr id="200" name="직사각형 199">
            <a:extLst>
              <a:ext uri="{FF2B5EF4-FFF2-40B4-BE49-F238E27FC236}">
                <a16:creationId xmlns:a16="http://schemas.microsoft.com/office/drawing/2014/main" id="{32334D0D-160C-4D92-B8E0-6E1598D29662}"/>
              </a:ext>
            </a:extLst>
          </p:cNvPr>
          <p:cNvSpPr/>
          <p:nvPr userDrawn="1"/>
        </p:nvSpPr>
        <p:spPr>
          <a:xfrm>
            <a:off x="8890231" y="5914299"/>
            <a:ext cx="390994" cy="185855"/>
          </a:xfrm>
          <a:prstGeom prst="rect">
            <a:avLst/>
          </a:prstGeom>
          <a:solidFill>
            <a:schemeClr val="accent5">
              <a:lumMod val="75000"/>
            </a:schemeClr>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a:solidFill>
                  <a:schemeClr val="bg1"/>
                </a:solidFill>
              </a:rPr>
              <a:t>보기</a:t>
            </a:r>
            <a:endParaRPr lang="en-US" altLang="ko-KR" sz="600" dirty="0">
              <a:solidFill>
                <a:schemeClr val="bg1"/>
              </a:solidFill>
            </a:endParaRPr>
          </a:p>
        </p:txBody>
      </p:sp>
      <p:grpSp>
        <p:nvGrpSpPr>
          <p:cNvPr id="85" name="그룹 84">
            <a:extLst>
              <a:ext uri="{FF2B5EF4-FFF2-40B4-BE49-F238E27FC236}">
                <a16:creationId xmlns:a16="http://schemas.microsoft.com/office/drawing/2014/main" id="{64DAC57A-30F7-4162-8AD6-EA01225CD233}"/>
              </a:ext>
            </a:extLst>
          </p:cNvPr>
          <p:cNvGrpSpPr/>
          <p:nvPr userDrawn="1"/>
        </p:nvGrpSpPr>
        <p:grpSpPr>
          <a:xfrm>
            <a:off x="1634030" y="2451315"/>
            <a:ext cx="2414204" cy="437877"/>
            <a:chOff x="1237832" y="3375500"/>
            <a:chExt cx="1708479" cy="437877"/>
          </a:xfrm>
        </p:grpSpPr>
        <p:grpSp>
          <p:nvGrpSpPr>
            <p:cNvPr id="86" name="그룹 85">
              <a:extLst>
                <a:ext uri="{FF2B5EF4-FFF2-40B4-BE49-F238E27FC236}">
                  <a16:creationId xmlns:a16="http://schemas.microsoft.com/office/drawing/2014/main" id="{F669B085-4041-453A-824B-93194E277416}"/>
                </a:ext>
              </a:extLst>
            </p:cNvPr>
            <p:cNvGrpSpPr/>
            <p:nvPr/>
          </p:nvGrpSpPr>
          <p:grpSpPr>
            <a:xfrm>
              <a:off x="1237832" y="3462866"/>
              <a:ext cx="366546" cy="248122"/>
              <a:chOff x="2681976" y="1955121"/>
              <a:chExt cx="1929510" cy="596970"/>
            </a:xfrm>
          </p:grpSpPr>
          <p:sp>
            <p:nvSpPr>
              <p:cNvPr id="88" name="Border">
                <a:extLst>
                  <a:ext uri="{FF2B5EF4-FFF2-40B4-BE49-F238E27FC236}">
                    <a16:creationId xmlns:a16="http://schemas.microsoft.com/office/drawing/2014/main" id="{0FB3EAC5-6FF3-44CD-A9E5-A9EC080DF7B2}"/>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9" name="Line 2">
                <a:extLst>
                  <a:ext uri="{FF2B5EF4-FFF2-40B4-BE49-F238E27FC236}">
                    <a16:creationId xmlns:a16="http://schemas.microsoft.com/office/drawing/2014/main" id="{2304017C-A27B-4269-B9EA-F59F5EFE508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0" name="Line 1">
                <a:extLst>
                  <a:ext uri="{FF2B5EF4-FFF2-40B4-BE49-F238E27FC236}">
                    <a16:creationId xmlns:a16="http://schemas.microsoft.com/office/drawing/2014/main" id="{EF4B2142-6B3E-48EB-B9B5-3F2C01B1EB53}"/>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1" name="TextBox 90">
                <a:extLst>
                  <a:ext uri="{FF2B5EF4-FFF2-40B4-BE49-F238E27FC236}">
                    <a16:creationId xmlns:a16="http://schemas.microsoft.com/office/drawing/2014/main" id="{06F1516E-9354-47D2-85CC-0BBFFAEAEFB7}"/>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87" name="직사각형 86">
              <a:extLst>
                <a:ext uri="{FF2B5EF4-FFF2-40B4-BE49-F238E27FC236}">
                  <a16:creationId xmlns:a16="http://schemas.microsoft.com/office/drawing/2014/main" id="{37D7D2DB-D18D-4DF2-8B65-4D9A1BF33F0F}"/>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pSp>
      <p:sp>
        <p:nvSpPr>
          <p:cNvPr id="38" name="직사각형 37">
            <a:extLst>
              <a:ext uri="{FF2B5EF4-FFF2-40B4-BE49-F238E27FC236}">
                <a16:creationId xmlns:a16="http://schemas.microsoft.com/office/drawing/2014/main" id="{A4E15760-4DD9-4A5F-AB5F-32E36AA8D37A}"/>
              </a:ext>
            </a:extLst>
          </p:cNvPr>
          <p:cNvSpPr/>
          <p:nvPr userDrawn="1"/>
        </p:nvSpPr>
        <p:spPr>
          <a:xfrm>
            <a:off x="-122302" y="1185476"/>
            <a:ext cx="9226755" cy="5754411"/>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aphicFrame>
        <p:nvGraphicFramePr>
          <p:cNvPr id="39" name="표 5">
            <a:extLst>
              <a:ext uri="{FF2B5EF4-FFF2-40B4-BE49-F238E27FC236}">
                <a16:creationId xmlns:a16="http://schemas.microsoft.com/office/drawing/2014/main" id="{EDED5118-B1BA-4B72-BF91-4E5ED8112A12}"/>
              </a:ext>
            </a:extLst>
          </p:cNvPr>
          <p:cNvGraphicFramePr>
            <a:graphicFrameLocks noGrp="1"/>
          </p:cNvGraphicFramePr>
          <p:nvPr userDrawn="1">
            <p:extLst>
              <p:ext uri="{D42A27DB-BD31-4B8C-83A1-F6EECF244321}">
                <p14:modId xmlns:p14="http://schemas.microsoft.com/office/powerpoint/2010/main" val="3633226799"/>
              </p:ext>
            </p:extLst>
          </p:nvPr>
        </p:nvGraphicFramePr>
        <p:xfrm>
          <a:off x="38560" y="1592796"/>
          <a:ext cx="8880744" cy="243840"/>
        </p:xfrm>
        <a:graphic>
          <a:graphicData uri="http://schemas.openxmlformats.org/drawingml/2006/table">
            <a:tbl>
              <a:tblPr firstRow="1" bandRow="1">
                <a:tableStyleId>{5940675A-B579-460E-94D1-54222C63F5DA}</a:tableStyleId>
              </a:tblPr>
              <a:tblGrid>
                <a:gridCol w="2960248">
                  <a:extLst>
                    <a:ext uri="{9D8B030D-6E8A-4147-A177-3AD203B41FA5}">
                      <a16:colId xmlns:a16="http://schemas.microsoft.com/office/drawing/2014/main" val="3230482263"/>
                    </a:ext>
                  </a:extLst>
                </a:gridCol>
                <a:gridCol w="2960248">
                  <a:extLst>
                    <a:ext uri="{9D8B030D-6E8A-4147-A177-3AD203B41FA5}">
                      <a16:colId xmlns:a16="http://schemas.microsoft.com/office/drawing/2014/main" val="3730242496"/>
                    </a:ext>
                  </a:extLst>
                </a:gridCol>
                <a:gridCol w="2960248">
                  <a:extLst>
                    <a:ext uri="{9D8B030D-6E8A-4147-A177-3AD203B41FA5}">
                      <a16:colId xmlns:a16="http://schemas.microsoft.com/office/drawing/2014/main" val="844434264"/>
                    </a:ext>
                  </a:extLst>
                </a:gridCol>
              </a:tblGrid>
              <a:tr h="204698">
                <a:tc>
                  <a:txBody>
                    <a:bodyPr/>
                    <a:lstStyle/>
                    <a:p>
                      <a:pPr algn="ctr" latinLnBrk="1"/>
                      <a:r>
                        <a:rPr lang="ko-KR" altLang="en-US" sz="1000" b="0" dirty="0">
                          <a:solidFill>
                            <a:schemeClr val="tx1"/>
                          </a:solidFill>
                        </a:rPr>
                        <a:t>자사상품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0" dirty="0" err="1">
                          <a:solidFill>
                            <a:schemeClr val="tx1"/>
                          </a:solidFill>
                        </a:rPr>
                        <a:t>관심된</a:t>
                      </a:r>
                      <a:r>
                        <a:rPr lang="ko-KR" altLang="en-US" sz="1000" b="0" dirty="0">
                          <a:solidFill>
                            <a:schemeClr val="tx1"/>
                          </a:solidFill>
                        </a:rPr>
                        <a:t> 공개상품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1" dirty="0">
                          <a:solidFill>
                            <a:schemeClr val="bg1"/>
                          </a:solidFill>
                        </a:rPr>
                        <a:t>허가된 제휴상품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extLst>
                  <a:ext uri="{0D108BD9-81ED-4DB2-BD59-A6C34878D82A}">
                    <a16:rowId xmlns:a16="http://schemas.microsoft.com/office/drawing/2014/main" val="1226348592"/>
                  </a:ext>
                </a:extLst>
              </a:tr>
            </a:tbl>
          </a:graphicData>
        </a:graphic>
      </p:graphicFrame>
      <p:sp>
        <p:nvSpPr>
          <p:cNvPr id="40" name="직사각형 39">
            <a:extLst>
              <a:ext uri="{FF2B5EF4-FFF2-40B4-BE49-F238E27FC236}">
                <a16:creationId xmlns:a16="http://schemas.microsoft.com/office/drawing/2014/main" id="{D1860CD8-CC27-4AA4-853A-3A8ED3A5AB1C}"/>
              </a:ext>
            </a:extLst>
          </p:cNvPr>
          <p:cNvSpPr/>
          <p:nvPr userDrawn="1"/>
        </p:nvSpPr>
        <p:spPr>
          <a:xfrm>
            <a:off x="1111918" y="2108440"/>
            <a:ext cx="6837869" cy="18024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graphicFrame>
        <p:nvGraphicFramePr>
          <p:cNvPr id="42" name="표 63">
            <a:extLst>
              <a:ext uri="{FF2B5EF4-FFF2-40B4-BE49-F238E27FC236}">
                <a16:creationId xmlns:a16="http://schemas.microsoft.com/office/drawing/2014/main" id="{9BF11F35-8A3F-4A47-AFC1-FBF35D2BEA20}"/>
              </a:ext>
            </a:extLst>
          </p:cNvPr>
          <p:cNvGraphicFramePr>
            <a:graphicFrameLocks noGrp="1"/>
          </p:cNvGraphicFramePr>
          <p:nvPr userDrawn="1">
            <p:extLst>
              <p:ext uri="{D42A27DB-BD31-4B8C-83A1-F6EECF244321}">
                <p14:modId xmlns:p14="http://schemas.microsoft.com/office/powerpoint/2010/main" val="139448601"/>
              </p:ext>
            </p:extLst>
          </p:nvPr>
        </p:nvGraphicFramePr>
        <p:xfrm>
          <a:off x="64422" y="2075052"/>
          <a:ext cx="8854882" cy="733755"/>
        </p:xfrm>
        <a:graphic>
          <a:graphicData uri="http://schemas.openxmlformats.org/drawingml/2006/table">
            <a:tbl>
              <a:tblPr firstRow="1" bandRow="1">
                <a:tableStyleId>{5940675A-B579-460E-94D1-54222C63F5DA}</a:tableStyleId>
              </a:tblPr>
              <a:tblGrid>
                <a:gridCol w="981985">
                  <a:extLst>
                    <a:ext uri="{9D8B030D-6E8A-4147-A177-3AD203B41FA5}">
                      <a16:colId xmlns:a16="http://schemas.microsoft.com/office/drawing/2014/main" val="3701388552"/>
                    </a:ext>
                  </a:extLst>
                </a:gridCol>
                <a:gridCol w="7872897">
                  <a:extLst>
                    <a:ext uri="{9D8B030D-6E8A-4147-A177-3AD203B41FA5}">
                      <a16:colId xmlns:a16="http://schemas.microsoft.com/office/drawing/2014/main" val="339215266"/>
                    </a:ext>
                  </a:extLst>
                </a:gridCol>
              </a:tblGrid>
              <a:tr h="244585">
                <a:tc>
                  <a:txBody>
                    <a:bodyPr/>
                    <a:lstStyle/>
                    <a:p>
                      <a:pPr latinLnBrk="1"/>
                      <a:r>
                        <a:rPr lang="ko-KR" altLang="en-US" sz="900" dirty="0"/>
                        <a:t>상품명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244585">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900" dirty="0"/>
                        <a:t>상품분류</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90206176"/>
                  </a:ext>
                </a:extLst>
              </a:tr>
              <a:tr h="244585">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43" name="직사각형 42">
            <a:extLst>
              <a:ext uri="{FF2B5EF4-FFF2-40B4-BE49-F238E27FC236}">
                <a16:creationId xmlns:a16="http://schemas.microsoft.com/office/drawing/2014/main" id="{33C01F2D-CDA1-4D3E-AF71-45EE7A4C40B4}"/>
              </a:ext>
            </a:extLst>
          </p:cNvPr>
          <p:cNvSpPr/>
          <p:nvPr userDrawn="1"/>
        </p:nvSpPr>
        <p:spPr>
          <a:xfrm>
            <a:off x="8166685" y="2587885"/>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pic>
        <p:nvPicPr>
          <p:cNvPr id="46" name="Picture 2">
            <a:extLst>
              <a:ext uri="{FF2B5EF4-FFF2-40B4-BE49-F238E27FC236}">
                <a16:creationId xmlns:a16="http://schemas.microsoft.com/office/drawing/2014/main" id="{B8F56A66-8199-4209-9F69-EB55AD770E9B}"/>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3196379" y="5069239"/>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71" name="TextBox 70">
            <a:extLst>
              <a:ext uri="{FF2B5EF4-FFF2-40B4-BE49-F238E27FC236}">
                <a16:creationId xmlns:a16="http://schemas.microsoft.com/office/drawing/2014/main" id="{27887ED8-8B5B-453D-9713-370307DE7EAF}"/>
              </a:ext>
            </a:extLst>
          </p:cNvPr>
          <p:cNvSpPr txBox="1"/>
          <p:nvPr userDrawn="1"/>
        </p:nvSpPr>
        <p:spPr>
          <a:xfrm>
            <a:off x="-15975" y="3051357"/>
            <a:ext cx="2530203" cy="215444"/>
          </a:xfrm>
          <a:prstGeom prst="rect">
            <a:avLst/>
          </a:prstGeom>
          <a:noFill/>
        </p:spPr>
        <p:txBody>
          <a:bodyPr wrap="square" rtlCol="0">
            <a:spAutoFit/>
          </a:bodyPr>
          <a:lstStyle/>
          <a:p>
            <a:r>
              <a:rPr lang="ko-KR" altLang="en-US" sz="800" b="1" dirty="0">
                <a:latin typeface="맑은 고딕" panose="020B0503020000020004" pitchFamily="50" charset="-127"/>
              </a:rPr>
              <a:t>■ </a:t>
            </a:r>
            <a:r>
              <a:rPr lang="ko-KR" altLang="en-US" sz="800" b="1" dirty="0"/>
              <a:t>총 </a:t>
            </a:r>
            <a:r>
              <a:rPr lang="en-US" altLang="ko-KR" sz="800" b="1" dirty="0"/>
              <a:t>3 </a:t>
            </a:r>
            <a:r>
              <a:rPr lang="ko-KR" altLang="en-US" sz="800" b="1" dirty="0"/>
              <a:t>건</a:t>
            </a:r>
          </a:p>
        </p:txBody>
      </p:sp>
      <p:graphicFrame>
        <p:nvGraphicFramePr>
          <p:cNvPr id="72" name="표 71">
            <a:extLst>
              <a:ext uri="{FF2B5EF4-FFF2-40B4-BE49-F238E27FC236}">
                <a16:creationId xmlns:a16="http://schemas.microsoft.com/office/drawing/2014/main" id="{83607290-E25E-42DD-BCEB-95B082EB79F0}"/>
              </a:ext>
            </a:extLst>
          </p:cNvPr>
          <p:cNvGraphicFramePr>
            <a:graphicFrameLocks noGrp="1"/>
          </p:cNvGraphicFramePr>
          <p:nvPr userDrawn="1">
            <p:extLst>
              <p:ext uri="{D42A27DB-BD31-4B8C-83A1-F6EECF244321}">
                <p14:modId xmlns:p14="http://schemas.microsoft.com/office/powerpoint/2010/main" val="2522105863"/>
              </p:ext>
            </p:extLst>
          </p:nvPr>
        </p:nvGraphicFramePr>
        <p:xfrm>
          <a:off x="64422" y="3292990"/>
          <a:ext cx="8854882" cy="1514286"/>
        </p:xfrm>
        <a:graphic>
          <a:graphicData uri="http://schemas.openxmlformats.org/drawingml/2006/table">
            <a:tbl>
              <a:tblPr firstRow="1" bandRow="1">
                <a:tableStyleId>{5C22544A-7EE6-4342-B048-85BDC9FD1C3A}</a:tableStyleId>
              </a:tblPr>
              <a:tblGrid>
                <a:gridCol w="426264">
                  <a:extLst>
                    <a:ext uri="{9D8B030D-6E8A-4147-A177-3AD203B41FA5}">
                      <a16:colId xmlns:a16="http://schemas.microsoft.com/office/drawing/2014/main" val="20000"/>
                    </a:ext>
                  </a:extLst>
                </a:gridCol>
                <a:gridCol w="695003">
                  <a:extLst>
                    <a:ext uri="{9D8B030D-6E8A-4147-A177-3AD203B41FA5}">
                      <a16:colId xmlns:a16="http://schemas.microsoft.com/office/drawing/2014/main" val="20002"/>
                    </a:ext>
                  </a:extLst>
                </a:gridCol>
                <a:gridCol w="3188838">
                  <a:extLst>
                    <a:ext uri="{9D8B030D-6E8A-4147-A177-3AD203B41FA5}">
                      <a16:colId xmlns:a16="http://schemas.microsoft.com/office/drawing/2014/main" val="20004"/>
                    </a:ext>
                  </a:extLst>
                </a:gridCol>
                <a:gridCol w="1023163">
                  <a:extLst>
                    <a:ext uri="{9D8B030D-6E8A-4147-A177-3AD203B41FA5}">
                      <a16:colId xmlns:a16="http://schemas.microsoft.com/office/drawing/2014/main" val="2271507586"/>
                    </a:ext>
                  </a:extLst>
                </a:gridCol>
                <a:gridCol w="1166883">
                  <a:extLst>
                    <a:ext uri="{9D8B030D-6E8A-4147-A177-3AD203B41FA5}">
                      <a16:colId xmlns:a16="http://schemas.microsoft.com/office/drawing/2014/main" val="3237610251"/>
                    </a:ext>
                  </a:extLst>
                </a:gridCol>
                <a:gridCol w="1535373">
                  <a:extLst>
                    <a:ext uri="{9D8B030D-6E8A-4147-A177-3AD203B41FA5}">
                      <a16:colId xmlns:a16="http://schemas.microsoft.com/office/drawing/2014/main" val="20006"/>
                    </a:ext>
                  </a:extLst>
                </a:gridCol>
                <a:gridCol w="819358">
                  <a:extLst>
                    <a:ext uri="{9D8B030D-6E8A-4147-A177-3AD203B41FA5}">
                      <a16:colId xmlns:a16="http://schemas.microsoft.com/office/drawing/2014/main" val="20008"/>
                    </a:ext>
                  </a:extLst>
                </a:gridCol>
              </a:tblGrid>
              <a:tr h="0">
                <a:tc>
                  <a:txBody>
                    <a:bodyPr/>
                    <a:lstStyle/>
                    <a:p>
                      <a:pPr algn="ctr" latinLnBrk="1"/>
                      <a:r>
                        <a:rPr lang="ko-KR" altLang="en-US" sz="800" b="0" dirty="0">
                          <a:solidFill>
                            <a:schemeClr val="tx1"/>
                          </a:solidFill>
                        </a:rPr>
                        <a:t>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재고</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수정</a:t>
                      </a:r>
                      <a:r>
                        <a:rPr lang="en-US" altLang="ko-KR" sz="800" b="0" dirty="0">
                          <a:solidFill>
                            <a:schemeClr val="tx1"/>
                          </a:solidFill>
                        </a:rPr>
                        <a:t>/</a:t>
                      </a:r>
                      <a:r>
                        <a:rPr lang="ko-KR" altLang="en-US" sz="800" b="0" dirty="0">
                          <a:solidFill>
                            <a:schemeClr val="tx1"/>
                          </a:solidFill>
                        </a:rPr>
                        <a:t>삭제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a20112</a:t>
                      </a:r>
                      <a:endParaRPr lang="ko-KR" altLang="en-US" sz="800" b="0" dirty="0">
                        <a:solidFill>
                          <a:schemeClr val="tx1"/>
                        </a:solidFill>
                      </a:endParaRPr>
                    </a:p>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baseline="0" dirty="0">
                        <a:solidFill>
                          <a:schemeClr val="tx1"/>
                        </a:solidFill>
                      </a:endParaRPr>
                    </a:p>
                    <a:p>
                      <a:pPr algn="l" latinLnBrk="1">
                        <a:lnSpc>
                          <a:spcPct val="150000"/>
                        </a:lnSpc>
                      </a:pP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baseline="0" dirty="0">
                          <a:solidFill>
                            <a:schemeClr val="tx1"/>
                          </a:solidFill>
                        </a:rPr>
                        <a:t>Test123</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err="1">
                          <a:solidFill>
                            <a:schemeClr val="tx1"/>
                          </a:solidFill>
                        </a:rPr>
                        <a:t>수량제한없음</a:t>
                      </a: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a20393</a:t>
                      </a:r>
                      <a:endParaRPr lang="ko-KR" altLang="en-US" sz="800" b="0" dirty="0">
                        <a:solidFill>
                          <a:schemeClr val="tx1"/>
                        </a:solidFill>
                      </a:endParaRPr>
                    </a:p>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Abc123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10,000 </a:t>
                      </a:r>
                      <a:r>
                        <a:rPr lang="ko-KR" altLang="en-US" sz="800" b="0" dirty="0">
                          <a:solidFill>
                            <a:schemeClr val="tx1"/>
                          </a:solidFill>
                        </a:rPr>
                        <a:t>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a22333</a:t>
                      </a:r>
                      <a:endParaRPr lang="ko-KR" altLang="en-US" sz="800" b="0" dirty="0">
                        <a:solidFill>
                          <a:schemeClr val="tx1"/>
                        </a:solidFill>
                      </a:endParaRPr>
                    </a:p>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master3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500,000 </a:t>
                      </a:r>
                      <a:r>
                        <a:rPr lang="ko-KR" altLang="en-US" sz="800" b="0" dirty="0">
                          <a:solidFill>
                            <a:schemeClr val="tx1"/>
                          </a:solidFill>
                        </a:rPr>
                        <a:t>개</a:t>
                      </a:r>
                      <a:br>
                        <a:rPr lang="en-US" altLang="ko-KR" sz="800" b="0" dirty="0">
                          <a:solidFill>
                            <a:schemeClr val="tx1"/>
                          </a:solidFill>
                        </a:rPr>
                      </a:br>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3,000 </a:t>
                      </a:r>
                      <a:r>
                        <a:rPr lang="ko-KR" altLang="en-US" sz="800" b="0" dirty="0">
                          <a:solidFill>
                            <a:schemeClr val="tx1"/>
                          </a:solidFill>
                        </a:rPr>
                        <a:t>원 </a:t>
                      </a:r>
                      <a:r>
                        <a:rPr lang="en-US" altLang="ko-KR" sz="800" b="0" dirty="0">
                          <a:solidFill>
                            <a:schemeClr val="tx1"/>
                          </a:solidFill>
                        </a:rPr>
                        <a:t>~ 4,000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grpSp>
        <p:nvGrpSpPr>
          <p:cNvPr id="74" name="그룹 73">
            <a:extLst>
              <a:ext uri="{FF2B5EF4-FFF2-40B4-BE49-F238E27FC236}">
                <a16:creationId xmlns:a16="http://schemas.microsoft.com/office/drawing/2014/main" id="{B6F9F0FA-0E8F-4751-8353-DD2B476E6D83}"/>
              </a:ext>
            </a:extLst>
          </p:cNvPr>
          <p:cNvGrpSpPr/>
          <p:nvPr userDrawn="1"/>
        </p:nvGrpSpPr>
        <p:grpSpPr>
          <a:xfrm>
            <a:off x="1238662" y="3513766"/>
            <a:ext cx="2414204" cy="437877"/>
            <a:chOff x="1237832" y="3375500"/>
            <a:chExt cx="1708479" cy="437877"/>
          </a:xfrm>
        </p:grpSpPr>
        <p:grpSp>
          <p:nvGrpSpPr>
            <p:cNvPr id="75" name="그룹 74">
              <a:extLst>
                <a:ext uri="{FF2B5EF4-FFF2-40B4-BE49-F238E27FC236}">
                  <a16:creationId xmlns:a16="http://schemas.microsoft.com/office/drawing/2014/main" id="{8D7796F0-B868-4CE1-9584-39B5AE41BEB3}"/>
                </a:ext>
              </a:extLst>
            </p:cNvPr>
            <p:cNvGrpSpPr/>
            <p:nvPr/>
          </p:nvGrpSpPr>
          <p:grpSpPr>
            <a:xfrm>
              <a:off x="1237832" y="3462866"/>
              <a:ext cx="366546" cy="248122"/>
              <a:chOff x="2681976" y="1955121"/>
              <a:chExt cx="1929510" cy="596970"/>
            </a:xfrm>
          </p:grpSpPr>
          <p:sp>
            <p:nvSpPr>
              <p:cNvPr id="77" name="Border">
                <a:extLst>
                  <a:ext uri="{FF2B5EF4-FFF2-40B4-BE49-F238E27FC236}">
                    <a16:creationId xmlns:a16="http://schemas.microsoft.com/office/drawing/2014/main" id="{C9FAFDE6-A37B-4CC7-AFBF-2C792EDDE66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8" name="Line 2">
                <a:extLst>
                  <a:ext uri="{FF2B5EF4-FFF2-40B4-BE49-F238E27FC236}">
                    <a16:creationId xmlns:a16="http://schemas.microsoft.com/office/drawing/2014/main" id="{D5730097-24BE-40E7-BFF9-16F9E0BF9EF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9" name="Line 1">
                <a:extLst>
                  <a:ext uri="{FF2B5EF4-FFF2-40B4-BE49-F238E27FC236}">
                    <a16:creationId xmlns:a16="http://schemas.microsoft.com/office/drawing/2014/main" id="{0111B46B-C75C-4A7D-96EF-80FDD03F9B5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0" name="TextBox 79">
                <a:extLst>
                  <a:ext uri="{FF2B5EF4-FFF2-40B4-BE49-F238E27FC236}">
                    <a16:creationId xmlns:a16="http://schemas.microsoft.com/office/drawing/2014/main" id="{4AA142A9-CEDA-4120-A2CF-87B877921337}"/>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76" name="직사각형 75">
              <a:extLst>
                <a:ext uri="{FF2B5EF4-FFF2-40B4-BE49-F238E27FC236}">
                  <a16:creationId xmlns:a16="http://schemas.microsoft.com/office/drawing/2014/main" id="{329A83C7-2407-4675-A668-13472AB7F588}"/>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pSp>
      <p:grpSp>
        <p:nvGrpSpPr>
          <p:cNvPr id="113" name="그룹 112">
            <a:extLst>
              <a:ext uri="{FF2B5EF4-FFF2-40B4-BE49-F238E27FC236}">
                <a16:creationId xmlns:a16="http://schemas.microsoft.com/office/drawing/2014/main" id="{C0A4ED38-B6A8-413C-9F03-FD91E65FEC66}"/>
              </a:ext>
            </a:extLst>
          </p:cNvPr>
          <p:cNvGrpSpPr/>
          <p:nvPr userDrawn="1"/>
        </p:nvGrpSpPr>
        <p:grpSpPr>
          <a:xfrm>
            <a:off x="1238662" y="3923875"/>
            <a:ext cx="2414204" cy="437877"/>
            <a:chOff x="1237832" y="3375500"/>
            <a:chExt cx="1708479" cy="437877"/>
          </a:xfrm>
        </p:grpSpPr>
        <p:grpSp>
          <p:nvGrpSpPr>
            <p:cNvPr id="114" name="그룹 113">
              <a:extLst>
                <a:ext uri="{FF2B5EF4-FFF2-40B4-BE49-F238E27FC236}">
                  <a16:creationId xmlns:a16="http://schemas.microsoft.com/office/drawing/2014/main" id="{AAF1A228-C736-484C-80A6-DB98165F479C}"/>
                </a:ext>
              </a:extLst>
            </p:cNvPr>
            <p:cNvGrpSpPr/>
            <p:nvPr/>
          </p:nvGrpSpPr>
          <p:grpSpPr>
            <a:xfrm>
              <a:off x="1237832" y="3462866"/>
              <a:ext cx="366546" cy="248122"/>
              <a:chOff x="2681976" y="1955121"/>
              <a:chExt cx="1929510" cy="596970"/>
            </a:xfrm>
          </p:grpSpPr>
          <p:sp>
            <p:nvSpPr>
              <p:cNvPr id="116" name="Border">
                <a:extLst>
                  <a:ext uri="{FF2B5EF4-FFF2-40B4-BE49-F238E27FC236}">
                    <a16:creationId xmlns:a16="http://schemas.microsoft.com/office/drawing/2014/main" id="{3BE711D7-A1A5-41F2-97F0-D28EF8E7251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7" name="Line 2">
                <a:extLst>
                  <a:ext uri="{FF2B5EF4-FFF2-40B4-BE49-F238E27FC236}">
                    <a16:creationId xmlns:a16="http://schemas.microsoft.com/office/drawing/2014/main" id="{1ED0460E-1914-4415-BD69-E9C51900B32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8" name="Line 1">
                <a:extLst>
                  <a:ext uri="{FF2B5EF4-FFF2-40B4-BE49-F238E27FC236}">
                    <a16:creationId xmlns:a16="http://schemas.microsoft.com/office/drawing/2014/main" id="{2DD3F397-4D24-441D-AFFA-E0117813249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9" name="TextBox 118">
                <a:extLst>
                  <a:ext uri="{FF2B5EF4-FFF2-40B4-BE49-F238E27FC236}">
                    <a16:creationId xmlns:a16="http://schemas.microsoft.com/office/drawing/2014/main" id="{D6969112-3137-4F31-B70B-6B4C6A0742EF}"/>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15" name="직사각형 114">
              <a:extLst>
                <a:ext uri="{FF2B5EF4-FFF2-40B4-BE49-F238E27FC236}">
                  <a16:creationId xmlns:a16="http://schemas.microsoft.com/office/drawing/2014/main" id="{A1109B26-B3EF-4233-B31E-288973D03A52}"/>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222222</a:t>
              </a:r>
              <a:endParaRPr lang="ko-KR" altLang="en-US" sz="800" b="1" dirty="0"/>
            </a:p>
          </p:txBody>
        </p:sp>
      </p:grpSp>
      <p:grpSp>
        <p:nvGrpSpPr>
          <p:cNvPr id="120" name="그룹 119">
            <a:extLst>
              <a:ext uri="{FF2B5EF4-FFF2-40B4-BE49-F238E27FC236}">
                <a16:creationId xmlns:a16="http://schemas.microsoft.com/office/drawing/2014/main" id="{D506ACE5-C7D0-413B-82B2-BC376D8ACA8A}"/>
              </a:ext>
            </a:extLst>
          </p:cNvPr>
          <p:cNvGrpSpPr/>
          <p:nvPr userDrawn="1"/>
        </p:nvGrpSpPr>
        <p:grpSpPr>
          <a:xfrm>
            <a:off x="1238662" y="4373812"/>
            <a:ext cx="2414204" cy="437877"/>
            <a:chOff x="1237832" y="3375500"/>
            <a:chExt cx="1708479" cy="437877"/>
          </a:xfrm>
        </p:grpSpPr>
        <p:grpSp>
          <p:nvGrpSpPr>
            <p:cNvPr id="121" name="그룹 120">
              <a:extLst>
                <a:ext uri="{FF2B5EF4-FFF2-40B4-BE49-F238E27FC236}">
                  <a16:creationId xmlns:a16="http://schemas.microsoft.com/office/drawing/2014/main" id="{EFCFF536-FFA9-4C9E-8AA9-C1DA1E596F48}"/>
                </a:ext>
              </a:extLst>
            </p:cNvPr>
            <p:cNvGrpSpPr/>
            <p:nvPr/>
          </p:nvGrpSpPr>
          <p:grpSpPr>
            <a:xfrm>
              <a:off x="1237832" y="3462866"/>
              <a:ext cx="366546" cy="248122"/>
              <a:chOff x="2681976" y="1955121"/>
              <a:chExt cx="1929510" cy="596970"/>
            </a:xfrm>
          </p:grpSpPr>
          <p:sp>
            <p:nvSpPr>
              <p:cNvPr id="123" name="Border">
                <a:extLst>
                  <a:ext uri="{FF2B5EF4-FFF2-40B4-BE49-F238E27FC236}">
                    <a16:creationId xmlns:a16="http://schemas.microsoft.com/office/drawing/2014/main" id="{965CD651-81F5-4CF5-AE73-1875EE6798E2}"/>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4" name="Line 2">
                <a:extLst>
                  <a:ext uri="{FF2B5EF4-FFF2-40B4-BE49-F238E27FC236}">
                    <a16:creationId xmlns:a16="http://schemas.microsoft.com/office/drawing/2014/main" id="{FAAA9687-57E7-4D16-9100-96A9D1E390D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5" name="Line 1">
                <a:extLst>
                  <a:ext uri="{FF2B5EF4-FFF2-40B4-BE49-F238E27FC236}">
                    <a16:creationId xmlns:a16="http://schemas.microsoft.com/office/drawing/2014/main" id="{9FDD84F1-46EC-4954-8CF3-236C5BD819E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6" name="TextBox 125">
                <a:extLst>
                  <a:ext uri="{FF2B5EF4-FFF2-40B4-BE49-F238E27FC236}">
                    <a16:creationId xmlns:a16="http://schemas.microsoft.com/office/drawing/2014/main" id="{9853CF30-275F-4AFC-B0E0-0DFC69FB5F93}"/>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22" name="직사각형 121">
              <a:extLst>
                <a:ext uri="{FF2B5EF4-FFF2-40B4-BE49-F238E27FC236}">
                  <a16:creationId xmlns:a16="http://schemas.microsoft.com/office/drawing/2014/main" id="{7D4FEBC8-D632-4E06-AB74-ECBB02DCD6B7}"/>
                </a:ext>
              </a:extLst>
            </p:cNvPr>
            <p:cNvSpPr/>
            <p:nvPr/>
          </p:nvSpPr>
          <p:spPr>
            <a:xfrm>
              <a:off x="1604378" y="3375500"/>
              <a:ext cx="1341933"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333333</a:t>
              </a:r>
              <a:endParaRPr lang="ko-KR" altLang="en-US" sz="800" b="1" dirty="0"/>
            </a:p>
          </p:txBody>
        </p:sp>
      </p:grpSp>
      <p:sp>
        <p:nvSpPr>
          <p:cNvPr id="211" name="직사각형 210">
            <a:extLst>
              <a:ext uri="{FF2B5EF4-FFF2-40B4-BE49-F238E27FC236}">
                <a16:creationId xmlns:a16="http://schemas.microsoft.com/office/drawing/2014/main" id="{DBBEA88E-D087-4BA4-AA64-91406F6B5D62}"/>
              </a:ext>
            </a:extLst>
          </p:cNvPr>
          <p:cNvSpPr/>
          <p:nvPr userDrawn="1"/>
        </p:nvSpPr>
        <p:spPr>
          <a:xfrm>
            <a:off x="1122625" y="2345173"/>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212" name="직사각형 211">
            <a:extLst>
              <a:ext uri="{FF2B5EF4-FFF2-40B4-BE49-F238E27FC236}">
                <a16:creationId xmlns:a16="http://schemas.microsoft.com/office/drawing/2014/main" id="{BBD0E63A-6640-4755-B343-2C68D8CF28B1}"/>
              </a:ext>
            </a:extLst>
          </p:cNvPr>
          <p:cNvSpPr/>
          <p:nvPr userDrawn="1"/>
        </p:nvSpPr>
        <p:spPr>
          <a:xfrm>
            <a:off x="1951932" y="2345173"/>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sp>
        <p:nvSpPr>
          <p:cNvPr id="213" name="직사각형 212">
            <a:extLst>
              <a:ext uri="{FF2B5EF4-FFF2-40B4-BE49-F238E27FC236}">
                <a16:creationId xmlns:a16="http://schemas.microsoft.com/office/drawing/2014/main" id="{666A0944-6128-43FE-B1BF-EBAC5B0044A8}"/>
              </a:ext>
            </a:extLst>
          </p:cNvPr>
          <p:cNvSpPr/>
          <p:nvPr userDrawn="1"/>
        </p:nvSpPr>
        <p:spPr>
          <a:xfrm>
            <a:off x="2781239" y="2339237"/>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세분류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145" name="직사각형 144">
            <a:extLst>
              <a:ext uri="{FF2B5EF4-FFF2-40B4-BE49-F238E27FC236}">
                <a16:creationId xmlns:a16="http://schemas.microsoft.com/office/drawing/2014/main" id="{659E1931-39E5-4BEA-80D7-170AF878FC26}"/>
              </a:ext>
            </a:extLst>
          </p:cNvPr>
          <p:cNvSpPr/>
          <p:nvPr userDrawn="1"/>
        </p:nvSpPr>
        <p:spPr>
          <a:xfrm>
            <a:off x="8242222" y="3645816"/>
            <a:ext cx="581782" cy="184881"/>
          </a:xfrm>
          <a:prstGeom prst="rect">
            <a:avLst/>
          </a:prstGeom>
          <a:solidFill>
            <a:srgbClr val="00B0F0"/>
          </a:solidFill>
          <a:ln w="6350">
            <a:solidFill>
              <a:srgbClr val="00B0F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추가하기</a:t>
            </a:r>
            <a:endParaRPr lang="en-US" altLang="ko-KR" sz="700" dirty="0">
              <a:solidFill>
                <a:schemeClr val="bg1"/>
              </a:solidFill>
            </a:endParaRPr>
          </a:p>
        </p:txBody>
      </p:sp>
      <p:sp>
        <p:nvSpPr>
          <p:cNvPr id="152" name="직사각형 151">
            <a:extLst>
              <a:ext uri="{FF2B5EF4-FFF2-40B4-BE49-F238E27FC236}">
                <a16:creationId xmlns:a16="http://schemas.microsoft.com/office/drawing/2014/main" id="{7CCB8C07-4BF4-4F4D-A5E3-5C22383B882B}"/>
              </a:ext>
            </a:extLst>
          </p:cNvPr>
          <p:cNvSpPr/>
          <p:nvPr userDrawn="1"/>
        </p:nvSpPr>
        <p:spPr>
          <a:xfrm>
            <a:off x="8242219" y="4510568"/>
            <a:ext cx="581783" cy="179118"/>
          </a:xfrm>
          <a:prstGeom prst="rect">
            <a:avLst/>
          </a:prstGeom>
          <a:solidFill>
            <a:srgbClr val="00B0F0"/>
          </a:solidFill>
          <a:ln w="6350">
            <a:solidFill>
              <a:srgbClr val="00B0F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추가하기</a:t>
            </a:r>
            <a:endParaRPr lang="en-US" altLang="ko-KR" sz="700" dirty="0">
              <a:solidFill>
                <a:schemeClr val="bg1"/>
              </a:solidFill>
            </a:endParaRPr>
          </a:p>
        </p:txBody>
      </p:sp>
      <p:sp>
        <p:nvSpPr>
          <p:cNvPr id="159" name="직사각형 158">
            <a:extLst>
              <a:ext uri="{FF2B5EF4-FFF2-40B4-BE49-F238E27FC236}">
                <a16:creationId xmlns:a16="http://schemas.microsoft.com/office/drawing/2014/main" id="{366D7C27-7C1B-41EE-BC76-49A35595B966}"/>
              </a:ext>
            </a:extLst>
          </p:cNvPr>
          <p:cNvSpPr/>
          <p:nvPr userDrawn="1"/>
        </p:nvSpPr>
        <p:spPr>
          <a:xfrm>
            <a:off x="8235366" y="4068313"/>
            <a:ext cx="581782" cy="184881"/>
          </a:xfrm>
          <a:prstGeom prst="rect">
            <a:avLst/>
          </a:prstGeom>
          <a:solidFill>
            <a:srgbClr val="00B0F0"/>
          </a:solidFill>
          <a:ln w="6350">
            <a:solidFill>
              <a:srgbClr val="00B0F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추가하기</a:t>
            </a:r>
            <a:endParaRPr lang="en-US" altLang="ko-KR" sz="700" dirty="0">
              <a:solidFill>
                <a:schemeClr val="bg1"/>
              </a:solidFill>
            </a:endParaRPr>
          </a:p>
        </p:txBody>
      </p:sp>
    </p:spTree>
    <p:extLst>
      <p:ext uri="{BB962C8B-B14F-4D97-AF65-F5344CB8AC3E}">
        <p14:creationId xmlns:p14="http://schemas.microsoft.com/office/powerpoint/2010/main" val="1825242536"/>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상품관리 - 공개상품리스트">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9DFE75DA-9B78-489F-9F04-57AB78D9B1B5}"/>
              </a:ext>
            </a:extLst>
          </p:cNvPr>
          <p:cNvSpPr/>
          <p:nvPr userDrawn="1"/>
        </p:nvSpPr>
        <p:spPr>
          <a:xfrm>
            <a:off x="1349724" y="570864"/>
            <a:ext cx="693212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 name="직사각형 3">
            <a:extLst>
              <a:ext uri="{FF2B5EF4-FFF2-40B4-BE49-F238E27FC236}">
                <a16:creationId xmlns:a16="http://schemas.microsoft.com/office/drawing/2014/main" id="{D9B69595-3872-4D86-9396-D497789ABE17}"/>
              </a:ext>
            </a:extLst>
          </p:cNvPr>
          <p:cNvSpPr/>
          <p:nvPr userDrawn="1"/>
        </p:nvSpPr>
        <p:spPr>
          <a:xfrm>
            <a:off x="9271395" y="559383"/>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endParaRPr lang="en-US" altLang="ko-KR" sz="800" dirty="0">
              <a:solidFill>
                <a:schemeClr val="bg1"/>
              </a:solidFill>
            </a:endParaRPr>
          </a:p>
        </p:txBody>
      </p:sp>
      <p:graphicFrame>
        <p:nvGraphicFramePr>
          <p:cNvPr id="5" name="표 63">
            <a:extLst>
              <a:ext uri="{FF2B5EF4-FFF2-40B4-BE49-F238E27FC236}">
                <a16:creationId xmlns:a16="http://schemas.microsoft.com/office/drawing/2014/main" id="{EB8007C8-8B22-49B5-BD40-728C18AC61C0}"/>
              </a:ext>
            </a:extLst>
          </p:cNvPr>
          <p:cNvGraphicFramePr>
            <a:graphicFrameLocks noGrp="1"/>
          </p:cNvGraphicFramePr>
          <p:nvPr userDrawn="1">
            <p:extLst>
              <p:ext uri="{D42A27DB-BD31-4B8C-83A1-F6EECF244321}">
                <p14:modId xmlns:p14="http://schemas.microsoft.com/office/powerpoint/2010/main" val="1074234153"/>
              </p:ext>
            </p:extLst>
          </p:nvPr>
        </p:nvGraphicFramePr>
        <p:xfrm>
          <a:off x="108567" y="547912"/>
          <a:ext cx="9936421" cy="457200"/>
        </p:xfrm>
        <a:graphic>
          <a:graphicData uri="http://schemas.openxmlformats.org/drawingml/2006/table">
            <a:tbl>
              <a:tblPr firstRow="1" bandRow="1">
                <a:tableStyleId>{5940675A-B579-460E-94D1-54222C63F5DA}</a:tableStyleId>
              </a:tblPr>
              <a:tblGrid>
                <a:gridCol w="1101924">
                  <a:extLst>
                    <a:ext uri="{9D8B030D-6E8A-4147-A177-3AD203B41FA5}">
                      <a16:colId xmlns:a16="http://schemas.microsoft.com/office/drawing/2014/main" val="3701388552"/>
                    </a:ext>
                  </a:extLst>
                </a:gridCol>
                <a:gridCol w="8834497">
                  <a:extLst>
                    <a:ext uri="{9D8B030D-6E8A-4147-A177-3AD203B41FA5}">
                      <a16:colId xmlns:a16="http://schemas.microsoft.com/office/drawing/2014/main" val="339215266"/>
                    </a:ext>
                  </a:extLst>
                </a:gridCol>
              </a:tblGrid>
              <a:tr h="0">
                <a:tc>
                  <a:txBody>
                    <a:bodyPr/>
                    <a:lstStyle/>
                    <a:p>
                      <a:pPr latinLnBrk="1"/>
                      <a:r>
                        <a:rPr lang="ko-KR" altLang="en-US" sz="900" dirty="0"/>
                        <a:t>상품명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6" name="직사각형 5">
            <a:extLst>
              <a:ext uri="{FF2B5EF4-FFF2-40B4-BE49-F238E27FC236}">
                <a16:creationId xmlns:a16="http://schemas.microsoft.com/office/drawing/2014/main" id="{40F272AE-C916-4804-9271-C597D9C866B9}"/>
              </a:ext>
            </a:extLst>
          </p:cNvPr>
          <p:cNvSpPr/>
          <p:nvPr userDrawn="1"/>
        </p:nvSpPr>
        <p:spPr>
          <a:xfrm>
            <a:off x="9273843" y="786602"/>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graphicFrame>
        <p:nvGraphicFramePr>
          <p:cNvPr id="7" name="표 6">
            <a:extLst>
              <a:ext uri="{FF2B5EF4-FFF2-40B4-BE49-F238E27FC236}">
                <a16:creationId xmlns:a16="http://schemas.microsoft.com/office/drawing/2014/main" id="{BFB32D66-66D1-4CBE-91E2-915E37B58B57}"/>
              </a:ext>
            </a:extLst>
          </p:cNvPr>
          <p:cNvGraphicFramePr>
            <a:graphicFrameLocks noGrp="1"/>
          </p:cNvGraphicFramePr>
          <p:nvPr userDrawn="1">
            <p:extLst>
              <p:ext uri="{D42A27DB-BD31-4B8C-83A1-F6EECF244321}">
                <p14:modId xmlns:p14="http://schemas.microsoft.com/office/powerpoint/2010/main" val="1583662927"/>
              </p:ext>
            </p:extLst>
          </p:nvPr>
        </p:nvGraphicFramePr>
        <p:xfrm>
          <a:off x="108565" y="1454697"/>
          <a:ext cx="9884079" cy="4236720"/>
        </p:xfrm>
        <a:graphic>
          <a:graphicData uri="http://schemas.openxmlformats.org/drawingml/2006/table">
            <a:tbl>
              <a:tblPr firstRow="1" bandRow="1">
                <a:tableStyleId>{5C22544A-7EE6-4342-B048-85BDC9FD1C3A}</a:tableStyleId>
              </a:tblPr>
              <a:tblGrid>
                <a:gridCol w="444169">
                  <a:extLst>
                    <a:ext uri="{9D8B030D-6E8A-4147-A177-3AD203B41FA5}">
                      <a16:colId xmlns:a16="http://schemas.microsoft.com/office/drawing/2014/main" val="401447903"/>
                    </a:ext>
                  </a:extLst>
                </a:gridCol>
                <a:gridCol w="709684">
                  <a:extLst>
                    <a:ext uri="{9D8B030D-6E8A-4147-A177-3AD203B41FA5}">
                      <a16:colId xmlns:a16="http://schemas.microsoft.com/office/drawing/2014/main" val="20000"/>
                    </a:ext>
                  </a:extLst>
                </a:gridCol>
                <a:gridCol w="2115403">
                  <a:extLst>
                    <a:ext uri="{9D8B030D-6E8A-4147-A177-3AD203B41FA5}">
                      <a16:colId xmlns:a16="http://schemas.microsoft.com/office/drawing/2014/main" val="20003"/>
                    </a:ext>
                  </a:extLst>
                </a:gridCol>
                <a:gridCol w="709683">
                  <a:extLst>
                    <a:ext uri="{9D8B030D-6E8A-4147-A177-3AD203B41FA5}">
                      <a16:colId xmlns:a16="http://schemas.microsoft.com/office/drawing/2014/main" val="20004"/>
                    </a:ext>
                  </a:extLst>
                </a:gridCol>
                <a:gridCol w="1255595">
                  <a:extLst>
                    <a:ext uri="{9D8B030D-6E8A-4147-A177-3AD203B41FA5}">
                      <a16:colId xmlns:a16="http://schemas.microsoft.com/office/drawing/2014/main" val="2673289764"/>
                    </a:ext>
                  </a:extLst>
                </a:gridCol>
                <a:gridCol w="764274">
                  <a:extLst>
                    <a:ext uri="{9D8B030D-6E8A-4147-A177-3AD203B41FA5}">
                      <a16:colId xmlns:a16="http://schemas.microsoft.com/office/drawing/2014/main" val="20005"/>
                    </a:ext>
                  </a:extLst>
                </a:gridCol>
                <a:gridCol w="1201003">
                  <a:extLst>
                    <a:ext uri="{9D8B030D-6E8A-4147-A177-3AD203B41FA5}">
                      <a16:colId xmlns:a16="http://schemas.microsoft.com/office/drawing/2014/main" val="20006"/>
                    </a:ext>
                  </a:extLst>
                </a:gridCol>
                <a:gridCol w="805218">
                  <a:extLst>
                    <a:ext uri="{9D8B030D-6E8A-4147-A177-3AD203B41FA5}">
                      <a16:colId xmlns:a16="http://schemas.microsoft.com/office/drawing/2014/main" val="410963089"/>
                    </a:ext>
                  </a:extLst>
                </a:gridCol>
                <a:gridCol w="1187355">
                  <a:extLst>
                    <a:ext uri="{9D8B030D-6E8A-4147-A177-3AD203B41FA5}">
                      <a16:colId xmlns:a16="http://schemas.microsoft.com/office/drawing/2014/main" val="224513199"/>
                    </a:ext>
                  </a:extLst>
                </a:gridCol>
                <a:gridCol w="691695">
                  <a:extLst>
                    <a:ext uri="{9D8B030D-6E8A-4147-A177-3AD203B41FA5}">
                      <a16:colId xmlns:a16="http://schemas.microsoft.com/office/drawing/2014/main" val="20009"/>
                    </a:ext>
                  </a:extLst>
                </a:gridCol>
              </a:tblGrid>
              <a:tr h="0">
                <a:tc>
                  <a:txBody>
                    <a:bodyPr/>
                    <a:lstStyle/>
                    <a:p>
                      <a:pPr algn="ctr" latinLnBrk="1"/>
                      <a:r>
                        <a:rPr lang="en-US" altLang="ko-KR" sz="800" b="0" dirty="0">
                          <a:solidFill>
                            <a:schemeClr val="tx1"/>
                          </a:solidFill>
                        </a:rPr>
                        <a:t>No</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재고</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판매형태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이익금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rPr>
                        <a:t>Shop </a:t>
                      </a:r>
                      <a:r>
                        <a:rPr lang="ko-KR" altLang="en-US" sz="800" b="0" dirty="0">
                          <a:solidFill>
                            <a:schemeClr val="tx1"/>
                          </a:solidFill>
                        </a:rPr>
                        <a:t>채널 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상세보기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3433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a20392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위탁판매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채널 명</a:t>
                      </a:r>
                      <a:br>
                        <a:rPr lang="en-US" altLang="ko-KR" sz="800" b="0" dirty="0">
                          <a:solidFill>
                            <a:schemeClr val="tx1"/>
                          </a:solidFill>
                        </a:rPr>
                      </a:br>
                      <a:r>
                        <a:rPr lang="ko-KR" altLang="en-US" sz="800" b="0" dirty="0">
                          <a:solidFill>
                            <a:schemeClr val="tx1"/>
                          </a:solidFill>
                        </a:rPr>
                        <a:t>채널 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3432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a20321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상품판매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3,000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3431</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a20320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3,000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algn="ctr" latinLnBrk="1"/>
                      <a:r>
                        <a:rPr lang="en-US" altLang="ko-KR" sz="800" b="0" dirty="0">
                          <a:solidFill>
                            <a:schemeClr val="tx1"/>
                          </a:solidFill>
                        </a:rPr>
                        <a:t>3430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A20222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위탁판매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6792756"/>
                  </a:ext>
                </a:extLst>
              </a:tr>
              <a:tr h="0">
                <a:tc>
                  <a:txBody>
                    <a:bodyPr/>
                    <a:lstStyle/>
                    <a:p>
                      <a:pPr algn="ctr" latinLnBrk="1"/>
                      <a:r>
                        <a:rPr lang="en-US" altLang="ko-KR" sz="800" b="0" dirty="0">
                          <a:solidFill>
                            <a:schemeClr val="tx1"/>
                          </a:solidFill>
                        </a:rPr>
                        <a:t>3429</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B20321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900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60545407"/>
                  </a:ext>
                </a:extLst>
              </a:tr>
              <a:tr h="0">
                <a:tc>
                  <a:txBody>
                    <a:bodyPr/>
                    <a:lstStyle/>
                    <a:p>
                      <a:pPr algn="ctr" latinLnBrk="1"/>
                      <a:r>
                        <a:rPr lang="en-US" altLang="ko-KR" sz="800" b="0" dirty="0">
                          <a:solidFill>
                            <a:schemeClr val="tx1"/>
                          </a:solidFill>
                        </a:rPr>
                        <a:t>3428</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C20320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900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73000931"/>
                  </a:ext>
                </a:extLst>
              </a:tr>
              <a:tr h="0">
                <a:tc>
                  <a:txBody>
                    <a:bodyPr/>
                    <a:lstStyle/>
                    <a:p>
                      <a:pPr algn="ctr" latinLnBrk="1"/>
                      <a:r>
                        <a:rPr lang="en-US" altLang="ko-KR" sz="800" b="0" dirty="0">
                          <a:solidFill>
                            <a:schemeClr val="tx1"/>
                          </a:solidFill>
                        </a:rPr>
                        <a:t>3427</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E20392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위탁판매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14774640"/>
                  </a:ext>
                </a:extLst>
              </a:tr>
              <a:tr h="0">
                <a:tc>
                  <a:txBody>
                    <a:bodyPr/>
                    <a:lstStyle/>
                    <a:p>
                      <a:pPr algn="ctr" latinLnBrk="1"/>
                      <a:r>
                        <a:rPr lang="en-US" altLang="ko-KR" sz="800" b="0" dirty="0">
                          <a:solidFill>
                            <a:schemeClr val="tx1"/>
                          </a:solidFill>
                        </a:rPr>
                        <a:t>3426</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F20212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900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40055972"/>
                  </a:ext>
                </a:extLst>
              </a:tr>
              <a:tr h="0">
                <a:tc>
                  <a:txBody>
                    <a:bodyPr/>
                    <a:lstStyle/>
                    <a:p>
                      <a:pPr algn="ctr" latinLnBrk="1"/>
                      <a:r>
                        <a:rPr lang="en-US" altLang="ko-KR" sz="800" b="0" dirty="0">
                          <a:solidFill>
                            <a:schemeClr val="tx1"/>
                          </a:solidFill>
                        </a:rPr>
                        <a:t>3425</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Z20321</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1,000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64757641"/>
                  </a:ext>
                </a:extLst>
              </a:tr>
              <a:tr h="0">
                <a:tc>
                  <a:txBody>
                    <a:bodyPr/>
                    <a:lstStyle/>
                    <a:p>
                      <a:pPr algn="ctr" latinLnBrk="1"/>
                      <a:r>
                        <a:rPr lang="en-US" altLang="ko-KR" sz="800" b="0" dirty="0">
                          <a:solidFill>
                            <a:schemeClr val="tx1"/>
                          </a:solidFill>
                        </a:rPr>
                        <a:t>3424</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A20200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위탁판매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94086906"/>
                  </a:ext>
                </a:extLst>
              </a:tr>
              <a:tr h="0">
                <a:tc>
                  <a:txBody>
                    <a:bodyPr/>
                    <a:lstStyle/>
                    <a:p>
                      <a:pPr algn="ctr" latinLnBrk="1"/>
                      <a:r>
                        <a:rPr lang="en-US" altLang="ko-KR" sz="800" b="0" dirty="0">
                          <a:solidFill>
                            <a:schemeClr val="tx1"/>
                          </a:solidFill>
                        </a:rPr>
                        <a:t>3423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A20333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3,000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61936248"/>
                  </a:ext>
                </a:extLst>
              </a:tr>
              <a:tr h="0">
                <a:tc>
                  <a:txBody>
                    <a:bodyPr/>
                    <a:lstStyle/>
                    <a:p>
                      <a:pPr algn="ctr" latinLnBrk="1"/>
                      <a:r>
                        <a:rPr lang="en-US" altLang="ko-KR" sz="800" b="0" dirty="0">
                          <a:solidFill>
                            <a:schemeClr val="tx1"/>
                          </a:solidFill>
                        </a:rPr>
                        <a:t>3422</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E20312</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900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83094304"/>
                  </a:ext>
                </a:extLst>
              </a:tr>
            </a:tbl>
          </a:graphicData>
        </a:graphic>
      </p:graphicFrame>
      <p:sp>
        <p:nvSpPr>
          <p:cNvPr id="8" name="TextBox 7">
            <a:extLst>
              <a:ext uri="{FF2B5EF4-FFF2-40B4-BE49-F238E27FC236}">
                <a16:creationId xmlns:a16="http://schemas.microsoft.com/office/drawing/2014/main" id="{998B1AEB-EC8C-400C-9D06-61A320FD62C5}"/>
              </a:ext>
            </a:extLst>
          </p:cNvPr>
          <p:cNvSpPr txBox="1"/>
          <p:nvPr userDrawn="1"/>
        </p:nvSpPr>
        <p:spPr>
          <a:xfrm>
            <a:off x="94598" y="1216872"/>
            <a:ext cx="761547" cy="215444"/>
          </a:xfrm>
          <a:prstGeom prst="rect">
            <a:avLst/>
          </a:prstGeom>
          <a:noFill/>
        </p:spPr>
        <p:txBody>
          <a:bodyPr wrap="square" rtlCol="0">
            <a:spAutoFit/>
          </a:bodyPr>
          <a:lstStyle/>
          <a:p>
            <a:r>
              <a:rPr lang="ko-KR" altLang="en-US" sz="800"/>
              <a:t>총 </a:t>
            </a:r>
            <a:r>
              <a:rPr lang="en-US" altLang="ko-KR" sz="800" dirty="0"/>
              <a:t>00</a:t>
            </a:r>
            <a:r>
              <a:rPr lang="ko-KR" altLang="en-US" sz="800" dirty="0"/>
              <a:t>건</a:t>
            </a:r>
          </a:p>
        </p:txBody>
      </p:sp>
      <p:pic>
        <p:nvPicPr>
          <p:cNvPr id="9" name="Picture 2">
            <a:extLst>
              <a:ext uri="{FF2B5EF4-FFF2-40B4-BE49-F238E27FC236}">
                <a16:creationId xmlns:a16="http://schemas.microsoft.com/office/drawing/2014/main" id="{610826FC-4D72-42EC-8A42-CD06633B70CD}"/>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084892" y="5982592"/>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10" name="그룹 9">
            <a:extLst>
              <a:ext uri="{FF2B5EF4-FFF2-40B4-BE49-F238E27FC236}">
                <a16:creationId xmlns:a16="http://schemas.microsoft.com/office/drawing/2014/main" id="{95E7BDE5-78A5-4FC2-8283-38A51C88CDA1}"/>
              </a:ext>
            </a:extLst>
          </p:cNvPr>
          <p:cNvGrpSpPr/>
          <p:nvPr userDrawn="1"/>
        </p:nvGrpSpPr>
        <p:grpSpPr>
          <a:xfrm>
            <a:off x="1294862" y="1664921"/>
            <a:ext cx="2414206" cy="338554"/>
            <a:chOff x="1237833" y="3417650"/>
            <a:chExt cx="1708480" cy="338554"/>
          </a:xfrm>
        </p:grpSpPr>
        <p:grpSp>
          <p:nvGrpSpPr>
            <p:cNvPr id="11" name="그룹 10">
              <a:extLst>
                <a:ext uri="{FF2B5EF4-FFF2-40B4-BE49-F238E27FC236}">
                  <a16:creationId xmlns:a16="http://schemas.microsoft.com/office/drawing/2014/main" id="{A21EC6CD-41C0-492D-B87A-5FC99A6549A1}"/>
                </a:ext>
              </a:extLst>
            </p:cNvPr>
            <p:cNvGrpSpPr/>
            <p:nvPr/>
          </p:nvGrpSpPr>
          <p:grpSpPr>
            <a:xfrm>
              <a:off x="1237833" y="3462866"/>
              <a:ext cx="378630" cy="248122"/>
              <a:chOff x="2681976" y="1955121"/>
              <a:chExt cx="1993118" cy="596970"/>
            </a:xfrm>
          </p:grpSpPr>
          <p:sp>
            <p:nvSpPr>
              <p:cNvPr id="13" name="Border">
                <a:extLst>
                  <a:ext uri="{FF2B5EF4-FFF2-40B4-BE49-F238E27FC236}">
                    <a16:creationId xmlns:a16="http://schemas.microsoft.com/office/drawing/2014/main" id="{93D2515B-071C-45FB-90F1-33E5E004BF32}"/>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 name="Line 2">
                <a:extLst>
                  <a:ext uri="{FF2B5EF4-FFF2-40B4-BE49-F238E27FC236}">
                    <a16:creationId xmlns:a16="http://schemas.microsoft.com/office/drawing/2014/main" id="{72593B69-92EC-443C-8911-F6ECB76CDF8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 name="Line 1">
                <a:extLst>
                  <a:ext uri="{FF2B5EF4-FFF2-40B4-BE49-F238E27FC236}">
                    <a16:creationId xmlns:a16="http://schemas.microsoft.com/office/drawing/2014/main" id="{5E9532A8-E815-41D1-BE19-EB7B8A24195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 name="TextBox 15">
                <a:extLst>
                  <a:ext uri="{FF2B5EF4-FFF2-40B4-BE49-F238E27FC236}">
                    <a16:creationId xmlns:a16="http://schemas.microsoft.com/office/drawing/2014/main" id="{7710E641-CBE1-40AF-BB9A-6133F5D3AD36}"/>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2" name="직사각형 11">
              <a:extLst>
                <a:ext uri="{FF2B5EF4-FFF2-40B4-BE49-F238E27FC236}">
                  <a16:creationId xmlns:a16="http://schemas.microsoft.com/office/drawing/2014/main" id="{75A3C656-7920-45B9-A11B-CA48B751BD68}"/>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17" name="그룹 16">
            <a:extLst>
              <a:ext uri="{FF2B5EF4-FFF2-40B4-BE49-F238E27FC236}">
                <a16:creationId xmlns:a16="http://schemas.microsoft.com/office/drawing/2014/main" id="{D114A76A-F2F5-4A27-8D71-36592DAADAC8}"/>
              </a:ext>
            </a:extLst>
          </p:cNvPr>
          <p:cNvGrpSpPr/>
          <p:nvPr userDrawn="1"/>
        </p:nvGrpSpPr>
        <p:grpSpPr>
          <a:xfrm>
            <a:off x="1286153" y="1999057"/>
            <a:ext cx="2414206" cy="338554"/>
            <a:chOff x="1237833" y="3417650"/>
            <a:chExt cx="1708480" cy="338554"/>
          </a:xfrm>
        </p:grpSpPr>
        <p:grpSp>
          <p:nvGrpSpPr>
            <p:cNvPr id="18" name="그룹 17">
              <a:extLst>
                <a:ext uri="{FF2B5EF4-FFF2-40B4-BE49-F238E27FC236}">
                  <a16:creationId xmlns:a16="http://schemas.microsoft.com/office/drawing/2014/main" id="{43EC832B-610F-42DA-BC17-868FD11B3D22}"/>
                </a:ext>
              </a:extLst>
            </p:cNvPr>
            <p:cNvGrpSpPr/>
            <p:nvPr/>
          </p:nvGrpSpPr>
          <p:grpSpPr>
            <a:xfrm>
              <a:off x="1237833" y="3462866"/>
              <a:ext cx="378630" cy="248122"/>
              <a:chOff x="2681976" y="1955121"/>
              <a:chExt cx="1993118" cy="596970"/>
            </a:xfrm>
          </p:grpSpPr>
          <p:sp>
            <p:nvSpPr>
              <p:cNvPr id="20" name="Border">
                <a:extLst>
                  <a:ext uri="{FF2B5EF4-FFF2-40B4-BE49-F238E27FC236}">
                    <a16:creationId xmlns:a16="http://schemas.microsoft.com/office/drawing/2014/main" id="{CEE170CA-316C-40E7-91D4-6DC496B5EECA}"/>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 name="Line 2">
                <a:extLst>
                  <a:ext uri="{FF2B5EF4-FFF2-40B4-BE49-F238E27FC236}">
                    <a16:creationId xmlns:a16="http://schemas.microsoft.com/office/drawing/2014/main" id="{EC6E3F24-E239-410E-BC33-A6106A0C0BAD}"/>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 name="Line 1">
                <a:extLst>
                  <a:ext uri="{FF2B5EF4-FFF2-40B4-BE49-F238E27FC236}">
                    <a16:creationId xmlns:a16="http://schemas.microsoft.com/office/drawing/2014/main" id="{8B36251D-956E-4EE5-A2BD-61923BB8A94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3" name="TextBox 22">
                <a:extLst>
                  <a:ext uri="{FF2B5EF4-FFF2-40B4-BE49-F238E27FC236}">
                    <a16:creationId xmlns:a16="http://schemas.microsoft.com/office/drawing/2014/main" id="{6BEF5267-4393-4340-B16E-926C4BA52209}"/>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9" name="직사각형 18">
              <a:extLst>
                <a:ext uri="{FF2B5EF4-FFF2-40B4-BE49-F238E27FC236}">
                  <a16:creationId xmlns:a16="http://schemas.microsoft.com/office/drawing/2014/main" id="{EB503399-EFE4-472C-877B-4F1515226B39}"/>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24" name="그룹 23">
            <a:extLst>
              <a:ext uri="{FF2B5EF4-FFF2-40B4-BE49-F238E27FC236}">
                <a16:creationId xmlns:a16="http://schemas.microsoft.com/office/drawing/2014/main" id="{B84349C2-EC5C-47E6-8F83-BD661532C2E8}"/>
              </a:ext>
            </a:extLst>
          </p:cNvPr>
          <p:cNvGrpSpPr/>
          <p:nvPr userDrawn="1"/>
        </p:nvGrpSpPr>
        <p:grpSpPr>
          <a:xfrm>
            <a:off x="1290859" y="2335343"/>
            <a:ext cx="2414206" cy="338554"/>
            <a:chOff x="1237833" y="3417650"/>
            <a:chExt cx="1708480" cy="338554"/>
          </a:xfrm>
        </p:grpSpPr>
        <p:grpSp>
          <p:nvGrpSpPr>
            <p:cNvPr id="25" name="그룹 24">
              <a:extLst>
                <a:ext uri="{FF2B5EF4-FFF2-40B4-BE49-F238E27FC236}">
                  <a16:creationId xmlns:a16="http://schemas.microsoft.com/office/drawing/2014/main" id="{8E61294C-FBEE-4E33-9002-1E8401B9BDDD}"/>
                </a:ext>
              </a:extLst>
            </p:cNvPr>
            <p:cNvGrpSpPr/>
            <p:nvPr/>
          </p:nvGrpSpPr>
          <p:grpSpPr>
            <a:xfrm>
              <a:off x="1237833" y="3462866"/>
              <a:ext cx="378630" cy="248122"/>
              <a:chOff x="2681976" y="1955121"/>
              <a:chExt cx="1993118" cy="596970"/>
            </a:xfrm>
          </p:grpSpPr>
          <p:sp>
            <p:nvSpPr>
              <p:cNvPr id="27" name="Border">
                <a:extLst>
                  <a:ext uri="{FF2B5EF4-FFF2-40B4-BE49-F238E27FC236}">
                    <a16:creationId xmlns:a16="http://schemas.microsoft.com/office/drawing/2014/main" id="{F7E1C138-F700-43FD-BDDE-BEA6FD13E30E}"/>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8" name="Line 2">
                <a:extLst>
                  <a:ext uri="{FF2B5EF4-FFF2-40B4-BE49-F238E27FC236}">
                    <a16:creationId xmlns:a16="http://schemas.microsoft.com/office/drawing/2014/main" id="{35C1516B-6DC4-43B3-9C33-57A8E560005F}"/>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9" name="Line 1">
                <a:extLst>
                  <a:ext uri="{FF2B5EF4-FFF2-40B4-BE49-F238E27FC236}">
                    <a16:creationId xmlns:a16="http://schemas.microsoft.com/office/drawing/2014/main" id="{8972CDFA-0FF4-47A2-A12A-2B909A30D91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0" name="TextBox 29">
                <a:extLst>
                  <a:ext uri="{FF2B5EF4-FFF2-40B4-BE49-F238E27FC236}">
                    <a16:creationId xmlns:a16="http://schemas.microsoft.com/office/drawing/2014/main" id="{6EEB1DD0-E381-4748-AB9F-FE81969BF9A8}"/>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6" name="직사각형 25">
              <a:extLst>
                <a:ext uri="{FF2B5EF4-FFF2-40B4-BE49-F238E27FC236}">
                  <a16:creationId xmlns:a16="http://schemas.microsoft.com/office/drawing/2014/main" id="{E55DDBFE-166D-455D-A6B4-84966977D9F9}"/>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31" name="그룹 30">
            <a:extLst>
              <a:ext uri="{FF2B5EF4-FFF2-40B4-BE49-F238E27FC236}">
                <a16:creationId xmlns:a16="http://schemas.microsoft.com/office/drawing/2014/main" id="{CFD15381-59CC-4031-A5C0-18F362C9EEAA}"/>
              </a:ext>
            </a:extLst>
          </p:cNvPr>
          <p:cNvGrpSpPr/>
          <p:nvPr userDrawn="1"/>
        </p:nvGrpSpPr>
        <p:grpSpPr>
          <a:xfrm>
            <a:off x="1286153" y="2669479"/>
            <a:ext cx="2414206" cy="338554"/>
            <a:chOff x="1237833" y="3417650"/>
            <a:chExt cx="1708480" cy="338554"/>
          </a:xfrm>
        </p:grpSpPr>
        <p:grpSp>
          <p:nvGrpSpPr>
            <p:cNvPr id="32" name="그룹 31">
              <a:extLst>
                <a:ext uri="{FF2B5EF4-FFF2-40B4-BE49-F238E27FC236}">
                  <a16:creationId xmlns:a16="http://schemas.microsoft.com/office/drawing/2014/main" id="{FF8C465C-2377-4C92-92A9-C558654FF074}"/>
                </a:ext>
              </a:extLst>
            </p:cNvPr>
            <p:cNvGrpSpPr/>
            <p:nvPr/>
          </p:nvGrpSpPr>
          <p:grpSpPr>
            <a:xfrm>
              <a:off x="1237833" y="3462866"/>
              <a:ext cx="378630" cy="248122"/>
              <a:chOff x="2681976" y="1955121"/>
              <a:chExt cx="1993118" cy="596970"/>
            </a:xfrm>
          </p:grpSpPr>
          <p:sp>
            <p:nvSpPr>
              <p:cNvPr id="34" name="Border">
                <a:extLst>
                  <a:ext uri="{FF2B5EF4-FFF2-40B4-BE49-F238E27FC236}">
                    <a16:creationId xmlns:a16="http://schemas.microsoft.com/office/drawing/2014/main" id="{94A0DA48-DBFE-4FBA-99D5-916523504D55}"/>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5" name="Line 2">
                <a:extLst>
                  <a:ext uri="{FF2B5EF4-FFF2-40B4-BE49-F238E27FC236}">
                    <a16:creationId xmlns:a16="http://schemas.microsoft.com/office/drawing/2014/main" id="{9B9919A1-0EFB-4579-9A0A-FBA3DCF9823D}"/>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6" name="Line 1">
                <a:extLst>
                  <a:ext uri="{FF2B5EF4-FFF2-40B4-BE49-F238E27FC236}">
                    <a16:creationId xmlns:a16="http://schemas.microsoft.com/office/drawing/2014/main" id="{82123A5A-C13E-421E-A249-683FE26F0AFD}"/>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7" name="TextBox 36">
                <a:extLst>
                  <a:ext uri="{FF2B5EF4-FFF2-40B4-BE49-F238E27FC236}">
                    <a16:creationId xmlns:a16="http://schemas.microsoft.com/office/drawing/2014/main" id="{B12FABD3-EED1-4E16-ABDC-8EFA7228C347}"/>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33" name="직사각형 32">
              <a:extLst>
                <a:ext uri="{FF2B5EF4-FFF2-40B4-BE49-F238E27FC236}">
                  <a16:creationId xmlns:a16="http://schemas.microsoft.com/office/drawing/2014/main" id="{C061CA49-6F31-4FC9-8898-46FF82201F86}"/>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38" name="그룹 37">
            <a:extLst>
              <a:ext uri="{FF2B5EF4-FFF2-40B4-BE49-F238E27FC236}">
                <a16:creationId xmlns:a16="http://schemas.microsoft.com/office/drawing/2014/main" id="{4AC65427-7FA1-458E-A12E-4C713EE62A83}"/>
              </a:ext>
            </a:extLst>
          </p:cNvPr>
          <p:cNvGrpSpPr/>
          <p:nvPr userDrawn="1"/>
        </p:nvGrpSpPr>
        <p:grpSpPr>
          <a:xfrm>
            <a:off x="1277444" y="3003615"/>
            <a:ext cx="2414206" cy="338554"/>
            <a:chOff x="1237833" y="3417650"/>
            <a:chExt cx="1708480" cy="338554"/>
          </a:xfrm>
        </p:grpSpPr>
        <p:grpSp>
          <p:nvGrpSpPr>
            <p:cNvPr id="39" name="그룹 38">
              <a:extLst>
                <a:ext uri="{FF2B5EF4-FFF2-40B4-BE49-F238E27FC236}">
                  <a16:creationId xmlns:a16="http://schemas.microsoft.com/office/drawing/2014/main" id="{A35C74BF-7844-4712-9734-1BA5232527A3}"/>
                </a:ext>
              </a:extLst>
            </p:cNvPr>
            <p:cNvGrpSpPr/>
            <p:nvPr/>
          </p:nvGrpSpPr>
          <p:grpSpPr>
            <a:xfrm>
              <a:off x="1237833" y="3462866"/>
              <a:ext cx="378630" cy="248122"/>
              <a:chOff x="2681976" y="1955121"/>
              <a:chExt cx="1993118" cy="596970"/>
            </a:xfrm>
          </p:grpSpPr>
          <p:sp>
            <p:nvSpPr>
              <p:cNvPr id="41" name="Border">
                <a:extLst>
                  <a:ext uri="{FF2B5EF4-FFF2-40B4-BE49-F238E27FC236}">
                    <a16:creationId xmlns:a16="http://schemas.microsoft.com/office/drawing/2014/main" id="{289272D6-1A56-4739-AB3F-D0E1E2EBBBD9}"/>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2" name="Line 2">
                <a:extLst>
                  <a:ext uri="{FF2B5EF4-FFF2-40B4-BE49-F238E27FC236}">
                    <a16:creationId xmlns:a16="http://schemas.microsoft.com/office/drawing/2014/main" id="{4B40658C-8DA5-47AE-BEFD-0044D42BDE9A}"/>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3" name="Line 1">
                <a:extLst>
                  <a:ext uri="{FF2B5EF4-FFF2-40B4-BE49-F238E27FC236}">
                    <a16:creationId xmlns:a16="http://schemas.microsoft.com/office/drawing/2014/main" id="{02461C40-8F3D-4CF4-9416-2868901C9A9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4" name="TextBox 43">
                <a:extLst>
                  <a:ext uri="{FF2B5EF4-FFF2-40B4-BE49-F238E27FC236}">
                    <a16:creationId xmlns:a16="http://schemas.microsoft.com/office/drawing/2014/main" id="{0F515473-CDBD-4431-98C3-BE16B625CE15}"/>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40" name="직사각형 39">
              <a:extLst>
                <a:ext uri="{FF2B5EF4-FFF2-40B4-BE49-F238E27FC236}">
                  <a16:creationId xmlns:a16="http://schemas.microsoft.com/office/drawing/2014/main" id="{1C5E1169-7B53-4A7B-A99D-30E5C9CE9E06}"/>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45" name="그룹 44">
            <a:extLst>
              <a:ext uri="{FF2B5EF4-FFF2-40B4-BE49-F238E27FC236}">
                <a16:creationId xmlns:a16="http://schemas.microsoft.com/office/drawing/2014/main" id="{2DCE44DB-A942-4954-8439-348E4F026FC1}"/>
              </a:ext>
            </a:extLst>
          </p:cNvPr>
          <p:cNvGrpSpPr/>
          <p:nvPr userDrawn="1"/>
        </p:nvGrpSpPr>
        <p:grpSpPr>
          <a:xfrm>
            <a:off x="1282150" y="3339901"/>
            <a:ext cx="2414206" cy="338554"/>
            <a:chOff x="1237833" y="3417650"/>
            <a:chExt cx="1708480" cy="338554"/>
          </a:xfrm>
        </p:grpSpPr>
        <p:grpSp>
          <p:nvGrpSpPr>
            <p:cNvPr id="46" name="그룹 45">
              <a:extLst>
                <a:ext uri="{FF2B5EF4-FFF2-40B4-BE49-F238E27FC236}">
                  <a16:creationId xmlns:a16="http://schemas.microsoft.com/office/drawing/2014/main" id="{B90098B9-AAD8-4645-B1CF-AF5AF07AE864}"/>
                </a:ext>
              </a:extLst>
            </p:cNvPr>
            <p:cNvGrpSpPr/>
            <p:nvPr/>
          </p:nvGrpSpPr>
          <p:grpSpPr>
            <a:xfrm>
              <a:off x="1237833" y="3462866"/>
              <a:ext cx="378630" cy="248122"/>
              <a:chOff x="2681976" y="1955121"/>
              <a:chExt cx="1993118" cy="596970"/>
            </a:xfrm>
          </p:grpSpPr>
          <p:sp>
            <p:nvSpPr>
              <p:cNvPr id="48" name="Border">
                <a:extLst>
                  <a:ext uri="{FF2B5EF4-FFF2-40B4-BE49-F238E27FC236}">
                    <a16:creationId xmlns:a16="http://schemas.microsoft.com/office/drawing/2014/main" id="{C79D013C-4CB7-4548-8A21-99143D29088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9" name="Line 2">
                <a:extLst>
                  <a:ext uri="{FF2B5EF4-FFF2-40B4-BE49-F238E27FC236}">
                    <a16:creationId xmlns:a16="http://schemas.microsoft.com/office/drawing/2014/main" id="{3ABF513E-BEE8-4F4A-AFB4-80CC37B1F78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0" name="Line 1">
                <a:extLst>
                  <a:ext uri="{FF2B5EF4-FFF2-40B4-BE49-F238E27FC236}">
                    <a16:creationId xmlns:a16="http://schemas.microsoft.com/office/drawing/2014/main" id="{A876527D-D4ED-441E-BCBF-EB9FB38E9FA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1" name="TextBox 50">
                <a:extLst>
                  <a:ext uri="{FF2B5EF4-FFF2-40B4-BE49-F238E27FC236}">
                    <a16:creationId xmlns:a16="http://schemas.microsoft.com/office/drawing/2014/main" id="{B6E40044-7DC7-499A-8C44-3D9C620165FD}"/>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47" name="직사각형 46">
              <a:extLst>
                <a:ext uri="{FF2B5EF4-FFF2-40B4-BE49-F238E27FC236}">
                  <a16:creationId xmlns:a16="http://schemas.microsoft.com/office/drawing/2014/main" id="{ABD85260-1B47-431C-B9D7-6B9BE46388C3}"/>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52" name="그룹 51">
            <a:extLst>
              <a:ext uri="{FF2B5EF4-FFF2-40B4-BE49-F238E27FC236}">
                <a16:creationId xmlns:a16="http://schemas.microsoft.com/office/drawing/2014/main" id="{506BFC8B-716B-43CE-86C2-9D559DC4FD89}"/>
              </a:ext>
            </a:extLst>
          </p:cNvPr>
          <p:cNvGrpSpPr/>
          <p:nvPr userDrawn="1"/>
        </p:nvGrpSpPr>
        <p:grpSpPr>
          <a:xfrm>
            <a:off x="1298865" y="3674828"/>
            <a:ext cx="2414206" cy="338554"/>
            <a:chOff x="1237833" y="3417650"/>
            <a:chExt cx="1708480" cy="338554"/>
          </a:xfrm>
        </p:grpSpPr>
        <p:grpSp>
          <p:nvGrpSpPr>
            <p:cNvPr id="53" name="그룹 52">
              <a:extLst>
                <a:ext uri="{FF2B5EF4-FFF2-40B4-BE49-F238E27FC236}">
                  <a16:creationId xmlns:a16="http://schemas.microsoft.com/office/drawing/2014/main" id="{2F1BD85C-E399-4A4C-82A6-455905C8AA1F}"/>
                </a:ext>
              </a:extLst>
            </p:cNvPr>
            <p:cNvGrpSpPr/>
            <p:nvPr/>
          </p:nvGrpSpPr>
          <p:grpSpPr>
            <a:xfrm>
              <a:off x="1237833" y="3462866"/>
              <a:ext cx="378630" cy="248122"/>
              <a:chOff x="2681976" y="1955121"/>
              <a:chExt cx="1993118" cy="596970"/>
            </a:xfrm>
          </p:grpSpPr>
          <p:sp>
            <p:nvSpPr>
              <p:cNvPr id="55" name="Border">
                <a:extLst>
                  <a:ext uri="{FF2B5EF4-FFF2-40B4-BE49-F238E27FC236}">
                    <a16:creationId xmlns:a16="http://schemas.microsoft.com/office/drawing/2014/main" id="{8E9EE5E0-9264-400D-BBB8-00AA368AE33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6" name="Line 2">
                <a:extLst>
                  <a:ext uri="{FF2B5EF4-FFF2-40B4-BE49-F238E27FC236}">
                    <a16:creationId xmlns:a16="http://schemas.microsoft.com/office/drawing/2014/main" id="{B1BC10AA-0366-4F5F-BDCE-DEB46C858142}"/>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7" name="Line 1">
                <a:extLst>
                  <a:ext uri="{FF2B5EF4-FFF2-40B4-BE49-F238E27FC236}">
                    <a16:creationId xmlns:a16="http://schemas.microsoft.com/office/drawing/2014/main" id="{3E0C1C95-5F9D-443F-A48F-B2010A5693C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8" name="TextBox 57">
                <a:extLst>
                  <a:ext uri="{FF2B5EF4-FFF2-40B4-BE49-F238E27FC236}">
                    <a16:creationId xmlns:a16="http://schemas.microsoft.com/office/drawing/2014/main" id="{A25E4278-B67D-4FEF-92AC-059D16A0F897}"/>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54" name="직사각형 53">
              <a:extLst>
                <a:ext uri="{FF2B5EF4-FFF2-40B4-BE49-F238E27FC236}">
                  <a16:creationId xmlns:a16="http://schemas.microsoft.com/office/drawing/2014/main" id="{3BBB5EDF-7023-4553-A6F4-157FDEB26AAD}"/>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59" name="그룹 58">
            <a:extLst>
              <a:ext uri="{FF2B5EF4-FFF2-40B4-BE49-F238E27FC236}">
                <a16:creationId xmlns:a16="http://schemas.microsoft.com/office/drawing/2014/main" id="{F8054CD8-4F22-41CF-9309-E8A03BB89B44}"/>
              </a:ext>
            </a:extLst>
          </p:cNvPr>
          <p:cNvGrpSpPr/>
          <p:nvPr userDrawn="1"/>
        </p:nvGrpSpPr>
        <p:grpSpPr>
          <a:xfrm>
            <a:off x="1290156" y="4008964"/>
            <a:ext cx="2414206" cy="338554"/>
            <a:chOff x="1237833" y="3417650"/>
            <a:chExt cx="1708480" cy="338554"/>
          </a:xfrm>
        </p:grpSpPr>
        <p:grpSp>
          <p:nvGrpSpPr>
            <p:cNvPr id="60" name="그룹 59">
              <a:extLst>
                <a:ext uri="{FF2B5EF4-FFF2-40B4-BE49-F238E27FC236}">
                  <a16:creationId xmlns:a16="http://schemas.microsoft.com/office/drawing/2014/main" id="{AF263DFB-8C2D-44A0-8E79-615449EFEA6D}"/>
                </a:ext>
              </a:extLst>
            </p:cNvPr>
            <p:cNvGrpSpPr/>
            <p:nvPr/>
          </p:nvGrpSpPr>
          <p:grpSpPr>
            <a:xfrm>
              <a:off x="1237833" y="3462866"/>
              <a:ext cx="378630" cy="248122"/>
              <a:chOff x="2681976" y="1955121"/>
              <a:chExt cx="1993118" cy="596970"/>
            </a:xfrm>
          </p:grpSpPr>
          <p:sp>
            <p:nvSpPr>
              <p:cNvPr id="62" name="Border">
                <a:extLst>
                  <a:ext uri="{FF2B5EF4-FFF2-40B4-BE49-F238E27FC236}">
                    <a16:creationId xmlns:a16="http://schemas.microsoft.com/office/drawing/2014/main" id="{4B8E2C9B-85AF-40E4-9F11-C939B1285105}"/>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3" name="Line 2">
                <a:extLst>
                  <a:ext uri="{FF2B5EF4-FFF2-40B4-BE49-F238E27FC236}">
                    <a16:creationId xmlns:a16="http://schemas.microsoft.com/office/drawing/2014/main" id="{E75B962A-7D36-4F89-8E3F-32C74DC112F2}"/>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4" name="Line 1">
                <a:extLst>
                  <a:ext uri="{FF2B5EF4-FFF2-40B4-BE49-F238E27FC236}">
                    <a16:creationId xmlns:a16="http://schemas.microsoft.com/office/drawing/2014/main" id="{4B0B521F-4F94-4953-B0E3-0047A07EF340}"/>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5" name="TextBox 64">
                <a:extLst>
                  <a:ext uri="{FF2B5EF4-FFF2-40B4-BE49-F238E27FC236}">
                    <a16:creationId xmlns:a16="http://schemas.microsoft.com/office/drawing/2014/main" id="{539349E6-E522-4BDD-BF1F-AB51FF3F0EB9}"/>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61" name="직사각형 60">
              <a:extLst>
                <a:ext uri="{FF2B5EF4-FFF2-40B4-BE49-F238E27FC236}">
                  <a16:creationId xmlns:a16="http://schemas.microsoft.com/office/drawing/2014/main" id="{B6E23B5E-9C39-414D-B592-76197A78082E}"/>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66" name="그룹 65">
            <a:extLst>
              <a:ext uri="{FF2B5EF4-FFF2-40B4-BE49-F238E27FC236}">
                <a16:creationId xmlns:a16="http://schemas.microsoft.com/office/drawing/2014/main" id="{CC60C247-45D2-4D27-82CA-52DCF547FE6C}"/>
              </a:ext>
            </a:extLst>
          </p:cNvPr>
          <p:cNvGrpSpPr/>
          <p:nvPr userDrawn="1"/>
        </p:nvGrpSpPr>
        <p:grpSpPr>
          <a:xfrm>
            <a:off x="1294862" y="4345250"/>
            <a:ext cx="2414206" cy="338554"/>
            <a:chOff x="1237833" y="3417650"/>
            <a:chExt cx="1708480" cy="338554"/>
          </a:xfrm>
        </p:grpSpPr>
        <p:grpSp>
          <p:nvGrpSpPr>
            <p:cNvPr id="67" name="그룹 66">
              <a:extLst>
                <a:ext uri="{FF2B5EF4-FFF2-40B4-BE49-F238E27FC236}">
                  <a16:creationId xmlns:a16="http://schemas.microsoft.com/office/drawing/2014/main" id="{53B56BBD-767C-42A3-BD9A-28A230834E92}"/>
                </a:ext>
              </a:extLst>
            </p:cNvPr>
            <p:cNvGrpSpPr/>
            <p:nvPr/>
          </p:nvGrpSpPr>
          <p:grpSpPr>
            <a:xfrm>
              <a:off x="1237833" y="3462866"/>
              <a:ext cx="378630" cy="248122"/>
              <a:chOff x="2681976" y="1955121"/>
              <a:chExt cx="1993118" cy="596970"/>
            </a:xfrm>
          </p:grpSpPr>
          <p:sp>
            <p:nvSpPr>
              <p:cNvPr id="69" name="Border">
                <a:extLst>
                  <a:ext uri="{FF2B5EF4-FFF2-40B4-BE49-F238E27FC236}">
                    <a16:creationId xmlns:a16="http://schemas.microsoft.com/office/drawing/2014/main" id="{808E7B58-4B6A-497C-8123-6C246152ADD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0" name="Line 2">
                <a:extLst>
                  <a:ext uri="{FF2B5EF4-FFF2-40B4-BE49-F238E27FC236}">
                    <a16:creationId xmlns:a16="http://schemas.microsoft.com/office/drawing/2014/main" id="{ABE28974-6904-40D5-80A3-F7869FA03E7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1" name="Line 1">
                <a:extLst>
                  <a:ext uri="{FF2B5EF4-FFF2-40B4-BE49-F238E27FC236}">
                    <a16:creationId xmlns:a16="http://schemas.microsoft.com/office/drawing/2014/main" id="{F46CAEA0-34D2-4361-A3AD-FE34CBF2EF6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2" name="TextBox 71">
                <a:extLst>
                  <a:ext uri="{FF2B5EF4-FFF2-40B4-BE49-F238E27FC236}">
                    <a16:creationId xmlns:a16="http://schemas.microsoft.com/office/drawing/2014/main" id="{37856305-283D-4ADE-BCCE-BD14C1D552F4}"/>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68" name="직사각형 67">
              <a:extLst>
                <a:ext uri="{FF2B5EF4-FFF2-40B4-BE49-F238E27FC236}">
                  <a16:creationId xmlns:a16="http://schemas.microsoft.com/office/drawing/2014/main" id="{A2207E64-9FD4-42E0-A5C7-7499A19D2D86}"/>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73" name="그룹 72">
            <a:extLst>
              <a:ext uri="{FF2B5EF4-FFF2-40B4-BE49-F238E27FC236}">
                <a16:creationId xmlns:a16="http://schemas.microsoft.com/office/drawing/2014/main" id="{06A8487F-68D5-4882-9CD3-624C0472A69D}"/>
              </a:ext>
            </a:extLst>
          </p:cNvPr>
          <p:cNvGrpSpPr/>
          <p:nvPr userDrawn="1"/>
        </p:nvGrpSpPr>
        <p:grpSpPr>
          <a:xfrm>
            <a:off x="1298865" y="4682441"/>
            <a:ext cx="2414206" cy="338554"/>
            <a:chOff x="1237833" y="3417650"/>
            <a:chExt cx="1708480" cy="338554"/>
          </a:xfrm>
        </p:grpSpPr>
        <p:grpSp>
          <p:nvGrpSpPr>
            <p:cNvPr id="74" name="그룹 73">
              <a:extLst>
                <a:ext uri="{FF2B5EF4-FFF2-40B4-BE49-F238E27FC236}">
                  <a16:creationId xmlns:a16="http://schemas.microsoft.com/office/drawing/2014/main" id="{395F47CC-2B6F-4B5A-9A96-811EB511970B}"/>
                </a:ext>
              </a:extLst>
            </p:cNvPr>
            <p:cNvGrpSpPr/>
            <p:nvPr/>
          </p:nvGrpSpPr>
          <p:grpSpPr>
            <a:xfrm>
              <a:off x="1237833" y="3462866"/>
              <a:ext cx="378630" cy="248122"/>
              <a:chOff x="2681976" y="1955121"/>
              <a:chExt cx="1993118" cy="596970"/>
            </a:xfrm>
          </p:grpSpPr>
          <p:sp>
            <p:nvSpPr>
              <p:cNvPr id="76" name="Border">
                <a:extLst>
                  <a:ext uri="{FF2B5EF4-FFF2-40B4-BE49-F238E27FC236}">
                    <a16:creationId xmlns:a16="http://schemas.microsoft.com/office/drawing/2014/main" id="{954682AD-F180-41AD-8B5F-53F3627E4C2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7" name="Line 2">
                <a:extLst>
                  <a:ext uri="{FF2B5EF4-FFF2-40B4-BE49-F238E27FC236}">
                    <a16:creationId xmlns:a16="http://schemas.microsoft.com/office/drawing/2014/main" id="{28A31191-F960-4C1D-BDD3-99F5E47FB427}"/>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8" name="Line 1">
                <a:extLst>
                  <a:ext uri="{FF2B5EF4-FFF2-40B4-BE49-F238E27FC236}">
                    <a16:creationId xmlns:a16="http://schemas.microsoft.com/office/drawing/2014/main" id="{CB78C39C-1323-4810-BDB1-9C9FB7E8B6C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9" name="TextBox 78">
                <a:extLst>
                  <a:ext uri="{FF2B5EF4-FFF2-40B4-BE49-F238E27FC236}">
                    <a16:creationId xmlns:a16="http://schemas.microsoft.com/office/drawing/2014/main" id="{3ADB616A-A523-4CB8-968F-921930FBF702}"/>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75" name="직사각형 74">
              <a:extLst>
                <a:ext uri="{FF2B5EF4-FFF2-40B4-BE49-F238E27FC236}">
                  <a16:creationId xmlns:a16="http://schemas.microsoft.com/office/drawing/2014/main" id="{0E460410-C75F-43DE-8667-0C9695C380A8}"/>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80" name="그룹 79">
            <a:extLst>
              <a:ext uri="{FF2B5EF4-FFF2-40B4-BE49-F238E27FC236}">
                <a16:creationId xmlns:a16="http://schemas.microsoft.com/office/drawing/2014/main" id="{1BA60E91-DEF6-4CD1-A0B7-79CA4B6FE0E9}"/>
              </a:ext>
            </a:extLst>
          </p:cNvPr>
          <p:cNvGrpSpPr/>
          <p:nvPr userDrawn="1"/>
        </p:nvGrpSpPr>
        <p:grpSpPr>
          <a:xfrm>
            <a:off x="1290156" y="5016577"/>
            <a:ext cx="2414206" cy="338554"/>
            <a:chOff x="1237833" y="3417650"/>
            <a:chExt cx="1708480" cy="338554"/>
          </a:xfrm>
        </p:grpSpPr>
        <p:grpSp>
          <p:nvGrpSpPr>
            <p:cNvPr id="81" name="그룹 80">
              <a:extLst>
                <a:ext uri="{FF2B5EF4-FFF2-40B4-BE49-F238E27FC236}">
                  <a16:creationId xmlns:a16="http://schemas.microsoft.com/office/drawing/2014/main" id="{003029D7-E787-4795-A254-08BE9730F17D}"/>
                </a:ext>
              </a:extLst>
            </p:cNvPr>
            <p:cNvGrpSpPr/>
            <p:nvPr/>
          </p:nvGrpSpPr>
          <p:grpSpPr>
            <a:xfrm>
              <a:off x="1237833" y="3462866"/>
              <a:ext cx="378630" cy="248122"/>
              <a:chOff x="2681976" y="1955121"/>
              <a:chExt cx="1993118" cy="596970"/>
            </a:xfrm>
          </p:grpSpPr>
          <p:sp>
            <p:nvSpPr>
              <p:cNvPr id="83" name="Border">
                <a:extLst>
                  <a:ext uri="{FF2B5EF4-FFF2-40B4-BE49-F238E27FC236}">
                    <a16:creationId xmlns:a16="http://schemas.microsoft.com/office/drawing/2014/main" id="{EC5EA733-13FF-4485-99B9-684AFDA2EF5C}"/>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4" name="Line 2">
                <a:extLst>
                  <a:ext uri="{FF2B5EF4-FFF2-40B4-BE49-F238E27FC236}">
                    <a16:creationId xmlns:a16="http://schemas.microsoft.com/office/drawing/2014/main" id="{5A0CB6ED-7EEE-4668-8A92-255F555E8B2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5" name="Line 1">
                <a:extLst>
                  <a:ext uri="{FF2B5EF4-FFF2-40B4-BE49-F238E27FC236}">
                    <a16:creationId xmlns:a16="http://schemas.microsoft.com/office/drawing/2014/main" id="{A272E472-0F1E-4003-9F2F-400903C6C8F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6" name="TextBox 85">
                <a:extLst>
                  <a:ext uri="{FF2B5EF4-FFF2-40B4-BE49-F238E27FC236}">
                    <a16:creationId xmlns:a16="http://schemas.microsoft.com/office/drawing/2014/main" id="{A3AFAB6C-7F78-4C78-A81D-F8CD6A815634}"/>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82" name="직사각형 81">
              <a:extLst>
                <a:ext uri="{FF2B5EF4-FFF2-40B4-BE49-F238E27FC236}">
                  <a16:creationId xmlns:a16="http://schemas.microsoft.com/office/drawing/2014/main" id="{CF0C5495-CB11-4622-B80E-0958119AC845}"/>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87" name="그룹 86">
            <a:extLst>
              <a:ext uri="{FF2B5EF4-FFF2-40B4-BE49-F238E27FC236}">
                <a16:creationId xmlns:a16="http://schemas.microsoft.com/office/drawing/2014/main" id="{16AC1C17-D53B-49E5-B5FB-B66CC27B340F}"/>
              </a:ext>
            </a:extLst>
          </p:cNvPr>
          <p:cNvGrpSpPr/>
          <p:nvPr userDrawn="1"/>
        </p:nvGrpSpPr>
        <p:grpSpPr>
          <a:xfrm>
            <a:off x="1294862" y="5352863"/>
            <a:ext cx="2414206" cy="338554"/>
            <a:chOff x="1237833" y="3417650"/>
            <a:chExt cx="1708480" cy="338554"/>
          </a:xfrm>
        </p:grpSpPr>
        <p:grpSp>
          <p:nvGrpSpPr>
            <p:cNvPr id="88" name="그룹 87">
              <a:extLst>
                <a:ext uri="{FF2B5EF4-FFF2-40B4-BE49-F238E27FC236}">
                  <a16:creationId xmlns:a16="http://schemas.microsoft.com/office/drawing/2014/main" id="{3B22AAEA-A21F-4F14-901C-86622B517DC9}"/>
                </a:ext>
              </a:extLst>
            </p:cNvPr>
            <p:cNvGrpSpPr/>
            <p:nvPr/>
          </p:nvGrpSpPr>
          <p:grpSpPr>
            <a:xfrm>
              <a:off x="1237833" y="3462866"/>
              <a:ext cx="378630" cy="248122"/>
              <a:chOff x="2681976" y="1955121"/>
              <a:chExt cx="1993118" cy="596970"/>
            </a:xfrm>
          </p:grpSpPr>
          <p:sp>
            <p:nvSpPr>
              <p:cNvPr id="90" name="Border">
                <a:extLst>
                  <a:ext uri="{FF2B5EF4-FFF2-40B4-BE49-F238E27FC236}">
                    <a16:creationId xmlns:a16="http://schemas.microsoft.com/office/drawing/2014/main" id="{FA3B662D-1D16-499B-8C1C-1E6909370F73}"/>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1" name="Line 2">
                <a:extLst>
                  <a:ext uri="{FF2B5EF4-FFF2-40B4-BE49-F238E27FC236}">
                    <a16:creationId xmlns:a16="http://schemas.microsoft.com/office/drawing/2014/main" id="{1C1011D5-2EF1-4344-B6E7-CDA197E90AEF}"/>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2" name="Line 1">
                <a:extLst>
                  <a:ext uri="{FF2B5EF4-FFF2-40B4-BE49-F238E27FC236}">
                    <a16:creationId xmlns:a16="http://schemas.microsoft.com/office/drawing/2014/main" id="{94D07471-B9FB-47B8-B88F-5DA22010DB7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3" name="TextBox 92">
                <a:extLst>
                  <a:ext uri="{FF2B5EF4-FFF2-40B4-BE49-F238E27FC236}">
                    <a16:creationId xmlns:a16="http://schemas.microsoft.com/office/drawing/2014/main" id="{A66AAD4A-5F3A-4649-A160-9D5B89CA91EC}"/>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89" name="직사각형 88">
              <a:extLst>
                <a:ext uri="{FF2B5EF4-FFF2-40B4-BE49-F238E27FC236}">
                  <a16:creationId xmlns:a16="http://schemas.microsoft.com/office/drawing/2014/main" id="{F2B0BF9D-0D43-4DA9-8994-40DC1C385783}"/>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sp>
        <p:nvSpPr>
          <p:cNvPr id="94" name="직사각형 93">
            <a:extLst>
              <a:ext uri="{FF2B5EF4-FFF2-40B4-BE49-F238E27FC236}">
                <a16:creationId xmlns:a16="http://schemas.microsoft.com/office/drawing/2014/main" id="{C16151BF-25E3-44E4-AA65-266FD7B6D518}"/>
              </a:ext>
            </a:extLst>
          </p:cNvPr>
          <p:cNvSpPr/>
          <p:nvPr userDrawn="1"/>
        </p:nvSpPr>
        <p:spPr>
          <a:xfrm>
            <a:off x="9414553" y="1761254"/>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95" name="직사각형 94">
            <a:extLst>
              <a:ext uri="{FF2B5EF4-FFF2-40B4-BE49-F238E27FC236}">
                <a16:creationId xmlns:a16="http://schemas.microsoft.com/office/drawing/2014/main" id="{691D0EB1-4879-4EE5-BD0B-DF5A5EC21D7F}"/>
              </a:ext>
            </a:extLst>
          </p:cNvPr>
          <p:cNvSpPr/>
          <p:nvPr userDrawn="1"/>
        </p:nvSpPr>
        <p:spPr>
          <a:xfrm>
            <a:off x="9414553" y="2095390"/>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96" name="직사각형 95">
            <a:extLst>
              <a:ext uri="{FF2B5EF4-FFF2-40B4-BE49-F238E27FC236}">
                <a16:creationId xmlns:a16="http://schemas.microsoft.com/office/drawing/2014/main" id="{41384B1A-0391-4B20-9DCC-431B1316339A}"/>
              </a:ext>
            </a:extLst>
          </p:cNvPr>
          <p:cNvSpPr/>
          <p:nvPr userDrawn="1"/>
        </p:nvSpPr>
        <p:spPr>
          <a:xfrm>
            <a:off x="9414553" y="2431676"/>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97" name="직사각형 96">
            <a:extLst>
              <a:ext uri="{FF2B5EF4-FFF2-40B4-BE49-F238E27FC236}">
                <a16:creationId xmlns:a16="http://schemas.microsoft.com/office/drawing/2014/main" id="{E5DBF70B-F30C-453A-B4F0-F019DDBB483C}"/>
              </a:ext>
            </a:extLst>
          </p:cNvPr>
          <p:cNvSpPr/>
          <p:nvPr userDrawn="1"/>
        </p:nvSpPr>
        <p:spPr>
          <a:xfrm>
            <a:off x="9414553" y="2762480"/>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98" name="직사각형 97">
            <a:extLst>
              <a:ext uri="{FF2B5EF4-FFF2-40B4-BE49-F238E27FC236}">
                <a16:creationId xmlns:a16="http://schemas.microsoft.com/office/drawing/2014/main" id="{267B2D85-A324-4B76-8948-5EA96EDEE84F}"/>
              </a:ext>
            </a:extLst>
          </p:cNvPr>
          <p:cNvSpPr/>
          <p:nvPr userDrawn="1"/>
        </p:nvSpPr>
        <p:spPr>
          <a:xfrm>
            <a:off x="9414553" y="3096616"/>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99" name="직사각형 98">
            <a:extLst>
              <a:ext uri="{FF2B5EF4-FFF2-40B4-BE49-F238E27FC236}">
                <a16:creationId xmlns:a16="http://schemas.microsoft.com/office/drawing/2014/main" id="{C43D435E-3218-4D41-AE92-2C0184684354}"/>
              </a:ext>
            </a:extLst>
          </p:cNvPr>
          <p:cNvSpPr/>
          <p:nvPr userDrawn="1"/>
        </p:nvSpPr>
        <p:spPr>
          <a:xfrm>
            <a:off x="9414553" y="3432902"/>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00" name="직사각형 99">
            <a:extLst>
              <a:ext uri="{FF2B5EF4-FFF2-40B4-BE49-F238E27FC236}">
                <a16:creationId xmlns:a16="http://schemas.microsoft.com/office/drawing/2014/main" id="{BBC3E8F5-4AC2-4AB2-8226-C557AC1CE113}"/>
              </a:ext>
            </a:extLst>
          </p:cNvPr>
          <p:cNvSpPr/>
          <p:nvPr userDrawn="1"/>
        </p:nvSpPr>
        <p:spPr>
          <a:xfrm>
            <a:off x="9407356" y="3765299"/>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01" name="직사각형 100">
            <a:extLst>
              <a:ext uri="{FF2B5EF4-FFF2-40B4-BE49-F238E27FC236}">
                <a16:creationId xmlns:a16="http://schemas.microsoft.com/office/drawing/2014/main" id="{8520DF1A-7023-44B3-88A6-F26FF4E80B4F}"/>
              </a:ext>
            </a:extLst>
          </p:cNvPr>
          <p:cNvSpPr/>
          <p:nvPr userDrawn="1"/>
        </p:nvSpPr>
        <p:spPr>
          <a:xfrm>
            <a:off x="9407356" y="4099435"/>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02" name="직사각형 101">
            <a:extLst>
              <a:ext uri="{FF2B5EF4-FFF2-40B4-BE49-F238E27FC236}">
                <a16:creationId xmlns:a16="http://schemas.microsoft.com/office/drawing/2014/main" id="{5101FF7E-A6CA-4447-8434-0D4DCC474D23}"/>
              </a:ext>
            </a:extLst>
          </p:cNvPr>
          <p:cNvSpPr/>
          <p:nvPr userDrawn="1"/>
        </p:nvSpPr>
        <p:spPr>
          <a:xfrm>
            <a:off x="9407356" y="4435721"/>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03" name="직사각형 102">
            <a:extLst>
              <a:ext uri="{FF2B5EF4-FFF2-40B4-BE49-F238E27FC236}">
                <a16:creationId xmlns:a16="http://schemas.microsoft.com/office/drawing/2014/main" id="{DC0B6E67-A595-4395-A5BA-24F9906AA90F}"/>
              </a:ext>
            </a:extLst>
          </p:cNvPr>
          <p:cNvSpPr/>
          <p:nvPr userDrawn="1"/>
        </p:nvSpPr>
        <p:spPr>
          <a:xfrm>
            <a:off x="9407356" y="4766525"/>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04" name="직사각형 103">
            <a:extLst>
              <a:ext uri="{FF2B5EF4-FFF2-40B4-BE49-F238E27FC236}">
                <a16:creationId xmlns:a16="http://schemas.microsoft.com/office/drawing/2014/main" id="{B12126E6-5607-4E50-A525-24F0A6781709}"/>
              </a:ext>
            </a:extLst>
          </p:cNvPr>
          <p:cNvSpPr/>
          <p:nvPr userDrawn="1"/>
        </p:nvSpPr>
        <p:spPr>
          <a:xfrm>
            <a:off x="9407356" y="5100661"/>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05" name="직사각형 104">
            <a:extLst>
              <a:ext uri="{FF2B5EF4-FFF2-40B4-BE49-F238E27FC236}">
                <a16:creationId xmlns:a16="http://schemas.microsoft.com/office/drawing/2014/main" id="{2B8E7527-DE61-4FF2-9D90-13D0E9B52190}"/>
              </a:ext>
            </a:extLst>
          </p:cNvPr>
          <p:cNvSpPr/>
          <p:nvPr userDrawn="1"/>
        </p:nvSpPr>
        <p:spPr>
          <a:xfrm>
            <a:off x="9407356" y="5436947"/>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06" name="직사각형 105">
            <a:extLst>
              <a:ext uri="{FF2B5EF4-FFF2-40B4-BE49-F238E27FC236}">
                <a16:creationId xmlns:a16="http://schemas.microsoft.com/office/drawing/2014/main" id="{68A6BB17-A4AE-43FD-AD22-029A0F22BA26}"/>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직사각형 106">
            <a:extLst>
              <a:ext uri="{FF2B5EF4-FFF2-40B4-BE49-F238E27FC236}">
                <a16:creationId xmlns:a16="http://schemas.microsoft.com/office/drawing/2014/main" id="{E019FAB4-6ADC-44BE-858E-2A3FC914FE92}"/>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8" name="직사각형 107">
            <a:extLst>
              <a:ext uri="{FF2B5EF4-FFF2-40B4-BE49-F238E27FC236}">
                <a16:creationId xmlns:a16="http://schemas.microsoft.com/office/drawing/2014/main" id="{B2492287-8D3D-40DA-AEFD-B4C0A74CA87A}"/>
              </a:ext>
            </a:extLst>
          </p:cNvPr>
          <p:cNvSpPr/>
          <p:nvPr userDrawn="1"/>
        </p:nvSpPr>
        <p:spPr>
          <a:xfrm>
            <a:off x="108568" y="10805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109" name="직사각형 108">
            <a:extLst>
              <a:ext uri="{FF2B5EF4-FFF2-40B4-BE49-F238E27FC236}">
                <a16:creationId xmlns:a16="http://schemas.microsoft.com/office/drawing/2014/main" id="{8E6B8291-ECFF-4F1C-B9A5-3E658538EFC1}"/>
              </a:ext>
            </a:extLst>
          </p:cNvPr>
          <p:cNvSpPr/>
          <p:nvPr userDrawn="1"/>
        </p:nvSpPr>
        <p:spPr>
          <a:xfrm>
            <a:off x="8029664" y="107186"/>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Tree>
    <p:extLst>
      <p:ext uri="{BB962C8B-B14F-4D97-AF65-F5344CB8AC3E}">
        <p14:creationId xmlns:p14="http://schemas.microsoft.com/office/powerpoint/2010/main" val="3445410069"/>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상품관리-부분공개상품리스트">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6D9C911C-D40D-47E5-9379-8247D2E5128B}"/>
              </a:ext>
            </a:extLst>
          </p:cNvPr>
          <p:cNvSpPr/>
          <p:nvPr userDrawn="1"/>
        </p:nvSpPr>
        <p:spPr>
          <a:xfrm>
            <a:off x="1349724" y="570864"/>
            <a:ext cx="693212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 name="직사각형 3">
            <a:extLst>
              <a:ext uri="{FF2B5EF4-FFF2-40B4-BE49-F238E27FC236}">
                <a16:creationId xmlns:a16="http://schemas.microsoft.com/office/drawing/2014/main" id="{E9EABA31-D408-4100-93F4-443E5BF46C05}"/>
              </a:ext>
            </a:extLst>
          </p:cNvPr>
          <p:cNvSpPr/>
          <p:nvPr userDrawn="1"/>
        </p:nvSpPr>
        <p:spPr>
          <a:xfrm>
            <a:off x="9271395" y="559383"/>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endParaRPr lang="en-US" altLang="ko-KR" sz="800" dirty="0">
              <a:solidFill>
                <a:schemeClr val="bg1"/>
              </a:solidFill>
            </a:endParaRPr>
          </a:p>
        </p:txBody>
      </p:sp>
      <p:graphicFrame>
        <p:nvGraphicFramePr>
          <p:cNvPr id="5" name="표 63">
            <a:extLst>
              <a:ext uri="{FF2B5EF4-FFF2-40B4-BE49-F238E27FC236}">
                <a16:creationId xmlns:a16="http://schemas.microsoft.com/office/drawing/2014/main" id="{A8F229E7-33A3-46AF-ACA2-8735B6C64A9C}"/>
              </a:ext>
            </a:extLst>
          </p:cNvPr>
          <p:cNvGraphicFramePr>
            <a:graphicFrameLocks noGrp="1"/>
          </p:cNvGraphicFramePr>
          <p:nvPr userDrawn="1">
            <p:extLst>
              <p:ext uri="{D42A27DB-BD31-4B8C-83A1-F6EECF244321}">
                <p14:modId xmlns:p14="http://schemas.microsoft.com/office/powerpoint/2010/main" val="2971514361"/>
              </p:ext>
            </p:extLst>
          </p:nvPr>
        </p:nvGraphicFramePr>
        <p:xfrm>
          <a:off x="108567" y="547912"/>
          <a:ext cx="9936421" cy="457200"/>
        </p:xfrm>
        <a:graphic>
          <a:graphicData uri="http://schemas.openxmlformats.org/drawingml/2006/table">
            <a:tbl>
              <a:tblPr firstRow="1" bandRow="1">
                <a:tableStyleId>{5940675A-B579-460E-94D1-54222C63F5DA}</a:tableStyleId>
              </a:tblPr>
              <a:tblGrid>
                <a:gridCol w="1101924">
                  <a:extLst>
                    <a:ext uri="{9D8B030D-6E8A-4147-A177-3AD203B41FA5}">
                      <a16:colId xmlns:a16="http://schemas.microsoft.com/office/drawing/2014/main" val="3701388552"/>
                    </a:ext>
                  </a:extLst>
                </a:gridCol>
                <a:gridCol w="8834497">
                  <a:extLst>
                    <a:ext uri="{9D8B030D-6E8A-4147-A177-3AD203B41FA5}">
                      <a16:colId xmlns:a16="http://schemas.microsoft.com/office/drawing/2014/main" val="339215266"/>
                    </a:ext>
                  </a:extLst>
                </a:gridCol>
              </a:tblGrid>
              <a:tr h="0">
                <a:tc>
                  <a:txBody>
                    <a:bodyPr/>
                    <a:lstStyle/>
                    <a:p>
                      <a:pPr latinLnBrk="1"/>
                      <a:r>
                        <a:rPr lang="ko-KR" altLang="en-US" sz="900" dirty="0"/>
                        <a:t>상품명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6" name="직사각형 5">
            <a:extLst>
              <a:ext uri="{FF2B5EF4-FFF2-40B4-BE49-F238E27FC236}">
                <a16:creationId xmlns:a16="http://schemas.microsoft.com/office/drawing/2014/main" id="{98F67D3A-570D-4A34-8E25-CE140C53EEE5}"/>
              </a:ext>
            </a:extLst>
          </p:cNvPr>
          <p:cNvSpPr/>
          <p:nvPr userDrawn="1"/>
        </p:nvSpPr>
        <p:spPr>
          <a:xfrm>
            <a:off x="9273843" y="786602"/>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8" name="TextBox 7">
            <a:extLst>
              <a:ext uri="{FF2B5EF4-FFF2-40B4-BE49-F238E27FC236}">
                <a16:creationId xmlns:a16="http://schemas.microsoft.com/office/drawing/2014/main" id="{FD0A7453-C379-45C8-BFBE-242366627DAD}"/>
              </a:ext>
            </a:extLst>
          </p:cNvPr>
          <p:cNvSpPr txBox="1"/>
          <p:nvPr userDrawn="1"/>
        </p:nvSpPr>
        <p:spPr>
          <a:xfrm>
            <a:off x="94598" y="1216872"/>
            <a:ext cx="761547" cy="215444"/>
          </a:xfrm>
          <a:prstGeom prst="rect">
            <a:avLst/>
          </a:prstGeom>
          <a:noFill/>
        </p:spPr>
        <p:txBody>
          <a:bodyPr wrap="square" rtlCol="0">
            <a:spAutoFit/>
          </a:bodyPr>
          <a:lstStyle/>
          <a:p>
            <a:r>
              <a:rPr lang="ko-KR" altLang="en-US" sz="800"/>
              <a:t>총 </a:t>
            </a:r>
            <a:r>
              <a:rPr lang="en-US" altLang="ko-KR" sz="800" dirty="0"/>
              <a:t>00</a:t>
            </a:r>
            <a:r>
              <a:rPr lang="ko-KR" altLang="en-US" sz="800" dirty="0"/>
              <a:t>건</a:t>
            </a:r>
          </a:p>
        </p:txBody>
      </p:sp>
      <p:pic>
        <p:nvPicPr>
          <p:cNvPr id="9" name="Picture 2">
            <a:extLst>
              <a:ext uri="{FF2B5EF4-FFF2-40B4-BE49-F238E27FC236}">
                <a16:creationId xmlns:a16="http://schemas.microsoft.com/office/drawing/2014/main" id="{1D4D6681-D319-47FC-AD4C-DBF71F97C700}"/>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084892" y="5982592"/>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06" name="직사각형 105">
            <a:extLst>
              <a:ext uri="{FF2B5EF4-FFF2-40B4-BE49-F238E27FC236}">
                <a16:creationId xmlns:a16="http://schemas.microsoft.com/office/drawing/2014/main" id="{60929256-06DA-4B50-8FC1-8EE8A1DD7C12}"/>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직사각형 106">
            <a:extLst>
              <a:ext uri="{FF2B5EF4-FFF2-40B4-BE49-F238E27FC236}">
                <a16:creationId xmlns:a16="http://schemas.microsoft.com/office/drawing/2014/main" id="{7966EA8D-6909-4C11-8619-EE0C49DFE2E5}"/>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8" name="직사각형 107">
            <a:extLst>
              <a:ext uri="{FF2B5EF4-FFF2-40B4-BE49-F238E27FC236}">
                <a16:creationId xmlns:a16="http://schemas.microsoft.com/office/drawing/2014/main" id="{8D1AFD02-A954-4BD0-AB04-80BFBB56E41F}"/>
              </a:ext>
            </a:extLst>
          </p:cNvPr>
          <p:cNvSpPr/>
          <p:nvPr userDrawn="1"/>
        </p:nvSpPr>
        <p:spPr>
          <a:xfrm>
            <a:off x="108568" y="10805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109" name="직사각형 108">
            <a:extLst>
              <a:ext uri="{FF2B5EF4-FFF2-40B4-BE49-F238E27FC236}">
                <a16:creationId xmlns:a16="http://schemas.microsoft.com/office/drawing/2014/main" id="{78579619-5A6E-48B1-B146-8CC8BD11F517}"/>
              </a:ext>
            </a:extLst>
          </p:cNvPr>
          <p:cNvSpPr/>
          <p:nvPr userDrawn="1"/>
        </p:nvSpPr>
        <p:spPr>
          <a:xfrm>
            <a:off x="8029664" y="107186"/>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graphicFrame>
        <p:nvGraphicFramePr>
          <p:cNvPr id="110" name="표 109">
            <a:extLst>
              <a:ext uri="{FF2B5EF4-FFF2-40B4-BE49-F238E27FC236}">
                <a16:creationId xmlns:a16="http://schemas.microsoft.com/office/drawing/2014/main" id="{03C782D4-3939-41C1-8B82-9E5ED7C076DF}"/>
              </a:ext>
            </a:extLst>
          </p:cNvPr>
          <p:cNvGraphicFramePr>
            <a:graphicFrameLocks noGrp="1"/>
          </p:cNvGraphicFramePr>
          <p:nvPr userDrawn="1">
            <p:extLst>
              <p:ext uri="{D42A27DB-BD31-4B8C-83A1-F6EECF244321}">
                <p14:modId xmlns:p14="http://schemas.microsoft.com/office/powerpoint/2010/main" val="103922452"/>
              </p:ext>
            </p:extLst>
          </p:nvPr>
        </p:nvGraphicFramePr>
        <p:xfrm>
          <a:off x="108565" y="1454697"/>
          <a:ext cx="9884079" cy="4236720"/>
        </p:xfrm>
        <a:graphic>
          <a:graphicData uri="http://schemas.openxmlformats.org/drawingml/2006/table">
            <a:tbl>
              <a:tblPr firstRow="1" bandRow="1">
                <a:tableStyleId>{5C22544A-7EE6-4342-B048-85BDC9FD1C3A}</a:tableStyleId>
              </a:tblPr>
              <a:tblGrid>
                <a:gridCol w="444169">
                  <a:extLst>
                    <a:ext uri="{9D8B030D-6E8A-4147-A177-3AD203B41FA5}">
                      <a16:colId xmlns:a16="http://schemas.microsoft.com/office/drawing/2014/main" val="401447903"/>
                    </a:ext>
                  </a:extLst>
                </a:gridCol>
                <a:gridCol w="709684">
                  <a:extLst>
                    <a:ext uri="{9D8B030D-6E8A-4147-A177-3AD203B41FA5}">
                      <a16:colId xmlns:a16="http://schemas.microsoft.com/office/drawing/2014/main" val="20000"/>
                    </a:ext>
                  </a:extLst>
                </a:gridCol>
                <a:gridCol w="2115403">
                  <a:extLst>
                    <a:ext uri="{9D8B030D-6E8A-4147-A177-3AD203B41FA5}">
                      <a16:colId xmlns:a16="http://schemas.microsoft.com/office/drawing/2014/main" val="20003"/>
                    </a:ext>
                  </a:extLst>
                </a:gridCol>
                <a:gridCol w="709683">
                  <a:extLst>
                    <a:ext uri="{9D8B030D-6E8A-4147-A177-3AD203B41FA5}">
                      <a16:colId xmlns:a16="http://schemas.microsoft.com/office/drawing/2014/main" val="20004"/>
                    </a:ext>
                  </a:extLst>
                </a:gridCol>
                <a:gridCol w="1255595">
                  <a:extLst>
                    <a:ext uri="{9D8B030D-6E8A-4147-A177-3AD203B41FA5}">
                      <a16:colId xmlns:a16="http://schemas.microsoft.com/office/drawing/2014/main" val="2673289764"/>
                    </a:ext>
                  </a:extLst>
                </a:gridCol>
                <a:gridCol w="764274">
                  <a:extLst>
                    <a:ext uri="{9D8B030D-6E8A-4147-A177-3AD203B41FA5}">
                      <a16:colId xmlns:a16="http://schemas.microsoft.com/office/drawing/2014/main" val="20005"/>
                    </a:ext>
                  </a:extLst>
                </a:gridCol>
                <a:gridCol w="1201003">
                  <a:extLst>
                    <a:ext uri="{9D8B030D-6E8A-4147-A177-3AD203B41FA5}">
                      <a16:colId xmlns:a16="http://schemas.microsoft.com/office/drawing/2014/main" val="20006"/>
                    </a:ext>
                  </a:extLst>
                </a:gridCol>
                <a:gridCol w="805218">
                  <a:extLst>
                    <a:ext uri="{9D8B030D-6E8A-4147-A177-3AD203B41FA5}">
                      <a16:colId xmlns:a16="http://schemas.microsoft.com/office/drawing/2014/main" val="410963089"/>
                    </a:ext>
                  </a:extLst>
                </a:gridCol>
                <a:gridCol w="1187355">
                  <a:extLst>
                    <a:ext uri="{9D8B030D-6E8A-4147-A177-3AD203B41FA5}">
                      <a16:colId xmlns:a16="http://schemas.microsoft.com/office/drawing/2014/main" val="224513199"/>
                    </a:ext>
                  </a:extLst>
                </a:gridCol>
                <a:gridCol w="691695">
                  <a:extLst>
                    <a:ext uri="{9D8B030D-6E8A-4147-A177-3AD203B41FA5}">
                      <a16:colId xmlns:a16="http://schemas.microsoft.com/office/drawing/2014/main" val="20009"/>
                    </a:ext>
                  </a:extLst>
                </a:gridCol>
              </a:tblGrid>
              <a:tr h="0">
                <a:tc>
                  <a:txBody>
                    <a:bodyPr/>
                    <a:lstStyle/>
                    <a:p>
                      <a:pPr algn="ctr" latinLnBrk="1"/>
                      <a:r>
                        <a:rPr lang="en-US" altLang="ko-KR" sz="800" b="0" dirty="0">
                          <a:solidFill>
                            <a:schemeClr val="tx1"/>
                          </a:solidFill>
                        </a:rPr>
                        <a:t>No</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재고</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판매형태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이익금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rPr>
                        <a:t>Shop </a:t>
                      </a:r>
                      <a:r>
                        <a:rPr lang="ko-KR" altLang="en-US" sz="800" b="0" dirty="0">
                          <a:solidFill>
                            <a:schemeClr val="tx1"/>
                          </a:solidFill>
                        </a:rPr>
                        <a:t>채널 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상세보기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3433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a20392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위탁판매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채널 명</a:t>
                      </a:r>
                      <a:br>
                        <a:rPr lang="en-US" altLang="ko-KR" sz="800" b="0" dirty="0">
                          <a:solidFill>
                            <a:schemeClr val="tx1"/>
                          </a:solidFill>
                        </a:rPr>
                      </a:br>
                      <a:r>
                        <a:rPr lang="ko-KR" altLang="en-US" sz="800" b="0" dirty="0">
                          <a:solidFill>
                            <a:schemeClr val="tx1"/>
                          </a:solidFill>
                        </a:rPr>
                        <a:t>채널 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3432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a20321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상품판매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3,000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3431</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a20320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3,000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algn="ctr" latinLnBrk="1"/>
                      <a:r>
                        <a:rPr lang="en-US" altLang="ko-KR" sz="800" b="0" dirty="0">
                          <a:solidFill>
                            <a:schemeClr val="tx1"/>
                          </a:solidFill>
                        </a:rPr>
                        <a:t>3430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A20222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위탁판매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6792756"/>
                  </a:ext>
                </a:extLst>
              </a:tr>
              <a:tr h="0">
                <a:tc>
                  <a:txBody>
                    <a:bodyPr/>
                    <a:lstStyle/>
                    <a:p>
                      <a:pPr algn="ctr" latinLnBrk="1"/>
                      <a:r>
                        <a:rPr lang="en-US" altLang="ko-KR" sz="800" b="0" dirty="0">
                          <a:solidFill>
                            <a:schemeClr val="tx1"/>
                          </a:solidFill>
                        </a:rPr>
                        <a:t>3429</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B20321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900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60545407"/>
                  </a:ext>
                </a:extLst>
              </a:tr>
              <a:tr h="0">
                <a:tc>
                  <a:txBody>
                    <a:bodyPr/>
                    <a:lstStyle/>
                    <a:p>
                      <a:pPr algn="ctr" latinLnBrk="1"/>
                      <a:r>
                        <a:rPr lang="en-US" altLang="ko-KR" sz="800" b="0" dirty="0">
                          <a:solidFill>
                            <a:schemeClr val="tx1"/>
                          </a:solidFill>
                        </a:rPr>
                        <a:t>3428</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C20320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900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73000931"/>
                  </a:ext>
                </a:extLst>
              </a:tr>
              <a:tr h="0">
                <a:tc>
                  <a:txBody>
                    <a:bodyPr/>
                    <a:lstStyle/>
                    <a:p>
                      <a:pPr algn="ctr" latinLnBrk="1"/>
                      <a:r>
                        <a:rPr lang="en-US" altLang="ko-KR" sz="800" b="0" dirty="0">
                          <a:solidFill>
                            <a:schemeClr val="tx1"/>
                          </a:solidFill>
                        </a:rPr>
                        <a:t>3427</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E20392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위탁판매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14774640"/>
                  </a:ext>
                </a:extLst>
              </a:tr>
              <a:tr h="0">
                <a:tc>
                  <a:txBody>
                    <a:bodyPr/>
                    <a:lstStyle/>
                    <a:p>
                      <a:pPr algn="ctr" latinLnBrk="1"/>
                      <a:r>
                        <a:rPr lang="en-US" altLang="ko-KR" sz="800" b="0" dirty="0">
                          <a:solidFill>
                            <a:schemeClr val="tx1"/>
                          </a:solidFill>
                        </a:rPr>
                        <a:t>3426</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F20212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900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40055972"/>
                  </a:ext>
                </a:extLst>
              </a:tr>
              <a:tr h="0">
                <a:tc>
                  <a:txBody>
                    <a:bodyPr/>
                    <a:lstStyle/>
                    <a:p>
                      <a:pPr algn="ctr" latinLnBrk="1"/>
                      <a:r>
                        <a:rPr lang="en-US" altLang="ko-KR" sz="800" b="0" dirty="0">
                          <a:solidFill>
                            <a:schemeClr val="tx1"/>
                          </a:solidFill>
                        </a:rPr>
                        <a:t>3425</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Z20321</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1,000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64757641"/>
                  </a:ext>
                </a:extLst>
              </a:tr>
              <a:tr h="0">
                <a:tc>
                  <a:txBody>
                    <a:bodyPr/>
                    <a:lstStyle/>
                    <a:p>
                      <a:pPr algn="ctr" latinLnBrk="1"/>
                      <a:r>
                        <a:rPr lang="en-US" altLang="ko-KR" sz="800" b="0" dirty="0">
                          <a:solidFill>
                            <a:schemeClr val="tx1"/>
                          </a:solidFill>
                        </a:rPr>
                        <a:t>3424</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A20200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위탁판매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94086906"/>
                  </a:ext>
                </a:extLst>
              </a:tr>
              <a:tr h="0">
                <a:tc>
                  <a:txBody>
                    <a:bodyPr/>
                    <a:lstStyle/>
                    <a:p>
                      <a:pPr algn="ctr" latinLnBrk="1"/>
                      <a:r>
                        <a:rPr lang="en-US" altLang="ko-KR" sz="800" b="0" dirty="0">
                          <a:solidFill>
                            <a:schemeClr val="tx1"/>
                          </a:solidFill>
                        </a:rPr>
                        <a:t>3423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A20333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50000"/>
                        </a:lnSpc>
                        <a:spcBef>
                          <a:spcPts val="0"/>
                        </a:spcBef>
                        <a:spcAft>
                          <a:spcPts val="0"/>
                        </a:spcAft>
                        <a:buClrTx/>
                        <a:buSzTx/>
                        <a:buFontTx/>
                        <a:buNone/>
                        <a:tabLst/>
                        <a:defRPr/>
                      </a:pPr>
                      <a:r>
                        <a:rPr lang="en-US" altLang="ko-KR" sz="800" b="0" dirty="0">
                          <a:solidFill>
                            <a:schemeClr val="tx1"/>
                          </a:solidFill>
                        </a:rPr>
                        <a:t>3,000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61936248"/>
                  </a:ext>
                </a:extLst>
              </a:tr>
              <a:tr h="0">
                <a:tc>
                  <a:txBody>
                    <a:bodyPr/>
                    <a:lstStyle/>
                    <a:p>
                      <a:pPr algn="ctr" latinLnBrk="1"/>
                      <a:r>
                        <a:rPr lang="en-US" altLang="ko-KR" sz="800" b="0" dirty="0">
                          <a:solidFill>
                            <a:schemeClr val="tx1"/>
                          </a:solidFill>
                        </a:rPr>
                        <a:t>3422</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E20312</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900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83094304"/>
                  </a:ext>
                </a:extLst>
              </a:tr>
            </a:tbl>
          </a:graphicData>
        </a:graphic>
      </p:graphicFrame>
      <p:grpSp>
        <p:nvGrpSpPr>
          <p:cNvPr id="111" name="그룹 110">
            <a:extLst>
              <a:ext uri="{FF2B5EF4-FFF2-40B4-BE49-F238E27FC236}">
                <a16:creationId xmlns:a16="http://schemas.microsoft.com/office/drawing/2014/main" id="{EE1E63B5-DE7D-4D7F-A54D-DEF5B54E56ED}"/>
              </a:ext>
            </a:extLst>
          </p:cNvPr>
          <p:cNvGrpSpPr/>
          <p:nvPr userDrawn="1"/>
        </p:nvGrpSpPr>
        <p:grpSpPr>
          <a:xfrm>
            <a:off x="1294862" y="1664921"/>
            <a:ext cx="2414206" cy="338554"/>
            <a:chOff x="1237833" y="3417650"/>
            <a:chExt cx="1708480" cy="338554"/>
          </a:xfrm>
        </p:grpSpPr>
        <p:grpSp>
          <p:nvGrpSpPr>
            <p:cNvPr id="112" name="그룹 111">
              <a:extLst>
                <a:ext uri="{FF2B5EF4-FFF2-40B4-BE49-F238E27FC236}">
                  <a16:creationId xmlns:a16="http://schemas.microsoft.com/office/drawing/2014/main" id="{C93AF469-5419-40A8-AAE8-1DF13B3EC430}"/>
                </a:ext>
              </a:extLst>
            </p:cNvPr>
            <p:cNvGrpSpPr/>
            <p:nvPr/>
          </p:nvGrpSpPr>
          <p:grpSpPr>
            <a:xfrm>
              <a:off x="1237833" y="3462866"/>
              <a:ext cx="378630" cy="248122"/>
              <a:chOff x="2681976" y="1955121"/>
              <a:chExt cx="1993118" cy="596970"/>
            </a:xfrm>
          </p:grpSpPr>
          <p:sp>
            <p:nvSpPr>
              <p:cNvPr id="114" name="Border">
                <a:extLst>
                  <a:ext uri="{FF2B5EF4-FFF2-40B4-BE49-F238E27FC236}">
                    <a16:creationId xmlns:a16="http://schemas.microsoft.com/office/drawing/2014/main" id="{4E3A2356-C706-4488-B86D-AEEA2DF5EA8B}"/>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5" name="Line 2">
                <a:extLst>
                  <a:ext uri="{FF2B5EF4-FFF2-40B4-BE49-F238E27FC236}">
                    <a16:creationId xmlns:a16="http://schemas.microsoft.com/office/drawing/2014/main" id="{2F0C05EF-7AF9-43E2-8D05-4A58B7384AF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6" name="Line 1">
                <a:extLst>
                  <a:ext uri="{FF2B5EF4-FFF2-40B4-BE49-F238E27FC236}">
                    <a16:creationId xmlns:a16="http://schemas.microsoft.com/office/drawing/2014/main" id="{70BADF71-AFC4-4305-9F70-2F8692B88243}"/>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7" name="TextBox 116">
                <a:extLst>
                  <a:ext uri="{FF2B5EF4-FFF2-40B4-BE49-F238E27FC236}">
                    <a16:creationId xmlns:a16="http://schemas.microsoft.com/office/drawing/2014/main" id="{8882DF3D-061E-4859-942D-9CB157AF8800}"/>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13" name="직사각형 112">
              <a:extLst>
                <a:ext uri="{FF2B5EF4-FFF2-40B4-BE49-F238E27FC236}">
                  <a16:creationId xmlns:a16="http://schemas.microsoft.com/office/drawing/2014/main" id="{5D5F66F9-1E6F-4025-9C0F-B49606942DAD}"/>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118" name="그룹 117">
            <a:extLst>
              <a:ext uri="{FF2B5EF4-FFF2-40B4-BE49-F238E27FC236}">
                <a16:creationId xmlns:a16="http://schemas.microsoft.com/office/drawing/2014/main" id="{82CE79E6-D105-47C5-A58B-D5C2577A1179}"/>
              </a:ext>
            </a:extLst>
          </p:cNvPr>
          <p:cNvGrpSpPr/>
          <p:nvPr userDrawn="1"/>
        </p:nvGrpSpPr>
        <p:grpSpPr>
          <a:xfrm>
            <a:off x="1286153" y="1999057"/>
            <a:ext cx="2414206" cy="338554"/>
            <a:chOff x="1237833" y="3417650"/>
            <a:chExt cx="1708480" cy="338554"/>
          </a:xfrm>
        </p:grpSpPr>
        <p:grpSp>
          <p:nvGrpSpPr>
            <p:cNvPr id="119" name="그룹 118">
              <a:extLst>
                <a:ext uri="{FF2B5EF4-FFF2-40B4-BE49-F238E27FC236}">
                  <a16:creationId xmlns:a16="http://schemas.microsoft.com/office/drawing/2014/main" id="{9FB0BE5D-142A-41FB-BD33-FBB4A51D308C}"/>
                </a:ext>
              </a:extLst>
            </p:cNvPr>
            <p:cNvGrpSpPr/>
            <p:nvPr/>
          </p:nvGrpSpPr>
          <p:grpSpPr>
            <a:xfrm>
              <a:off x="1237833" y="3462866"/>
              <a:ext cx="378630" cy="248122"/>
              <a:chOff x="2681976" y="1955121"/>
              <a:chExt cx="1993118" cy="596970"/>
            </a:xfrm>
          </p:grpSpPr>
          <p:sp>
            <p:nvSpPr>
              <p:cNvPr id="121" name="Border">
                <a:extLst>
                  <a:ext uri="{FF2B5EF4-FFF2-40B4-BE49-F238E27FC236}">
                    <a16:creationId xmlns:a16="http://schemas.microsoft.com/office/drawing/2014/main" id="{B68E88AB-62C7-411B-8985-FE97628789A7}"/>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2" name="Line 2">
                <a:extLst>
                  <a:ext uri="{FF2B5EF4-FFF2-40B4-BE49-F238E27FC236}">
                    <a16:creationId xmlns:a16="http://schemas.microsoft.com/office/drawing/2014/main" id="{ACB1E0D2-D2EF-40D9-98EB-6D033DEC3E5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3" name="Line 1">
                <a:extLst>
                  <a:ext uri="{FF2B5EF4-FFF2-40B4-BE49-F238E27FC236}">
                    <a16:creationId xmlns:a16="http://schemas.microsoft.com/office/drawing/2014/main" id="{2E682383-21EB-4B03-89D2-3BC89CDD53D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4" name="TextBox 123">
                <a:extLst>
                  <a:ext uri="{FF2B5EF4-FFF2-40B4-BE49-F238E27FC236}">
                    <a16:creationId xmlns:a16="http://schemas.microsoft.com/office/drawing/2014/main" id="{9A4381B4-D0FA-4B43-A8C8-4F1F039ED7E1}"/>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20" name="직사각형 119">
              <a:extLst>
                <a:ext uri="{FF2B5EF4-FFF2-40B4-BE49-F238E27FC236}">
                  <a16:creationId xmlns:a16="http://schemas.microsoft.com/office/drawing/2014/main" id="{30E4969E-ADF1-4107-9FE1-BBBE6BE0AA41}"/>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125" name="그룹 124">
            <a:extLst>
              <a:ext uri="{FF2B5EF4-FFF2-40B4-BE49-F238E27FC236}">
                <a16:creationId xmlns:a16="http://schemas.microsoft.com/office/drawing/2014/main" id="{80D084CD-C9D1-4554-A80C-C0CCF1065EFC}"/>
              </a:ext>
            </a:extLst>
          </p:cNvPr>
          <p:cNvGrpSpPr/>
          <p:nvPr userDrawn="1"/>
        </p:nvGrpSpPr>
        <p:grpSpPr>
          <a:xfrm>
            <a:off x="1290859" y="2335343"/>
            <a:ext cx="2414206" cy="338554"/>
            <a:chOff x="1237833" y="3417650"/>
            <a:chExt cx="1708480" cy="338554"/>
          </a:xfrm>
        </p:grpSpPr>
        <p:grpSp>
          <p:nvGrpSpPr>
            <p:cNvPr id="126" name="그룹 125">
              <a:extLst>
                <a:ext uri="{FF2B5EF4-FFF2-40B4-BE49-F238E27FC236}">
                  <a16:creationId xmlns:a16="http://schemas.microsoft.com/office/drawing/2014/main" id="{3A16B4B0-3DE6-4391-8CD9-F7D88AE62D8E}"/>
                </a:ext>
              </a:extLst>
            </p:cNvPr>
            <p:cNvGrpSpPr/>
            <p:nvPr/>
          </p:nvGrpSpPr>
          <p:grpSpPr>
            <a:xfrm>
              <a:off x="1237833" y="3462866"/>
              <a:ext cx="378630" cy="248122"/>
              <a:chOff x="2681976" y="1955121"/>
              <a:chExt cx="1993118" cy="596970"/>
            </a:xfrm>
          </p:grpSpPr>
          <p:sp>
            <p:nvSpPr>
              <p:cNvPr id="128" name="Border">
                <a:extLst>
                  <a:ext uri="{FF2B5EF4-FFF2-40B4-BE49-F238E27FC236}">
                    <a16:creationId xmlns:a16="http://schemas.microsoft.com/office/drawing/2014/main" id="{2D2D2FB1-2420-40DB-A4C0-1D2B51A50F80}"/>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9" name="Line 2">
                <a:extLst>
                  <a:ext uri="{FF2B5EF4-FFF2-40B4-BE49-F238E27FC236}">
                    <a16:creationId xmlns:a16="http://schemas.microsoft.com/office/drawing/2014/main" id="{D87131C9-1CB0-4D64-822C-65CED620E89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0" name="Line 1">
                <a:extLst>
                  <a:ext uri="{FF2B5EF4-FFF2-40B4-BE49-F238E27FC236}">
                    <a16:creationId xmlns:a16="http://schemas.microsoft.com/office/drawing/2014/main" id="{75FEA1DC-36D2-4DDA-A4EB-B0CF1B23BB81}"/>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1" name="TextBox 130">
                <a:extLst>
                  <a:ext uri="{FF2B5EF4-FFF2-40B4-BE49-F238E27FC236}">
                    <a16:creationId xmlns:a16="http://schemas.microsoft.com/office/drawing/2014/main" id="{47B2BA24-33CE-4263-A3D5-DECCCC71CBAC}"/>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27" name="직사각형 126">
              <a:extLst>
                <a:ext uri="{FF2B5EF4-FFF2-40B4-BE49-F238E27FC236}">
                  <a16:creationId xmlns:a16="http://schemas.microsoft.com/office/drawing/2014/main" id="{3368AF3F-A599-4E61-B50F-B9C23FBEA2E1}"/>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132" name="그룹 131">
            <a:extLst>
              <a:ext uri="{FF2B5EF4-FFF2-40B4-BE49-F238E27FC236}">
                <a16:creationId xmlns:a16="http://schemas.microsoft.com/office/drawing/2014/main" id="{8526A125-E7C7-474C-BDEA-6FBCA124E6A1}"/>
              </a:ext>
            </a:extLst>
          </p:cNvPr>
          <p:cNvGrpSpPr/>
          <p:nvPr userDrawn="1"/>
        </p:nvGrpSpPr>
        <p:grpSpPr>
          <a:xfrm>
            <a:off x="1286153" y="2669479"/>
            <a:ext cx="2414206" cy="338554"/>
            <a:chOff x="1237833" y="3417650"/>
            <a:chExt cx="1708480" cy="338554"/>
          </a:xfrm>
        </p:grpSpPr>
        <p:grpSp>
          <p:nvGrpSpPr>
            <p:cNvPr id="133" name="그룹 132">
              <a:extLst>
                <a:ext uri="{FF2B5EF4-FFF2-40B4-BE49-F238E27FC236}">
                  <a16:creationId xmlns:a16="http://schemas.microsoft.com/office/drawing/2014/main" id="{3EC7D2C6-CB11-40E0-89BA-39DBBFE8DC2D}"/>
                </a:ext>
              </a:extLst>
            </p:cNvPr>
            <p:cNvGrpSpPr/>
            <p:nvPr/>
          </p:nvGrpSpPr>
          <p:grpSpPr>
            <a:xfrm>
              <a:off x="1237833" y="3462866"/>
              <a:ext cx="378630" cy="248122"/>
              <a:chOff x="2681976" y="1955121"/>
              <a:chExt cx="1993118" cy="596970"/>
            </a:xfrm>
          </p:grpSpPr>
          <p:sp>
            <p:nvSpPr>
              <p:cNvPr id="135" name="Border">
                <a:extLst>
                  <a:ext uri="{FF2B5EF4-FFF2-40B4-BE49-F238E27FC236}">
                    <a16:creationId xmlns:a16="http://schemas.microsoft.com/office/drawing/2014/main" id="{A76176C4-BE5C-4404-980D-EB0CEBED1575}"/>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6" name="Line 2">
                <a:extLst>
                  <a:ext uri="{FF2B5EF4-FFF2-40B4-BE49-F238E27FC236}">
                    <a16:creationId xmlns:a16="http://schemas.microsoft.com/office/drawing/2014/main" id="{F8B695B6-B46B-47EB-AE4A-C8ADB04BF8CD}"/>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7" name="Line 1">
                <a:extLst>
                  <a:ext uri="{FF2B5EF4-FFF2-40B4-BE49-F238E27FC236}">
                    <a16:creationId xmlns:a16="http://schemas.microsoft.com/office/drawing/2014/main" id="{6375800A-BE88-4B28-B55A-9542E8F1675D}"/>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8" name="TextBox 137">
                <a:extLst>
                  <a:ext uri="{FF2B5EF4-FFF2-40B4-BE49-F238E27FC236}">
                    <a16:creationId xmlns:a16="http://schemas.microsoft.com/office/drawing/2014/main" id="{36BBE734-B336-4534-AA3A-6E64CE719BCE}"/>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34" name="직사각형 133">
              <a:extLst>
                <a:ext uri="{FF2B5EF4-FFF2-40B4-BE49-F238E27FC236}">
                  <a16:creationId xmlns:a16="http://schemas.microsoft.com/office/drawing/2014/main" id="{F521653E-3A60-43E7-A064-0A5EFEFECABB}"/>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139" name="그룹 138">
            <a:extLst>
              <a:ext uri="{FF2B5EF4-FFF2-40B4-BE49-F238E27FC236}">
                <a16:creationId xmlns:a16="http://schemas.microsoft.com/office/drawing/2014/main" id="{93F6B769-4FC0-44B4-8B9A-F60E6348BC67}"/>
              </a:ext>
            </a:extLst>
          </p:cNvPr>
          <p:cNvGrpSpPr/>
          <p:nvPr userDrawn="1"/>
        </p:nvGrpSpPr>
        <p:grpSpPr>
          <a:xfrm>
            <a:off x="1277444" y="3003615"/>
            <a:ext cx="2414206" cy="338554"/>
            <a:chOff x="1237833" y="3417650"/>
            <a:chExt cx="1708480" cy="338554"/>
          </a:xfrm>
        </p:grpSpPr>
        <p:grpSp>
          <p:nvGrpSpPr>
            <p:cNvPr id="140" name="그룹 139">
              <a:extLst>
                <a:ext uri="{FF2B5EF4-FFF2-40B4-BE49-F238E27FC236}">
                  <a16:creationId xmlns:a16="http://schemas.microsoft.com/office/drawing/2014/main" id="{7D7EDD48-7B31-4C08-B391-15FEDBBA038B}"/>
                </a:ext>
              </a:extLst>
            </p:cNvPr>
            <p:cNvGrpSpPr/>
            <p:nvPr/>
          </p:nvGrpSpPr>
          <p:grpSpPr>
            <a:xfrm>
              <a:off x="1237833" y="3462866"/>
              <a:ext cx="378630" cy="248122"/>
              <a:chOff x="2681976" y="1955121"/>
              <a:chExt cx="1993118" cy="596970"/>
            </a:xfrm>
          </p:grpSpPr>
          <p:sp>
            <p:nvSpPr>
              <p:cNvPr id="142" name="Border">
                <a:extLst>
                  <a:ext uri="{FF2B5EF4-FFF2-40B4-BE49-F238E27FC236}">
                    <a16:creationId xmlns:a16="http://schemas.microsoft.com/office/drawing/2014/main" id="{8E134577-D0BB-4FB3-88B0-404D771E881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3" name="Line 2">
                <a:extLst>
                  <a:ext uri="{FF2B5EF4-FFF2-40B4-BE49-F238E27FC236}">
                    <a16:creationId xmlns:a16="http://schemas.microsoft.com/office/drawing/2014/main" id="{5D8A9B8F-DC8C-4222-9EAA-B0A70C6CD16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4" name="Line 1">
                <a:extLst>
                  <a:ext uri="{FF2B5EF4-FFF2-40B4-BE49-F238E27FC236}">
                    <a16:creationId xmlns:a16="http://schemas.microsoft.com/office/drawing/2014/main" id="{EA7A970D-0305-4C4C-B588-6BFCA110CE11}"/>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5" name="TextBox 144">
                <a:extLst>
                  <a:ext uri="{FF2B5EF4-FFF2-40B4-BE49-F238E27FC236}">
                    <a16:creationId xmlns:a16="http://schemas.microsoft.com/office/drawing/2014/main" id="{310639E2-726A-4DD0-91BF-723A82951F4E}"/>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41" name="직사각형 140">
              <a:extLst>
                <a:ext uri="{FF2B5EF4-FFF2-40B4-BE49-F238E27FC236}">
                  <a16:creationId xmlns:a16="http://schemas.microsoft.com/office/drawing/2014/main" id="{373C2433-82FE-4572-8272-D8243F8FFA77}"/>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146" name="그룹 145">
            <a:extLst>
              <a:ext uri="{FF2B5EF4-FFF2-40B4-BE49-F238E27FC236}">
                <a16:creationId xmlns:a16="http://schemas.microsoft.com/office/drawing/2014/main" id="{9CEBA062-0DCC-4982-B422-BDFC2472ADD6}"/>
              </a:ext>
            </a:extLst>
          </p:cNvPr>
          <p:cNvGrpSpPr/>
          <p:nvPr userDrawn="1"/>
        </p:nvGrpSpPr>
        <p:grpSpPr>
          <a:xfrm>
            <a:off x="1282150" y="3339901"/>
            <a:ext cx="2414206" cy="338554"/>
            <a:chOff x="1237833" y="3417650"/>
            <a:chExt cx="1708480" cy="338554"/>
          </a:xfrm>
        </p:grpSpPr>
        <p:grpSp>
          <p:nvGrpSpPr>
            <p:cNvPr id="147" name="그룹 146">
              <a:extLst>
                <a:ext uri="{FF2B5EF4-FFF2-40B4-BE49-F238E27FC236}">
                  <a16:creationId xmlns:a16="http://schemas.microsoft.com/office/drawing/2014/main" id="{60AB0331-D386-4C5F-897B-98E846231B11}"/>
                </a:ext>
              </a:extLst>
            </p:cNvPr>
            <p:cNvGrpSpPr/>
            <p:nvPr/>
          </p:nvGrpSpPr>
          <p:grpSpPr>
            <a:xfrm>
              <a:off x="1237833" y="3462866"/>
              <a:ext cx="378630" cy="248122"/>
              <a:chOff x="2681976" y="1955121"/>
              <a:chExt cx="1993118" cy="596970"/>
            </a:xfrm>
          </p:grpSpPr>
          <p:sp>
            <p:nvSpPr>
              <p:cNvPr id="149" name="Border">
                <a:extLst>
                  <a:ext uri="{FF2B5EF4-FFF2-40B4-BE49-F238E27FC236}">
                    <a16:creationId xmlns:a16="http://schemas.microsoft.com/office/drawing/2014/main" id="{F727D6B1-7183-4D64-BED9-E7861CE29A6C}"/>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0" name="Line 2">
                <a:extLst>
                  <a:ext uri="{FF2B5EF4-FFF2-40B4-BE49-F238E27FC236}">
                    <a16:creationId xmlns:a16="http://schemas.microsoft.com/office/drawing/2014/main" id="{D8197F2E-7182-43DE-A1D4-52D0849D05CB}"/>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1" name="Line 1">
                <a:extLst>
                  <a:ext uri="{FF2B5EF4-FFF2-40B4-BE49-F238E27FC236}">
                    <a16:creationId xmlns:a16="http://schemas.microsoft.com/office/drawing/2014/main" id="{7A6269BF-A70B-40C3-B20D-88B500A45354}"/>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2" name="TextBox 151">
                <a:extLst>
                  <a:ext uri="{FF2B5EF4-FFF2-40B4-BE49-F238E27FC236}">
                    <a16:creationId xmlns:a16="http://schemas.microsoft.com/office/drawing/2014/main" id="{7293B8DE-5304-47CF-A1FA-529A731D8A48}"/>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48" name="직사각형 147">
              <a:extLst>
                <a:ext uri="{FF2B5EF4-FFF2-40B4-BE49-F238E27FC236}">
                  <a16:creationId xmlns:a16="http://schemas.microsoft.com/office/drawing/2014/main" id="{171C5BB8-BCA7-4F50-B068-F2B0F134CA2F}"/>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153" name="그룹 152">
            <a:extLst>
              <a:ext uri="{FF2B5EF4-FFF2-40B4-BE49-F238E27FC236}">
                <a16:creationId xmlns:a16="http://schemas.microsoft.com/office/drawing/2014/main" id="{D70CD0DA-6CE1-445E-9769-9C54EA842FF1}"/>
              </a:ext>
            </a:extLst>
          </p:cNvPr>
          <p:cNvGrpSpPr/>
          <p:nvPr userDrawn="1"/>
        </p:nvGrpSpPr>
        <p:grpSpPr>
          <a:xfrm>
            <a:off x="1298865" y="3674828"/>
            <a:ext cx="2414206" cy="338554"/>
            <a:chOff x="1237833" y="3417650"/>
            <a:chExt cx="1708480" cy="338554"/>
          </a:xfrm>
        </p:grpSpPr>
        <p:grpSp>
          <p:nvGrpSpPr>
            <p:cNvPr id="154" name="그룹 153">
              <a:extLst>
                <a:ext uri="{FF2B5EF4-FFF2-40B4-BE49-F238E27FC236}">
                  <a16:creationId xmlns:a16="http://schemas.microsoft.com/office/drawing/2014/main" id="{0400377D-F36E-46A2-A6BB-4FE8763DE4AE}"/>
                </a:ext>
              </a:extLst>
            </p:cNvPr>
            <p:cNvGrpSpPr/>
            <p:nvPr/>
          </p:nvGrpSpPr>
          <p:grpSpPr>
            <a:xfrm>
              <a:off x="1237833" y="3462866"/>
              <a:ext cx="378630" cy="248122"/>
              <a:chOff x="2681976" y="1955121"/>
              <a:chExt cx="1993118" cy="596970"/>
            </a:xfrm>
          </p:grpSpPr>
          <p:sp>
            <p:nvSpPr>
              <p:cNvPr id="156" name="Border">
                <a:extLst>
                  <a:ext uri="{FF2B5EF4-FFF2-40B4-BE49-F238E27FC236}">
                    <a16:creationId xmlns:a16="http://schemas.microsoft.com/office/drawing/2014/main" id="{C8CC82B6-02AD-4405-B730-21E8C06DE332}"/>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7" name="Line 2">
                <a:extLst>
                  <a:ext uri="{FF2B5EF4-FFF2-40B4-BE49-F238E27FC236}">
                    <a16:creationId xmlns:a16="http://schemas.microsoft.com/office/drawing/2014/main" id="{1650DB82-B16E-4405-A205-B67C464837D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8" name="Line 1">
                <a:extLst>
                  <a:ext uri="{FF2B5EF4-FFF2-40B4-BE49-F238E27FC236}">
                    <a16:creationId xmlns:a16="http://schemas.microsoft.com/office/drawing/2014/main" id="{D7CF77AC-113C-49A8-A442-F1EEBB0538C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9" name="TextBox 158">
                <a:extLst>
                  <a:ext uri="{FF2B5EF4-FFF2-40B4-BE49-F238E27FC236}">
                    <a16:creationId xmlns:a16="http://schemas.microsoft.com/office/drawing/2014/main" id="{9C4ADC57-AE0B-43F9-9377-A7B50B50D448}"/>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55" name="직사각형 154">
              <a:extLst>
                <a:ext uri="{FF2B5EF4-FFF2-40B4-BE49-F238E27FC236}">
                  <a16:creationId xmlns:a16="http://schemas.microsoft.com/office/drawing/2014/main" id="{15A6AD5E-8678-461F-895E-30316DF14BB2}"/>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160" name="그룹 159">
            <a:extLst>
              <a:ext uri="{FF2B5EF4-FFF2-40B4-BE49-F238E27FC236}">
                <a16:creationId xmlns:a16="http://schemas.microsoft.com/office/drawing/2014/main" id="{908FA47E-49C0-4625-A3A7-063D2D86094D}"/>
              </a:ext>
            </a:extLst>
          </p:cNvPr>
          <p:cNvGrpSpPr/>
          <p:nvPr userDrawn="1"/>
        </p:nvGrpSpPr>
        <p:grpSpPr>
          <a:xfrm>
            <a:off x="1290156" y="4008964"/>
            <a:ext cx="2414206" cy="338554"/>
            <a:chOff x="1237833" y="3417650"/>
            <a:chExt cx="1708480" cy="338554"/>
          </a:xfrm>
        </p:grpSpPr>
        <p:grpSp>
          <p:nvGrpSpPr>
            <p:cNvPr id="161" name="그룹 160">
              <a:extLst>
                <a:ext uri="{FF2B5EF4-FFF2-40B4-BE49-F238E27FC236}">
                  <a16:creationId xmlns:a16="http://schemas.microsoft.com/office/drawing/2014/main" id="{A7056AFC-CD91-4739-988F-79C6F92BA6B6}"/>
                </a:ext>
              </a:extLst>
            </p:cNvPr>
            <p:cNvGrpSpPr/>
            <p:nvPr/>
          </p:nvGrpSpPr>
          <p:grpSpPr>
            <a:xfrm>
              <a:off x="1237833" y="3462866"/>
              <a:ext cx="378630" cy="248122"/>
              <a:chOff x="2681976" y="1955121"/>
              <a:chExt cx="1993118" cy="596970"/>
            </a:xfrm>
          </p:grpSpPr>
          <p:sp>
            <p:nvSpPr>
              <p:cNvPr id="163" name="Border">
                <a:extLst>
                  <a:ext uri="{FF2B5EF4-FFF2-40B4-BE49-F238E27FC236}">
                    <a16:creationId xmlns:a16="http://schemas.microsoft.com/office/drawing/2014/main" id="{FA4E3C74-54C3-4FE6-B0E9-5C68BA8E2D0B}"/>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4" name="Line 2">
                <a:extLst>
                  <a:ext uri="{FF2B5EF4-FFF2-40B4-BE49-F238E27FC236}">
                    <a16:creationId xmlns:a16="http://schemas.microsoft.com/office/drawing/2014/main" id="{31C5B10E-C4BE-4A59-80FE-2B250FAA311A}"/>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5" name="Line 1">
                <a:extLst>
                  <a:ext uri="{FF2B5EF4-FFF2-40B4-BE49-F238E27FC236}">
                    <a16:creationId xmlns:a16="http://schemas.microsoft.com/office/drawing/2014/main" id="{1BEBE162-DA9D-4F63-AB95-D7E2251DF33D}"/>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6" name="TextBox 165">
                <a:extLst>
                  <a:ext uri="{FF2B5EF4-FFF2-40B4-BE49-F238E27FC236}">
                    <a16:creationId xmlns:a16="http://schemas.microsoft.com/office/drawing/2014/main" id="{3E3E2879-0603-4FA5-8356-0B1467492B21}"/>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62" name="직사각형 161">
              <a:extLst>
                <a:ext uri="{FF2B5EF4-FFF2-40B4-BE49-F238E27FC236}">
                  <a16:creationId xmlns:a16="http://schemas.microsoft.com/office/drawing/2014/main" id="{D4B49355-43C9-48FC-AAF3-5FC4A75BB632}"/>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167" name="그룹 166">
            <a:extLst>
              <a:ext uri="{FF2B5EF4-FFF2-40B4-BE49-F238E27FC236}">
                <a16:creationId xmlns:a16="http://schemas.microsoft.com/office/drawing/2014/main" id="{8E80EDB4-7B0C-45F2-A8FA-C90C248FED81}"/>
              </a:ext>
            </a:extLst>
          </p:cNvPr>
          <p:cNvGrpSpPr/>
          <p:nvPr userDrawn="1"/>
        </p:nvGrpSpPr>
        <p:grpSpPr>
          <a:xfrm>
            <a:off x="1294862" y="4345250"/>
            <a:ext cx="2414206" cy="338554"/>
            <a:chOff x="1237833" y="3417650"/>
            <a:chExt cx="1708480" cy="338554"/>
          </a:xfrm>
        </p:grpSpPr>
        <p:grpSp>
          <p:nvGrpSpPr>
            <p:cNvPr id="168" name="그룹 167">
              <a:extLst>
                <a:ext uri="{FF2B5EF4-FFF2-40B4-BE49-F238E27FC236}">
                  <a16:creationId xmlns:a16="http://schemas.microsoft.com/office/drawing/2014/main" id="{FA2FC0CE-0142-41D2-B01E-4D392BA5CD29}"/>
                </a:ext>
              </a:extLst>
            </p:cNvPr>
            <p:cNvGrpSpPr/>
            <p:nvPr/>
          </p:nvGrpSpPr>
          <p:grpSpPr>
            <a:xfrm>
              <a:off x="1237833" y="3462866"/>
              <a:ext cx="378630" cy="248122"/>
              <a:chOff x="2681976" y="1955121"/>
              <a:chExt cx="1993118" cy="596970"/>
            </a:xfrm>
          </p:grpSpPr>
          <p:sp>
            <p:nvSpPr>
              <p:cNvPr id="170" name="Border">
                <a:extLst>
                  <a:ext uri="{FF2B5EF4-FFF2-40B4-BE49-F238E27FC236}">
                    <a16:creationId xmlns:a16="http://schemas.microsoft.com/office/drawing/2014/main" id="{079A089C-8D63-42FC-9BEE-96B1D23FB0E1}"/>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1" name="Line 2">
                <a:extLst>
                  <a:ext uri="{FF2B5EF4-FFF2-40B4-BE49-F238E27FC236}">
                    <a16:creationId xmlns:a16="http://schemas.microsoft.com/office/drawing/2014/main" id="{589BE2B5-E124-4FD6-8547-96847896C62F}"/>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2" name="Line 1">
                <a:extLst>
                  <a:ext uri="{FF2B5EF4-FFF2-40B4-BE49-F238E27FC236}">
                    <a16:creationId xmlns:a16="http://schemas.microsoft.com/office/drawing/2014/main" id="{ACCFB7F9-FCFF-481E-9C14-AA4C99BFCD31}"/>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3" name="TextBox 172">
                <a:extLst>
                  <a:ext uri="{FF2B5EF4-FFF2-40B4-BE49-F238E27FC236}">
                    <a16:creationId xmlns:a16="http://schemas.microsoft.com/office/drawing/2014/main" id="{34061976-BE0B-415C-9A92-50B4516BAEBA}"/>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69" name="직사각형 168">
              <a:extLst>
                <a:ext uri="{FF2B5EF4-FFF2-40B4-BE49-F238E27FC236}">
                  <a16:creationId xmlns:a16="http://schemas.microsoft.com/office/drawing/2014/main" id="{63F0F7C3-5575-4102-99B2-19AE65E22E35}"/>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174" name="그룹 173">
            <a:extLst>
              <a:ext uri="{FF2B5EF4-FFF2-40B4-BE49-F238E27FC236}">
                <a16:creationId xmlns:a16="http://schemas.microsoft.com/office/drawing/2014/main" id="{19A4ECE1-9298-41B4-9D4B-EB1174C6F79C}"/>
              </a:ext>
            </a:extLst>
          </p:cNvPr>
          <p:cNvGrpSpPr/>
          <p:nvPr userDrawn="1"/>
        </p:nvGrpSpPr>
        <p:grpSpPr>
          <a:xfrm>
            <a:off x="1298865" y="4682441"/>
            <a:ext cx="2414206" cy="338554"/>
            <a:chOff x="1237833" y="3417650"/>
            <a:chExt cx="1708480" cy="338554"/>
          </a:xfrm>
        </p:grpSpPr>
        <p:grpSp>
          <p:nvGrpSpPr>
            <p:cNvPr id="175" name="그룹 174">
              <a:extLst>
                <a:ext uri="{FF2B5EF4-FFF2-40B4-BE49-F238E27FC236}">
                  <a16:creationId xmlns:a16="http://schemas.microsoft.com/office/drawing/2014/main" id="{D6C1A56B-077F-4402-B994-AE5739B1ACAC}"/>
                </a:ext>
              </a:extLst>
            </p:cNvPr>
            <p:cNvGrpSpPr/>
            <p:nvPr/>
          </p:nvGrpSpPr>
          <p:grpSpPr>
            <a:xfrm>
              <a:off x="1237833" y="3462866"/>
              <a:ext cx="378630" cy="248122"/>
              <a:chOff x="2681976" y="1955121"/>
              <a:chExt cx="1993118" cy="596970"/>
            </a:xfrm>
          </p:grpSpPr>
          <p:sp>
            <p:nvSpPr>
              <p:cNvPr id="177" name="Border">
                <a:extLst>
                  <a:ext uri="{FF2B5EF4-FFF2-40B4-BE49-F238E27FC236}">
                    <a16:creationId xmlns:a16="http://schemas.microsoft.com/office/drawing/2014/main" id="{01707233-3216-42B8-85C2-4E67F62D0CAC}"/>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8" name="Line 2">
                <a:extLst>
                  <a:ext uri="{FF2B5EF4-FFF2-40B4-BE49-F238E27FC236}">
                    <a16:creationId xmlns:a16="http://schemas.microsoft.com/office/drawing/2014/main" id="{23EDCE31-1D58-4AFB-806C-38CDCB7E7F9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9" name="Line 1">
                <a:extLst>
                  <a:ext uri="{FF2B5EF4-FFF2-40B4-BE49-F238E27FC236}">
                    <a16:creationId xmlns:a16="http://schemas.microsoft.com/office/drawing/2014/main" id="{6F5589A4-D78F-4C38-8698-08EB69F6BFE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0" name="TextBox 179">
                <a:extLst>
                  <a:ext uri="{FF2B5EF4-FFF2-40B4-BE49-F238E27FC236}">
                    <a16:creationId xmlns:a16="http://schemas.microsoft.com/office/drawing/2014/main" id="{920C61A9-9713-45D0-A9AE-50E501B388BC}"/>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76" name="직사각형 175">
              <a:extLst>
                <a:ext uri="{FF2B5EF4-FFF2-40B4-BE49-F238E27FC236}">
                  <a16:creationId xmlns:a16="http://schemas.microsoft.com/office/drawing/2014/main" id="{CAC66151-ECC4-4124-B7B9-E685FC40AD90}"/>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181" name="그룹 180">
            <a:extLst>
              <a:ext uri="{FF2B5EF4-FFF2-40B4-BE49-F238E27FC236}">
                <a16:creationId xmlns:a16="http://schemas.microsoft.com/office/drawing/2014/main" id="{89A0E72B-6797-4E1B-AF81-EEBB893A1E47}"/>
              </a:ext>
            </a:extLst>
          </p:cNvPr>
          <p:cNvGrpSpPr/>
          <p:nvPr userDrawn="1"/>
        </p:nvGrpSpPr>
        <p:grpSpPr>
          <a:xfrm>
            <a:off x="1290156" y="5016577"/>
            <a:ext cx="2414206" cy="338554"/>
            <a:chOff x="1237833" y="3417650"/>
            <a:chExt cx="1708480" cy="338554"/>
          </a:xfrm>
        </p:grpSpPr>
        <p:grpSp>
          <p:nvGrpSpPr>
            <p:cNvPr id="182" name="그룹 181">
              <a:extLst>
                <a:ext uri="{FF2B5EF4-FFF2-40B4-BE49-F238E27FC236}">
                  <a16:creationId xmlns:a16="http://schemas.microsoft.com/office/drawing/2014/main" id="{0D099307-A79B-49B4-A6CC-24EB27D6BB87}"/>
                </a:ext>
              </a:extLst>
            </p:cNvPr>
            <p:cNvGrpSpPr/>
            <p:nvPr/>
          </p:nvGrpSpPr>
          <p:grpSpPr>
            <a:xfrm>
              <a:off x="1237833" y="3462866"/>
              <a:ext cx="378630" cy="248122"/>
              <a:chOff x="2681976" y="1955121"/>
              <a:chExt cx="1993118" cy="596970"/>
            </a:xfrm>
          </p:grpSpPr>
          <p:sp>
            <p:nvSpPr>
              <p:cNvPr id="184" name="Border">
                <a:extLst>
                  <a:ext uri="{FF2B5EF4-FFF2-40B4-BE49-F238E27FC236}">
                    <a16:creationId xmlns:a16="http://schemas.microsoft.com/office/drawing/2014/main" id="{A24C0216-A8CB-423F-8AF9-3E885B7820AB}"/>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5" name="Line 2">
                <a:extLst>
                  <a:ext uri="{FF2B5EF4-FFF2-40B4-BE49-F238E27FC236}">
                    <a16:creationId xmlns:a16="http://schemas.microsoft.com/office/drawing/2014/main" id="{CD814992-8801-4CAB-8860-C53654E5EE1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6" name="Line 1">
                <a:extLst>
                  <a:ext uri="{FF2B5EF4-FFF2-40B4-BE49-F238E27FC236}">
                    <a16:creationId xmlns:a16="http://schemas.microsoft.com/office/drawing/2014/main" id="{0332C643-9B7F-47C6-842D-568681F41C3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7" name="TextBox 186">
                <a:extLst>
                  <a:ext uri="{FF2B5EF4-FFF2-40B4-BE49-F238E27FC236}">
                    <a16:creationId xmlns:a16="http://schemas.microsoft.com/office/drawing/2014/main" id="{343689FD-901E-4A68-8E1E-36E6AD895036}"/>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83" name="직사각형 182">
              <a:extLst>
                <a:ext uri="{FF2B5EF4-FFF2-40B4-BE49-F238E27FC236}">
                  <a16:creationId xmlns:a16="http://schemas.microsoft.com/office/drawing/2014/main" id="{E6027EEF-1E8F-48F6-850A-61B93948EB8F}"/>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188" name="그룹 187">
            <a:extLst>
              <a:ext uri="{FF2B5EF4-FFF2-40B4-BE49-F238E27FC236}">
                <a16:creationId xmlns:a16="http://schemas.microsoft.com/office/drawing/2014/main" id="{8E2EE9E2-9D3F-4DF9-A940-BD20BD305BB9}"/>
              </a:ext>
            </a:extLst>
          </p:cNvPr>
          <p:cNvGrpSpPr/>
          <p:nvPr userDrawn="1"/>
        </p:nvGrpSpPr>
        <p:grpSpPr>
          <a:xfrm>
            <a:off x="1294862" y="5352863"/>
            <a:ext cx="2414206" cy="338554"/>
            <a:chOff x="1237833" y="3417650"/>
            <a:chExt cx="1708480" cy="338554"/>
          </a:xfrm>
        </p:grpSpPr>
        <p:grpSp>
          <p:nvGrpSpPr>
            <p:cNvPr id="189" name="그룹 188">
              <a:extLst>
                <a:ext uri="{FF2B5EF4-FFF2-40B4-BE49-F238E27FC236}">
                  <a16:creationId xmlns:a16="http://schemas.microsoft.com/office/drawing/2014/main" id="{6F4188A2-3828-4C87-99B9-9DDF3906CE77}"/>
                </a:ext>
              </a:extLst>
            </p:cNvPr>
            <p:cNvGrpSpPr/>
            <p:nvPr/>
          </p:nvGrpSpPr>
          <p:grpSpPr>
            <a:xfrm>
              <a:off x="1237833" y="3462866"/>
              <a:ext cx="378630" cy="248122"/>
              <a:chOff x="2681976" y="1955121"/>
              <a:chExt cx="1993118" cy="596970"/>
            </a:xfrm>
          </p:grpSpPr>
          <p:sp>
            <p:nvSpPr>
              <p:cNvPr id="191" name="Border">
                <a:extLst>
                  <a:ext uri="{FF2B5EF4-FFF2-40B4-BE49-F238E27FC236}">
                    <a16:creationId xmlns:a16="http://schemas.microsoft.com/office/drawing/2014/main" id="{5F3F72BC-7640-46DA-87E3-898C3971037E}"/>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2" name="Line 2">
                <a:extLst>
                  <a:ext uri="{FF2B5EF4-FFF2-40B4-BE49-F238E27FC236}">
                    <a16:creationId xmlns:a16="http://schemas.microsoft.com/office/drawing/2014/main" id="{863914A3-6149-4C88-AD3F-DD6543ECE10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3" name="Line 1">
                <a:extLst>
                  <a:ext uri="{FF2B5EF4-FFF2-40B4-BE49-F238E27FC236}">
                    <a16:creationId xmlns:a16="http://schemas.microsoft.com/office/drawing/2014/main" id="{863ACF8D-6ADB-4F98-910C-E87F4B981D03}"/>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4" name="TextBox 193">
                <a:extLst>
                  <a:ext uri="{FF2B5EF4-FFF2-40B4-BE49-F238E27FC236}">
                    <a16:creationId xmlns:a16="http://schemas.microsoft.com/office/drawing/2014/main" id="{AB6D825F-0E65-4444-A440-4832736B843A}"/>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90" name="직사각형 189">
              <a:extLst>
                <a:ext uri="{FF2B5EF4-FFF2-40B4-BE49-F238E27FC236}">
                  <a16:creationId xmlns:a16="http://schemas.microsoft.com/office/drawing/2014/main" id="{619335AA-C3CA-48DC-AFE6-99B2F874691E}"/>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sp>
        <p:nvSpPr>
          <p:cNvPr id="195" name="직사각형 194">
            <a:extLst>
              <a:ext uri="{FF2B5EF4-FFF2-40B4-BE49-F238E27FC236}">
                <a16:creationId xmlns:a16="http://schemas.microsoft.com/office/drawing/2014/main" id="{B73A7940-F4C0-4662-B3D2-B6F50AA6DE37}"/>
              </a:ext>
            </a:extLst>
          </p:cNvPr>
          <p:cNvSpPr/>
          <p:nvPr userDrawn="1"/>
        </p:nvSpPr>
        <p:spPr>
          <a:xfrm>
            <a:off x="9414553" y="1761254"/>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96" name="직사각형 195">
            <a:extLst>
              <a:ext uri="{FF2B5EF4-FFF2-40B4-BE49-F238E27FC236}">
                <a16:creationId xmlns:a16="http://schemas.microsoft.com/office/drawing/2014/main" id="{A0517F2C-1759-4B39-9B97-C1E4FB21F080}"/>
              </a:ext>
            </a:extLst>
          </p:cNvPr>
          <p:cNvSpPr/>
          <p:nvPr userDrawn="1"/>
        </p:nvSpPr>
        <p:spPr>
          <a:xfrm>
            <a:off x="9414553" y="2095390"/>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97" name="직사각형 196">
            <a:extLst>
              <a:ext uri="{FF2B5EF4-FFF2-40B4-BE49-F238E27FC236}">
                <a16:creationId xmlns:a16="http://schemas.microsoft.com/office/drawing/2014/main" id="{E2581A80-B329-481D-82E1-51FB037FDEC4}"/>
              </a:ext>
            </a:extLst>
          </p:cNvPr>
          <p:cNvSpPr/>
          <p:nvPr userDrawn="1"/>
        </p:nvSpPr>
        <p:spPr>
          <a:xfrm>
            <a:off x="9414553" y="2431676"/>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98" name="직사각형 197">
            <a:extLst>
              <a:ext uri="{FF2B5EF4-FFF2-40B4-BE49-F238E27FC236}">
                <a16:creationId xmlns:a16="http://schemas.microsoft.com/office/drawing/2014/main" id="{815FB33F-FE75-4E46-8999-96E9281694A8}"/>
              </a:ext>
            </a:extLst>
          </p:cNvPr>
          <p:cNvSpPr/>
          <p:nvPr userDrawn="1"/>
        </p:nvSpPr>
        <p:spPr>
          <a:xfrm>
            <a:off x="9414553" y="2762480"/>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99" name="직사각형 198">
            <a:extLst>
              <a:ext uri="{FF2B5EF4-FFF2-40B4-BE49-F238E27FC236}">
                <a16:creationId xmlns:a16="http://schemas.microsoft.com/office/drawing/2014/main" id="{C7CD9485-E0D6-4959-B42E-36AB7D160883}"/>
              </a:ext>
            </a:extLst>
          </p:cNvPr>
          <p:cNvSpPr/>
          <p:nvPr userDrawn="1"/>
        </p:nvSpPr>
        <p:spPr>
          <a:xfrm>
            <a:off x="9414553" y="3096616"/>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00" name="직사각형 199">
            <a:extLst>
              <a:ext uri="{FF2B5EF4-FFF2-40B4-BE49-F238E27FC236}">
                <a16:creationId xmlns:a16="http://schemas.microsoft.com/office/drawing/2014/main" id="{6ACBD12B-ADE5-403C-AB0B-947359ECA812}"/>
              </a:ext>
            </a:extLst>
          </p:cNvPr>
          <p:cNvSpPr/>
          <p:nvPr userDrawn="1"/>
        </p:nvSpPr>
        <p:spPr>
          <a:xfrm>
            <a:off x="9414553" y="3432902"/>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01" name="직사각형 200">
            <a:extLst>
              <a:ext uri="{FF2B5EF4-FFF2-40B4-BE49-F238E27FC236}">
                <a16:creationId xmlns:a16="http://schemas.microsoft.com/office/drawing/2014/main" id="{5E48B289-0674-4109-AFF8-6F22EDF80563}"/>
              </a:ext>
            </a:extLst>
          </p:cNvPr>
          <p:cNvSpPr/>
          <p:nvPr userDrawn="1"/>
        </p:nvSpPr>
        <p:spPr>
          <a:xfrm>
            <a:off x="9407356" y="3765299"/>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02" name="직사각형 201">
            <a:extLst>
              <a:ext uri="{FF2B5EF4-FFF2-40B4-BE49-F238E27FC236}">
                <a16:creationId xmlns:a16="http://schemas.microsoft.com/office/drawing/2014/main" id="{F3DA791C-D7B0-42FB-87F5-10C6E4655956}"/>
              </a:ext>
            </a:extLst>
          </p:cNvPr>
          <p:cNvSpPr/>
          <p:nvPr userDrawn="1"/>
        </p:nvSpPr>
        <p:spPr>
          <a:xfrm>
            <a:off x="9407356" y="4099435"/>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03" name="직사각형 202">
            <a:extLst>
              <a:ext uri="{FF2B5EF4-FFF2-40B4-BE49-F238E27FC236}">
                <a16:creationId xmlns:a16="http://schemas.microsoft.com/office/drawing/2014/main" id="{06E7040D-31BF-4F40-9403-6532221A21CE}"/>
              </a:ext>
            </a:extLst>
          </p:cNvPr>
          <p:cNvSpPr/>
          <p:nvPr userDrawn="1"/>
        </p:nvSpPr>
        <p:spPr>
          <a:xfrm>
            <a:off x="9407356" y="4435721"/>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04" name="직사각형 203">
            <a:extLst>
              <a:ext uri="{FF2B5EF4-FFF2-40B4-BE49-F238E27FC236}">
                <a16:creationId xmlns:a16="http://schemas.microsoft.com/office/drawing/2014/main" id="{7188617D-9329-4893-AC79-04C35A2BF32D}"/>
              </a:ext>
            </a:extLst>
          </p:cNvPr>
          <p:cNvSpPr/>
          <p:nvPr userDrawn="1"/>
        </p:nvSpPr>
        <p:spPr>
          <a:xfrm>
            <a:off x="9407356" y="4766525"/>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05" name="직사각형 204">
            <a:extLst>
              <a:ext uri="{FF2B5EF4-FFF2-40B4-BE49-F238E27FC236}">
                <a16:creationId xmlns:a16="http://schemas.microsoft.com/office/drawing/2014/main" id="{28284B7B-388F-4BF0-B06B-BBB6B91C21B9}"/>
              </a:ext>
            </a:extLst>
          </p:cNvPr>
          <p:cNvSpPr/>
          <p:nvPr userDrawn="1"/>
        </p:nvSpPr>
        <p:spPr>
          <a:xfrm>
            <a:off x="9407356" y="5100661"/>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06" name="직사각형 205">
            <a:extLst>
              <a:ext uri="{FF2B5EF4-FFF2-40B4-BE49-F238E27FC236}">
                <a16:creationId xmlns:a16="http://schemas.microsoft.com/office/drawing/2014/main" id="{D231F651-00B4-48D7-B837-7245FBDD3739}"/>
              </a:ext>
            </a:extLst>
          </p:cNvPr>
          <p:cNvSpPr/>
          <p:nvPr userDrawn="1"/>
        </p:nvSpPr>
        <p:spPr>
          <a:xfrm>
            <a:off x="9407356" y="5436947"/>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Tree>
    <p:extLst>
      <p:ext uri="{BB962C8B-B14F-4D97-AF65-F5344CB8AC3E}">
        <p14:creationId xmlns:p14="http://schemas.microsoft.com/office/powerpoint/2010/main" val="3252464752"/>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8_사용자 지정 레이아웃">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CF7E94C3-898E-482B-A71B-CCB851D55B3E}"/>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40827C36-1BB3-434D-93D3-BB30730B2C0E}"/>
              </a:ext>
            </a:extLst>
          </p:cNvPr>
          <p:cNvSpPr/>
          <p:nvPr userDrawn="1"/>
        </p:nvSpPr>
        <p:spPr>
          <a:xfrm>
            <a:off x="41208" y="34272"/>
            <a:ext cx="10071693" cy="39509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5" name="그룹 4">
            <a:extLst>
              <a:ext uri="{FF2B5EF4-FFF2-40B4-BE49-F238E27FC236}">
                <a16:creationId xmlns:a16="http://schemas.microsoft.com/office/drawing/2014/main" id="{0A996D2E-F5B7-403E-A711-7A75447E19DC}"/>
              </a:ext>
            </a:extLst>
          </p:cNvPr>
          <p:cNvGrpSpPr/>
          <p:nvPr userDrawn="1"/>
        </p:nvGrpSpPr>
        <p:grpSpPr>
          <a:xfrm>
            <a:off x="118741" y="94475"/>
            <a:ext cx="1148071" cy="273280"/>
            <a:chOff x="2843808" y="1955121"/>
            <a:chExt cx="1674813" cy="596970"/>
          </a:xfrm>
          <a:solidFill>
            <a:schemeClr val="bg1">
              <a:lumMod val="95000"/>
            </a:schemeClr>
          </a:solidFill>
        </p:grpSpPr>
        <p:sp>
          <p:nvSpPr>
            <p:cNvPr id="6" name="Border">
              <a:extLst>
                <a:ext uri="{FF2B5EF4-FFF2-40B4-BE49-F238E27FC236}">
                  <a16:creationId xmlns:a16="http://schemas.microsoft.com/office/drawing/2014/main" id="{61079BAF-8EC2-4B9D-8EFD-2F8B45440203}"/>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 name="Line 2">
              <a:extLst>
                <a:ext uri="{FF2B5EF4-FFF2-40B4-BE49-F238E27FC236}">
                  <a16:creationId xmlns:a16="http://schemas.microsoft.com/office/drawing/2014/main" id="{6FC4428F-D499-450C-8465-573766E4DEE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1">
              <a:extLst>
                <a:ext uri="{FF2B5EF4-FFF2-40B4-BE49-F238E27FC236}">
                  <a16:creationId xmlns:a16="http://schemas.microsoft.com/office/drawing/2014/main" id="{B173BC0B-3654-40A7-B351-BA917162663D}"/>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TextBox 8">
              <a:extLst>
                <a:ext uri="{FF2B5EF4-FFF2-40B4-BE49-F238E27FC236}">
                  <a16:creationId xmlns:a16="http://schemas.microsoft.com/office/drawing/2014/main" id="{009D3252-29E0-4CA3-B212-2D839A1AF4B5}"/>
                </a:ext>
              </a:extLst>
            </p:cNvPr>
            <p:cNvSpPr txBox="1"/>
            <p:nvPr/>
          </p:nvSpPr>
          <p:spPr>
            <a:xfrm>
              <a:off x="3335780" y="2018289"/>
              <a:ext cx="690867" cy="470629"/>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0" name="직사각형 9">
            <a:extLst>
              <a:ext uri="{FF2B5EF4-FFF2-40B4-BE49-F238E27FC236}">
                <a16:creationId xmlns:a16="http://schemas.microsoft.com/office/drawing/2014/main" id="{9681AF3A-B80D-4D3D-9B8C-A98B7E9C17BE}"/>
              </a:ext>
            </a:extLst>
          </p:cNvPr>
          <p:cNvSpPr/>
          <p:nvPr userDrawn="1"/>
        </p:nvSpPr>
        <p:spPr>
          <a:xfrm>
            <a:off x="7107532" y="104509"/>
            <a:ext cx="2933097" cy="253211"/>
          </a:xfrm>
          <a:prstGeom prst="rect">
            <a:avLst/>
          </a:prstGeom>
        </p:spPr>
        <p:txBody>
          <a:bodyPr wrap="square">
            <a:spAutoFit/>
          </a:bodyPr>
          <a:lstStyle/>
          <a:p>
            <a:pPr algn="r">
              <a:lnSpc>
                <a:spcPct val="150000"/>
              </a:lnSpc>
            </a:pPr>
            <a:r>
              <a:rPr lang="en-US" altLang="ko-KR" sz="800" dirty="0">
                <a:solidFill>
                  <a:schemeClr val="bg1">
                    <a:lumMod val="75000"/>
                  </a:schemeClr>
                </a:solidFill>
                <a:latin typeface="+mj-ea"/>
                <a:ea typeface="+mj-ea"/>
              </a:rPr>
              <a:t> </a:t>
            </a:r>
            <a:r>
              <a:rPr lang="en-US" altLang="ko-KR" sz="800" b="1" dirty="0">
                <a:solidFill>
                  <a:schemeClr val="tx1"/>
                </a:solidFill>
                <a:latin typeface="+mj-ea"/>
                <a:ea typeface="+mj-ea"/>
              </a:rPr>
              <a:t>[ </a:t>
            </a:r>
            <a:r>
              <a:rPr lang="ko-KR" altLang="en-US" sz="800" b="1" dirty="0">
                <a:solidFill>
                  <a:schemeClr val="tx1"/>
                </a:solidFill>
                <a:latin typeface="+mj-ea"/>
                <a:ea typeface="+mj-ea"/>
              </a:rPr>
              <a:t>상호명 </a:t>
            </a:r>
            <a:r>
              <a:rPr lang="en-US" altLang="ko-KR" sz="800" b="1" dirty="0">
                <a:solidFill>
                  <a:schemeClr val="tx1"/>
                </a:solidFill>
                <a:latin typeface="+mj-ea"/>
                <a:ea typeface="+mj-ea"/>
              </a:rPr>
              <a:t>]  </a:t>
            </a:r>
            <a:r>
              <a:rPr lang="ko-KR" altLang="en-US" sz="800" dirty="0" err="1">
                <a:latin typeface="+mj-ea"/>
                <a:ea typeface="+mj-ea"/>
              </a:rPr>
              <a:t>회원명</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sp>
        <p:nvSpPr>
          <p:cNvPr id="11" name="사각형: 둥근 모서리 10">
            <a:extLst>
              <a:ext uri="{FF2B5EF4-FFF2-40B4-BE49-F238E27FC236}">
                <a16:creationId xmlns:a16="http://schemas.microsoft.com/office/drawing/2014/main" id="{94B0C15D-EF90-45A2-9DA1-0CBBC63D4CA7}"/>
              </a:ext>
            </a:extLst>
          </p:cNvPr>
          <p:cNvSpPr/>
          <p:nvPr userDrawn="1"/>
        </p:nvSpPr>
        <p:spPr>
          <a:xfrm>
            <a:off x="118741" y="567332"/>
            <a:ext cx="1148071" cy="474970"/>
          </a:xfrm>
          <a:prstGeom prst="roundRect">
            <a:avLst>
              <a:gd name="adj" fmla="val 4472"/>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l">
              <a:lnSpc>
                <a:spcPct val="150000"/>
              </a:lnSpc>
            </a:pPr>
            <a:r>
              <a:rPr lang="ko-KR" altLang="en-US" sz="800" dirty="0">
                <a:solidFill>
                  <a:schemeClr val="tx1"/>
                </a:solidFill>
              </a:rPr>
              <a:t>○ 주문관리</a:t>
            </a:r>
            <a:endParaRPr lang="en-US" altLang="ko-KR" sz="800" dirty="0">
              <a:solidFill>
                <a:schemeClr val="tx1"/>
              </a:solidFill>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ko-KR" altLang="en-US" sz="800" dirty="0">
                <a:solidFill>
                  <a:schemeClr val="tx1"/>
                </a:solidFill>
              </a:rPr>
              <a:t>○ 상품등록</a:t>
            </a:r>
            <a:endParaRPr lang="en-US" altLang="ko-KR" sz="800" dirty="0">
              <a:solidFill>
                <a:schemeClr val="tx1"/>
              </a:solidFill>
            </a:endParaRPr>
          </a:p>
          <a:p>
            <a:pPr algn="l">
              <a:lnSpc>
                <a:spcPct val="150000"/>
              </a:lnSpc>
            </a:pPr>
            <a:endParaRPr lang="en-US" altLang="ko-KR" sz="800" dirty="0">
              <a:solidFill>
                <a:schemeClr val="tx1"/>
              </a:solidFill>
            </a:endParaRPr>
          </a:p>
        </p:txBody>
      </p:sp>
      <p:sp>
        <p:nvSpPr>
          <p:cNvPr id="12" name="사각형: 둥근 모서리 11">
            <a:extLst>
              <a:ext uri="{FF2B5EF4-FFF2-40B4-BE49-F238E27FC236}">
                <a16:creationId xmlns:a16="http://schemas.microsoft.com/office/drawing/2014/main" id="{F34B04A3-B26C-461F-8BF1-269F5D78D18C}"/>
              </a:ext>
            </a:extLst>
          </p:cNvPr>
          <p:cNvSpPr/>
          <p:nvPr userDrawn="1"/>
        </p:nvSpPr>
        <p:spPr>
          <a:xfrm>
            <a:off x="1476347" y="170905"/>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주문목록</a:t>
            </a:r>
          </a:p>
        </p:txBody>
      </p:sp>
      <p:sp>
        <p:nvSpPr>
          <p:cNvPr id="13" name="사각형: 둥근 모서리 12">
            <a:extLst>
              <a:ext uri="{FF2B5EF4-FFF2-40B4-BE49-F238E27FC236}">
                <a16:creationId xmlns:a16="http://schemas.microsoft.com/office/drawing/2014/main" id="{189F16BB-8991-4987-BABA-305EE2FDB7A9}"/>
              </a:ext>
            </a:extLst>
          </p:cNvPr>
          <p:cNvSpPr/>
          <p:nvPr userDrawn="1"/>
        </p:nvSpPr>
        <p:spPr>
          <a:xfrm>
            <a:off x="2296062" y="170905"/>
            <a:ext cx="888569"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회원정보수정</a:t>
            </a:r>
          </a:p>
        </p:txBody>
      </p:sp>
      <p:sp>
        <p:nvSpPr>
          <p:cNvPr id="14" name="사각형: 둥근 모서리 13">
            <a:extLst>
              <a:ext uri="{FF2B5EF4-FFF2-40B4-BE49-F238E27FC236}">
                <a16:creationId xmlns:a16="http://schemas.microsoft.com/office/drawing/2014/main" id="{E4478422-8444-46D2-9A5D-E494A9E0C079}"/>
              </a:ext>
            </a:extLst>
          </p:cNvPr>
          <p:cNvSpPr/>
          <p:nvPr userDrawn="1"/>
        </p:nvSpPr>
        <p:spPr>
          <a:xfrm>
            <a:off x="3256190" y="171431"/>
            <a:ext cx="636360"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 포인트</a:t>
            </a:r>
          </a:p>
        </p:txBody>
      </p:sp>
      <p:sp>
        <p:nvSpPr>
          <p:cNvPr id="15" name="사각형: 둥근 모서리 14">
            <a:extLst>
              <a:ext uri="{FF2B5EF4-FFF2-40B4-BE49-F238E27FC236}">
                <a16:creationId xmlns:a16="http://schemas.microsoft.com/office/drawing/2014/main" id="{0C55E5D2-0D49-4A26-B535-E42E89FBE632}"/>
              </a:ext>
            </a:extLst>
          </p:cNvPr>
          <p:cNvSpPr/>
          <p:nvPr userDrawn="1"/>
        </p:nvSpPr>
        <p:spPr>
          <a:xfrm>
            <a:off x="4020832" y="170905"/>
            <a:ext cx="842850"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     방문한 채널</a:t>
            </a:r>
          </a:p>
        </p:txBody>
      </p:sp>
      <p:graphicFrame>
        <p:nvGraphicFramePr>
          <p:cNvPr id="16" name="표 20">
            <a:extLst>
              <a:ext uri="{FF2B5EF4-FFF2-40B4-BE49-F238E27FC236}">
                <a16:creationId xmlns:a16="http://schemas.microsoft.com/office/drawing/2014/main" id="{36562C5C-9332-47FC-BF5A-72FBFE6A36E8}"/>
              </a:ext>
            </a:extLst>
          </p:cNvPr>
          <p:cNvGraphicFramePr>
            <a:graphicFrameLocks noGrp="1"/>
          </p:cNvGraphicFramePr>
          <p:nvPr userDrawn="1">
            <p:extLst>
              <p:ext uri="{D42A27DB-BD31-4B8C-83A1-F6EECF244321}">
                <p14:modId xmlns:p14="http://schemas.microsoft.com/office/powerpoint/2010/main" val="2530675818"/>
              </p:ext>
            </p:extLst>
          </p:nvPr>
        </p:nvGraphicFramePr>
        <p:xfrm>
          <a:off x="40495" y="1178787"/>
          <a:ext cx="1305704" cy="128016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a:t>
                      </a:r>
                      <a:r>
                        <a:rPr lang="en-US" altLang="ko-KR" sz="800" dirty="0"/>
                        <a:t>Shop </a:t>
                      </a:r>
                      <a:r>
                        <a:rPr lang="ko-KR" altLang="en-US" sz="800" dirty="0"/>
                        <a:t>채널관리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상품관리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공동구매 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latinLnBrk="1"/>
                      <a:r>
                        <a:rPr lang="ko-KR" altLang="en-US" sz="800" dirty="0"/>
                        <a:t>○ 주문관리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발주관리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878359119"/>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정산관리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424556"/>
                  </a:ext>
                </a:extLst>
              </a:tr>
            </a:tbl>
          </a:graphicData>
        </a:graphic>
      </p:graphicFrame>
      <p:sp>
        <p:nvSpPr>
          <p:cNvPr id="17" name="웃는 얼굴 16">
            <a:extLst>
              <a:ext uri="{FF2B5EF4-FFF2-40B4-BE49-F238E27FC236}">
                <a16:creationId xmlns:a16="http://schemas.microsoft.com/office/drawing/2014/main" id="{87349520-9B52-4CB4-B0D6-77841FD5BA08}"/>
              </a:ext>
            </a:extLst>
          </p:cNvPr>
          <p:cNvSpPr/>
          <p:nvPr userDrawn="1"/>
        </p:nvSpPr>
        <p:spPr>
          <a:xfrm>
            <a:off x="1529408" y="20777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 name="웃는 얼굴 17">
            <a:extLst>
              <a:ext uri="{FF2B5EF4-FFF2-40B4-BE49-F238E27FC236}">
                <a16:creationId xmlns:a16="http://schemas.microsoft.com/office/drawing/2014/main" id="{22E11ED1-A5F7-4AED-99C0-C7333F3C5DBD}"/>
              </a:ext>
            </a:extLst>
          </p:cNvPr>
          <p:cNvSpPr/>
          <p:nvPr userDrawn="1"/>
        </p:nvSpPr>
        <p:spPr>
          <a:xfrm>
            <a:off x="2348177" y="20534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웃는 얼굴 18">
            <a:extLst>
              <a:ext uri="{FF2B5EF4-FFF2-40B4-BE49-F238E27FC236}">
                <a16:creationId xmlns:a16="http://schemas.microsoft.com/office/drawing/2014/main" id="{8E344471-3753-49E8-AD80-D121E54289BD}"/>
              </a:ext>
            </a:extLst>
          </p:cNvPr>
          <p:cNvSpPr/>
          <p:nvPr userDrawn="1"/>
        </p:nvSpPr>
        <p:spPr>
          <a:xfrm>
            <a:off x="3315372" y="202915"/>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웃는 얼굴 19">
            <a:extLst>
              <a:ext uri="{FF2B5EF4-FFF2-40B4-BE49-F238E27FC236}">
                <a16:creationId xmlns:a16="http://schemas.microsoft.com/office/drawing/2014/main" id="{6BFC5EE0-B644-4ACD-AB35-A90E6D62322E}"/>
              </a:ext>
            </a:extLst>
          </p:cNvPr>
          <p:cNvSpPr/>
          <p:nvPr userDrawn="1"/>
        </p:nvSpPr>
        <p:spPr>
          <a:xfrm>
            <a:off x="4084904" y="213898"/>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21" name="표 20">
            <a:extLst>
              <a:ext uri="{FF2B5EF4-FFF2-40B4-BE49-F238E27FC236}">
                <a16:creationId xmlns:a16="http://schemas.microsoft.com/office/drawing/2014/main" id="{9D1A8EBF-69CB-4EEC-B411-75E66E728BA7}"/>
              </a:ext>
            </a:extLst>
          </p:cNvPr>
          <p:cNvGraphicFramePr>
            <a:graphicFrameLocks noGrp="1"/>
          </p:cNvGraphicFramePr>
          <p:nvPr userDrawn="1">
            <p:extLst>
              <p:ext uri="{D42A27DB-BD31-4B8C-83A1-F6EECF244321}">
                <p14:modId xmlns:p14="http://schemas.microsoft.com/office/powerpoint/2010/main" val="823963772"/>
              </p:ext>
            </p:extLst>
          </p:nvPr>
        </p:nvGraphicFramePr>
        <p:xfrm>
          <a:off x="48089" y="3141314"/>
          <a:ext cx="1305704" cy="1280160"/>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정보관리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서브관리자관리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발주담당관리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latinLnBrk="1"/>
                      <a:r>
                        <a:rPr lang="ko-KR" altLang="en-US" sz="800" dirty="0"/>
                        <a:t>○ 포인트관리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a:t>
                      </a:r>
                      <a:r>
                        <a:rPr lang="ko-KR" altLang="en-US" sz="800" dirty="0" err="1"/>
                        <a:t>배송비설정</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취소</a:t>
                      </a:r>
                      <a:r>
                        <a:rPr lang="en-US" altLang="ko-KR" sz="800" dirty="0"/>
                        <a:t>/</a:t>
                      </a:r>
                      <a:r>
                        <a:rPr lang="ko-KR" altLang="en-US" sz="800" dirty="0"/>
                        <a:t>환불안내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bl>
          </a:graphicData>
        </a:graphic>
      </p:graphicFrame>
      <p:sp>
        <p:nvSpPr>
          <p:cNvPr id="22" name="TextBox 21">
            <a:extLst>
              <a:ext uri="{FF2B5EF4-FFF2-40B4-BE49-F238E27FC236}">
                <a16:creationId xmlns:a16="http://schemas.microsoft.com/office/drawing/2014/main" id="{0F771D6B-8642-4A26-A7E8-74FBB849BA35}"/>
              </a:ext>
            </a:extLst>
          </p:cNvPr>
          <p:cNvSpPr txBox="1"/>
          <p:nvPr userDrawn="1"/>
        </p:nvSpPr>
        <p:spPr>
          <a:xfrm rot="10800000">
            <a:off x="1078469" y="1170836"/>
            <a:ext cx="276038" cy="246221"/>
          </a:xfrm>
          <a:prstGeom prst="rect">
            <a:avLst/>
          </a:prstGeom>
          <a:noFill/>
        </p:spPr>
        <p:txBody>
          <a:bodyPr wrap="none" rtlCol="0">
            <a:spAutoFit/>
          </a:bodyPr>
          <a:lstStyle/>
          <a:p>
            <a:r>
              <a:rPr lang="ko-KR" altLang="en-US" sz="1000" b="1" dirty="0"/>
              <a:t>∨</a:t>
            </a:r>
          </a:p>
        </p:txBody>
      </p:sp>
      <p:sp>
        <p:nvSpPr>
          <p:cNvPr id="23" name="TextBox 22">
            <a:extLst>
              <a:ext uri="{FF2B5EF4-FFF2-40B4-BE49-F238E27FC236}">
                <a16:creationId xmlns:a16="http://schemas.microsoft.com/office/drawing/2014/main" id="{AEDBB50C-E364-499C-9253-8BE97A2C82C6}"/>
              </a:ext>
            </a:extLst>
          </p:cNvPr>
          <p:cNvSpPr txBox="1"/>
          <p:nvPr userDrawn="1"/>
        </p:nvSpPr>
        <p:spPr>
          <a:xfrm rot="10800000">
            <a:off x="1080745" y="1381815"/>
            <a:ext cx="276038" cy="246221"/>
          </a:xfrm>
          <a:prstGeom prst="rect">
            <a:avLst/>
          </a:prstGeom>
          <a:noFill/>
        </p:spPr>
        <p:txBody>
          <a:bodyPr wrap="none" rtlCol="0">
            <a:spAutoFit/>
          </a:bodyPr>
          <a:lstStyle/>
          <a:p>
            <a:r>
              <a:rPr lang="ko-KR" altLang="en-US" sz="1000" b="1" dirty="0"/>
              <a:t>∨</a:t>
            </a:r>
          </a:p>
        </p:txBody>
      </p:sp>
      <p:sp>
        <p:nvSpPr>
          <p:cNvPr id="24" name="TextBox 23">
            <a:extLst>
              <a:ext uri="{FF2B5EF4-FFF2-40B4-BE49-F238E27FC236}">
                <a16:creationId xmlns:a16="http://schemas.microsoft.com/office/drawing/2014/main" id="{6B608FB2-7873-42B9-B94F-6D701EAF2749}"/>
              </a:ext>
            </a:extLst>
          </p:cNvPr>
          <p:cNvSpPr txBox="1"/>
          <p:nvPr userDrawn="1"/>
        </p:nvSpPr>
        <p:spPr>
          <a:xfrm rot="10800000">
            <a:off x="1078468" y="1598765"/>
            <a:ext cx="276038" cy="246221"/>
          </a:xfrm>
          <a:prstGeom prst="rect">
            <a:avLst/>
          </a:prstGeom>
          <a:noFill/>
        </p:spPr>
        <p:txBody>
          <a:bodyPr wrap="none" rtlCol="0">
            <a:spAutoFit/>
          </a:bodyPr>
          <a:lstStyle/>
          <a:p>
            <a:r>
              <a:rPr lang="ko-KR" altLang="en-US" sz="1000" b="1" dirty="0"/>
              <a:t>∨</a:t>
            </a:r>
          </a:p>
        </p:txBody>
      </p:sp>
      <p:sp>
        <p:nvSpPr>
          <p:cNvPr id="25" name="TextBox 24">
            <a:extLst>
              <a:ext uri="{FF2B5EF4-FFF2-40B4-BE49-F238E27FC236}">
                <a16:creationId xmlns:a16="http://schemas.microsoft.com/office/drawing/2014/main" id="{9980FCBA-29BA-4F2E-A095-465DEDB90997}"/>
              </a:ext>
            </a:extLst>
          </p:cNvPr>
          <p:cNvSpPr txBox="1"/>
          <p:nvPr userDrawn="1"/>
        </p:nvSpPr>
        <p:spPr>
          <a:xfrm rot="10800000">
            <a:off x="1080093" y="1831065"/>
            <a:ext cx="276038" cy="246221"/>
          </a:xfrm>
          <a:prstGeom prst="rect">
            <a:avLst/>
          </a:prstGeom>
          <a:noFill/>
        </p:spPr>
        <p:txBody>
          <a:bodyPr wrap="none" rtlCol="0">
            <a:spAutoFit/>
          </a:bodyPr>
          <a:lstStyle/>
          <a:p>
            <a:r>
              <a:rPr lang="ko-KR" altLang="en-US" sz="1000" b="1" dirty="0"/>
              <a:t>∨</a:t>
            </a:r>
          </a:p>
        </p:txBody>
      </p:sp>
      <p:sp>
        <p:nvSpPr>
          <p:cNvPr id="26" name="직사각형 25">
            <a:extLst>
              <a:ext uri="{FF2B5EF4-FFF2-40B4-BE49-F238E27FC236}">
                <a16:creationId xmlns:a16="http://schemas.microsoft.com/office/drawing/2014/main" id="{B1F71AB8-D7D2-43B7-8E40-981D6B20CF70}"/>
              </a:ext>
            </a:extLst>
          </p:cNvPr>
          <p:cNvSpPr/>
          <p:nvPr userDrawn="1"/>
        </p:nvSpPr>
        <p:spPr>
          <a:xfrm>
            <a:off x="41208" y="429370"/>
            <a:ext cx="1304991"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 name="TextBox 26">
            <a:extLst>
              <a:ext uri="{FF2B5EF4-FFF2-40B4-BE49-F238E27FC236}">
                <a16:creationId xmlns:a16="http://schemas.microsoft.com/office/drawing/2014/main" id="{DADFF686-FE7E-447D-A419-4A6F938CDBFF}"/>
              </a:ext>
            </a:extLst>
          </p:cNvPr>
          <p:cNvSpPr txBox="1"/>
          <p:nvPr userDrawn="1"/>
        </p:nvSpPr>
        <p:spPr>
          <a:xfrm>
            <a:off x="40495" y="2905534"/>
            <a:ext cx="631904" cy="215444"/>
          </a:xfrm>
          <a:prstGeom prst="rect">
            <a:avLst/>
          </a:prstGeom>
          <a:noFill/>
        </p:spPr>
        <p:txBody>
          <a:bodyPr wrap="none" rtlCol="0">
            <a:spAutoFit/>
          </a:bodyPr>
          <a:lstStyle/>
          <a:p>
            <a:r>
              <a:rPr lang="ko-KR" altLang="en-US" sz="800" b="1" dirty="0">
                <a:solidFill>
                  <a:schemeClr val="bg1">
                    <a:lumMod val="65000"/>
                  </a:schemeClr>
                </a:solidFill>
              </a:rPr>
              <a:t> 환경설정</a:t>
            </a:r>
          </a:p>
        </p:txBody>
      </p:sp>
      <p:sp>
        <p:nvSpPr>
          <p:cNvPr id="28" name="직사각형 27">
            <a:extLst>
              <a:ext uri="{FF2B5EF4-FFF2-40B4-BE49-F238E27FC236}">
                <a16:creationId xmlns:a16="http://schemas.microsoft.com/office/drawing/2014/main" id="{93507315-B3CA-442D-BD63-7BF4517F6738}"/>
              </a:ext>
            </a:extLst>
          </p:cNvPr>
          <p:cNvSpPr/>
          <p:nvPr userDrawn="1"/>
        </p:nvSpPr>
        <p:spPr>
          <a:xfrm>
            <a:off x="9271463" y="429370"/>
            <a:ext cx="840725" cy="619331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 name="직사각형 28">
            <a:extLst>
              <a:ext uri="{FF2B5EF4-FFF2-40B4-BE49-F238E27FC236}">
                <a16:creationId xmlns:a16="http://schemas.microsoft.com/office/drawing/2014/main" id="{52EF9AE7-5A1D-42F8-8335-4615C679C159}"/>
              </a:ext>
            </a:extLst>
          </p:cNvPr>
          <p:cNvSpPr/>
          <p:nvPr userDrawn="1"/>
        </p:nvSpPr>
        <p:spPr>
          <a:xfrm>
            <a:off x="9375639" y="540420"/>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0" name="직사각형 29">
            <a:extLst>
              <a:ext uri="{FF2B5EF4-FFF2-40B4-BE49-F238E27FC236}">
                <a16:creationId xmlns:a16="http://schemas.microsoft.com/office/drawing/2014/main" id="{DFEB649F-C910-4DB3-A8F6-A509FE5EE439}"/>
              </a:ext>
            </a:extLst>
          </p:cNvPr>
          <p:cNvSpPr/>
          <p:nvPr userDrawn="1"/>
        </p:nvSpPr>
        <p:spPr>
          <a:xfrm>
            <a:off x="9375639" y="847737"/>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1" name="직사각형 30">
            <a:extLst>
              <a:ext uri="{FF2B5EF4-FFF2-40B4-BE49-F238E27FC236}">
                <a16:creationId xmlns:a16="http://schemas.microsoft.com/office/drawing/2014/main" id="{C7E98E80-C90E-45B6-A4C4-493528314371}"/>
              </a:ext>
            </a:extLst>
          </p:cNvPr>
          <p:cNvSpPr/>
          <p:nvPr userDrawn="1"/>
        </p:nvSpPr>
        <p:spPr>
          <a:xfrm>
            <a:off x="9375639" y="1155054"/>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2" name="직사각형 31">
            <a:extLst>
              <a:ext uri="{FF2B5EF4-FFF2-40B4-BE49-F238E27FC236}">
                <a16:creationId xmlns:a16="http://schemas.microsoft.com/office/drawing/2014/main" id="{237E7065-E156-4E8C-A6EC-A71BAA3988B7}"/>
              </a:ext>
            </a:extLst>
          </p:cNvPr>
          <p:cNvSpPr/>
          <p:nvPr userDrawn="1"/>
        </p:nvSpPr>
        <p:spPr>
          <a:xfrm>
            <a:off x="9375639" y="1462371"/>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3" name="직사각형 32">
            <a:extLst>
              <a:ext uri="{FF2B5EF4-FFF2-40B4-BE49-F238E27FC236}">
                <a16:creationId xmlns:a16="http://schemas.microsoft.com/office/drawing/2014/main" id="{0D295659-313D-4083-9387-D373C84687E9}"/>
              </a:ext>
            </a:extLst>
          </p:cNvPr>
          <p:cNvSpPr/>
          <p:nvPr userDrawn="1"/>
        </p:nvSpPr>
        <p:spPr>
          <a:xfrm>
            <a:off x="9375639" y="1769688"/>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4" name="직사각형 33">
            <a:extLst>
              <a:ext uri="{FF2B5EF4-FFF2-40B4-BE49-F238E27FC236}">
                <a16:creationId xmlns:a16="http://schemas.microsoft.com/office/drawing/2014/main" id="{00ADAE7A-8D36-4129-BC37-EFE3EBCD6D9B}"/>
              </a:ext>
            </a:extLst>
          </p:cNvPr>
          <p:cNvSpPr/>
          <p:nvPr userDrawn="1"/>
        </p:nvSpPr>
        <p:spPr>
          <a:xfrm>
            <a:off x="9375639" y="2077005"/>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5" name="직사각형 34">
            <a:extLst>
              <a:ext uri="{FF2B5EF4-FFF2-40B4-BE49-F238E27FC236}">
                <a16:creationId xmlns:a16="http://schemas.microsoft.com/office/drawing/2014/main" id="{8D3104DA-CD90-4298-A4AC-A221EF25297C}"/>
              </a:ext>
            </a:extLst>
          </p:cNvPr>
          <p:cNvSpPr/>
          <p:nvPr userDrawn="1"/>
        </p:nvSpPr>
        <p:spPr>
          <a:xfrm>
            <a:off x="9375639" y="2384322"/>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6" name="직사각형 35">
            <a:extLst>
              <a:ext uri="{FF2B5EF4-FFF2-40B4-BE49-F238E27FC236}">
                <a16:creationId xmlns:a16="http://schemas.microsoft.com/office/drawing/2014/main" id="{4721E2E0-E756-4D49-A837-5BA30DBCF436}"/>
              </a:ext>
            </a:extLst>
          </p:cNvPr>
          <p:cNvSpPr/>
          <p:nvPr userDrawn="1"/>
        </p:nvSpPr>
        <p:spPr>
          <a:xfrm>
            <a:off x="9375639" y="2691639"/>
            <a:ext cx="632372" cy="19626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a:solidFill>
                  <a:schemeClr val="tx1"/>
                </a:solidFill>
              </a:rPr>
              <a:t>Shop </a:t>
            </a:r>
            <a:r>
              <a:rPr lang="ko-KR" altLang="en-US" sz="700" dirty="0">
                <a:solidFill>
                  <a:schemeClr val="tx1"/>
                </a:solidFill>
              </a:rPr>
              <a:t>채널</a:t>
            </a:r>
          </a:p>
        </p:txBody>
      </p:sp>
      <p:sp>
        <p:nvSpPr>
          <p:cNvPr id="37" name="직사각형 36">
            <a:extLst>
              <a:ext uri="{FF2B5EF4-FFF2-40B4-BE49-F238E27FC236}">
                <a16:creationId xmlns:a16="http://schemas.microsoft.com/office/drawing/2014/main" id="{2A06AF6B-4657-444E-9B29-403F0BB0040A}"/>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8" name="직사각형 37">
            <a:extLst>
              <a:ext uri="{FF2B5EF4-FFF2-40B4-BE49-F238E27FC236}">
                <a16:creationId xmlns:a16="http://schemas.microsoft.com/office/drawing/2014/main" id="{4395880A-0453-485D-AFD5-4655E99A4D9D}"/>
              </a:ext>
            </a:extLst>
          </p:cNvPr>
          <p:cNvSpPr/>
          <p:nvPr userDrawn="1"/>
        </p:nvSpPr>
        <p:spPr>
          <a:xfrm>
            <a:off x="1414854" y="48500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39" name="직사각형 38">
            <a:extLst>
              <a:ext uri="{FF2B5EF4-FFF2-40B4-BE49-F238E27FC236}">
                <a16:creationId xmlns:a16="http://schemas.microsoft.com/office/drawing/2014/main" id="{5128E085-E072-4F26-8B3E-1A4B9E50396B}"/>
              </a:ext>
            </a:extLst>
          </p:cNvPr>
          <p:cNvSpPr/>
          <p:nvPr userDrawn="1"/>
        </p:nvSpPr>
        <p:spPr>
          <a:xfrm>
            <a:off x="7202350" y="493535"/>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
        <p:nvSpPr>
          <p:cNvPr id="40" name="직사각형 39">
            <a:extLst>
              <a:ext uri="{FF2B5EF4-FFF2-40B4-BE49-F238E27FC236}">
                <a16:creationId xmlns:a16="http://schemas.microsoft.com/office/drawing/2014/main" id="{BFA34CB8-1897-42C3-AF29-AD1A24AED2F5}"/>
              </a:ext>
            </a:extLst>
          </p:cNvPr>
          <p:cNvSpPr/>
          <p:nvPr userDrawn="1"/>
        </p:nvSpPr>
        <p:spPr>
          <a:xfrm>
            <a:off x="2348177" y="858404"/>
            <a:ext cx="5521056" cy="18389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1" name="직사각형 40">
            <a:extLst>
              <a:ext uri="{FF2B5EF4-FFF2-40B4-BE49-F238E27FC236}">
                <a16:creationId xmlns:a16="http://schemas.microsoft.com/office/drawing/2014/main" id="{8C97F102-6777-47D7-8046-4127020B6CB0}"/>
              </a:ext>
            </a:extLst>
          </p:cNvPr>
          <p:cNvSpPr/>
          <p:nvPr userDrawn="1"/>
        </p:nvSpPr>
        <p:spPr>
          <a:xfrm>
            <a:off x="8450090" y="85840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endParaRPr lang="en-US" altLang="ko-KR" sz="800" dirty="0">
              <a:solidFill>
                <a:schemeClr val="bg1"/>
              </a:solidFill>
            </a:endParaRPr>
          </a:p>
        </p:txBody>
      </p:sp>
      <p:graphicFrame>
        <p:nvGraphicFramePr>
          <p:cNvPr id="42" name="표 63">
            <a:extLst>
              <a:ext uri="{FF2B5EF4-FFF2-40B4-BE49-F238E27FC236}">
                <a16:creationId xmlns:a16="http://schemas.microsoft.com/office/drawing/2014/main" id="{5EFE34E6-2A96-49A3-9465-9C2D9A11E2EA}"/>
              </a:ext>
            </a:extLst>
          </p:cNvPr>
          <p:cNvGraphicFramePr>
            <a:graphicFrameLocks noGrp="1"/>
          </p:cNvGraphicFramePr>
          <p:nvPr userDrawn="1">
            <p:extLst>
              <p:ext uri="{D42A27DB-BD31-4B8C-83A1-F6EECF244321}">
                <p14:modId xmlns:p14="http://schemas.microsoft.com/office/powerpoint/2010/main" val="3058759670"/>
              </p:ext>
            </p:extLst>
          </p:nvPr>
        </p:nvGraphicFramePr>
        <p:xfrm>
          <a:off x="1419945" y="825016"/>
          <a:ext cx="7797729" cy="489170"/>
        </p:xfrm>
        <a:graphic>
          <a:graphicData uri="http://schemas.openxmlformats.org/drawingml/2006/table">
            <a:tbl>
              <a:tblPr firstRow="1" bandRow="1">
                <a:tableStyleId>{5940675A-B579-460E-94D1-54222C63F5DA}</a:tableStyleId>
              </a:tblPr>
              <a:tblGrid>
                <a:gridCol w="864749">
                  <a:extLst>
                    <a:ext uri="{9D8B030D-6E8A-4147-A177-3AD203B41FA5}">
                      <a16:colId xmlns:a16="http://schemas.microsoft.com/office/drawing/2014/main" val="3701388552"/>
                    </a:ext>
                  </a:extLst>
                </a:gridCol>
                <a:gridCol w="6932980">
                  <a:extLst>
                    <a:ext uri="{9D8B030D-6E8A-4147-A177-3AD203B41FA5}">
                      <a16:colId xmlns:a16="http://schemas.microsoft.com/office/drawing/2014/main" val="339215266"/>
                    </a:ext>
                  </a:extLst>
                </a:gridCol>
              </a:tblGrid>
              <a:tr h="244585">
                <a:tc>
                  <a:txBody>
                    <a:bodyPr/>
                    <a:lstStyle/>
                    <a:p>
                      <a:pPr latinLnBrk="1"/>
                      <a:r>
                        <a:rPr lang="ko-KR" altLang="en-US" sz="900" dirty="0"/>
                        <a:t>주문번호</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244585">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43" name="직사각형 42">
            <a:extLst>
              <a:ext uri="{FF2B5EF4-FFF2-40B4-BE49-F238E27FC236}">
                <a16:creationId xmlns:a16="http://schemas.microsoft.com/office/drawing/2014/main" id="{1FB5EBC6-D2C5-415E-97DC-EF49EE3961B6}"/>
              </a:ext>
            </a:extLst>
          </p:cNvPr>
          <p:cNvSpPr/>
          <p:nvPr userDrawn="1"/>
        </p:nvSpPr>
        <p:spPr>
          <a:xfrm>
            <a:off x="8452538" y="1085623"/>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pic>
        <p:nvPicPr>
          <p:cNvPr id="46" name="Picture 2">
            <a:extLst>
              <a:ext uri="{FF2B5EF4-FFF2-40B4-BE49-F238E27FC236}">
                <a16:creationId xmlns:a16="http://schemas.microsoft.com/office/drawing/2014/main" id="{FE3CE669-8985-4D0F-99A9-84EDDE2E3F27}"/>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11367861" y="5582139"/>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aphicFrame>
        <p:nvGraphicFramePr>
          <p:cNvPr id="69" name="표 68">
            <a:extLst>
              <a:ext uri="{FF2B5EF4-FFF2-40B4-BE49-F238E27FC236}">
                <a16:creationId xmlns:a16="http://schemas.microsoft.com/office/drawing/2014/main" id="{99B88077-68B6-4982-AD5F-6750D13FFA07}"/>
              </a:ext>
            </a:extLst>
          </p:cNvPr>
          <p:cNvGraphicFramePr>
            <a:graphicFrameLocks noGrp="1"/>
          </p:cNvGraphicFramePr>
          <p:nvPr userDrawn="1">
            <p:extLst>
              <p:ext uri="{D42A27DB-BD31-4B8C-83A1-F6EECF244321}">
                <p14:modId xmlns:p14="http://schemas.microsoft.com/office/powerpoint/2010/main" val="2876154936"/>
              </p:ext>
            </p:extLst>
          </p:nvPr>
        </p:nvGraphicFramePr>
        <p:xfrm>
          <a:off x="10572791" y="2792167"/>
          <a:ext cx="7778542" cy="1569720"/>
        </p:xfrm>
        <a:graphic>
          <a:graphicData uri="http://schemas.openxmlformats.org/drawingml/2006/table">
            <a:tbl>
              <a:tblPr firstRow="1" bandRow="1">
                <a:tableStyleId>{5C22544A-7EE6-4342-B048-85BDC9FD1C3A}</a:tableStyleId>
              </a:tblPr>
              <a:tblGrid>
                <a:gridCol w="603494">
                  <a:extLst>
                    <a:ext uri="{9D8B030D-6E8A-4147-A177-3AD203B41FA5}">
                      <a16:colId xmlns:a16="http://schemas.microsoft.com/office/drawing/2014/main" val="20000"/>
                    </a:ext>
                  </a:extLst>
                </a:gridCol>
                <a:gridCol w="612058">
                  <a:extLst>
                    <a:ext uri="{9D8B030D-6E8A-4147-A177-3AD203B41FA5}">
                      <a16:colId xmlns:a16="http://schemas.microsoft.com/office/drawing/2014/main" val="20001"/>
                    </a:ext>
                  </a:extLst>
                </a:gridCol>
                <a:gridCol w="2389239">
                  <a:extLst>
                    <a:ext uri="{9D8B030D-6E8A-4147-A177-3AD203B41FA5}">
                      <a16:colId xmlns:a16="http://schemas.microsoft.com/office/drawing/2014/main" val="20003"/>
                    </a:ext>
                  </a:extLst>
                </a:gridCol>
                <a:gridCol w="980768">
                  <a:extLst>
                    <a:ext uri="{9D8B030D-6E8A-4147-A177-3AD203B41FA5}">
                      <a16:colId xmlns:a16="http://schemas.microsoft.com/office/drawing/2014/main" val="20005"/>
                    </a:ext>
                  </a:extLst>
                </a:gridCol>
                <a:gridCol w="449826">
                  <a:extLst>
                    <a:ext uri="{9D8B030D-6E8A-4147-A177-3AD203B41FA5}">
                      <a16:colId xmlns:a16="http://schemas.microsoft.com/office/drawing/2014/main" val="20006"/>
                    </a:ext>
                  </a:extLst>
                </a:gridCol>
                <a:gridCol w="564901">
                  <a:extLst>
                    <a:ext uri="{9D8B030D-6E8A-4147-A177-3AD203B41FA5}">
                      <a16:colId xmlns:a16="http://schemas.microsoft.com/office/drawing/2014/main" val="2881466530"/>
                    </a:ext>
                  </a:extLst>
                </a:gridCol>
                <a:gridCol w="887815">
                  <a:extLst>
                    <a:ext uri="{9D8B030D-6E8A-4147-A177-3AD203B41FA5}">
                      <a16:colId xmlns:a16="http://schemas.microsoft.com/office/drawing/2014/main" val="20009"/>
                    </a:ext>
                  </a:extLst>
                </a:gridCol>
                <a:gridCol w="1290441">
                  <a:extLst>
                    <a:ext uri="{9D8B030D-6E8A-4147-A177-3AD203B41FA5}">
                      <a16:colId xmlns:a16="http://schemas.microsoft.com/office/drawing/2014/main" val="2179269706"/>
                    </a:ext>
                  </a:extLst>
                </a:gridCol>
              </a:tblGrid>
              <a:tr h="0">
                <a:tc>
                  <a:txBody>
                    <a:bodyPr/>
                    <a:lstStyle/>
                    <a:p>
                      <a:pPr algn="ctr" latinLnBrk="1"/>
                      <a:r>
                        <a:rPr lang="ko-KR" altLang="en-US" sz="700" b="0" dirty="0">
                          <a:solidFill>
                            <a:schemeClr val="tx1"/>
                          </a:solidFill>
                        </a:rPr>
                        <a:t>채널코드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채널상태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err="1">
                          <a:solidFill>
                            <a:schemeClr val="tx1"/>
                          </a:solidFill>
                        </a:rPr>
                        <a:t>채널명</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채널범위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err="1">
                          <a:solidFill>
                            <a:schemeClr val="tx1"/>
                          </a:solidFill>
                        </a:rPr>
                        <a:t>상품수</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700" b="0" dirty="0">
                          <a:solidFill>
                            <a:schemeClr val="tx1"/>
                          </a:solidFill>
                        </a:rPr>
                        <a:t>QR </a:t>
                      </a:r>
                      <a:r>
                        <a:rPr lang="ko-KR" altLang="en-US" sz="700" b="0" dirty="0">
                          <a:solidFill>
                            <a:schemeClr val="tx1"/>
                          </a:solidFill>
                        </a:rPr>
                        <a:t>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단축주소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관리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a20392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운영</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err="1">
                          <a:solidFill>
                            <a:schemeClr val="tx1"/>
                          </a:solidFill>
                        </a:rPr>
                        <a:t>채널명</a:t>
                      </a:r>
                      <a:r>
                        <a:rPr lang="ko-KR" altLang="en-US" sz="800" b="0" dirty="0">
                          <a:solidFill>
                            <a:schemeClr val="tx1"/>
                          </a:solidFill>
                        </a:rPr>
                        <a:t> </a:t>
                      </a:r>
                      <a:r>
                        <a:rPr lang="en-US" altLang="ko-KR" sz="800" b="0" dirty="0">
                          <a:solidFill>
                            <a:schemeClr val="tx1"/>
                          </a:solidFill>
                        </a:rPr>
                        <a:t>123</a:t>
                      </a:r>
                    </a:p>
                    <a:p>
                      <a:pPr algn="l" latinLnBrk="1"/>
                      <a:endParaRPr lang="en-US" altLang="ko-KR" sz="800" b="0" dirty="0">
                        <a:solidFill>
                          <a:schemeClr val="tx1"/>
                        </a:solidFill>
                      </a:endParaRPr>
                    </a:p>
                    <a:p>
                      <a:pPr algn="l"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공개</a:t>
                      </a:r>
                      <a:r>
                        <a:rPr lang="en-US" altLang="ko-KR" sz="800" b="0" dirty="0">
                          <a:solidFill>
                            <a:schemeClr val="tx1"/>
                          </a:solidFill>
                        </a:rPr>
                        <a:t>, </a:t>
                      </a:r>
                      <a:r>
                        <a:rPr lang="ko-KR" altLang="en-US" sz="800" b="0" dirty="0" err="1">
                          <a:solidFill>
                            <a:schemeClr val="tx1"/>
                          </a:solidFill>
                        </a:rPr>
                        <a:t>회원용</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03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en-US" altLang="ko-KR" sz="800" b="0" dirty="0">
                          <a:solidFill>
                            <a:schemeClr val="tx1"/>
                          </a:solidFill>
                        </a:rPr>
                        <a:t>//qcc112.ko</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a20321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비공개 </a:t>
                      </a:r>
                      <a:r>
                        <a:rPr lang="ko-KR" altLang="en-US" sz="800" b="0" dirty="0" err="1">
                          <a:solidFill>
                            <a:schemeClr val="tx1"/>
                          </a:solidFill>
                        </a:rPr>
                        <a:t>채널명</a:t>
                      </a:r>
                      <a:r>
                        <a:rPr lang="ko-KR" altLang="en-US" sz="800" b="0" dirty="0">
                          <a:solidFill>
                            <a:schemeClr val="tx1"/>
                          </a:solidFill>
                        </a:rPr>
                        <a:t> </a:t>
                      </a:r>
                      <a:r>
                        <a:rPr lang="en-US" altLang="ko-KR" sz="800" b="0" dirty="0">
                          <a:solidFill>
                            <a:schemeClr val="tx1"/>
                          </a:solidFill>
                        </a:rPr>
                        <a:t>3332221</a:t>
                      </a:r>
                    </a:p>
                    <a:p>
                      <a:pPr algn="l" latinLnBrk="1"/>
                      <a:endParaRPr lang="en-US" altLang="ko-KR" sz="800" b="0" dirty="0">
                        <a:solidFill>
                          <a:schemeClr val="tx1"/>
                        </a:solidFill>
                      </a:endParaRPr>
                    </a:p>
                    <a:p>
                      <a:pPr algn="l"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비공개</a:t>
                      </a:r>
                      <a:r>
                        <a:rPr lang="en-US" altLang="ko-KR" sz="800" b="0" dirty="0">
                          <a:solidFill>
                            <a:schemeClr val="tx1"/>
                          </a:solidFill>
                        </a:rPr>
                        <a:t>, </a:t>
                      </a:r>
                      <a:r>
                        <a:rPr lang="ko-KR" altLang="en-US" sz="800" b="0" dirty="0">
                          <a:solidFill>
                            <a:schemeClr val="tx1"/>
                          </a:solidFill>
                        </a:rPr>
                        <a:t>일반용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//qcc211.ko</a:t>
                      </a:r>
                      <a:endParaRPr lang="ko-KR" altLang="en-US" sz="800" b="0" dirty="0">
                        <a:solidFill>
                          <a:schemeClr val="tx1"/>
                        </a:solidFill>
                      </a:endParaRPr>
                    </a:p>
                    <a:p>
                      <a:pPr algn="l"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a20320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운영</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일반용 </a:t>
                      </a:r>
                      <a:r>
                        <a:rPr lang="ko-KR" altLang="en-US" sz="800" b="0" dirty="0" err="1">
                          <a:solidFill>
                            <a:schemeClr val="tx1"/>
                          </a:solidFill>
                        </a:rPr>
                        <a:t>채널명</a:t>
                      </a:r>
                      <a:r>
                        <a:rPr lang="ko-KR" altLang="en-US" sz="800" b="0" dirty="0">
                          <a:solidFill>
                            <a:schemeClr val="tx1"/>
                          </a:solidFill>
                        </a:rPr>
                        <a:t> </a:t>
                      </a:r>
                      <a:r>
                        <a:rPr lang="ko-KR" altLang="en-US" sz="800" b="0" dirty="0" err="1">
                          <a:solidFill>
                            <a:schemeClr val="tx1"/>
                          </a:solidFill>
                        </a:rPr>
                        <a:t>가나다라마바사</a:t>
                      </a:r>
                      <a:endParaRPr lang="en-US" altLang="ko-KR" sz="800" b="0" dirty="0">
                        <a:solidFill>
                          <a:schemeClr val="tx1"/>
                        </a:solidFill>
                      </a:endParaRPr>
                    </a:p>
                    <a:p>
                      <a:pPr algn="l" latinLnBrk="1"/>
                      <a:endParaRPr lang="en-US" altLang="ko-KR" sz="800" b="0" dirty="0">
                        <a:solidFill>
                          <a:schemeClr val="tx1"/>
                        </a:solidFill>
                      </a:endParaRPr>
                    </a:p>
                    <a:p>
                      <a:pPr algn="l"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공개</a:t>
                      </a:r>
                      <a:r>
                        <a:rPr lang="en-US" altLang="ko-KR" sz="800" b="0" dirty="0">
                          <a:solidFill>
                            <a:schemeClr val="tx1"/>
                          </a:solidFill>
                        </a:rPr>
                        <a:t>, </a:t>
                      </a:r>
                      <a:r>
                        <a:rPr lang="ko-KR" altLang="en-US" sz="800" b="0" dirty="0">
                          <a:solidFill>
                            <a:schemeClr val="tx1"/>
                          </a:solidFill>
                        </a:rPr>
                        <a:t>일반용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//qcc344.ko</a:t>
                      </a:r>
                      <a:endParaRPr lang="ko-KR" altLang="en-US" sz="800" b="0" dirty="0">
                        <a:solidFill>
                          <a:schemeClr val="tx1"/>
                        </a:solidFill>
                      </a:endParaRPr>
                    </a:p>
                    <a:p>
                      <a:pPr algn="l"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70" name="직사각형 69">
            <a:extLst>
              <a:ext uri="{FF2B5EF4-FFF2-40B4-BE49-F238E27FC236}">
                <a16:creationId xmlns:a16="http://schemas.microsoft.com/office/drawing/2014/main" id="{621ABFD7-6E20-47D6-848F-ABB6797BE98C}"/>
              </a:ext>
            </a:extLst>
          </p:cNvPr>
          <p:cNvSpPr/>
          <p:nvPr userDrawn="1"/>
        </p:nvSpPr>
        <p:spPr>
          <a:xfrm>
            <a:off x="17944970" y="3143815"/>
            <a:ext cx="351299" cy="171549"/>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71" name="직사각형 70">
            <a:extLst>
              <a:ext uri="{FF2B5EF4-FFF2-40B4-BE49-F238E27FC236}">
                <a16:creationId xmlns:a16="http://schemas.microsoft.com/office/drawing/2014/main" id="{2DCD7A53-3629-43B9-BCE7-2CE3876955E5}"/>
              </a:ext>
            </a:extLst>
          </p:cNvPr>
          <p:cNvSpPr/>
          <p:nvPr userDrawn="1"/>
        </p:nvSpPr>
        <p:spPr>
          <a:xfrm>
            <a:off x="17561157" y="3143815"/>
            <a:ext cx="341530" cy="171549"/>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관리</a:t>
            </a:r>
            <a:endParaRPr lang="en-US" altLang="ko-KR" sz="600" dirty="0">
              <a:solidFill>
                <a:schemeClr val="bg1"/>
              </a:solidFill>
            </a:endParaRPr>
          </a:p>
        </p:txBody>
      </p:sp>
      <p:sp>
        <p:nvSpPr>
          <p:cNvPr id="72" name="직사각형 71">
            <a:extLst>
              <a:ext uri="{FF2B5EF4-FFF2-40B4-BE49-F238E27FC236}">
                <a16:creationId xmlns:a16="http://schemas.microsoft.com/office/drawing/2014/main" id="{87FF3698-128D-4552-B435-EE7A197E6B1A}"/>
              </a:ext>
            </a:extLst>
          </p:cNvPr>
          <p:cNvSpPr/>
          <p:nvPr userDrawn="1"/>
        </p:nvSpPr>
        <p:spPr>
          <a:xfrm>
            <a:off x="17171744" y="3149728"/>
            <a:ext cx="341530" cy="171549"/>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복사</a:t>
            </a:r>
            <a:endParaRPr lang="en-US" altLang="ko-KR" sz="600" dirty="0">
              <a:solidFill>
                <a:schemeClr val="bg1"/>
              </a:solidFill>
            </a:endParaRPr>
          </a:p>
        </p:txBody>
      </p:sp>
      <p:pic>
        <p:nvPicPr>
          <p:cNvPr id="73" name="그림 72">
            <a:extLst>
              <a:ext uri="{FF2B5EF4-FFF2-40B4-BE49-F238E27FC236}">
                <a16:creationId xmlns:a16="http://schemas.microsoft.com/office/drawing/2014/main" id="{6F2EA314-766D-4941-BC49-72C859058C12}"/>
              </a:ext>
            </a:extLst>
          </p:cNvPr>
          <p:cNvPicPr>
            <a:picLocks noChangeAspect="1"/>
          </p:cNvPicPr>
          <p:nvPr userDrawn="1"/>
        </p:nvPicPr>
        <p:blipFill>
          <a:blip r:embed="rId3"/>
          <a:stretch>
            <a:fillRect/>
          </a:stretch>
        </p:blipFill>
        <p:spPr>
          <a:xfrm>
            <a:off x="15719946" y="3058410"/>
            <a:ext cx="341530" cy="341530"/>
          </a:xfrm>
          <a:prstGeom prst="rect">
            <a:avLst/>
          </a:prstGeom>
        </p:spPr>
      </p:pic>
      <p:pic>
        <p:nvPicPr>
          <p:cNvPr id="74" name="그림 73">
            <a:extLst>
              <a:ext uri="{FF2B5EF4-FFF2-40B4-BE49-F238E27FC236}">
                <a16:creationId xmlns:a16="http://schemas.microsoft.com/office/drawing/2014/main" id="{28440120-3FF4-43AC-BF62-3983DB91D85B}"/>
              </a:ext>
            </a:extLst>
          </p:cNvPr>
          <p:cNvPicPr>
            <a:picLocks noChangeAspect="1"/>
          </p:cNvPicPr>
          <p:nvPr userDrawn="1"/>
        </p:nvPicPr>
        <p:blipFill>
          <a:blip r:embed="rId3"/>
          <a:stretch>
            <a:fillRect/>
          </a:stretch>
        </p:blipFill>
        <p:spPr>
          <a:xfrm>
            <a:off x="15716046" y="3495418"/>
            <a:ext cx="341530" cy="341530"/>
          </a:xfrm>
          <a:prstGeom prst="rect">
            <a:avLst/>
          </a:prstGeom>
        </p:spPr>
      </p:pic>
      <p:pic>
        <p:nvPicPr>
          <p:cNvPr id="75" name="그림 74">
            <a:extLst>
              <a:ext uri="{FF2B5EF4-FFF2-40B4-BE49-F238E27FC236}">
                <a16:creationId xmlns:a16="http://schemas.microsoft.com/office/drawing/2014/main" id="{1CB183A5-380A-4356-AE2A-C6646932D12B}"/>
              </a:ext>
            </a:extLst>
          </p:cNvPr>
          <p:cNvPicPr>
            <a:picLocks noChangeAspect="1"/>
          </p:cNvPicPr>
          <p:nvPr userDrawn="1"/>
        </p:nvPicPr>
        <p:blipFill>
          <a:blip r:embed="rId3"/>
          <a:stretch>
            <a:fillRect/>
          </a:stretch>
        </p:blipFill>
        <p:spPr>
          <a:xfrm>
            <a:off x="15716046" y="3969296"/>
            <a:ext cx="341530" cy="341530"/>
          </a:xfrm>
          <a:prstGeom prst="rect">
            <a:avLst/>
          </a:prstGeom>
        </p:spPr>
      </p:pic>
      <p:sp>
        <p:nvSpPr>
          <p:cNvPr id="76" name="직사각형 75">
            <a:extLst>
              <a:ext uri="{FF2B5EF4-FFF2-40B4-BE49-F238E27FC236}">
                <a16:creationId xmlns:a16="http://schemas.microsoft.com/office/drawing/2014/main" id="{2DA6EDC4-1E52-49B4-A8BE-BB500CC428EB}"/>
              </a:ext>
            </a:extLst>
          </p:cNvPr>
          <p:cNvSpPr/>
          <p:nvPr userDrawn="1"/>
        </p:nvSpPr>
        <p:spPr>
          <a:xfrm>
            <a:off x="17944970" y="3580823"/>
            <a:ext cx="351299" cy="171549"/>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77" name="직사각형 76">
            <a:extLst>
              <a:ext uri="{FF2B5EF4-FFF2-40B4-BE49-F238E27FC236}">
                <a16:creationId xmlns:a16="http://schemas.microsoft.com/office/drawing/2014/main" id="{ED4DAD42-B609-4B15-836D-7D768FB6E490}"/>
              </a:ext>
            </a:extLst>
          </p:cNvPr>
          <p:cNvSpPr/>
          <p:nvPr userDrawn="1"/>
        </p:nvSpPr>
        <p:spPr>
          <a:xfrm>
            <a:off x="17561157" y="3580823"/>
            <a:ext cx="341530" cy="171549"/>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관리</a:t>
            </a:r>
            <a:endParaRPr lang="en-US" altLang="ko-KR" sz="600" dirty="0">
              <a:solidFill>
                <a:schemeClr val="bg1"/>
              </a:solidFill>
            </a:endParaRPr>
          </a:p>
        </p:txBody>
      </p:sp>
      <p:sp>
        <p:nvSpPr>
          <p:cNvPr id="78" name="직사각형 77">
            <a:extLst>
              <a:ext uri="{FF2B5EF4-FFF2-40B4-BE49-F238E27FC236}">
                <a16:creationId xmlns:a16="http://schemas.microsoft.com/office/drawing/2014/main" id="{C44FC62F-18DC-4821-B16C-BD941E5EA400}"/>
              </a:ext>
            </a:extLst>
          </p:cNvPr>
          <p:cNvSpPr/>
          <p:nvPr userDrawn="1"/>
        </p:nvSpPr>
        <p:spPr>
          <a:xfrm>
            <a:off x="17171744" y="3586736"/>
            <a:ext cx="341530" cy="171549"/>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복사</a:t>
            </a:r>
            <a:endParaRPr lang="en-US" altLang="ko-KR" sz="600" dirty="0">
              <a:solidFill>
                <a:schemeClr val="bg1"/>
              </a:solidFill>
            </a:endParaRPr>
          </a:p>
        </p:txBody>
      </p:sp>
      <p:sp>
        <p:nvSpPr>
          <p:cNvPr id="79" name="직사각형 78">
            <a:extLst>
              <a:ext uri="{FF2B5EF4-FFF2-40B4-BE49-F238E27FC236}">
                <a16:creationId xmlns:a16="http://schemas.microsoft.com/office/drawing/2014/main" id="{C38D46FC-C35C-4DC8-A2B5-518B3BBA9F95}"/>
              </a:ext>
            </a:extLst>
          </p:cNvPr>
          <p:cNvSpPr/>
          <p:nvPr userDrawn="1"/>
        </p:nvSpPr>
        <p:spPr>
          <a:xfrm>
            <a:off x="17944970" y="4028143"/>
            <a:ext cx="351299" cy="171549"/>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80" name="직사각형 79">
            <a:extLst>
              <a:ext uri="{FF2B5EF4-FFF2-40B4-BE49-F238E27FC236}">
                <a16:creationId xmlns:a16="http://schemas.microsoft.com/office/drawing/2014/main" id="{692B16B5-31C4-44BA-B4FF-D36E94521AFE}"/>
              </a:ext>
            </a:extLst>
          </p:cNvPr>
          <p:cNvSpPr/>
          <p:nvPr userDrawn="1"/>
        </p:nvSpPr>
        <p:spPr>
          <a:xfrm>
            <a:off x="17561157" y="4028143"/>
            <a:ext cx="341530" cy="171549"/>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관리</a:t>
            </a:r>
            <a:endParaRPr lang="en-US" altLang="ko-KR" sz="600" dirty="0">
              <a:solidFill>
                <a:schemeClr val="bg1"/>
              </a:solidFill>
            </a:endParaRPr>
          </a:p>
        </p:txBody>
      </p:sp>
      <p:sp>
        <p:nvSpPr>
          <p:cNvPr id="81" name="직사각형 80">
            <a:extLst>
              <a:ext uri="{FF2B5EF4-FFF2-40B4-BE49-F238E27FC236}">
                <a16:creationId xmlns:a16="http://schemas.microsoft.com/office/drawing/2014/main" id="{32E687CF-9713-4EA3-B801-5E0765A43CB9}"/>
              </a:ext>
            </a:extLst>
          </p:cNvPr>
          <p:cNvSpPr/>
          <p:nvPr userDrawn="1"/>
        </p:nvSpPr>
        <p:spPr>
          <a:xfrm>
            <a:off x="17171744" y="4034056"/>
            <a:ext cx="341530" cy="171549"/>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복사</a:t>
            </a:r>
            <a:endParaRPr lang="en-US" altLang="ko-KR" sz="600" dirty="0">
              <a:solidFill>
                <a:schemeClr val="bg1"/>
              </a:solidFill>
            </a:endParaRPr>
          </a:p>
        </p:txBody>
      </p:sp>
      <p:sp>
        <p:nvSpPr>
          <p:cNvPr id="82" name="모서리가 둥근 직사각형 37">
            <a:extLst>
              <a:ext uri="{FF2B5EF4-FFF2-40B4-BE49-F238E27FC236}">
                <a16:creationId xmlns:a16="http://schemas.microsoft.com/office/drawing/2014/main" id="{F2C5CD61-045A-4A79-96CC-BF6104EA8576}"/>
              </a:ext>
            </a:extLst>
          </p:cNvPr>
          <p:cNvSpPr/>
          <p:nvPr userDrawn="1"/>
        </p:nvSpPr>
        <p:spPr>
          <a:xfrm>
            <a:off x="11836211" y="3246936"/>
            <a:ext cx="1013114" cy="153004"/>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t>#</a:t>
            </a:r>
            <a:r>
              <a:rPr lang="ko-KR" altLang="en-US" sz="800" dirty="0"/>
              <a:t>그룹 키워드 </a:t>
            </a:r>
            <a:r>
              <a:rPr lang="en-US" altLang="ko-KR" sz="800" dirty="0"/>
              <a:t>#1</a:t>
            </a:r>
            <a:endParaRPr lang="ko-KR" altLang="en-US" sz="800" dirty="0"/>
          </a:p>
        </p:txBody>
      </p:sp>
      <p:sp>
        <p:nvSpPr>
          <p:cNvPr id="83" name="모서리가 둥근 직사각형 38">
            <a:extLst>
              <a:ext uri="{FF2B5EF4-FFF2-40B4-BE49-F238E27FC236}">
                <a16:creationId xmlns:a16="http://schemas.microsoft.com/office/drawing/2014/main" id="{01136D8A-A274-4DB9-B63F-92E807D53D06}"/>
              </a:ext>
            </a:extLst>
          </p:cNvPr>
          <p:cNvSpPr/>
          <p:nvPr userDrawn="1"/>
        </p:nvSpPr>
        <p:spPr>
          <a:xfrm>
            <a:off x="12943826" y="3246936"/>
            <a:ext cx="835549" cy="153004"/>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t>#</a:t>
            </a:r>
            <a:r>
              <a:rPr lang="ko-KR" altLang="en-US" sz="800" dirty="0"/>
              <a:t>키워드 </a:t>
            </a:r>
            <a:r>
              <a:rPr lang="en-US" altLang="ko-KR" sz="800" dirty="0"/>
              <a:t>#2</a:t>
            </a:r>
            <a:endParaRPr lang="ko-KR" altLang="en-US" sz="800" dirty="0"/>
          </a:p>
        </p:txBody>
      </p:sp>
      <p:sp>
        <p:nvSpPr>
          <p:cNvPr id="84" name="모서리가 둥근 직사각형 37">
            <a:extLst>
              <a:ext uri="{FF2B5EF4-FFF2-40B4-BE49-F238E27FC236}">
                <a16:creationId xmlns:a16="http://schemas.microsoft.com/office/drawing/2014/main" id="{D4800A85-00FB-4A97-8E84-E4F9780A0D31}"/>
              </a:ext>
            </a:extLst>
          </p:cNvPr>
          <p:cNvSpPr/>
          <p:nvPr userDrawn="1"/>
        </p:nvSpPr>
        <p:spPr>
          <a:xfrm>
            <a:off x="11836211" y="3693734"/>
            <a:ext cx="1013114" cy="153004"/>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t>#</a:t>
            </a:r>
            <a:r>
              <a:rPr lang="ko-KR" altLang="en-US" sz="800" dirty="0"/>
              <a:t>그룹 키워드 </a:t>
            </a:r>
            <a:r>
              <a:rPr lang="en-US" altLang="ko-KR" sz="800" dirty="0"/>
              <a:t>#1</a:t>
            </a:r>
            <a:endParaRPr lang="ko-KR" altLang="en-US" sz="800" dirty="0"/>
          </a:p>
        </p:txBody>
      </p:sp>
      <p:sp>
        <p:nvSpPr>
          <p:cNvPr id="85" name="모서리가 둥근 직사각형 37">
            <a:extLst>
              <a:ext uri="{FF2B5EF4-FFF2-40B4-BE49-F238E27FC236}">
                <a16:creationId xmlns:a16="http://schemas.microsoft.com/office/drawing/2014/main" id="{3E053FD3-5B35-45B1-A0A4-71424A8EEC76}"/>
              </a:ext>
            </a:extLst>
          </p:cNvPr>
          <p:cNvSpPr/>
          <p:nvPr userDrawn="1"/>
        </p:nvSpPr>
        <p:spPr>
          <a:xfrm>
            <a:off x="11836211" y="4133326"/>
            <a:ext cx="1013114" cy="153004"/>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t>#</a:t>
            </a:r>
            <a:r>
              <a:rPr lang="ko-KR" altLang="en-US" sz="800" dirty="0"/>
              <a:t>그룹 키워드 </a:t>
            </a:r>
            <a:r>
              <a:rPr lang="en-US" altLang="ko-KR" sz="800" dirty="0"/>
              <a:t>#1</a:t>
            </a:r>
            <a:endParaRPr lang="ko-KR" altLang="en-US" sz="800" dirty="0"/>
          </a:p>
        </p:txBody>
      </p:sp>
      <p:sp>
        <p:nvSpPr>
          <p:cNvPr id="86" name="모서리가 둥근 직사각형 38">
            <a:extLst>
              <a:ext uri="{FF2B5EF4-FFF2-40B4-BE49-F238E27FC236}">
                <a16:creationId xmlns:a16="http://schemas.microsoft.com/office/drawing/2014/main" id="{640B07EC-3BB4-476D-94D0-488DB36120D4}"/>
              </a:ext>
            </a:extLst>
          </p:cNvPr>
          <p:cNvSpPr/>
          <p:nvPr userDrawn="1"/>
        </p:nvSpPr>
        <p:spPr>
          <a:xfrm>
            <a:off x="12943826" y="4133326"/>
            <a:ext cx="835549" cy="153004"/>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t>#</a:t>
            </a:r>
            <a:r>
              <a:rPr lang="ko-KR" altLang="en-US" sz="800" dirty="0"/>
              <a:t>키워드 </a:t>
            </a:r>
            <a:r>
              <a:rPr lang="en-US" altLang="ko-KR" sz="800" dirty="0"/>
              <a:t>#2</a:t>
            </a:r>
            <a:endParaRPr lang="ko-KR" altLang="en-US" sz="800" dirty="0"/>
          </a:p>
        </p:txBody>
      </p:sp>
    </p:spTree>
    <p:extLst>
      <p:ext uri="{BB962C8B-B14F-4D97-AF65-F5344CB8AC3E}">
        <p14:creationId xmlns:p14="http://schemas.microsoft.com/office/powerpoint/2010/main" val="3476287541"/>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7_사용자 지정 레이아웃">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33F62275-1E02-4E9E-A920-B65CB5DFB8C4}"/>
              </a:ext>
            </a:extLst>
          </p:cNvPr>
          <p:cNvSpPr/>
          <p:nvPr userDrawn="1"/>
        </p:nvSpPr>
        <p:spPr>
          <a:xfrm>
            <a:off x="1349724" y="570864"/>
            <a:ext cx="693212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 name="직사각형 3">
            <a:extLst>
              <a:ext uri="{FF2B5EF4-FFF2-40B4-BE49-F238E27FC236}">
                <a16:creationId xmlns:a16="http://schemas.microsoft.com/office/drawing/2014/main" id="{FC331245-7EDF-4036-80F8-A61BBBFAEFE2}"/>
              </a:ext>
            </a:extLst>
          </p:cNvPr>
          <p:cNvSpPr/>
          <p:nvPr userDrawn="1"/>
        </p:nvSpPr>
        <p:spPr>
          <a:xfrm>
            <a:off x="9271395" y="559383"/>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endParaRPr lang="en-US" altLang="ko-KR" sz="800" dirty="0">
              <a:solidFill>
                <a:schemeClr val="bg1"/>
              </a:solidFill>
            </a:endParaRPr>
          </a:p>
        </p:txBody>
      </p:sp>
      <p:graphicFrame>
        <p:nvGraphicFramePr>
          <p:cNvPr id="5" name="표 63">
            <a:extLst>
              <a:ext uri="{FF2B5EF4-FFF2-40B4-BE49-F238E27FC236}">
                <a16:creationId xmlns:a16="http://schemas.microsoft.com/office/drawing/2014/main" id="{1D6702A2-C9AB-49FF-8856-CEA4E8289561}"/>
              </a:ext>
            </a:extLst>
          </p:cNvPr>
          <p:cNvGraphicFramePr>
            <a:graphicFrameLocks noGrp="1"/>
          </p:cNvGraphicFramePr>
          <p:nvPr userDrawn="1">
            <p:extLst>
              <p:ext uri="{D42A27DB-BD31-4B8C-83A1-F6EECF244321}">
                <p14:modId xmlns:p14="http://schemas.microsoft.com/office/powerpoint/2010/main" val="2099752672"/>
              </p:ext>
            </p:extLst>
          </p:nvPr>
        </p:nvGraphicFramePr>
        <p:xfrm>
          <a:off x="108567" y="547912"/>
          <a:ext cx="9936421" cy="457200"/>
        </p:xfrm>
        <a:graphic>
          <a:graphicData uri="http://schemas.openxmlformats.org/drawingml/2006/table">
            <a:tbl>
              <a:tblPr firstRow="1" bandRow="1">
                <a:tableStyleId>{5940675A-B579-460E-94D1-54222C63F5DA}</a:tableStyleId>
              </a:tblPr>
              <a:tblGrid>
                <a:gridCol w="1101924">
                  <a:extLst>
                    <a:ext uri="{9D8B030D-6E8A-4147-A177-3AD203B41FA5}">
                      <a16:colId xmlns:a16="http://schemas.microsoft.com/office/drawing/2014/main" val="3701388552"/>
                    </a:ext>
                  </a:extLst>
                </a:gridCol>
                <a:gridCol w="8834497">
                  <a:extLst>
                    <a:ext uri="{9D8B030D-6E8A-4147-A177-3AD203B41FA5}">
                      <a16:colId xmlns:a16="http://schemas.microsoft.com/office/drawing/2014/main" val="339215266"/>
                    </a:ext>
                  </a:extLst>
                </a:gridCol>
              </a:tblGrid>
              <a:tr h="0">
                <a:tc>
                  <a:txBody>
                    <a:bodyPr/>
                    <a:lstStyle/>
                    <a:p>
                      <a:pPr latinLnBrk="1"/>
                      <a:r>
                        <a:rPr lang="ko-KR" altLang="en-US" sz="900" dirty="0"/>
                        <a:t>상품명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6" name="직사각형 5">
            <a:extLst>
              <a:ext uri="{FF2B5EF4-FFF2-40B4-BE49-F238E27FC236}">
                <a16:creationId xmlns:a16="http://schemas.microsoft.com/office/drawing/2014/main" id="{EB7C3A79-70AE-49C1-ACC8-BD053EED7A4F}"/>
              </a:ext>
            </a:extLst>
          </p:cNvPr>
          <p:cNvSpPr/>
          <p:nvPr userDrawn="1"/>
        </p:nvSpPr>
        <p:spPr>
          <a:xfrm>
            <a:off x="9273843" y="786602"/>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graphicFrame>
        <p:nvGraphicFramePr>
          <p:cNvPr id="7" name="표 6">
            <a:extLst>
              <a:ext uri="{FF2B5EF4-FFF2-40B4-BE49-F238E27FC236}">
                <a16:creationId xmlns:a16="http://schemas.microsoft.com/office/drawing/2014/main" id="{848799B7-C2CD-459A-9922-B67E9F0F1B44}"/>
              </a:ext>
            </a:extLst>
          </p:cNvPr>
          <p:cNvGraphicFramePr>
            <a:graphicFrameLocks noGrp="1"/>
          </p:cNvGraphicFramePr>
          <p:nvPr userDrawn="1">
            <p:extLst>
              <p:ext uri="{D42A27DB-BD31-4B8C-83A1-F6EECF244321}">
                <p14:modId xmlns:p14="http://schemas.microsoft.com/office/powerpoint/2010/main" val="1976378433"/>
              </p:ext>
            </p:extLst>
          </p:nvPr>
        </p:nvGraphicFramePr>
        <p:xfrm>
          <a:off x="108565" y="1454697"/>
          <a:ext cx="9936420" cy="4236720"/>
        </p:xfrm>
        <a:graphic>
          <a:graphicData uri="http://schemas.openxmlformats.org/drawingml/2006/table">
            <a:tbl>
              <a:tblPr firstRow="1" bandRow="1">
                <a:tableStyleId>{5C22544A-7EE6-4342-B048-85BDC9FD1C3A}</a:tableStyleId>
              </a:tblPr>
              <a:tblGrid>
                <a:gridCol w="531402">
                  <a:extLst>
                    <a:ext uri="{9D8B030D-6E8A-4147-A177-3AD203B41FA5}">
                      <a16:colId xmlns:a16="http://schemas.microsoft.com/office/drawing/2014/main" val="401447903"/>
                    </a:ext>
                  </a:extLst>
                </a:gridCol>
                <a:gridCol w="872457">
                  <a:extLst>
                    <a:ext uri="{9D8B030D-6E8A-4147-A177-3AD203B41FA5}">
                      <a16:colId xmlns:a16="http://schemas.microsoft.com/office/drawing/2014/main" val="20000"/>
                    </a:ext>
                  </a:extLst>
                </a:gridCol>
                <a:gridCol w="3271116">
                  <a:extLst>
                    <a:ext uri="{9D8B030D-6E8A-4147-A177-3AD203B41FA5}">
                      <a16:colId xmlns:a16="http://schemas.microsoft.com/office/drawing/2014/main" val="20003"/>
                    </a:ext>
                  </a:extLst>
                </a:gridCol>
                <a:gridCol w="962167">
                  <a:extLst>
                    <a:ext uri="{9D8B030D-6E8A-4147-A177-3AD203B41FA5}">
                      <a16:colId xmlns:a16="http://schemas.microsoft.com/office/drawing/2014/main" val="20004"/>
                    </a:ext>
                  </a:extLst>
                </a:gridCol>
                <a:gridCol w="1364777">
                  <a:extLst>
                    <a:ext uri="{9D8B030D-6E8A-4147-A177-3AD203B41FA5}">
                      <a16:colId xmlns:a16="http://schemas.microsoft.com/office/drawing/2014/main" val="20005"/>
                    </a:ext>
                  </a:extLst>
                </a:gridCol>
                <a:gridCol w="1323832">
                  <a:extLst>
                    <a:ext uri="{9D8B030D-6E8A-4147-A177-3AD203B41FA5}">
                      <a16:colId xmlns:a16="http://schemas.microsoft.com/office/drawing/2014/main" val="20006"/>
                    </a:ext>
                  </a:extLst>
                </a:gridCol>
                <a:gridCol w="655093">
                  <a:extLst>
                    <a:ext uri="{9D8B030D-6E8A-4147-A177-3AD203B41FA5}">
                      <a16:colId xmlns:a16="http://schemas.microsoft.com/office/drawing/2014/main" val="20009"/>
                    </a:ext>
                  </a:extLst>
                </a:gridCol>
                <a:gridCol w="955576">
                  <a:extLst>
                    <a:ext uri="{9D8B030D-6E8A-4147-A177-3AD203B41FA5}">
                      <a16:colId xmlns:a16="http://schemas.microsoft.com/office/drawing/2014/main" val="2179269706"/>
                    </a:ext>
                  </a:extLst>
                </a:gridCol>
              </a:tblGrid>
              <a:tr h="0">
                <a:tc>
                  <a:txBody>
                    <a:bodyPr/>
                    <a:lstStyle/>
                    <a:p>
                      <a:pPr algn="ctr" latinLnBrk="1"/>
                      <a:r>
                        <a:rPr lang="en-US" altLang="ko-KR" sz="800" b="0" dirty="0">
                          <a:solidFill>
                            <a:schemeClr val="tx1"/>
                          </a:solidFill>
                        </a:rPr>
                        <a:t>No</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재고</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상세보기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판매요청</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3433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a20392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2,110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3432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a20321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3,160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3431</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a20320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42,110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algn="ctr" latinLnBrk="1"/>
                      <a:r>
                        <a:rPr lang="en-US" altLang="ko-KR" sz="800" b="0" dirty="0">
                          <a:solidFill>
                            <a:schemeClr val="tx1"/>
                          </a:solidFill>
                        </a:rPr>
                        <a:t>3430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A20222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2,110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6792756"/>
                  </a:ext>
                </a:extLst>
              </a:tr>
              <a:tr h="0">
                <a:tc>
                  <a:txBody>
                    <a:bodyPr/>
                    <a:lstStyle/>
                    <a:p>
                      <a:pPr algn="ctr" latinLnBrk="1"/>
                      <a:r>
                        <a:rPr lang="en-US" altLang="ko-KR" sz="800" b="0" dirty="0">
                          <a:solidFill>
                            <a:schemeClr val="tx1"/>
                          </a:solidFill>
                        </a:rPr>
                        <a:t>3429</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B20321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3,160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60545407"/>
                  </a:ext>
                </a:extLst>
              </a:tr>
              <a:tr h="0">
                <a:tc>
                  <a:txBody>
                    <a:bodyPr/>
                    <a:lstStyle/>
                    <a:p>
                      <a:pPr algn="ctr" latinLnBrk="1"/>
                      <a:r>
                        <a:rPr lang="en-US" altLang="ko-KR" sz="800" b="0" dirty="0">
                          <a:solidFill>
                            <a:schemeClr val="tx1"/>
                          </a:solidFill>
                        </a:rPr>
                        <a:t>3428</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C20320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42,110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73000931"/>
                  </a:ext>
                </a:extLst>
              </a:tr>
              <a:tr h="0">
                <a:tc>
                  <a:txBody>
                    <a:bodyPr/>
                    <a:lstStyle/>
                    <a:p>
                      <a:pPr algn="ctr" latinLnBrk="1"/>
                      <a:r>
                        <a:rPr lang="en-US" altLang="ko-KR" sz="800" b="0" dirty="0">
                          <a:solidFill>
                            <a:schemeClr val="tx1"/>
                          </a:solidFill>
                        </a:rPr>
                        <a:t>3427</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E20392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2,110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14774640"/>
                  </a:ext>
                </a:extLst>
              </a:tr>
              <a:tr h="0">
                <a:tc>
                  <a:txBody>
                    <a:bodyPr/>
                    <a:lstStyle/>
                    <a:p>
                      <a:pPr algn="ctr" latinLnBrk="1"/>
                      <a:r>
                        <a:rPr lang="en-US" altLang="ko-KR" sz="800" b="0" dirty="0">
                          <a:solidFill>
                            <a:schemeClr val="tx1"/>
                          </a:solidFill>
                        </a:rPr>
                        <a:t>3426</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F20212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3,160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40055972"/>
                  </a:ext>
                </a:extLst>
              </a:tr>
              <a:tr h="0">
                <a:tc>
                  <a:txBody>
                    <a:bodyPr/>
                    <a:lstStyle/>
                    <a:p>
                      <a:pPr algn="ctr" latinLnBrk="1"/>
                      <a:r>
                        <a:rPr lang="en-US" altLang="ko-KR" sz="800" b="0" dirty="0">
                          <a:solidFill>
                            <a:schemeClr val="tx1"/>
                          </a:solidFill>
                        </a:rPr>
                        <a:t>3425</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Z20321</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42,110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64757641"/>
                  </a:ext>
                </a:extLst>
              </a:tr>
              <a:tr h="0">
                <a:tc>
                  <a:txBody>
                    <a:bodyPr/>
                    <a:lstStyle/>
                    <a:p>
                      <a:pPr algn="ctr" latinLnBrk="1"/>
                      <a:r>
                        <a:rPr lang="en-US" altLang="ko-KR" sz="800" b="0" dirty="0">
                          <a:solidFill>
                            <a:schemeClr val="tx1"/>
                          </a:solidFill>
                        </a:rPr>
                        <a:t>3424</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A20200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2,110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94086906"/>
                  </a:ext>
                </a:extLst>
              </a:tr>
              <a:tr h="0">
                <a:tc>
                  <a:txBody>
                    <a:bodyPr/>
                    <a:lstStyle/>
                    <a:p>
                      <a:pPr algn="ctr" latinLnBrk="1"/>
                      <a:r>
                        <a:rPr lang="en-US" altLang="ko-KR" sz="800" b="0" dirty="0">
                          <a:solidFill>
                            <a:schemeClr val="tx1"/>
                          </a:solidFill>
                        </a:rPr>
                        <a:t>3423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A20333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3,160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61936248"/>
                  </a:ext>
                </a:extLst>
              </a:tr>
              <a:tr h="0">
                <a:tc>
                  <a:txBody>
                    <a:bodyPr/>
                    <a:lstStyle/>
                    <a:p>
                      <a:pPr algn="ctr" latinLnBrk="1"/>
                      <a:r>
                        <a:rPr lang="en-US" altLang="ko-KR" sz="800" b="0" dirty="0">
                          <a:solidFill>
                            <a:schemeClr val="tx1"/>
                          </a:solidFill>
                        </a:rPr>
                        <a:t>3422</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E20312</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42,110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83094304"/>
                  </a:ext>
                </a:extLst>
              </a:tr>
            </a:tbl>
          </a:graphicData>
        </a:graphic>
      </p:graphicFrame>
      <p:sp>
        <p:nvSpPr>
          <p:cNvPr id="8" name="TextBox 7">
            <a:extLst>
              <a:ext uri="{FF2B5EF4-FFF2-40B4-BE49-F238E27FC236}">
                <a16:creationId xmlns:a16="http://schemas.microsoft.com/office/drawing/2014/main" id="{69C88881-C27B-411F-BFCD-241857C187E8}"/>
              </a:ext>
            </a:extLst>
          </p:cNvPr>
          <p:cNvSpPr txBox="1"/>
          <p:nvPr userDrawn="1"/>
        </p:nvSpPr>
        <p:spPr>
          <a:xfrm>
            <a:off x="94598" y="1216872"/>
            <a:ext cx="761547" cy="215444"/>
          </a:xfrm>
          <a:prstGeom prst="rect">
            <a:avLst/>
          </a:prstGeom>
          <a:noFill/>
        </p:spPr>
        <p:txBody>
          <a:bodyPr wrap="square" rtlCol="0">
            <a:spAutoFit/>
          </a:bodyPr>
          <a:lstStyle/>
          <a:p>
            <a:r>
              <a:rPr lang="ko-KR" altLang="en-US" sz="800"/>
              <a:t>총 </a:t>
            </a:r>
            <a:r>
              <a:rPr lang="en-US" altLang="ko-KR" sz="800" dirty="0"/>
              <a:t>00</a:t>
            </a:r>
            <a:r>
              <a:rPr lang="ko-KR" altLang="en-US" sz="800" dirty="0"/>
              <a:t>건</a:t>
            </a:r>
          </a:p>
        </p:txBody>
      </p:sp>
      <p:pic>
        <p:nvPicPr>
          <p:cNvPr id="9" name="Picture 2">
            <a:extLst>
              <a:ext uri="{FF2B5EF4-FFF2-40B4-BE49-F238E27FC236}">
                <a16:creationId xmlns:a16="http://schemas.microsoft.com/office/drawing/2014/main" id="{E2BB8406-2251-4029-AE0D-92AC1AC23109}"/>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084892" y="5982592"/>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10" name="그룹 9">
            <a:extLst>
              <a:ext uri="{FF2B5EF4-FFF2-40B4-BE49-F238E27FC236}">
                <a16:creationId xmlns:a16="http://schemas.microsoft.com/office/drawing/2014/main" id="{8F4E57E9-DE00-4F65-9DEE-2531DE2ED176}"/>
              </a:ext>
            </a:extLst>
          </p:cNvPr>
          <p:cNvGrpSpPr/>
          <p:nvPr userDrawn="1"/>
        </p:nvGrpSpPr>
        <p:grpSpPr>
          <a:xfrm>
            <a:off x="1636057" y="1664921"/>
            <a:ext cx="2414206" cy="338554"/>
            <a:chOff x="1237833" y="3417650"/>
            <a:chExt cx="1708480" cy="338554"/>
          </a:xfrm>
        </p:grpSpPr>
        <p:grpSp>
          <p:nvGrpSpPr>
            <p:cNvPr id="11" name="그룹 10">
              <a:extLst>
                <a:ext uri="{FF2B5EF4-FFF2-40B4-BE49-F238E27FC236}">
                  <a16:creationId xmlns:a16="http://schemas.microsoft.com/office/drawing/2014/main" id="{309C97EB-0459-4420-9A56-43557D56D248}"/>
                </a:ext>
              </a:extLst>
            </p:cNvPr>
            <p:cNvGrpSpPr/>
            <p:nvPr/>
          </p:nvGrpSpPr>
          <p:grpSpPr>
            <a:xfrm>
              <a:off x="1237833" y="3462866"/>
              <a:ext cx="378630" cy="248122"/>
              <a:chOff x="2681976" y="1955121"/>
              <a:chExt cx="1993118" cy="596970"/>
            </a:xfrm>
          </p:grpSpPr>
          <p:sp>
            <p:nvSpPr>
              <p:cNvPr id="13" name="Border">
                <a:extLst>
                  <a:ext uri="{FF2B5EF4-FFF2-40B4-BE49-F238E27FC236}">
                    <a16:creationId xmlns:a16="http://schemas.microsoft.com/office/drawing/2014/main" id="{A43E0F85-C142-458E-BCE9-B038ACF5A1C3}"/>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 name="Line 2">
                <a:extLst>
                  <a:ext uri="{FF2B5EF4-FFF2-40B4-BE49-F238E27FC236}">
                    <a16:creationId xmlns:a16="http://schemas.microsoft.com/office/drawing/2014/main" id="{A6185F81-4930-4283-B334-2D424D98A7F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 name="Line 1">
                <a:extLst>
                  <a:ext uri="{FF2B5EF4-FFF2-40B4-BE49-F238E27FC236}">
                    <a16:creationId xmlns:a16="http://schemas.microsoft.com/office/drawing/2014/main" id="{0746BF03-5E35-4BCD-9700-0B05FCF15783}"/>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 name="TextBox 15">
                <a:extLst>
                  <a:ext uri="{FF2B5EF4-FFF2-40B4-BE49-F238E27FC236}">
                    <a16:creationId xmlns:a16="http://schemas.microsoft.com/office/drawing/2014/main" id="{74A95CBA-2663-42E5-BB63-E86BED492D67}"/>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2" name="직사각형 11">
              <a:extLst>
                <a:ext uri="{FF2B5EF4-FFF2-40B4-BE49-F238E27FC236}">
                  <a16:creationId xmlns:a16="http://schemas.microsoft.com/office/drawing/2014/main" id="{F5193F8A-012B-4441-9C06-FC9EB7276156}"/>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17" name="그룹 16">
            <a:extLst>
              <a:ext uri="{FF2B5EF4-FFF2-40B4-BE49-F238E27FC236}">
                <a16:creationId xmlns:a16="http://schemas.microsoft.com/office/drawing/2014/main" id="{FF04EFA4-B571-4DB2-8FB6-067C5BDFB730}"/>
              </a:ext>
            </a:extLst>
          </p:cNvPr>
          <p:cNvGrpSpPr/>
          <p:nvPr userDrawn="1"/>
        </p:nvGrpSpPr>
        <p:grpSpPr>
          <a:xfrm>
            <a:off x="1627348" y="1999057"/>
            <a:ext cx="2414206" cy="338554"/>
            <a:chOff x="1237833" y="3417650"/>
            <a:chExt cx="1708480" cy="338554"/>
          </a:xfrm>
        </p:grpSpPr>
        <p:grpSp>
          <p:nvGrpSpPr>
            <p:cNvPr id="18" name="그룹 17">
              <a:extLst>
                <a:ext uri="{FF2B5EF4-FFF2-40B4-BE49-F238E27FC236}">
                  <a16:creationId xmlns:a16="http://schemas.microsoft.com/office/drawing/2014/main" id="{98E1FE7D-14FD-48C5-980C-003A4AB5F692}"/>
                </a:ext>
              </a:extLst>
            </p:cNvPr>
            <p:cNvGrpSpPr/>
            <p:nvPr/>
          </p:nvGrpSpPr>
          <p:grpSpPr>
            <a:xfrm>
              <a:off x="1237833" y="3462866"/>
              <a:ext cx="378630" cy="248122"/>
              <a:chOff x="2681976" y="1955121"/>
              <a:chExt cx="1993118" cy="596970"/>
            </a:xfrm>
          </p:grpSpPr>
          <p:sp>
            <p:nvSpPr>
              <p:cNvPr id="20" name="Border">
                <a:extLst>
                  <a:ext uri="{FF2B5EF4-FFF2-40B4-BE49-F238E27FC236}">
                    <a16:creationId xmlns:a16="http://schemas.microsoft.com/office/drawing/2014/main" id="{F23B7C54-9A40-478A-A028-3162D20091DC}"/>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 name="Line 2">
                <a:extLst>
                  <a:ext uri="{FF2B5EF4-FFF2-40B4-BE49-F238E27FC236}">
                    <a16:creationId xmlns:a16="http://schemas.microsoft.com/office/drawing/2014/main" id="{BBE6792A-E980-4AE1-9CF1-D7B61BC38D5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 name="Line 1">
                <a:extLst>
                  <a:ext uri="{FF2B5EF4-FFF2-40B4-BE49-F238E27FC236}">
                    <a16:creationId xmlns:a16="http://schemas.microsoft.com/office/drawing/2014/main" id="{16DA3D46-F745-4B2B-843E-3F1062698AF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3" name="TextBox 22">
                <a:extLst>
                  <a:ext uri="{FF2B5EF4-FFF2-40B4-BE49-F238E27FC236}">
                    <a16:creationId xmlns:a16="http://schemas.microsoft.com/office/drawing/2014/main" id="{1829ECAA-488B-4C49-8B47-7F3A167738BB}"/>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9" name="직사각형 18">
              <a:extLst>
                <a:ext uri="{FF2B5EF4-FFF2-40B4-BE49-F238E27FC236}">
                  <a16:creationId xmlns:a16="http://schemas.microsoft.com/office/drawing/2014/main" id="{B292610D-4347-4FD8-ABD2-0FEB075C86F1}"/>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24" name="그룹 23">
            <a:extLst>
              <a:ext uri="{FF2B5EF4-FFF2-40B4-BE49-F238E27FC236}">
                <a16:creationId xmlns:a16="http://schemas.microsoft.com/office/drawing/2014/main" id="{B3E93931-BF85-4222-B801-D59471AE0406}"/>
              </a:ext>
            </a:extLst>
          </p:cNvPr>
          <p:cNvGrpSpPr/>
          <p:nvPr userDrawn="1"/>
        </p:nvGrpSpPr>
        <p:grpSpPr>
          <a:xfrm>
            <a:off x="1632054" y="2335343"/>
            <a:ext cx="2414206" cy="338554"/>
            <a:chOff x="1237833" y="3417650"/>
            <a:chExt cx="1708480" cy="338554"/>
          </a:xfrm>
        </p:grpSpPr>
        <p:grpSp>
          <p:nvGrpSpPr>
            <p:cNvPr id="25" name="그룹 24">
              <a:extLst>
                <a:ext uri="{FF2B5EF4-FFF2-40B4-BE49-F238E27FC236}">
                  <a16:creationId xmlns:a16="http://schemas.microsoft.com/office/drawing/2014/main" id="{CEF6C6A7-581A-41D9-BA0F-8E85E5A014E2}"/>
                </a:ext>
              </a:extLst>
            </p:cNvPr>
            <p:cNvGrpSpPr/>
            <p:nvPr/>
          </p:nvGrpSpPr>
          <p:grpSpPr>
            <a:xfrm>
              <a:off x="1237833" y="3462866"/>
              <a:ext cx="378630" cy="248122"/>
              <a:chOff x="2681976" y="1955121"/>
              <a:chExt cx="1993118" cy="596970"/>
            </a:xfrm>
          </p:grpSpPr>
          <p:sp>
            <p:nvSpPr>
              <p:cNvPr id="27" name="Border">
                <a:extLst>
                  <a:ext uri="{FF2B5EF4-FFF2-40B4-BE49-F238E27FC236}">
                    <a16:creationId xmlns:a16="http://schemas.microsoft.com/office/drawing/2014/main" id="{4B567D8C-6DD4-4FE3-96D6-364386471948}"/>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8" name="Line 2">
                <a:extLst>
                  <a:ext uri="{FF2B5EF4-FFF2-40B4-BE49-F238E27FC236}">
                    <a16:creationId xmlns:a16="http://schemas.microsoft.com/office/drawing/2014/main" id="{A193BDF7-7969-4D60-A15B-F96DC0FCD2FF}"/>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9" name="Line 1">
                <a:extLst>
                  <a:ext uri="{FF2B5EF4-FFF2-40B4-BE49-F238E27FC236}">
                    <a16:creationId xmlns:a16="http://schemas.microsoft.com/office/drawing/2014/main" id="{0526BE78-F69C-473B-96B1-2A714C83C0D3}"/>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0" name="TextBox 29">
                <a:extLst>
                  <a:ext uri="{FF2B5EF4-FFF2-40B4-BE49-F238E27FC236}">
                    <a16:creationId xmlns:a16="http://schemas.microsoft.com/office/drawing/2014/main" id="{17315361-76CC-40B2-BA6E-94F9E1E900C8}"/>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6" name="직사각형 25">
              <a:extLst>
                <a:ext uri="{FF2B5EF4-FFF2-40B4-BE49-F238E27FC236}">
                  <a16:creationId xmlns:a16="http://schemas.microsoft.com/office/drawing/2014/main" id="{E081CDD9-DAED-4323-AC3E-4F0EB09E0A19}"/>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31" name="그룹 30">
            <a:extLst>
              <a:ext uri="{FF2B5EF4-FFF2-40B4-BE49-F238E27FC236}">
                <a16:creationId xmlns:a16="http://schemas.microsoft.com/office/drawing/2014/main" id="{87D93F5E-1094-45BD-9967-15B2B7F99696}"/>
              </a:ext>
            </a:extLst>
          </p:cNvPr>
          <p:cNvGrpSpPr/>
          <p:nvPr userDrawn="1"/>
        </p:nvGrpSpPr>
        <p:grpSpPr>
          <a:xfrm>
            <a:off x="1627348" y="2669479"/>
            <a:ext cx="2414206" cy="338554"/>
            <a:chOff x="1237833" y="3417650"/>
            <a:chExt cx="1708480" cy="338554"/>
          </a:xfrm>
        </p:grpSpPr>
        <p:grpSp>
          <p:nvGrpSpPr>
            <p:cNvPr id="32" name="그룹 31">
              <a:extLst>
                <a:ext uri="{FF2B5EF4-FFF2-40B4-BE49-F238E27FC236}">
                  <a16:creationId xmlns:a16="http://schemas.microsoft.com/office/drawing/2014/main" id="{2DF01B07-9791-40FA-933F-9BF799F523E1}"/>
                </a:ext>
              </a:extLst>
            </p:cNvPr>
            <p:cNvGrpSpPr/>
            <p:nvPr/>
          </p:nvGrpSpPr>
          <p:grpSpPr>
            <a:xfrm>
              <a:off x="1237833" y="3462866"/>
              <a:ext cx="378630" cy="248122"/>
              <a:chOff x="2681976" y="1955121"/>
              <a:chExt cx="1993118" cy="596970"/>
            </a:xfrm>
          </p:grpSpPr>
          <p:sp>
            <p:nvSpPr>
              <p:cNvPr id="34" name="Border">
                <a:extLst>
                  <a:ext uri="{FF2B5EF4-FFF2-40B4-BE49-F238E27FC236}">
                    <a16:creationId xmlns:a16="http://schemas.microsoft.com/office/drawing/2014/main" id="{3088EBF9-DA07-4DC1-9BAB-E0D50789F68A}"/>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5" name="Line 2">
                <a:extLst>
                  <a:ext uri="{FF2B5EF4-FFF2-40B4-BE49-F238E27FC236}">
                    <a16:creationId xmlns:a16="http://schemas.microsoft.com/office/drawing/2014/main" id="{4A6D3980-E5C9-4780-8F55-3A6EB3F88CD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6" name="Line 1">
                <a:extLst>
                  <a:ext uri="{FF2B5EF4-FFF2-40B4-BE49-F238E27FC236}">
                    <a16:creationId xmlns:a16="http://schemas.microsoft.com/office/drawing/2014/main" id="{86C9A6F0-FFF5-4C32-BB5F-162A6ABB5101}"/>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7" name="TextBox 36">
                <a:extLst>
                  <a:ext uri="{FF2B5EF4-FFF2-40B4-BE49-F238E27FC236}">
                    <a16:creationId xmlns:a16="http://schemas.microsoft.com/office/drawing/2014/main" id="{2AB2BB49-CE2D-4C33-8550-80FF9FCDF6FF}"/>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33" name="직사각형 32">
              <a:extLst>
                <a:ext uri="{FF2B5EF4-FFF2-40B4-BE49-F238E27FC236}">
                  <a16:creationId xmlns:a16="http://schemas.microsoft.com/office/drawing/2014/main" id="{AD68A97D-8545-4745-8973-87A6E81D4C6A}"/>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38" name="그룹 37">
            <a:extLst>
              <a:ext uri="{FF2B5EF4-FFF2-40B4-BE49-F238E27FC236}">
                <a16:creationId xmlns:a16="http://schemas.microsoft.com/office/drawing/2014/main" id="{5F954D97-C6EE-40C7-9656-81A4D2F5CC0B}"/>
              </a:ext>
            </a:extLst>
          </p:cNvPr>
          <p:cNvGrpSpPr/>
          <p:nvPr userDrawn="1"/>
        </p:nvGrpSpPr>
        <p:grpSpPr>
          <a:xfrm>
            <a:off x="1618639" y="3003615"/>
            <a:ext cx="2414206" cy="338554"/>
            <a:chOff x="1237833" y="3417650"/>
            <a:chExt cx="1708480" cy="338554"/>
          </a:xfrm>
        </p:grpSpPr>
        <p:grpSp>
          <p:nvGrpSpPr>
            <p:cNvPr id="39" name="그룹 38">
              <a:extLst>
                <a:ext uri="{FF2B5EF4-FFF2-40B4-BE49-F238E27FC236}">
                  <a16:creationId xmlns:a16="http://schemas.microsoft.com/office/drawing/2014/main" id="{984AB0B0-B7A0-4EAC-90BE-FC886479FF9E}"/>
                </a:ext>
              </a:extLst>
            </p:cNvPr>
            <p:cNvGrpSpPr/>
            <p:nvPr/>
          </p:nvGrpSpPr>
          <p:grpSpPr>
            <a:xfrm>
              <a:off x="1237833" y="3462866"/>
              <a:ext cx="378630" cy="248122"/>
              <a:chOff x="2681976" y="1955121"/>
              <a:chExt cx="1993118" cy="596970"/>
            </a:xfrm>
          </p:grpSpPr>
          <p:sp>
            <p:nvSpPr>
              <p:cNvPr id="41" name="Border">
                <a:extLst>
                  <a:ext uri="{FF2B5EF4-FFF2-40B4-BE49-F238E27FC236}">
                    <a16:creationId xmlns:a16="http://schemas.microsoft.com/office/drawing/2014/main" id="{706CC86E-4C06-4644-8027-1AF2AD02F06C}"/>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2" name="Line 2">
                <a:extLst>
                  <a:ext uri="{FF2B5EF4-FFF2-40B4-BE49-F238E27FC236}">
                    <a16:creationId xmlns:a16="http://schemas.microsoft.com/office/drawing/2014/main" id="{41226DE7-77C8-4930-9D05-081E5FD1B55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3" name="Line 1">
                <a:extLst>
                  <a:ext uri="{FF2B5EF4-FFF2-40B4-BE49-F238E27FC236}">
                    <a16:creationId xmlns:a16="http://schemas.microsoft.com/office/drawing/2014/main" id="{2C0B8B83-7C1B-4A10-8D61-92724A38617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4" name="TextBox 43">
                <a:extLst>
                  <a:ext uri="{FF2B5EF4-FFF2-40B4-BE49-F238E27FC236}">
                    <a16:creationId xmlns:a16="http://schemas.microsoft.com/office/drawing/2014/main" id="{294A5B76-B228-4288-9F2E-B81CACD7BB19}"/>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40" name="직사각형 39">
              <a:extLst>
                <a:ext uri="{FF2B5EF4-FFF2-40B4-BE49-F238E27FC236}">
                  <a16:creationId xmlns:a16="http://schemas.microsoft.com/office/drawing/2014/main" id="{7E423E62-B302-422F-A7A5-44C67CDBA63E}"/>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45" name="그룹 44">
            <a:extLst>
              <a:ext uri="{FF2B5EF4-FFF2-40B4-BE49-F238E27FC236}">
                <a16:creationId xmlns:a16="http://schemas.microsoft.com/office/drawing/2014/main" id="{339BDE09-E3A2-4EF2-877C-D06B7CB34914}"/>
              </a:ext>
            </a:extLst>
          </p:cNvPr>
          <p:cNvGrpSpPr/>
          <p:nvPr userDrawn="1"/>
        </p:nvGrpSpPr>
        <p:grpSpPr>
          <a:xfrm>
            <a:off x="1623345" y="3339901"/>
            <a:ext cx="2414206" cy="338554"/>
            <a:chOff x="1237833" y="3417650"/>
            <a:chExt cx="1708480" cy="338554"/>
          </a:xfrm>
        </p:grpSpPr>
        <p:grpSp>
          <p:nvGrpSpPr>
            <p:cNvPr id="46" name="그룹 45">
              <a:extLst>
                <a:ext uri="{FF2B5EF4-FFF2-40B4-BE49-F238E27FC236}">
                  <a16:creationId xmlns:a16="http://schemas.microsoft.com/office/drawing/2014/main" id="{E77C6643-3D10-447D-B846-9D59B41F86DE}"/>
                </a:ext>
              </a:extLst>
            </p:cNvPr>
            <p:cNvGrpSpPr/>
            <p:nvPr/>
          </p:nvGrpSpPr>
          <p:grpSpPr>
            <a:xfrm>
              <a:off x="1237833" y="3462866"/>
              <a:ext cx="378630" cy="248122"/>
              <a:chOff x="2681976" y="1955121"/>
              <a:chExt cx="1993118" cy="596970"/>
            </a:xfrm>
          </p:grpSpPr>
          <p:sp>
            <p:nvSpPr>
              <p:cNvPr id="48" name="Border">
                <a:extLst>
                  <a:ext uri="{FF2B5EF4-FFF2-40B4-BE49-F238E27FC236}">
                    <a16:creationId xmlns:a16="http://schemas.microsoft.com/office/drawing/2014/main" id="{A34C3CE2-6ACD-438B-A566-99C0DE0984C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9" name="Line 2">
                <a:extLst>
                  <a:ext uri="{FF2B5EF4-FFF2-40B4-BE49-F238E27FC236}">
                    <a16:creationId xmlns:a16="http://schemas.microsoft.com/office/drawing/2014/main" id="{B76B20ED-C983-46DA-A8B5-685ADE1E97FD}"/>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0" name="Line 1">
                <a:extLst>
                  <a:ext uri="{FF2B5EF4-FFF2-40B4-BE49-F238E27FC236}">
                    <a16:creationId xmlns:a16="http://schemas.microsoft.com/office/drawing/2014/main" id="{5A46154B-5FBF-4BE8-AA5D-B0244019AA7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1" name="TextBox 50">
                <a:extLst>
                  <a:ext uri="{FF2B5EF4-FFF2-40B4-BE49-F238E27FC236}">
                    <a16:creationId xmlns:a16="http://schemas.microsoft.com/office/drawing/2014/main" id="{7F23E1F6-EF5D-4BCF-9CB0-EF9E2469B93A}"/>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47" name="직사각형 46">
              <a:extLst>
                <a:ext uri="{FF2B5EF4-FFF2-40B4-BE49-F238E27FC236}">
                  <a16:creationId xmlns:a16="http://schemas.microsoft.com/office/drawing/2014/main" id="{7A7A5141-81E8-4275-B5D4-04379FD0E869}"/>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52" name="그룹 51">
            <a:extLst>
              <a:ext uri="{FF2B5EF4-FFF2-40B4-BE49-F238E27FC236}">
                <a16:creationId xmlns:a16="http://schemas.microsoft.com/office/drawing/2014/main" id="{23C02420-FE5C-4D4D-9A59-1CAFF7780B8D}"/>
              </a:ext>
            </a:extLst>
          </p:cNvPr>
          <p:cNvGrpSpPr/>
          <p:nvPr userDrawn="1"/>
        </p:nvGrpSpPr>
        <p:grpSpPr>
          <a:xfrm>
            <a:off x="1640060" y="3674828"/>
            <a:ext cx="2414206" cy="338554"/>
            <a:chOff x="1237833" y="3417650"/>
            <a:chExt cx="1708480" cy="338554"/>
          </a:xfrm>
        </p:grpSpPr>
        <p:grpSp>
          <p:nvGrpSpPr>
            <p:cNvPr id="53" name="그룹 52">
              <a:extLst>
                <a:ext uri="{FF2B5EF4-FFF2-40B4-BE49-F238E27FC236}">
                  <a16:creationId xmlns:a16="http://schemas.microsoft.com/office/drawing/2014/main" id="{F6CD0838-FEF9-449B-8E9E-32557EB5DA58}"/>
                </a:ext>
              </a:extLst>
            </p:cNvPr>
            <p:cNvGrpSpPr/>
            <p:nvPr/>
          </p:nvGrpSpPr>
          <p:grpSpPr>
            <a:xfrm>
              <a:off x="1237833" y="3462866"/>
              <a:ext cx="378630" cy="248122"/>
              <a:chOff x="2681976" y="1955121"/>
              <a:chExt cx="1993118" cy="596970"/>
            </a:xfrm>
          </p:grpSpPr>
          <p:sp>
            <p:nvSpPr>
              <p:cNvPr id="55" name="Border">
                <a:extLst>
                  <a:ext uri="{FF2B5EF4-FFF2-40B4-BE49-F238E27FC236}">
                    <a16:creationId xmlns:a16="http://schemas.microsoft.com/office/drawing/2014/main" id="{337CBB8B-5A6E-471D-8FD8-B5747DBF3857}"/>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6" name="Line 2">
                <a:extLst>
                  <a:ext uri="{FF2B5EF4-FFF2-40B4-BE49-F238E27FC236}">
                    <a16:creationId xmlns:a16="http://schemas.microsoft.com/office/drawing/2014/main" id="{401936AB-C738-4039-BC3F-FEF1C949D2EA}"/>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7" name="Line 1">
                <a:extLst>
                  <a:ext uri="{FF2B5EF4-FFF2-40B4-BE49-F238E27FC236}">
                    <a16:creationId xmlns:a16="http://schemas.microsoft.com/office/drawing/2014/main" id="{86205117-73A0-46ED-8A7A-99115FBCEEA4}"/>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8" name="TextBox 57">
                <a:extLst>
                  <a:ext uri="{FF2B5EF4-FFF2-40B4-BE49-F238E27FC236}">
                    <a16:creationId xmlns:a16="http://schemas.microsoft.com/office/drawing/2014/main" id="{8CD7B0D6-0801-443C-9EF7-69DB11186859}"/>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54" name="직사각형 53">
              <a:extLst>
                <a:ext uri="{FF2B5EF4-FFF2-40B4-BE49-F238E27FC236}">
                  <a16:creationId xmlns:a16="http://schemas.microsoft.com/office/drawing/2014/main" id="{E750A552-4C78-45BA-938A-0651C1AA1023}"/>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59" name="그룹 58">
            <a:extLst>
              <a:ext uri="{FF2B5EF4-FFF2-40B4-BE49-F238E27FC236}">
                <a16:creationId xmlns:a16="http://schemas.microsoft.com/office/drawing/2014/main" id="{38F699B9-9456-4596-A214-36DBDB5B58E9}"/>
              </a:ext>
            </a:extLst>
          </p:cNvPr>
          <p:cNvGrpSpPr/>
          <p:nvPr userDrawn="1"/>
        </p:nvGrpSpPr>
        <p:grpSpPr>
          <a:xfrm>
            <a:off x="1631351" y="4008964"/>
            <a:ext cx="2414206" cy="338554"/>
            <a:chOff x="1237833" y="3417650"/>
            <a:chExt cx="1708480" cy="338554"/>
          </a:xfrm>
        </p:grpSpPr>
        <p:grpSp>
          <p:nvGrpSpPr>
            <p:cNvPr id="60" name="그룹 59">
              <a:extLst>
                <a:ext uri="{FF2B5EF4-FFF2-40B4-BE49-F238E27FC236}">
                  <a16:creationId xmlns:a16="http://schemas.microsoft.com/office/drawing/2014/main" id="{3DD97580-A1FC-459F-B761-29D722E0790E}"/>
                </a:ext>
              </a:extLst>
            </p:cNvPr>
            <p:cNvGrpSpPr/>
            <p:nvPr/>
          </p:nvGrpSpPr>
          <p:grpSpPr>
            <a:xfrm>
              <a:off x="1237833" y="3462866"/>
              <a:ext cx="378630" cy="248122"/>
              <a:chOff x="2681976" y="1955121"/>
              <a:chExt cx="1993118" cy="596970"/>
            </a:xfrm>
          </p:grpSpPr>
          <p:sp>
            <p:nvSpPr>
              <p:cNvPr id="62" name="Border">
                <a:extLst>
                  <a:ext uri="{FF2B5EF4-FFF2-40B4-BE49-F238E27FC236}">
                    <a16:creationId xmlns:a16="http://schemas.microsoft.com/office/drawing/2014/main" id="{B2C79F5B-3E10-495B-82C0-B29AC3889B7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3" name="Line 2">
                <a:extLst>
                  <a:ext uri="{FF2B5EF4-FFF2-40B4-BE49-F238E27FC236}">
                    <a16:creationId xmlns:a16="http://schemas.microsoft.com/office/drawing/2014/main" id="{15FC1277-285C-4E68-AD55-6E5E48D581A8}"/>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4" name="Line 1">
                <a:extLst>
                  <a:ext uri="{FF2B5EF4-FFF2-40B4-BE49-F238E27FC236}">
                    <a16:creationId xmlns:a16="http://schemas.microsoft.com/office/drawing/2014/main" id="{F18C5CAD-8F8B-45E3-83EB-3C31382BECE3}"/>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5" name="TextBox 64">
                <a:extLst>
                  <a:ext uri="{FF2B5EF4-FFF2-40B4-BE49-F238E27FC236}">
                    <a16:creationId xmlns:a16="http://schemas.microsoft.com/office/drawing/2014/main" id="{FCCE3127-3A1B-44F3-AE73-77EF05C0E7A0}"/>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61" name="직사각형 60">
              <a:extLst>
                <a:ext uri="{FF2B5EF4-FFF2-40B4-BE49-F238E27FC236}">
                  <a16:creationId xmlns:a16="http://schemas.microsoft.com/office/drawing/2014/main" id="{9750D42B-F8A5-4454-A95B-8359E7709B12}"/>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66" name="그룹 65">
            <a:extLst>
              <a:ext uri="{FF2B5EF4-FFF2-40B4-BE49-F238E27FC236}">
                <a16:creationId xmlns:a16="http://schemas.microsoft.com/office/drawing/2014/main" id="{6860A8B8-ED5F-43E8-B5D0-31D08EE3C264}"/>
              </a:ext>
            </a:extLst>
          </p:cNvPr>
          <p:cNvGrpSpPr/>
          <p:nvPr userDrawn="1"/>
        </p:nvGrpSpPr>
        <p:grpSpPr>
          <a:xfrm>
            <a:off x="1636057" y="4345250"/>
            <a:ext cx="2414206" cy="338554"/>
            <a:chOff x="1237833" y="3417650"/>
            <a:chExt cx="1708480" cy="338554"/>
          </a:xfrm>
        </p:grpSpPr>
        <p:grpSp>
          <p:nvGrpSpPr>
            <p:cNvPr id="67" name="그룹 66">
              <a:extLst>
                <a:ext uri="{FF2B5EF4-FFF2-40B4-BE49-F238E27FC236}">
                  <a16:creationId xmlns:a16="http://schemas.microsoft.com/office/drawing/2014/main" id="{0E513335-5C91-45F1-87CD-FF667897FE5C}"/>
                </a:ext>
              </a:extLst>
            </p:cNvPr>
            <p:cNvGrpSpPr/>
            <p:nvPr/>
          </p:nvGrpSpPr>
          <p:grpSpPr>
            <a:xfrm>
              <a:off x="1237833" y="3462866"/>
              <a:ext cx="378630" cy="248122"/>
              <a:chOff x="2681976" y="1955121"/>
              <a:chExt cx="1993118" cy="596970"/>
            </a:xfrm>
          </p:grpSpPr>
          <p:sp>
            <p:nvSpPr>
              <p:cNvPr id="69" name="Border">
                <a:extLst>
                  <a:ext uri="{FF2B5EF4-FFF2-40B4-BE49-F238E27FC236}">
                    <a16:creationId xmlns:a16="http://schemas.microsoft.com/office/drawing/2014/main" id="{C0FBEF02-F496-416C-8D5F-B029683786A9}"/>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0" name="Line 2">
                <a:extLst>
                  <a:ext uri="{FF2B5EF4-FFF2-40B4-BE49-F238E27FC236}">
                    <a16:creationId xmlns:a16="http://schemas.microsoft.com/office/drawing/2014/main" id="{13500CB6-F527-4994-A7F2-D6AC2C62D39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1" name="Line 1">
                <a:extLst>
                  <a:ext uri="{FF2B5EF4-FFF2-40B4-BE49-F238E27FC236}">
                    <a16:creationId xmlns:a16="http://schemas.microsoft.com/office/drawing/2014/main" id="{BC422F56-27C8-461A-A220-032CBB9FF88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2" name="TextBox 71">
                <a:extLst>
                  <a:ext uri="{FF2B5EF4-FFF2-40B4-BE49-F238E27FC236}">
                    <a16:creationId xmlns:a16="http://schemas.microsoft.com/office/drawing/2014/main" id="{F2316F6E-30CF-4C29-A76E-4DACB200895B}"/>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68" name="직사각형 67">
              <a:extLst>
                <a:ext uri="{FF2B5EF4-FFF2-40B4-BE49-F238E27FC236}">
                  <a16:creationId xmlns:a16="http://schemas.microsoft.com/office/drawing/2014/main" id="{EBA1296C-D2F8-474B-A82B-C2FB3A5B8DFE}"/>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73" name="그룹 72">
            <a:extLst>
              <a:ext uri="{FF2B5EF4-FFF2-40B4-BE49-F238E27FC236}">
                <a16:creationId xmlns:a16="http://schemas.microsoft.com/office/drawing/2014/main" id="{C616619C-0B3F-4B37-A133-A6AAE656CA1C}"/>
              </a:ext>
            </a:extLst>
          </p:cNvPr>
          <p:cNvGrpSpPr/>
          <p:nvPr userDrawn="1"/>
        </p:nvGrpSpPr>
        <p:grpSpPr>
          <a:xfrm>
            <a:off x="1640060" y="4682441"/>
            <a:ext cx="2414206" cy="338554"/>
            <a:chOff x="1237833" y="3417650"/>
            <a:chExt cx="1708480" cy="338554"/>
          </a:xfrm>
        </p:grpSpPr>
        <p:grpSp>
          <p:nvGrpSpPr>
            <p:cNvPr id="74" name="그룹 73">
              <a:extLst>
                <a:ext uri="{FF2B5EF4-FFF2-40B4-BE49-F238E27FC236}">
                  <a16:creationId xmlns:a16="http://schemas.microsoft.com/office/drawing/2014/main" id="{BD749B59-7BF9-4527-89E6-45601C5D0C55}"/>
                </a:ext>
              </a:extLst>
            </p:cNvPr>
            <p:cNvGrpSpPr/>
            <p:nvPr/>
          </p:nvGrpSpPr>
          <p:grpSpPr>
            <a:xfrm>
              <a:off x="1237833" y="3462866"/>
              <a:ext cx="378630" cy="248122"/>
              <a:chOff x="2681976" y="1955121"/>
              <a:chExt cx="1993118" cy="596970"/>
            </a:xfrm>
          </p:grpSpPr>
          <p:sp>
            <p:nvSpPr>
              <p:cNvPr id="76" name="Border">
                <a:extLst>
                  <a:ext uri="{FF2B5EF4-FFF2-40B4-BE49-F238E27FC236}">
                    <a16:creationId xmlns:a16="http://schemas.microsoft.com/office/drawing/2014/main" id="{62E4BEE2-500D-4FF9-9231-F9AC362FCC8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7" name="Line 2">
                <a:extLst>
                  <a:ext uri="{FF2B5EF4-FFF2-40B4-BE49-F238E27FC236}">
                    <a16:creationId xmlns:a16="http://schemas.microsoft.com/office/drawing/2014/main" id="{18F1197B-1730-4CBE-BC14-8CBBFA9B67E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8" name="Line 1">
                <a:extLst>
                  <a:ext uri="{FF2B5EF4-FFF2-40B4-BE49-F238E27FC236}">
                    <a16:creationId xmlns:a16="http://schemas.microsoft.com/office/drawing/2014/main" id="{E77158E6-B416-440F-BA05-245DD1F14EE1}"/>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9" name="TextBox 78">
                <a:extLst>
                  <a:ext uri="{FF2B5EF4-FFF2-40B4-BE49-F238E27FC236}">
                    <a16:creationId xmlns:a16="http://schemas.microsoft.com/office/drawing/2014/main" id="{62E66AA8-B82F-400C-A595-5D7280A72663}"/>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75" name="직사각형 74">
              <a:extLst>
                <a:ext uri="{FF2B5EF4-FFF2-40B4-BE49-F238E27FC236}">
                  <a16:creationId xmlns:a16="http://schemas.microsoft.com/office/drawing/2014/main" id="{882D2173-7E46-4A33-BBA4-6F497137F02E}"/>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80" name="그룹 79">
            <a:extLst>
              <a:ext uri="{FF2B5EF4-FFF2-40B4-BE49-F238E27FC236}">
                <a16:creationId xmlns:a16="http://schemas.microsoft.com/office/drawing/2014/main" id="{754DD496-33AA-4D2B-85A2-B4DEE6F94962}"/>
              </a:ext>
            </a:extLst>
          </p:cNvPr>
          <p:cNvGrpSpPr/>
          <p:nvPr userDrawn="1"/>
        </p:nvGrpSpPr>
        <p:grpSpPr>
          <a:xfrm>
            <a:off x="1631351" y="5016577"/>
            <a:ext cx="2414206" cy="338554"/>
            <a:chOff x="1237833" y="3417650"/>
            <a:chExt cx="1708480" cy="338554"/>
          </a:xfrm>
        </p:grpSpPr>
        <p:grpSp>
          <p:nvGrpSpPr>
            <p:cNvPr id="81" name="그룹 80">
              <a:extLst>
                <a:ext uri="{FF2B5EF4-FFF2-40B4-BE49-F238E27FC236}">
                  <a16:creationId xmlns:a16="http://schemas.microsoft.com/office/drawing/2014/main" id="{DC71F8BE-6959-4BED-AE85-6D0F0C4721D4}"/>
                </a:ext>
              </a:extLst>
            </p:cNvPr>
            <p:cNvGrpSpPr/>
            <p:nvPr/>
          </p:nvGrpSpPr>
          <p:grpSpPr>
            <a:xfrm>
              <a:off x="1237833" y="3462866"/>
              <a:ext cx="378630" cy="248122"/>
              <a:chOff x="2681976" y="1955121"/>
              <a:chExt cx="1993118" cy="596970"/>
            </a:xfrm>
          </p:grpSpPr>
          <p:sp>
            <p:nvSpPr>
              <p:cNvPr id="83" name="Border">
                <a:extLst>
                  <a:ext uri="{FF2B5EF4-FFF2-40B4-BE49-F238E27FC236}">
                    <a16:creationId xmlns:a16="http://schemas.microsoft.com/office/drawing/2014/main" id="{21EB64A9-2286-4F39-9351-885D5C046F25}"/>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4" name="Line 2">
                <a:extLst>
                  <a:ext uri="{FF2B5EF4-FFF2-40B4-BE49-F238E27FC236}">
                    <a16:creationId xmlns:a16="http://schemas.microsoft.com/office/drawing/2014/main" id="{9C9B35B7-7732-4B43-BFD1-3BC777F1E8F7}"/>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5" name="Line 1">
                <a:extLst>
                  <a:ext uri="{FF2B5EF4-FFF2-40B4-BE49-F238E27FC236}">
                    <a16:creationId xmlns:a16="http://schemas.microsoft.com/office/drawing/2014/main" id="{DA5CE6F9-47AE-46C2-AE46-0DCE9773E4FD}"/>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6" name="TextBox 85">
                <a:extLst>
                  <a:ext uri="{FF2B5EF4-FFF2-40B4-BE49-F238E27FC236}">
                    <a16:creationId xmlns:a16="http://schemas.microsoft.com/office/drawing/2014/main" id="{76E71630-5920-49B6-AB77-F4E58EE94701}"/>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82" name="직사각형 81">
              <a:extLst>
                <a:ext uri="{FF2B5EF4-FFF2-40B4-BE49-F238E27FC236}">
                  <a16:creationId xmlns:a16="http://schemas.microsoft.com/office/drawing/2014/main" id="{F1D5DD11-4E0B-4FA1-B541-D79B508A7BED}"/>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87" name="그룹 86">
            <a:extLst>
              <a:ext uri="{FF2B5EF4-FFF2-40B4-BE49-F238E27FC236}">
                <a16:creationId xmlns:a16="http://schemas.microsoft.com/office/drawing/2014/main" id="{017E9006-6D17-44D0-AC1E-3D7CD31C73B1}"/>
              </a:ext>
            </a:extLst>
          </p:cNvPr>
          <p:cNvGrpSpPr/>
          <p:nvPr userDrawn="1"/>
        </p:nvGrpSpPr>
        <p:grpSpPr>
          <a:xfrm>
            <a:off x="1636057" y="5352863"/>
            <a:ext cx="2414206" cy="338554"/>
            <a:chOff x="1237833" y="3417650"/>
            <a:chExt cx="1708480" cy="338554"/>
          </a:xfrm>
        </p:grpSpPr>
        <p:grpSp>
          <p:nvGrpSpPr>
            <p:cNvPr id="88" name="그룹 87">
              <a:extLst>
                <a:ext uri="{FF2B5EF4-FFF2-40B4-BE49-F238E27FC236}">
                  <a16:creationId xmlns:a16="http://schemas.microsoft.com/office/drawing/2014/main" id="{71523196-8E94-4A2A-8A22-86216F2130D0}"/>
                </a:ext>
              </a:extLst>
            </p:cNvPr>
            <p:cNvGrpSpPr/>
            <p:nvPr/>
          </p:nvGrpSpPr>
          <p:grpSpPr>
            <a:xfrm>
              <a:off x="1237833" y="3462866"/>
              <a:ext cx="378630" cy="248122"/>
              <a:chOff x="2681976" y="1955121"/>
              <a:chExt cx="1993118" cy="596970"/>
            </a:xfrm>
          </p:grpSpPr>
          <p:sp>
            <p:nvSpPr>
              <p:cNvPr id="90" name="Border">
                <a:extLst>
                  <a:ext uri="{FF2B5EF4-FFF2-40B4-BE49-F238E27FC236}">
                    <a16:creationId xmlns:a16="http://schemas.microsoft.com/office/drawing/2014/main" id="{B47A8AF3-6D23-4417-88C0-50A0AAC68E0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1" name="Line 2">
                <a:extLst>
                  <a:ext uri="{FF2B5EF4-FFF2-40B4-BE49-F238E27FC236}">
                    <a16:creationId xmlns:a16="http://schemas.microsoft.com/office/drawing/2014/main" id="{5406C01E-3BAA-4759-B987-07FD859930A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2" name="Line 1">
                <a:extLst>
                  <a:ext uri="{FF2B5EF4-FFF2-40B4-BE49-F238E27FC236}">
                    <a16:creationId xmlns:a16="http://schemas.microsoft.com/office/drawing/2014/main" id="{13C477C8-5C85-46E2-9B25-DDFCC0394FC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3" name="TextBox 92">
                <a:extLst>
                  <a:ext uri="{FF2B5EF4-FFF2-40B4-BE49-F238E27FC236}">
                    <a16:creationId xmlns:a16="http://schemas.microsoft.com/office/drawing/2014/main" id="{E316CC54-DAA0-478A-AB69-C81EAF96DC2F}"/>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89" name="직사각형 88">
              <a:extLst>
                <a:ext uri="{FF2B5EF4-FFF2-40B4-BE49-F238E27FC236}">
                  <a16:creationId xmlns:a16="http://schemas.microsoft.com/office/drawing/2014/main" id="{C541DD97-5687-41C3-8B4E-D6932E227C5D}"/>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sp>
        <p:nvSpPr>
          <p:cNvPr id="94" name="직사각형 93">
            <a:extLst>
              <a:ext uri="{FF2B5EF4-FFF2-40B4-BE49-F238E27FC236}">
                <a16:creationId xmlns:a16="http://schemas.microsoft.com/office/drawing/2014/main" id="{9E29DF3A-CD0E-4D2B-8FDD-1CAFE74A21D5}"/>
              </a:ext>
            </a:extLst>
          </p:cNvPr>
          <p:cNvSpPr/>
          <p:nvPr userDrawn="1"/>
        </p:nvSpPr>
        <p:spPr>
          <a:xfrm>
            <a:off x="8513051" y="1751590"/>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95" name="직사각형 94">
            <a:extLst>
              <a:ext uri="{FF2B5EF4-FFF2-40B4-BE49-F238E27FC236}">
                <a16:creationId xmlns:a16="http://schemas.microsoft.com/office/drawing/2014/main" id="{0DCA647E-09B3-4FE8-8963-8C1C9A9034D5}"/>
              </a:ext>
            </a:extLst>
          </p:cNvPr>
          <p:cNvSpPr/>
          <p:nvPr userDrawn="1"/>
        </p:nvSpPr>
        <p:spPr>
          <a:xfrm>
            <a:off x="8513051" y="2085726"/>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96" name="직사각형 95">
            <a:extLst>
              <a:ext uri="{FF2B5EF4-FFF2-40B4-BE49-F238E27FC236}">
                <a16:creationId xmlns:a16="http://schemas.microsoft.com/office/drawing/2014/main" id="{729820DA-FC5B-49CC-9E74-6123D7B120A0}"/>
              </a:ext>
            </a:extLst>
          </p:cNvPr>
          <p:cNvSpPr/>
          <p:nvPr userDrawn="1"/>
        </p:nvSpPr>
        <p:spPr>
          <a:xfrm>
            <a:off x="8513051" y="2422012"/>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97" name="직사각형 96">
            <a:extLst>
              <a:ext uri="{FF2B5EF4-FFF2-40B4-BE49-F238E27FC236}">
                <a16:creationId xmlns:a16="http://schemas.microsoft.com/office/drawing/2014/main" id="{DC4FDC17-3907-453F-B8C0-C24DC3FEE118}"/>
              </a:ext>
            </a:extLst>
          </p:cNvPr>
          <p:cNvSpPr/>
          <p:nvPr userDrawn="1"/>
        </p:nvSpPr>
        <p:spPr>
          <a:xfrm>
            <a:off x="8513051" y="2752816"/>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98" name="직사각형 97">
            <a:extLst>
              <a:ext uri="{FF2B5EF4-FFF2-40B4-BE49-F238E27FC236}">
                <a16:creationId xmlns:a16="http://schemas.microsoft.com/office/drawing/2014/main" id="{3388F673-7990-405C-8143-C7C1CA9EE002}"/>
              </a:ext>
            </a:extLst>
          </p:cNvPr>
          <p:cNvSpPr/>
          <p:nvPr userDrawn="1"/>
        </p:nvSpPr>
        <p:spPr>
          <a:xfrm>
            <a:off x="8513051" y="3086952"/>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99" name="직사각형 98">
            <a:extLst>
              <a:ext uri="{FF2B5EF4-FFF2-40B4-BE49-F238E27FC236}">
                <a16:creationId xmlns:a16="http://schemas.microsoft.com/office/drawing/2014/main" id="{AA5F76E2-2F0E-4DF9-B13F-C0C522445AC0}"/>
              </a:ext>
            </a:extLst>
          </p:cNvPr>
          <p:cNvSpPr/>
          <p:nvPr userDrawn="1"/>
        </p:nvSpPr>
        <p:spPr>
          <a:xfrm>
            <a:off x="8513051" y="3423238"/>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00" name="직사각형 99">
            <a:extLst>
              <a:ext uri="{FF2B5EF4-FFF2-40B4-BE49-F238E27FC236}">
                <a16:creationId xmlns:a16="http://schemas.microsoft.com/office/drawing/2014/main" id="{6073D87B-CBAE-430C-AC44-077099C23EC1}"/>
              </a:ext>
            </a:extLst>
          </p:cNvPr>
          <p:cNvSpPr/>
          <p:nvPr userDrawn="1"/>
        </p:nvSpPr>
        <p:spPr>
          <a:xfrm>
            <a:off x="8505854" y="3755635"/>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01" name="직사각형 100">
            <a:extLst>
              <a:ext uri="{FF2B5EF4-FFF2-40B4-BE49-F238E27FC236}">
                <a16:creationId xmlns:a16="http://schemas.microsoft.com/office/drawing/2014/main" id="{37E3FBEE-005A-40FC-A67E-11DE145CFED3}"/>
              </a:ext>
            </a:extLst>
          </p:cNvPr>
          <p:cNvSpPr/>
          <p:nvPr userDrawn="1"/>
        </p:nvSpPr>
        <p:spPr>
          <a:xfrm>
            <a:off x="8505854" y="4089771"/>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02" name="직사각형 101">
            <a:extLst>
              <a:ext uri="{FF2B5EF4-FFF2-40B4-BE49-F238E27FC236}">
                <a16:creationId xmlns:a16="http://schemas.microsoft.com/office/drawing/2014/main" id="{083A3513-7E6A-458D-B278-03839F80819D}"/>
              </a:ext>
            </a:extLst>
          </p:cNvPr>
          <p:cNvSpPr/>
          <p:nvPr userDrawn="1"/>
        </p:nvSpPr>
        <p:spPr>
          <a:xfrm>
            <a:off x="8505854" y="4426057"/>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03" name="직사각형 102">
            <a:extLst>
              <a:ext uri="{FF2B5EF4-FFF2-40B4-BE49-F238E27FC236}">
                <a16:creationId xmlns:a16="http://schemas.microsoft.com/office/drawing/2014/main" id="{CD89D71F-7440-4219-AD75-06F4F0BB5BEA}"/>
              </a:ext>
            </a:extLst>
          </p:cNvPr>
          <p:cNvSpPr/>
          <p:nvPr userDrawn="1"/>
        </p:nvSpPr>
        <p:spPr>
          <a:xfrm>
            <a:off x="8505854" y="4756861"/>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04" name="직사각형 103">
            <a:extLst>
              <a:ext uri="{FF2B5EF4-FFF2-40B4-BE49-F238E27FC236}">
                <a16:creationId xmlns:a16="http://schemas.microsoft.com/office/drawing/2014/main" id="{91DBE9AC-B47F-4FC2-8222-FDD74D447A2B}"/>
              </a:ext>
            </a:extLst>
          </p:cNvPr>
          <p:cNvSpPr/>
          <p:nvPr userDrawn="1"/>
        </p:nvSpPr>
        <p:spPr>
          <a:xfrm>
            <a:off x="8505854" y="5090997"/>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05" name="직사각형 104">
            <a:extLst>
              <a:ext uri="{FF2B5EF4-FFF2-40B4-BE49-F238E27FC236}">
                <a16:creationId xmlns:a16="http://schemas.microsoft.com/office/drawing/2014/main" id="{E9402BAA-BC8A-4018-93C0-9563759209EE}"/>
              </a:ext>
            </a:extLst>
          </p:cNvPr>
          <p:cNvSpPr/>
          <p:nvPr userDrawn="1"/>
        </p:nvSpPr>
        <p:spPr>
          <a:xfrm>
            <a:off x="8505854" y="5427283"/>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06" name="직사각형 105">
            <a:extLst>
              <a:ext uri="{FF2B5EF4-FFF2-40B4-BE49-F238E27FC236}">
                <a16:creationId xmlns:a16="http://schemas.microsoft.com/office/drawing/2014/main" id="{99C959E5-E803-4CC9-96C7-76BEFC490A10}"/>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직사각형 106">
            <a:extLst>
              <a:ext uri="{FF2B5EF4-FFF2-40B4-BE49-F238E27FC236}">
                <a16:creationId xmlns:a16="http://schemas.microsoft.com/office/drawing/2014/main" id="{CFD819C2-DF92-4E74-9239-C96A14DBF7C3}"/>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8" name="직사각형 107">
            <a:extLst>
              <a:ext uri="{FF2B5EF4-FFF2-40B4-BE49-F238E27FC236}">
                <a16:creationId xmlns:a16="http://schemas.microsoft.com/office/drawing/2014/main" id="{76360DF5-FA04-473F-B479-FEB4280BBA6D}"/>
              </a:ext>
            </a:extLst>
          </p:cNvPr>
          <p:cNvSpPr/>
          <p:nvPr userDrawn="1"/>
        </p:nvSpPr>
        <p:spPr>
          <a:xfrm>
            <a:off x="108568" y="10805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109" name="직사각형 108">
            <a:extLst>
              <a:ext uri="{FF2B5EF4-FFF2-40B4-BE49-F238E27FC236}">
                <a16:creationId xmlns:a16="http://schemas.microsoft.com/office/drawing/2014/main" id="{CED2D479-2A0C-4E0B-B464-59853CCC1A06}"/>
              </a:ext>
            </a:extLst>
          </p:cNvPr>
          <p:cNvSpPr/>
          <p:nvPr userDrawn="1"/>
        </p:nvSpPr>
        <p:spPr>
          <a:xfrm>
            <a:off x="8029664" y="107186"/>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sp>
        <p:nvSpPr>
          <p:cNvPr id="110" name="직사각형 109">
            <a:extLst>
              <a:ext uri="{FF2B5EF4-FFF2-40B4-BE49-F238E27FC236}">
                <a16:creationId xmlns:a16="http://schemas.microsoft.com/office/drawing/2014/main" id="{59C02039-AEFC-41AD-8362-B750AD34E100}"/>
              </a:ext>
            </a:extLst>
          </p:cNvPr>
          <p:cNvSpPr/>
          <p:nvPr userDrawn="1"/>
        </p:nvSpPr>
        <p:spPr>
          <a:xfrm>
            <a:off x="9202607" y="1751590"/>
            <a:ext cx="776389"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판매요청</a:t>
            </a:r>
            <a:endParaRPr lang="ko-KR" altLang="en-US" sz="800" b="1" dirty="0">
              <a:solidFill>
                <a:schemeClr val="bg1"/>
              </a:solidFill>
              <a:latin typeface="+mj-ea"/>
              <a:ea typeface="+mj-ea"/>
            </a:endParaRPr>
          </a:p>
        </p:txBody>
      </p:sp>
      <p:sp>
        <p:nvSpPr>
          <p:cNvPr id="111" name="직사각형 110">
            <a:extLst>
              <a:ext uri="{FF2B5EF4-FFF2-40B4-BE49-F238E27FC236}">
                <a16:creationId xmlns:a16="http://schemas.microsoft.com/office/drawing/2014/main" id="{1D15C3C7-E224-4170-835C-D202FBC9DC8B}"/>
              </a:ext>
            </a:extLst>
          </p:cNvPr>
          <p:cNvSpPr/>
          <p:nvPr userDrawn="1"/>
        </p:nvSpPr>
        <p:spPr>
          <a:xfrm>
            <a:off x="9202606" y="2085725"/>
            <a:ext cx="776389" cy="145887"/>
          </a:xfrm>
          <a:prstGeom prst="rect">
            <a:avLst/>
          </a:prstGeom>
          <a:solidFill>
            <a:schemeClr val="tx1">
              <a:lumMod val="75000"/>
              <a:lumOff val="2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err="1">
                <a:solidFill>
                  <a:schemeClr val="bg1"/>
                </a:solidFill>
                <a:latin typeface="+mj-ea"/>
                <a:ea typeface="+mj-ea"/>
              </a:rPr>
              <a:t>판매요청중</a:t>
            </a:r>
            <a:endParaRPr lang="ko-KR" altLang="en-US" sz="800" b="1" dirty="0">
              <a:solidFill>
                <a:schemeClr val="bg1"/>
              </a:solidFill>
              <a:latin typeface="+mj-ea"/>
              <a:ea typeface="+mj-ea"/>
            </a:endParaRPr>
          </a:p>
        </p:txBody>
      </p:sp>
      <p:sp>
        <p:nvSpPr>
          <p:cNvPr id="112" name="직사각형 111">
            <a:extLst>
              <a:ext uri="{FF2B5EF4-FFF2-40B4-BE49-F238E27FC236}">
                <a16:creationId xmlns:a16="http://schemas.microsoft.com/office/drawing/2014/main" id="{045D3A22-44B3-4E58-AD3C-EA5584F0D739}"/>
              </a:ext>
            </a:extLst>
          </p:cNvPr>
          <p:cNvSpPr/>
          <p:nvPr userDrawn="1"/>
        </p:nvSpPr>
        <p:spPr>
          <a:xfrm>
            <a:off x="9202606" y="3089103"/>
            <a:ext cx="776389" cy="145887"/>
          </a:xfrm>
          <a:prstGeom prst="rect">
            <a:avLst/>
          </a:prstGeom>
          <a:solidFill>
            <a:schemeClr val="tx1">
              <a:lumMod val="75000"/>
              <a:lumOff val="2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err="1">
                <a:solidFill>
                  <a:schemeClr val="bg1"/>
                </a:solidFill>
                <a:latin typeface="+mj-ea"/>
                <a:ea typeface="+mj-ea"/>
              </a:rPr>
              <a:t>판매요청중</a:t>
            </a:r>
            <a:endParaRPr lang="ko-KR" altLang="en-US" sz="800" b="1" dirty="0">
              <a:solidFill>
                <a:schemeClr val="bg1"/>
              </a:solidFill>
              <a:latin typeface="+mj-ea"/>
              <a:ea typeface="+mj-ea"/>
            </a:endParaRPr>
          </a:p>
        </p:txBody>
      </p:sp>
      <p:sp>
        <p:nvSpPr>
          <p:cNvPr id="113" name="직사각형 112">
            <a:extLst>
              <a:ext uri="{FF2B5EF4-FFF2-40B4-BE49-F238E27FC236}">
                <a16:creationId xmlns:a16="http://schemas.microsoft.com/office/drawing/2014/main" id="{8661FF87-8464-453B-8157-E2C96EB5B918}"/>
              </a:ext>
            </a:extLst>
          </p:cNvPr>
          <p:cNvSpPr/>
          <p:nvPr userDrawn="1"/>
        </p:nvSpPr>
        <p:spPr>
          <a:xfrm>
            <a:off x="9202606" y="3423238"/>
            <a:ext cx="776389" cy="145887"/>
          </a:xfrm>
          <a:prstGeom prst="rect">
            <a:avLst/>
          </a:prstGeom>
          <a:solidFill>
            <a:schemeClr val="tx1">
              <a:lumMod val="75000"/>
              <a:lumOff val="2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err="1">
                <a:solidFill>
                  <a:schemeClr val="bg1"/>
                </a:solidFill>
                <a:latin typeface="+mj-ea"/>
                <a:ea typeface="+mj-ea"/>
              </a:rPr>
              <a:t>판매요청중</a:t>
            </a:r>
            <a:endParaRPr lang="ko-KR" altLang="en-US" sz="800" b="1" dirty="0">
              <a:solidFill>
                <a:schemeClr val="bg1"/>
              </a:solidFill>
              <a:latin typeface="+mj-ea"/>
              <a:ea typeface="+mj-ea"/>
            </a:endParaRPr>
          </a:p>
        </p:txBody>
      </p:sp>
      <p:sp>
        <p:nvSpPr>
          <p:cNvPr id="114" name="직사각형 113">
            <a:extLst>
              <a:ext uri="{FF2B5EF4-FFF2-40B4-BE49-F238E27FC236}">
                <a16:creationId xmlns:a16="http://schemas.microsoft.com/office/drawing/2014/main" id="{C8D9DF3D-1175-428C-AE08-CE279CDB147F}"/>
              </a:ext>
            </a:extLst>
          </p:cNvPr>
          <p:cNvSpPr/>
          <p:nvPr userDrawn="1"/>
        </p:nvSpPr>
        <p:spPr>
          <a:xfrm>
            <a:off x="9202664" y="3749071"/>
            <a:ext cx="776389"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판매요청</a:t>
            </a:r>
            <a:endParaRPr lang="ko-KR" altLang="en-US" sz="800" b="1" dirty="0">
              <a:solidFill>
                <a:schemeClr val="bg1"/>
              </a:solidFill>
              <a:latin typeface="+mj-ea"/>
              <a:ea typeface="+mj-ea"/>
            </a:endParaRPr>
          </a:p>
        </p:txBody>
      </p:sp>
      <p:sp>
        <p:nvSpPr>
          <p:cNvPr id="115" name="직사각형 114">
            <a:extLst>
              <a:ext uri="{FF2B5EF4-FFF2-40B4-BE49-F238E27FC236}">
                <a16:creationId xmlns:a16="http://schemas.microsoft.com/office/drawing/2014/main" id="{C955A5E9-38AD-45C7-87B4-338F0FCEDCCD}"/>
              </a:ext>
            </a:extLst>
          </p:cNvPr>
          <p:cNvSpPr/>
          <p:nvPr userDrawn="1"/>
        </p:nvSpPr>
        <p:spPr>
          <a:xfrm>
            <a:off x="9202605" y="4077305"/>
            <a:ext cx="776389" cy="145887"/>
          </a:xfrm>
          <a:prstGeom prst="rect">
            <a:avLst/>
          </a:prstGeom>
          <a:solidFill>
            <a:schemeClr val="accent2">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판매허용</a:t>
            </a:r>
            <a:endParaRPr lang="ko-KR" altLang="en-US" sz="800" b="1" dirty="0">
              <a:solidFill>
                <a:schemeClr val="bg1"/>
              </a:solidFill>
              <a:latin typeface="+mj-ea"/>
              <a:ea typeface="+mj-ea"/>
            </a:endParaRPr>
          </a:p>
        </p:txBody>
      </p:sp>
      <p:sp>
        <p:nvSpPr>
          <p:cNvPr id="116" name="직사각형 115">
            <a:extLst>
              <a:ext uri="{FF2B5EF4-FFF2-40B4-BE49-F238E27FC236}">
                <a16:creationId xmlns:a16="http://schemas.microsoft.com/office/drawing/2014/main" id="{8E4FEFA0-BE28-4A45-9CA9-3AF37F99DE82}"/>
              </a:ext>
            </a:extLst>
          </p:cNvPr>
          <p:cNvSpPr/>
          <p:nvPr userDrawn="1"/>
        </p:nvSpPr>
        <p:spPr>
          <a:xfrm>
            <a:off x="9202604" y="4428443"/>
            <a:ext cx="776389" cy="145887"/>
          </a:xfrm>
          <a:prstGeom prst="rect">
            <a:avLst/>
          </a:prstGeom>
          <a:solidFill>
            <a:schemeClr val="accent2">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판매허용</a:t>
            </a:r>
            <a:endParaRPr lang="ko-KR" altLang="en-US" sz="800" b="1" dirty="0">
              <a:solidFill>
                <a:schemeClr val="bg1"/>
              </a:solidFill>
              <a:latin typeface="+mj-ea"/>
              <a:ea typeface="+mj-ea"/>
            </a:endParaRPr>
          </a:p>
        </p:txBody>
      </p:sp>
      <p:sp>
        <p:nvSpPr>
          <p:cNvPr id="117" name="직사각형 116">
            <a:extLst>
              <a:ext uri="{FF2B5EF4-FFF2-40B4-BE49-F238E27FC236}">
                <a16:creationId xmlns:a16="http://schemas.microsoft.com/office/drawing/2014/main" id="{7BC8ACF8-5891-4091-9D35-645CCB4622EA}"/>
              </a:ext>
            </a:extLst>
          </p:cNvPr>
          <p:cNvSpPr/>
          <p:nvPr userDrawn="1"/>
        </p:nvSpPr>
        <p:spPr>
          <a:xfrm>
            <a:off x="9200470" y="4751508"/>
            <a:ext cx="776389" cy="145887"/>
          </a:xfrm>
          <a:prstGeom prst="rect">
            <a:avLst/>
          </a:prstGeom>
          <a:solidFill>
            <a:schemeClr val="bg1">
              <a:lumMod val="6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요청거부</a:t>
            </a:r>
          </a:p>
        </p:txBody>
      </p:sp>
      <p:sp>
        <p:nvSpPr>
          <p:cNvPr id="118" name="직사각형 117">
            <a:extLst>
              <a:ext uri="{FF2B5EF4-FFF2-40B4-BE49-F238E27FC236}">
                <a16:creationId xmlns:a16="http://schemas.microsoft.com/office/drawing/2014/main" id="{209A58EE-F1E1-4B12-A319-F5D04BBBE7EE}"/>
              </a:ext>
            </a:extLst>
          </p:cNvPr>
          <p:cNvSpPr/>
          <p:nvPr userDrawn="1"/>
        </p:nvSpPr>
        <p:spPr>
          <a:xfrm>
            <a:off x="9195764" y="5081410"/>
            <a:ext cx="776389" cy="145887"/>
          </a:xfrm>
          <a:prstGeom prst="rect">
            <a:avLst/>
          </a:prstGeom>
          <a:solidFill>
            <a:schemeClr val="bg1">
              <a:lumMod val="6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요청거부</a:t>
            </a:r>
          </a:p>
        </p:txBody>
      </p:sp>
      <p:sp>
        <p:nvSpPr>
          <p:cNvPr id="119" name="직사각형 118">
            <a:extLst>
              <a:ext uri="{FF2B5EF4-FFF2-40B4-BE49-F238E27FC236}">
                <a16:creationId xmlns:a16="http://schemas.microsoft.com/office/drawing/2014/main" id="{A5670B68-8A01-4A98-AE12-6E768C785391}"/>
              </a:ext>
            </a:extLst>
          </p:cNvPr>
          <p:cNvSpPr/>
          <p:nvPr userDrawn="1"/>
        </p:nvSpPr>
        <p:spPr>
          <a:xfrm>
            <a:off x="9195763" y="5417698"/>
            <a:ext cx="776389" cy="145887"/>
          </a:xfrm>
          <a:prstGeom prst="rect">
            <a:avLst/>
          </a:prstGeom>
          <a:solidFill>
            <a:schemeClr val="bg1">
              <a:lumMod val="6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요청거부</a:t>
            </a:r>
          </a:p>
        </p:txBody>
      </p:sp>
      <p:sp>
        <p:nvSpPr>
          <p:cNvPr id="120" name="직사각형 119">
            <a:extLst>
              <a:ext uri="{FF2B5EF4-FFF2-40B4-BE49-F238E27FC236}">
                <a16:creationId xmlns:a16="http://schemas.microsoft.com/office/drawing/2014/main" id="{8FD5800F-8ED0-4575-A55E-978E69965FF1}"/>
              </a:ext>
            </a:extLst>
          </p:cNvPr>
          <p:cNvSpPr/>
          <p:nvPr userDrawn="1"/>
        </p:nvSpPr>
        <p:spPr>
          <a:xfrm>
            <a:off x="9205049" y="2428175"/>
            <a:ext cx="776389" cy="145887"/>
          </a:xfrm>
          <a:prstGeom prst="rect">
            <a:avLst/>
          </a:prstGeom>
          <a:solidFill>
            <a:schemeClr val="accent2">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판매허용</a:t>
            </a:r>
            <a:endParaRPr lang="ko-KR" altLang="en-US" sz="800" b="1" dirty="0">
              <a:solidFill>
                <a:schemeClr val="bg1"/>
              </a:solidFill>
              <a:latin typeface="+mj-ea"/>
              <a:ea typeface="+mj-ea"/>
            </a:endParaRPr>
          </a:p>
        </p:txBody>
      </p:sp>
      <p:sp>
        <p:nvSpPr>
          <p:cNvPr id="121" name="직사각형 120">
            <a:extLst>
              <a:ext uri="{FF2B5EF4-FFF2-40B4-BE49-F238E27FC236}">
                <a16:creationId xmlns:a16="http://schemas.microsoft.com/office/drawing/2014/main" id="{3D5E9D01-5729-43E1-88BC-B90F80930098}"/>
              </a:ext>
            </a:extLst>
          </p:cNvPr>
          <p:cNvSpPr/>
          <p:nvPr userDrawn="1"/>
        </p:nvSpPr>
        <p:spPr>
          <a:xfrm>
            <a:off x="9195762" y="2744864"/>
            <a:ext cx="776389" cy="145887"/>
          </a:xfrm>
          <a:prstGeom prst="rect">
            <a:avLst/>
          </a:prstGeom>
          <a:solidFill>
            <a:schemeClr val="bg1">
              <a:lumMod val="6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요청거부</a:t>
            </a:r>
          </a:p>
        </p:txBody>
      </p:sp>
    </p:spTree>
    <p:extLst>
      <p:ext uri="{BB962C8B-B14F-4D97-AF65-F5344CB8AC3E}">
        <p14:creationId xmlns:p14="http://schemas.microsoft.com/office/powerpoint/2010/main" val="726309716"/>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1_컨테이터 틀">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8061F4EA-EF62-427A-9FE4-478705A6AC7A}"/>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7" name="직사각형 36">
            <a:extLst>
              <a:ext uri="{FF2B5EF4-FFF2-40B4-BE49-F238E27FC236}">
                <a16:creationId xmlns:a16="http://schemas.microsoft.com/office/drawing/2014/main" id="{11641674-7B9A-464F-9E76-0714EFC6AF91}"/>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8" name="직사각형 37">
            <a:extLst>
              <a:ext uri="{FF2B5EF4-FFF2-40B4-BE49-F238E27FC236}">
                <a16:creationId xmlns:a16="http://schemas.microsoft.com/office/drawing/2014/main" id="{77703924-E8AD-4AC4-82B0-5D48BF950138}"/>
              </a:ext>
            </a:extLst>
          </p:cNvPr>
          <p:cNvSpPr/>
          <p:nvPr userDrawn="1"/>
        </p:nvSpPr>
        <p:spPr>
          <a:xfrm>
            <a:off x="108568" y="108052"/>
            <a:ext cx="2134572"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Title zone</a:t>
            </a:r>
            <a:endParaRPr lang="ko-KR" altLang="en-US" sz="800" dirty="0">
              <a:solidFill>
                <a:srgbClr val="FF0000"/>
              </a:solidFill>
            </a:endParaRPr>
          </a:p>
        </p:txBody>
      </p:sp>
      <p:sp>
        <p:nvSpPr>
          <p:cNvPr id="39" name="직사각형 38">
            <a:extLst>
              <a:ext uri="{FF2B5EF4-FFF2-40B4-BE49-F238E27FC236}">
                <a16:creationId xmlns:a16="http://schemas.microsoft.com/office/drawing/2014/main" id="{7BE9FF8C-4792-46A9-BF8A-FCFD3CD03547}"/>
              </a:ext>
            </a:extLst>
          </p:cNvPr>
          <p:cNvSpPr/>
          <p:nvPr userDrawn="1"/>
        </p:nvSpPr>
        <p:spPr>
          <a:xfrm>
            <a:off x="8029664" y="107186"/>
            <a:ext cx="2015325" cy="254536"/>
          </a:xfrm>
          <a:prstGeom prst="rect">
            <a:avLst/>
          </a:prstGeom>
          <a:noFill/>
          <a:ln w="31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rgbClr val="FF0000"/>
                </a:solidFill>
              </a:rPr>
              <a:t>Navigation zone</a:t>
            </a:r>
            <a:endParaRPr lang="ko-KR" altLang="en-US" sz="800" dirty="0">
              <a:solidFill>
                <a:srgbClr val="FF0000"/>
              </a:solidFill>
            </a:endParaRPr>
          </a:p>
        </p:txBody>
      </p:sp>
      <p:graphicFrame>
        <p:nvGraphicFramePr>
          <p:cNvPr id="6" name="표 63">
            <a:extLst>
              <a:ext uri="{FF2B5EF4-FFF2-40B4-BE49-F238E27FC236}">
                <a16:creationId xmlns:a16="http://schemas.microsoft.com/office/drawing/2014/main" id="{FB8D2365-1E29-4D9F-9893-2475596E85B2}"/>
              </a:ext>
            </a:extLst>
          </p:cNvPr>
          <p:cNvGraphicFramePr>
            <a:graphicFrameLocks noGrp="1"/>
          </p:cNvGraphicFramePr>
          <p:nvPr userDrawn="1">
            <p:extLst>
              <p:ext uri="{D42A27DB-BD31-4B8C-83A1-F6EECF244321}">
                <p14:modId xmlns:p14="http://schemas.microsoft.com/office/powerpoint/2010/main" val="1993783231"/>
              </p:ext>
            </p:extLst>
          </p:nvPr>
        </p:nvGraphicFramePr>
        <p:xfrm>
          <a:off x="286121" y="574545"/>
          <a:ext cx="9550337" cy="228600"/>
        </p:xfrm>
        <a:graphic>
          <a:graphicData uri="http://schemas.openxmlformats.org/drawingml/2006/table">
            <a:tbl>
              <a:tblPr firstRow="1" bandRow="1">
                <a:tableStyleId>{5940675A-B579-460E-94D1-54222C63F5DA}</a:tableStyleId>
              </a:tblPr>
              <a:tblGrid>
                <a:gridCol w="1578190">
                  <a:extLst>
                    <a:ext uri="{9D8B030D-6E8A-4147-A177-3AD203B41FA5}">
                      <a16:colId xmlns:a16="http://schemas.microsoft.com/office/drawing/2014/main" val="3701388552"/>
                    </a:ext>
                  </a:extLst>
                </a:gridCol>
                <a:gridCol w="7972147">
                  <a:extLst>
                    <a:ext uri="{9D8B030D-6E8A-4147-A177-3AD203B41FA5}">
                      <a16:colId xmlns:a16="http://schemas.microsoft.com/office/drawing/2014/main" val="339215266"/>
                    </a:ext>
                  </a:extLst>
                </a:gridCol>
              </a:tblGrid>
              <a:tr h="0">
                <a:tc>
                  <a:txBody>
                    <a:bodyPr/>
                    <a:lstStyle/>
                    <a:p>
                      <a:pPr latinLnBrk="1"/>
                      <a:r>
                        <a:rPr lang="ko-KR" altLang="en-US" sz="900" dirty="0" err="1"/>
                        <a:t>정산월</a:t>
                      </a:r>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bl>
          </a:graphicData>
        </a:graphic>
      </p:graphicFrame>
      <p:sp>
        <p:nvSpPr>
          <p:cNvPr id="7" name="직사각형 6">
            <a:extLst>
              <a:ext uri="{FF2B5EF4-FFF2-40B4-BE49-F238E27FC236}">
                <a16:creationId xmlns:a16="http://schemas.microsoft.com/office/drawing/2014/main" id="{EBF1E63C-A25F-4DE0-85C3-2E764C8E14BC}"/>
              </a:ext>
            </a:extLst>
          </p:cNvPr>
          <p:cNvSpPr/>
          <p:nvPr userDrawn="1"/>
        </p:nvSpPr>
        <p:spPr>
          <a:xfrm>
            <a:off x="3622831" y="593061"/>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8" name="직사각형 7">
            <a:extLst>
              <a:ext uri="{FF2B5EF4-FFF2-40B4-BE49-F238E27FC236}">
                <a16:creationId xmlns:a16="http://schemas.microsoft.com/office/drawing/2014/main" id="{00D3D6CB-3AF4-4CD5-AE4C-6880FB31903B}"/>
              </a:ext>
            </a:extLst>
          </p:cNvPr>
          <p:cNvSpPr/>
          <p:nvPr userDrawn="1"/>
        </p:nvSpPr>
        <p:spPr>
          <a:xfrm>
            <a:off x="1950534" y="605200"/>
            <a:ext cx="1531623" cy="17314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2025</a:t>
            </a:r>
            <a:r>
              <a:rPr lang="ko-KR" altLang="en-US" sz="800" dirty="0">
                <a:solidFill>
                  <a:schemeClr val="tx1"/>
                </a:solidFill>
              </a:rPr>
              <a:t>년 </a:t>
            </a:r>
            <a:r>
              <a:rPr lang="en-US" altLang="ko-KR" sz="800" dirty="0">
                <a:solidFill>
                  <a:schemeClr val="tx1"/>
                </a:solidFill>
              </a:rPr>
              <a:t>11</a:t>
            </a:r>
            <a:r>
              <a:rPr lang="ko-KR" altLang="en-US" sz="800" dirty="0">
                <a:solidFill>
                  <a:schemeClr val="tx1"/>
                </a:solidFill>
              </a:rPr>
              <a:t>월                  ▼</a:t>
            </a:r>
            <a:endParaRPr lang="en-US" altLang="ko-KR" sz="800" dirty="0">
              <a:solidFill>
                <a:schemeClr val="tx1"/>
              </a:solidFill>
            </a:endParaRPr>
          </a:p>
        </p:txBody>
      </p:sp>
      <p:sp>
        <p:nvSpPr>
          <p:cNvPr id="9" name="TextBox 8">
            <a:extLst>
              <a:ext uri="{FF2B5EF4-FFF2-40B4-BE49-F238E27FC236}">
                <a16:creationId xmlns:a16="http://schemas.microsoft.com/office/drawing/2014/main" id="{8E9DC789-A504-4A31-A83B-4553B860BAC5}"/>
              </a:ext>
            </a:extLst>
          </p:cNvPr>
          <p:cNvSpPr txBox="1"/>
          <p:nvPr userDrawn="1"/>
        </p:nvSpPr>
        <p:spPr>
          <a:xfrm>
            <a:off x="286121" y="833800"/>
            <a:ext cx="9550337" cy="215444"/>
          </a:xfrm>
          <a:prstGeom prst="rect">
            <a:avLst/>
          </a:prstGeom>
          <a:noFill/>
        </p:spPr>
        <p:txBody>
          <a:bodyPr wrap="square" rtlCol="0">
            <a:spAutoFit/>
          </a:bodyPr>
          <a:lstStyle/>
          <a:p>
            <a:r>
              <a:rPr lang="en-US" altLang="ko-KR" sz="800" dirty="0">
                <a:solidFill>
                  <a:srgbClr val="FF0000"/>
                </a:solidFill>
              </a:rPr>
              <a:t>* </a:t>
            </a:r>
            <a:r>
              <a:rPr lang="ko-KR" altLang="en-US" sz="800" dirty="0">
                <a:solidFill>
                  <a:srgbClr val="FF0000"/>
                </a:solidFill>
              </a:rPr>
              <a:t>당월부터 </a:t>
            </a:r>
            <a:r>
              <a:rPr lang="en-US" altLang="ko-KR" sz="800" dirty="0">
                <a:solidFill>
                  <a:srgbClr val="FF0000"/>
                </a:solidFill>
              </a:rPr>
              <a:t>1</a:t>
            </a:r>
            <a:r>
              <a:rPr lang="ko-KR" altLang="en-US" sz="800" dirty="0">
                <a:solidFill>
                  <a:srgbClr val="FF0000"/>
                </a:solidFill>
              </a:rPr>
              <a:t>년 이내의 정산 건에 한하여 </a:t>
            </a:r>
            <a:r>
              <a:rPr lang="en-US" altLang="ko-KR" sz="800" dirty="0">
                <a:solidFill>
                  <a:srgbClr val="FF0000"/>
                </a:solidFill>
              </a:rPr>
              <a:t>1</a:t>
            </a:r>
            <a:r>
              <a:rPr lang="ko-KR" altLang="en-US" sz="800" dirty="0">
                <a:solidFill>
                  <a:srgbClr val="FF0000"/>
                </a:solidFill>
              </a:rPr>
              <a:t>개월 범위로만 검색이 가능 합니다</a:t>
            </a:r>
            <a:r>
              <a:rPr lang="en-US" altLang="ko-KR" sz="800" dirty="0">
                <a:solidFill>
                  <a:srgbClr val="FF0000"/>
                </a:solidFill>
              </a:rPr>
              <a:t>.</a:t>
            </a:r>
            <a:endParaRPr lang="ko-KR" altLang="en-US" sz="800" dirty="0">
              <a:solidFill>
                <a:srgbClr val="FF0000"/>
              </a:solidFill>
            </a:endParaRPr>
          </a:p>
        </p:txBody>
      </p:sp>
      <p:graphicFrame>
        <p:nvGraphicFramePr>
          <p:cNvPr id="10" name="표 9">
            <a:extLst>
              <a:ext uri="{FF2B5EF4-FFF2-40B4-BE49-F238E27FC236}">
                <a16:creationId xmlns:a16="http://schemas.microsoft.com/office/drawing/2014/main" id="{F8918590-3DFE-432F-8399-3C824B4D010E}"/>
              </a:ext>
            </a:extLst>
          </p:cNvPr>
          <p:cNvGraphicFramePr>
            <a:graphicFrameLocks noGrp="1"/>
          </p:cNvGraphicFramePr>
          <p:nvPr userDrawn="1">
            <p:extLst>
              <p:ext uri="{D42A27DB-BD31-4B8C-83A1-F6EECF244321}">
                <p14:modId xmlns:p14="http://schemas.microsoft.com/office/powerpoint/2010/main" val="1662087893"/>
              </p:ext>
            </p:extLst>
          </p:nvPr>
        </p:nvGraphicFramePr>
        <p:xfrm>
          <a:off x="344479" y="1475038"/>
          <a:ext cx="9491976" cy="426720"/>
        </p:xfrm>
        <a:graphic>
          <a:graphicData uri="http://schemas.openxmlformats.org/drawingml/2006/table">
            <a:tbl>
              <a:tblPr firstRow="1" bandRow="1">
                <a:tableStyleId>{5C22544A-7EE6-4342-B048-85BDC9FD1C3A}</a:tableStyleId>
              </a:tblPr>
              <a:tblGrid>
                <a:gridCol w="1581996">
                  <a:extLst>
                    <a:ext uri="{9D8B030D-6E8A-4147-A177-3AD203B41FA5}">
                      <a16:colId xmlns:a16="http://schemas.microsoft.com/office/drawing/2014/main" val="2542335226"/>
                    </a:ext>
                  </a:extLst>
                </a:gridCol>
                <a:gridCol w="1581996">
                  <a:extLst>
                    <a:ext uri="{9D8B030D-6E8A-4147-A177-3AD203B41FA5}">
                      <a16:colId xmlns:a16="http://schemas.microsoft.com/office/drawing/2014/main" val="20000"/>
                    </a:ext>
                  </a:extLst>
                </a:gridCol>
                <a:gridCol w="1581996">
                  <a:extLst>
                    <a:ext uri="{9D8B030D-6E8A-4147-A177-3AD203B41FA5}">
                      <a16:colId xmlns:a16="http://schemas.microsoft.com/office/drawing/2014/main" val="20001"/>
                    </a:ext>
                  </a:extLst>
                </a:gridCol>
                <a:gridCol w="1581996">
                  <a:extLst>
                    <a:ext uri="{9D8B030D-6E8A-4147-A177-3AD203B41FA5}">
                      <a16:colId xmlns:a16="http://schemas.microsoft.com/office/drawing/2014/main" val="4010982125"/>
                    </a:ext>
                  </a:extLst>
                </a:gridCol>
                <a:gridCol w="1581996">
                  <a:extLst>
                    <a:ext uri="{9D8B030D-6E8A-4147-A177-3AD203B41FA5}">
                      <a16:colId xmlns:a16="http://schemas.microsoft.com/office/drawing/2014/main" val="2646234070"/>
                    </a:ext>
                  </a:extLst>
                </a:gridCol>
                <a:gridCol w="1581996">
                  <a:extLst>
                    <a:ext uri="{9D8B030D-6E8A-4147-A177-3AD203B41FA5}">
                      <a16:colId xmlns:a16="http://schemas.microsoft.com/office/drawing/2014/main" val="1586427647"/>
                    </a:ext>
                  </a:extLst>
                </a:gridCol>
              </a:tblGrid>
              <a:tr h="0">
                <a:tc>
                  <a:txBody>
                    <a:bodyPr/>
                    <a:lstStyle/>
                    <a:p>
                      <a:pPr algn="ctr" latinLnBrk="1"/>
                      <a:r>
                        <a:rPr lang="ko-KR" altLang="en-US" sz="800" b="0" dirty="0">
                          <a:solidFill>
                            <a:schemeClr val="tx1"/>
                          </a:solidFill>
                        </a:rPr>
                        <a:t>총 주문 건수 </a:t>
                      </a:r>
                      <a:r>
                        <a:rPr lang="ko-KR" altLang="en-US" sz="80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총 매입 금액 </a:t>
                      </a:r>
                      <a:r>
                        <a:rPr lang="ko-KR" altLang="en-US" sz="80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총 매출 금액 </a:t>
                      </a:r>
                      <a:r>
                        <a:rPr lang="ko-KR" altLang="en-US" sz="80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SMS </a:t>
                      </a:r>
                      <a:r>
                        <a:rPr lang="ko-KR" altLang="en-US" sz="800" b="0" i="0" u="none" strike="noStrike" dirty="0">
                          <a:solidFill>
                            <a:schemeClr val="tx1"/>
                          </a:solidFill>
                          <a:effectLst/>
                          <a:latin typeface="+mn-lt"/>
                        </a:rPr>
                        <a:t>수수료 </a:t>
                      </a:r>
                      <a:r>
                        <a:rPr lang="ko-KR" altLang="en-US" sz="80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제공 포인트 </a:t>
                      </a:r>
                      <a:r>
                        <a:rPr lang="ko-KR" altLang="en-US" sz="800" dirty="0">
                          <a:solidFill>
                            <a:schemeClr val="tx1"/>
                          </a:solidFill>
                        </a:rPr>
                        <a:t>ⓘ</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총 정산 금액 </a:t>
                      </a:r>
                      <a:r>
                        <a:rPr lang="ko-KR" altLang="en-US" sz="800" dirty="0">
                          <a:solidFill>
                            <a:schemeClr val="tx1"/>
                          </a:solidFill>
                        </a:rPr>
                        <a:t>ⓘ</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1"/>
                  </a:ext>
                </a:extLst>
              </a:tr>
              <a:tr h="0">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13,647 </a:t>
                      </a:r>
                      <a:r>
                        <a:rPr lang="ko-KR" altLang="en-US" sz="800" b="0" dirty="0">
                          <a:solidFill>
                            <a:schemeClr val="tx1"/>
                          </a:solidFill>
                        </a:rPr>
                        <a:t>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2,134,627,330 </a:t>
                      </a:r>
                      <a:r>
                        <a:rPr lang="ko-KR" altLang="en-US" sz="800" b="0" i="0" u="none" strike="noStrike" dirty="0">
                          <a:solidFill>
                            <a:srgbClr val="000000"/>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2,134,627,330 </a:t>
                      </a:r>
                      <a:r>
                        <a:rPr lang="ko-KR" altLang="en-US" sz="800" b="0" i="0" u="none" strike="noStrike" dirty="0">
                          <a:solidFill>
                            <a:srgbClr val="000000"/>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655,430,200 </a:t>
                      </a:r>
                      <a:r>
                        <a:rPr lang="ko-KR" altLang="en-US" sz="800" b="0" i="0" u="none" strike="noStrike" dirty="0">
                          <a:solidFill>
                            <a:schemeClr val="tx1"/>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71,052,600 </a:t>
                      </a:r>
                      <a:r>
                        <a:rPr lang="ko-KR" altLang="en-US" sz="800" b="0" i="0" u="none" strike="noStrike" dirty="0">
                          <a:solidFill>
                            <a:srgbClr val="000000"/>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1,036,645,960 </a:t>
                      </a:r>
                      <a:r>
                        <a:rPr lang="ko-KR" altLang="en-US" sz="800" b="0" i="0" u="none" strike="noStrike" dirty="0">
                          <a:solidFill>
                            <a:srgbClr val="000000"/>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sp>
        <p:nvSpPr>
          <p:cNvPr id="11" name="TextBox 10">
            <a:extLst>
              <a:ext uri="{FF2B5EF4-FFF2-40B4-BE49-F238E27FC236}">
                <a16:creationId xmlns:a16="http://schemas.microsoft.com/office/drawing/2014/main" id="{8E2537DA-5E0F-4E2A-9E07-0A7B529C81ED}"/>
              </a:ext>
            </a:extLst>
          </p:cNvPr>
          <p:cNvSpPr txBox="1"/>
          <p:nvPr userDrawn="1"/>
        </p:nvSpPr>
        <p:spPr>
          <a:xfrm>
            <a:off x="286121" y="1244206"/>
            <a:ext cx="1199367"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매출 </a:t>
            </a:r>
            <a:r>
              <a:rPr lang="en-US" altLang="ko-KR" sz="900" dirty="0">
                <a:latin typeface="맑은 고딕" panose="020B0503020000020004" pitchFamily="50" charset="-127"/>
                <a:ea typeface="맑은 고딕" panose="020B0503020000020004" pitchFamily="50" charset="-127"/>
              </a:rPr>
              <a:t>/ </a:t>
            </a:r>
            <a:r>
              <a:rPr lang="ko-KR" altLang="en-US" sz="900" dirty="0">
                <a:latin typeface="맑은 고딕" panose="020B0503020000020004" pitchFamily="50" charset="-127"/>
                <a:ea typeface="맑은 고딕" panose="020B0503020000020004" pitchFamily="50" charset="-127"/>
              </a:rPr>
              <a:t>매입 집계</a:t>
            </a:r>
            <a:endParaRPr lang="ko-KR" altLang="en-US" sz="900" dirty="0"/>
          </a:p>
        </p:txBody>
      </p:sp>
      <p:sp>
        <p:nvSpPr>
          <p:cNvPr id="12" name="직사각형 11">
            <a:extLst>
              <a:ext uri="{FF2B5EF4-FFF2-40B4-BE49-F238E27FC236}">
                <a16:creationId xmlns:a16="http://schemas.microsoft.com/office/drawing/2014/main" id="{0A745300-B067-4F42-BCF8-6C770220D145}"/>
              </a:ext>
            </a:extLst>
          </p:cNvPr>
          <p:cNvSpPr/>
          <p:nvPr userDrawn="1"/>
        </p:nvSpPr>
        <p:spPr>
          <a:xfrm>
            <a:off x="1480925" y="1264434"/>
            <a:ext cx="469609" cy="166131"/>
          </a:xfrm>
          <a:prstGeom prst="rect">
            <a:avLst/>
          </a:prstGeom>
          <a:solidFill>
            <a:schemeClr val="accent6"/>
          </a:solidFill>
          <a:ln w="6350">
            <a:solidFill>
              <a:schemeClr val="accent6"/>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solidFill>
                  <a:schemeClr val="bg1"/>
                </a:solidFill>
              </a:rPr>
              <a:t>엑셀</a:t>
            </a:r>
            <a:endParaRPr lang="en-US" altLang="ko-KR" sz="700" b="1" dirty="0">
              <a:solidFill>
                <a:schemeClr val="bg1"/>
              </a:solidFill>
            </a:endParaRPr>
          </a:p>
        </p:txBody>
      </p:sp>
      <p:graphicFrame>
        <p:nvGraphicFramePr>
          <p:cNvPr id="13" name="표 12">
            <a:extLst>
              <a:ext uri="{FF2B5EF4-FFF2-40B4-BE49-F238E27FC236}">
                <a16:creationId xmlns:a16="http://schemas.microsoft.com/office/drawing/2014/main" id="{776312D8-75C3-4B52-9F9D-06DA8321A0B4}"/>
              </a:ext>
            </a:extLst>
          </p:cNvPr>
          <p:cNvGraphicFramePr>
            <a:graphicFrameLocks noGrp="1"/>
          </p:cNvGraphicFramePr>
          <p:nvPr userDrawn="1">
            <p:extLst>
              <p:ext uri="{D42A27DB-BD31-4B8C-83A1-F6EECF244321}">
                <p14:modId xmlns:p14="http://schemas.microsoft.com/office/powerpoint/2010/main" val="1292224859"/>
              </p:ext>
            </p:extLst>
          </p:nvPr>
        </p:nvGraphicFramePr>
        <p:xfrm>
          <a:off x="348389" y="2539992"/>
          <a:ext cx="9491980" cy="426720"/>
        </p:xfrm>
        <a:graphic>
          <a:graphicData uri="http://schemas.openxmlformats.org/drawingml/2006/table">
            <a:tbl>
              <a:tblPr firstRow="1" bandRow="1">
                <a:tableStyleId>{5C22544A-7EE6-4342-B048-85BDC9FD1C3A}</a:tableStyleId>
              </a:tblPr>
              <a:tblGrid>
                <a:gridCol w="2372995">
                  <a:extLst>
                    <a:ext uri="{9D8B030D-6E8A-4147-A177-3AD203B41FA5}">
                      <a16:colId xmlns:a16="http://schemas.microsoft.com/office/drawing/2014/main" val="20000"/>
                    </a:ext>
                  </a:extLst>
                </a:gridCol>
                <a:gridCol w="2372995">
                  <a:extLst>
                    <a:ext uri="{9D8B030D-6E8A-4147-A177-3AD203B41FA5}">
                      <a16:colId xmlns:a16="http://schemas.microsoft.com/office/drawing/2014/main" val="4010982125"/>
                    </a:ext>
                  </a:extLst>
                </a:gridCol>
                <a:gridCol w="2372995">
                  <a:extLst>
                    <a:ext uri="{9D8B030D-6E8A-4147-A177-3AD203B41FA5}">
                      <a16:colId xmlns:a16="http://schemas.microsoft.com/office/drawing/2014/main" val="2646234070"/>
                    </a:ext>
                  </a:extLst>
                </a:gridCol>
                <a:gridCol w="2372995">
                  <a:extLst>
                    <a:ext uri="{9D8B030D-6E8A-4147-A177-3AD203B41FA5}">
                      <a16:colId xmlns:a16="http://schemas.microsoft.com/office/drawing/2014/main" val="1393387658"/>
                    </a:ext>
                  </a:extLst>
                </a:gridCol>
              </a:tblGrid>
              <a:tr h="0">
                <a:tc>
                  <a:txBody>
                    <a:bodyPr/>
                    <a:lstStyle/>
                    <a:p>
                      <a:pPr algn="ctr" latinLnBrk="1"/>
                      <a:r>
                        <a:rPr lang="ko-KR" altLang="en-US" sz="800" b="0" dirty="0" err="1">
                          <a:solidFill>
                            <a:schemeClr val="tx1"/>
                          </a:solidFill>
                        </a:rPr>
                        <a:t>배송비</a:t>
                      </a:r>
                      <a:r>
                        <a:rPr lang="ko-KR" altLang="en-US" sz="800" b="0" dirty="0">
                          <a:solidFill>
                            <a:schemeClr val="tx1"/>
                          </a:solidFill>
                        </a:rPr>
                        <a:t>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반품 </a:t>
                      </a:r>
                      <a:r>
                        <a:rPr lang="ko-KR" altLang="en-US" sz="800" b="0" i="0" u="none" strike="noStrike" dirty="0" err="1">
                          <a:solidFill>
                            <a:schemeClr val="tx1"/>
                          </a:solidFill>
                          <a:effectLst/>
                          <a:latin typeface="+mn-lt"/>
                        </a:rPr>
                        <a:t>배송비</a:t>
                      </a:r>
                      <a:r>
                        <a:rPr lang="ko-KR" altLang="en-US" sz="800" b="0" i="0" u="none" strike="noStrike" dirty="0">
                          <a:solidFill>
                            <a:schemeClr val="tx1"/>
                          </a:solidFill>
                          <a:effectLst/>
                          <a:latin typeface="+mn-lt"/>
                        </a:rPr>
                        <a:t> </a:t>
                      </a:r>
                      <a:r>
                        <a:rPr lang="ko-KR" altLang="en-US" sz="80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교환 </a:t>
                      </a:r>
                      <a:r>
                        <a:rPr lang="ko-KR" altLang="en-US" sz="800" b="0" i="0" u="none" strike="noStrike" dirty="0" err="1">
                          <a:solidFill>
                            <a:srgbClr val="000000"/>
                          </a:solidFill>
                          <a:effectLst/>
                          <a:latin typeface="+mn-lt"/>
                        </a:rPr>
                        <a:t>배송비</a:t>
                      </a:r>
                      <a:r>
                        <a:rPr lang="ko-KR" altLang="en-US" sz="800" b="0" i="0" u="none" strike="noStrike" dirty="0">
                          <a:solidFill>
                            <a:srgbClr val="000000"/>
                          </a:solidFill>
                          <a:effectLst/>
                          <a:latin typeface="+mn-lt"/>
                        </a:rPr>
                        <a:t> </a:t>
                      </a:r>
                      <a:r>
                        <a:rPr lang="ko-KR" altLang="en-US" sz="800" dirty="0">
                          <a:solidFill>
                            <a:schemeClr val="tx1"/>
                          </a:solidFill>
                        </a:rPr>
                        <a:t>ⓘ</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총 </a:t>
                      </a:r>
                      <a:r>
                        <a:rPr lang="ko-KR" altLang="en-US" sz="800" b="0" i="0" u="none" strike="noStrike" dirty="0" err="1">
                          <a:solidFill>
                            <a:srgbClr val="000000"/>
                          </a:solidFill>
                          <a:effectLst/>
                          <a:latin typeface="+mn-lt"/>
                        </a:rPr>
                        <a:t>배송비</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1"/>
                  </a:ext>
                </a:extLst>
              </a:tr>
              <a:tr h="0">
                <a:tc>
                  <a:txBody>
                    <a:bodyPr/>
                    <a:lstStyle/>
                    <a:p>
                      <a:pPr algn="ctr" latinLnBrk="1"/>
                      <a:r>
                        <a:rPr lang="ko-KR" altLang="en-US" sz="800" b="0" dirty="0" err="1">
                          <a:solidFill>
                            <a:schemeClr val="tx1"/>
                          </a:solidFill>
                        </a:rPr>
                        <a:t>배송비</a:t>
                      </a:r>
                      <a:r>
                        <a:rPr lang="ko-KR" altLang="en-US" sz="800" b="0" dirty="0">
                          <a:solidFill>
                            <a:schemeClr val="tx1"/>
                          </a:solidFill>
                        </a:rPr>
                        <a:t> 정산 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6,180,000</a:t>
                      </a:r>
                      <a:r>
                        <a:rPr lang="ko-KR" altLang="en-US" sz="800" b="0" i="0" u="none" strike="noStrike" dirty="0">
                          <a:solidFill>
                            <a:schemeClr val="tx1"/>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5,242,000</a:t>
                      </a:r>
                      <a:r>
                        <a:rPr lang="ko-KR" altLang="en-US" sz="800" b="0" i="0" u="none" strike="noStrike" dirty="0">
                          <a:solidFill>
                            <a:srgbClr val="000000"/>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11,422,000 </a:t>
                      </a:r>
                      <a:r>
                        <a:rPr lang="ko-KR" altLang="en-US" sz="800" b="0" i="0" u="none" strike="noStrike" dirty="0">
                          <a:solidFill>
                            <a:srgbClr val="000000"/>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sp>
        <p:nvSpPr>
          <p:cNvPr id="14" name="TextBox 13">
            <a:extLst>
              <a:ext uri="{FF2B5EF4-FFF2-40B4-BE49-F238E27FC236}">
                <a16:creationId xmlns:a16="http://schemas.microsoft.com/office/drawing/2014/main" id="{BF51D16C-0B03-41C3-91EC-CB549CB8F19F}"/>
              </a:ext>
            </a:extLst>
          </p:cNvPr>
          <p:cNvSpPr txBox="1"/>
          <p:nvPr userDrawn="1"/>
        </p:nvSpPr>
        <p:spPr>
          <a:xfrm>
            <a:off x="290031" y="2309160"/>
            <a:ext cx="1228221"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추가 배송비 집계</a:t>
            </a:r>
            <a:endParaRPr lang="ko-KR" altLang="en-US" sz="900" dirty="0"/>
          </a:p>
        </p:txBody>
      </p:sp>
      <p:graphicFrame>
        <p:nvGraphicFramePr>
          <p:cNvPr id="16" name="표 15">
            <a:extLst>
              <a:ext uri="{FF2B5EF4-FFF2-40B4-BE49-F238E27FC236}">
                <a16:creationId xmlns:a16="http://schemas.microsoft.com/office/drawing/2014/main" id="{D2BA1B68-7BD5-4BD5-BD1B-3F8F674B9F53}"/>
              </a:ext>
            </a:extLst>
          </p:cNvPr>
          <p:cNvGraphicFramePr>
            <a:graphicFrameLocks noGrp="1"/>
          </p:cNvGraphicFramePr>
          <p:nvPr userDrawn="1">
            <p:extLst>
              <p:ext uri="{D42A27DB-BD31-4B8C-83A1-F6EECF244321}">
                <p14:modId xmlns:p14="http://schemas.microsoft.com/office/powerpoint/2010/main" val="260105252"/>
              </p:ext>
            </p:extLst>
          </p:nvPr>
        </p:nvGraphicFramePr>
        <p:xfrm>
          <a:off x="344476" y="3747708"/>
          <a:ext cx="9491979" cy="640080"/>
        </p:xfrm>
        <a:graphic>
          <a:graphicData uri="http://schemas.openxmlformats.org/drawingml/2006/table">
            <a:tbl>
              <a:tblPr firstRow="1" bandRow="1">
                <a:tableStyleId>{5C22544A-7EE6-4342-B048-85BDC9FD1C3A}</a:tableStyleId>
              </a:tblPr>
              <a:tblGrid>
                <a:gridCol w="1146970">
                  <a:extLst>
                    <a:ext uri="{9D8B030D-6E8A-4147-A177-3AD203B41FA5}">
                      <a16:colId xmlns:a16="http://schemas.microsoft.com/office/drawing/2014/main" val="20000"/>
                    </a:ext>
                  </a:extLst>
                </a:gridCol>
                <a:gridCol w="4918229">
                  <a:extLst>
                    <a:ext uri="{9D8B030D-6E8A-4147-A177-3AD203B41FA5}">
                      <a16:colId xmlns:a16="http://schemas.microsoft.com/office/drawing/2014/main" val="20001"/>
                    </a:ext>
                  </a:extLst>
                </a:gridCol>
                <a:gridCol w="2050741">
                  <a:extLst>
                    <a:ext uri="{9D8B030D-6E8A-4147-A177-3AD203B41FA5}">
                      <a16:colId xmlns:a16="http://schemas.microsoft.com/office/drawing/2014/main" val="4010982125"/>
                    </a:ext>
                  </a:extLst>
                </a:gridCol>
                <a:gridCol w="1376039">
                  <a:extLst>
                    <a:ext uri="{9D8B030D-6E8A-4147-A177-3AD203B41FA5}">
                      <a16:colId xmlns:a16="http://schemas.microsoft.com/office/drawing/2014/main" val="2646234070"/>
                    </a:ext>
                  </a:extLst>
                </a:gridCol>
              </a:tblGrid>
              <a:tr h="0">
                <a:tc>
                  <a:txBody>
                    <a:bodyPr/>
                    <a:lstStyle/>
                    <a:p>
                      <a:pPr algn="ctr" latinLnBrk="1"/>
                      <a:r>
                        <a:rPr lang="ko-KR" altLang="en-US" sz="800" b="0" dirty="0">
                          <a:solidFill>
                            <a:schemeClr val="tx1"/>
                          </a:solidFill>
                        </a:rPr>
                        <a:t>집행일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집행 내역</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첨부자료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1"/>
                  </a:ext>
                </a:extLst>
              </a:tr>
              <a:tr h="0">
                <a:tc>
                  <a:txBody>
                    <a:bodyPr/>
                    <a:lstStyle/>
                    <a:p>
                      <a:pPr latinLnBrk="1"/>
                      <a:r>
                        <a:rPr lang="en-US" altLang="ko-KR" sz="800" b="0" dirty="0">
                          <a:solidFill>
                            <a:schemeClr val="tx1"/>
                          </a:solidFill>
                        </a:rPr>
                        <a:t>2025. 12. 13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12</a:t>
                      </a:r>
                      <a:r>
                        <a:rPr lang="ko-KR" altLang="en-US" sz="800" b="0" i="0" u="none" strike="noStrike" dirty="0">
                          <a:solidFill>
                            <a:srgbClr val="000000"/>
                          </a:solidFill>
                          <a:effectLst/>
                          <a:latin typeface="+mn-lt"/>
                        </a:rPr>
                        <a:t>월 중간 </a:t>
                      </a:r>
                      <a:r>
                        <a:rPr lang="ko-KR" altLang="en-US" sz="800" b="0" i="0" u="none" strike="noStrike" dirty="0" err="1">
                          <a:solidFill>
                            <a:srgbClr val="000000"/>
                          </a:solidFill>
                          <a:effectLst/>
                          <a:latin typeface="+mn-lt"/>
                        </a:rPr>
                        <a:t>정산분</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1,660,332,000 </a:t>
                      </a:r>
                      <a:r>
                        <a:rPr lang="ko-KR" altLang="en-US" sz="800" b="0" i="0" u="none" strike="noStrike" dirty="0">
                          <a:solidFill>
                            <a:schemeClr val="tx1"/>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1213.xlsx</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latinLnBrk="1"/>
                      <a:r>
                        <a:rPr lang="en-US" altLang="ko-KR" sz="800" b="0" dirty="0">
                          <a:solidFill>
                            <a:schemeClr val="tx1"/>
                          </a:solidFill>
                        </a:rPr>
                        <a:t>2025.</a:t>
                      </a:r>
                      <a:r>
                        <a:rPr lang="en-US" altLang="ko-KR" sz="800" b="0" baseline="0" dirty="0">
                          <a:solidFill>
                            <a:schemeClr val="tx1"/>
                          </a:solidFill>
                        </a:rPr>
                        <a:t> 12. 01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11</a:t>
                      </a:r>
                      <a:r>
                        <a:rPr lang="ko-KR" altLang="en-US" sz="800" b="0" i="0" u="none" strike="noStrike" dirty="0">
                          <a:solidFill>
                            <a:srgbClr val="000000"/>
                          </a:solidFill>
                          <a:effectLst/>
                          <a:latin typeface="+mn-lt"/>
                        </a:rPr>
                        <a:t>월 </a:t>
                      </a:r>
                      <a:r>
                        <a:rPr lang="ko-KR" altLang="en-US" sz="800" b="0" i="0" u="none" strike="noStrike" dirty="0" err="1">
                          <a:solidFill>
                            <a:srgbClr val="000000"/>
                          </a:solidFill>
                          <a:effectLst/>
                          <a:latin typeface="+mn-lt"/>
                        </a:rPr>
                        <a:t>미정산분</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632,000 </a:t>
                      </a:r>
                      <a:r>
                        <a:rPr lang="ko-KR" altLang="en-US" sz="800" b="0" i="0" u="none" strike="noStrike" dirty="0">
                          <a:solidFill>
                            <a:schemeClr val="tx1"/>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1201.xlsx</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17" name="TextBox 16">
            <a:extLst>
              <a:ext uri="{FF2B5EF4-FFF2-40B4-BE49-F238E27FC236}">
                <a16:creationId xmlns:a16="http://schemas.microsoft.com/office/drawing/2014/main" id="{613D77BB-35FC-4CAD-94FE-101BB5D299FC}"/>
              </a:ext>
            </a:extLst>
          </p:cNvPr>
          <p:cNvSpPr txBox="1"/>
          <p:nvPr userDrawn="1"/>
        </p:nvSpPr>
        <p:spPr>
          <a:xfrm>
            <a:off x="286118" y="3516876"/>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정산 집행 현황</a:t>
            </a:r>
            <a:endParaRPr lang="ko-KR" altLang="en-US" sz="900" dirty="0"/>
          </a:p>
        </p:txBody>
      </p:sp>
      <p:sp>
        <p:nvSpPr>
          <p:cNvPr id="20" name="직사각형 19">
            <a:extLst>
              <a:ext uri="{FF2B5EF4-FFF2-40B4-BE49-F238E27FC236}">
                <a16:creationId xmlns:a16="http://schemas.microsoft.com/office/drawing/2014/main" id="{02496A33-C864-496E-976D-FEE5AD75D9F2}"/>
              </a:ext>
            </a:extLst>
          </p:cNvPr>
          <p:cNvSpPr/>
          <p:nvPr userDrawn="1"/>
        </p:nvSpPr>
        <p:spPr>
          <a:xfrm>
            <a:off x="1518252" y="2327552"/>
            <a:ext cx="469609" cy="166131"/>
          </a:xfrm>
          <a:prstGeom prst="rect">
            <a:avLst/>
          </a:prstGeom>
          <a:solidFill>
            <a:schemeClr val="accent6"/>
          </a:solidFill>
          <a:ln w="6350">
            <a:solidFill>
              <a:schemeClr val="accent6"/>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solidFill>
                  <a:schemeClr val="bg1"/>
                </a:solidFill>
              </a:rPr>
              <a:t>엑셀</a:t>
            </a:r>
            <a:endParaRPr lang="en-US" altLang="ko-KR" sz="700" b="1" dirty="0">
              <a:solidFill>
                <a:schemeClr val="bg1"/>
              </a:solidFill>
            </a:endParaRPr>
          </a:p>
        </p:txBody>
      </p:sp>
    </p:spTree>
    <p:extLst>
      <p:ext uri="{BB962C8B-B14F-4D97-AF65-F5344CB8AC3E}">
        <p14:creationId xmlns:p14="http://schemas.microsoft.com/office/powerpoint/2010/main" val="3927918513"/>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2_컨테이터 틀">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8061F4EA-EF62-427A-9FE4-478705A6AC7A}"/>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7" name="직사각형 36">
            <a:extLst>
              <a:ext uri="{FF2B5EF4-FFF2-40B4-BE49-F238E27FC236}">
                <a16:creationId xmlns:a16="http://schemas.microsoft.com/office/drawing/2014/main" id="{11641674-7B9A-464F-9E76-0714EFC6AF91}"/>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18" name="표 63">
            <a:extLst>
              <a:ext uri="{FF2B5EF4-FFF2-40B4-BE49-F238E27FC236}">
                <a16:creationId xmlns:a16="http://schemas.microsoft.com/office/drawing/2014/main" id="{6C5CF30F-08D3-45FD-A8F7-542C62B5610F}"/>
              </a:ext>
            </a:extLst>
          </p:cNvPr>
          <p:cNvGraphicFramePr>
            <a:graphicFrameLocks noGrp="1"/>
          </p:cNvGraphicFramePr>
          <p:nvPr userDrawn="1">
            <p:extLst>
              <p:ext uri="{D42A27DB-BD31-4B8C-83A1-F6EECF244321}">
                <p14:modId xmlns:p14="http://schemas.microsoft.com/office/powerpoint/2010/main" val="2486649281"/>
              </p:ext>
            </p:extLst>
          </p:nvPr>
        </p:nvGraphicFramePr>
        <p:xfrm>
          <a:off x="286121" y="1094490"/>
          <a:ext cx="9550337" cy="457200"/>
        </p:xfrm>
        <a:graphic>
          <a:graphicData uri="http://schemas.openxmlformats.org/drawingml/2006/table">
            <a:tbl>
              <a:tblPr firstRow="1" bandRow="1">
                <a:tableStyleId>{5940675A-B579-460E-94D1-54222C63F5DA}</a:tableStyleId>
              </a:tblPr>
              <a:tblGrid>
                <a:gridCol w="1578190">
                  <a:extLst>
                    <a:ext uri="{9D8B030D-6E8A-4147-A177-3AD203B41FA5}">
                      <a16:colId xmlns:a16="http://schemas.microsoft.com/office/drawing/2014/main" val="3701388552"/>
                    </a:ext>
                  </a:extLst>
                </a:gridCol>
                <a:gridCol w="7972147">
                  <a:extLst>
                    <a:ext uri="{9D8B030D-6E8A-4147-A177-3AD203B41FA5}">
                      <a16:colId xmlns:a16="http://schemas.microsoft.com/office/drawing/2014/main" val="339215266"/>
                    </a:ext>
                  </a:extLst>
                </a:gridCol>
              </a:tblGrid>
              <a:tr h="0">
                <a:tc>
                  <a:txBody>
                    <a:bodyPr/>
                    <a:lstStyle/>
                    <a:p>
                      <a:pPr latinLnBrk="1"/>
                      <a:r>
                        <a:rPr lang="ko-KR" altLang="en-US" sz="900" dirty="0" err="1"/>
                        <a:t>채널아이디</a:t>
                      </a:r>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3406443"/>
                  </a:ext>
                </a:extLst>
              </a:tr>
              <a:tr h="0">
                <a:tc>
                  <a:txBody>
                    <a:bodyPr/>
                    <a:lstStyle/>
                    <a:p>
                      <a:pPr latinLnBrk="1"/>
                      <a:r>
                        <a:rPr lang="ko-KR" altLang="en-US" sz="900" dirty="0"/>
                        <a:t>정산 </a:t>
                      </a:r>
                      <a:r>
                        <a:rPr lang="ko-KR" altLang="en-US" sz="900" dirty="0" err="1"/>
                        <a:t>년월</a:t>
                      </a:r>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bl>
          </a:graphicData>
        </a:graphic>
      </p:graphicFrame>
      <p:graphicFrame>
        <p:nvGraphicFramePr>
          <p:cNvPr id="19" name="표 18">
            <a:extLst>
              <a:ext uri="{FF2B5EF4-FFF2-40B4-BE49-F238E27FC236}">
                <a16:creationId xmlns:a16="http://schemas.microsoft.com/office/drawing/2014/main" id="{D658666F-7894-4090-93F1-7AD548FDE2C2}"/>
              </a:ext>
            </a:extLst>
          </p:cNvPr>
          <p:cNvGraphicFramePr>
            <a:graphicFrameLocks noGrp="1"/>
          </p:cNvGraphicFramePr>
          <p:nvPr userDrawn="1">
            <p:extLst>
              <p:ext uri="{D42A27DB-BD31-4B8C-83A1-F6EECF244321}">
                <p14:modId xmlns:p14="http://schemas.microsoft.com/office/powerpoint/2010/main" val="759847105"/>
              </p:ext>
            </p:extLst>
          </p:nvPr>
        </p:nvGraphicFramePr>
        <p:xfrm>
          <a:off x="344479" y="3885235"/>
          <a:ext cx="9491979" cy="868680"/>
        </p:xfrm>
        <a:graphic>
          <a:graphicData uri="http://schemas.openxmlformats.org/drawingml/2006/table">
            <a:tbl>
              <a:tblPr firstRow="1" bandRow="1">
                <a:tableStyleId>{5C22544A-7EE6-4342-B048-85BDC9FD1C3A}</a:tableStyleId>
              </a:tblPr>
              <a:tblGrid>
                <a:gridCol w="827158">
                  <a:extLst>
                    <a:ext uri="{9D8B030D-6E8A-4147-A177-3AD203B41FA5}">
                      <a16:colId xmlns:a16="http://schemas.microsoft.com/office/drawing/2014/main" val="2039544168"/>
                    </a:ext>
                  </a:extLst>
                </a:gridCol>
                <a:gridCol w="827158">
                  <a:extLst>
                    <a:ext uri="{9D8B030D-6E8A-4147-A177-3AD203B41FA5}">
                      <a16:colId xmlns:a16="http://schemas.microsoft.com/office/drawing/2014/main" val="1255215177"/>
                    </a:ext>
                  </a:extLst>
                </a:gridCol>
                <a:gridCol w="827158">
                  <a:extLst>
                    <a:ext uri="{9D8B030D-6E8A-4147-A177-3AD203B41FA5}">
                      <a16:colId xmlns:a16="http://schemas.microsoft.com/office/drawing/2014/main" val="20000"/>
                    </a:ext>
                  </a:extLst>
                </a:gridCol>
                <a:gridCol w="3867999">
                  <a:extLst>
                    <a:ext uri="{9D8B030D-6E8A-4147-A177-3AD203B41FA5}">
                      <a16:colId xmlns:a16="http://schemas.microsoft.com/office/drawing/2014/main" val="20001"/>
                    </a:ext>
                  </a:extLst>
                </a:gridCol>
                <a:gridCol w="1157796">
                  <a:extLst>
                    <a:ext uri="{9D8B030D-6E8A-4147-A177-3AD203B41FA5}">
                      <a16:colId xmlns:a16="http://schemas.microsoft.com/office/drawing/2014/main" val="4010982125"/>
                    </a:ext>
                  </a:extLst>
                </a:gridCol>
                <a:gridCol w="992355">
                  <a:extLst>
                    <a:ext uri="{9D8B030D-6E8A-4147-A177-3AD203B41FA5}">
                      <a16:colId xmlns:a16="http://schemas.microsoft.com/office/drawing/2014/main" val="2646234070"/>
                    </a:ext>
                  </a:extLst>
                </a:gridCol>
                <a:gridCol w="992355">
                  <a:extLst>
                    <a:ext uri="{9D8B030D-6E8A-4147-A177-3AD203B41FA5}">
                      <a16:colId xmlns:a16="http://schemas.microsoft.com/office/drawing/2014/main" val="957688979"/>
                    </a:ext>
                  </a:extLst>
                </a:gridCol>
              </a:tblGrid>
              <a:tr h="0">
                <a:tc>
                  <a:txBody>
                    <a:bodyPr/>
                    <a:lstStyle/>
                    <a:p>
                      <a:pPr algn="ctr" latinLnBrk="1"/>
                      <a:r>
                        <a:rPr lang="ko-KR" altLang="en-US" sz="800" b="1" dirty="0" err="1">
                          <a:solidFill>
                            <a:schemeClr val="tx1"/>
                          </a:solidFill>
                        </a:rPr>
                        <a:t>채널아이디</a:t>
                      </a:r>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err="1">
                          <a:solidFill>
                            <a:schemeClr val="tx1"/>
                          </a:solidFill>
                        </a:rPr>
                        <a:t>정산년월</a:t>
                      </a:r>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집행일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1" i="0" u="none" strike="noStrike" dirty="0">
                          <a:solidFill>
                            <a:srgbClr val="000000"/>
                          </a:solidFill>
                          <a:effectLst/>
                          <a:latin typeface="+mn-lt"/>
                        </a:rPr>
                        <a:t>집행 내역</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1" i="0" u="none" strike="noStrike" dirty="0">
                          <a:solidFill>
                            <a:schemeClr val="tx1"/>
                          </a:solidFill>
                          <a:effectLst/>
                          <a:latin typeface="+mn-lt"/>
                        </a:rPr>
                        <a:t>집행금액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i="0" u="none" strike="noStrike" dirty="0">
                          <a:solidFill>
                            <a:srgbClr val="000000"/>
                          </a:solidFill>
                          <a:effectLst/>
                          <a:latin typeface="+mn-lt"/>
                        </a:rPr>
                        <a:t>첨부자료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i="0" u="none" strike="noStrike" dirty="0">
                          <a:solidFill>
                            <a:srgbClr val="000000"/>
                          </a:solidFill>
                          <a:effectLst/>
                          <a:latin typeface="+mn-lt"/>
                        </a:rPr>
                        <a:t>관리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AAA</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noFill/>
                  </a:tcPr>
                </a:tc>
                <a:tc>
                  <a:txBody>
                    <a:bodyPr/>
                    <a:lstStyle/>
                    <a:p>
                      <a:pPr latinLnBrk="1"/>
                      <a:r>
                        <a:rPr lang="en-US" altLang="ko-KR" sz="800" b="0" dirty="0">
                          <a:solidFill>
                            <a:schemeClr val="tx1"/>
                          </a:solidFill>
                        </a:rPr>
                        <a:t>2025.07</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noFill/>
                  </a:tcPr>
                </a:tc>
                <a:tc>
                  <a:txBody>
                    <a:bodyPr/>
                    <a:lstStyle/>
                    <a:p>
                      <a:pPr latinLnBrk="1"/>
                      <a:r>
                        <a:rPr lang="en-US" altLang="ko-KR" sz="800" b="0" dirty="0">
                          <a:solidFill>
                            <a:schemeClr val="tx1"/>
                          </a:solidFill>
                        </a:rPr>
                        <a:t>2025. 07. 19</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7</a:t>
                      </a:r>
                      <a:r>
                        <a:rPr lang="ko-KR" altLang="en-US" sz="800" b="0" i="0" u="none" strike="noStrike" dirty="0">
                          <a:solidFill>
                            <a:srgbClr val="000000"/>
                          </a:solidFill>
                          <a:effectLst/>
                          <a:latin typeface="+mn-lt"/>
                        </a:rPr>
                        <a:t>월 중간 </a:t>
                      </a:r>
                      <a:r>
                        <a:rPr lang="ko-KR" altLang="en-US" sz="800" b="0" i="0" u="none" strike="noStrike" dirty="0" err="1">
                          <a:solidFill>
                            <a:srgbClr val="000000"/>
                          </a:solidFill>
                          <a:effectLst/>
                          <a:latin typeface="+mn-lt"/>
                        </a:rPr>
                        <a:t>정산분</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132,000 </a:t>
                      </a:r>
                      <a:r>
                        <a:rPr lang="ko-KR" altLang="en-US" sz="800" b="0" i="0" u="none" strike="noStrike" dirty="0">
                          <a:solidFill>
                            <a:schemeClr val="tx1"/>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1213.Xlsx</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AAA</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noFill/>
                  </a:tcPr>
                </a:tc>
                <a:tc>
                  <a:txBody>
                    <a:bodyPr/>
                    <a:lstStyle/>
                    <a:p>
                      <a:pPr latinLnBrk="1"/>
                      <a:r>
                        <a:rPr lang="en-US" altLang="ko-KR" sz="800" b="0" dirty="0">
                          <a:solidFill>
                            <a:schemeClr val="tx1"/>
                          </a:solidFill>
                        </a:rPr>
                        <a:t>2025.08</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noFill/>
                  </a:tcPr>
                </a:tc>
                <a:tc>
                  <a:txBody>
                    <a:bodyPr/>
                    <a:lstStyle/>
                    <a:p>
                      <a:pPr latinLnBrk="1"/>
                      <a:r>
                        <a:rPr lang="en-US" altLang="ko-KR" sz="800" b="0" dirty="0">
                          <a:solidFill>
                            <a:schemeClr val="tx1"/>
                          </a:solidFill>
                        </a:rPr>
                        <a:t>2025.</a:t>
                      </a:r>
                      <a:r>
                        <a:rPr lang="en-US" altLang="ko-KR" sz="800" b="0" baseline="0" dirty="0">
                          <a:solidFill>
                            <a:schemeClr val="tx1"/>
                          </a:solidFill>
                        </a:rPr>
                        <a:t> 08. 01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7</a:t>
                      </a:r>
                      <a:r>
                        <a:rPr lang="ko-KR" altLang="en-US" sz="800" b="0" i="0" u="none" strike="noStrike" dirty="0">
                          <a:solidFill>
                            <a:srgbClr val="000000"/>
                          </a:solidFill>
                          <a:effectLst/>
                          <a:latin typeface="+mn-lt"/>
                        </a:rPr>
                        <a:t>월 미정산분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10,000 </a:t>
                      </a:r>
                      <a:r>
                        <a:rPr lang="ko-KR" altLang="en-US" sz="800" b="0" i="0" u="none" strike="noStrike" dirty="0">
                          <a:solidFill>
                            <a:schemeClr val="tx1"/>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1201.Xlsx</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gridSpan="4">
                  <a:txBody>
                    <a:bodyPr/>
                    <a:lstStyle/>
                    <a:p>
                      <a:pPr algn="r" latinLnBrk="1"/>
                      <a:r>
                        <a:rPr lang="ko-KR" altLang="en-US" sz="800" b="1" dirty="0">
                          <a:solidFill>
                            <a:schemeClr val="tx1"/>
                          </a:solidFill>
                        </a:rPr>
                        <a:t>집행금액합계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noFill/>
                  </a:tcPr>
                </a:tc>
                <a:tc hMerge="1">
                  <a:txBody>
                    <a:bodyPr/>
                    <a:lstStyle/>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no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i="0" u="none" strike="noStrike" dirty="0">
                          <a:solidFill>
                            <a:schemeClr val="accent2">
                              <a:lumMod val="75000"/>
                            </a:schemeClr>
                          </a:solidFill>
                          <a:effectLst/>
                          <a:latin typeface="+mn-lt"/>
                        </a:rPr>
                        <a:t>142,000</a:t>
                      </a:r>
                      <a:r>
                        <a:rPr lang="en-US" altLang="ko-KR" sz="800" b="0" i="0" u="none" strike="noStrike" dirty="0">
                          <a:solidFill>
                            <a:schemeClr val="tx1"/>
                          </a:solidFill>
                          <a:effectLst/>
                          <a:latin typeface="+mn-lt"/>
                        </a:rPr>
                        <a:t> </a:t>
                      </a:r>
                      <a:r>
                        <a:rPr lang="ko-KR" altLang="en-US" sz="800" b="0" i="0" u="none" strike="noStrike" dirty="0">
                          <a:solidFill>
                            <a:schemeClr val="tx1"/>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458813368"/>
                  </a:ext>
                </a:extLst>
              </a:tr>
            </a:tbl>
          </a:graphicData>
        </a:graphic>
      </p:graphicFrame>
      <p:sp>
        <p:nvSpPr>
          <p:cNvPr id="21" name="TextBox 20">
            <a:extLst>
              <a:ext uri="{FF2B5EF4-FFF2-40B4-BE49-F238E27FC236}">
                <a16:creationId xmlns:a16="http://schemas.microsoft.com/office/drawing/2014/main" id="{6276F8F3-231A-4A98-BFA1-54BCFCD4DFD8}"/>
              </a:ext>
            </a:extLst>
          </p:cNvPr>
          <p:cNvSpPr txBox="1"/>
          <p:nvPr userDrawn="1"/>
        </p:nvSpPr>
        <p:spPr>
          <a:xfrm>
            <a:off x="286121" y="3654403"/>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정산 집행 현황</a:t>
            </a:r>
            <a:endParaRPr lang="ko-KR" altLang="en-US" sz="900" dirty="0"/>
          </a:p>
        </p:txBody>
      </p:sp>
      <p:sp>
        <p:nvSpPr>
          <p:cNvPr id="22" name="직사각형 21">
            <a:extLst>
              <a:ext uri="{FF2B5EF4-FFF2-40B4-BE49-F238E27FC236}">
                <a16:creationId xmlns:a16="http://schemas.microsoft.com/office/drawing/2014/main" id="{8E401D47-F945-4573-857C-007DD614DB86}"/>
              </a:ext>
            </a:extLst>
          </p:cNvPr>
          <p:cNvSpPr/>
          <p:nvPr userDrawn="1"/>
        </p:nvSpPr>
        <p:spPr>
          <a:xfrm>
            <a:off x="3622831" y="1113006"/>
            <a:ext cx="1104557"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아이디 검색</a:t>
            </a:r>
            <a:endParaRPr lang="en-US" altLang="ko-KR" sz="800" dirty="0">
              <a:solidFill>
                <a:schemeClr val="bg1"/>
              </a:solidFill>
            </a:endParaRPr>
          </a:p>
        </p:txBody>
      </p:sp>
      <p:sp>
        <p:nvSpPr>
          <p:cNvPr id="23" name="직사각형 22">
            <a:extLst>
              <a:ext uri="{FF2B5EF4-FFF2-40B4-BE49-F238E27FC236}">
                <a16:creationId xmlns:a16="http://schemas.microsoft.com/office/drawing/2014/main" id="{35D4A685-7934-48AC-B78E-AC8058711ED0}"/>
              </a:ext>
            </a:extLst>
          </p:cNvPr>
          <p:cNvSpPr/>
          <p:nvPr userDrawn="1"/>
        </p:nvSpPr>
        <p:spPr>
          <a:xfrm>
            <a:off x="1950534" y="1125145"/>
            <a:ext cx="1531623" cy="173144"/>
          </a:xfrm>
          <a:prstGeom prst="rect">
            <a:avLst/>
          </a:prstGeom>
          <a:solidFill>
            <a:schemeClr val="bg1">
              <a:lumMod val="75000"/>
            </a:schemeClr>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AAA</a:t>
            </a:r>
          </a:p>
        </p:txBody>
      </p:sp>
      <p:sp>
        <p:nvSpPr>
          <p:cNvPr id="24" name="직사각형 23">
            <a:extLst>
              <a:ext uri="{FF2B5EF4-FFF2-40B4-BE49-F238E27FC236}">
                <a16:creationId xmlns:a16="http://schemas.microsoft.com/office/drawing/2014/main" id="{57053FD8-99AA-42C2-8787-0DE4F6BBD3E0}"/>
              </a:ext>
            </a:extLst>
          </p:cNvPr>
          <p:cNvSpPr/>
          <p:nvPr userDrawn="1"/>
        </p:nvSpPr>
        <p:spPr>
          <a:xfrm>
            <a:off x="4281984" y="1340110"/>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25" name="직사각형 24">
            <a:extLst>
              <a:ext uri="{FF2B5EF4-FFF2-40B4-BE49-F238E27FC236}">
                <a16:creationId xmlns:a16="http://schemas.microsoft.com/office/drawing/2014/main" id="{FCFCED33-7A6C-41E7-A949-20F32C796506}"/>
              </a:ext>
            </a:extLst>
          </p:cNvPr>
          <p:cNvSpPr/>
          <p:nvPr userDrawn="1"/>
        </p:nvSpPr>
        <p:spPr>
          <a:xfrm>
            <a:off x="1950534" y="1344055"/>
            <a:ext cx="750831"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2025.07.14</a:t>
            </a:r>
          </a:p>
        </p:txBody>
      </p:sp>
      <p:pic>
        <p:nvPicPr>
          <p:cNvPr id="26" name="그림 25">
            <a:extLst>
              <a:ext uri="{FF2B5EF4-FFF2-40B4-BE49-F238E27FC236}">
                <a16:creationId xmlns:a16="http://schemas.microsoft.com/office/drawing/2014/main" id="{B0B67721-DF50-4DD6-93BB-4D1AB5A8211B}"/>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782474" y="1336124"/>
            <a:ext cx="200163" cy="207177"/>
          </a:xfrm>
          <a:prstGeom prst="rect">
            <a:avLst/>
          </a:prstGeom>
          <a:ln w="6350">
            <a:noFill/>
          </a:ln>
        </p:spPr>
      </p:pic>
      <p:sp>
        <p:nvSpPr>
          <p:cNvPr id="27" name="TextBox 26">
            <a:extLst>
              <a:ext uri="{FF2B5EF4-FFF2-40B4-BE49-F238E27FC236}">
                <a16:creationId xmlns:a16="http://schemas.microsoft.com/office/drawing/2014/main" id="{E1820AAD-908B-40A6-9C99-7863DA104141}"/>
              </a:ext>
            </a:extLst>
          </p:cNvPr>
          <p:cNvSpPr txBox="1"/>
          <p:nvPr userDrawn="1"/>
        </p:nvSpPr>
        <p:spPr>
          <a:xfrm>
            <a:off x="2930195" y="1320858"/>
            <a:ext cx="264816" cy="230832"/>
          </a:xfrm>
          <a:prstGeom prst="rect">
            <a:avLst/>
          </a:prstGeom>
          <a:noFill/>
        </p:spPr>
        <p:txBody>
          <a:bodyPr wrap="square" rtlCol="0">
            <a:spAutoFit/>
          </a:bodyPr>
          <a:lstStyle/>
          <a:p>
            <a:r>
              <a:rPr lang="en-US" altLang="ko-KR" sz="900" dirty="0"/>
              <a:t>~</a:t>
            </a:r>
            <a:endParaRPr lang="ko-KR" altLang="en-US" sz="900" dirty="0"/>
          </a:p>
        </p:txBody>
      </p:sp>
      <p:sp>
        <p:nvSpPr>
          <p:cNvPr id="28" name="직사각형 27">
            <a:extLst>
              <a:ext uri="{FF2B5EF4-FFF2-40B4-BE49-F238E27FC236}">
                <a16:creationId xmlns:a16="http://schemas.microsoft.com/office/drawing/2014/main" id="{5587E600-95A7-4045-94F3-F2ECB142D8BE}"/>
              </a:ext>
            </a:extLst>
          </p:cNvPr>
          <p:cNvSpPr/>
          <p:nvPr userDrawn="1"/>
        </p:nvSpPr>
        <p:spPr>
          <a:xfrm>
            <a:off x="3156545" y="1344055"/>
            <a:ext cx="78640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2025.08.24</a:t>
            </a:r>
          </a:p>
        </p:txBody>
      </p:sp>
      <p:pic>
        <p:nvPicPr>
          <p:cNvPr id="29" name="그림 28">
            <a:extLst>
              <a:ext uri="{FF2B5EF4-FFF2-40B4-BE49-F238E27FC236}">
                <a16:creationId xmlns:a16="http://schemas.microsoft.com/office/drawing/2014/main" id="{C40A6D57-4ECC-4AE2-A900-5C6FD0FAEC31}"/>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4012385" y="1336124"/>
            <a:ext cx="200163" cy="207177"/>
          </a:xfrm>
          <a:prstGeom prst="rect">
            <a:avLst/>
          </a:prstGeom>
          <a:ln w="6350">
            <a:noFill/>
          </a:ln>
        </p:spPr>
      </p:pic>
      <p:graphicFrame>
        <p:nvGraphicFramePr>
          <p:cNvPr id="30" name="표 29">
            <a:extLst>
              <a:ext uri="{FF2B5EF4-FFF2-40B4-BE49-F238E27FC236}">
                <a16:creationId xmlns:a16="http://schemas.microsoft.com/office/drawing/2014/main" id="{3599A5A0-24C0-475C-8312-3CF39FC9023C}"/>
              </a:ext>
            </a:extLst>
          </p:cNvPr>
          <p:cNvGraphicFramePr>
            <a:graphicFrameLocks noGrp="1"/>
          </p:cNvGraphicFramePr>
          <p:nvPr userDrawn="1">
            <p:extLst>
              <p:ext uri="{D42A27DB-BD31-4B8C-83A1-F6EECF244321}">
                <p14:modId xmlns:p14="http://schemas.microsoft.com/office/powerpoint/2010/main" val="2960450437"/>
              </p:ext>
            </p:extLst>
          </p:nvPr>
        </p:nvGraphicFramePr>
        <p:xfrm>
          <a:off x="-3865688" y="1930800"/>
          <a:ext cx="13702146" cy="853440"/>
        </p:xfrm>
        <a:graphic>
          <a:graphicData uri="http://schemas.openxmlformats.org/drawingml/2006/table">
            <a:tbl>
              <a:tblPr firstRow="1" bandRow="1">
                <a:tableStyleId>{5C22544A-7EE6-4342-B048-85BDC9FD1C3A}</a:tableStyleId>
              </a:tblPr>
              <a:tblGrid>
                <a:gridCol w="1897380">
                  <a:extLst>
                    <a:ext uri="{9D8B030D-6E8A-4147-A177-3AD203B41FA5}">
                      <a16:colId xmlns:a16="http://schemas.microsoft.com/office/drawing/2014/main" val="909228187"/>
                    </a:ext>
                  </a:extLst>
                </a:gridCol>
                <a:gridCol w="748390">
                  <a:extLst>
                    <a:ext uri="{9D8B030D-6E8A-4147-A177-3AD203B41FA5}">
                      <a16:colId xmlns:a16="http://schemas.microsoft.com/office/drawing/2014/main" val="168106212"/>
                    </a:ext>
                  </a:extLst>
                </a:gridCol>
                <a:gridCol w="611192">
                  <a:extLst>
                    <a:ext uri="{9D8B030D-6E8A-4147-A177-3AD203B41FA5}">
                      <a16:colId xmlns:a16="http://schemas.microsoft.com/office/drawing/2014/main" val="105306053"/>
                    </a:ext>
                  </a:extLst>
                </a:gridCol>
                <a:gridCol w="611192">
                  <a:extLst>
                    <a:ext uri="{9D8B030D-6E8A-4147-A177-3AD203B41FA5}">
                      <a16:colId xmlns:a16="http://schemas.microsoft.com/office/drawing/2014/main" val="3973707325"/>
                    </a:ext>
                  </a:extLst>
                </a:gridCol>
                <a:gridCol w="748390">
                  <a:extLst>
                    <a:ext uri="{9D8B030D-6E8A-4147-A177-3AD203B41FA5}">
                      <a16:colId xmlns:a16="http://schemas.microsoft.com/office/drawing/2014/main" val="2658860983"/>
                    </a:ext>
                  </a:extLst>
                </a:gridCol>
                <a:gridCol w="795757">
                  <a:extLst>
                    <a:ext uri="{9D8B030D-6E8A-4147-A177-3AD203B41FA5}">
                      <a16:colId xmlns:a16="http://schemas.microsoft.com/office/drawing/2014/main" val="248544124"/>
                    </a:ext>
                  </a:extLst>
                </a:gridCol>
                <a:gridCol w="539325">
                  <a:extLst>
                    <a:ext uri="{9D8B030D-6E8A-4147-A177-3AD203B41FA5}">
                      <a16:colId xmlns:a16="http://schemas.microsoft.com/office/drawing/2014/main" val="3255865371"/>
                    </a:ext>
                  </a:extLst>
                </a:gridCol>
                <a:gridCol w="539325">
                  <a:extLst>
                    <a:ext uri="{9D8B030D-6E8A-4147-A177-3AD203B41FA5}">
                      <a16:colId xmlns:a16="http://schemas.microsoft.com/office/drawing/2014/main" val="3786641999"/>
                    </a:ext>
                  </a:extLst>
                </a:gridCol>
                <a:gridCol w="643858">
                  <a:extLst>
                    <a:ext uri="{9D8B030D-6E8A-4147-A177-3AD203B41FA5}">
                      <a16:colId xmlns:a16="http://schemas.microsoft.com/office/drawing/2014/main" val="3608659381"/>
                    </a:ext>
                  </a:extLst>
                </a:gridCol>
                <a:gridCol w="823522">
                  <a:extLst>
                    <a:ext uri="{9D8B030D-6E8A-4147-A177-3AD203B41FA5}">
                      <a16:colId xmlns:a16="http://schemas.microsoft.com/office/drawing/2014/main" val="3087197216"/>
                    </a:ext>
                  </a:extLst>
                </a:gridCol>
                <a:gridCol w="539325">
                  <a:extLst>
                    <a:ext uri="{9D8B030D-6E8A-4147-A177-3AD203B41FA5}">
                      <a16:colId xmlns:a16="http://schemas.microsoft.com/office/drawing/2014/main" val="3778572038"/>
                    </a:ext>
                  </a:extLst>
                </a:gridCol>
                <a:gridCol w="758189">
                  <a:extLst>
                    <a:ext uri="{9D8B030D-6E8A-4147-A177-3AD203B41FA5}">
                      <a16:colId xmlns:a16="http://schemas.microsoft.com/office/drawing/2014/main" val="2083370963"/>
                    </a:ext>
                  </a:extLst>
                </a:gridCol>
                <a:gridCol w="643858">
                  <a:extLst>
                    <a:ext uri="{9D8B030D-6E8A-4147-A177-3AD203B41FA5}">
                      <a16:colId xmlns:a16="http://schemas.microsoft.com/office/drawing/2014/main" val="788751105"/>
                    </a:ext>
                  </a:extLst>
                </a:gridCol>
                <a:gridCol w="748390">
                  <a:extLst>
                    <a:ext uri="{9D8B030D-6E8A-4147-A177-3AD203B41FA5}">
                      <a16:colId xmlns:a16="http://schemas.microsoft.com/office/drawing/2014/main" val="3026019161"/>
                    </a:ext>
                  </a:extLst>
                </a:gridCol>
                <a:gridCol w="643858">
                  <a:extLst>
                    <a:ext uri="{9D8B030D-6E8A-4147-A177-3AD203B41FA5}">
                      <a16:colId xmlns:a16="http://schemas.microsoft.com/office/drawing/2014/main" val="937638470"/>
                    </a:ext>
                  </a:extLst>
                </a:gridCol>
                <a:gridCol w="1137120">
                  <a:extLst>
                    <a:ext uri="{9D8B030D-6E8A-4147-A177-3AD203B41FA5}">
                      <a16:colId xmlns:a16="http://schemas.microsoft.com/office/drawing/2014/main" val="4076142141"/>
                    </a:ext>
                  </a:extLst>
                </a:gridCol>
                <a:gridCol w="615125">
                  <a:extLst>
                    <a:ext uri="{9D8B030D-6E8A-4147-A177-3AD203B41FA5}">
                      <a16:colId xmlns:a16="http://schemas.microsoft.com/office/drawing/2014/main" val="574091038"/>
                    </a:ext>
                  </a:extLst>
                </a:gridCol>
                <a:gridCol w="657950">
                  <a:extLst>
                    <a:ext uri="{9D8B030D-6E8A-4147-A177-3AD203B41FA5}">
                      <a16:colId xmlns:a16="http://schemas.microsoft.com/office/drawing/2014/main" val="4068346563"/>
                    </a:ext>
                  </a:extLst>
                </a:gridCol>
              </a:tblGrid>
              <a:tr h="0">
                <a:tc rowSpan="2">
                  <a:txBody>
                    <a:bodyPr/>
                    <a:lstStyle/>
                    <a:p>
                      <a:pPr algn="ctr" latinLnBrk="1"/>
                      <a:r>
                        <a:rPr lang="ko-KR" altLang="en-US" sz="800" b="1" dirty="0">
                          <a:solidFill>
                            <a:schemeClr val="tx1"/>
                          </a:solidFill>
                        </a:rPr>
                        <a:t>정산기간</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err="1">
                          <a:solidFill>
                            <a:schemeClr val="tx1"/>
                          </a:solidFill>
                        </a:rPr>
                        <a:t>채널아이디</a:t>
                      </a:r>
                      <a:endParaRPr lang="ko-KR" altLang="en-US" sz="800" b="1"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lumMod val="95000"/>
                      </a:schemeClr>
                    </a:solidFill>
                  </a:tcPr>
                </a:tc>
                <a:tc gridSpan="2">
                  <a:txBody>
                    <a:bodyPr/>
                    <a:lstStyle/>
                    <a:p>
                      <a:pPr algn="ctr" latinLnBrk="1"/>
                      <a:r>
                        <a:rPr lang="en-US" altLang="ko-KR" sz="800" b="1" dirty="0">
                          <a:solidFill>
                            <a:schemeClr val="tx1"/>
                          </a:solidFill>
                        </a:rPr>
                        <a:t>PG </a:t>
                      </a:r>
                      <a:r>
                        <a:rPr lang="ko-KR" altLang="en-US" sz="800" b="1" dirty="0">
                          <a:solidFill>
                            <a:schemeClr val="tx1"/>
                          </a:solidFill>
                        </a:rPr>
                        <a:t>결제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endParaRPr lang="ko-KR" altLang="en-US" sz="800" b="1" dirty="0">
                        <a:solidFill>
                          <a:schemeClr val="tx1"/>
                        </a:solidFill>
                      </a:endParaRP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포인트 결제</a:t>
                      </a: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endParaRPr lang="ko-KR" altLang="en-US" sz="800" b="1" dirty="0">
                        <a:solidFill>
                          <a:schemeClr val="tx1"/>
                        </a:solidFill>
                      </a:endParaRP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3">
                  <a:txBody>
                    <a:bodyPr/>
                    <a:lstStyle/>
                    <a:p>
                      <a:pPr algn="ctr" latinLnBrk="1"/>
                      <a:r>
                        <a:rPr lang="ko-KR" altLang="en-US" sz="800" b="1" dirty="0">
                          <a:solidFill>
                            <a:schemeClr val="tx1"/>
                          </a:solidFill>
                        </a:rPr>
                        <a:t>채널 매출 총액</a:t>
                      </a: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endParaRPr lang="ko-KR" altLang="en-US" sz="800" b="1" dirty="0">
                        <a:solidFill>
                          <a:schemeClr val="tx1"/>
                        </a:solidFill>
                      </a:endParaRP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endParaRPr lang="ko-KR" altLang="en-US" sz="800" b="1" dirty="0">
                        <a:solidFill>
                          <a:schemeClr val="tx1"/>
                        </a:solidFill>
                      </a:endParaRP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3">
                  <a:txBody>
                    <a:bodyPr/>
                    <a:lstStyle/>
                    <a:p>
                      <a:pPr algn="ctr" latinLnBrk="1"/>
                      <a:r>
                        <a:rPr lang="ko-KR" altLang="en-US" sz="800" b="1" dirty="0">
                          <a:solidFill>
                            <a:schemeClr val="tx1"/>
                          </a:solidFill>
                        </a:rPr>
                        <a:t>채널 매입 총액</a:t>
                      </a: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endParaRPr lang="ko-KR" altLang="en-US" sz="800" b="1" dirty="0">
                        <a:solidFill>
                          <a:schemeClr val="tx1"/>
                        </a:solidFill>
                      </a:endParaRP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r>
                        <a:rPr lang="en-US" altLang="ko-KR" sz="800" b="1" dirty="0">
                          <a:solidFill>
                            <a:schemeClr val="tx1"/>
                          </a:solidFill>
                        </a:rPr>
                        <a:t>SMS</a:t>
                      </a:r>
                      <a:r>
                        <a:rPr lang="ko-KR" altLang="en-US" sz="800" b="1" dirty="0">
                          <a:solidFill>
                            <a:schemeClr val="tx1"/>
                          </a:solidFill>
                        </a:rPr>
                        <a:t>수수료</a:t>
                      </a: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2">
                  <a:txBody>
                    <a:bodyPr/>
                    <a:lstStyle/>
                    <a:p>
                      <a:pPr algn="ctr" latinLnBrk="1"/>
                      <a:r>
                        <a:rPr lang="ko-KR" altLang="en-US" sz="800" b="1" dirty="0">
                          <a:solidFill>
                            <a:schemeClr val="tx1"/>
                          </a:solidFill>
                        </a:rPr>
                        <a:t>채널 지급액</a:t>
                      </a: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endParaRPr lang="ko-KR" altLang="en-US" sz="800" b="1" dirty="0">
                        <a:solidFill>
                          <a:schemeClr val="tx1"/>
                        </a:solidFill>
                      </a:endParaRP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채널 청구액</a:t>
                      </a: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endParaRPr lang="ko-KR" altLang="en-US" sz="800" b="1" dirty="0">
                        <a:solidFill>
                          <a:schemeClr val="tx1"/>
                        </a:solidFill>
                      </a:endParaRP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2">
                  <a:txBody>
                    <a:bodyPr/>
                    <a:lstStyle/>
                    <a:p>
                      <a:pPr algn="ctr" latinLnBrk="1"/>
                      <a:r>
                        <a:rPr lang="en-US" altLang="ko-KR" sz="800" b="1" dirty="0">
                          <a:solidFill>
                            <a:schemeClr val="tx1"/>
                          </a:solidFill>
                        </a:rPr>
                        <a:t>Me9 </a:t>
                      </a:r>
                      <a:r>
                        <a:rPr lang="ko-KR" altLang="en-US" sz="800" b="1" dirty="0">
                          <a:solidFill>
                            <a:schemeClr val="tx1"/>
                          </a:solidFill>
                        </a:rPr>
                        <a:t>매출</a:t>
                      </a: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endParaRPr lang="ko-KR" altLang="en-US" sz="800" b="1" dirty="0">
                        <a:solidFill>
                          <a:schemeClr val="tx1"/>
                        </a:solidFill>
                      </a:endParaRP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18788801"/>
                  </a:ext>
                </a:extLst>
              </a:tr>
              <a:tr h="0">
                <a:tc vMerge="1">
                  <a:txBody>
                    <a:bodyPr/>
                    <a:lstStyle/>
                    <a:p>
                      <a:pPr algn="ctr" latinLnBrk="1"/>
                      <a:r>
                        <a:rPr lang="ko-KR" altLang="en-US" sz="800" b="1" dirty="0">
                          <a:solidFill>
                            <a:schemeClr val="tx1"/>
                          </a:solidFill>
                        </a:rPr>
                        <a:t>등록일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tc>
                <a:tc>
                  <a:txBody>
                    <a:bodyPr/>
                    <a:lstStyle/>
                    <a:p>
                      <a:pPr algn="ctr" latinLnBrk="1"/>
                      <a:r>
                        <a:rPr lang="ko-KR" altLang="en-US" sz="800" b="1" dirty="0">
                          <a:solidFill>
                            <a:schemeClr val="tx1"/>
                          </a:solidFill>
                        </a:rPr>
                        <a:t>자사 </a:t>
                      </a:r>
                      <a:r>
                        <a:rPr lang="en-US" altLang="ko-KR" sz="800" b="1" dirty="0">
                          <a:solidFill>
                            <a:schemeClr val="tx1"/>
                          </a:solidFill>
                        </a:rPr>
                        <a:t>PG</a:t>
                      </a:r>
                      <a:endParaRPr lang="ko-KR" altLang="en-US" sz="800" b="1" dirty="0">
                        <a:solidFill>
                          <a:schemeClr val="tx1"/>
                        </a:solidFill>
                      </a:endParaRP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800" b="1" dirty="0">
                          <a:solidFill>
                            <a:schemeClr val="tx1"/>
                          </a:solidFill>
                        </a:rPr>
                        <a:t>공용</a:t>
                      </a:r>
                      <a:r>
                        <a:rPr lang="en-US" altLang="ko-KR" sz="800" b="1" dirty="0">
                          <a:solidFill>
                            <a:schemeClr val="tx1"/>
                          </a:solidFill>
                        </a:rPr>
                        <a:t> PG</a:t>
                      </a:r>
                      <a:endParaRPr lang="ko-KR" altLang="en-US" sz="800" b="1" dirty="0">
                        <a:solidFill>
                          <a:schemeClr val="tx1"/>
                        </a:solidFill>
                      </a:endParaRP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800" b="1" dirty="0">
                          <a:solidFill>
                            <a:schemeClr val="tx1"/>
                          </a:solidFill>
                        </a:rPr>
                        <a:t>자사포인트</a:t>
                      </a: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800" b="1" dirty="0">
                          <a:solidFill>
                            <a:schemeClr val="tx1"/>
                          </a:solidFill>
                        </a:rPr>
                        <a:t>Me9 </a:t>
                      </a:r>
                      <a:r>
                        <a:rPr lang="ko-KR" altLang="en-US" sz="800" b="1" dirty="0">
                          <a:solidFill>
                            <a:schemeClr val="tx1"/>
                          </a:solidFill>
                        </a:rPr>
                        <a:t>포인트</a:t>
                      </a: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800" b="1" dirty="0" err="1">
                          <a:solidFill>
                            <a:schemeClr val="tx1"/>
                          </a:solidFill>
                        </a:rPr>
                        <a:t>상품가</a:t>
                      </a:r>
                      <a:endParaRPr lang="ko-KR" altLang="en-US" sz="800" b="1" dirty="0">
                        <a:solidFill>
                          <a:schemeClr val="tx1"/>
                        </a:solidFill>
                      </a:endParaRP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800" b="1" dirty="0">
                          <a:solidFill>
                            <a:schemeClr val="tx1"/>
                          </a:solidFill>
                        </a:rPr>
                        <a:t>배송비</a:t>
                      </a: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800" b="1" dirty="0">
                          <a:solidFill>
                            <a:schemeClr val="tx1"/>
                          </a:solidFill>
                        </a:rPr>
                        <a:t>할인금액</a:t>
                      </a: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800" b="1" dirty="0">
                          <a:solidFill>
                            <a:schemeClr val="tx1"/>
                          </a:solidFill>
                        </a:rPr>
                        <a:t>상품</a:t>
                      </a:r>
                      <a:r>
                        <a:rPr lang="en-US" altLang="ko-KR" sz="800" b="1" dirty="0">
                          <a:solidFill>
                            <a:schemeClr val="tx1"/>
                          </a:solidFill>
                        </a:rPr>
                        <a:t>+</a:t>
                      </a:r>
                      <a:r>
                        <a:rPr lang="ko-KR" altLang="en-US" sz="800" b="1" dirty="0">
                          <a:solidFill>
                            <a:schemeClr val="tx1"/>
                          </a:solidFill>
                        </a:rPr>
                        <a:t>수수료</a:t>
                      </a: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800" b="1" dirty="0">
                          <a:solidFill>
                            <a:schemeClr val="tx1"/>
                          </a:solidFill>
                        </a:rPr>
                        <a:t>배송비</a:t>
                      </a: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1" dirty="0">
                          <a:solidFill>
                            <a:schemeClr val="tx1"/>
                          </a:solidFill>
                        </a:rPr>
                        <a:t>SMS</a:t>
                      </a:r>
                      <a:r>
                        <a:rPr lang="ko-KR" altLang="en-US" sz="800" b="1" dirty="0">
                          <a:solidFill>
                            <a:schemeClr val="tx1"/>
                          </a:solidFill>
                        </a:rPr>
                        <a:t>수수료</a:t>
                      </a: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매출총액</a:t>
                      </a: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포인트결제</a:t>
                      </a: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매입총액</a:t>
                      </a: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지급포인트</a:t>
                      </a:r>
                      <a:r>
                        <a:rPr lang="en-US" altLang="ko-KR" sz="800" b="1" dirty="0">
                          <a:solidFill>
                            <a:schemeClr val="tx1"/>
                          </a:solidFill>
                        </a:rPr>
                        <a:t>(</a:t>
                      </a:r>
                      <a:r>
                        <a:rPr lang="ko-KR" altLang="en-US" sz="800" b="1" dirty="0">
                          <a:solidFill>
                            <a:schemeClr val="tx1"/>
                          </a:solidFill>
                        </a:rPr>
                        <a:t>예수금</a:t>
                      </a:r>
                      <a:r>
                        <a:rPr lang="en-US" altLang="ko-KR" sz="800" b="1" dirty="0">
                          <a:solidFill>
                            <a:schemeClr val="tx1"/>
                          </a:solidFill>
                        </a:rPr>
                        <a:t>)</a:t>
                      </a:r>
                      <a:endParaRPr lang="ko-KR" altLang="en-US" sz="800" b="1" dirty="0">
                        <a:solidFill>
                          <a:schemeClr val="tx1"/>
                        </a:solidFill>
                      </a:endParaRP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청구총액</a:t>
                      </a: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지급총액</a:t>
                      </a: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3283379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2025</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년 </a:t>
                      </a: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7</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월 </a:t>
                      </a: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14</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일 </a:t>
                      </a: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 2025</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년 </a:t>
                      </a: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8</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월 </a:t>
                      </a: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24</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일</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AAA</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31,500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17,500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11,500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3,000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63,000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15,000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2,940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300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76,000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14,500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3,240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500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3,740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90,500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gridSpan="2">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ko-KR" altLang="en-US" sz="800" b="1"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합 계</a:t>
                      </a:r>
                      <a:endParaRPr kumimoji="0" lang="en-US" altLang="ko-KR" sz="800" b="1"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lumMod val="95000"/>
                      </a:schemeClr>
                    </a:solid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gridSpan="2">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1" i="0" u="none"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49,000</a:t>
                      </a:r>
                      <a:endParaRPr kumimoji="0" lang="ko-KR" altLang="en-US" sz="800" b="1" i="0" u="none"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hMerge="1">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gridSpan="2">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1" i="0" u="none"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14,500</a:t>
                      </a:r>
                      <a:endParaRPr kumimoji="0" lang="ko-KR" altLang="en-US" sz="800" b="1" i="0" u="none"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hMerge="1">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gridSpan="3">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1" i="0" u="none"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76,000</a:t>
                      </a:r>
                      <a:endParaRPr kumimoji="0" lang="ko-KR" altLang="en-US" sz="800" b="1" i="0" u="none"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hMerge="1">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hMerge="1">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gridSpan="3">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1" i="0" u="none"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3,240</a:t>
                      </a:r>
                      <a:endParaRPr kumimoji="0" lang="ko-KR" altLang="en-US" sz="800" b="1" i="0" u="none"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hMerge="1">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hMerge="1">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gridSpan="2">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1" i="0" u="none"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90,500</a:t>
                      </a:r>
                      <a:endParaRPr kumimoji="0" lang="ko-KR" altLang="en-US" sz="800" b="1" i="0" u="none"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hMerge="1">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gridSpan="2">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1" i="0" u="none"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3,740</a:t>
                      </a:r>
                      <a:endParaRPr kumimoji="0" lang="ko-KR" altLang="en-US" sz="800" b="1" i="0" u="none"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hMerge="1">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gridSpan="2">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1" i="0" u="none"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- 86,760</a:t>
                      </a:r>
                      <a:endParaRPr kumimoji="0" lang="ko-KR" altLang="en-US" sz="800" b="1" i="0" u="none"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hMerge="1">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07455256"/>
                  </a:ext>
                </a:extLst>
              </a:tr>
            </a:tbl>
          </a:graphicData>
        </a:graphic>
      </p:graphicFrame>
      <p:sp>
        <p:nvSpPr>
          <p:cNvPr id="31" name="직사각형 30">
            <a:extLst>
              <a:ext uri="{FF2B5EF4-FFF2-40B4-BE49-F238E27FC236}">
                <a16:creationId xmlns:a16="http://schemas.microsoft.com/office/drawing/2014/main" id="{F6255DA4-F3D0-45CD-BE08-AB9B5BDA4C2B}"/>
              </a:ext>
            </a:extLst>
          </p:cNvPr>
          <p:cNvSpPr/>
          <p:nvPr userDrawn="1"/>
        </p:nvSpPr>
        <p:spPr>
          <a:xfrm>
            <a:off x="6420500" y="1964006"/>
            <a:ext cx="525786" cy="140350"/>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b="1" dirty="0">
                <a:solidFill>
                  <a:schemeClr val="bg1"/>
                </a:solidFill>
              </a:rPr>
              <a:t>상세보기</a:t>
            </a:r>
            <a:endParaRPr lang="en-US" altLang="ko-KR" sz="600" b="1" dirty="0">
              <a:solidFill>
                <a:schemeClr val="bg1"/>
              </a:solidFill>
            </a:endParaRPr>
          </a:p>
        </p:txBody>
      </p:sp>
      <p:sp>
        <p:nvSpPr>
          <p:cNvPr id="32" name="직사각형 31">
            <a:extLst>
              <a:ext uri="{FF2B5EF4-FFF2-40B4-BE49-F238E27FC236}">
                <a16:creationId xmlns:a16="http://schemas.microsoft.com/office/drawing/2014/main" id="{0257575B-ADD2-4F4E-B02A-6CB8E7605449}"/>
              </a:ext>
            </a:extLst>
          </p:cNvPr>
          <p:cNvSpPr/>
          <p:nvPr userDrawn="1"/>
        </p:nvSpPr>
        <p:spPr>
          <a:xfrm>
            <a:off x="8021423" y="1964006"/>
            <a:ext cx="525786" cy="140350"/>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b="1" dirty="0">
                <a:solidFill>
                  <a:schemeClr val="bg1"/>
                </a:solidFill>
              </a:rPr>
              <a:t>상세보기</a:t>
            </a:r>
            <a:endParaRPr lang="en-US" altLang="ko-KR" sz="600" b="1" dirty="0">
              <a:solidFill>
                <a:schemeClr val="bg1"/>
              </a:solidFill>
            </a:endParaRPr>
          </a:p>
        </p:txBody>
      </p:sp>
      <p:sp>
        <p:nvSpPr>
          <p:cNvPr id="33" name="직사각형 32">
            <a:extLst>
              <a:ext uri="{FF2B5EF4-FFF2-40B4-BE49-F238E27FC236}">
                <a16:creationId xmlns:a16="http://schemas.microsoft.com/office/drawing/2014/main" id="{20A13EDD-A407-4B39-BB13-1C3FDD36B0F6}"/>
              </a:ext>
            </a:extLst>
          </p:cNvPr>
          <p:cNvSpPr/>
          <p:nvPr userDrawn="1"/>
        </p:nvSpPr>
        <p:spPr>
          <a:xfrm>
            <a:off x="8784886" y="4135100"/>
            <a:ext cx="525786" cy="140350"/>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b="1" dirty="0">
                <a:solidFill>
                  <a:schemeClr val="bg1"/>
                </a:solidFill>
              </a:rPr>
              <a:t>수정</a:t>
            </a:r>
            <a:endParaRPr lang="en-US" altLang="ko-KR" sz="600" b="1" dirty="0">
              <a:solidFill>
                <a:schemeClr val="bg1"/>
              </a:solidFill>
            </a:endParaRPr>
          </a:p>
        </p:txBody>
      </p:sp>
      <p:sp>
        <p:nvSpPr>
          <p:cNvPr id="34" name="직사각형 33">
            <a:extLst>
              <a:ext uri="{FF2B5EF4-FFF2-40B4-BE49-F238E27FC236}">
                <a16:creationId xmlns:a16="http://schemas.microsoft.com/office/drawing/2014/main" id="{673D1481-55C3-4BC5-80B5-C35FA08B5638}"/>
              </a:ext>
            </a:extLst>
          </p:cNvPr>
          <p:cNvSpPr/>
          <p:nvPr userDrawn="1"/>
        </p:nvSpPr>
        <p:spPr>
          <a:xfrm>
            <a:off x="9369030" y="4135100"/>
            <a:ext cx="525786" cy="140350"/>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b="1" dirty="0">
                <a:solidFill>
                  <a:schemeClr val="bg1"/>
                </a:solidFill>
              </a:rPr>
              <a:t>삭제</a:t>
            </a:r>
            <a:endParaRPr lang="en-US" altLang="ko-KR" sz="600" b="1" dirty="0">
              <a:solidFill>
                <a:schemeClr val="bg1"/>
              </a:solidFill>
            </a:endParaRPr>
          </a:p>
        </p:txBody>
      </p:sp>
      <p:sp>
        <p:nvSpPr>
          <p:cNvPr id="35" name="직사각형 34">
            <a:extLst>
              <a:ext uri="{FF2B5EF4-FFF2-40B4-BE49-F238E27FC236}">
                <a16:creationId xmlns:a16="http://schemas.microsoft.com/office/drawing/2014/main" id="{FB8B381E-3841-4FE0-B697-CD9824781EDD}"/>
              </a:ext>
            </a:extLst>
          </p:cNvPr>
          <p:cNvSpPr/>
          <p:nvPr userDrawn="1"/>
        </p:nvSpPr>
        <p:spPr>
          <a:xfrm>
            <a:off x="8790862" y="4342159"/>
            <a:ext cx="525786" cy="140350"/>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b="1" dirty="0">
                <a:solidFill>
                  <a:schemeClr val="bg1"/>
                </a:solidFill>
              </a:rPr>
              <a:t>수정</a:t>
            </a:r>
            <a:endParaRPr lang="en-US" altLang="ko-KR" sz="600" b="1" dirty="0">
              <a:solidFill>
                <a:schemeClr val="bg1"/>
              </a:solidFill>
            </a:endParaRPr>
          </a:p>
        </p:txBody>
      </p:sp>
      <p:sp>
        <p:nvSpPr>
          <p:cNvPr id="36" name="직사각형 35">
            <a:extLst>
              <a:ext uri="{FF2B5EF4-FFF2-40B4-BE49-F238E27FC236}">
                <a16:creationId xmlns:a16="http://schemas.microsoft.com/office/drawing/2014/main" id="{A13E423C-695A-434D-B229-F6A0978016D0}"/>
              </a:ext>
            </a:extLst>
          </p:cNvPr>
          <p:cNvSpPr/>
          <p:nvPr userDrawn="1"/>
        </p:nvSpPr>
        <p:spPr>
          <a:xfrm>
            <a:off x="9375006" y="4342159"/>
            <a:ext cx="525786" cy="140350"/>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b="1" dirty="0">
                <a:solidFill>
                  <a:schemeClr val="bg1"/>
                </a:solidFill>
              </a:rPr>
              <a:t>삭제</a:t>
            </a:r>
            <a:endParaRPr lang="en-US" altLang="ko-KR" sz="600" b="1" dirty="0">
              <a:solidFill>
                <a:schemeClr val="bg1"/>
              </a:solidFill>
            </a:endParaRPr>
          </a:p>
        </p:txBody>
      </p:sp>
      <p:sp>
        <p:nvSpPr>
          <p:cNvPr id="40" name="직사각형 39">
            <a:extLst>
              <a:ext uri="{FF2B5EF4-FFF2-40B4-BE49-F238E27FC236}">
                <a16:creationId xmlns:a16="http://schemas.microsoft.com/office/drawing/2014/main" id="{2F65DE49-8FDF-4AA8-8604-8BA7E39D428F}"/>
              </a:ext>
            </a:extLst>
          </p:cNvPr>
          <p:cNvSpPr/>
          <p:nvPr userDrawn="1"/>
        </p:nvSpPr>
        <p:spPr>
          <a:xfrm>
            <a:off x="8910918" y="3635370"/>
            <a:ext cx="883156" cy="183156"/>
          </a:xfrm>
          <a:prstGeom prst="rect">
            <a:avLst/>
          </a:prstGeom>
          <a:solidFill>
            <a:srgbClr val="0070C0"/>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b="1">
                <a:solidFill>
                  <a:schemeClr val="bg1"/>
                </a:solidFill>
              </a:rPr>
              <a:t>정산 집행 등록</a:t>
            </a:r>
            <a:endParaRPr lang="en-US" altLang="ko-KR" sz="600" b="1" dirty="0">
              <a:solidFill>
                <a:schemeClr val="bg1"/>
              </a:solidFill>
            </a:endParaRPr>
          </a:p>
        </p:txBody>
      </p:sp>
      <p:sp>
        <p:nvSpPr>
          <p:cNvPr id="42" name="직사각형 41">
            <a:extLst>
              <a:ext uri="{FF2B5EF4-FFF2-40B4-BE49-F238E27FC236}">
                <a16:creationId xmlns:a16="http://schemas.microsoft.com/office/drawing/2014/main" id="{C6FC5421-C5D4-4862-8695-B8D56D1E5F3A}"/>
              </a:ext>
            </a:extLst>
          </p:cNvPr>
          <p:cNvSpPr/>
          <p:nvPr userDrawn="1"/>
        </p:nvSpPr>
        <p:spPr>
          <a:xfrm>
            <a:off x="41208" y="52417"/>
            <a:ext cx="3098800" cy="389467"/>
          </a:xfrm>
          <a:prstGeom prst="rect">
            <a:avLst/>
          </a:prstGeom>
          <a:solidFill>
            <a:schemeClr val="accent5">
              <a:lumMod val="50000"/>
            </a:schemeClr>
          </a:solidFill>
          <a:ln>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b="1" dirty="0"/>
              <a:t>총괄 관리자 영역 화면 예시</a:t>
            </a:r>
          </a:p>
        </p:txBody>
      </p:sp>
      <p:sp>
        <p:nvSpPr>
          <p:cNvPr id="44" name="TextBox 43">
            <a:extLst>
              <a:ext uri="{FF2B5EF4-FFF2-40B4-BE49-F238E27FC236}">
                <a16:creationId xmlns:a16="http://schemas.microsoft.com/office/drawing/2014/main" id="{92856391-6C90-4124-B083-1A897F1BAF95}"/>
              </a:ext>
            </a:extLst>
          </p:cNvPr>
          <p:cNvSpPr txBox="1"/>
          <p:nvPr userDrawn="1"/>
        </p:nvSpPr>
        <p:spPr>
          <a:xfrm>
            <a:off x="210780" y="775244"/>
            <a:ext cx="1188146"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err="1">
                <a:latin typeface="맑은 고딕" panose="020B0503020000020004" pitchFamily="50" charset="-127"/>
                <a:ea typeface="맑은 고딕" panose="020B0503020000020004" pitchFamily="50" charset="-127"/>
              </a:rPr>
              <a:t>채널아이디</a:t>
            </a:r>
            <a:r>
              <a:rPr lang="ko-KR" altLang="en-US" sz="900" dirty="0">
                <a:latin typeface="맑은 고딕" panose="020B0503020000020004" pitchFamily="50" charset="-127"/>
                <a:ea typeface="맑은 고딕" panose="020B0503020000020004" pitchFamily="50" charset="-127"/>
              </a:rPr>
              <a:t> 선택</a:t>
            </a:r>
            <a:endParaRPr lang="ko-KR" altLang="en-US" sz="900" dirty="0"/>
          </a:p>
        </p:txBody>
      </p:sp>
    </p:spTree>
    <p:extLst>
      <p:ext uri="{BB962C8B-B14F-4D97-AF65-F5344CB8AC3E}">
        <p14:creationId xmlns:p14="http://schemas.microsoft.com/office/powerpoint/2010/main" val="4116445736"/>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Shop채널 메인">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5FF8BD8B-9043-4CA8-AF10-DA18D74F4930}"/>
              </a:ext>
            </a:extLst>
          </p:cNvPr>
          <p:cNvSpPr/>
          <p:nvPr userDrawn="1"/>
        </p:nvSpPr>
        <p:spPr>
          <a:xfrm>
            <a:off x="33615" y="34272"/>
            <a:ext cx="10033091" cy="7744675"/>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 name="직사각형 3">
            <a:extLst>
              <a:ext uri="{FF2B5EF4-FFF2-40B4-BE49-F238E27FC236}">
                <a16:creationId xmlns:a16="http://schemas.microsoft.com/office/drawing/2014/main" id="{835906A7-55BD-4A0D-9B9F-C8E1EF0DA73F}"/>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5" name="그룹 4">
            <a:extLst>
              <a:ext uri="{FF2B5EF4-FFF2-40B4-BE49-F238E27FC236}">
                <a16:creationId xmlns:a16="http://schemas.microsoft.com/office/drawing/2014/main" id="{DA9AA7E7-F8CA-4E85-B917-987102122DD3}"/>
              </a:ext>
            </a:extLst>
          </p:cNvPr>
          <p:cNvGrpSpPr/>
          <p:nvPr userDrawn="1"/>
        </p:nvGrpSpPr>
        <p:grpSpPr>
          <a:xfrm>
            <a:off x="1762108" y="4963655"/>
            <a:ext cx="1285164" cy="974136"/>
            <a:chOff x="2843808" y="1955121"/>
            <a:chExt cx="1674813" cy="596970"/>
          </a:xfrm>
          <a:solidFill>
            <a:schemeClr val="bg1">
              <a:lumMod val="95000"/>
            </a:schemeClr>
          </a:solidFill>
        </p:grpSpPr>
        <p:sp>
          <p:nvSpPr>
            <p:cNvPr id="6" name="Border">
              <a:extLst>
                <a:ext uri="{FF2B5EF4-FFF2-40B4-BE49-F238E27FC236}">
                  <a16:creationId xmlns:a16="http://schemas.microsoft.com/office/drawing/2014/main" id="{C178602A-97B8-473C-A1E2-A0BAE16DA69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 name="Line 2">
              <a:extLst>
                <a:ext uri="{FF2B5EF4-FFF2-40B4-BE49-F238E27FC236}">
                  <a16:creationId xmlns:a16="http://schemas.microsoft.com/office/drawing/2014/main" id="{78244FED-F54B-4232-A634-0889399BF21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1">
              <a:extLst>
                <a:ext uri="{FF2B5EF4-FFF2-40B4-BE49-F238E27FC236}">
                  <a16:creationId xmlns:a16="http://schemas.microsoft.com/office/drawing/2014/main" id="{6EC0C552-9642-499C-B76E-1FB6C9949F0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TextBox 8">
              <a:extLst>
                <a:ext uri="{FF2B5EF4-FFF2-40B4-BE49-F238E27FC236}">
                  <a16:creationId xmlns:a16="http://schemas.microsoft.com/office/drawing/2014/main" id="{7BAB1665-2117-4BA9-87EA-D345E005BB1C}"/>
                </a:ext>
              </a:extLst>
            </p:cNvPr>
            <p:cNvSpPr txBox="1"/>
            <p:nvPr/>
          </p:nvSpPr>
          <p:spPr>
            <a:xfrm>
              <a:off x="3173700" y="2182877"/>
              <a:ext cx="1015025" cy="141458"/>
            </a:xfrm>
            <a:prstGeom prst="rect">
              <a:avLst/>
            </a:prstGeom>
            <a:solidFill>
              <a:schemeClr val="bg1"/>
            </a:solidFill>
            <a:ln>
              <a:noFill/>
            </a:ln>
          </p:spPr>
          <p:txBody>
            <a:bodyPr wrap="square" rtlCol="0">
              <a:spAutoFit/>
            </a:bodyPr>
            <a:lstStyle/>
            <a:p>
              <a:pPr algn="ctr"/>
              <a:r>
                <a:rPr lang="ko-KR" altLang="en-US" sz="900">
                  <a:solidFill>
                    <a:schemeClr val="tx1">
                      <a:lumMod val="50000"/>
                      <a:lumOff val="50000"/>
                    </a:schemeClr>
                  </a:solidFill>
                </a:rPr>
                <a:t>상품이미지</a:t>
              </a:r>
              <a:endParaRPr lang="ko-KR" altLang="en-US" sz="900" dirty="0">
                <a:solidFill>
                  <a:schemeClr val="tx1">
                    <a:lumMod val="50000"/>
                    <a:lumOff val="50000"/>
                  </a:schemeClr>
                </a:solidFill>
              </a:endParaRPr>
            </a:p>
          </p:txBody>
        </p:sp>
      </p:grpSp>
      <p:sp>
        <p:nvSpPr>
          <p:cNvPr id="10" name="직사각형 9">
            <a:extLst>
              <a:ext uri="{FF2B5EF4-FFF2-40B4-BE49-F238E27FC236}">
                <a16:creationId xmlns:a16="http://schemas.microsoft.com/office/drawing/2014/main" id="{AA47F61C-B451-4848-B17E-77C649FFFD0B}"/>
              </a:ext>
            </a:extLst>
          </p:cNvPr>
          <p:cNvSpPr/>
          <p:nvPr userDrawn="1"/>
        </p:nvSpPr>
        <p:spPr>
          <a:xfrm>
            <a:off x="33615" y="34272"/>
            <a:ext cx="10033092" cy="579114"/>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 name="그룹 10">
            <a:extLst>
              <a:ext uri="{FF2B5EF4-FFF2-40B4-BE49-F238E27FC236}">
                <a16:creationId xmlns:a16="http://schemas.microsoft.com/office/drawing/2014/main" id="{C4E4E693-2E94-4D36-9699-BDD9FAECCDD1}"/>
              </a:ext>
            </a:extLst>
          </p:cNvPr>
          <p:cNvGrpSpPr/>
          <p:nvPr userDrawn="1"/>
        </p:nvGrpSpPr>
        <p:grpSpPr>
          <a:xfrm>
            <a:off x="190304" y="150607"/>
            <a:ext cx="1456828" cy="356787"/>
            <a:chOff x="2843808" y="1955121"/>
            <a:chExt cx="1674813" cy="596970"/>
          </a:xfrm>
          <a:solidFill>
            <a:schemeClr val="bg1">
              <a:lumMod val="95000"/>
            </a:schemeClr>
          </a:solidFill>
        </p:grpSpPr>
        <p:sp>
          <p:nvSpPr>
            <p:cNvPr id="12" name="Border">
              <a:extLst>
                <a:ext uri="{FF2B5EF4-FFF2-40B4-BE49-F238E27FC236}">
                  <a16:creationId xmlns:a16="http://schemas.microsoft.com/office/drawing/2014/main" id="{AA20D0D2-731B-4C96-A68D-89927915D173}"/>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 name="Line 2">
              <a:extLst>
                <a:ext uri="{FF2B5EF4-FFF2-40B4-BE49-F238E27FC236}">
                  <a16:creationId xmlns:a16="http://schemas.microsoft.com/office/drawing/2014/main" id="{BAD89D11-CBEC-4CD2-A1C4-923C19CAB13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 name="Line 1">
              <a:extLst>
                <a:ext uri="{FF2B5EF4-FFF2-40B4-BE49-F238E27FC236}">
                  <a16:creationId xmlns:a16="http://schemas.microsoft.com/office/drawing/2014/main" id="{877069F0-8D8C-4D0F-B007-8AFC690C18A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 name="TextBox 14">
              <a:extLst>
                <a:ext uri="{FF2B5EF4-FFF2-40B4-BE49-F238E27FC236}">
                  <a16:creationId xmlns:a16="http://schemas.microsoft.com/office/drawing/2014/main" id="{6F1A446A-F005-4030-A086-B8E9DA393DE3}"/>
                </a:ext>
              </a:extLst>
            </p:cNvPr>
            <p:cNvSpPr txBox="1"/>
            <p:nvPr/>
          </p:nvSpPr>
          <p:spPr>
            <a:xfrm>
              <a:off x="3376634" y="2073367"/>
              <a:ext cx="609160" cy="360477"/>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7" name="직사각형 16">
            <a:extLst>
              <a:ext uri="{FF2B5EF4-FFF2-40B4-BE49-F238E27FC236}">
                <a16:creationId xmlns:a16="http://schemas.microsoft.com/office/drawing/2014/main" id="{B61F99C4-066F-4B04-9118-D221AC650569}"/>
              </a:ext>
            </a:extLst>
          </p:cNvPr>
          <p:cNvSpPr/>
          <p:nvPr userDrawn="1"/>
        </p:nvSpPr>
        <p:spPr>
          <a:xfrm>
            <a:off x="8384010" y="202394"/>
            <a:ext cx="1656223" cy="253211"/>
          </a:xfrm>
          <a:prstGeom prst="rect">
            <a:avLst/>
          </a:prstGeom>
        </p:spPr>
        <p:txBody>
          <a:bodyPr wrap="none">
            <a:spAutoFit/>
          </a:bodyPr>
          <a:lstStyle/>
          <a:p>
            <a:pPr algn="r">
              <a:lnSpc>
                <a:spcPct val="150000"/>
              </a:lnSpc>
            </a:pPr>
            <a:r>
              <a:rPr lang="ko-KR" altLang="en-US" sz="800" dirty="0">
                <a:latin typeface="+mj-ea"/>
                <a:ea typeface="+mj-ea"/>
              </a:rPr>
              <a:t>주문조회</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장바구니</a:t>
            </a:r>
            <a:r>
              <a:rPr lang="en-US" altLang="ko-KR" sz="800" dirty="0">
                <a:latin typeface="+mj-ea"/>
                <a:ea typeface="+mj-ea"/>
              </a:rPr>
              <a:t>  </a:t>
            </a:r>
            <a:r>
              <a:rPr lang="en-US" altLang="ko-KR" sz="800" dirty="0">
                <a:solidFill>
                  <a:schemeClr val="bg1">
                    <a:lumMod val="75000"/>
                  </a:schemeClr>
                </a:solidFill>
                <a:latin typeface="+mj-ea"/>
                <a:ea typeface="+mj-ea"/>
              </a:rPr>
              <a:t>|</a:t>
            </a:r>
            <a:r>
              <a:rPr lang="en-US" altLang="ko-KR" sz="800" dirty="0">
                <a:latin typeface="+mj-ea"/>
                <a:ea typeface="+mj-ea"/>
              </a:rPr>
              <a:t>  </a:t>
            </a:r>
            <a:r>
              <a:rPr lang="ko-KR" altLang="en-US" sz="800" dirty="0">
                <a:latin typeface="+mj-ea"/>
                <a:ea typeface="+mj-ea"/>
              </a:rPr>
              <a:t>로그인</a:t>
            </a:r>
          </a:p>
        </p:txBody>
      </p:sp>
      <p:grpSp>
        <p:nvGrpSpPr>
          <p:cNvPr id="18" name="그룹 17">
            <a:extLst>
              <a:ext uri="{FF2B5EF4-FFF2-40B4-BE49-F238E27FC236}">
                <a16:creationId xmlns:a16="http://schemas.microsoft.com/office/drawing/2014/main" id="{6EA3ED44-661F-4683-8331-7C30E2FD1CDC}"/>
              </a:ext>
            </a:extLst>
          </p:cNvPr>
          <p:cNvGrpSpPr/>
          <p:nvPr userDrawn="1"/>
        </p:nvGrpSpPr>
        <p:grpSpPr>
          <a:xfrm>
            <a:off x="0" y="619414"/>
            <a:ext cx="10066703" cy="2960286"/>
            <a:chOff x="2843808" y="1955121"/>
            <a:chExt cx="1680533" cy="596970"/>
          </a:xfrm>
          <a:solidFill>
            <a:schemeClr val="bg1">
              <a:lumMod val="95000"/>
            </a:schemeClr>
          </a:solidFill>
        </p:grpSpPr>
        <p:sp>
          <p:nvSpPr>
            <p:cNvPr id="19" name="Border">
              <a:extLst>
                <a:ext uri="{FF2B5EF4-FFF2-40B4-BE49-F238E27FC236}">
                  <a16:creationId xmlns:a16="http://schemas.microsoft.com/office/drawing/2014/main" id="{7C3C8919-D5B1-42C8-A289-1B378E7B5E42}"/>
                </a:ext>
              </a:extLst>
            </p:cNvPr>
            <p:cNvSpPr>
              <a:spLocks/>
            </p:cNvSpPr>
            <p:nvPr/>
          </p:nvSpPr>
          <p:spPr bwMode="auto">
            <a:xfrm>
              <a:off x="2849528" y="1955121"/>
              <a:ext cx="1674813" cy="596970"/>
            </a:xfrm>
            <a:prstGeom prst="rect">
              <a:avLst/>
            </a:pr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 name="Line 2">
              <a:extLst>
                <a:ext uri="{FF2B5EF4-FFF2-40B4-BE49-F238E27FC236}">
                  <a16:creationId xmlns:a16="http://schemas.microsoft.com/office/drawing/2014/main" id="{B62D9EA6-2127-4865-B38C-138E8AD21AF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 name="Line 1">
              <a:extLst>
                <a:ext uri="{FF2B5EF4-FFF2-40B4-BE49-F238E27FC236}">
                  <a16:creationId xmlns:a16="http://schemas.microsoft.com/office/drawing/2014/main" id="{5963E227-5E94-4C86-B0DC-8C1C199C0664}"/>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 name="TextBox 21">
              <a:extLst>
                <a:ext uri="{FF2B5EF4-FFF2-40B4-BE49-F238E27FC236}">
                  <a16:creationId xmlns:a16="http://schemas.microsoft.com/office/drawing/2014/main" id="{636CD2BB-284C-4B67-B6FF-3437A99E1627}"/>
                </a:ext>
              </a:extLst>
            </p:cNvPr>
            <p:cNvSpPr txBox="1"/>
            <p:nvPr/>
          </p:nvSpPr>
          <p:spPr>
            <a:xfrm>
              <a:off x="3581250" y="2233306"/>
              <a:ext cx="192087" cy="46549"/>
            </a:xfrm>
            <a:prstGeom prst="rect">
              <a:avLst/>
            </a:prstGeom>
            <a:grpFill/>
            <a:ln>
              <a:noFill/>
            </a:ln>
          </p:spPr>
          <p:txBody>
            <a:bodyPr wrap="square" rtlCol="0">
              <a:spAutoFit/>
            </a:bodyPr>
            <a:lstStyle/>
            <a:p>
              <a:pPr algn="ctr"/>
              <a:r>
                <a:rPr lang="en-US" altLang="ko-KR" sz="900" dirty="0">
                  <a:solidFill>
                    <a:schemeClr val="tx1">
                      <a:lumMod val="50000"/>
                      <a:lumOff val="50000"/>
                    </a:schemeClr>
                  </a:solidFill>
                </a:rPr>
                <a:t>Visual IMG area</a:t>
              </a:r>
              <a:endParaRPr lang="ko-KR" altLang="en-US" sz="900" dirty="0">
                <a:solidFill>
                  <a:schemeClr val="tx1">
                    <a:lumMod val="50000"/>
                    <a:lumOff val="50000"/>
                  </a:schemeClr>
                </a:solidFill>
              </a:endParaRPr>
            </a:p>
          </p:txBody>
        </p:sp>
      </p:grpSp>
      <p:sp>
        <p:nvSpPr>
          <p:cNvPr id="23" name="Large Icons">
            <a:extLst>
              <a:ext uri="{FF2B5EF4-FFF2-40B4-BE49-F238E27FC236}">
                <a16:creationId xmlns:a16="http://schemas.microsoft.com/office/drawing/2014/main" id="{B7390B13-5902-464B-972A-E9D0C338BAE1}"/>
              </a:ext>
            </a:extLst>
          </p:cNvPr>
          <p:cNvSpPr>
            <a:spLocks noChangeAspect="1" noEditPoints="1"/>
          </p:cNvSpPr>
          <p:nvPr userDrawn="1"/>
        </p:nvSpPr>
        <p:spPr bwMode="auto">
          <a:xfrm>
            <a:off x="4913768" y="1651654"/>
            <a:ext cx="316577" cy="270274"/>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24" name="TextBox 23">
            <a:extLst>
              <a:ext uri="{FF2B5EF4-FFF2-40B4-BE49-F238E27FC236}">
                <a16:creationId xmlns:a16="http://schemas.microsoft.com/office/drawing/2014/main" id="{1764C714-21B5-4AEB-8431-A8DAFFABCBAE}"/>
              </a:ext>
            </a:extLst>
          </p:cNvPr>
          <p:cNvSpPr txBox="1"/>
          <p:nvPr userDrawn="1"/>
        </p:nvSpPr>
        <p:spPr>
          <a:xfrm>
            <a:off x="4436778" y="3269526"/>
            <a:ext cx="1222262" cy="246221"/>
          </a:xfrm>
          <a:prstGeom prst="rect">
            <a:avLst/>
          </a:prstGeom>
          <a:noFill/>
        </p:spPr>
        <p:txBody>
          <a:bodyPr wrap="square" rtlCol="0">
            <a:spAutoFit/>
          </a:bodyPr>
          <a:lstStyle/>
          <a:p>
            <a:pPr algn="ctr"/>
            <a:r>
              <a:rPr lang="ko-KR" altLang="en-US" sz="1000" dirty="0"/>
              <a:t>◀   </a:t>
            </a:r>
            <a:r>
              <a:rPr lang="ko-KR" altLang="en-US" sz="1000" dirty="0">
                <a:solidFill>
                  <a:schemeClr val="tx1">
                    <a:lumMod val="50000"/>
                    <a:lumOff val="50000"/>
                  </a:schemeClr>
                </a:solidFill>
              </a:rPr>
              <a:t>●○○○</a:t>
            </a:r>
            <a:r>
              <a:rPr lang="ko-KR" altLang="en-US" sz="1000" dirty="0"/>
              <a:t>   ▶</a:t>
            </a:r>
          </a:p>
        </p:txBody>
      </p:sp>
      <p:sp>
        <p:nvSpPr>
          <p:cNvPr id="35" name="직사각형 34">
            <a:extLst>
              <a:ext uri="{FF2B5EF4-FFF2-40B4-BE49-F238E27FC236}">
                <a16:creationId xmlns:a16="http://schemas.microsoft.com/office/drawing/2014/main" id="{6142BB13-B9F5-4F2E-8154-D5EC79317821}"/>
              </a:ext>
            </a:extLst>
          </p:cNvPr>
          <p:cNvSpPr/>
          <p:nvPr userDrawn="1"/>
        </p:nvSpPr>
        <p:spPr>
          <a:xfrm>
            <a:off x="1796228" y="196333"/>
            <a:ext cx="2987312" cy="254992"/>
          </a:xfrm>
          <a:prstGeom prst="rect">
            <a:avLst/>
          </a:prstGeom>
          <a:solidFill>
            <a:schemeClr val="bg1"/>
          </a:solidFill>
          <a:ln w="6350">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75000"/>
                  </a:schemeClr>
                </a:solidFill>
              </a:rPr>
              <a:t>상품코드</a:t>
            </a:r>
            <a:r>
              <a:rPr lang="en-US" altLang="ko-KR" sz="800" dirty="0">
                <a:solidFill>
                  <a:schemeClr val="bg1">
                    <a:lumMod val="75000"/>
                  </a:schemeClr>
                </a:solidFill>
              </a:rPr>
              <a:t>, </a:t>
            </a:r>
            <a:r>
              <a:rPr lang="ko-KR" altLang="en-US" sz="800" dirty="0">
                <a:solidFill>
                  <a:schemeClr val="bg1">
                    <a:lumMod val="75000"/>
                  </a:schemeClr>
                </a:solidFill>
              </a:rPr>
              <a:t>상품제목</a:t>
            </a:r>
            <a:endParaRPr lang="ko-KR" altLang="en-US" sz="900" dirty="0">
              <a:solidFill>
                <a:schemeClr val="bg1">
                  <a:lumMod val="75000"/>
                </a:schemeClr>
              </a:solidFill>
            </a:endParaRPr>
          </a:p>
        </p:txBody>
      </p:sp>
      <p:pic>
        <p:nvPicPr>
          <p:cNvPr id="36" name="그림 35">
            <a:extLst>
              <a:ext uri="{FF2B5EF4-FFF2-40B4-BE49-F238E27FC236}">
                <a16:creationId xmlns:a16="http://schemas.microsoft.com/office/drawing/2014/main" id="{44D5829B-0649-4873-B5DC-0512F8510194}"/>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flipH="1">
            <a:off x="4562333" y="245079"/>
            <a:ext cx="157211" cy="157211"/>
          </a:xfrm>
          <a:prstGeom prst="rect">
            <a:avLst/>
          </a:prstGeom>
        </p:spPr>
      </p:pic>
      <p:sp>
        <p:nvSpPr>
          <p:cNvPr id="37" name="TextBox 36">
            <a:extLst>
              <a:ext uri="{FF2B5EF4-FFF2-40B4-BE49-F238E27FC236}">
                <a16:creationId xmlns:a16="http://schemas.microsoft.com/office/drawing/2014/main" id="{C7F11B52-F8D1-4179-9B67-EF1B20F14DFA}"/>
              </a:ext>
            </a:extLst>
          </p:cNvPr>
          <p:cNvSpPr txBox="1"/>
          <p:nvPr userDrawn="1"/>
        </p:nvSpPr>
        <p:spPr>
          <a:xfrm>
            <a:off x="4501670" y="3899965"/>
            <a:ext cx="1074077" cy="276999"/>
          </a:xfrm>
          <a:prstGeom prst="rect">
            <a:avLst/>
          </a:prstGeom>
          <a:noFill/>
        </p:spPr>
        <p:txBody>
          <a:bodyPr wrap="none" rtlCol="0">
            <a:spAutoFit/>
          </a:bodyPr>
          <a:lstStyle/>
          <a:p>
            <a:r>
              <a:rPr lang="en-US" altLang="ko-KR" sz="1200" b="1" dirty="0"/>
              <a:t>HOT TREND</a:t>
            </a:r>
            <a:endParaRPr lang="ko-KR" altLang="en-US" sz="1200" b="1" dirty="0"/>
          </a:p>
        </p:txBody>
      </p:sp>
      <p:sp>
        <p:nvSpPr>
          <p:cNvPr id="38" name="직사각형 37">
            <a:extLst>
              <a:ext uri="{FF2B5EF4-FFF2-40B4-BE49-F238E27FC236}">
                <a16:creationId xmlns:a16="http://schemas.microsoft.com/office/drawing/2014/main" id="{8A6B0423-7AAD-4973-9954-86796DEC0646}"/>
              </a:ext>
            </a:extLst>
          </p:cNvPr>
          <p:cNvSpPr/>
          <p:nvPr userDrawn="1"/>
        </p:nvSpPr>
        <p:spPr>
          <a:xfrm>
            <a:off x="1727988" y="4443568"/>
            <a:ext cx="1176081" cy="23883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tx1"/>
                </a:solidFill>
              </a:rPr>
              <a:t>#</a:t>
            </a:r>
            <a:r>
              <a:rPr lang="ko-KR" altLang="en-US" sz="800" dirty="0">
                <a:solidFill>
                  <a:schemeClr val="tx1"/>
                </a:solidFill>
              </a:rPr>
              <a:t>일교차</a:t>
            </a:r>
          </a:p>
        </p:txBody>
      </p:sp>
      <p:sp>
        <p:nvSpPr>
          <p:cNvPr id="42" name="직사각형 41">
            <a:extLst>
              <a:ext uri="{FF2B5EF4-FFF2-40B4-BE49-F238E27FC236}">
                <a16:creationId xmlns:a16="http://schemas.microsoft.com/office/drawing/2014/main" id="{E080EF96-DF1F-48C3-88F9-98A1944A260A}"/>
              </a:ext>
            </a:extLst>
          </p:cNvPr>
          <p:cNvSpPr/>
          <p:nvPr userDrawn="1"/>
        </p:nvSpPr>
        <p:spPr>
          <a:xfrm>
            <a:off x="3013152" y="4443568"/>
            <a:ext cx="1176081" cy="238836"/>
          </a:xfrm>
          <a:prstGeom prst="rect">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tx1"/>
                </a:solidFill>
              </a:rPr>
              <a:t>#</a:t>
            </a:r>
            <a:r>
              <a:rPr lang="ko-KR" altLang="en-US" sz="800" dirty="0" err="1">
                <a:solidFill>
                  <a:schemeClr val="tx1"/>
                </a:solidFill>
              </a:rPr>
              <a:t>에브리데이</a:t>
            </a:r>
            <a:r>
              <a:rPr lang="ko-KR" altLang="en-US" sz="800" dirty="0">
                <a:solidFill>
                  <a:schemeClr val="tx1"/>
                </a:solidFill>
              </a:rPr>
              <a:t> 룩</a:t>
            </a:r>
          </a:p>
        </p:txBody>
      </p:sp>
      <p:sp>
        <p:nvSpPr>
          <p:cNvPr id="43" name="직사각형 42">
            <a:extLst>
              <a:ext uri="{FF2B5EF4-FFF2-40B4-BE49-F238E27FC236}">
                <a16:creationId xmlns:a16="http://schemas.microsoft.com/office/drawing/2014/main" id="{F00852CB-D5DB-4AA4-96F3-2FE4E945FDDA}"/>
              </a:ext>
            </a:extLst>
          </p:cNvPr>
          <p:cNvSpPr/>
          <p:nvPr userDrawn="1"/>
        </p:nvSpPr>
        <p:spPr>
          <a:xfrm>
            <a:off x="4298316" y="4433138"/>
            <a:ext cx="1176081" cy="238836"/>
          </a:xfrm>
          <a:prstGeom prst="rect">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tx1"/>
                </a:solidFill>
              </a:rPr>
              <a:t>#</a:t>
            </a:r>
            <a:r>
              <a:rPr lang="ko-KR" altLang="en-US" sz="800" dirty="0">
                <a:solidFill>
                  <a:schemeClr val="tx1"/>
                </a:solidFill>
              </a:rPr>
              <a:t>핫 키워드 </a:t>
            </a:r>
            <a:r>
              <a:rPr lang="en-US" altLang="ko-KR" sz="800" dirty="0">
                <a:solidFill>
                  <a:schemeClr val="tx1"/>
                </a:solidFill>
              </a:rPr>
              <a:t>1</a:t>
            </a:r>
            <a:endParaRPr lang="ko-KR" altLang="en-US" sz="800" dirty="0">
              <a:solidFill>
                <a:schemeClr val="tx1"/>
              </a:solidFill>
            </a:endParaRPr>
          </a:p>
        </p:txBody>
      </p:sp>
      <p:sp>
        <p:nvSpPr>
          <p:cNvPr id="44" name="직사각형 43">
            <a:extLst>
              <a:ext uri="{FF2B5EF4-FFF2-40B4-BE49-F238E27FC236}">
                <a16:creationId xmlns:a16="http://schemas.microsoft.com/office/drawing/2014/main" id="{7675ED5C-58A4-4C55-89C1-FAF1FE967320}"/>
              </a:ext>
            </a:extLst>
          </p:cNvPr>
          <p:cNvSpPr/>
          <p:nvPr userDrawn="1"/>
        </p:nvSpPr>
        <p:spPr>
          <a:xfrm>
            <a:off x="5583480" y="4433138"/>
            <a:ext cx="1176081" cy="238836"/>
          </a:xfrm>
          <a:prstGeom prst="rect">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tx1"/>
                </a:solidFill>
              </a:rPr>
              <a:t>#</a:t>
            </a:r>
            <a:r>
              <a:rPr lang="ko-KR" altLang="en-US" sz="800" dirty="0">
                <a:solidFill>
                  <a:schemeClr val="tx1"/>
                </a:solidFill>
              </a:rPr>
              <a:t>핫 키워드 </a:t>
            </a:r>
            <a:r>
              <a:rPr lang="en-US" altLang="ko-KR" sz="800" dirty="0">
                <a:solidFill>
                  <a:schemeClr val="tx1"/>
                </a:solidFill>
              </a:rPr>
              <a:t>2</a:t>
            </a:r>
            <a:endParaRPr lang="ko-KR" altLang="en-US" sz="800" dirty="0">
              <a:solidFill>
                <a:schemeClr val="tx1"/>
              </a:solidFill>
            </a:endParaRPr>
          </a:p>
        </p:txBody>
      </p:sp>
      <p:sp>
        <p:nvSpPr>
          <p:cNvPr id="45" name="Large Icons">
            <a:extLst>
              <a:ext uri="{FF2B5EF4-FFF2-40B4-BE49-F238E27FC236}">
                <a16:creationId xmlns:a16="http://schemas.microsoft.com/office/drawing/2014/main" id="{83348D68-5C09-4D72-B7F0-957FD6C87D3B}"/>
              </a:ext>
            </a:extLst>
          </p:cNvPr>
          <p:cNvSpPr>
            <a:spLocks noChangeAspect="1" noEditPoints="1"/>
          </p:cNvSpPr>
          <p:nvPr userDrawn="1"/>
        </p:nvSpPr>
        <p:spPr bwMode="auto">
          <a:xfrm>
            <a:off x="2246134" y="5054056"/>
            <a:ext cx="317111" cy="270274"/>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46" name="직사각형 45">
            <a:extLst>
              <a:ext uri="{FF2B5EF4-FFF2-40B4-BE49-F238E27FC236}">
                <a16:creationId xmlns:a16="http://schemas.microsoft.com/office/drawing/2014/main" id="{19FCDA45-25A0-4D8E-89AF-F76E835D9E55}"/>
              </a:ext>
            </a:extLst>
          </p:cNvPr>
          <p:cNvSpPr/>
          <p:nvPr userDrawn="1"/>
        </p:nvSpPr>
        <p:spPr>
          <a:xfrm>
            <a:off x="1699298" y="6004128"/>
            <a:ext cx="846707" cy="253211"/>
          </a:xfrm>
          <a:prstGeom prst="rect">
            <a:avLst/>
          </a:prstGeom>
        </p:spPr>
        <p:txBody>
          <a:bodyPr wrap="none">
            <a:spAutoFit/>
          </a:bodyPr>
          <a:lstStyle/>
          <a:p>
            <a:pPr algn="l">
              <a:lnSpc>
                <a:spcPct val="150000"/>
              </a:lnSpc>
            </a:pPr>
            <a:r>
              <a:rPr lang="ko-KR" altLang="en-US" sz="800" b="1" dirty="0">
                <a:latin typeface="+mj-ea"/>
                <a:ea typeface="+mj-ea"/>
              </a:rPr>
              <a:t>상품 제목 </a:t>
            </a:r>
            <a:r>
              <a:rPr lang="en-US" altLang="ko-KR" sz="800" b="1" dirty="0">
                <a:latin typeface="+mj-ea"/>
                <a:ea typeface="+mj-ea"/>
              </a:rPr>
              <a:t>111</a:t>
            </a:r>
            <a:endParaRPr lang="ko-KR" altLang="en-US" sz="800" b="1" dirty="0">
              <a:latin typeface="+mj-ea"/>
              <a:ea typeface="+mj-ea"/>
            </a:endParaRPr>
          </a:p>
        </p:txBody>
      </p:sp>
      <p:sp>
        <p:nvSpPr>
          <p:cNvPr id="47" name="직사각형 46">
            <a:extLst>
              <a:ext uri="{FF2B5EF4-FFF2-40B4-BE49-F238E27FC236}">
                <a16:creationId xmlns:a16="http://schemas.microsoft.com/office/drawing/2014/main" id="{36FD0564-0BEA-4F1C-97E5-DA34D191BD5E}"/>
              </a:ext>
            </a:extLst>
          </p:cNvPr>
          <p:cNvSpPr/>
          <p:nvPr userDrawn="1"/>
        </p:nvSpPr>
        <p:spPr>
          <a:xfrm>
            <a:off x="1692071" y="6219042"/>
            <a:ext cx="707245" cy="253211"/>
          </a:xfrm>
          <a:prstGeom prst="rect">
            <a:avLst/>
          </a:prstGeom>
        </p:spPr>
        <p:txBody>
          <a:bodyPr wrap="none">
            <a:spAutoFit/>
          </a:bodyPr>
          <a:lstStyle/>
          <a:p>
            <a:pPr algn="l">
              <a:lnSpc>
                <a:spcPct val="150000"/>
              </a:lnSpc>
            </a:pPr>
            <a:r>
              <a:rPr lang="en-US" altLang="ko-KR" sz="800" b="1" dirty="0">
                <a:latin typeface="+mj-ea"/>
                <a:ea typeface="+mj-ea"/>
              </a:rPr>
              <a:t>225,000 </a:t>
            </a:r>
            <a:r>
              <a:rPr lang="ko-KR" altLang="en-US" sz="800" b="1" dirty="0">
                <a:latin typeface="+mj-ea"/>
                <a:ea typeface="+mj-ea"/>
              </a:rPr>
              <a:t>원</a:t>
            </a:r>
          </a:p>
        </p:txBody>
      </p:sp>
      <p:pic>
        <p:nvPicPr>
          <p:cNvPr id="49" name="그림 48">
            <a:extLst>
              <a:ext uri="{FF2B5EF4-FFF2-40B4-BE49-F238E27FC236}">
                <a16:creationId xmlns:a16="http://schemas.microsoft.com/office/drawing/2014/main" id="{5A61A614-45E9-4607-8D2D-490F8FA4D604}"/>
              </a:ext>
            </a:extLst>
          </p:cNvPr>
          <p:cNvPicPr>
            <a:picLocks noChangeAspect="1"/>
          </p:cNvPicPr>
          <p:nvPr userDrawn="1"/>
        </p:nvPicPr>
        <p:blipFill>
          <a:blip r:embed="rId3"/>
          <a:stretch>
            <a:fillRect/>
          </a:stretch>
        </p:blipFill>
        <p:spPr>
          <a:xfrm>
            <a:off x="1761723" y="6474579"/>
            <a:ext cx="691149" cy="168573"/>
          </a:xfrm>
          <a:prstGeom prst="rect">
            <a:avLst/>
          </a:prstGeom>
        </p:spPr>
      </p:pic>
      <p:grpSp>
        <p:nvGrpSpPr>
          <p:cNvPr id="50" name="그룹 49">
            <a:extLst>
              <a:ext uri="{FF2B5EF4-FFF2-40B4-BE49-F238E27FC236}">
                <a16:creationId xmlns:a16="http://schemas.microsoft.com/office/drawing/2014/main" id="{FEB29E47-AEC5-4377-868B-58FD7CA3D671}"/>
              </a:ext>
            </a:extLst>
          </p:cNvPr>
          <p:cNvGrpSpPr/>
          <p:nvPr userDrawn="1"/>
        </p:nvGrpSpPr>
        <p:grpSpPr>
          <a:xfrm>
            <a:off x="3278153" y="4963655"/>
            <a:ext cx="1285164" cy="974136"/>
            <a:chOff x="2843808" y="1955121"/>
            <a:chExt cx="1674813" cy="596970"/>
          </a:xfrm>
          <a:solidFill>
            <a:schemeClr val="bg1">
              <a:lumMod val="95000"/>
            </a:schemeClr>
          </a:solidFill>
        </p:grpSpPr>
        <p:sp>
          <p:nvSpPr>
            <p:cNvPr id="51" name="Border">
              <a:extLst>
                <a:ext uri="{FF2B5EF4-FFF2-40B4-BE49-F238E27FC236}">
                  <a16:creationId xmlns:a16="http://schemas.microsoft.com/office/drawing/2014/main" id="{CE968990-F1BD-4FCE-8567-2356311A1894}"/>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2" name="Line 2">
              <a:extLst>
                <a:ext uri="{FF2B5EF4-FFF2-40B4-BE49-F238E27FC236}">
                  <a16:creationId xmlns:a16="http://schemas.microsoft.com/office/drawing/2014/main" id="{853F465B-1D9F-4FDD-940C-FBD21AB0DB5F}"/>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3" name="Line 1">
              <a:extLst>
                <a:ext uri="{FF2B5EF4-FFF2-40B4-BE49-F238E27FC236}">
                  <a16:creationId xmlns:a16="http://schemas.microsoft.com/office/drawing/2014/main" id="{50F34DDE-D4CE-4CE3-B655-76BC8E6618E1}"/>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4" name="TextBox 53">
              <a:extLst>
                <a:ext uri="{FF2B5EF4-FFF2-40B4-BE49-F238E27FC236}">
                  <a16:creationId xmlns:a16="http://schemas.microsoft.com/office/drawing/2014/main" id="{E5CFB8B2-E17F-4210-AC94-EDE777EC87D7}"/>
                </a:ext>
              </a:extLst>
            </p:cNvPr>
            <p:cNvSpPr txBox="1"/>
            <p:nvPr/>
          </p:nvSpPr>
          <p:spPr>
            <a:xfrm>
              <a:off x="3173700" y="2182877"/>
              <a:ext cx="1015025" cy="141458"/>
            </a:xfrm>
            <a:prstGeom prst="rect">
              <a:avLst/>
            </a:prstGeom>
            <a:solidFill>
              <a:schemeClr val="bg1"/>
            </a:solidFill>
            <a:ln>
              <a:noFill/>
            </a:ln>
          </p:spPr>
          <p:txBody>
            <a:bodyPr wrap="square" rtlCol="0">
              <a:spAutoFit/>
            </a:bodyPr>
            <a:lstStyle/>
            <a:p>
              <a:pPr algn="ctr"/>
              <a:r>
                <a:rPr lang="ko-KR" altLang="en-US" sz="900">
                  <a:solidFill>
                    <a:schemeClr val="tx1">
                      <a:lumMod val="50000"/>
                      <a:lumOff val="50000"/>
                    </a:schemeClr>
                  </a:solidFill>
                </a:rPr>
                <a:t>상품이미지</a:t>
              </a:r>
              <a:endParaRPr lang="ko-KR" altLang="en-US" sz="900" dirty="0">
                <a:solidFill>
                  <a:schemeClr val="tx1">
                    <a:lumMod val="50000"/>
                    <a:lumOff val="50000"/>
                  </a:schemeClr>
                </a:solidFill>
              </a:endParaRPr>
            </a:p>
          </p:txBody>
        </p:sp>
      </p:grpSp>
      <p:sp>
        <p:nvSpPr>
          <p:cNvPr id="55" name="Large Icons">
            <a:extLst>
              <a:ext uri="{FF2B5EF4-FFF2-40B4-BE49-F238E27FC236}">
                <a16:creationId xmlns:a16="http://schemas.microsoft.com/office/drawing/2014/main" id="{02FE2BD6-285A-43D9-AF80-00C9882DB8A1}"/>
              </a:ext>
            </a:extLst>
          </p:cNvPr>
          <p:cNvSpPr>
            <a:spLocks noChangeAspect="1" noEditPoints="1"/>
          </p:cNvSpPr>
          <p:nvPr userDrawn="1"/>
        </p:nvSpPr>
        <p:spPr bwMode="auto">
          <a:xfrm>
            <a:off x="3762179" y="5054056"/>
            <a:ext cx="317111" cy="270274"/>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56" name="직사각형 55">
            <a:extLst>
              <a:ext uri="{FF2B5EF4-FFF2-40B4-BE49-F238E27FC236}">
                <a16:creationId xmlns:a16="http://schemas.microsoft.com/office/drawing/2014/main" id="{1E488E3C-D8B7-43A5-8099-9528E1E1D7BC}"/>
              </a:ext>
            </a:extLst>
          </p:cNvPr>
          <p:cNvSpPr/>
          <p:nvPr userDrawn="1"/>
        </p:nvSpPr>
        <p:spPr>
          <a:xfrm>
            <a:off x="3215343" y="6004128"/>
            <a:ext cx="883575" cy="253211"/>
          </a:xfrm>
          <a:prstGeom prst="rect">
            <a:avLst/>
          </a:prstGeom>
        </p:spPr>
        <p:txBody>
          <a:bodyPr wrap="none">
            <a:spAutoFit/>
          </a:bodyPr>
          <a:lstStyle/>
          <a:p>
            <a:pPr algn="l">
              <a:lnSpc>
                <a:spcPct val="150000"/>
              </a:lnSpc>
            </a:pPr>
            <a:r>
              <a:rPr lang="ko-KR" altLang="en-US" sz="800" b="1" dirty="0">
                <a:latin typeface="+mj-ea"/>
                <a:ea typeface="+mj-ea"/>
              </a:rPr>
              <a:t>상품 제목  </a:t>
            </a:r>
            <a:r>
              <a:rPr lang="en-US" altLang="ko-KR" sz="800" b="1" dirty="0">
                <a:latin typeface="+mj-ea"/>
                <a:ea typeface="+mj-ea"/>
              </a:rPr>
              <a:t>222</a:t>
            </a:r>
            <a:endParaRPr lang="ko-KR" altLang="en-US" sz="800" b="1" dirty="0">
              <a:latin typeface="+mj-ea"/>
              <a:ea typeface="+mj-ea"/>
            </a:endParaRPr>
          </a:p>
        </p:txBody>
      </p:sp>
      <p:sp>
        <p:nvSpPr>
          <p:cNvPr id="57" name="직사각형 56">
            <a:extLst>
              <a:ext uri="{FF2B5EF4-FFF2-40B4-BE49-F238E27FC236}">
                <a16:creationId xmlns:a16="http://schemas.microsoft.com/office/drawing/2014/main" id="{030E4E2F-36C4-421F-ABBA-89ED6A2110AF}"/>
              </a:ext>
            </a:extLst>
          </p:cNvPr>
          <p:cNvSpPr/>
          <p:nvPr userDrawn="1"/>
        </p:nvSpPr>
        <p:spPr>
          <a:xfrm>
            <a:off x="3208116" y="6219042"/>
            <a:ext cx="707245" cy="253211"/>
          </a:xfrm>
          <a:prstGeom prst="rect">
            <a:avLst/>
          </a:prstGeom>
        </p:spPr>
        <p:txBody>
          <a:bodyPr wrap="none">
            <a:spAutoFit/>
          </a:bodyPr>
          <a:lstStyle/>
          <a:p>
            <a:pPr algn="l">
              <a:lnSpc>
                <a:spcPct val="150000"/>
              </a:lnSpc>
            </a:pPr>
            <a:r>
              <a:rPr lang="en-US" altLang="ko-KR" sz="800" b="1" dirty="0">
                <a:latin typeface="+mj-ea"/>
                <a:ea typeface="+mj-ea"/>
              </a:rPr>
              <a:t>225,000 </a:t>
            </a:r>
            <a:r>
              <a:rPr lang="ko-KR" altLang="en-US" sz="800" b="1" dirty="0">
                <a:latin typeface="+mj-ea"/>
                <a:ea typeface="+mj-ea"/>
              </a:rPr>
              <a:t>원</a:t>
            </a:r>
          </a:p>
        </p:txBody>
      </p:sp>
      <p:grpSp>
        <p:nvGrpSpPr>
          <p:cNvPr id="59" name="그룹 58">
            <a:extLst>
              <a:ext uri="{FF2B5EF4-FFF2-40B4-BE49-F238E27FC236}">
                <a16:creationId xmlns:a16="http://schemas.microsoft.com/office/drawing/2014/main" id="{A06D8076-20D5-4F1E-8F32-E8991821667C}"/>
              </a:ext>
            </a:extLst>
          </p:cNvPr>
          <p:cNvGrpSpPr/>
          <p:nvPr userDrawn="1"/>
        </p:nvGrpSpPr>
        <p:grpSpPr>
          <a:xfrm>
            <a:off x="4793813" y="4963655"/>
            <a:ext cx="1285164" cy="974136"/>
            <a:chOff x="2843808" y="1955121"/>
            <a:chExt cx="1674813" cy="596970"/>
          </a:xfrm>
          <a:solidFill>
            <a:schemeClr val="bg1">
              <a:lumMod val="95000"/>
            </a:schemeClr>
          </a:solidFill>
        </p:grpSpPr>
        <p:sp>
          <p:nvSpPr>
            <p:cNvPr id="60" name="Border">
              <a:extLst>
                <a:ext uri="{FF2B5EF4-FFF2-40B4-BE49-F238E27FC236}">
                  <a16:creationId xmlns:a16="http://schemas.microsoft.com/office/drawing/2014/main" id="{3981ADA3-C709-4ED5-AC6D-83E969E18AC9}"/>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1" name="Line 2">
              <a:extLst>
                <a:ext uri="{FF2B5EF4-FFF2-40B4-BE49-F238E27FC236}">
                  <a16:creationId xmlns:a16="http://schemas.microsoft.com/office/drawing/2014/main" id="{C690C005-D62E-4F3C-9F3D-4A8447AD94F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2" name="Line 1">
              <a:extLst>
                <a:ext uri="{FF2B5EF4-FFF2-40B4-BE49-F238E27FC236}">
                  <a16:creationId xmlns:a16="http://schemas.microsoft.com/office/drawing/2014/main" id="{B72D3B90-3367-4AEB-A605-18DCE19694A5}"/>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3" name="TextBox 62">
              <a:extLst>
                <a:ext uri="{FF2B5EF4-FFF2-40B4-BE49-F238E27FC236}">
                  <a16:creationId xmlns:a16="http://schemas.microsoft.com/office/drawing/2014/main" id="{AFA7589C-01D1-49F4-84AF-C80CA2982E12}"/>
                </a:ext>
              </a:extLst>
            </p:cNvPr>
            <p:cNvSpPr txBox="1"/>
            <p:nvPr/>
          </p:nvSpPr>
          <p:spPr>
            <a:xfrm>
              <a:off x="3173700" y="2182877"/>
              <a:ext cx="1015025" cy="141458"/>
            </a:xfrm>
            <a:prstGeom prst="rect">
              <a:avLst/>
            </a:prstGeom>
            <a:solidFill>
              <a:schemeClr val="bg1"/>
            </a:solidFill>
            <a:ln>
              <a:noFill/>
            </a:ln>
          </p:spPr>
          <p:txBody>
            <a:bodyPr wrap="square" rtlCol="0">
              <a:spAutoFit/>
            </a:bodyPr>
            <a:lstStyle/>
            <a:p>
              <a:pPr algn="ctr"/>
              <a:r>
                <a:rPr lang="ko-KR" altLang="en-US" sz="900">
                  <a:solidFill>
                    <a:schemeClr val="tx1">
                      <a:lumMod val="50000"/>
                      <a:lumOff val="50000"/>
                    </a:schemeClr>
                  </a:solidFill>
                </a:rPr>
                <a:t>상품이미지</a:t>
              </a:r>
              <a:endParaRPr lang="ko-KR" altLang="en-US" sz="900" dirty="0">
                <a:solidFill>
                  <a:schemeClr val="tx1">
                    <a:lumMod val="50000"/>
                    <a:lumOff val="50000"/>
                  </a:schemeClr>
                </a:solidFill>
              </a:endParaRPr>
            </a:p>
          </p:txBody>
        </p:sp>
      </p:grpSp>
      <p:sp>
        <p:nvSpPr>
          <p:cNvPr id="64" name="Large Icons">
            <a:extLst>
              <a:ext uri="{FF2B5EF4-FFF2-40B4-BE49-F238E27FC236}">
                <a16:creationId xmlns:a16="http://schemas.microsoft.com/office/drawing/2014/main" id="{2DBEDA63-6A7E-42D3-95E3-569B19255B4B}"/>
              </a:ext>
            </a:extLst>
          </p:cNvPr>
          <p:cNvSpPr>
            <a:spLocks noChangeAspect="1" noEditPoints="1"/>
          </p:cNvSpPr>
          <p:nvPr userDrawn="1"/>
        </p:nvSpPr>
        <p:spPr bwMode="auto">
          <a:xfrm>
            <a:off x="5277839" y="5054056"/>
            <a:ext cx="317111" cy="270274"/>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65" name="직사각형 64">
            <a:extLst>
              <a:ext uri="{FF2B5EF4-FFF2-40B4-BE49-F238E27FC236}">
                <a16:creationId xmlns:a16="http://schemas.microsoft.com/office/drawing/2014/main" id="{DA9CC665-5C1F-48FA-8EA9-2DB2DC13DF06}"/>
              </a:ext>
            </a:extLst>
          </p:cNvPr>
          <p:cNvSpPr/>
          <p:nvPr userDrawn="1"/>
        </p:nvSpPr>
        <p:spPr>
          <a:xfrm>
            <a:off x="4731003" y="6004128"/>
            <a:ext cx="883575" cy="253211"/>
          </a:xfrm>
          <a:prstGeom prst="rect">
            <a:avLst/>
          </a:prstGeom>
        </p:spPr>
        <p:txBody>
          <a:bodyPr wrap="none">
            <a:spAutoFit/>
          </a:bodyPr>
          <a:lstStyle/>
          <a:p>
            <a:pPr algn="l">
              <a:lnSpc>
                <a:spcPct val="150000"/>
              </a:lnSpc>
            </a:pPr>
            <a:r>
              <a:rPr lang="ko-KR" altLang="en-US" sz="800" b="1" dirty="0">
                <a:latin typeface="+mj-ea"/>
                <a:ea typeface="+mj-ea"/>
              </a:rPr>
              <a:t>상품 제목  </a:t>
            </a:r>
            <a:r>
              <a:rPr lang="en-US" altLang="ko-KR" sz="800" b="1" dirty="0">
                <a:latin typeface="+mj-ea"/>
                <a:ea typeface="+mj-ea"/>
              </a:rPr>
              <a:t>333</a:t>
            </a:r>
            <a:endParaRPr lang="ko-KR" altLang="en-US" sz="800" b="1" dirty="0">
              <a:latin typeface="+mj-ea"/>
              <a:ea typeface="+mj-ea"/>
            </a:endParaRPr>
          </a:p>
        </p:txBody>
      </p:sp>
      <p:sp>
        <p:nvSpPr>
          <p:cNvPr id="66" name="직사각형 65">
            <a:extLst>
              <a:ext uri="{FF2B5EF4-FFF2-40B4-BE49-F238E27FC236}">
                <a16:creationId xmlns:a16="http://schemas.microsoft.com/office/drawing/2014/main" id="{94BB3275-B1DF-4FF7-BDEC-4394B09BB9C2}"/>
              </a:ext>
            </a:extLst>
          </p:cNvPr>
          <p:cNvSpPr/>
          <p:nvPr userDrawn="1"/>
        </p:nvSpPr>
        <p:spPr>
          <a:xfrm>
            <a:off x="4723776" y="6219042"/>
            <a:ext cx="707245" cy="253211"/>
          </a:xfrm>
          <a:prstGeom prst="rect">
            <a:avLst/>
          </a:prstGeom>
        </p:spPr>
        <p:txBody>
          <a:bodyPr wrap="none">
            <a:spAutoFit/>
          </a:bodyPr>
          <a:lstStyle/>
          <a:p>
            <a:pPr algn="l">
              <a:lnSpc>
                <a:spcPct val="150000"/>
              </a:lnSpc>
            </a:pPr>
            <a:r>
              <a:rPr lang="en-US" altLang="ko-KR" sz="800" b="1" dirty="0">
                <a:latin typeface="+mj-ea"/>
                <a:ea typeface="+mj-ea"/>
              </a:rPr>
              <a:t>225,000 </a:t>
            </a:r>
            <a:r>
              <a:rPr lang="ko-KR" altLang="en-US" sz="800" b="1" dirty="0">
                <a:latin typeface="+mj-ea"/>
                <a:ea typeface="+mj-ea"/>
              </a:rPr>
              <a:t>원</a:t>
            </a:r>
          </a:p>
        </p:txBody>
      </p:sp>
      <p:pic>
        <p:nvPicPr>
          <p:cNvPr id="67" name="그림 66">
            <a:extLst>
              <a:ext uri="{FF2B5EF4-FFF2-40B4-BE49-F238E27FC236}">
                <a16:creationId xmlns:a16="http://schemas.microsoft.com/office/drawing/2014/main" id="{D707C2FE-B94E-44EA-8DE5-11B0C926BAA0}"/>
              </a:ext>
            </a:extLst>
          </p:cNvPr>
          <p:cNvPicPr>
            <a:picLocks noChangeAspect="1"/>
          </p:cNvPicPr>
          <p:nvPr userDrawn="1"/>
        </p:nvPicPr>
        <p:blipFill>
          <a:blip r:embed="rId3"/>
          <a:stretch>
            <a:fillRect/>
          </a:stretch>
        </p:blipFill>
        <p:spPr>
          <a:xfrm>
            <a:off x="4793428" y="6474579"/>
            <a:ext cx="691149" cy="168573"/>
          </a:xfrm>
          <a:prstGeom prst="rect">
            <a:avLst/>
          </a:prstGeom>
        </p:spPr>
      </p:pic>
      <p:grpSp>
        <p:nvGrpSpPr>
          <p:cNvPr id="68" name="그룹 67">
            <a:extLst>
              <a:ext uri="{FF2B5EF4-FFF2-40B4-BE49-F238E27FC236}">
                <a16:creationId xmlns:a16="http://schemas.microsoft.com/office/drawing/2014/main" id="{30716D01-29B7-43A7-9794-F6A38FC5ACBB}"/>
              </a:ext>
            </a:extLst>
          </p:cNvPr>
          <p:cNvGrpSpPr/>
          <p:nvPr userDrawn="1"/>
        </p:nvGrpSpPr>
        <p:grpSpPr>
          <a:xfrm>
            <a:off x="6314847" y="4943183"/>
            <a:ext cx="1285164" cy="974136"/>
            <a:chOff x="2843808" y="1955121"/>
            <a:chExt cx="1674813" cy="596970"/>
          </a:xfrm>
          <a:solidFill>
            <a:schemeClr val="bg1">
              <a:lumMod val="95000"/>
            </a:schemeClr>
          </a:solidFill>
        </p:grpSpPr>
        <p:sp>
          <p:nvSpPr>
            <p:cNvPr id="69" name="Border">
              <a:extLst>
                <a:ext uri="{FF2B5EF4-FFF2-40B4-BE49-F238E27FC236}">
                  <a16:creationId xmlns:a16="http://schemas.microsoft.com/office/drawing/2014/main" id="{C823E332-3D5A-4426-B852-460EF142DE41}"/>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0" name="Line 2">
              <a:extLst>
                <a:ext uri="{FF2B5EF4-FFF2-40B4-BE49-F238E27FC236}">
                  <a16:creationId xmlns:a16="http://schemas.microsoft.com/office/drawing/2014/main" id="{7E9E8CEF-71A7-496F-AE5A-C7FA015B45BF}"/>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1" name="Line 1">
              <a:extLst>
                <a:ext uri="{FF2B5EF4-FFF2-40B4-BE49-F238E27FC236}">
                  <a16:creationId xmlns:a16="http://schemas.microsoft.com/office/drawing/2014/main" id="{6712ABEC-80D1-4475-8453-49C5E5B8A65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2" name="TextBox 71">
              <a:extLst>
                <a:ext uri="{FF2B5EF4-FFF2-40B4-BE49-F238E27FC236}">
                  <a16:creationId xmlns:a16="http://schemas.microsoft.com/office/drawing/2014/main" id="{9250EFED-C754-4F79-9438-F9807E4A13BC}"/>
                </a:ext>
              </a:extLst>
            </p:cNvPr>
            <p:cNvSpPr txBox="1"/>
            <p:nvPr/>
          </p:nvSpPr>
          <p:spPr>
            <a:xfrm>
              <a:off x="3173700" y="2182877"/>
              <a:ext cx="1015025" cy="141458"/>
            </a:xfrm>
            <a:prstGeom prst="rect">
              <a:avLst/>
            </a:prstGeom>
            <a:solidFill>
              <a:schemeClr val="bg1"/>
            </a:solidFill>
            <a:ln>
              <a:noFill/>
            </a:ln>
          </p:spPr>
          <p:txBody>
            <a:bodyPr wrap="square" rtlCol="0">
              <a:spAutoFit/>
            </a:bodyPr>
            <a:lstStyle/>
            <a:p>
              <a:pPr algn="ctr"/>
              <a:r>
                <a:rPr lang="ko-KR" altLang="en-US" sz="900">
                  <a:solidFill>
                    <a:schemeClr val="tx1">
                      <a:lumMod val="50000"/>
                      <a:lumOff val="50000"/>
                    </a:schemeClr>
                  </a:solidFill>
                </a:rPr>
                <a:t>상품이미지</a:t>
              </a:r>
              <a:endParaRPr lang="ko-KR" altLang="en-US" sz="900" dirty="0">
                <a:solidFill>
                  <a:schemeClr val="tx1">
                    <a:lumMod val="50000"/>
                    <a:lumOff val="50000"/>
                  </a:schemeClr>
                </a:solidFill>
              </a:endParaRPr>
            </a:p>
          </p:txBody>
        </p:sp>
      </p:grpSp>
      <p:sp>
        <p:nvSpPr>
          <p:cNvPr id="73" name="Large Icons">
            <a:extLst>
              <a:ext uri="{FF2B5EF4-FFF2-40B4-BE49-F238E27FC236}">
                <a16:creationId xmlns:a16="http://schemas.microsoft.com/office/drawing/2014/main" id="{86CCD902-9543-4A61-A032-8366FD4D7E5E}"/>
              </a:ext>
            </a:extLst>
          </p:cNvPr>
          <p:cNvSpPr>
            <a:spLocks noChangeAspect="1" noEditPoints="1"/>
          </p:cNvSpPr>
          <p:nvPr userDrawn="1"/>
        </p:nvSpPr>
        <p:spPr bwMode="auto">
          <a:xfrm>
            <a:off x="6798873" y="5033584"/>
            <a:ext cx="317111" cy="270274"/>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74" name="직사각형 73">
            <a:extLst>
              <a:ext uri="{FF2B5EF4-FFF2-40B4-BE49-F238E27FC236}">
                <a16:creationId xmlns:a16="http://schemas.microsoft.com/office/drawing/2014/main" id="{43EAC8D6-0A8B-4F7C-B952-11FD7559CCB2}"/>
              </a:ext>
            </a:extLst>
          </p:cNvPr>
          <p:cNvSpPr/>
          <p:nvPr userDrawn="1"/>
        </p:nvSpPr>
        <p:spPr>
          <a:xfrm>
            <a:off x="6252037" y="5983656"/>
            <a:ext cx="883575" cy="253211"/>
          </a:xfrm>
          <a:prstGeom prst="rect">
            <a:avLst/>
          </a:prstGeom>
        </p:spPr>
        <p:txBody>
          <a:bodyPr wrap="none">
            <a:spAutoFit/>
          </a:bodyPr>
          <a:lstStyle/>
          <a:p>
            <a:pPr algn="l">
              <a:lnSpc>
                <a:spcPct val="150000"/>
              </a:lnSpc>
            </a:pPr>
            <a:r>
              <a:rPr lang="ko-KR" altLang="en-US" sz="800" b="1" dirty="0">
                <a:latin typeface="+mj-ea"/>
                <a:ea typeface="+mj-ea"/>
              </a:rPr>
              <a:t>상품 제목  </a:t>
            </a:r>
            <a:r>
              <a:rPr lang="en-US" altLang="ko-KR" sz="800" b="1" dirty="0">
                <a:latin typeface="+mj-ea"/>
                <a:ea typeface="+mj-ea"/>
              </a:rPr>
              <a:t>444</a:t>
            </a:r>
            <a:endParaRPr lang="ko-KR" altLang="en-US" sz="800" b="1" dirty="0">
              <a:latin typeface="+mj-ea"/>
              <a:ea typeface="+mj-ea"/>
            </a:endParaRPr>
          </a:p>
        </p:txBody>
      </p:sp>
      <p:sp>
        <p:nvSpPr>
          <p:cNvPr id="75" name="직사각형 74">
            <a:extLst>
              <a:ext uri="{FF2B5EF4-FFF2-40B4-BE49-F238E27FC236}">
                <a16:creationId xmlns:a16="http://schemas.microsoft.com/office/drawing/2014/main" id="{427044F0-A92C-4DC5-A479-96CEEAA1879D}"/>
              </a:ext>
            </a:extLst>
          </p:cNvPr>
          <p:cNvSpPr/>
          <p:nvPr userDrawn="1"/>
        </p:nvSpPr>
        <p:spPr>
          <a:xfrm>
            <a:off x="6244810" y="6198570"/>
            <a:ext cx="707245" cy="253211"/>
          </a:xfrm>
          <a:prstGeom prst="rect">
            <a:avLst/>
          </a:prstGeom>
        </p:spPr>
        <p:txBody>
          <a:bodyPr wrap="none">
            <a:spAutoFit/>
          </a:bodyPr>
          <a:lstStyle/>
          <a:p>
            <a:pPr algn="l">
              <a:lnSpc>
                <a:spcPct val="150000"/>
              </a:lnSpc>
            </a:pPr>
            <a:r>
              <a:rPr lang="en-US" altLang="ko-KR" sz="800" b="1" dirty="0">
                <a:latin typeface="+mj-ea"/>
                <a:ea typeface="+mj-ea"/>
              </a:rPr>
              <a:t>225,000 </a:t>
            </a:r>
            <a:r>
              <a:rPr lang="ko-KR" altLang="en-US" sz="800" b="1" dirty="0">
                <a:latin typeface="+mj-ea"/>
                <a:ea typeface="+mj-ea"/>
              </a:rPr>
              <a:t>원</a:t>
            </a:r>
          </a:p>
        </p:txBody>
      </p:sp>
      <p:pic>
        <p:nvPicPr>
          <p:cNvPr id="76" name="그림 75">
            <a:extLst>
              <a:ext uri="{FF2B5EF4-FFF2-40B4-BE49-F238E27FC236}">
                <a16:creationId xmlns:a16="http://schemas.microsoft.com/office/drawing/2014/main" id="{07222A8A-D015-4873-992F-E9029F07D6E4}"/>
              </a:ext>
            </a:extLst>
          </p:cNvPr>
          <p:cNvPicPr>
            <a:picLocks noChangeAspect="1"/>
          </p:cNvPicPr>
          <p:nvPr userDrawn="1"/>
        </p:nvPicPr>
        <p:blipFill>
          <a:blip r:embed="rId3"/>
          <a:stretch>
            <a:fillRect/>
          </a:stretch>
        </p:blipFill>
        <p:spPr>
          <a:xfrm>
            <a:off x="6314462" y="6454107"/>
            <a:ext cx="691149" cy="168573"/>
          </a:xfrm>
          <a:prstGeom prst="rect">
            <a:avLst/>
          </a:prstGeom>
        </p:spPr>
      </p:pic>
      <p:grpSp>
        <p:nvGrpSpPr>
          <p:cNvPr id="77" name="그룹 76">
            <a:extLst>
              <a:ext uri="{FF2B5EF4-FFF2-40B4-BE49-F238E27FC236}">
                <a16:creationId xmlns:a16="http://schemas.microsoft.com/office/drawing/2014/main" id="{C1301C5F-B07B-445E-82F0-567F75401907}"/>
              </a:ext>
            </a:extLst>
          </p:cNvPr>
          <p:cNvGrpSpPr/>
          <p:nvPr userDrawn="1"/>
        </p:nvGrpSpPr>
        <p:grpSpPr>
          <a:xfrm>
            <a:off x="7779123" y="4943183"/>
            <a:ext cx="1285164" cy="974136"/>
            <a:chOff x="2843808" y="1955121"/>
            <a:chExt cx="1674813" cy="596970"/>
          </a:xfrm>
          <a:solidFill>
            <a:schemeClr val="bg1">
              <a:lumMod val="95000"/>
            </a:schemeClr>
          </a:solidFill>
        </p:grpSpPr>
        <p:sp>
          <p:nvSpPr>
            <p:cNvPr id="78" name="Border">
              <a:extLst>
                <a:ext uri="{FF2B5EF4-FFF2-40B4-BE49-F238E27FC236}">
                  <a16:creationId xmlns:a16="http://schemas.microsoft.com/office/drawing/2014/main" id="{E582E3EA-064E-46A1-9D48-51195F14627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9" name="Line 2">
              <a:extLst>
                <a:ext uri="{FF2B5EF4-FFF2-40B4-BE49-F238E27FC236}">
                  <a16:creationId xmlns:a16="http://schemas.microsoft.com/office/drawing/2014/main" id="{C6233F38-FE03-41EE-A720-F5D559722A1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0" name="Line 1">
              <a:extLst>
                <a:ext uri="{FF2B5EF4-FFF2-40B4-BE49-F238E27FC236}">
                  <a16:creationId xmlns:a16="http://schemas.microsoft.com/office/drawing/2014/main" id="{362FC2B1-87A3-47CA-841E-17157F5AFFE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1" name="TextBox 80">
              <a:extLst>
                <a:ext uri="{FF2B5EF4-FFF2-40B4-BE49-F238E27FC236}">
                  <a16:creationId xmlns:a16="http://schemas.microsoft.com/office/drawing/2014/main" id="{3E02D98E-E858-4C55-BD45-FE58F204E960}"/>
                </a:ext>
              </a:extLst>
            </p:cNvPr>
            <p:cNvSpPr txBox="1"/>
            <p:nvPr/>
          </p:nvSpPr>
          <p:spPr>
            <a:xfrm>
              <a:off x="3173700" y="2182877"/>
              <a:ext cx="1015025" cy="141458"/>
            </a:xfrm>
            <a:prstGeom prst="rect">
              <a:avLst/>
            </a:prstGeom>
            <a:solidFill>
              <a:schemeClr val="bg1"/>
            </a:solidFill>
            <a:ln>
              <a:noFill/>
            </a:ln>
          </p:spPr>
          <p:txBody>
            <a:bodyPr wrap="square" rtlCol="0">
              <a:spAutoFit/>
            </a:bodyPr>
            <a:lstStyle/>
            <a:p>
              <a:pPr algn="ctr"/>
              <a:r>
                <a:rPr lang="ko-KR" altLang="en-US" sz="900">
                  <a:solidFill>
                    <a:schemeClr val="tx1">
                      <a:lumMod val="50000"/>
                      <a:lumOff val="50000"/>
                    </a:schemeClr>
                  </a:solidFill>
                </a:rPr>
                <a:t>상품이미지</a:t>
              </a:r>
              <a:endParaRPr lang="ko-KR" altLang="en-US" sz="900" dirty="0">
                <a:solidFill>
                  <a:schemeClr val="tx1">
                    <a:lumMod val="50000"/>
                    <a:lumOff val="50000"/>
                  </a:schemeClr>
                </a:solidFill>
              </a:endParaRPr>
            </a:p>
          </p:txBody>
        </p:sp>
      </p:grpSp>
      <p:sp>
        <p:nvSpPr>
          <p:cNvPr id="82" name="Large Icons">
            <a:extLst>
              <a:ext uri="{FF2B5EF4-FFF2-40B4-BE49-F238E27FC236}">
                <a16:creationId xmlns:a16="http://schemas.microsoft.com/office/drawing/2014/main" id="{70722A71-0C32-4E93-AB18-A9C945BB47F1}"/>
              </a:ext>
            </a:extLst>
          </p:cNvPr>
          <p:cNvSpPr>
            <a:spLocks noChangeAspect="1" noEditPoints="1"/>
          </p:cNvSpPr>
          <p:nvPr userDrawn="1"/>
        </p:nvSpPr>
        <p:spPr bwMode="auto">
          <a:xfrm>
            <a:off x="8263149" y="5033584"/>
            <a:ext cx="317111" cy="270274"/>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83" name="직사각형 82">
            <a:extLst>
              <a:ext uri="{FF2B5EF4-FFF2-40B4-BE49-F238E27FC236}">
                <a16:creationId xmlns:a16="http://schemas.microsoft.com/office/drawing/2014/main" id="{C0D4F64B-962D-4536-8D7F-5583C4C62A07}"/>
              </a:ext>
            </a:extLst>
          </p:cNvPr>
          <p:cNvSpPr/>
          <p:nvPr userDrawn="1"/>
        </p:nvSpPr>
        <p:spPr>
          <a:xfrm>
            <a:off x="7716313" y="5983656"/>
            <a:ext cx="846707" cy="253211"/>
          </a:xfrm>
          <a:prstGeom prst="rect">
            <a:avLst/>
          </a:prstGeom>
        </p:spPr>
        <p:txBody>
          <a:bodyPr wrap="none">
            <a:spAutoFit/>
          </a:bodyPr>
          <a:lstStyle/>
          <a:p>
            <a:pPr algn="l">
              <a:lnSpc>
                <a:spcPct val="150000"/>
              </a:lnSpc>
            </a:pPr>
            <a:r>
              <a:rPr lang="ko-KR" altLang="en-US" sz="800" b="1" dirty="0">
                <a:latin typeface="+mj-ea"/>
                <a:ea typeface="+mj-ea"/>
              </a:rPr>
              <a:t>상품 제목 </a:t>
            </a:r>
            <a:r>
              <a:rPr lang="en-US" altLang="ko-KR" sz="800" b="1" dirty="0">
                <a:latin typeface="+mj-ea"/>
                <a:ea typeface="+mj-ea"/>
              </a:rPr>
              <a:t>555</a:t>
            </a:r>
            <a:endParaRPr lang="ko-KR" altLang="en-US" sz="800" b="1" dirty="0">
              <a:latin typeface="+mj-ea"/>
              <a:ea typeface="+mj-ea"/>
            </a:endParaRPr>
          </a:p>
        </p:txBody>
      </p:sp>
      <p:sp>
        <p:nvSpPr>
          <p:cNvPr id="84" name="직사각형 83">
            <a:extLst>
              <a:ext uri="{FF2B5EF4-FFF2-40B4-BE49-F238E27FC236}">
                <a16:creationId xmlns:a16="http://schemas.microsoft.com/office/drawing/2014/main" id="{B5F1E299-584C-49E6-81CA-ABB1EC83D1C5}"/>
              </a:ext>
            </a:extLst>
          </p:cNvPr>
          <p:cNvSpPr/>
          <p:nvPr userDrawn="1"/>
        </p:nvSpPr>
        <p:spPr>
          <a:xfrm>
            <a:off x="7709086" y="6198570"/>
            <a:ext cx="707245" cy="253211"/>
          </a:xfrm>
          <a:prstGeom prst="rect">
            <a:avLst/>
          </a:prstGeom>
        </p:spPr>
        <p:txBody>
          <a:bodyPr wrap="none">
            <a:spAutoFit/>
          </a:bodyPr>
          <a:lstStyle/>
          <a:p>
            <a:pPr algn="l">
              <a:lnSpc>
                <a:spcPct val="150000"/>
              </a:lnSpc>
            </a:pPr>
            <a:r>
              <a:rPr lang="en-US" altLang="ko-KR" sz="800" b="1" dirty="0">
                <a:latin typeface="+mj-ea"/>
                <a:ea typeface="+mj-ea"/>
              </a:rPr>
              <a:t>225,000 </a:t>
            </a:r>
            <a:r>
              <a:rPr lang="ko-KR" altLang="en-US" sz="800" b="1" dirty="0">
                <a:latin typeface="+mj-ea"/>
                <a:ea typeface="+mj-ea"/>
              </a:rPr>
              <a:t>원</a:t>
            </a:r>
          </a:p>
        </p:txBody>
      </p:sp>
      <p:sp>
        <p:nvSpPr>
          <p:cNvPr id="86" name="직사각형 85">
            <a:extLst>
              <a:ext uri="{FF2B5EF4-FFF2-40B4-BE49-F238E27FC236}">
                <a16:creationId xmlns:a16="http://schemas.microsoft.com/office/drawing/2014/main" id="{18A13301-FD2A-45DA-867E-B2079596F43E}"/>
              </a:ext>
            </a:extLst>
          </p:cNvPr>
          <p:cNvSpPr/>
          <p:nvPr userDrawn="1"/>
        </p:nvSpPr>
        <p:spPr>
          <a:xfrm>
            <a:off x="8528900" y="4433138"/>
            <a:ext cx="860643" cy="228838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8" name="직선 연결선 87">
            <a:extLst>
              <a:ext uri="{FF2B5EF4-FFF2-40B4-BE49-F238E27FC236}">
                <a16:creationId xmlns:a16="http://schemas.microsoft.com/office/drawing/2014/main" id="{B74585DB-CF36-4F3E-8489-6F35E929FAFA}"/>
              </a:ext>
            </a:extLst>
          </p:cNvPr>
          <p:cNvCxnSpPr>
            <a:cxnSpLocks/>
          </p:cNvCxnSpPr>
          <p:nvPr userDrawn="1"/>
        </p:nvCxnSpPr>
        <p:spPr>
          <a:xfrm>
            <a:off x="8528900" y="4810836"/>
            <a:ext cx="0" cy="1832316"/>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1" name="직선 연결선 90">
            <a:extLst>
              <a:ext uri="{FF2B5EF4-FFF2-40B4-BE49-F238E27FC236}">
                <a16:creationId xmlns:a16="http://schemas.microsoft.com/office/drawing/2014/main" id="{6932CE50-0B6F-42BC-915C-FE74B2360501}"/>
              </a:ext>
            </a:extLst>
          </p:cNvPr>
          <p:cNvCxnSpPr>
            <a:cxnSpLocks/>
          </p:cNvCxnSpPr>
          <p:nvPr userDrawn="1"/>
        </p:nvCxnSpPr>
        <p:spPr>
          <a:xfrm>
            <a:off x="1701875" y="4810836"/>
            <a:ext cx="0" cy="1832316"/>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92" name="타원 91">
            <a:extLst>
              <a:ext uri="{FF2B5EF4-FFF2-40B4-BE49-F238E27FC236}">
                <a16:creationId xmlns:a16="http://schemas.microsoft.com/office/drawing/2014/main" id="{1C683861-CD0F-4498-A811-D4DD7248F2F1}"/>
              </a:ext>
            </a:extLst>
          </p:cNvPr>
          <p:cNvSpPr/>
          <p:nvPr userDrawn="1"/>
        </p:nvSpPr>
        <p:spPr>
          <a:xfrm>
            <a:off x="1559430" y="5590292"/>
            <a:ext cx="279736" cy="273683"/>
          </a:xfrm>
          <a:prstGeom prst="ellipse">
            <a:avLst/>
          </a:prstGeom>
          <a:solidFill>
            <a:schemeClr val="bg1"/>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b="1" dirty="0">
                <a:solidFill>
                  <a:schemeClr val="tx1"/>
                </a:solidFill>
              </a:rPr>
              <a:t>＜</a:t>
            </a:r>
          </a:p>
        </p:txBody>
      </p:sp>
      <p:sp>
        <p:nvSpPr>
          <p:cNvPr id="93" name="타원 92">
            <a:extLst>
              <a:ext uri="{FF2B5EF4-FFF2-40B4-BE49-F238E27FC236}">
                <a16:creationId xmlns:a16="http://schemas.microsoft.com/office/drawing/2014/main" id="{6A2178EC-D074-481B-8EE5-B7DBB7673B81}"/>
              </a:ext>
            </a:extLst>
          </p:cNvPr>
          <p:cNvSpPr/>
          <p:nvPr userDrawn="1"/>
        </p:nvSpPr>
        <p:spPr>
          <a:xfrm>
            <a:off x="8377360" y="5590292"/>
            <a:ext cx="279736" cy="273683"/>
          </a:xfrm>
          <a:prstGeom prst="ellipse">
            <a:avLst/>
          </a:prstGeom>
          <a:solidFill>
            <a:schemeClr val="bg1"/>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b="1" dirty="0">
                <a:solidFill>
                  <a:schemeClr val="tx1"/>
                </a:solidFill>
              </a:rPr>
              <a:t>＞</a:t>
            </a:r>
          </a:p>
        </p:txBody>
      </p:sp>
      <p:graphicFrame>
        <p:nvGraphicFramePr>
          <p:cNvPr id="95" name="표 95">
            <a:extLst>
              <a:ext uri="{FF2B5EF4-FFF2-40B4-BE49-F238E27FC236}">
                <a16:creationId xmlns:a16="http://schemas.microsoft.com/office/drawing/2014/main" id="{12F8F99E-E28A-41E5-A078-5BF72DC633B7}"/>
              </a:ext>
            </a:extLst>
          </p:cNvPr>
          <p:cNvGraphicFramePr>
            <a:graphicFrameLocks noGrp="1"/>
          </p:cNvGraphicFramePr>
          <p:nvPr userDrawn="1">
            <p:extLst>
              <p:ext uri="{D42A27DB-BD31-4B8C-83A1-F6EECF244321}">
                <p14:modId xmlns:p14="http://schemas.microsoft.com/office/powerpoint/2010/main" val="222932195"/>
              </p:ext>
            </p:extLst>
          </p:nvPr>
        </p:nvGraphicFramePr>
        <p:xfrm>
          <a:off x="33612" y="7321746"/>
          <a:ext cx="10033092" cy="607201"/>
        </p:xfrm>
        <a:graphic>
          <a:graphicData uri="http://schemas.openxmlformats.org/drawingml/2006/table">
            <a:tbl>
              <a:tblPr firstRow="1" bandRow="1">
                <a:tableStyleId>{5940675A-B579-460E-94D1-54222C63F5DA}</a:tableStyleId>
              </a:tblPr>
              <a:tblGrid>
                <a:gridCol w="10033092">
                  <a:extLst>
                    <a:ext uri="{9D8B030D-6E8A-4147-A177-3AD203B41FA5}">
                      <a16:colId xmlns:a16="http://schemas.microsoft.com/office/drawing/2014/main" val="892355891"/>
                    </a:ext>
                  </a:extLst>
                </a:gridCol>
              </a:tblGrid>
              <a:tr h="0">
                <a:tc>
                  <a:txBody>
                    <a:bodyPr/>
                    <a:lstStyle/>
                    <a:p>
                      <a:pPr algn="just" latinLnBrk="1"/>
                      <a:r>
                        <a:rPr lang="ko-KR" altLang="en-US" sz="800" dirty="0">
                          <a:solidFill>
                            <a:schemeClr val="tx1">
                              <a:lumMod val="65000"/>
                              <a:lumOff val="35000"/>
                            </a:schemeClr>
                          </a:solidFill>
                        </a:rPr>
                        <a:t>                                                                                                                                                                                                                                      </a:t>
                      </a:r>
                      <a:r>
                        <a:rPr lang="en-US" altLang="ko-KR" sz="800" dirty="0">
                          <a:solidFill>
                            <a:schemeClr val="tx1">
                              <a:lumMod val="65000"/>
                              <a:lumOff val="35000"/>
                            </a:schemeClr>
                          </a:solidFill>
                        </a:rPr>
                        <a:t>Me9 Market    </a:t>
                      </a:r>
                      <a:r>
                        <a:rPr lang="en-US" altLang="ko-KR" sz="800" dirty="0">
                          <a:solidFill>
                            <a:schemeClr val="bg1">
                              <a:lumMod val="75000"/>
                            </a:schemeClr>
                          </a:solidFill>
                        </a:rPr>
                        <a:t> |     </a:t>
                      </a:r>
                      <a:r>
                        <a:rPr lang="ko-KR" altLang="en-US" sz="800" dirty="0">
                          <a:solidFill>
                            <a:schemeClr val="tx1">
                              <a:lumMod val="65000"/>
                              <a:lumOff val="35000"/>
                            </a:schemeClr>
                          </a:solidFill>
                        </a:rPr>
                        <a:t>공지사항   </a:t>
                      </a:r>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82935955"/>
                  </a:ext>
                </a:extLst>
              </a:tr>
              <a:tr h="393841">
                <a:tc>
                  <a:txBody>
                    <a:bodyPr/>
                    <a:lstStyle/>
                    <a:p>
                      <a:pPr algn="ctr" latinLnBrk="1"/>
                      <a:r>
                        <a:rPr lang="en-US" altLang="ko-KR" sz="900" dirty="0"/>
                        <a:t>© Shop </a:t>
                      </a:r>
                      <a:r>
                        <a:rPr lang="ko-KR" altLang="en-US" sz="900" dirty="0" err="1"/>
                        <a:t>채널명</a:t>
                      </a:r>
                      <a:r>
                        <a:rPr lang="ko-KR" altLang="en-US" sz="900" dirty="0"/>
                        <a:t> </a:t>
                      </a:r>
                      <a:r>
                        <a:rPr lang="en-US" altLang="ko-KR" sz="900" dirty="0"/>
                        <a:t>All Rights Reserved.</a:t>
                      </a:r>
                    </a:p>
                  </a:txBody>
                  <a:tcPr anchor="ctr" anchorCtr="1">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179122011"/>
                  </a:ext>
                </a:extLst>
              </a:tr>
            </a:tbl>
          </a:graphicData>
        </a:graphic>
      </p:graphicFrame>
    </p:spTree>
    <p:extLst>
      <p:ext uri="{BB962C8B-B14F-4D97-AF65-F5344CB8AC3E}">
        <p14:creationId xmlns:p14="http://schemas.microsoft.com/office/powerpoint/2010/main" val="3130970564"/>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Shop채널-기본틀">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794A18CF-0E5E-4109-8095-7219243EE364}"/>
              </a:ext>
            </a:extLst>
          </p:cNvPr>
          <p:cNvSpPr/>
          <p:nvPr userDrawn="1"/>
        </p:nvSpPr>
        <p:spPr>
          <a:xfrm>
            <a:off x="33614" y="34271"/>
            <a:ext cx="10033092" cy="7547059"/>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 name="직사각형 3">
            <a:extLst>
              <a:ext uri="{FF2B5EF4-FFF2-40B4-BE49-F238E27FC236}">
                <a16:creationId xmlns:a16="http://schemas.microsoft.com/office/drawing/2014/main" id="{696D7BF4-D1D5-4968-B91A-9E6F23681F95}"/>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5DCF4A3E-CE7E-4913-B456-9213B52EAFBF}"/>
              </a:ext>
            </a:extLst>
          </p:cNvPr>
          <p:cNvSpPr/>
          <p:nvPr userDrawn="1"/>
        </p:nvSpPr>
        <p:spPr>
          <a:xfrm>
            <a:off x="33615" y="34272"/>
            <a:ext cx="10033092" cy="579114"/>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 name="그룹 10">
            <a:extLst>
              <a:ext uri="{FF2B5EF4-FFF2-40B4-BE49-F238E27FC236}">
                <a16:creationId xmlns:a16="http://schemas.microsoft.com/office/drawing/2014/main" id="{AE34F8F5-4BDD-4344-A410-B707E3DE2756}"/>
              </a:ext>
            </a:extLst>
          </p:cNvPr>
          <p:cNvGrpSpPr/>
          <p:nvPr userDrawn="1"/>
        </p:nvGrpSpPr>
        <p:grpSpPr>
          <a:xfrm>
            <a:off x="190304" y="150607"/>
            <a:ext cx="1456828" cy="356787"/>
            <a:chOff x="2843808" y="1955121"/>
            <a:chExt cx="1674813" cy="596970"/>
          </a:xfrm>
          <a:solidFill>
            <a:schemeClr val="bg1">
              <a:lumMod val="95000"/>
            </a:schemeClr>
          </a:solidFill>
        </p:grpSpPr>
        <p:sp>
          <p:nvSpPr>
            <p:cNvPr id="12" name="Border">
              <a:extLst>
                <a:ext uri="{FF2B5EF4-FFF2-40B4-BE49-F238E27FC236}">
                  <a16:creationId xmlns:a16="http://schemas.microsoft.com/office/drawing/2014/main" id="{ACBB4892-A6DF-4166-BA5C-2B242F7479A8}"/>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 name="Line 2">
              <a:extLst>
                <a:ext uri="{FF2B5EF4-FFF2-40B4-BE49-F238E27FC236}">
                  <a16:creationId xmlns:a16="http://schemas.microsoft.com/office/drawing/2014/main" id="{59ADCD8C-04E9-4F2F-A17C-EB06D3E46768}"/>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 name="Line 1">
              <a:extLst>
                <a:ext uri="{FF2B5EF4-FFF2-40B4-BE49-F238E27FC236}">
                  <a16:creationId xmlns:a16="http://schemas.microsoft.com/office/drawing/2014/main" id="{68846E2E-2F48-49DC-B49D-EECD7C2586D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 name="TextBox 14">
              <a:extLst>
                <a:ext uri="{FF2B5EF4-FFF2-40B4-BE49-F238E27FC236}">
                  <a16:creationId xmlns:a16="http://schemas.microsoft.com/office/drawing/2014/main" id="{D9564CAF-371E-4819-9068-630F2A5D8735}"/>
                </a:ext>
              </a:extLst>
            </p:cNvPr>
            <p:cNvSpPr txBox="1"/>
            <p:nvPr/>
          </p:nvSpPr>
          <p:spPr>
            <a:xfrm>
              <a:off x="3376634" y="2073367"/>
              <a:ext cx="609160" cy="360477"/>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6" name="직사각형 15">
            <a:extLst>
              <a:ext uri="{FF2B5EF4-FFF2-40B4-BE49-F238E27FC236}">
                <a16:creationId xmlns:a16="http://schemas.microsoft.com/office/drawing/2014/main" id="{5FA19044-42A2-4415-974A-392F19369677}"/>
              </a:ext>
            </a:extLst>
          </p:cNvPr>
          <p:cNvSpPr/>
          <p:nvPr userDrawn="1"/>
        </p:nvSpPr>
        <p:spPr>
          <a:xfrm>
            <a:off x="8384010" y="202394"/>
            <a:ext cx="1656223" cy="253211"/>
          </a:xfrm>
          <a:prstGeom prst="rect">
            <a:avLst/>
          </a:prstGeom>
        </p:spPr>
        <p:txBody>
          <a:bodyPr wrap="none">
            <a:spAutoFit/>
          </a:bodyPr>
          <a:lstStyle/>
          <a:p>
            <a:pPr algn="r">
              <a:lnSpc>
                <a:spcPct val="150000"/>
              </a:lnSpc>
            </a:pPr>
            <a:r>
              <a:rPr lang="ko-KR" altLang="en-US" sz="800" dirty="0">
                <a:latin typeface="+mj-ea"/>
                <a:ea typeface="+mj-ea"/>
              </a:rPr>
              <a:t>주문조회</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장바구니</a:t>
            </a:r>
            <a:r>
              <a:rPr lang="en-US" altLang="ko-KR" sz="800" dirty="0">
                <a:latin typeface="+mj-ea"/>
                <a:ea typeface="+mj-ea"/>
              </a:rPr>
              <a:t>  </a:t>
            </a:r>
            <a:r>
              <a:rPr lang="en-US" altLang="ko-KR" sz="800" dirty="0">
                <a:solidFill>
                  <a:schemeClr val="bg1">
                    <a:lumMod val="75000"/>
                  </a:schemeClr>
                </a:solidFill>
                <a:latin typeface="+mj-ea"/>
                <a:ea typeface="+mj-ea"/>
              </a:rPr>
              <a:t>|</a:t>
            </a:r>
            <a:r>
              <a:rPr lang="en-US" altLang="ko-KR" sz="800" dirty="0">
                <a:latin typeface="+mj-ea"/>
                <a:ea typeface="+mj-ea"/>
              </a:rPr>
              <a:t>  </a:t>
            </a:r>
            <a:r>
              <a:rPr lang="ko-KR" altLang="en-US" sz="800" dirty="0">
                <a:latin typeface="+mj-ea"/>
                <a:ea typeface="+mj-ea"/>
              </a:rPr>
              <a:t>로그인</a:t>
            </a:r>
          </a:p>
        </p:txBody>
      </p:sp>
      <p:sp>
        <p:nvSpPr>
          <p:cNvPr id="24" name="직사각형 23">
            <a:extLst>
              <a:ext uri="{FF2B5EF4-FFF2-40B4-BE49-F238E27FC236}">
                <a16:creationId xmlns:a16="http://schemas.microsoft.com/office/drawing/2014/main" id="{ED23333C-64FE-4C6F-BD89-B9C85AB638D6}"/>
              </a:ext>
            </a:extLst>
          </p:cNvPr>
          <p:cNvSpPr/>
          <p:nvPr userDrawn="1"/>
        </p:nvSpPr>
        <p:spPr>
          <a:xfrm>
            <a:off x="1796228" y="196333"/>
            <a:ext cx="2987312" cy="254992"/>
          </a:xfrm>
          <a:prstGeom prst="rect">
            <a:avLst/>
          </a:prstGeom>
          <a:solidFill>
            <a:schemeClr val="bg1"/>
          </a:solidFill>
          <a:ln w="6350">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75000"/>
                  </a:schemeClr>
                </a:solidFill>
              </a:rPr>
              <a:t>상품코드</a:t>
            </a:r>
            <a:r>
              <a:rPr lang="en-US" altLang="ko-KR" sz="800" dirty="0">
                <a:solidFill>
                  <a:schemeClr val="bg1">
                    <a:lumMod val="75000"/>
                  </a:schemeClr>
                </a:solidFill>
              </a:rPr>
              <a:t>, </a:t>
            </a:r>
            <a:r>
              <a:rPr lang="ko-KR" altLang="en-US" sz="800" dirty="0">
                <a:solidFill>
                  <a:schemeClr val="bg1">
                    <a:lumMod val="75000"/>
                  </a:schemeClr>
                </a:solidFill>
              </a:rPr>
              <a:t>상품제목</a:t>
            </a:r>
            <a:endParaRPr lang="ko-KR" altLang="en-US" sz="900" dirty="0">
              <a:solidFill>
                <a:schemeClr val="bg1">
                  <a:lumMod val="75000"/>
                </a:schemeClr>
              </a:solidFill>
            </a:endParaRPr>
          </a:p>
        </p:txBody>
      </p:sp>
      <p:pic>
        <p:nvPicPr>
          <p:cNvPr id="25" name="그림 24">
            <a:extLst>
              <a:ext uri="{FF2B5EF4-FFF2-40B4-BE49-F238E27FC236}">
                <a16:creationId xmlns:a16="http://schemas.microsoft.com/office/drawing/2014/main" id="{0F562782-66FA-45DD-9580-695CDA88A522}"/>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flipH="1">
            <a:off x="4562333" y="245079"/>
            <a:ext cx="157211" cy="157211"/>
          </a:xfrm>
          <a:prstGeom prst="rect">
            <a:avLst/>
          </a:prstGeom>
        </p:spPr>
      </p:pic>
      <p:graphicFrame>
        <p:nvGraphicFramePr>
          <p:cNvPr id="74" name="표 95">
            <a:extLst>
              <a:ext uri="{FF2B5EF4-FFF2-40B4-BE49-F238E27FC236}">
                <a16:creationId xmlns:a16="http://schemas.microsoft.com/office/drawing/2014/main" id="{5A77E739-BA90-4EA0-B267-CDA46DF3A330}"/>
              </a:ext>
            </a:extLst>
          </p:cNvPr>
          <p:cNvGraphicFramePr>
            <a:graphicFrameLocks noGrp="1"/>
          </p:cNvGraphicFramePr>
          <p:nvPr userDrawn="1">
            <p:extLst>
              <p:ext uri="{D42A27DB-BD31-4B8C-83A1-F6EECF244321}">
                <p14:modId xmlns:p14="http://schemas.microsoft.com/office/powerpoint/2010/main" val="3941243739"/>
              </p:ext>
            </p:extLst>
          </p:nvPr>
        </p:nvGraphicFramePr>
        <p:xfrm>
          <a:off x="33613" y="6980555"/>
          <a:ext cx="10033092" cy="607201"/>
        </p:xfrm>
        <a:graphic>
          <a:graphicData uri="http://schemas.openxmlformats.org/drawingml/2006/table">
            <a:tbl>
              <a:tblPr firstRow="1" bandRow="1">
                <a:tableStyleId>{5940675A-B579-460E-94D1-54222C63F5DA}</a:tableStyleId>
              </a:tblPr>
              <a:tblGrid>
                <a:gridCol w="10033092">
                  <a:extLst>
                    <a:ext uri="{9D8B030D-6E8A-4147-A177-3AD203B41FA5}">
                      <a16:colId xmlns:a16="http://schemas.microsoft.com/office/drawing/2014/main" val="892355891"/>
                    </a:ext>
                  </a:extLst>
                </a:gridCol>
              </a:tblGrid>
              <a:tr h="0">
                <a:tc>
                  <a:txBody>
                    <a:bodyPr/>
                    <a:lstStyle/>
                    <a:p>
                      <a:pPr algn="just" latinLnBrk="1"/>
                      <a:r>
                        <a:rPr lang="ko-KR" altLang="en-US" sz="800" dirty="0">
                          <a:solidFill>
                            <a:schemeClr val="tx1">
                              <a:lumMod val="65000"/>
                              <a:lumOff val="35000"/>
                            </a:schemeClr>
                          </a:solidFill>
                        </a:rPr>
                        <a:t>                                                                                                                                                                                                                                      </a:t>
                      </a:r>
                      <a:r>
                        <a:rPr lang="en-US" altLang="ko-KR" sz="800" dirty="0">
                          <a:solidFill>
                            <a:schemeClr val="tx1">
                              <a:lumMod val="65000"/>
                              <a:lumOff val="35000"/>
                            </a:schemeClr>
                          </a:solidFill>
                        </a:rPr>
                        <a:t>Me9 Market    </a:t>
                      </a:r>
                      <a:r>
                        <a:rPr lang="en-US" altLang="ko-KR" sz="800" dirty="0">
                          <a:solidFill>
                            <a:schemeClr val="bg1">
                              <a:lumMod val="75000"/>
                            </a:schemeClr>
                          </a:solidFill>
                        </a:rPr>
                        <a:t> |     </a:t>
                      </a:r>
                      <a:r>
                        <a:rPr lang="ko-KR" altLang="en-US" sz="800" dirty="0">
                          <a:solidFill>
                            <a:schemeClr val="tx1">
                              <a:lumMod val="65000"/>
                              <a:lumOff val="35000"/>
                            </a:schemeClr>
                          </a:solidFill>
                        </a:rPr>
                        <a:t>공지사항   </a:t>
                      </a:r>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82935955"/>
                  </a:ext>
                </a:extLst>
              </a:tr>
              <a:tr h="393841">
                <a:tc>
                  <a:txBody>
                    <a:bodyPr/>
                    <a:lstStyle/>
                    <a:p>
                      <a:pPr algn="ctr" latinLnBrk="1"/>
                      <a:r>
                        <a:rPr lang="en-US" altLang="ko-KR" sz="900" dirty="0"/>
                        <a:t>© Shop </a:t>
                      </a:r>
                      <a:r>
                        <a:rPr lang="ko-KR" altLang="en-US" sz="900" dirty="0" err="1"/>
                        <a:t>채널명</a:t>
                      </a:r>
                      <a:r>
                        <a:rPr lang="ko-KR" altLang="en-US" sz="900" dirty="0"/>
                        <a:t> </a:t>
                      </a:r>
                      <a:r>
                        <a:rPr lang="en-US" altLang="ko-KR" sz="900" dirty="0"/>
                        <a:t>All Rights Reserved.</a:t>
                      </a:r>
                    </a:p>
                  </a:txBody>
                  <a:tcPr anchor="ctr" anchorCtr="1">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179122011"/>
                  </a:ext>
                </a:extLst>
              </a:tr>
            </a:tbl>
          </a:graphicData>
        </a:graphic>
      </p:graphicFrame>
    </p:spTree>
    <p:extLst>
      <p:ext uri="{BB962C8B-B14F-4D97-AF65-F5344CB8AC3E}">
        <p14:creationId xmlns:p14="http://schemas.microsoft.com/office/powerpoint/2010/main" val="3083457618"/>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Shop채널-기본틀 긴화면">
    <p:spTree>
      <p:nvGrpSpPr>
        <p:cNvPr id="1" name=""/>
        <p:cNvGrpSpPr/>
        <p:nvPr/>
      </p:nvGrpSpPr>
      <p:grpSpPr>
        <a:xfrm>
          <a:off x="0" y="0"/>
          <a:ext cx="0" cy="0"/>
          <a:chOff x="0" y="0"/>
          <a:chExt cx="0" cy="0"/>
        </a:xfrm>
      </p:grpSpPr>
      <p:sp>
        <p:nvSpPr>
          <p:cNvPr id="15" name="직사각형 14">
            <a:extLst>
              <a:ext uri="{FF2B5EF4-FFF2-40B4-BE49-F238E27FC236}">
                <a16:creationId xmlns:a16="http://schemas.microsoft.com/office/drawing/2014/main" id="{DFCF93FA-E972-4A85-A517-B855E0264120}"/>
              </a:ext>
            </a:extLst>
          </p:cNvPr>
          <p:cNvSpPr/>
          <p:nvPr userDrawn="1"/>
        </p:nvSpPr>
        <p:spPr>
          <a:xfrm>
            <a:off x="33614" y="34271"/>
            <a:ext cx="10033092" cy="8727592"/>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6" name="직사각형 15">
            <a:extLst>
              <a:ext uri="{FF2B5EF4-FFF2-40B4-BE49-F238E27FC236}">
                <a16:creationId xmlns:a16="http://schemas.microsoft.com/office/drawing/2014/main" id="{A69FDAA2-C4C2-483B-8EFB-E9C1A393BAE4}"/>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 name="직사각형 16">
            <a:extLst>
              <a:ext uri="{FF2B5EF4-FFF2-40B4-BE49-F238E27FC236}">
                <a16:creationId xmlns:a16="http://schemas.microsoft.com/office/drawing/2014/main" id="{67F84B7E-5906-4A7D-9CD1-361258E4B7C4}"/>
              </a:ext>
            </a:extLst>
          </p:cNvPr>
          <p:cNvSpPr/>
          <p:nvPr userDrawn="1"/>
        </p:nvSpPr>
        <p:spPr>
          <a:xfrm>
            <a:off x="33615" y="34272"/>
            <a:ext cx="10033092" cy="579114"/>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 name="그룹 17">
            <a:extLst>
              <a:ext uri="{FF2B5EF4-FFF2-40B4-BE49-F238E27FC236}">
                <a16:creationId xmlns:a16="http://schemas.microsoft.com/office/drawing/2014/main" id="{31BEB768-BAD4-42E5-B87A-45BF54548565}"/>
              </a:ext>
            </a:extLst>
          </p:cNvPr>
          <p:cNvGrpSpPr/>
          <p:nvPr userDrawn="1"/>
        </p:nvGrpSpPr>
        <p:grpSpPr>
          <a:xfrm>
            <a:off x="190304" y="150607"/>
            <a:ext cx="1456828" cy="356787"/>
            <a:chOff x="2843808" y="1955121"/>
            <a:chExt cx="1674813" cy="596970"/>
          </a:xfrm>
          <a:solidFill>
            <a:schemeClr val="bg1">
              <a:lumMod val="95000"/>
            </a:schemeClr>
          </a:solidFill>
        </p:grpSpPr>
        <p:sp>
          <p:nvSpPr>
            <p:cNvPr id="19" name="Border">
              <a:extLst>
                <a:ext uri="{FF2B5EF4-FFF2-40B4-BE49-F238E27FC236}">
                  <a16:creationId xmlns:a16="http://schemas.microsoft.com/office/drawing/2014/main" id="{1E47E8CD-3CC0-40D9-9AB9-BF3E48B29179}"/>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 name="Line 2">
              <a:extLst>
                <a:ext uri="{FF2B5EF4-FFF2-40B4-BE49-F238E27FC236}">
                  <a16:creationId xmlns:a16="http://schemas.microsoft.com/office/drawing/2014/main" id="{43FB5C98-7DB1-41AD-B3A8-B1C8FF736C80}"/>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 name="Line 1">
              <a:extLst>
                <a:ext uri="{FF2B5EF4-FFF2-40B4-BE49-F238E27FC236}">
                  <a16:creationId xmlns:a16="http://schemas.microsoft.com/office/drawing/2014/main" id="{AAFD6BEE-3CA6-43DB-99F2-F3B3B7087923}"/>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 name="TextBox 21">
              <a:extLst>
                <a:ext uri="{FF2B5EF4-FFF2-40B4-BE49-F238E27FC236}">
                  <a16:creationId xmlns:a16="http://schemas.microsoft.com/office/drawing/2014/main" id="{12B6FF9B-E740-43FE-8E8A-92B5B8C0F801}"/>
                </a:ext>
              </a:extLst>
            </p:cNvPr>
            <p:cNvSpPr txBox="1"/>
            <p:nvPr/>
          </p:nvSpPr>
          <p:spPr>
            <a:xfrm>
              <a:off x="3376634" y="2073367"/>
              <a:ext cx="609160" cy="360477"/>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23" name="직사각형 22">
            <a:extLst>
              <a:ext uri="{FF2B5EF4-FFF2-40B4-BE49-F238E27FC236}">
                <a16:creationId xmlns:a16="http://schemas.microsoft.com/office/drawing/2014/main" id="{F7AD3A92-7D49-4E89-BE2F-6D1AAFFC3744}"/>
              </a:ext>
            </a:extLst>
          </p:cNvPr>
          <p:cNvSpPr/>
          <p:nvPr userDrawn="1"/>
        </p:nvSpPr>
        <p:spPr>
          <a:xfrm>
            <a:off x="8384010" y="202394"/>
            <a:ext cx="1656223" cy="253211"/>
          </a:xfrm>
          <a:prstGeom prst="rect">
            <a:avLst/>
          </a:prstGeom>
        </p:spPr>
        <p:txBody>
          <a:bodyPr wrap="none">
            <a:spAutoFit/>
          </a:bodyPr>
          <a:lstStyle/>
          <a:p>
            <a:pPr algn="r">
              <a:lnSpc>
                <a:spcPct val="150000"/>
              </a:lnSpc>
            </a:pPr>
            <a:r>
              <a:rPr lang="ko-KR" altLang="en-US" sz="800" dirty="0">
                <a:latin typeface="+mj-ea"/>
                <a:ea typeface="+mj-ea"/>
              </a:rPr>
              <a:t>주문조회</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장바구니</a:t>
            </a:r>
            <a:r>
              <a:rPr lang="en-US" altLang="ko-KR" sz="800" dirty="0">
                <a:latin typeface="+mj-ea"/>
                <a:ea typeface="+mj-ea"/>
              </a:rPr>
              <a:t>  </a:t>
            </a:r>
            <a:r>
              <a:rPr lang="en-US" altLang="ko-KR" sz="800" dirty="0">
                <a:solidFill>
                  <a:schemeClr val="bg1">
                    <a:lumMod val="75000"/>
                  </a:schemeClr>
                </a:solidFill>
                <a:latin typeface="+mj-ea"/>
                <a:ea typeface="+mj-ea"/>
              </a:rPr>
              <a:t>|</a:t>
            </a:r>
            <a:r>
              <a:rPr lang="en-US" altLang="ko-KR" sz="800" dirty="0">
                <a:latin typeface="+mj-ea"/>
                <a:ea typeface="+mj-ea"/>
              </a:rPr>
              <a:t>  </a:t>
            </a:r>
            <a:r>
              <a:rPr lang="ko-KR" altLang="en-US" sz="800" dirty="0">
                <a:latin typeface="+mj-ea"/>
                <a:ea typeface="+mj-ea"/>
              </a:rPr>
              <a:t>로그인</a:t>
            </a:r>
          </a:p>
        </p:txBody>
      </p:sp>
      <p:sp>
        <p:nvSpPr>
          <p:cNvPr id="24" name="직사각형 23">
            <a:extLst>
              <a:ext uri="{FF2B5EF4-FFF2-40B4-BE49-F238E27FC236}">
                <a16:creationId xmlns:a16="http://schemas.microsoft.com/office/drawing/2014/main" id="{ECFB653E-C544-4C06-985B-0B3471F0F2F1}"/>
              </a:ext>
            </a:extLst>
          </p:cNvPr>
          <p:cNvSpPr/>
          <p:nvPr userDrawn="1"/>
        </p:nvSpPr>
        <p:spPr>
          <a:xfrm>
            <a:off x="1796228" y="196333"/>
            <a:ext cx="2987312" cy="254992"/>
          </a:xfrm>
          <a:prstGeom prst="rect">
            <a:avLst/>
          </a:prstGeom>
          <a:solidFill>
            <a:schemeClr val="bg1"/>
          </a:solidFill>
          <a:ln w="6350">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75000"/>
                  </a:schemeClr>
                </a:solidFill>
              </a:rPr>
              <a:t>상품코드</a:t>
            </a:r>
            <a:r>
              <a:rPr lang="en-US" altLang="ko-KR" sz="800" dirty="0">
                <a:solidFill>
                  <a:schemeClr val="bg1">
                    <a:lumMod val="75000"/>
                  </a:schemeClr>
                </a:solidFill>
              </a:rPr>
              <a:t>, </a:t>
            </a:r>
            <a:r>
              <a:rPr lang="ko-KR" altLang="en-US" sz="800" dirty="0">
                <a:solidFill>
                  <a:schemeClr val="bg1">
                    <a:lumMod val="75000"/>
                  </a:schemeClr>
                </a:solidFill>
              </a:rPr>
              <a:t>상품제목</a:t>
            </a:r>
            <a:endParaRPr lang="ko-KR" altLang="en-US" sz="900" dirty="0">
              <a:solidFill>
                <a:schemeClr val="bg1">
                  <a:lumMod val="75000"/>
                </a:schemeClr>
              </a:solidFill>
            </a:endParaRPr>
          </a:p>
        </p:txBody>
      </p:sp>
      <p:pic>
        <p:nvPicPr>
          <p:cNvPr id="25" name="그림 24">
            <a:extLst>
              <a:ext uri="{FF2B5EF4-FFF2-40B4-BE49-F238E27FC236}">
                <a16:creationId xmlns:a16="http://schemas.microsoft.com/office/drawing/2014/main" id="{FD52CA16-1E25-40D2-80DB-F29EB886C7CE}"/>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flipH="1">
            <a:off x="4562333" y="245079"/>
            <a:ext cx="157211" cy="157211"/>
          </a:xfrm>
          <a:prstGeom prst="rect">
            <a:avLst/>
          </a:prstGeom>
        </p:spPr>
      </p:pic>
    </p:spTree>
    <p:extLst>
      <p:ext uri="{BB962C8B-B14F-4D97-AF65-F5344CB8AC3E}">
        <p14:creationId xmlns:p14="http://schemas.microsoft.com/office/powerpoint/2010/main" val="3266101568"/>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Shop채널-기본틀 긴화면2">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F4B4FB9B-58EB-4F03-9723-A817BEF9F59C}"/>
              </a:ext>
            </a:extLst>
          </p:cNvPr>
          <p:cNvSpPr/>
          <p:nvPr userDrawn="1"/>
        </p:nvSpPr>
        <p:spPr>
          <a:xfrm>
            <a:off x="33614" y="34266"/>
            <a:ext cx="10033092" cy="17387459"/>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 name="직사각형 3">
            <a:extLst>
              <a:ext uri="{FF2B5EF4-FFF2-40B4-BE49-F238E27FC236}">
                <a16:creationId xmlns:a16="http://schemas.microsoft.com/office/drawing/2014/main" id="{D099997B-8FB4-4C93-9FAC-04AEA2728FC7}"/>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11D90C15-C752-4BF0-B75D-FEA5EF532330}"/>
              </a:ext>
            </a:extLst>
          </p:cNvPr>
          <p:cNvSpPr/>
          <p:nvPr userDrawn="1"/>
        </p:nvSpPr>
        <p:spPr>
          <a:xfrm>
            <a:off x="33615" y="34272"/>
            <a:ext cx="10033092" cy="579114"/>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a:extLst>
              <a:ext uri="{FF2B5EF4-FFF2-40B4-BE49-F238E27FC236}">
                <a16:creationId xmlns:a16="http://schemas.microsoft.com/office/drawing/2014/main" id="{40CAB197-5096-456B-B02A-A21F13AADCD3}"/>
              </a:ext>
            </a:extLst>
          </p:cNvPr>
          <p:cNvGrpSpPr/>
          <p:nvPr userDrawn="1"/>
        </p:nvGrpSpPr>
        <p:grpSpPr>
          <a:xfrm>
            <a:off x="190304" y="150607"/>
            <a:ext cx="1456828" cy="356787"/>
            <a:chOff x="2843808" y="1955121"/>
            <a:chExt cx="1674813" cy="596970"/>
          </a:xfrm>
          <a:solidFill>
            <a:schemeClr val="bg1">
              <a:lumMod val="95000"/>
            </a:schemeClr>
          </a:solidFill>
        </p:grpSpPr>
        <p:sp>
          <p:nvSpPr>
            <p:cNvPr id="7" name="Border">
              <a:extLst>
                <a:ext uri="{FF2B5EF4-FFF2-40B4-BE49-F238E27FC236}">
                  <a16:creationId xmlns:a16="http://schemas.microsoft.com/office/drawing/2014/main" id="{55917A7B-F2F6-45FC-AE7F-3E104346889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28B20631-8F59-405C-9A9E-98E3C1898667}"/>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C0E09567-F45D-4869-9927-D1CC9A421A15}"/>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TextBox 9">
              <a:extLst>
                <a:ext uri="{FF2B5EF4-FFF2-40B4-BE49-F238E27FC236}">
                  <a16:creationId xmlns:a16="http://schemas.microsoft.com/office/drawing/2014/main" id="{25D81FC6-9C50-4018-A5F2-409F3E6ACFE9}"/>
                </a:ext>
              </a:extLst>
            </p:cNvPr>
            <p:cNvSpPr txBox="1"/>
            <p:nvPr/>
          </p:nvSpPr>
          <p:spPr>
            <a:xfrm>
              <a:off x="3376634" y="2073367"/>
              <a:ext cx="609160" cy="360477"/>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1" name="직사각형 10">
            <a:extLst>
              <a:ext uri="{FF2B5EF4-FFF2-40B4-BE49-F238E27FC236}">
                <a16:creationId xmlns:a16="http://schemas.microsoft.com/office/drawing/2014/main" id="{6900345C-ECD1-44A1-AD02-EF7EC9304F2B}"/>
              </a:ext>
            </a:extLst>
          </p:cNvPr>
          <p:cNvSpPr/>
          <p:nvPr userDrawn="1"/>
        </p:nvSpPr>
        <p:spPr>
          <a:xfrm>
            <a:off x="8384010" y="202394"/>
            <a:ext cx="1656223" cy="253211"/>
          </a:xfrm>
          <a:prstGeom prst="rect">
            <a:avLst/>
          </a:prstGeom>
        </p:spPr>
        <p:txBody>
          <a:bodyPr wrap="none">
            <a:spAutoFit/>
          </a:bodyPr>
          <a:lstStyle/>
          <a:p>
            <a:pPr algn="r">
              <a:lnSpc>
                <a:spcPct val="150000"/>
              </a:lnSpc>
            </a:pPr>
            <a:r>
              <a:rPr lang="ko-KR" altLang="en-US" sz="800" dirty="0">
                <a:latin typeface="+mj-ea"/>
                <a:ea typeface="+mj-ea"/>
              </a:rPr>
              <a:t>주문조회</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장바구니</a:t>
            </a:r>
            <a:r>
              <a:rPr lang="en-US" altLang="ko-KR" sz="800" dirty="0">
                <a:latin typeface="+mj-ea"/>
                <a:ea typeface="+mj-ea"/>
              </a:rPr>
              <a:t>  </a:t>
            </a:r>
            <a:r>
              <a:rPr lang="en-US" altLang="ko-KR" sz="800" dirty="0">
                <a:solidFill>
                  <a:schemeClr val="bg1">
                    <a:lumMod val="75000"/>
                  </a:schemeClr>
                </a:solidFill>
                <a:latin typeface="+mj-ea"/>
                <a:ea typeface="+mj-ea"/>
              </a:rPr>
              <a:t>|</a:t>
            </a:r>
            <a:r>
              <a:rPr lang="en-US" altLang="ko-KR" sz="800" dirty="0">
                <a:latin typeface="+mj-ea"/>
                <a:ea typeface="+mj-ea"/>
              </a:rPr>
              <a:t>  </a:t>
            </a:r>
            <a:r>
              <a:rPr lang="ko-KR" altLang="en-US" sz="800" dirty="0">
                <a:latin typeface="+mj-ea"/>
                <a:ea typeface="+mj-ea"/>
              </a:rPr>
              <a:t>로그인</a:t>
            </a:r>
          </a:p>
        </p:txBody>
      </p:sp>
      <p:sp>
        <p:nvSpPr>
          <p:cNvPr id="12" name="직사각형 11">
            <a:extLst>
              <a:ext uri="{FF2B5EF4-FFF2-40B4-BE49-F238E27FC236}">
                <a16:creationId xmlns:a16="http://schemas.microsoft.com/office/drawing/2014/main" id="{21E13B04-6291-46B5-ACA0-6AEC023E51EC}"/>
              </a:ext>
            </a:extLst>
          </p:cNvPr>
          <p:cNvSpPr/>
          <p:nvPr userDrawn="1"/>
        </p:nvSpPr>
        <p:spPr>
          <a:xfrm>
            <a:off x="1796228" y="196333"/>
            <a:ext cx="2987312" cy="254992"/>
          </a:xfrm>
          <a:prstGeom prst="rect">
            <a:avLst/>
          </a:prstGeom>
          <a:solidFill>
            <a:schemeClr val="bg1"/>
          </a:solidFill>
          <a:ln w="6350">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75000"/>
                  </a:schemeClr>
                </a:solidFill>
              </a:rPr>
              <a:t>상품코드</a:t>
            </a:r>
            <a:r>
              <a:rPr lang="en-US" altLang="ko-KR" sz="800" dirty="0">
                <a:solidFill>
                  <a:schemeClr val="bg1">
                    <a:lumMod val="75000"/>
                  </a:schemeClr>
                </a:solidFill>
              </a:rPr>
              <a:t>, </a:t>
            </a:r>
            <a:r>
              <a:rPr lang="ko-KR" altLang="en-US" sz="800" dirty="0">
                <a:solidFill>
                  <a:schemeClr val="bg1">
                    <a:lumMod val="75000"/>
                  </a:schemeClr>
                </a:solidFill>
              </a:rPr>
              <a:t>상품제목</a:t>
            </a:r>
            <a:endParaRPr lang="ko-KR" altLang="en-US" sz="900" dirty="0">
              <a:solidFill>
                <a:schemeClr val="bg1">
                  <a:lumMod val="75000"/>
                </a:schemeClr>
              </a:solidFill>
            </a:endParaRPr>
          </a:p>
        </p:txBody>
      </p:sp>
      <p:pic>
        <p:nvPicPr>
          <p:cNvPr id="13" name="그림 12">
            <a:extLst>
              <a:ext uri="{FF2B5EF4-FFF2-40B4-BE49-F238E27FC236}">
                <a16:creationId xmlns:a16="http://schemas.microsoft.com/office/drawing/2014/main" id="{3538A2BD-8D31-46E9-AB87-6A441385ACAA}"/>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flipH="1">
            <a:off x="4562333" y="245079"/>
            <a:ext cx="157211" cy="157211"/>
          </a:xfrm>
          <a:prstGeom prst="rect">
            <a:avLst/>
          </a:prstGeom>
        </p:spPr>
      </p:pic>
    </p:spTree>
    <p:extLst>
      <p:ext uri="{BB962C8B-B14F-4D97-AF65-F5344CB8AC3E}">
        <p14:creationId xmlns:p14="http://schemas.microsoft.com/office/powerpoint/2010/main" val="1055121574"/>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1_사용자 지정 레이아웃">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170B9EBD-18BC-42A3-9178-2F492876FA9D}"/>
              </a:ext>
            </a:extLst>
          </p:cNvPr>
          <p:cNvSpPr/>
          <p:nvPr userDrawn="1"/>
        </p:nvSpPr>
        <p:spPr>
          <a:xfrm>
            <a:off x="33614" y="34267"/>
            <a:ext cx="10033092" cy="10119826"/>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 name="직사각형 3">
            <a:extLst>
              <a:ext uri="{FF2B5EF4-FFF2-40B4-BE49-F238E27FC236}">
                <a16:creationId xmlns:a16="http://schemas.microsoft.com/office/drawing/2014/main" id="{EE30A50C-A2C3-490F-A0BC-7D75F836698A}"/>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0A527B30-1C27-4EB3-AB11-0BBE4DC970A6}"/>
              </a:ext>
            </a:extLst>
          </p:cNvPr>
          <p:cNvSpPr/>
          <p:nvPr userDrawn="1"/>
        </p:nvSpPr>
        <p:spPr>
          <a:xfrm>
            <a:off x="33615" y="34272"/>
            <a:ext cx="10033092" cy="579114"/>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a:extLst>
              <a:ext uri="{FF2B5EF4-FFF2-40B4-BE49-F238E27FC236}">
                <a16:creationId xmlns:a16="http://schemas.microsoft.com/office/drawing/2014/main" id="{EC69F469-FF1E-4E17-94AA-01ADCF5EDCAA}"/>
              </a:ext>
            </a:extLst>
          </p:cNvPr>
          <p:cNvGrpSpPr/>
          <p:nvPr userDrawn="1"/>
        </p:nvGrpSpPr>
        <p:grpSpPr>
          <a:xfrm>
            <a:off x="190304" y="150607"/>
            <a:ext cx="1456828" cy="356787"/>
            <a:chOff x="2843808" y="1955121"/>
            <a:chExt cx="1674813" cy="596970"/>
          </a:xfrm>
          <a:solidFill>
            <a:schemeClr val="bg1">
              <a:lumMod val="95000"/>
            </a:schemeClr>
          </a:solidFill>
        </p:grpSpPr>
        <p:sp>
          <p:nvSpPr>
            <p:cNvPr id="7" name="Border">
              <a:extLst>
                <a:ext uri="{FF2B5EF4-FFF2-40B4-BE49-F238E27FC236}">
                  <a16:creationId xmlns:a16="http://schemas.microsoft.com/office/drawing/2014/main" id="{C0418E6C-0E1A-4DDD-B83E-6014B7B8E35A}"/>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6DF8CDDA-9120-465D-954F-CC3D48730A40}"/>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ABC9D6A4-1E72-4643-94E6-118B190418A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TextBox 9">
              <a:extLst>
                <a:ext uri="{FF2B5EF4-FFF2-40B4-BE49-F238E27FC236}">
                  <a16:creationId xmlns:a16="http://schemas.microsoft.com/office/drawing/2014/main" id="{A5E322E2-7A7E-44A9-BF7B-BF6F7039E9F0}"/>
                </a:ext>
              </a:extLst>
            </p:cNvPr>
            <p:cNvSpPr txBox="1"/>
            <p:nvPr/>
          </p:nvSpPr>
          <p:spPr>
            <a:xfrm>
              <a:off x="3376634" y="2073367"/>
              <a:ext cx="609160" cy="360477"/>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1" name="직사각형 10">
            <a:extLst>
              <a:ext uri="{FF2B5EF4-FFF2-40B4-BE49-F238E27FC236}">
                <a16:creationId xmlns:a16="http://schemas.microsoft.com/office/drawing/2014/main" id="{AE87F9CC-64B8-42C9-8F5C-1987FC550D0A}"/>
              </a:ext>
            </a:extLst>
          </p:cNvPr>
          <p:cNvSpPr/>
          <p:nvPr userDrawn="1"/>
        </p:nvSpPr>
        <p:spPr>
          <a:xfrm>
            <a:off x="8384010" y="202394"/>
            <a:ext cx="1656223" cy="253211"/>
          </a:xfrm>
          <a:prstGeom prst="rect">
            <a:avLst/>
          </a:prstGeom>
        </p:spPr>
        <p:txBody>
          <a:bodyPr wrap="none">
            <a:spAutoFit/>
          </a:bodyPr>
          <a:lstStyle/>
          <a:p>
            <a:pPr algn="r">
              <a:lnSpc>
                <a:spcPct val="150000"/>
              </a:lnSpc>
            </a:pPr>
            <a:r>
              <a:rPr lang="ko-KR" altLang="en-US" sz="800" dirty="0">
                <a:latin typeface="+mj-ea"/>
                <a:ea typeface="+mj-ea"/>
              </a:rPr>
              <a:t>주문조회</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장바구니</a:t>
            </a:r>
            <a:r>
              <a:rPr lang="en-US" altLang="ko-KR" sz="800" dirty="0">
                <a:latin typeface="+mj-ea"/>
                <a:ea typeface="+mj-ea"/>
              </a:rPr>
              <a:t>  </a:t>
            </a:r>
            <a:r>
              <a:rPr lang="en-US" altLang="ko-KR" sz="800" dirty="0">
                <a:solidFill>
                  <a:schemeClr val="bg1">
                    <a:lumMod val="75000"/>
                  </a:schemeClr>
                </a:solidFill>
                <a:latin typeface="+mj-ea"/>
                <a:ea typeface="+mj-ea"/>
              </a:rPr>
              <a:t>|</a:t>
            </a:r>
            <a:r>
              <a:rPr lang="en-US" altLang="ko-KR" sz="800" dirty="0">
                <a:latin typeface="+mj-ea"/>
                <a:ea typeface="+mj-ea"/>
              </a:rPr>
              <a:t>  </a:t>
            </a:r>
            <a:r>
              <a:rPr lang="ko-KR" altLang="en-US" sz="800" dirty="0">
                <a:latin typeface="+mj-ea"/>
                <a:ea typeface="+mj-ea"/>
              </a:rPr>
              <a:t>로그인</a:t>
            </a:r>
          </a:p>
        </p:txBody>
      </p:sp>
      <p:sp>
        <p:nvSpPr>
          <p:cNvPr id="12" name="직사각형 11">
            <a:extLst>
              <a:ext uri="{FF2B5EF4-FFF2-40B4-BE49-F238E27FC236}">
                <a16:creationId xmlns:a16="http://schemas.microsoft.com/office/drawing/2014/main" id="{8FBA2EA3-42D8-435A-B09E-74677DF511D8}"/>
              </a:ext>
            </a:extLst>
          </p:cNvPr>
          <p:cNvSpPr/>
          <p:nvPr userDrawn="1"/>
        </p:nvSpPr>
        <p:spPr>
          <a:xfrm>
            <a:off x="1796228" y="196333"/>
            <a:ext cx="2987312" cy="254992"/>
          </a:xfrm>
          <a:prstGeom prst="rect">
            <a:avLst/>
          </a:prstGeom>
          <a:solidFill>
            <a:schemeClr val="bg1"/>
          </a:solidFill>
          <a:ln w="6350">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75000"/>
                  </a:schemeClr>
                </a:solidFill>
              </a:rPr>
              <a:t>상품코드</a:t>
            </a:r>
            <a:r>
              <a:rPr lang="en-US" altLang="ko-KR" sz="800" dirty="0">
                <a:solidFill>
                  <a:schemeClr val="bg1">
                    <a:lumMod val="75000"/>
                  </a:schemeClr>
                </a:solidFill>
              </a:rPr>
              <a:t>, </a:t>
            </a:r>
            <a:r>
              <a:rPr lang="ko-KR" altLang="en-US" sz="800" dirty="0">
                <a:solidFill>
                  <a:schemeClr val="bg1">
                    <a:lumMod val="75000"/>
                  </a:schemeClr>
                </a:solidFill>
              </a:rPr>
              <a:t>상품제목</a:t>
            </a:r>
            <a:endParaRPr lang="ko-KR" altLang="en-US" sz="900" dirty="0">
              <a:solidFill>
                <a:schemeClr val="bg1">
                  <a:lumMod val="75000"/>
                </a:schemeClr>
              </a:solidFill>
            </a:endParaRPr>
          </a:p>
        </p:txBody>
      </p:sp>
      <p:pic>
        <p:nvPicPr>
          <p:cNvPr id="13" name="그림 12">
            <a:extLst>
              <a:ext uri="{FF2B5EF4-FFF2-40B4-BE49-F238E27FC236}">
                <a16:creationId xmlns:a16="http://schemas.microsoft.com/office/drawing/2014/main" id="{E6E95DA6-CF75-4CF3-907D-8F01A5FEBBB1}"/>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flipH="1">
            <a:off x="4562333" y="455225"/>
            <a:ext cx="157211" cy="157211"/>
          </a:xfrm>
          <a:prstGeom prst="rect">
            <a:avLst/>
          </a:prstGeom>
        </p:spPr>
      </p:pic>
      <p:sp>
        <p:nvSpPr>
          <p:cNvPr id="14" name="직사각형 13">
            <a:extLst>
              <a:ext uri="{FF2B5EF4-FFF2-40B4-BE49-F238E27FC236}">
                <a16:creationId xmlns:a16="http://schemas.microsoft.com/office/drawing/2014/main" id="{627D7D44-0688-4178-9D4E-2513FB1349F0}"/>
              </a:ext>
            </a:extLst>
          </p:cNvPr>
          <p:cNvSpPr/>
          <p:nvPr userDrawn="1"/>
        </p:nvSpPr>
        <p:spPr>
          <a:xfrm>
            <a:off x="1349724" y="781010"/>
            <a:ext cx="693212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15" name="직사각형 14">
            <a:extLst>
              <a:ext uri="{FF2B5EF4-FFF2-40B4-BE49-F238E27FC236}">
                <a16:creationId xmlns:a16="http://schemas.microsoft.com/office/drawing/2014/main" id="{1B084CD4-C152-4EF8-8A45-E5B2C299CBBA}"/>
              </a:ext>
            </a:extLst>
          </p:cNvPr>
          <p:cNvSpPr/>
          <p:nvPr userDrawn="1"/>
        </p:nvSpPr>
        <p:spPr>
          <a:xfrm>
            <a:off x="9271395" y="769529"/>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endParaRPr lang="en-US" altLang="ko-KR" sz="800" dirty="0">
              <a:solidFill>
                <a:schemeClr val="bg1"/>
              </a:solidFill>
            </a:endParaRPr>
          </a:p>
        </p:txBody>
      </p:sp>
      <p:graphicFrame>
        <p:nvGraphicFramePr>
          <p:cNvPr id="16" name="표 63">
            <a:extLst>
              <a:ext uri="{FF2B5EF4-FFF2-40B4-BE49-F238E27FC236}">
                <a16:creationId xmlns:a16="http://schemas.microsoft.com/office/drawing/2014/main" id="{CEDF2A89-8DE3-41D5-A5CE-D14FA1BB1EB0}"/>
              </a:ext>
            </a:extLst>
          </p:cNvPr>
          <p:cNvGraphicFramePr>
            <a:graphicFrameLocks noGrp="1"/>
          </p:cNvGraphicFramePr>
          <p:nvPr userDrawn="1">
            <p:extLst>
              <p:ext uri="{D42A27DB-BD31-4B8C-83A1-F6EECF244321}">
                <p14:modId xmlns:p14="http://schemas.microsoft.com/office/powerpoint/2010/main" val="555516836"/>
              </p:ext>
            </p:extLst>
          </p:nvPr>
        </p:nvGraphicFramePr>
        <p:xfrm>
          <a:off x="108567" y="758058"/>
          <a:ext cx="9936421" cy="457200"/>
        </p:xfrm>
        <a:graphic>
          <a:graphicData uri="http://schemas.openxmlformats.org/drawingml/2006/table">
            <a:tbl>
              <a:tblPr firstRow="1" bandRow="1">
                <a:tableStyleId>{5940675A-B579-460E-94D1-54222C63F5DA}</a:tableStyleId>
              </a:tblPr>
              <a:tblGrid>
                <a:gridCol w="1101924">
                  <a:extLst>
                    <a:ext uri="{9D8B030D-6E8A-4147-A177-3AD203B41FA5}">
                      <a16:colId xmlns:a16="http://schemas.microsoft.com/office/drawing/2014/main" val="3701388552"/>
                    </a:ext>
                  </a:extLst>
                </a:gridCol>
                <a:gridCol w="8834497">
                  <a:extLst>
                    <a:ext uri="{9D8B030D-6E8A-4147-A177-3AD203B41FA5}">
                      <a16:colId xmlns:a16="http://schemas.microsoft.com/office/drawing/2014/main" val="339215266"/>
                    </a:ext>
                  </a:extLst>
                </a:gridCol>
              </a:tblGrid>
              <a:tr h="0">
                <a:tc>
                  <a:txBody>
                    <a:bodyPr/>
                    <a:lstStyle/>
                    <a:p>
                      <a:pPr latinLnBrk="1"/>
                      <a:r>
                        <a:rPr lang="ko-KR" altLang="en-US" sz="900" dirty="0"/>
                        <a:t>상품명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17" name="직사각형 16">
            <a:extLst>
              <a:ext uri="{FF2B5EF4-FFF2-40B4-BE49-F238E27FC236}">
                <a16:creationId xmlns:a16="http://schemas.microsoft.com/office/drawing/2014/main" id="{AE6C1377-5F89-4A4D-94D8-567C6E31891F}"/>
              </a:ext>
            </a:extLst>
          </p:cNvPr>
          <p:cNvSpPr/>
          <p:nvPr userDrawn="1"/>
        </p:nvSpPr>
        <p:spPr>
          <a:xfrm>
            <a:off x="9273843" y="996748"/>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graphicFrame>
        <p:nvGraphicFramePr>
          <p:cNvPr id="18" name="표 17">
            <a:extLst>
              <a:ext uri="{FF2B5EF4-FFF2-40B4-BE49-F238E27FC236}">
                <a16:creationId xmlns:a16="http://schemas.microsoft.com/office/drawing/2014/main" id="{EF5CF45B-BB76-47F8-9904-646390222486}"/>
              </a:ext>
            </a:extLst>
          </p:cNvPr>
          <p:cNvGraphicFramePr>
            <a:graphicFrameLocks noGrp="1"/>
          </p:cNvGraphicFramePr>
          <p:nvPr userDrawn="1">
            <p:extLst>
              <p:ext uri="{D42A27DB-BD31-4B8C-83A1-F6EECF244321}">
                <p14:modId xmlns:p14="http://schemas.microsoft.com/office/powerpoint/2010/main" val="2635148569"/>
              </p:ext>
            </p:extLst>
          </p:nvPr>
        </p:nvGraphicFramePr>
        <p:xfrm>
          <a:off x="103811" y="1705654"/>
          <a:ext cx="9936422" cy="4358640"/>
        </p:xfrm>
        <a:graphic>
          <a:graphicData uri="http://schemas.openxmlformats.org/drawingml/2006/table">
            <a:tbl>
              <a:tblPr firstRow="1" bandRow="1">
                <a:tableStyleId>{5C22544A-7EE6-4342-B048-85BDC9FD1C3A}</a:tableStyleId>
              </a:tblPr>
              <a:tblGrid>
                <a:gridCol w="498760">
                  <a:extLst>
                    <a:ext uri="{9D8B030D-6E8A-4147-A177-3AD203B41FA5}">
                      <a16:colId xmlns:a16="http://schemas.microsoft.com/office/drawing/2014/main" val="401447903"/>
                    </a:ext>
                  </a:extLst>
                </a:gridCol>
                <a:gridCol w="818866">
                  <a:extLst>
                    <a:ext uri="{9D8B030D-6E8A-4147-A177-3AD203B41FA5}">
                      <a16:colId xmlns:a16="http://schemas.microsoft.com/office/drawing/2014/main" val="20000"/>
                    </a:ext>
                  </a:extLst>
                </a:gridCol>
                <a:gridCol w="4162567">
                  <a:extLst>
                    <a:ext uri="{9D8B030D-6E8A-4147-A177-3AD203B41FA5}">
                      <a16:colId xmlns:a16="http://schemas.microsoft.com/office/drawing/2014/main" val="20003"/>
                    </a:ext>
                  </a:extLst>
                </a:gridCol>
                <a:gridCol w="818866">
                  <a:extLst>
                    <a:ext uri="{9D8B030D-6E8A-4147-A177-3AD203B41FA5}">
                      <a16:colId xmlns:a16="http://schemas.microsoft.com/office/drawing/2014/main" val="20004"/>
                    </a:ext>
                  </a:extLst>
                </a:gridCol>
                <a:gridCol w="1214651">
                  <a:extLst>
                    <a:ext uri="{9D8B030D-6E8A-4147-A177-3AD203B41FA5}">
                      <a16:colId xmlns:a16="http://schemas.microsoft.com/office/drawing/2014/main" val="20005"/>
                    </a:ext>
                  </a:extLst>
                </a:gridCol>
                <a:gridCol w="1210178">
                  <a:extLst>
                    <a:ext uri="{9D8B030D-6E8A-4147-A177-3AD203B41FA5}">
                      <a16:colId xmlns:a16="http://schemas.microsoft.com/office/drawing/2014/main" val="20006"/>
                    </a:ext>
                  </a:extLst>
                </a:gridCol>
                <a:gridCol w="707271">
                  <a:extLst>
                    <a:ext uri="{9D8B030D-6E8A-4147-A177-3AD203B41FA5}">
                      <a16:colId xmlns:a16="http://schemas.microsoft.com/office/drawing/2014/main" val="20009"/>
                    </a:ext>
                  </a:extLst>
                </a:gridCol>
                <a:gridCol w="505263">
                  <a:extLst>
                    <a:ext uri="{9D8B030D-6E8A-4147-A177-3AD203B41FA5}">
                      <a16:colId xmlns:a16="http://schemas.microsoft.com/office/drawing/2014/main" val="2179269706"/>
                    </a:ext>
                  </a:extLst>
                </a:gridCol>
              </a:tblGrid>
              <a:tr h="0">
                <a:tc>
                  <a:txBody>
                    <a:bodyPr/>
                    <a:lstStyle/>
                    <a:p>
                      <a:pPr algn="ctr" latinLnBrk="1"/>
                      <a:r>
                        <a:rPr lang="ko-KR" altLang="en-US" sz="800" b="0" dirty="0">
                          <a:solidFill>
                            <a:schemeClr val="tx1"/>
                          </a:solidFill>
                        </a:rPr>
                        <a:t>주문일자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주문코드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재고</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상세보기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관심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3433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a20392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2,110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3432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a20321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3,160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3431</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a20320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42,110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algn="ctr" latinLnBrk="1"/>
                      <a:r>
                        <a:rPr lang="en-US" altLang="ko-KR" sz="800" b="0" dirty="0">
                          <a:solidFill>
                            <a:schemeClr val="tx1"/>
                          </a:solidFill>
                        </a:rPr>
                        <a:t>3430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A20222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2,110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6792756"/>
                  </a:ext>
                </a:extLst>
              </a:tr>
              <a:tr h="0">
                <a:tc>
                  <a:txBody>
                    <a:bodyPr/>
                    <a:lstStyle/>
                    <a:p>
                      <a:pPr algn="ctr" latinLnBrk="1"/>
                      <a:r>
                        <a:rPr lang="en-US" altLang="ko-KR" sz="800" b="0" dirty="0">
                          <a:solidFill>
                            <a:schemeClr val="tx1"/>
                          </a:solidFill>
                        </a:rPr>
                        <a:t>3429</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B20321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3,160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60545407"/>
                  </a:ext>
                </a:extLst>
              </a:tr>
              <a:tr h="0">
                <a:tc>
                  <a:txBody>
                    <a:bodyPr/>
                    <a:lstStyle/>
                    <a:p>
                      <a:pPr algn="ctr" latinLnBrk="1"/>
                      <a:r>
                        <a:rPr lang="en-US" altLang="ko-KR" sz="800" b="0" dirty="0">
                          <a:solidFill>
                            <a:schemeClr val="tx1"/>
                          </a:solidFill>
                        </a:rPr>
                        <a:t>3428</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C20320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42,110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73000931"/>
                  </a:ext>
                </a:extLst>
              </a:tr>
              <a:tr h="0">
                <a:tc>
                  <a:txBody>
                    <a:bodyPr/>
                    <a:lstStyle/>
                    <a:p>
                      <a:pPr algn="ctr" latinLnBrk="1"/>
                      <a:r>
                        <a:rPr lang="en-US" altLang="ko-KR" sz="800" b="0" dirty="0">
                          <a:solidFill>
                            <a:schemeClr val="tx1"/>
                          </a:solidFill>
                        </a:rPr>
                        <a:t>3427</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E20392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2,110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14774640"/>
                  </a:ext>
                </a:extLst>
              </a:tr>
              <a:tr h="0">
                <a:tc>
                  <a:txBody>
                    <a:bodyPr/>
                    <a:lstStyle/>
                    <a:p>
                      <a:pPr algn="ctr" latinLnBrk="1"/>
                      <a:r>
                        <a:rPr lang="en-US" altLang="ko-KR" sz="800" b="0" dirty="0">
                          <a:solidFill>
                            <a:schemeClr val="tx1"/>
                          </a:solidFill>
                        </a:rPr>
                        <a:t>3426</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F20212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3,160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40055972"/>
                  </a:ext>
                </a:extLst>
              </a:tr>
              <a:tr h="0">
                <a:tc>
                  <a:txBody>
                    <a:bodyPr/>
                    <a:lstStyle/>
                    <a:p>
                      <a:pPr algn="ctr" latinLnBrk="1"/>
                      <a:r>
                        <a:rPr lang="en-US" altLang="ko-KR" sz="800" b="0" dirty="0">
                          <a:solidFill>
                            <a:schemeClr val="tx1"/>
                          </a:solidFill>
                        </a:rPr>
                        <a:t>3425</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Z20321</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42,110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64757641"/>
                  </a:ext>
                </a:extLst>
              </a:tr>
              <a:tr h="0">
                <a:tc>
                  <a:txBody>
                    <a:bodyPr/>
                    <a:lstStyle/>
                    <a:p>
                      <a:pPr algn="ctr" latinLnBrk="1"/>
                      <a:r>
                        <a:rPr lang="en-US" altLang="ko-KR" sz="800" b="0" dirty="0">
                          <a:solidFill>
                            <a:schemeClr val="tx1"/>
                          </a:solidFill>
                        </a:rPr>
                        <a:t>3424</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A20200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2,110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94086906"/>
                  </a:ext>
                </a:extLst>
              </a:tr>
              <a:tr h="0">
                <a:tc>
                  <a:txBody>
                    <a:bodyPr/>
                    <a:lstStyle/>
                    <a:p>
                      <a:pPr algn="ctr" latinLnBrk="1"/>
                      <a:r>
                        <a:rPr lang="en-US" altLang="ko-KR" sz="800" b="0" dirty="0">
                          <a:solidFill>
                            <a:schemeClr val="tx1"/>
                          </a:solidFill>
                        </a:rPr>
                        <a:t>3423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A20333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3,160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61936248"/>
                  </a:ext>
                </a:extLst>
              </a:tr>
              <a:tr h="0">
                <a:tc>
                  <a:txBody>
                    <a:bodyPr/>
                    <a:lstStyle/>
                    <a:p>
                      <a:pPr algn="ctr" latinLnBrk="1"/>
                      <a:r>
                        <a:rPr lang="en-US" altLang="ko-KR" sz="800" b="0" dirty="0">
                          <a:solidFill>
                            <a:schemeClr val="tx1"/>
                          </a:solidFill>
                        </a:rPr>
                        <a:t>3422</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E20312</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42,110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83094304"/>
                  </a:ext>
                </a:extLst>
              </a:tr>
            </a:tbl>
          </a:graphicData>
        </a:graphic>
      </p:graphicFrame>
      <p:sp>
        <p:nvSpPr>
          <p:cNvPr id="19" name="TextBox 18">
            <a:extLst>
              <a:ext uri="{FF2B5EF4-FFF2-40B4-BE49-F238E27FC236}">
                <a16:creationId xmlns:a16="http://schemas.microsoft.com/office/drawing/2014/main" id="{EBD81181-B666-45E2-8919-F87A3A115586}"/>
              </a:ext>
            </a:extLst>
          </p:cNvPr>
          <p:cNvSpPr txBox="1"/>
          <p:nvPr userDrawn="1"/>
        </p:nvSpPr>
        <p:spPr>
          <a:xfrm>
            <a:off x="94598" y="1427018"/>
            <a:ext cx="761547" cy="215444"/>
          </a:xfrm>
          <a:prstGeom prst="rect">
            <a:avLst/>
          </a:prstGeom>
          <a:noFill/>
        </p:spPr>
        <p:txBody>
          <a:bodyPr wrap="square" rtlCol="0">
            <a:spAutoFit/>
          </a:bodyPr>
          <a:lstStyle/>
          <a:p>
            <a:r>
              <a:rPr lang="ko-KR" altLang="en-US" sz="800"/>
              <a:t>총 </a:t>
            </a:r>
            <a:r>
              <a:rPr lang="en-US" altLang="ko-KR" sz="800" dirty="0"/>
              <a:t>00</a:t>
            </a:r>
            <a:r>
              <a:rPr lang="ko-KR" altLang="en-US" sz="800" dirty="0"/>
              <a:t>건</a:t>
            </a:r>
          </a:p>
        </p:txBody>
      </p:sp>
      <p:pic>
        <p:nvPicPr>
          <p:cNvPr id="20" name="Picture 2">
            <a:extLst>
              <a:ext uri="{FF2B5EF4-FFF2-40B4-BE49-F238E27FC236}">
                <a16:creationId xmlns:a16="http://schemas.microsoft.com/office/drawing/2014/main" id="{99DFE8CE-713F-46FB-9B79-4A4833D62888}"/>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4084892" y="6192738"/>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21" name="그룹 20">
            <a:extLst>
              <a:ext uri="{FF2B5EF4-FFF2-40B4-BE49-F238E27FC236}">
                <a16:creationId xmlns:a16="http://schemas.microsoft.com/office/drawing/2014/main" id="{6EF365B8-FFAE-4D29-9721-5ADE2339610C}"/>
              </a:ext>
            </a:extLst>
          </p:cNvPr>
          <p:cNvGrpSpPr/>
          <p:nvPr userDrawn="1"/>
        </p:nvGrpSpPr>
        <p:grpSpPr>
          <a:xfrm>
            <a:off x="1479110" y="1875067"/>
            <a:ext cx="2414206" cy="338554"/>
            <a:chOff x="1237833" y="3417650"/>
            <a:chExt cx="1708480" cy="338554"/>
          </a:xfrm>
        </p:grpSpPr>
        <p:grpSp>
          <p:nvGrpSpPr>
            <p:cNvPr id="22" name="그룹 21">
              <a:extLst>
                <a:ext uri="{FF2B5EF4-FFF2-40B4-BE49-F238E27FC236}">
                  <a16:creationId xmlns:a16="http://schemas.microsoft.com/office/drawing/2014/main" id="{AE98675B-B4D7-45E5-B594-7F05006DF113}"/>
                </a:ext>
              </a:extLst>
            </p:cNvPr>
            <p:cNvGrpSpPr/>
            <p:nvPr/>
          </p:nvGrpSpPr>
          <p:grpSpPr>
            <a:xfrm>
              <a:off x="1237833" y="3462866"/>
              <a:ext cx="378630" cy="248122"/>
              <a:chOff x="2681976" y="1955121"/>
              <a:chExt cx="1993118" cy="596970"/>
            </a:xfrm>
          </p:grpSpPr>
          <p:sp>
            <p:nvSpPr>
              <p:cNvPr id="24" name="Border">
                <a:extLst>
                  <a:ext uri="{FF2B5EF4-FFF2-40B4-BE49-F238E27FC236}">
                    <a16:creationId xmlns:a16="http://schemas.microsoft.com/office/drawing/2014/main" id="{B36B579B-D678-470F-B3CD-BEBD8016CD5C}"/>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5" name="Line 2">
                <a:extLst>
                  <a:ext uri="{FF2B5EF4-FFF2-40B4-BE49-F238E27FC236}">
                    <a16:creationId xmlns:a16="http://schemas.microsoft.com/office/drawing/2014/main" id="{A33856D5-43AC-42CD-8BA5-A6D9EA3488F0}"/>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6" name="Line 1">
                <a:extLst>
                  <a:ext uri="{FF2B5EF4-FFF2-40B4-BE49-F238E27FC236}">
                    <a16:creationId xmlns:a16="http://schemas.microsoft.com/office/drawing/2014/main" id="{3336368B-3BDD-42CF-A4B3-F64101D6F43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7" name="TextBox 26">
                <a:extLst>
                  <a:ext uri="{FF2B5EF4-FFF2-40B4-BE49-F238E27FC236}">
                    <a16:creationId xmlns:a16="http://schemas.microsoft.com/office/drawing/2014/main" id="{3472F121-B7C1-4888-AA44-1298D2A849A3}"/>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3" name="직사각형 22">
              <a:extLst>
                <a:ext uri="{FF2B5EF4-FFF2-40B4-BE49-F238E27FC236}">
                  <a16:creationId xmlns:a16="http://schemas.microsoft.com/office/drawing/2014/main" id="{751DE5F3-7E10-4121-B3D2-8D9C95E1DFC9}"/>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28" name="그룹 27">
            <a:extLst>
              <a:ext uri="{FF2B5EF4-FFF2-40B4-BE49-F238E27FC236}">
                <a16:creationId xmlns:a16="http://schemas.microsoft.com/office/drawing/2014/main" id="{A1B984A6-6A61-424A-9A02-82929271DB1A}"/>
              </a:ext>
            </a:extLst>
          </p:cNvPr>
          <p:cNvGrpSpPr/>
          <p:nvPr userDrawn="1"/>
        </p:nvGrpSpPr>
        <p:grpSpPr>
          <a:xfrm>
            <a:off x="1470401" y="2209203"/>
            <a:ext cx="2414206" cy="338554"/>
            <a:chOff x="1237833" y="3417650"/>
            <a:chExt cx="1708480" cy="338554"/>
          </a:xfrm>
        </p:grpSpPr>
        <p:grpSp>
          <p:nvGrpSpPr>
            <p:cNvPr id="29" name="그룹 28">
              <a:extLst>
                <a:ext uri="{FF2B5EF4-FFF2-40B4-BE49-F238E27FC236}">
                  <a16:creationId xmlns:a16="http://schemas.microsoft.com/office/drawing/2014/main" id="{CE8C31EB-8C2A-44B0-84EB-C21F4D694118}"/>
                </a:ext>
              </a:extLst>
            </p:cNvPr>
            <p:cNvGrpSpPr/>
            <p:nvPr/>
          </p:nvGrpSpPr>
          <p:grpSpPr>
            <a:xfrm>
              <a:off x="1237833" y="3462866"/>
              <a:ext cx="378630" cy="248122"/>
              <a:chOff x="2681976" y="1955121"/>
              <a:chExt cx="1993118" cy="596970"/>
            </a:xfrm>
          </p:grpSpPr>
          <p:sp>
            <p:nvSpPr>
              <p:cNvPr id="31" name="Border">
                <a:extLst>
                  <a:ext uri="{FF2B5EF4-FFF2-40B4-BE49-F238E27FC236}">
                    <a16:creationId xmlns:a16="http://schemas.microsoft.com/office/drawing/2014/main" id="{B64A6DC3-2515-44FE-A780-5F2257211040}"/>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2" name="Line 2">
                <a:extLst>
                  <a:ext uri="{FF2B5EF4-FFF2-40B4-BE49-F238E27FC236}">
                    <a16:creationId xmlns:a16="http://schemas.microsoft.com/office/drawing/2014/main" id="{0403E6CD-63D9-42A9-950C-488EA1665238}"/>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3" name="Line 1">
                <a:extLst>
                  <a:ext uri="{FF2B5EF4-FFF2-40B4-BE49-F238E27FC236}">
                    <a16:creationId xmlns:a16="http://schemas.microsoft.com/office/drawing/2014/main" id="{27A395FE-DAD2-474D-93E4-0CCA27590AA1}"/>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4" name="TextBox 33">
                <a:extLst>
                  <a:ext uri="{FF2B5EF4-FFF2-40B4-BE49-F238E27FC236}">
                    <a16:creationId xmlns:a16="http://schemas.microsoft.com/office/drawing/2014/main" id="{4C14CD14-DB71-4BD6-BB85-038552D103B0}"/>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30" name="직사각형 29">
              <a:extLst>
                <a:ext uri="{FF2B5EF4-FFF2-40B4-BE49-F238E27FC236}">
                  <a16:creationId xmlns:a16="http://schemas.microsoft.com/office/drawing/2014/main" id="{7F442D45-11DC-48C4-91D8-F5DCCBF3364A}"/>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35" name="그룹 34">
            <a:extLst>
              <a:ext uri="{FF2B5EF4-FFF2-40B4-BE49-F238E27FC236}">
                <a16:creationId xmlns:a16="http://schemas.microsoft.com/office/drawing/2014/main" id="{6B7A38BC-0C3F-480F-8935-815C87F11D2C}"/>
              </a:ext>
            </a:extLst>
          </p:cNvPr>
          <p:cNvGrpSpPr/>
          <p:nvPr userDrawn="1"/>
        </p:nvGrpSpPr>
        <p:grpSpPr>
          <a:xfrm>
            <a:off x="1475107" y="2545489"/>
            <a:ext cx="2414206" cy="338554"/>
            <a:chOff x="1237833" y="3417650"/>
            <a:chExt cx="1708480" cy="338554"/>
          </a:xfrm>
        </p:grpSpPr>
        <p:grpSp>
          <p:nvGrpSpPr>
            <p:cNvPr id="36" name="그룹 35">
              <a:extLst>
                <a:ext uri="{FF2B5EF4-FFF2-40B4-BE49-F238E27FC236}">
                  <a16:creationId xmlns:a16="http://schemas.microsoft.com/office/drawing/2014/main" id="{A15DEE81-2B25-4181-825F-C6A7FE7D7AD8}"/>
                </a:ext>
              </a:extLst>
            </p:cNvPr>
            <p:cNvGrpSpPr/>
            <p:nvPr/>
          </p:nvGrpSpPr>
          <p:grpSpPr>
            <a:xfrm>
              <a:off x="1237833" y="3462866"/>
              <a:ext cx="378630" cy="248122"/>
              <a:chOff x="2681976" y="1955121"/>
              <a:chExt cx="1993118" cy="596970"/>
            </a:xfrm>
          </p:grpSpPr>
          <p:sp>
            <p:nvSpPr>
              <p:cNvPr id="38" name="Border">
                <a:extLst>
                  <a:ext uri="{FF2B5EF4-FFF2-40B4-BE49-F238E27FC236}">
                    <a16:creationId xmlns:a16="http://schemas.microsoft.com/office/drawing/2014/main" id="{CAAFF6C5-8021-470E-A874-A7F72DBE55E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9" name="Line 2">
                <a:extLst>
                  <a:ext uri="{FF2B5EF4-FFF2-40B4-BE49-F238E27FC236}">
                    <a16:creationId xmlns:a16="http://schemas.microsoft.com/office/drawing/2014/main" id="{5C423A07-DA54-4026-953E-FBAC31F4E738}"/>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0" name="Line 1">
                <a:extLst>
                  <a:ext uri="{FF2B5EF4-FFF2-40B4-BE49-F238E27FC236}">
                    <a16:creationId xmlns:a16="http://schemas.microsoft.com/office/drawing/2014/main" id="{9165D1A2-8E40-4253-AF71-F442F7BCFAB4}"/>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1" name="TextBox 40">
                <a:extLst>
                  <a:ext uri="{FF2B5EF4-FFF2-40B4-BE49-F238E27FC236}">
                    <a16:creationId xmlns:a16="http://schemas.microsoft.com/office/drawing/2014/main" id="{D951DE03-59A6-4290-BB50-FFB4A67DAD44}"/>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37" name="직사각형 36">
              <a:extLst>
                <a:ext uri="{FF2B5EF4-FFF2-40B4-BE49-F238E27FC236}">
                  <a16:creationId xmlns:a16="http://schemas.microsoft.com/office/drawing/2014/main" id="{450FA930-7150-4AB4-8347-F79117465B36}"/>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42" name="그룹 41">
            <a:extLst>
              <a:ext uri="{FF2B5EF4-FFF2-40B4-BE49-F238E27FC236}">
                <a16:creationId xmlns:a16="http://schemas.microsoft.com/office/drawing/2014/main" id="{D1ADBA65-C01A-4352-A72E-987C8432D343}"/>
              </a:ext>
            </a:extLst>
          </p:cNvPr>
          <p:cNvGrpSpPr/>
          <p:nvPr userDrawn="1"/>
        </p:nvGrpSpPr>
        <p:grpSpPr>
          <a:xfrm>
            <a:off x="1470401" y="2879625"/>
            <a:ext cx="2414206" cy="338554"/>
            <a:chOff x="1237833" y="3417650"/>
            <a:chExt cx="1708480" cy="338554"/>
          </a:xfrm>
        </p:grpSpPr>
        <p:grpSp>
          <p:nvGrpSpPr>
            <p:cNvPr id="43" name="그룹 42">
              <a:extLst>
                <a:ext uri="{FF2B5EF4-FFF2-40B4-BE49-F238E27FC236}">
                  <a16:creationId xmlns:a16="http://schemas.microsoft.com/office/drawing/2014/main" id="{A13F4D2A-0849-4A9F-B752-D687795AB9EE}"/>
                </a:ext>
              </a:extLst>
            </p:cNvPr>
            <p:cNvGrpSpPr/>
            <p:nvPr/>
          </p:nvGrpSpPr>
          <p:grpSpPr>
            <a:xfrm>
              <a:off x="1237833" y="3462866"/>
              <a:ext cx="378630" cy="248122"/>
              <a:chOff x="2681976" y="1955121"/>
              <a:chExt cx="1993118" cy="596970"/>
            </a:xfrm>
          </p:grpSpPr>
          <p:sp>
            <p:nvSpPr>
              <p:cNvPr id="45" name="Border">
                <a:extLst>
                  <a:ext uri="{FF2B5EF4-FFF2-40B4-BE49-F238E27FC236}">
                    <a16:creationId xmlns:a16="http://schemas.microsoft.com/office/drawing/2014/main" id="{31524D4E-F343-477D-9753-0C5E8CC4F0D9}"/>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6" name="Line 2">
                <a:extLst>
                  <a:ext uri="{FF2B5EF4-FFF2-40B4-BE49-F238E27FC236}">
                    <a16:creationId xmlns:a16="http://schemas.microsoft.com/office/drawing/2014/main" id="{1FF3E8C2-57CC-4346-8659-3F1477AA66B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7" name="Line 1">
                <a:extLst>
                  <a:ext uri="{FF2B5EF4-FFF2-40B4-BE49-F238E27FC236}">
                    <a16:creationId xmlns:a16="http://schemas.microsoft.com/office/drawing/2014/main" id="{98BC1B6F-0776-4CD1-A57D-A386C76F52C5}"/>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8" name="TextBox 47">
                <a:extLst>
                  <a:ext uri="{FF2B5EF4-FFF2-40B4-BE49-F238E27FC236}">
                    <a16:creationId xmlns:a16="http://schemas.microsoft.com/office/drawing/2014/main" id="{DACFD7E2-5D20-4870-ABEA-6B5064ABD829}"/>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44" name="직사각형 43">
              <a:extLst>
                <a:ext uri="{FF2B5EF4-FFF2-40B4-BE49-F238E27FC236}">
                  <a16:creationId xmlns:a16="http://schemas.microsoft.com/office/drawing/2014/main" id="{273ED183-9D1D-4BA5-B024-A27443B4F726}"/>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49" name="그룹 48">
            <a:extLst>
              <a:ext uri="{FF2B5EF4-FFF2-40B4-BE49-F238E27FC236}">
                <a16:creationId xmlns:a16="http://schemas.microsoft.com/office/drawing/2014/main" id="{4F870966-EEC4-4A49-A1CF-F7C6C4D2844E}"/>
              </a:ext>
            </a:extLst>
          </p:cNvPr>
          <p:cNvGrpSpPr/>
          <p:nvPr userDrawn="1"/>
        </p:nvGrpSpPr>
        <p:grpSpPr>
          <a:xfrm>
            <a:off x="1461692" y="3213761"/>
            <a:ext cx="2414206" cy="338554"/>
            <a:chOff x="1237833" y="3417650"/>
            <a:chExt cx="1708480" cy="338554"/>
          </a:xfrm>
        </p:grpSpPr>
        <p:grpSp>
          <p:nvGrpSpPr>
            <p:cNvPr id="50" name="그룹 49">
              <a:extLst>
                <a:ext uri="{FF2B5EF4-FFF2-40B4-BE49-F238E27FC236}">
                  <a16:creationId xmlns:a16="http://schemas.microsoft.com/office/drawing/2014/main" id="{A8A676DD-92BB-4A39-8C60-40899429248A}"/>
                </a:ext>
              </a:extLst>
            </p:cNvPr>
            <p:cNvGrpSpPr/>
            <p:nvPr/>
          </p:nvGrpSpPr>
          <p:grpSpPr>
            <a:xfrm>
              <a:off x="1237833" y="3462866"/>
              <a:ext cx="378630" cy="248122"/>
              <a:chOff x="2681976" y="1955121"/>
              <a:chExt cx="1993118" cy="596970"/>
            </a:xfrm>
          </p:grpSpPr>
          <p:sp>
            <p:nvSpPr>
              <p:cNvPr id="52" name="Border">
                <a:extLst>
                  <a:ext uri="{FF2B5EF4-FFF2-40B4-BE49-F238E27FC236}">
                    <a16:creationId xmlns:a16="http://schemas.microsoft.com/office/drawing/2014/main" id="{F23EF72D-3525-4581-809D-BE93D6D6716D}"/>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3" name="Line 2">
                <a:extLst>
                  <a:ext uri="{FF2B5EF4-FFF2-40B4-BE49-F238E27FC236}">
                    <a16:creationId xmlns:a16="http://schemas.microsoft.com/office/drawing/2014/main" id="{B033E569-2E0C-4F8D-B169-67BEB2CC38C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4" name="Line 1">
                <a:extLst>
                  <a:ext uri="{FF2B5EF4-FFF2-40B4-BE49-F238E27FC236}">
                    <a16:creationId xmlns:a16="http://schemas.microsoft.com/office/drawing/2014/main" id="{6CBA947F-C69D-4E65-ADAF-188902084AB0}"/>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5" name="TextBox 54">
                <a:extLst>
                  <a:ext uri="{FF2B5EF4-FFF2-40B4-BE49-F238E27FC236}">
                    <a16:creationId xmlns:a16="http://schemas.microsoft.com/office/drawing/2014/main" id="{304217C4-CE46-4E64-9708-973135F5AFF3}"/>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51" name="직사각형 50">
              <a:extLst>
                <a:ext uri="{FF2B5EF4-FFF2-40B4-BE49-F238E27FC236}">
                  <a16:creationId xmlns:a16="http://schemas.microsoft.com/office/drawing/2014/main" id="{8CFE1BA8-046F-4C51-B501-ED526091E093}"/>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56" name="그룹 55">
            <a:extLst>
              <a:ext uri="{FF2B5EF4-FFF2-40B4-BE49-F238E27FC236}">
                <a16:creationId xmlns:a16="http://schemas.microsoft.com/office/drawing/2014/main" id="{D1F673AA-A77A-410C-812F-AE3ED05B45E4}"/>
              </a:ext>
            </a:extLst>
          </p:cNvPr>
          <p:cNvGrpSpPr/>
          <p:nvPr userDrawn="1"/>
        </p:nvGrpSpPr>
        <p:grpSpPr>
          <a:xfrm>
            <a:off x="1466398" y="3550047"/>
            <a:ext cx="2414206" cy="338554"/>
            <a:chOff x="1237833" y="3417650"/>
            <a:chExt cx="1708480" cy="338554"/>
          </a:xfrm>
        </p:grpSpPr>
        <p:grpSp>
          <p:nvGrpSpPr>
            <p:cNvPr id="57" name="그룹 56">
              <a:extLst>
                <a:ext uri="{FF2B5EF4-FFF2-40B4-BE49-F238E27FC236}">
                  <a16:creationId xmlns:a16="http://schemas.microsoft.com/office/drawing/2014/main" id="{D19984AE-1191-45DC-8553-CFB4B5958686}"/>
                </a:ext>
              </a:extLst>
            </p:cNvPr>
            <p:cNvGrpSpPr/>
            <p:nvPr/>
          </p:nvGrpSpPr>
          <p:grpSpPr>
            <a:xfrm>
              <a:off x="1237833" y="3462866"/>
              <a:ext cx="378630" cy="248122"/>
              <a:chOff x="2681976" y="1955121"/>
              <a:chExt cx="1993118" cy="596970"/>
            </a:xfrm>
          </p:grpSpPr>
          <p:sp>
            <p:nvSpPr>
              <p:cNvPr id="59" name="Border">
                <a:extLst>
                  <a:ext uri="{FF2B5EF4-FFF2-40B4-BE49-F238E27FC236}">
                    <a16:creationId xmlns:a16="http://schemas.microsoft.com/office/drawing/2014/main" id="{EAA117A8-6630-4A07-A68F-D873BB7033E0}"/>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0" name="Line 2">
                <a:extLst>
                  <a:ext uri="{FF2B5EF4-FFF2-40B4-BE49-F238E27FC236}">
                    <a16:creationId xmlns:a16="http://schemas.microsoft.com/office/drawing/2014/main" id="{2E8D0ACE-2E21-4F66-A73A-A59CF3723B8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1" name="Line 1">
                <a:extLst>
                  <a:ext uri="{FF2B5EF4-FFF2-40B4-BE49-F238E27FC236}">
                    <a16:creationId xmlns:a16="http://schemas.microsoft.com/office/drawing/2014/main" id="{0C44A2A6-8917-4FE1-822F-C01DF19E0EA4}"/>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2" name="TextBox 61">
                <a:extLst>
                  <a:ext uri="{FF2B5EF4-FFF2-40B4-BE49-F238E27FC236}">
                    <a16:creationId xmlns:a16="http://schemas.microsoft.com/office/drawing/2014/main" id="{E21102D2-F086-44EC-A1BE-119FEDB9DCC7}"/>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58" name="직사각형 57">
              <a:extLst>
                <a:ext uri="{FF2B5EF4-FFF2-40B4-BE49-F238E27FC236}">
                  <a16:creationId xmlns:a16="http://schemas.microsoft.com/office/drawing/2014/main" id="{0D8707D9-29B2-4328-BC37-98D968960D54}"/>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63" name="그룹 62">
            <a:extLst>
              <a:ext uri="{FF2B5EF4-FFF2-40B4-BE49-F238E27FC236}">
                <a16:creationId xmlns:a16="http://schemas.microsoft.com/office/drawing/2014/main" id="{EC56BAAC-0368-49EC-B352-95117FD46640}"/>
              </a:ext>
            </a:extLst>
          </p:cNvPr>
          <p:cNvGrpSpPr/>
          <p:nvPr userDrawn="1"/>
        </p:nvGrpSpPr>
        <p:grpSpPr>
          <a:xfrm>
            <a:off x="1483113" y="3884974"/>
            <a:ext cx="2414206" cy="338554"/>
            <a:chOff x="1237833" y="3417650"/>
            <a:chExt cx="1708480" cy="338554"/>
          </a:xfrm>
        </p:grpSpPr>
        <p:grpSp>
          <p:nvGrpSpPr>
            <p:cNvPr id="64" name="그룹 63">
              <a:extLst>
                <a:ext uri="{FF2B5EF4-FFF2-40B4-BE49-F238E27FC236}">
                  <a16:creationId xmlns:a16="http://schemas.microsoft.com/office/drawing/2014/main" id="{18F80D14-84AE-421F-B589-D334E1D03E79}"/>
                </a:ext>
              </a:extLst>
            </p:cNvPr>
            <p:cNvGrpSpPr/>
            <p:nvPr/>
          </p:nvGrpSpPr>
          <p:grpSpPr>
            <a:xfrm>
              <a:off x="1237833" y="3462866"/>
              <a:ext cx="378630" cy="248122"/>
              <a:chOff x="2681976" y="1955121"/>
              <a:chExt cx="1993118" cy="596970"/>
            </a:xfrm>
          </p:grpSpPr>
          <p:sp>
            <p:nvSpPr>
              <p:cNvPr id="66" name="Border">
                <a:extLst>
                  <a:ext uri="{FF2B5EF4-FFF2-40B4-BE49-F238E27FC236}">
                    <a16:creationId xmlns:a16="http://schemas.microsoft.com/office/drawing/2014/main" id="{4242EB12-4B20-42EC-8693-292100E699FB}"/>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7" name="Line 2">
                <a:extLst>
                  <a:ext uri="{FF2B5EF4-FFF2-40B4-BE49-F238E27FC236}">
                    <a16:creationId xmlns:a16="http://schemas.microsoft.com/office/drawing/2014/main" id="{B73D598B-67E4-4423-A649-6B4CA15FB4F2}"/>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8" name="Line 1">
                <a:extLst>
                  <a:ext uri="{FF2B5EF4-FFF2-40B4-BE49-F238E27FC236}">
                    <a16:creationId xmlns:a16="http://schemas.microsoft.com/office/drawing/2014/main" id="{34697CA2-C096-4C95-BB8D-9ED9FA5CA52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9" name="TextBox 68">
                <a:extLst>
                  <a:ext uri="{FF2B5EF4-FFF2-40B4-BE49-F238E27FC236}">
                    <a16:creationId xmlns:a16="http://schemas.microsoft.com/office/drawing/2014/main" id="{37B60DA6-278F-4103-A2B0-32CDC98FB2C4}"/>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65" name="직사각형 64">
              <a:extLst>
                <a:ext uri="{FF2B5EF4-FFF2-40B4-BE49-F238E27FC236}">
                  <a16:creationId xmlns:a16="http://schemas.microsoft.com/office/drawing/2014/main" id="{539D68C7-9938-4EA8-A230-713ED72F82C7}"/>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70" name="그룹 69">
            <a:extLst>
              <a:ext uri="{FF2B5EF4-FFF2-40B4-BE49-F238E27FC236}">
                <a16:creationId xmlns:a16="http://schemas.microsoft.com/office/drawing/2014/main" id="{48C1D15C-EA29-4B9D-9E2A-DC5A11E200E4}"/>
              </a:ext>
            </a:extLst>
          </p:cNvPr>
          <p:cNvGrpSpPr/>
          <p:nvPr userDrawn="1"/>
        </p:nvGrpSpPr>
        <p:grpSpPr>
          <a:xfrm>
            <a:off x="1474404" y="4219110"/>
            <a:ext cx="2414206" cy="338554"/>
            <a:chOff x="1237833" y="3417650"/>
            <a:chExt cx="1708480" cy="338554"/>
          </a:xfrm>
        </p:grpSpPr>
        <p:grpSp>
          <p:nvGrpSpPr>
            <p:cNvPr id="71" name="그룹 70">
              <a:extLst>
                <a:ext uri="{FF2B5EF4-FFF2-40B4-BE49-F238E27FC236}">
                  <a16:creationId xmlns:a16="http://schemas.microsoft.com/office/drawing/2014/main" id="{16451909-D9B5-4579-8CB6-2146300E96D2}"/>
                </a:ext>
              </a:extLst>
            </p:cNvPr>
            <p:cNvGrpSpPr/>
            <p:nvPr/>
          </p:nvGrpSpPr>
          <p:grpSpPr>
            <a:xfrm>
              <a:off x="1237833" y="3462866"/>
              <a:ext cx="378630" cy="248122"/>
              <a:chOff x="2681976" y="1955121"/>
              <a:chExt cx="1993118" cy="596970"/>
            </a:xfrm>
          </p:grpSpPr>
          <p:sp>
            <p:nvSpPr>
              <p:cNvPr id="73" name="Border">
                <a:extLst>
                  <a:ext uri="{FF2B5EF4-FFF2-40B4-BE49-F238E27FC236}">
                    <a16:creationId xmlns:a16="http://schemas.microsoft.com/office/drawing/2014/main" id="{056A9C42-004D-44F0-84EF-A17F719A3848}"/>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4" name="Line 2">
                <a:extLst>
                  <a:ext uri="{FF2B5EF4-FFF2-40B4-BE49-F238E27FC236}">
                    <a16:creationId xmlns:a16="http://schemas.microsoft.com/office/drawing/2014/main" id="{661C6F82-694E-4DE3-9E9E-7B435C86660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5" name="Line 1">
                <a:extLst>
                  <a:ext uri="{FF2B5EF4-FFF2-40B4-BE49-F238E27FC236}">
                    <a16:creationId xmlns:a16="http://schemas.microsoft.com/office/drawing/2014/main" id="{40A7F563-24C5-45E2-9649-05991D1C170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6" name="TextBox 75">
                <a:extLst>
                  <a:ext uri="{FF2B5EF4-FFF2-40B4-BE49-F238E27FC236}">
                    <a16:creationId xmlns:a16="http://schemas.microsoft.com/office/drawing/2014/main" id="{6FA0C139-2AB8-47BF-B75C-D220AA2F28D4}"/>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72" name="직사각형 71">
              <a:extLst>
                <a:ext uri="{FF2B5EF4-FFF2-40B4-BE49-F238E27FC236}">
                  <a16:creationId xmlns:a16="http://schemas.microsoft.com/office/drawing/2014/main" id="{C9671CE3-EB83-4D52-A3E6-FEAC502EA7B7}"/>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77" name="그룹 76">
            <a:extLst>
              <a:ext uri="{FF2B5EF4-FFF2-40B4-BE49-F238E27FC236}">
                <a16:creationId xmlns:a16="http://schemas.microsoft.com/office/drawing/2014/main" id="{F1CA3409-02B6-41FE-9A07-772D0EFE2614}"/>
              </a:ext>
            </a:extLst>
          </p:cNvPr>
          <p:cNvGrpSpPr/>
          <p:nvPr userDrawn="1"/>
        </p:nvGrpSpPr>
        <p:grpSpPr>
          <a:xfrm>
            <a:off x="1479110" y="4555396"/>
            <a:ext cx="2414206" cy="338554"/>
            <a:chOff x="1237833" y="3417650"/>
            <a:chExt cx="1708480" cy="338554"/>
          </a:xfrm>
        </p:grpSpPr>
        <p:grpSp>
          <p:nvGrpSpPr>
            <p:cNvPr id="78" name="그룹 77">
              <a:extLst>
                <a:ext uri="{FF2B5EF4-FFF2-40B4-BE49-F238E27FC236}">
                  <a16:creationId xmlns:a16="http://schemas.microsoft.com/office/drawing/2014/main" id="{F27CF87E-30EC-40BE-8EA7-6F8DD4E098A1}"/>
                </a:ext>
              </a:extLst>
            </p:cNvPr>
            <p:cNvGrpSpPr/>
            <p:nvPr/>
          </p:nvGrpSpPr>
          <p:grpSpPr>
            <a:xfrm>
              <a:off x="1237833" y="3462866"/>
              <a:ext cx="378630" cy="248122"/>
              <a:chOff x="2681976" y="1955121"/>
              <a:chExt cx="1993118" cy="596970"/>
            </a:xfrm>
          </p:grpSpPr>
          <p:sp>
            <p:nvSpPr>
              <p:cNvPr id="80" name="Border">
                <a:extLst>
                  <a:ext uri="{FF2B5EF4-FFF2-40B4-BE49-F238E27FC236}">
                    <a16:creationId xmlns:a16="http://schemas.microsoft.com/office/drawing/2014/main" id="{10D62A37-43B5-4CBC-A6BD-76E23E8C0745}"/>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1" name="Line 2">
                <a:extLst>
                  <a:ext uri="{FF2B5EF4-FFF2-40B4-BE49-F238E27FC236}">
                    <a16:creationId xmlns:a16="http://schemas.microsoft.com/office/drawing/2014/main" id="{CF06F2A8-8065-472E-B560-12820BB41FC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2" name="Line 1">
                <a:extLst>
                  <a:ext uri="{FF2B5EF4-FFF2-40B4-BE49-F238E27FC236}">
                    <a16:creationId xmlns:a16="http://schemas.microsoft.com/office/drawing/2014/main" id="{96130A8F-C6A7-4F95-AFAA-330CC03A475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3" name="TextBox 82">
                <a:extLst>
                  <a:ext uri="{FF2B5EF4-FFF2-40B4-BE49-F238E27FC236}">
                    <a16:creationId xmlns:a16="http://schemas.microsoft.com/office/drawing/2014/main" id="{81FB90B9-E784-426B-9D9B-32DEBE7A44E0}"/>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79" name="직사각형 78">
              <a:extLst>
                <a:ext uri="{FF2B5EF4-FFF2-40B4-BE49-F238E27FC236}">
                  <a16:creationId xmlns:a16="http://schemas.microsoft.com/office/drawing/2014/main" id="{B7458C86-6305-4DA0-818C-76DF80A687A1}"/>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84" name="그룹 83">
            <a:extLst>
              <a:ext uri="{FF2B5EF4-FFF2-40B4-BE49-F238E27FC236}">
                <a16:creationId xmlns:a16="http://schemas.microsoft.com/office/drawing/2014/main" id="{AFF57A1A-DB59-4B97-81ED-D3F5E106DC50}"/>
              </a:ext>
            </a:extLst>
          </p:cNvPr>
          <p:cNvGrpSpPr/>
          <p:nvPr userDrawn="1"/>
        </p:nvGrpSpPr>
        <p:grpSpPr>
          <a:xfrm>
            <a:off x="1483113" y="4892587"/>
            <a:ext cx="2414206" cy="338554"/>
            <a:chOff x="1237833" y="3417650"/>
            <a:chExt cx="1708480" cy="338554"/>
          </a:xfrm>
        </p:grpSpPr>
        <p:grpSp>
          <p:nvGrpSpPr>
            <p:cNvPr id="85" name="그룹 84">
              <a:extLst>
                <a:ext uri="{FF2B5EF4-FFF2-40B4-BE49-F238E27FC236}">
                  <a16:creationId xmlns:a16="http://schemas.microsoft.com/office/drawing/2014/main" id="{1BBDE321-BEEA-4619-A2B8-42F68AD9B763}"/>
                </a:ext>
              </a:extLst>
            </p:cNvPr>
            <p:cNvGrpSpPr/>
            <p:nvPr/>
          </p:nvGrpSpPr>
          <p:grpSpPr>
            <a:xfrm>
              <a:off x="1237833" y="3462866"/>
              <a:ext cx="378630" cy="248122"/>
              <a:chOff x="2681976" y="1955121"/>
              <a:chExt cx="1993118" cy="596970"/>
            </a:xfrm>
          </p:grpSpPr>
          <p:sp>
            <p:nvSpPr>
              <p:cNvPr id="87" name="Border">
                <a:extLst>
                  <a:ext uri="{FF2B5EF4-FFF2-40B4-BE49-F238E27FC236}">
                    <a16:creationId xmlns:a16="http://schemas.microsoft.com/office/drawing/2014/main" id="{5E0D9E1D-1229-40F1-83BA-03AB1475BD1E}"/>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8" name="Line 2">
                <a:extLst>
                  <a:ext uri="{FF2B5EF4-FFF2-40B4-BE49-F238E27FC236}">
                    <a16:creationId xmlns:a16="http://schemas.microsoft.com/office/drawing/2014/main" id="{A7404C8A-16FA-49EC-A334-149B622B95E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9" name="Line 1">
                <a:extLst>
                  <a:ext uri="{FF2B5EF4-FFF2-40B4-BE49-F238E27FC236}">
                    <a16:creationId xmlns:a16="http://schemas.microsoft.com/office/drawing/2014/main" id="{77D85C24-32E9-43C8-9B21-4F8A1C587A34}"/>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0" name="TextBox 89">
                <a:extLst>
                  <a:ext uri="{FF2B5EF4-FFF2-40B4-BE49-F238E27FC236}">
                    <a16:creationId xmlns:a16="http://schemas.microsoft.com/office/drawing/2014/main" id="{990584F2-33BA-4AE5-9D19-BBE401A944CF}"/>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86" name="직사각형 85">
              <a:extLst>
                <a:ext uri="{FF2B5EF4-FFF2-40B4-BE49-F238E27FC236}">
                  <a16:creationId xmlns:a16="http://schemas.microsoft.com/office/drawing/2014/main" id="{D4523811-D548-4472-9CE6-915E7BA3D907}"/>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91" name="그룹 90">
            <a:extLst>
              <a:ext uri="{FF2B5EF4-FFF2-40B4-BE49-F238E27FC236}">
                <a16:creationId xmlns:a16="http://schemas.microsoft.com/office/drawing/2014/main" id="{96760D0D-91F5-4592-8008-64F847A9DB68}"/>
              </a:ext>
            </a:extLst>
          </p:cNvPr>
          <p:cNvGrpSpPr/>
          <p:nvPr userDrawn="1"/>
        </p:nvGrpSpPr>
        <p:grpSpPr>
          <a:xfrm>
            <a:off x="1474404" y="5226723"/>
            <a:ext cx="2414206" cy="338554"/>
            <a:chOff x="1237833" y="3417650"/>
            <a:chExt cx="1708480" cy="338554"/>
          </a:xfrm>
        </p:grpSpPr>
        <p:grpSp>
          <p:nvGrpSpPr>
            <p:cNvPr id="92" name="그룹 91">
              <a:extLst>
                <a:ext uri="{FF2B5EF4-FFF2-40B4-BE49-F238E27FC236}">
                  <a16:creationId xmlns:a16="http://schemas.microsoft.com/office/drawing/2014/main" id="{07E77B60-1F7C-403B-B054-BA394ED96E0D}"/>
                </a:ext>
              </a:extLst>
            </p:cNvPr>
            <p:cNvGrpSpPr/>
            <p:nvPr/>
          </p:nvGrpSpPr>
          <p:grpSpPr>
            <a:xfrm>
              <a:off x="1237833" y="3462866"/>
              <a:ext cx="378630" cy="248122"/>
              <a:chOff x="2681976" y="1955121"/>
              <a:chExt cx="1993118" cy="596970"/>
            </a:xfrm>
          </p:grpSpPr>
          <p:sp>
            <p:nvSpPr>
              <p:cNvPr id="94" name="Border">
                <a:extLst>
                  <a:ext uri="{FF2B5EF4-FFF2-40B4-BE49-F238E27FC236}">
                    <a16:creationId xmlns:a16="http://schemas.microsoft.com/office/drawing/2014/main" id="{8564C279-B281-46F4-BA92-ADC71D4089AE}"/>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5" name="Line 2">
                <a:extLst>
                  <a:ext uri="{FF2B5EF4-FFF2-40B4-BE49-F238E27FC236}">
                    <a16:creationId xmlns:a16="http://schemas.microsoft.com/office/drawing/2014/main" id="{589F3CC0-2180-42F1-B803-9625DF208012}"/>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6" name="Line 1">
                <a:extLst>
                  <a:ext uri="{FF2B5EF4-FFF2-40B4-BE49-F238E27FC236}">
                    <a16:creationId xmlns:a16="http://schemas.microsoft.com/office/drawing/2014/main" id="{AB45D50E-CE3E-4AE4-B634-8EAB8A8256C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7" name="TextBox 96">
                <a:extLst>
                  <a:ext uri="{FF2B5EF4-FFF2-40B4-BE49-F238E27FC236}">
                    <a16:creationId xmlns:a16="http://schemas.microsoft.com/office/drawing/2014/main" id="{4BB43B8B-26C9-43F9-B8CD-66D2EA204AAE}"/>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93" name="직사각형 92">
              <a:extLst>
                <a:ext uri="{FF2B5EF4-FFF2-40B4-BE49-F238E27FC236}">
                  <a16:creationId xmlns:a16="http://schemas.microsoft.com/office/drawing/2014/main" id="{6CC1688C-1F20-4CCE-AAA7-85CB77EC3812}"/>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98" name="그룹 97">
            <a:extLst>
              <a:ext uri="{FF2B5EF4-FFF2-40B4-BE49-F238E27FC236}">
                <a16:creationId xmlns:a16="http://schemas.microsoft.com/office/drawing/2014/main" id="{D68A30F7-3DDE-4C0E-A3BB-BD5B507C588F}"/>
              </a:ext>
            </a:extLst>
          </p:cNvPr>
          <p:cNvGrpSpPr/>
          <p:nvPr userDrawn="1"/>
        </p:nvGrpSpPr>
        <p:grpSpPr>
          <a:xfrm>
            <a:off x="1479110" y="5563009"/>
            <a:ext cx="2414206" cy="338554"/>
            <a:chOff x="1237833" y="3417650"/>
            <a:chExt cx="1708480" cy="338554"/>
          </a:xfrm>
        </p:grpSpPr>
        <p:grpSp>
          <p:nvGrpSpPr>
            <p:cNvPr id="99" name="그룹 98">
              <a:extLst>
                <a:ext uri="{FF2B5EF4-FFF2-40B4-BE49-F238E27FC236}">
                  <a16:creationId xmlns:a16="http://schemas.microsoft.com/office/drawing/2014/main" id="{58DCA8C4-3BDC-4416-8E82-D310FBC7FA1C}"/>
                </a:ext>
              </a:extLst>
            </p:cNvPr>
            <p:cNvGrpSpPr/>
            <p:nvPr/>
          </p:nvGrpSpPr>
          <p:grpSpPr>
            <a:xfrm>
              <a:off x="1237833" y="3462866"/>
              <a:ext cx="378630" cy="248122"/>
              <a:chOff x="2681976" y="1955121"/>
              <a:chExt cx="1993118" cy="596970"/>
            </a:xfrm>
          </p:grpSpPr>
          <p:sp>
            <p:nvSpPr>
              <p:cNvPr id="101" name="Border">
                <a:extLst>
                  <a:ext uri="{FF2B5EF4-FFF2-40B4-BE49-F238E27FC236}">
                    <a16:creationId xmlns:a16="http://schemas.microsoft.com/office/drawing/2014/main" id="{6A9F7281-383A-48DB-AA13-7691C17BE4DC}"/>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2" name="Line 2">
                <a:extLst>
                  <a:ext uri="{FF2B5EF4-FFF2-40B4-BE49-F238E27FC236}">
                    <a16:creationId xmlns:a16="http://schemas.microsoft.com/office/drawing/2014/main" id="{82DF876D-988E-4F94-A844-DD4DC3012E08}"/>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3" name="Line 1">
                <a:extLst>
                  <a:ext uri="{FF2B5EF4-FFF2-40B4-BE49-F238E27FC236}">
                    <a16:creationId xmlns:a16="http://schemas.microsoft.com/office/drawing/2014/main" id="{C3D29BEA-AAD6-481D-9168-877B40C86B5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4" name="TextBox 103">
                <a:extLst>
                  <a:ext uri="{FF2B5EF4-FFF2-40B4-BE49-F238E27FC236}">
                    <a16:creationId xmlns:a16="http://schemas.microsoft.com/office/drawing/2014/main" id="{27CAF52E-5492-413E-91B3-1BBE79FDAB49}"/>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00" name="직사각형 99">
              <a:extLst>
                <a:ext uri="{FF2B5EF4-FFF2-40B4-BE49-F238E27FC236}">
                  <a16:creationId xmlns:a16="http://schemas.microsoft.com/office/drawing/2014/main" id="{308B65F7-E14B-492A-9EF8-99388D5C524D}"/>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sp>
        <p:nvSpPr>
          <p:cNvPr id="105" name="직사각형 104">
            <a:extLst>
              <a:ext uri="{FF2B5EF4-FFF2-40B4-BE49-F238E27FC236}">
                <a16:creationId xmlns:a16="http://schemas.microsoft.com/office/drawing/2014/main" id="{F3A7175F-13BC-4512-A270-1375A0D28745}"/>
              </a:ext>
            </a:extLst>
          </p:cNvPr>
          <p:cNvSpPr/>
          <p:nvPr userDrawn="1"/>
        </p:nvSpPr>
        <p:spPr>
          <a:xfrm>
            <a:off x="8938303" y="1971400"/>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06" name="직사각형 105">
            <a:extLst>
              <a:ext uri="{FF2B5EF4-FFF2-40B4-BE49-F238E27FC236}">
                <a16:creationId xmlns:a16="http://schemas.microsoft.com/office/drawing/2014/main" id="{C65A0D5A-ECF1-402A-BEFA-D0DBFE5156A0}"/>
              </a:ext>
            </a:extLst>
          </p:cNvPr>
          <p:cNvSpPr/>
          <p:nvPr userDrawn="1"/>
        </p:nvSpPr>
        <p:spPr>
          <a:xfrm>
            <a:off x="8938303" y="2305536"/>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07" name="직사각형 106">
            <a:extLst>
              <a:ext uri="{FF2B5EF4-FFF2-40B4-BE49-F238E27FC236}">
                <a16:creationId xmlns:a16="http://schemas.microsoft.com/office/drawing/2014/main" id="{74703792-8850-4051-BB92-A116FC98283C}"/>
              </a:ext>
            </a:extLst>
          </p:cNvPr>
          <p:cNvSpPr/>
          <p:nvPr userDrawn="1"/>
        </p:nvSpPr>
        <p:spPr>
          <a:xfrm>
            <a:off x="8938303" y="2641822"/>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08" name="직사각형 107">
            <a:extLst>
              <a:ext uri="{FF2B5EF4-FFF2-40B4-BE49-F238E27FC236}">
                <a16:creationId xmlns:a16="http://schemas.microsoft.com/office/drawing/2014/main" id="{CC36C745-75C4-4BCB-9612-18F1C0DD03DC}"/>
              </a:ext>
            </a:extLst>
          </p:cNvPr>
          <p:cNvSpPr/>
          <p:nvPr userDrawn="1"/>
        </p:nvSpPr>
        <p:spPr>
          <a:xfrm>
            <a:off x="8938303" y="2972626"/>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09" name="직사각형 108">
            <a:extLst>
              <a:ext uri="{FF2B5EF4-FFF2-40B4-BE49-F238E27FC236}">
                <a16:creationId xmlns:a16="http://schemas.microsoft.com/office/drawing/2014/main" id="{8CBF60DB-357A-41D1-B072-3FB467A4EFF1}"/>
              </a:ext>
            </a:extLst>
          </p:cNvPr>
          <p:cNvSpPr/>
          <p:nvPr userDrawn="1"/>
        </p:nvSpPr>
        <p:spPr>
          <a:xfrm>
            <a:off x="8938303" y="3306762"/>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10" name="직사각형 109">
            <a:extLst>
              <a:ext uri="{FF2B5EF4-FFF2-40B4-BE49-F238E27FC236}">
                <a16:creationId xmlns:a16="http://schemas.microsoft.com/office/drawing/2014/main" id="{1E76423A-7BA7-4507-8B94-7818FB0EB54C}"/>
              </a:ext>
            </a:extLst>
          </p:cNvPr>
          <p:cNvSpPr/>
          <p:nvPr userDrawn="1"/>
        </p:nvSpPr>
        <p:spPr>
          <a:xfrm>
            <a:off x="8938303" y="3643048"/>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11" name="직사각형 110">
            <a:extLst>
              <a:ext uri="{FF2B5EF4-FFF2-40B4-BE49-F238E27FC236}">
                <a16:creationId xmlns:a16="http://schemas.microsoft.com/office/drawing/2014/main" id="{7F0E496B-31C2-431D-A060-EF8B203CB2A7}"/>
              </a:ext>
            </a:extLst>
          </p:cNvPr>
          <p:cNvSpPr/>
          <p:nvPr userDrawn="1"/>
        </p:nvSpPr>
        <p:spPr>
          <a:xfrm>
            <a:off x="8931106" y="3975445"/>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12" name="직사각형 111">
            <a:extLst>
              <a:ext uri="{FF2B5EF4-FFF2-40B4-BE49-F238E27FC236}">
                <a16:creationId xmlns:a16="http://schemas.microsoft.com/office/drawing/2014/main" id="{BAA63CF8-D87D-4E8E-A80D-D46B273C9AC4}"/>
              </a:ext>
            </a:extLst>
          </p:cNvPr>
          <p:cNvSpPr/>
          <p:nvPr userDrawn="1"/>
        </p:nvSpPr>
        <p:spPr>
          <a:xfrm>
            <a:off x="8931106" y="4309581"/>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13" name="직사각형 112">
            <a:extLst>
              <a:ext uri="{FF2B5EF4-FFF2-40B4-BE49-F238E27FC236}">
                <a16:creationId xmlns:a16="http://schemas.microsoft.com/office/drawing/2014/main" id="{EA0D024E-9848-4613-B208-D2B79D664192}"/>
              </a:ext>
            </a:extLst>
          </p:cNvPr>
          <p:cNvSpPr/>
          <p:nvPr userDrawn="1"/>
        </p:nvSpPr>
        <p:spPr>
          <a:xfrm>
            <a:off x="8931106" y="4645867"/>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14" name="직사각형 113">
            <a:extLst>
              <a:ext uri="{FF2B5EF4-FFF2-40B4-BE49-F238E27FC236}">
                <a16:creationId xmlns:a16="http://schemas.microsoft.com/office/drawing/2014/main" id="{1136E778-DAEC-43D3-B510-79A8844D5342}"/>
              </a:ext>
            </a:extLst>
          </p:cNvPr>
          <p:cNvSpPr/>
          <p:nvPr userDrawn="1"/>
        </p:nvSpPr>
        <p:spPr>
          <a:xfrm>
            <a:off x="8931106" y="4976671"/>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15" name="직사각형 114">
            <a:extLst>
              <a:ext uri="{FF2B5EF4-FFF2-40B4-BE49-F238E27FC236}">
                <a16:creationId xmlns:a16="http://schemas.microsoft.com/office/drawing/2014/main" id="{7B1A28F6-72B0-4658-A703-B4F0A8D7C8C3}"/>
              </a:ext>
            </a:extLst>
          </p:cNvPr>
          <p:cNvSpPr/>
          <p:nvPr userDrawn="1"/>
        </p:nvSpPr>
        <p:spPr>
          <a:xfrm>
            <a:off x="8931106" y="5310807"/>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16" name="직사각형 115">
            <a:extLst>
              <a:ext uri="{FF2B5EF4-FFF2-40B4-BE49-F238E27FC236}">
                <a16:creationId xmlns:a16="http://schemas.microsoft.com/office/drawing/2014/main" id="{30F6C18B-F513-4E67-B5A1-3807462DC4EB}"/>
              </a:ext>
            </a:extLst>
          </p:cNvPr>
          <p:cNvSpPr/>
          <p:nvPr userDrawn="1"/>
        </p:nvSpPr>
        <p:spPr>
          <a:xfrm>
            <a:off x="8931106" y="5647093"/>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Tree>
    <p:extLst>
      <p:ext uri="{BB962C8B-B14F-4D97-AF65-F5344CB8AC3E}">
        <p14:creationId xmlns:p14="http://schemas.microsoft.com/office/powerpoint/2010/main" val="550218229"/>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2_사용자 지정 레이아웃">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0A659212-C69D-40F0-B934-F362729067D4}"/>
              </a:ext>
            </a:extLst>
          </p:cNvPr>
          <p:cNvSpPr/>
          <p:nvPr userDrawn="1"/>
        </p:nvSpPr>
        <p:spPr>
          <a:xfrm>
            <a:off x="33614" y="34269"/>
            <a:ext cx="10033092" cy="11138555"/>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 name="직사각형 3">
            <a:extLst>
              <a:ext uri="{FF2B5EF4-FFF2-40B4-BE49-F238E27FC236}">
                <a16:creationId xmlns:a16="http://schemas.microsoft.com/office/drawing/2014/main" id="{465B16BE-25FA-4001-A565-DD2345A2FCF4}"/>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357A9A69-C17A-4CFF-A576-C6EDA53A63AE}"/>
              </a:ext>
            </a:extLst>
          </p:cNvPr>
          <p:cNvSpPr/>
          <p:nvPr userDrawn="1"/>
        </p:nvSpPr>
        <p:spPr>
          <a:xfrm>
            <a:off x="33615" y="34272"/>
            <a:ext cx="10033092" cy="579114"/>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a:extLst>
              <a:ext uri="{FF2B5EF4-FFF2-40B4-BE49-F238E27FC236}">
                <a16:creationId xmlns:a16="http://schemas.microsoft.com/office/drawing/2014/main" id="{077E3D72-5000-4D59-BE8A-42901F7C6F19}"/>
              </a:ext>
            </a:extLst>
          </p:cNvPr>
          <p:cNvGrpSpPr/>
          <p:nvPr userDrawn="1"/>
        </p:nvGrpSpPr>
        <p:grpSpPr>
          <a:xfrm>
            <a:off x="190304" y="150607"/>
            <a:ext cx="1456828" cy="356787"/>
            <a:chOff x="2843808" y="1955121"/>
            <a:chExt cx="1674813" cy="596970"/>
          </a:xfrm>
          <a:solidFill>
            <a:schemeClr val="bg1">
              <a:lumMod val="95000"/>
            </a:schemeClr>
          </a:solidFill>
        </p:grpSpPr>
        <p:sp>
          <p:nvSpPr>
            <p:cNvPr id="7" name="Border">
              <a:extLst>
                <a:ext uri="{FF2B5EF4-FFF2-40B4-BE49-F238E27FC236}">
                  <a16:creationId xmlns:a16="http://schemas.microsoft.com/office/drawing/2014/main" id="{C8546F37-4316-4E19-B10B-183CB0315959}"/>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4274DFF0-B5A8-4409-B77D-8C6985BDA3A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B5F6312B-1B37-403D-A3F4-A657763C8E2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TextBox 9">
              <a:extLst>
                <a:ext uri="{FF2B5EF4-FFF2-40B4-BE49-F238E27FC236}">
                  <a16:creationId xmlns:a16="http://schemas.microsoft.com/office/drawing/2014/main" id="{F0DCD3EB-8462-411E-B143-02F9D7AAB71C}"/>
                </a:ext>
              </a:extLst>
            </p:cNvPr>
            <p:cNvSpPr txBox="1"/>
            <p:nvPr/>
          </p:nvSpPr>
          <p:spPr>
            <a:xfrm>
              <a:off x="3376634" y="2073367"/>
              <a:ext cx="609160" cy="360477"/>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1" name="직사각형 10">
            <a:extLst>
              <a:ext uri="{FF2B5EF4-FFF2-40B4-BE49-F238E27FC236}">
                <a16:creationId xmlns:a16="http://schemas.microsoft.com/office/drawing/2014/main" id="{DD3A420F-2196-437C-B0C8-1CB1027BBCD3}"/>
              </a:ext>
            </a:extLst>
          </p:cNvPr>
          <p:cNvSpPr/>
          <p:nvPr userDrawn="1"/>
        </p:nvSpPr>
        <p:spPr>
          <a:xfrm>
            <a:off x="8384010" y="202394"/>
            <a:ext cx="1656223" cy="253211"/>
          </a:xfrm>
          <a:prstGeom prst="rect">
            <a:avLst/>
          </a:prstGeom>
        </p:spPr>
        <p:txBody>
          <a:bodyPr wrap="none">
            <a:spAutoFit/>
          </a:bodyPr>
          <a:lstStyle/>
          <a:p>
            <a:pPr algn="r">
              <a:lnSpc>
                <a:spcPct val="150000"/>
              </a:lnSpc>
            </a:pPr>
            <a:r>
              <a:rPr lang="ko-KR" altLang="en-US" sz="800" dirty="0">
                <a:latin typeface="+mj-ea"/>
                <a:ea typeface="+mj-ea"/>
              </a:rPr>
              <a:t>주문조회</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장바구니</a:t>
            </a:r>
            <a:r>
              <a:rPr lang="en-US" altLang="ko-KR" sz="800" dirty="0">
                <a:latin typeface="+mj-ea"/>
                <a:ea typeface="+mj-ea"/>
              </a:rPr>
              <a:t>  </a:t>
            </a:r>
            <a:r>
              <a:rPr lang="en-US" altLang="ko-KR" sz="800" dirty="0">
                <a:solidFill>
                  <a:schemeClr val="bg1">
                    <a:lumMod val="75000"/>
                  </a:schemeClr>
                </a:solidFill>
                <a:latin typeface="+mj-ea"/>
                <a:ea typeface="+mj-ea"/>
              </a:rPr>
              <a:t>|</a:t>
            </a:r>
            <a:r>
              <a:rPr lang="en-US" altLang="ko-KR" sz="800" dirty="0">
                <a:latin typeface="+mj-ea"/>
                <a:ea typeface="+mj-ea"/>
              </a:rPr>
              <a:t>  </a:t>
            </a:r>
            <a:r>
              <a:rPr lang="ko-KR" altLang="en-US" sz="800" dirty="0">
                <a:latin typeface="+mj-ea"/>
                <a:ea typeface="+mj-ea"/>
              </a:rPr>
              <a:t>로그인</a:t>
            </a:r>
          </a:p>
        </p:txBody>
      </p:sp>
      <p:sp>
        <p:nvSpPr>
          <p:cNvPr id="12" name="직사각형 11">
            <a:extLst>
              <a:ext uri="{FF2B5EF4-FFF2-40B4-BE49-F238E27FC236}">
                <a16:creationId xmlns:a16="http://schemas.microsoft.com/office/drawing/2014/main" id="{DF6FCC0F-B8D8-412F-95BA-ECBB4725578E}"/>
              </a:ext>
            </a:extLst>
          </p:cNvPr>
          <p:cNvSpPr/>
          <p:nvPr userDrawn="1"/>
        </p:nvSpPr>
        <p:spPr>
          <a:xfrm>
            <a:off x="1796228" y="196333"/>
            <a:ext cx="2987312" cy="254992"/>
          </a:xfrm>
          <a:prstGeom prst="rect">
            <a:avLst/>
          </a:prstGeom>
          <a:solidFill>
            <a:schemeClr val="bg1"/>
          </a:solidFill>
          <a:ln w="6350">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75000"/>
                  </a:schemeClr>
                </a:solidFill>
              </a:rPr>
              <a:t>상품코드</a:t>
            </a:r>
            <a:r>
              <a:rPr lang="en-US" altLang="ko-KR" sz="800" dirty="0">
                <a:solidFill>
                  <a:schemeClr val="bg1">
                    <a:lumMod val="75000"/>
                  </a:schemeClr>
                </a:solidFill>
              </a:rPr>
              <a:t>, </a:t>
            </a:r>
            <a:r>
              <a:rPr lang="ko-KR" altLang="en-US" sz="800" dirty="0">
                <a:solidFill>
                  <a:schemeClr val="bg1">
                    <a:lumMod val="75000"/>
                  </a:schemeClr>
                </a:solidFill>
              </a:rPr>
              <a:t>상품제목</a:t>
            </a:r>
            <a:endParaRPr lang="ko-KR" altLang="en-US" sz="900" dirty="0">
              <a:solidFill>
                <a:schemeClr val="bg1">
                  <a:lumMod val="75000"/>
                </a:schemeClr>
              </a:solidFill>
            </a:endParaRPr>
          </a:p>
        </p:txBody>
      </p:sp>
      <p:pic>
        <p:nvPicPr>
          <p:cNvPr id="13" name="그림 12">
            <a:extLst>
              <a:ext uri="{FF2B5EF4-FFF2-40B4-BE49-F238E27FC236}">
                <a16:creationId xmlns:a16="http://schemas.microsoft.com/office/drawing/2014/main" id="{B684B3DB-7CED-42C3-9729-E9B4AD24EEBF}"/>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flipH="1">
            <a:off x="4562333" y="245079"/>
            <a:ext cx="157211" cy="157211"/>
          </a:xfrm>
          <a:prstGeom prst="rect">
            <a:avLst/>
          </a:prstGeom>
        </p:spPr>
      </p:pic>
      <p:graphicFrame>
        <p:nvGraphicFramePr>
          <p:cNvPr id="14" name="표 95">
            <a:extLst>
              <a:ext uri="{FF2B5EF4-FFF2-40B4-BE49-F238E27FC236}">
                <a16:creationId xmlns:a16="http://schemas.microsoft.com/office/drawing/2014/main" id="{BB58AB67-72C4-4449-937B-6DF9B4FB31D6}"/>
              </a:ext>
            </a:extLst>
          </p:cNvPr>
          <p:cNvGraphicFramePr>
            <a:graphicFrameLocks noGrp="1"/>
          </p:cNvGraphicFramePr>
          <p:nvPr userDrawn="1">
            <p:extLst>
              <p:ext uri="{D42A27DB-BD31-4B8C-83A1-F6EECF244321}">
                <p14:modId xmlns:p14="http://schemas.microsoft.com/office/powerpoint/2010/main" val="804697711"/>
              </p:ext>
            </p:extLst>
          </p:nvPr>
        </p:nvGraphicFramePr>
        <p:xfrm>
          <a:off x="33613" y="10565623"/>
          <a:ext cx="10033092" cy="607201"/>
        </p:xfrm>
        <a:graphic>
          <a:graphicData uri="http://schemas.openxmlformats.org/drawingml/2006/table">
            <a:tbl>
              <a:tblPr firstRow="1" bandRow="1">
                <a:tableStyleId>{5940675A-B579-460E-94D1-54222C63F5DA}</a:tableStyleId>
              </a:tblPr>
              <a:tblGrid>
                <a:gridCol w="10033092">
                  <a:extLst>
                    <a:ext uri="{9D8B030D-6E8A-4147-A177-3AD203B41FA5}">
                      <a16:colId xmlns:a16="http://schemas.microsoft.com/office/drawing/2014/main" val="892355891"/>
                    </a:ext>
                  </a:extLst>
                </a:gridCol>
              </a:tblGrid>
              <a:tr h="0">
                <a:tc>
                  <a:txBody>
                    <a:bodyPr/>
                    <a:lstStyle/>
                    <a:p>
                      <a:pPr algn="just" latinLnBrk="1"/>
                      <a:r>
                        <a:rPr lang="ko-KR" altLang="en-US" sz="800" dirty="0">
                          <a:solidFill>
                            <a:schemeClr val="tx1">
                              <a:lumMod val="65000"/>
                              <a:lumOff val="35000"/>
                            </a:schemeClr>
                          </a:solidFill>
                        </a:rPr>
                        <a:t>                                                                                                                                                                                                                                      </a:t>
                      </a:r>
                      <a:r>
                        <a:rPr lang="en-US" altLang="ko-KR" sz="800" dirty="0">
                          <a:solidFill>
                            <a:schemeClr val="tx1">
                              <a:lumMod val="65000"/>
                              <a:lumOff val="35000"/>
                            </a:schemeClr>
                          </a:solidFill>
                        </a:rPr>
                        <a:t>Me9 Market    </a:t>
                      </a:r>
                      <a:r>
                        <a:rPr lang="en-US" altLang="ko-KR" sz="800" dirty="0">
                          <a:solidFill>
                            <a:schemeClr val="bg1">
                              <a:lumMod val="75000"/>
                            </a:schemeClr>
                          </a:solidFill>
                        </a:rPr>
                        <a:t> |     </a:t>
                      </a:r>
                      <a:r>
                        <a:rPr lang="ko-KR" altLang="en-US" sz="800" dirty="0">
                          <a:solidFill>
                            <a:schemeClr val="tx1">
                              <a:lumMod val="65000"/>
                              <a:lumOff val="35000"/>
                            </a:schemeClr>
                          </a:solidFill>
                        </a:rPr>
                        <a:t>공지사항   </a:t>
                      </a:r>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82935955"/>
                  </a:ext>
                </a:extLst>
              </a:tr>
              <a:tr h="393841">
                <a:tc>
                  <a:txBody>
                    <a:bodyPr/>
                    <a:lstStyle/>
                    <a:p>
                      <a:pPr algn="ctr" latinLnBrk="1"/>
                      <a:r>
                        <a:rPr lang="en-US" altLang="ko-KR" sz="900" dirty="0"/>
                        <a:t>© Shop </a:t>
                      </a:r>
                      <a:r>
                        <a:rPr lang="ko-KR" altLang="en-US" sz="900" dirty="0" err="1"/>
                        <a:t>채널명</a:t>
                      </a:r>
                      <a:r>
                        <a:rPr lang="ko-KR" altLang="en-US" sz="900" dirty="0"/>
                        <a:t> </a:t>
                      </a:r>
                      <a:r>
                        <a:rPr lang="en-US" altLang="ko-KR" sz="900" dirty="0"/>
                        <a:t>All Rights Reserved.</a:t>
                      </a:r>
                    </a:p>
                  </a:txBody>
                  <a:tcPr anchor="ctr" anchorCtr="1">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179122011"/>
                  </a:ext>
                </a:extLst>
              </a:tr>
            </a:tbl>
          </a:graphicData>
        </a:graphic>
      </p:graphicFrame>
      <p:sp>
        <p:nvSpPr>
          <p:cNvPr id="15" name="TextBox 14">
            <a:extLst>
              <a:ext uri="{FF2B5EF4-FFF2-40B4-BE49-F238E27FC236}">
                <a16:creationId xmlns:a16="http://schemas.microsoft.com/office/drawing/2014/main" id="{2BF5E474-FD31-4131-AE57-2623D5023CD1}"/>
              </a:ext>
            </a:extLst>
          </p:cNvPr>
          <p:cNvSpPr txBox="1"/>
          <p:nvPr userDrawn="1"/>
        </p:nvSpPr>
        <p:spPr>
          <a:xfrm>
            <a:off x="4631022" y="871059"/>
            <a:ext cx="854721" cy="276999"/>
          </a:xfrm>
          <a:prstGeom prst="rect">
            <a:avLst/>
          </a:prstGeom>
          <a:noFill/>
        </p:spPr>
        <p:txBody>
          <a:bodyPr wrap="none" rtlCol="0">
            <a:spAutoFit/>
          </a:bodyPr>
          <a:lstStyle/>
          <a:p>
            <a:r>
              <a:rPr lang="ko-KR" altLang="en-US" sz="1200" b="1" dirty="0"/>
              <a:t>주문 관리</a:t>
            </a:r>
          </a:p>
        </p:txBody>
      </p:sp>
      <p:cxnSp>
        <p:nvCxnSpPr>
          <p:cNvPr id="16" name="직선 연결선 15">
            <a:extLst>
              <a:ext uri="{FF2B5EF4-FFF2-40B4-BE49-F238E27FC236}">
                <a16:creationId xmlns:a16="http://schemas.microsoft.com/office/drawing/2014/main" id="{5B36AB8A-7AE1-470A-AC01-603C1C0C326C}"/>
              </a:ext>
            </a:extLst>
          </p:cNvPr>
          <p:cNvCxnSpPr>
            <a:cxnSpLocks/>
          </p:cNvCxnSpPr>
          <p:nvPr userDrawn="1"/>
        </p:nvCxnSpPr>
        <p:spPr>
          <a:xfrm>
            <a:off x="1481667" y="1314226"/>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17" name="표 4">
            <a:extLst>
              <a:ext uri="{FF2B5EF4-FFF2-40B4-BE49-F238E27FC236}">
                <a16:creationId xmlns:a16="http://schemas.microsoft.com/office/drawing/2014/main" id="{58F01D02-FA65-4B02-8FAF-BB09973B6DB1}"/>
              </a:ext>
            </a:extLst>
          </p:cNvPr>
          <p:cNvGraphicFramePr>
            <a:graphicFrameLocks noGrp="1"/>
          </p:cNvGraphicFramePr>
          <p:nvPr userDrawn="1">
            <p:extLst>
              <p:ext uri="{D42A27DB-BD31-4B8C-83A1-F6EECF244321}">
                <p14:modId xmlns:p14="http://schemas.microsoft.com/office/powerpoint/2010/main" val="1277349957"/>
              </p:ext>
            </p:extLst>
          </p:nvPr>
        </p:nvGraphicFramePr>
        <p:xfrm>
          <a:off x="1481667" y="1480395"/>
          <a:ext cx="7315200" cy="321854"/>
        </p:xfrm>
        <a:graphic>
          <a:graphicData uri="http://schemas.openxmlformats.org/drawingml/2006/table">
            <a:tbl>
              <a:tblPr firstRow="1" bandRow="1">
                <a:tableStyleId>{5940675A-B579-460E-94D1-54222C63F5DA}</a:tableStyleId>
              </a:tblPr>
              <a:tblGrid>
                <a:gridCol w="1828800">
                  <a:extLst>
                    <a:ext uri="{9D8B030D-6E8A-4147-A177-3AD203B41FA5}">
                      <a16:colId xmlns:a16="http://schemas.microsoft.com/office/drawing/2014/main" val="3306315618"/>
                    </a:ext>
                  </a:extLst>
                </a:gridCol>
                <a:gridCol w="1828800">
                  <a:extLst>
                    <a:ext uri="{9D8B030D-6E8A-4147-A177-3AD203B41FA5}">
                      <a16:colId xmlns:a16="http://schemas.microsoft.com/office/drawing/2014/main" val="3684204346"/>
                    </a:ext>
                  </a:extLst>
                </a:gridCol>
                <a:gridCol w="1828800">
                  <a:extLst>
                    <a:ext uri="{9D8B030D-6E8A-4147-A177-3AD203B41FA5}">
                      <a16:colId xmlns:a16="http://schemas.microsoft.com/office/drawing/2014/main" val="1934738033"/>
                    </a:ext>
                  </a:extLst>
                </a:gridCol>
                <a:gridCol w="1828800">
                  <a:extLst>
                    <a:ext uri="{9D8B030D-6E8A-4147-A177-3AD203B41FA5}">
                      <a16:colId xmlns:a16="http://schemas.microsoft.com/office/drawing/2014/main" val="189309699"/>
                    </a:ext>
                  </a:extLst>
                </a:gridCol>
              </a:tblGrid>
              <a:tr h="321854">
                <a:tc>
                  <a:txBody>
                    <a:bodyPr/>
                    <a:lstStyle/>
                    <a:p>
                      <a:pPr algn="ctr" latinLnBrk="1"/>
                      <a:r>
                        <a:rPr lang="ko-KR" altLang="en-US" sz="1000" b="1" dirty="0">
                          <a:solidFill>
                            <a:schemeClr val="bg1"/>
                          </a:solidFill>
                        </a:rPr>
                        <a:t>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1000" dirty="0"/>
                        <a:t>취소</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1000" dirty="0"/>
                        <a:t>반품</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1000" dirty="0"/>
                        <a:t>교환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2825709569"/>
                  </a:ext>
                </a:extLst>
              </a:tr>
            </a:tbl>
          </a:graphicData>
        </a:graphic>
      </p:graphicFrame>
      <p:sp>
        <p:nvSpPr>
          <p:cNvPr id="18" name="직사각형 17">
            <a:extLst>
              <a:ext uri="{FF2B5EF4-FFF2-40B4-BE49-F238E27FC236}">
                <a16:creationId xmlns:a16="http://schemas.microsoft.com/office/drawing/2014/main" id="{8A5193C4-AD2D-4126-A101-1EDF68FE0F2F}"/>
              </a:ext>
            </a:extLst>
          </p:cNvPr>
          <p:cNvSpPr/>
          <p:nvPr userDrawn="1"/>
        </p:nvSpPr>
        <p:spPr>
          <a:xfrm>
            <a:off x="2607660" y="2029542"/>
            <a:ext cx="788807" cy="321855"/>
          </a:xfrm>
          <a:prstGeom prst="rect">
            <a:avLst/>
          </a:prstGeom>
          <a:solidFill>
            <a:schemeClr val="tx1">
              <a:lumMod val="95000"/>
              <a:lumOff val="5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최근 </a:t>
            </a:r>
            <a:r>
              <a:rPr lang="en-US" altLang="ko-KR" sz="800" b="1" dirty="0">
                <a:solidFill>
                  <a:schemeClr val="bg1"/>
                </a:solidFill>
              </a:rPr>
              <a:t>1</a:t>
            </a:r>
            <a:r>
              <a:rPr lang="ko-KR" altLang="en-US" sz="800" b="1" dirty="0">
                <a:solidFill>
                  <a:schemeClr val="bg1"/>
                </a:solidFill>
              </a:rPr>
              <a:t>개월</a:t>
            </a:r>
            <a:endParaRPr lang="en-US" altLang="ko-KR" sz="800" b="1" dirty="0">
              <a:solidFill>
                <a:schemeClr val="bg1"/>
              </a:solidFill>
            </a:endParaRPr>
          </a:p>
        </p:txBody>
      </p:sp>
      <p:sp>
        <p:nvSpPr>
          <p:cNvPr id="19" name="직사각형 18">
            <a:extLst>
              <a:ext uri="{FF2B5EF4-FFF2-40B4-BE49-F238E27FC236}">
                <a16:creationId xmlns:a16="http://schemas.microsoft.com/office/drawing/2014/main" id="{757AAE9C-EB0E-48CF-9F62-A00628587845}"/>
              </a:ext>
            </a:extLst>
          </p:cNvPr>
          <p:cNvSpPr/>
          <p:nvPr userDrawn="1"/>
        </p:nvSpPr>
        <p:spPr>
          <a:xfrm>
            <a:off x="3396467" y="2029542"/>
            <a:ext cx="788806"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최근 </a:t>
            </a:r>
            <a:r>
              <a:rPr lang="en-US" altLang="ko-KR" sz="800" dirty="0">
                <a:solidFill>
                  <a:schemeClr val="tx1">
                    <a:lumMod val="50000"/>
                    <a:lumOff val="50000"/>
                  </a:schemeClr>
                </a:solidFill>
              </a:rPr>
              <a:t>3</a:t>
            </a:r>
            <a:r>
              <a:rPr lang="ko-KR" altLang="en-US" sz="800" dirty="0">
                <a:solidFill>
                  <a:schemeClr val="tx1">
                    <a:lumMod val="50000"/>
                    <a:lumOff val="50000"/>
                  </a:schemeClr>
                </a:solidFill>
              </a:rPr>
              <a:t>개월</a:t>
            </a:r>
            <a:endParaRPr lang="en-US" altLang="ko-KR" sz="800" dirty="0">
              <a:solidFill>
                <a:schemeClr val="tx1">
                  <a:lumMod val="50000"/>
                  <a:lumOff val="50000"/>
                </a:schemeClr>
              </a:solidFill>
            </a:endParaRPr>
          </a:p>
        </p:txBody>
      </p:sp>
      <p:sp>
        <p:nvSpPr>
          <p:cNvPr id="20" name="직사각형 19">
            <a:extLst>
              <a:ext uri="{FF2B5EF4-FFF2-40B4-BE49-F238E27FC236}">
                <a16:creationId xmlns:a16="http://schemas.microsoft.com/office/drawing/2014/main" id="{70587B6D-BC24-4874-AB31-D3C2A0D43874}"/>
              </a:ext>
            </a:extLst>
          </p:cNvPr>
          <p:cNvSpPr/>
          <p:nvPr userDrawn="1"/>
        </p:nvSpPr>
        <p:spPr>
          <a:xfrm>
            <a:off x="4185273" y="2029542"/>
            <a:ext cx="724713"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최근 </a:t>
            </a:r>
            <a:r>
              <a:rPr lang="en-US" altLang="ko-KR" sz="800" dirty="0">
                <a:solidFill>
                  <a:schemeClr val="tx1">
                    <a:lumMod val="50000"/>
                    <a:lumOff val="50000"/>
                  </a:schemeClr>
                </a:solidFill>
              </a:rPr>
              <a:t>6</a:t>
            </a:r>
            <a:r>
              <a:rPr lang="ko-KR" altLang="en-US" sz="800" dirty="0">
                <a:solidFill>
                  <a:schemeClr val="tx1">
                    <a:lumMod val="50000"/>
                    <a:lumOff val="50000"/>
                  </a:schemeClr>
                </a:solidFill>
              </a:rPr>
              <a:t>개월</a:t>
            </a:r>
            <a:endParaRPr lang="en-US" altLang="ko-KR" sz="800" dirty="0">
              <a:solidFill>
                <a:schemeClr val="tx1">
                  <a:lumMod val="50000"/>
                  <a:lumOff val="50000"/>
                </a:schemeClr>
              </a:solidFill>
            </a:endParaRPr>
          </a:p>
        </p:txBody>
      </p:sp>
      <p:sp>
        <p:nvSpPr>
          <p:cNvPr id="21" name="직사각형 20">
            <a:extLst>
              <a:ext uri="{FF2B5EF4-FFF2-40B4-BE49-F238E27FC236}">
                <a16:creationId xmlns:a16="http://schemas.microsoft.com/office/drawing/2014/main" id="{A83DA57E-B477-4C33-B7D2-52369830FBDD}"/>
              </a:ext>
            </a:extLst>
          </p:cNvPr>
          <p:cNvSpPr/>
          <p:nvPr userDrawn="1"/>
        </p:nvSpPr>
        <p:spPr>
          <a:xfrm>
            <a:off x="4909986" y="2029542"/>
            <a:ext cx="724713"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최근 </a:t>
            </a:r>
            <a:r>
              <a:rPr lang="en-US" altLang="ko-KR" sz="800" dirty="0">
                <a:solidFill>
                  <a:schemeClr val="tx1">
                    <a:lumMod val="50000"/>
                    <a:lumOff val="50000"/>
                  </a:schemeClr>
                </a:solidFill>
              </a:rPr>
              <a:t>1</a:t>
            </a:r>
            <a:r>
              <a:rPr lang="ko-KR" altLang="en-US" sz="800" dirty="0">
                <a:solidFill>
                  <a:schemeClr val="tx1">
                    <a:lumMod val="50000"/>
                    <a:lumOff val="50000"/>
                  </a:schemeClr>
                </a:solidFill>
              </a:rPr>
              <a:t>년</a:t>
            </a:r>
            <a:endParaRPr lang="en-US" altLang="ko-KR" sz="800" dirty="0">
              <a:solidFill>
                <a:schemeClr val="tx1">
                  <a:lumMod val="50000"/>
                  <a:lumOff val="50000"/>
                </a:schemeClr>
              </a:solidFill>
            </a:endParaRPr>
          </a:p>
        </p:txBody>
      </p:sp>
      <p:sp>
        <p:nvSpPr>
          <p:cNvPr id="22" name="직사각형 21">
            <a:extLst>
              <a:ext uri="{FF2B5EF4-FFF2-40B4-BE49-F238E27FC236}">
                <a16:creationId xmlns:a16="http://schemas.microsoft.com/office/drawing/2014/main" id="{50D42E17-8ECE-4CC2-9A65-0C643A7E8656}"/>
              </a:ext>
            </a:extLst>
          </p:cNvPr>
          <p:cNvSpPr/>
          <p:nvPr userDrawn="1"/>
        </p:nvSpPr>
        <p:spPr>
          <a:xfrm>
            <a:off x="5733879" y="2029542"/>
            <a:ext cx="2609448"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23" name="TextBox 22">
            <a:extLst>
              <a:ext uri="{FF2B5EF4-FFF2-40B4-BE49-F238E27FC236}">
                <a16:creationId xmlns:a16="http://schemas.microsoft.com/office/drawing/2014/main" id="{7AE7001F-7499-4A58-9B62-722F8206397E}"/>
              </a:ext>
            </a:extLst>
          </p:cNvPr>
          <p:cNvSpPr txBox="1"/>
          <p:nvPr userDrawn="1"/>
        </p:nvSpPr>
        <p:spPr>
          <a:xfrm>
            <a:off x="5763375" y="2085914"/>
            <a:ext cx="595035" cy="215444"/>
          </a:xfrm>
          <a:prstGeom prst="rect">
            <a:avLst/>
          </a:prstGeom>
          <a:noFill/>
        </p:spPr>
        <p:txBody>
          <a:bodyPr wrap="square" rtlCol="0">
            <a:spAutoFit/>
          </a:bodyPr>
          <a:lstStyle/>
          <a:p>
            <a:r>
              <a:rPr lang="ko-KR" altLang="en-US" sz="800" dirty="0"/>
              <a:t>주문기간</a:t>
            </a:r>
          </a:p>
        </p:txBody>
      </p:sp>
      <p:sp>
        <p:nvSpPr>
          <p:cNvPr id="24" name="직사각형 23">
            <a:extLst>
              <a:ext uri="{FF2B5EF4-FFF2-40B4-BE49-F238E27FC236}">
                <a16:creationId xmlns:a16="http://schemas.microsoft.com/office/drawing/2014/main" id="{A6BC38A5-9F6C-43D2-8375-9D1FFB8EB443}"/>
              </a:ext>
            </a:extLst>
          </p:cNvPr>
          <p:cNvSpPr/>
          <p:nvPr userDrawn="1"/>
        </p:nvSpPr>
        <p:spPr>
          <a:xfrm>
            <a:off x="6330693" y="2089609"/>
            <a:ext cx="609315"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25" name="그림 24">
            <a:extLst>
              <a:ext uri="{FF2B5EF4-FFF2-40B4-BE49-F238E27FC236}">
                <a16:creationId xmlns:a16="http://schemas.microsoft.com/office/drawing/2014/main" id="{FD93F2F0-832C-4024-AE29-6D1A7063F811}"/>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965410" y="2081678"/>
            <a:ext cx="200163" cy="207177"/>
          </a:xfrm>
          <a:prstGeom prst="rect">
            <a:avLst/>
          </a:prstGeom>
          <a:ln w="6350">
            <a:noFill/>
          </a:ln>
        </p:spPr>
      </p:pic>
      <p:sp>
        <p:nvSpPr>
          <p:cNvPr id="26" name="TextBox 25">
            <a:extLst>
              <a:ext uri="{FF2B5EF4-FFF2-40B4-BE49-F238E27FC236}">
                <a16:creationId xmlns:a16="http://schemas.microsoft.com/office/drawing/2014/main" id="{42AB8EC0-F0D0-4001-9E7E-7D952323E05F}"/>
              </a:ext>
            </a:extLst>
          </p:cNvPr>
          <p:cNvSpPr txBox="1"/>
          <p:nvPr userDrawn="1"/>
        </p:nvSpPr>
        <p:spPr>
          <a:xfrm>
            <a:off x="7113131" y="2066412"/>
            <a:ext cx="264816" cy="230832"/>
          </a:xfrm>
          <a:prstGeom prst="rect">
            <a:avLst/>
          </a:prstGeom>
          <a:noFill/>
        </p:spPr>
        <p:txBody>
          <a:bodyPr wrap="square" rtlCol="0">
            <a:spAutoFit/>
          </a:bodyPr>
          <a:lstStyle/>
          <a:p>
            <a:r>
              <a:rPr lang="en-US" altLang="ko-KR" sz="900" dirty="0"/>
              <a:t>~</a:t>
            </a:r>
            <a:endParaRPr lang="ko-KR" altLang="en-US" sz="900" dirty="0"/>
          </a:p>
        </p:txBody>
      </p:sp>
      <p:sp>
        <p:nvSpPr>
          <p:cNvPr id="27" name="직사각형 26">
            <a:extLst>
              <a:ext uri="{FF2B5EF4-FFF2-40B4-BE49-F238E27FC236}">
                <a16:creationId xmlns:a16="http://schemas.microsoft.com/office/drawing/2014/main" id="{66EB8965-8A4E-4104-855D-75D63A260649}"/>
              </a:ext>
            </a:extLst>
          </p:cNvPr>
          <p:cNvSpPr/>
          <p:nvPr userDrawn="1"/>
        </p:nvSpPr>
        <p:spPr>
          <a:xfrm>
            <a:off x="7339481" y="2089609"/>
            <a:ext cx="606992"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28" name="그림 27">
            <a:extLst>
              <a:ext uri="{FF2B5EF4-FFF2-40B4-BE49-F238E27FC236}">
                <a16:creationId xmlns:a16="http://schemas.microsoft.com/office/drawing/2014/main" id="{09A7AE6D-57FC-4FAE-8389-6DC75B108847}"/>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7974197" y="2081678"/>
            <a:ext cx="200163" cy="207177"/>
          </a:xfrm>
          <a:prstGeom prst="rect">
            <a:avLst/>
          </a:prstGeom>
          <a:ln w="6350">
            <a:noFill/>
          </a:ln>
        </p:spPr>
      </p:pic>
      <p:sp>
        <p:nvSpPr>
          <p:cNvPr id="29" name="직사각형 28">
            <a:extLst>
              <a:ext uri="{FF2B5EF4-FFF2-40B4-BE49-F238E27FC236}">
                <a16:creationId xmlns:a16="http://schemas.microsoft.com/office/drawing/2014/main" id="{D5194382-B6F5-4557-9DA9-6D976C86ECEF}"/>
              </a:ext>
            </a:extLst>
          </p:cNvPr>
          <p:cNvSpPr/>
          <p:nvPr userDrawn="1"/>
        </p:nvSpPr>
        <p:spPr>
          <a:xfrm>
            <a:off x="8343327" y="2029543"/>
            <a:ext cx="453540" cy="32428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조회</a:t>
            </a:r>
          </a:p>
        </p:txBody>
      </p:sp>
      <p:cxnSp>
        <p:nvCxnSpPr>
          <p:cNvPr id="30" name="직선 연결선 29">
            <a:extLst>
              <a:ext uri="{FF2B5EF4-FFF2-40B4-BE49-F238E27FC236}">
                <a16:creationId xmlns:a16="http://schemas.microsoft.com/office/drawing/2014/main" id="{BF534354-CF65-4CA9-8EBC-263762752871}"/>
              </a:ext>
            </a:extLst>
          </p:cNvPr>
          <p:cNvCxnSpPr>
            <a:cxnSpLocks/>
          </p:cNvCxnSpPr>
          <p:nvPr userDrawn="1"/>
        </p:nvCxnSpPr>
        <p:spPr>
          <a:xfrm>
            <a:off x="1522542" y="2582065"/>
            <a:ext cx="7323667" cy="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graphicFrame>
        <p:nvGraphicFramePr>
          <p:cNvPr id="31" name="표 13">
            <a:extLst>
              <a:ext uri="{FF2B5EF4-FFF2-40B4-BE49-F238E27FC236}">
                <a16:creationId xmlns:a16="http://schemas.microsoft.com/office/drawing/2014/main" id="{C7B3B5AA-22FE-4C73-A9C7-EA8510B928C7}"/>
              </a:ext>
            </a:extLst>
          </p:cNvPr>
          <p:cNvGraphicFramePr>
            <a:graphicFrameLocks noGrp="1"/>
          </p:cNvGraphicFramePr>
          <p:nvPr userDrawn="1">
            <p:extLst>
              <p:ext uri="{D42A27DB-BD31-4B8C-83A1-F6EECF244321}">
                <p14:modId xmlns:p14="http://schemas.microsoft.com/office/powerpoint/2010/main" val="4173153718"/>
              </p:ext>
            </p:extLst>
          </p:nvPr>
        </p:nvGraphicFramePr>
        <p:xfrm>
          <a:off x="1531009" y="2945216"/>
          <a:ext cx="7384638" cy="1493520"/>
        </p:xfrm>
        <a:graphic>
          <a:graphicData uri="http://schemas.openxmlformats.org/drawingml/2006/table">
            <a:tbl>
              <a:tblPr firstRow="1" bandRow="1">
                <a:tableStyleId>{5940675A-B579-460E-94D1-54222C63F5DA}</a:tableStyleId>
              </a:tblPr>
              <a:tblGrid>
                <a:gridCol w="821359">
                  <a:extLst>
                    <a:ext uri="{9D8B030D-6E8A-4147-A177-3AD203B41FA5}">
                      <a16:colId xmlns:a16="http://schemas.microsoft.com/office/drawing/2014/main" val="2416159356"/>
                    </a:ext>
                  </a:extLst>
                </a:gridCol>
                <a:gridCol w="3657213">
                  <a:extLst>
                    <a:ext uri="{9D8B030D-6E8A-4147-A177-3AD203B41FA5}">
                      <a16:colId xmlns:a16="http://schemas.microsoft.com/office/drawing/2014/main" val="4215256312"/>
                    </a:ext>
                  </a:extLst>
                </a:gridCol>
                <a:gridCol w="208280">
                  <a:extLst>
                    <a:ext uri="{9D8B030D-6E8A-4147-A177-3AD203B41FA5}">
                      <a16:colId xmlns:a16="http://schemas.microsoft.com/office/drawing/2014/main" val="2117488308"/>
                    </a:ext>
                  </a:extLst>
                </a:gridCol>
                <a:gridCol w="952449">
                  <a:extLst>
                    <a:ext uri="{9D8B030D-6E8A-4147-A177-3AD203B41FA5}">
                      <a16:colId xmlns:a16="http://schemas.microsoft.com/office/drawing/2014/main" val="2417053123"/>
                    </a:ext>
                  </a:extLst>
                </a:gridCol>
                <a:gridCol w="952449">
                  <a:extLst>
                    <a:ext uri="{9D8B030D-6E8A-4147-A177-3AD203B41FA5}">
                      <a16:colId xmlns:a16="http://schemas.microsoft.com/office/drawing/2014/main" val="739747790"/>
                    </a:ext>
                  </a:extLst>
                </a:gridCol>
                <a:gridCol w="792888">
                  <a:extLst>
                    <a:ext uri="{9D8B030D-6E8A-4147-A177-3AD203B41FA5}">
                      <a16:colId xmlns:a16="http://schemas.microsoft.com/office/drawing/2014/main" val="3960621706"/>
                    </a:ext>
                  </a:extLst>
                </a:gridCol>
              </a:tblGrid>
              <a:tr h="0">
                <a:tc gridSpan="6">
                  <a:txBody>
                    <a:bodyPr/>
                    <a:lstStyle/>
                    <a:p>
                      <a:pPr latinLnBrk="1"/>
                      <a:r>
                        <a:rPr lang="ko-KR" altLang="en-US" sz="800" b="1" dirty="0">
                          <a:solidFill>
                            <a:schemeClr val="bg1">
                              <a:lumMod val="65000"/>
                            </a:schemeClr>
                          </a:solidFill>
                        </a:rPr>
                        <a:t>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결제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r h="0">
                <a:tc>
                  <a:txBody>
                    <a:bodyPr/>
                    <a:lstStyle/>
                    <a:p>
                      <a:pPr algn="ctr" latinLnBrk="1"/>
                      <a:r>
                        <a:rPr lang="ko-KR" altLang="en-US" sz="900" dirty="0"/>
                        <a:t>배송 준비중</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tc>
                  <a:txBody>
                    <a:bodyPr/>
                    <a:lstStyle/>
                    <a:p>
                      <a:pPr algn="r" latinLnBrk="1"/>
                      <a:r>
                        <a:rPr lang="en-US" altLang="ko-KR" sz="900" b="1" dirty="0"/>
                        <a:t>1,000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extLst>
                  <a:ext uri="{0D108BD9-81ED-4DB2-BD59-A6C34878D82A}">
                    <a16:rowId xmlns:a16="http://schemas.microsoft.com/office/drawing/2014/main" val="4134933101"/>
                  </a:ext>
                </a:extLst>
              </a:tr>
            </a:tbl>
          </a:graphicData>
        </a:graphic>
      </p:graphicFrame>
      <p:grpSp>
        <p:nvGrpSpPr>
          <p:cNvPr id="32" name="그룹 31">
            <a:extLst>
              <a:ext uri="{FF2B5EF4-FFF2-40B4-BE49-F238E27FC236}">
                <a16:creationId xmlns:a16="http://schemas.microsoft.com/office/drawing/2014/main" id="{8647A8B7-2170-456E-9D5D-6B59086B85DB}"/>
              </a:ext>
            </a:extLst>
          </p:cNvPr>
          <p:cNvGrpSpPr/>
          <p:nvPr userDrawn="1"/>
        </p:nvGrpSpPr>
        <p:grpSpPr>
          <a:xfrm>
            <a:off x="2469526" y="3258690"/>
            <a:ext cx="689346" cy="440906"/>
            <a:chOff x="2843808" y="1955121"/>
            <a:chExt cx="1674813" cy="596970"/>
          </a:xfrm>
          <a:solidFill>
            <a:schemeClr val="bg1">
              <a:lumMod val="95000"/>
            </a:schemeClr>
          </a:solidFill>
        </p:grpSpPr>
        <p:sp>
          <p:nvSpPr>
            <p:cNvPr id="33" name="Border">
              <a:extLst>
                <a:ext uri="{FF2B5EF4-FFF2-40B4-BE49-F238E27FC236}">
                  <a16:creationId xmlns:a16="http://schemas.microsoft.com/office/drawing/2014/main" id="{8B474186-054B-493D-9D20-DFDBE3EDDDF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4" name="Line 2">
              <a:extLst>
                <a:ext uri="{FF2B5EF4-FFF2-40B4-BE49-F238E27FC236}">
                  <a16:creationId xmlns:a16="http://schemas.microsoft.com/office/drawing/2014/main" id="{C3414821-C7FB-421A-AB46-DD36C2D4050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5" name="Line 1">
              <a:extLst>
                <a:ext uri="{FF2B5EF4-FFF2-40B4-BE49-F238E27FC236}">
                  <a16:creationId xmlns:a16="http://schemas.microsoft.com/office/drawing/2014/main" id="{8269302B-F847-457C-B1B7-C25804DDDF7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6" name="TextBox 35">
              <a:extLst>
                <a:ext uri="{FF2B5EF4-FFF2-40B4-BE49-F238E27FC236}">
                  <a16:creationId xmlns:a16="http://schemas.microsoft.com/office/drawing/2014/main" id="{4FDE7412-B989-4271-A2F0-62C1F39A5B72}"/>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37" name="직사각형 36">
            <a:extLst>
              <a:ext uri="{FF2B5EF4-FFF2-40B4-BE49-F238E27FC236}">
                <a16:creationId xmlns:a16="http://schemas.microsoft.com/office/drawing/2014/main" id="{3941B607-4794-4C30-B7DF-0DBC16510993}"/>
              </a:ext>
            </a:extLst>
          </p:cNvPr>
          <p:cNvSpPr/>
          <p:nvPr userDrawn="1"/>
        </p:nvSpPr>
        <p:spPr>
          <a:xfrm>
            <a:off x="3179955" y="3258690"/>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38" name="직사각형 37">
            <a:extLst>
              <a:ext uri="{FF2B5EF4-FFF2-40B4-BE49-F238E27FC236}">
                <a16:creationId xmlns:a16="http://schemas.microsoft.com/office/drawing/2014/main" id="{C53DCB07-2BD7-4A71-ABAA-0A35722D16C2}"/>
              </a:ext>
            </a:extLst>
          </p:cNvPr>
          <p:cNvSpPr/>
          <p:nvPr userDrawn="1"/>
        </p:nvSpPr>
        <p:spPr>
          <a:xfrm>
            <a:off x="3176407" y="3906055"/>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grpSp>
        <p:nvGrpSpPr>
          <p:cNvPr id="39" name="그룹 38">
            <a:extLst>
              <a:ext uri="{FF2B5EF4-FFF2-40B4-BE49-F238E27FC236}">
                <a16:creationId xmlns:a16="http://schemas.microsoft.com/office/drawing/2014/main" id="{4727AB72-97C6-43E2-B3A3-7BDDBE23578B}"/>
              </a:ext>
            </a:extLst>
          </p:cNvPr>
          <p:cNvGrpSpPr/>
          <p:nvPr userDrawn="1"/>
        </p:nvGrpSpPr>
        <p:grpSpPr>
          <a:xfrm>
            <a:off x="2465978" y="3881501"/>
            <a:ext cx="689346" cy="440906"/>
            <a:chOff x="2843808" y="1955121"/>
            <a:chExt cx="1674813" cy="596970"/>
          </a:xfrm>
          <a:solidFill>
            <a:schemeClr val="bg1">
              <a:lumMod val="95000"/>
            </a:schemeClr>
          </a:solidFill>
        </p:grpSpPr>
        <p:sp>
          <p:nvSpPr>
            <p:cNvPr id="40" name="Border">
              <a:extLst>
                <a:ext uri="{FF2B5EF4-FFF2-40B4-BE49-F238E27FC236}">
                  <a16:creationId xmlns:a16="http://schemas.microsoft.com/office/drawing/2014/main" id="{C471614A-037D-4FD4-9BAD-953B535C1338}"/>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1" name="Line 2">
              <a:extLst>
                <a:ext uri="{FF2B5EF4-FFF2-40B4-BE49-F238E27FC236}">
                  <a16:creationId xmlns:a16="http://schemas.microsoft.com/office/drawing/2014/main" id="{8FF317D7-B87B-42D4-987F-843ED103E38E}"/>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2" name="Line 1">
              <a:extLst>
                <a:ext uri="{FF2B5EF4-FFF2-40B4-BE49-F238E27FC236}">
                  <a16:creationId xmlns:a16="http://schemas.microsoft.com/office/drawing/2014/main" id="{AAE74C73-CCD9-4B4C-8706-3DCFE2B21724}"/>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3" name="TextBox 42">
              <a:extLst>
                <a:ext uri="{FF2B5EF4-FFF2-40B4-BE49-F238E27FC236}">
                  <a16:creationId xmlns:a16="http://schemas.microsoft.com/office/drawing/2014/main" id="{800FCF07-2A2C-4DA2-9127-BEC70B2C571D}"/>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44" name="TextBox 43">
            <a:extLst>
              <a:ext uri="{FF2B5EF4-FFF2-40B4-BE49-F238E27FC236}">
                <a16:creationId xmlns:a16="http://schemas.microsoft.com/office/drawing/2014/main" id="{FE678187-1299-4F50-8937-8ABFA7D3EC90}"/>
              </a:ext>
            </a:extLst>
          </p:cNvPr>
          <p:cNvSpPr txBox="1"/>
          <p:nvPr userDrawn="1"/>
        </p:nvSpPr>
        <p:spPr>
          <a:xfrm>
            <a:off x="1452189" y="2714797"/>
            <a:ext cx="2015295" cy="215444"/>
          </a:xfrm>
          <a:prstGeom prst="rect">
            <a:avLst/>
          </a:prstGeom>
          <a:noFill/>
        </p:spPr>
        <p:txBody>
          <a:bodyPr wrap="none" rtlCol="0">
            <a:spAutoFit/>
          </a:bodyPr>
          <a:lstStyle/>
          <a:p>
            <a:r>
              <a:rPr lang="en-US" altLang="ko-KR" sz="800" dirty="0"/>
              <a:t>2024.10.14  |  </a:t>
            </a:r>
            <a:r>
              <a:rPr lang="ko-KR" altLang="en-US" sz="800" dirty="0"/>
              <a:t>주문번호</a:t>
            </a:r>
            <a:r>
              <a:rPr lang="en-US" altLang="ko-KR" sz="800" dirty="0"/>
              <a:t>:</a:t>
            </a:r>
            <a:r>
              <a:rPr lang="ko-KR" altLang="en-US" sz="800" dirty="0"/>
              <a:t> </a:t>
            </a:r>
            <a:r>
              <a:rPr lang="en-US" altLang="ko-KR" sz="800" dirty="0"/>
              <a:t>Me9-00929423</a:t>
            </a:r>
            <a:endParaRPr lang="ko-KR" altLang="en-US" sz="800" dirty="0"/>
          </a:p>
        </p:txBody>
      </p:sp>
      <p:sp>
        <p:nvSpPr>
          <p:cNvPr id="45" name="직사각형 44">
            <a:extLst>
              <a:ext uri="{FF2B5EF4-FFF2-40B4-BE49-F238E27FC236}">
                <a16:creationId xmlns:a16="http://schemas.microsoft.com/office/drawing/2014/main" id="{FCB3DCD2-8C49-41FE-A52B-CDE362A43498}"/>
              </a:ext>
            </a:extLst>
          </p:cNvPr>
          <p:cNvSpPr/>
          <p:nvPr userDrawn="1"/>
        </p:nvSpPr>
        <p:spPr>
          <a:xfrm>
            <a:off x="8119034" y="3379192"/>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취소신청</a:t>
            </a:r>
          </a:p>
        </p:txBody>
      </p:sp>
      <p:sp>
        <p:nvSpPr>
          <p:cNvPr id="46" name="직사각형 45">
            <a:extLst>
              <a:ext uri="{FF2B5EF4-FFF2-40B4-BE49-F238E27FC236}">
                <a16:creationId xmlns:a16="http://schemas.microsoft.com/office/drawing/2014/main" id="{11EC430E-700F-40FA-ADE6-E038E613F20C}"/>
              </a:ext>
            </a:extLst>
          </p:cNvPr>
          <p:cNvSpPr/>
          <p:nvPr userDrawn="1"/>
        </p:nvSpPr>
        <p:spPr>
          <a:xfrm>
            <a:off x="1493716" y="2034446"/>
            <a:ext cx="1014763" cy="31691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주문상태 전체  ▼</a:t>
            </a:r>
            <a:endParaRPr lang="en-US" altLang="ko-KR" sz="800" dirty="0">
              <a:solidFill>
                <a:schemeClr val="tx1">
                  <a:lumMod val="50000"/>
                  <a:lumOff val="50000"/>
                </a:schemeClr>
              </a:solidFill>
            </a:endParaRPr>
          </a:p>
        </p:txBody>
      </p:sp>
      <p:sp>
        <p:nvSpPr>
          <p:cNvPr id="48" name="직사각형 47">
            <a:extLst>
              <a:ext uri="{FF2B5EF4-FFF2-40B4-BE49-F238E27FC236}">
                <a16:creationId xmlns:a16="http://schemas.microsoft.com/office/drawing/2014/main" id="{154DCA1E-CE80-47D1-8F41-924E54F01F2F}"/>
              </a:ext>
            </a:extLst>
          </p:cNvPr>
          <p:cNvSpPr/>
          <p:nvPr userDrawn="1"/>
        </p:nvSpPr>
        <p:spPr>
          <a:xfrm>
            <a:off x="8119034" y="7359053"/>
            <a:ext cx="666792" cy="213852"/>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구매확정</a:t>
            </a:r>
          </a:p>
        </p:txBody>
      </p:sp>
      <p:sp>
        <p:nvSpPr>
          <p:cNvPr id="49" name="직사각형 48">
            <a:extLst>
              <a:ext uri="{FF2B5EF4-FFF2-40B4-BE49-F238E27FC236}">
                <a16:creationId xmlns:a16="http://schemas.microsoft.com/office/drawing/2014/main" id="{5AC0F015-BFF5-4C0D-9C62-335F1FB77F16}"/>
              </a:ext>
            </a:extLst>
          </p:cNvPr>
          <p:cNvSpPr/>
          <p:nvPr userDrawn="1"/>
        </p:nvSpPr>
        <p:spPr>
          <a:xfrm>
            <a:off x="8040260" y="8753911"/>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tx1"/>
                </a:solidFill>
              </a:rPr>
              <a:t>구매확정일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50" name="TextBox 49">
            <a:extLst>
              <a:ext uri="{FF2B5EF4-FFF2-40B4-BE49-F238E27FC236}">
                <a16:creationId xmlns:a16="http://schemas.microsoft.com/office/drawing/2014/main" id="{8E1AA84A-64D3-4592-ABFE-92899532C029}"/>
              </a:ext>
            </a:extLst>
          </p:cNvPr>
          <p:cNvSpPr txBox="1"/>
          <p:nvPr userDrawn="1"/>
        </p:nvSpPr>
        <p:spPr>
          <a:xfrm>
            <a:off x="7209744" y="4512961"/>
            <a:ext cx="1661032" cy="215444"/>
          </a:xfrm>
          <a:prstGeom prst="rect">
            <a:avLst/>
          </a:prstGeom>
          <a:noFill/>
        </p:spPr>
        <p:txBody>
          <a:bodyPr wrap="none" rtlCol="0">
            <a:spAutoFit/>
          </a:bodyPr>
          <a:lstStyle/>
          <a:p>
            <a:r>
              <a:rPr lang="ko-KR" altLang="en-US" sz="800" dirty="0"/>
              <a:t>무료배송</a:t>
            </a:r>
            <a:r>
              <a:rPr lang="en-US" altLang="ko-KR" sz="800" dirty="0"/>
              <a:t>  |  </a:t>
            </a:r>
            <a:r>
              <a:rPr lang="ko-KR" altLang="en-US" sz="800" dirty="0"/>
              <a:t>판매자 문의하기 ▷</a:t>
            </a:r>
          </a:p>
        </p:txBody>
      </p:sp>
      <p:graphicFrame>
        <p:nvGraphicFramePr>
          <p:cNvPr id="51" name="표 13">
            <a:extLst>
              <a:ext uri="{FF2B5EF4-FFF2-40B4-BE49-F238E27FC236}">
                <a16:creationId xmlns:a16="http://schemas.microsoft.com/office/drawing/2014/main" id="{5B19743B-F3C2-47D2-ABF4-A98999CBACD2}"/>
              </a:ext>
            </a:extLst>
          </p:cNvPr>
          <p:cNvGraphicFramePr>
            <a:graphicFrameLocks noGrp="1"/>
          </p:cNvGraphicFramePr>
          <p:nvPr userDrawn="1">
            <p:extLst>
              <p:ext uri="{D42A27DB-BD31-4B8C-83A1-F6EECF244321}">
                <p14:modId xmlns:p14="http://schemas.microsoft.com/office/powerpoint/2010/main" val="3226698006"/>
              </p:ext>
            </p:extLst>
          </p:nvPr>
        </p:nvGraphicFramePr>
        <p:xfrm>
          <a:off x="1531009" y="5098194"/>
          <a:ext cx="7315200" cy="853440"/>
        </p:xfrm>
        <a:graphic>
          <a:graphicData uri="http://schemas.openxmlformats.org/drawingml/2006/table">
            <a:tbl>
              <a:tblPr firstRow="1" bandRow="1">
                <a:tableStyleId>{5940675A-B579-460E-94D1-54222C63F5DA}</a:tableStyleId>
              </a:tblPr>
              <a:tblGrid>
                <a:gridCol w="843481">
                  <a:extLst>
                    <a:ext uri="{9D8B030D-6E8A-4147-A177-3AD203B41FA5}">
                      <a16:colId xmlns:a16="http://schemas.microsoft.com/office/drawing/2014/main" val="2416159356"/>
                    </a:ext>
                  </a:extLst>
                </a:gridCol>
                <a:gridCol w="3390999">
                  <a:extLst>
                    <a:ext uri="{9D8B030D-6E8A-4147-A177-3AD203B41FA5}">
                      <a16:colId xmlns:a16="http://schemas.microsoft.com/office/drawing/2014/main" val="4215256312"/>
                    </a:ext>
                  </a:extLst>
                </a:gridCol>
                <a:gridCol w="438168">
                  <a:extLst>
                    <a:ext uri="{9D8B030D-6E8A-4147-A177-3AD203B41FA5}">
                      <a16:colId xmlns:a16="http://schemas.microsoft.com/office/drawing/2014/main" val="2751414510"/>
                    </a:ext>
                  </a:extLst>
                </a:gridCol>
                <a:gridCol w="438168">
                  <a:extLst>
                    <a:ext uri="{9D8B030D-6E8A-4147-A177-3AD203B41FA5}">
                      <a16:colId xmlns:a16="http://schemas.microsoft.com/office/drawing/2014/main" val="3916658608"/>
                    </a:ext>
                  </a:extLst>
                </a:gridCol>
                <a:gridCol w="438168">
                  <a:extLst>
                    <a:ext uri="{9D8B030D-6E8A-4147-A177-3AD203B41FA5}">
                      <a16:colId xmlns:a16="http://schemas.microsoft.com/office/drawing/2014/main" val="2117488308"/>
                    </a:ext>
                  </a:extLst>
                </a:gridCol>
                <a:gridCol w="963843">
                  <a:extLst>
                    <a:ext uri="{9D8B030D-6E8A-4147-A177-3AD203B41FA5}">
                      <a16:colId xmlns:a16="http://schemas.microsoft.com/office/drawing/2014/main" val="739747790"/>
                    </a:ext>
                  </a:extLst>
                </a:gridCol>
                <a:gridCol w="802373">
                  <a:extLst>
                    <a:ext uri="{9D8B030D-6E8A-4147-A177-3AD203B41FA5}">
                      <a16:colId xmlns:a16="http://schemas.microsoft.com/office/drawing/2014/main" val="3960621706"/>
                    </a:ext>
                  </a:extLst>
                </a:gridCol>
              </a:tblGrid>
              <a:tr h="0">
                <a:tc gridSpan="7">
                  <a:txBody>
                    <a:bodyPr/>
                    <a:lstStyle/>
                    <a:p>
                      <a:pPr latinLnBrk="1"/>
                      <a:r>
                        <a:rPr lang="ko-KR" altLang="en-US" sz="800" b="1" dirty="0">
                          <a:solidFill>
                            <a:schemeClr val="bg1">
                              <a:lumMod val="65000"/>
                            </a:schemeClr>
                          </a:solidFill>
                        </a:rPr>
                        <a:t>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배송 중</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bl>
          </a:graphicData>
        </a:graphic>
      </p:graphicFrame>
      <p:grpSp>
        <p:nvGrpSpPr>
          <p:cNvPr id="52" name="그룹 51">
            <a:extLst>
              <a:ext uri="{FF2B5EF4-FFF2-40B4-BE49-F238E27FC236}">
                <a16:creationId xmlns:a16="http://schemas.microsoft.com/office/drawing/2014/main" id="{18530C41-0018-4827-97C6-64DD37DD4581}"/>
              </a:ext>
            </a:extLst>
          </p:cNvPr>
          <p:cNvGrpSpPr/>
          <p:nvPr userDrawn="1"/>
        </p:nvGrpSpPr>
        <p:grpSpPr>
          <a:xfrm>
            <a:off x="2469526" y="5411668"/>
            <a:ext cx="689346" cy="440906"/>
            <a:chOff x="2843808" y="1955121"/>
            <a:chExt cx="1674813" cy="596970"/>
          </a:xfrm>
          <a:solidFill>
            <a:schemeClr val="bg1">
              <a:lumMod val="95000"/>
            </a:schemeClr>
          </a:solidFill>
        </p:grpSpPr>
        <p:sp>
          <p:nvSpPr>
            <p:cNvPr id="53" name="Border">
              <a:extLst>
                <a:ext uri="{FF2B5EF4-FFF2-40B4-BE49-F238E27FC236}">
                  <a16:creationId xmlns:a16="http://schemas.microsoft.com/office/drawing/2014/main" id="{78FE6E15-064E-40CA-9D9F-9544EBCE14EB}"/>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4" name="Line 2">
              <a:extLst>
                <a:ext uri="{FF2B5EF4-FFF2-40B4-BE49-F238E27FC236}">
                  <a16:creationId xmlns:a16="http://schemas.microsoft.com/office/drawing/2014/main" id="{404500F9-2459-4068-9E9A-8CF525F43B2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5" name="Line 1">
              <a:extLst>
                <a:ext uri="{FF2B5EF4-FFF2-40B4-BE49-F238E27FC236}">
                  <a16:creationId xmlns:a16="http://schemas.microsoft.com/office/drawing/2014/main" id="{90BD3B18-4660-41C7-BA23-DFAAC3CAF7A7}"/>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6" name="TextBox 55">
              <a:extLst>
                <a:ext uri="{FF2B5EF4-FFF2-40B4-BE49-F238E27FC236}">
                  <a16:creationId xmlns:a16="http://schemas.microsoft.com/office/drawing/2014/main" id="{EFE3573A-5DCA-4A60-9A41-580FD2336C62}"/>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57" name="직사각형 56">
            <a:extLst>
              <a:ext uri="{FF2B5EF4-FFF2-40B4-BE49-F238E27FC236}">
                <a16:creationId xmlns:a16="http://schemas.microsoft.com/office/drawing/2014/main" id="{CDE4F320-E7DF-400A-AAB0-5FA68DE57235}"/>
              </a:ext>
            </a:extLst>
          </p:cNvPr>
          <p:cNvSpPr/>
          <p:nvPr userDrawn="1"/>
        </p:nvSpPr>
        <p:spPr>
          <a:xfrm>
            <a:off x="3179955" y="5411668"/>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58" name="TextBox 57">
            <a:extLst>
              <a:ext uri="{FF2B5EF4-FFF2-40B4-BE49-F238E27FC236}">
                <a16:creationId xmlns:a16="http://schemas.microsoft.com/office/drawing/2014/main" id="{B1C3A1CE-ABDC-409A-81D8-462E5E4DB484}"/>
              </a:ext>
            </a:extLst>
          </p:cNvPr>
          <p:cNvSpPr txBox="1"/>
          <p:nvPr userDrawn="1"/>
        </p:nvSpPr>
        <p:spPr>
          <a:xfrm>
            <a:off x="1452189" y="4867775"/>
            <a:ext cx="2015295" cy="215444"/>
          </a:xfrm>
          <a:prstGeom prst="rect">
            <a:avLst/>
          </a:prstGeom>
          <a:noFill/>
        </p:spPr>
        <p:txBody>
          <a:bodyPr wrap="none" rtlCol="0">
            <a:spAutoFit/>
          </a:bodyPr>
          <a:lstStyle/>
          <a:p>
            <a:r>
              <a:rPr lang="en-US" altLang="ko-KR" sz="800" dirty="0"/>
              <a:t>2024.10.12  |  </a:t>
            </a:r>
            <a:r>
              <a:rPr lang="ko-KR" altLang="en-US" sz="800" dirty="0"/>
              <a:t>주문번호</a:t>
            </a:r>
            <a:r>
              <a:rPr lang="en-US" altLang="ko-KR" sz="800" dirty="0"/>
              <a:t>:</a:t>
            </a:r>
            <a:r>
              <a:rPr lang="ko-KR" altLang="en-US" sz="800" dirty="0"/>
              <a:t> </a:t>
            </a:r>
            <a:r>
              <a:rPr lang="en-US" altLang="ko-KR" sz="800" dirty="0"/>
              <a:t>Me9-00929111</a:t>
            </a:r>
            <a:endParaRPr lang="ko-KR" altLang="en-US" sz="800" dirty="0"/>
          </a:p>
        </p:txBody>
      </p:sp>
      <p:sp>
        <p:nvSpPr>
          <p:cNvPr id="60" name="직사각형 59">
            <a:extLst>
              <a:ext uri="{FF2B5EF4-FFF2-40B4-BE49-F238E27FC236}">
                <a16:creationId xmlns:a16="http://schemas.microsoft.com/office/drawing/2014/main" id="{27084E9C-17F3-42AE-8231-8C85A80EE39F}"/>
              </a:ext>
            </a:extLst>
          </p:cNvPr>
          <p:cNvSpPr/>
          <p:nvPr userDrawn="1"/>
        </p:nvSpPr>
        <p:spPr>
          <a:xfrm>
            <a:off x="8119034" y="5527772"/>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반품신청</a:t>
            </a:r>
          </a:p>
        </p:txBody>
      </p:sp>
      <p:sp>
        <p:nvSpPr>
          <p:cNvPr id="61" name="TextBox 60">
            <a:extLst>
              <a:ext uri="{FF2B5EF4-FFF2-40B4-BE49-F238E27FC236}">
                <a16:creationId xmlns:a16="http://schemas.microsoft.com/office/drawing/2014/main" id="{B38214F7-9AF8-43F4-B375-579AB0AAF868}"/>
              </a:ext>
            </a:extLst>
          </p:cNvPr>
          <p:cNvSpPr txBox="1"/>
          <p:nvPr userDrawn="1"/>
        </p:nvSpPr>
        <p:spPr>
          <a:xfrm>
            <a:off x="6568816" y="5996442"/>
            <a:ext cx="2380780" cy="215444"/>
          </a:xfrm>
          <a:prstGeom prst="rect">
            <a:avLst/>
          </a:prstGeom>
          <a:noFill/>
        </p:spPr>
        <p:txBody>
          <a:bodyPr wrap="none" rtlCol="0">
            <a:spAutoFit/>
          </a:bodyPr>
          <a:lstStyle/>
          <a:p>
            <a:r>
              <a:rPr lang="en-US" altLang="ko-KR" sz="800" dirty="0"/>
              <a:t>30,000</a:t>
            </a:r>
            <a:r>
              <a:rPr lang="ko-KR" altLang="en-US" sz="800" dirty="0"/>
              <a:t>원 미만 </a:t>
            </a:r>
            <a:r>
              <a:rPr lang="en-US" altLang="ko-KR" sz="800" dirty="0"/>
              <a:t>: 2,500 </a:t>
            </a:r>
            <a:r>
              <a:rPr lang="ko-KR" altLang="en-US" sz="800" dirty="0"/>
              <a:t>원</a:t>
            </a:r>
            <a:r>
              <a:rPr lang="en-US" altLang="ko-KR" sz="800" dirty="0"/>
              <a:t>  |  </a:t>
            </a:r>
            <a:r>
              <a:rPr lang="ko-KR" altLang="en-US" sz="800" dirty="0"/>
              <a:t>판매자 문의하기 ▷</a:t>
            </a:r>
          </a:p>
        </p:txBody>
      </p:sp>
      <p:pic>
        <p:nvPicPr>
          <p:cNvPr id="62" name="Picture 2">
            <a:extLst>
              <a:ext uri="{FF2B5EF4-FFF2-40B4-BE49-F238E27FC236}">
                <a16:creationId xmlns:a16="http://schemas.microsoft.com/office/drawing/2014/main" id="{2F3E78E9-B102-4EE0-A969-4CEB096AF8FF}"/>
              </a:ext>
            </a:extLst>
          </p:cNvPr>
          <p:cNvPicPr>
            <a:picLocks noChangeAspect="1" noChangeArrowheads="1"/>
          </p:cNvPicPr>
          <p:nvPr userDrawn="1"/>
        </p:nvPicPr>
        <p:blipFill>
          <a:blip r:embed="rId4" cstate="print">
            <a:extLst>
              <a:ext uri="{28A0092B-C50C-407E-A947-70E740481C1C}">
                <a14:useLocalDpi xmlns:a14="http://schemas.microsoft.com/office/drawing/2010/main" val="0"/>
              </a:ext>
            </a:extLst>
          </a:blip>
          <a:srcRect/>
          <a:stretch>
            <a:fillRect/>
          </a:stretch>
        </p:blipFill>
        <p:spPr bwMode="auto">
          <a:xfrm>
            <a:off x="4103429" y="9786883"/>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63" name="직사각형 62">
            <a:extLst>
              <a:ext uri="{FF2B5EF4-FFF2-40B4-BE49-F238E27FC236}">
                <a16:creationId xmlns:a16="http://schemas.microsoft.com/office/drawing/2014/main" id="{B1E2182D-8961-47A9-9419-16F74C063935}"/>
              </a:ext>
            </a:extLst>
          </p:cNvPr>
          <p:cNvSpPr/>
          <p:nvPr userDrawn="1"/>
        </p:nvSpPr>
        <p:spPr>
          <a:xfrm>
            <a:off x="3497664" y="2737297"/>
            <a:ext cx="666792" cy="150254"/>
          </a:xfrm>
          <a:prstGeom prst="rect">
            <a:avLst/>
          </a:prstGeom>
          <a:solidFill>
            <a:schemeClr val="accent5">
              <a:lumMod val="75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주문상세</a:t>
            </a:r>
          </a:p>
        </p:txBody>
      </p:sp>
      <p:sp>
        <p:nvSpPr>
          <p:cNvPr id="64" name="직사각형 63">
            <a:extLst>
              <a:ext uri="{FF2B5EF4-FFF2-40B4-BE49-F238E27FC236}">
                <a16:creationId xmlns:a16="http://schemas.microsoft.com/office/drawing/2014/main" id="{B5C101E2-6BED-4B6E-826E-6A4349D948D9}"/>
              </a:ext>
            </a:extLst>
          </p:cNvPr>
          <p:cNvSpPr/>
          <p:nvPr userDrawn="1"/>
        </p:nvSpPr>
        <p:spPr>
          <a:xfrm>
            <a:off x="3497664" y="4886451"/>
            <a:ext cx="666792" cy="150254"/>
          </a:xfrm>
          <a:prstGeom prst="rect">
            <a:avLst/>
          </a:prstGeom>
          <a:solidFill>
            <a:schemeClr val="accent5">
              <a:lumMod val="75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주문상세</a:t>
            </a:r>
          </a:p>
        </p:txBody>
      </p:sp>
      <p:graphicFrame>
        <p:nvGraphicFramePr>
          <p:cNvPr id="78" name="표 13">
            <a:extLst>
              <a:ext uri="{FF2B5EF4-FFF2-40B4-BE49-F238E27FC236}">
                <a16:creationId xmlns:a16="http://schemas.microsoft.com/office/drawing/2014/main" id="{72403FC9-7A4E-4746-9FB5-B8BD35C2821A}"/>
              </a:ext>
            </a:extLst>
          </p:cNvPr>
          <p:cNvGraphicFramePr>
            <a:graphicFrameLocks noGrp="1"/>
          </p:cNvGraphicFramePr>
          <p:nvPr userDrawn="1">
            <p:extLst>
              <p:ext uri="{D42A27DB-BD31-4B8C-83A1-F6EECF244321}">
                <p14:modId xmlns:p14="http://schemas.microsoft.com/office/powerpoint/2010/main" val="3245314854"/>
              </p:ext>
            </p:extLst>
          </p:nvPr>
        </p:nvGraphicFramePr>
        <p:xfrm>
          <a:off x="1530963" y="6699067"/>
          <a:ext cx="7315200" cy="853440"/>
        </p:xfrm>
        <a:graphic>
          <a:graphicData uri="http://schemas.openxmlformats.org/drawingml/2006/table">
            <a:tbl>
              <a:tblPr firstRow="1" bandRow="1">
                <a:tableStyleId>{5940675A-B579-460E-94D1-54222C63F5DA}</a:tableStyleId>
              </a:tblPr>
              <a:tblGrid>
                <a:gridCol w="814031">
                  <a:extLst>
                    <a:ext uri="{9D8B030D-6E8A-4147-A177-3AD203B41FA5}">
                      <a16:colId xmlns:a16="http://schemas.microsoft.com/office/drawing/2014/main" val="2416159356"/>
                    </a:ext>
                  </a:extLst>
                </a:gridCol>
                <a:gridCol w="3420449">
                  <a:extLst>
                    <a:ext uri="{9D8B030D-6E8A-4147-A177-3AD203B41FA5}">
                      <a16:colId xmlns:a16="http://schemas.microsoft.com/office/drawing/2014/main" val="4215256312"/>
                    </a:ext>
                  </a:extLst>
                </a:gridCol>
                <a:gridCol w="438168">
                  <a:extLst>
                    <a:ext uri="{9D8B030D-6E8A-4147-A177-3AD203B41FA5}">
                      <a16:colId xmlns:a16="http://schemas.microsoft.com/office/drawing/2014/main" val="2751414510"/>
                    </a:ext>
                  </a:extLst>
                </a:gridCol>
                <a:gridCol w="438168">
                  <a:extLst>
                    <a:ext uri="{9D8B030D-6E8A-4147-A177-3AD203B41FA5}">
                      <a16:colId xmlns:a16="http://schemas.microsoft.com/office/drawing/2014/main" val="3916658608"/>
                    </a:ext>
                  </a:extLst>
                </a:gridCol>
                <a:gridCol w="438168">
                  <a:extLst>
                    <a:ext uri="{9D8B030D-6E8A-4147-A177-3AD203B41FA5}">
                      <a16:colId xmlns:a16="http://schemas.microsoft.com/office/drawing/2014/main" val="2117488308"/>
                    </a:ext>
                  </a:extLst>
                </a:gridCol>
                <a:gridCol w="963843">
                  <a:extLst>
                    <a:ext uri="{9D8B030D-6E8A-4147-A177-3AD203B41FA5}">
                      <a16:colId xmlns:a16="http://schemas.microsoft.com/office/drawing/2014/main" val="739747790"/>
                    </a:ext>
                  </a:extLst>
                </a:gridCol>
                <a:gridCol w="802373">
                  <a:extLst>
                    <a:ext uri="{9D8B030D-6E8A-4147-A177-3AD203B41FA5}">
                      <a16:colId xmlns:a16="http://schemas.microsoft.com/office/drawing/2014/main" val="3960621706"/>
                    </a:ext>
                  </a:extLst>
                </a:gridCol>
              </a:tblGrid>
              <a:tr h="0">
                <a:tc gridSpan="7">
                  <a:txBody>
                    <a:bodyPr/>
                    <a:lstStyle/>
                    <a:p>
                      <a:pPr latinLnBrk="1"/>
                      <a:r>
                        <a:rPr lang="ko-KR" altLang="en-US" sz="800" b="1" dirty="0">
                          <a:solidFill>
                            <a:schemeClr val="bg1">
                              <a:lumMod val="65000"/>
                            </a:schemeClr>
                          </a:solidFill>
                        </a:rPr>
                        <a:t>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배송완료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bl>
          </a:graphicData>
        </a:graphic>
      </p:graphicFrame>
      <p:grpSp>
        <p:nvGrpSpPr>
          <p:cNvPr id="79" name="그룹 78">
            <a:extLst>
              <a:ext uri="{FF2B5EF4-FFF2-40B4-BE49-F238E27FC236}">
                <a16:creationId xmlns:a16="http://schemas.microsoft.com/office/drawing/2014/main" id="{39983CC5-3DDD-42E6-A351-C71DD618B8DE}"/>
              </a:ext>
            </a:extLst>
          </p:cNvPr>
          <p:cNvGrpSpPr/>
          <p:nvPr userDrawn="1"/>
        </p:nvGrpSpPr>
        <p:grpSpPr>
          <a:xfrm>
            <a:off x="2469480" y="7012541"/>
            <a:ext cx="689346" cy="440906"/>
            <a:chOff x="2843808" y="1955121"/>
            <a:chExt cx="1674813" cy="596970"/>
          </a:xfrm>
          <a:solidFill>
            <a:schemeClr val="bg1">
              <a:lumMod val="95000"/>
            </a:schemeClr>
          </a:solidFill>
        </p:grpSpPr>
        <p:sp>
          <p:nvSpPr>
            <p:cNvPr id="80" name="Border">
              <a:extLst>
                <a:ext uri="{FF2B5EF4-FFF2-40B4-BE49-F238E27FC236}">
                  <a16:creationId xmlns:a16="http://schemas.microsoft.com/office/drawing/2014/main" id="{6CEB92AF-44D6-416C-B7BF-8F42439E18C5}"/>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1" name="Line 2">
              <a:extLst>
                <a:ext uri="{FF2B5EF4-FFF2-40B4-BE49-F238E27FC236}">
                  <a16:creationId xmlns:a16="http://schemas.microsoft.com/office/drawing/2014/main" id="{238FD609-6B78-4229-92AD-642814A9F5B2}"/>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2" name="Line 1">
              <a:extLst>
                <a:ext uri="{FF2B5EF4-FFF2-40B4-BE49-F238E27FC236}">
                  <a16:creationId xmlns:a16="http://schemas.microsoft.com/office/drawing/2014/main" id="{A45191EB-6C30-4380-B5DD-D8EED7AD97C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3" name="TextBox 82">
              <a:extLst>
                <a:ext uri="{FF2B5EF4-FFF2-40B4-BE49-F238E27FC236}">
                  <a16:creationId xmlns:a16="http://schemas.microsoft.com/office/drawing/2014/main" id="{EF70C221-7AA1-4438-92BF-AE9009B87A65}"/>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84" name="직사각형 83">
            <a:extLst>
              <a:ext uri="{FF2B5EF4-FFF2-40B4-BE49-F238E27FC236}">
                <a16:creationId xmlns:a16="http://schemas.microsoft.com/office/drawing/2014/main" id="{00849F21-41C0-4B58-A638-E98AFC1E8FAB}"/>
              </a:ext>
            </a:extLst>
          </p:cNvPr>
          <p:cNvSpPr/>
          <p:nvPr userDrawn="1"/>
        </p:nvSpPr>
        <p:spPr>
          <a:xfrm>
            <a:off x="3179909" y="7012541"/>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85" name="TextBox 84">
            <a:extLst>
              <a:ext uri="{FF2B5EF4-FFF2-40B4-BE49-F238E27FC236}">
                <a16:creationId xmlns:a16="http://schemas.microsoft.com/office/drawing/2014/main" id="{EE8F7B9A-CC9A-4010-86C6-4DDAACDF4C5F}"/>
              </a:ext>
            </a:extLst>
          </p:cNvPr>
          <p:cNvSpPr txBox="1"/>
          <p:nvPr userDrawn="1"/>
        </p:nvSpPr>
        <p:spPr>
          <a:xfrm>
            <a:off x="1452143" y="6468648"/>
            <a:ext cx="2015295" cy="215444"/>
          </a:xfrm>
          <a:prstGeom prst="rect">
            <a:avLst/>
          </a:prstGeom>
          <a:noFill/>
        </p:spPr>
        <p:txBody>
          <a:bodyPr wrap="none" rtlCol="0">
            <a:spAutoFit/>
          </a:bodyPr>
          <a:lstStyle/>
          <a:p>
            <a:r>
              <a:rPr lang="en-US" altLang="ko-KR" sz="800" dirty="0"/>
              <a:t>2024.10.11  |  </a:t>
            </a:r>
            <a:r>
              <a:rPr lang="ko-KR" altLang="en-US" sz="800" dirty="0"/>
              <a:t>주문번호</a:t>
            </a:r>
            <a:r>
              <a:rPr lang="en-US" altLang="ko-KR" sz="800" dirty="0"/>
              <a:t>:</a:t>
            </a:r>
            <a:r>
              <a:rPr lang="ko-KR" altLang="en-US" sz="800" dirty="0"/>
              <a:t> </a:t>
            </a:r>
            <a:r>
              <a:rPr lang="en-US" altLang="ko-KR" sz="800" dirty="0"/>
              <a:t>Me9-00929111</a:t>
            </a:r>
            <a:endParaRPr lang="ko-KR" altLang="en-US" sz="800" dirty="0"/>
          </a:p>
        </p:txBody>
      </p:sp>
      <p:sp>
        <p:nvSpPr>
          <p:cNvPr id="87" name="직사각형 86">
            <a:extLst>
              <a:ext uri="{FF2B5EF4-FFF2-40B4-BE49-F238E27FC236}">
                <a16:creationId xmlns:a16="http://schemas.microsoft.com/office/drawing/2014/main" id="{568DEFE7-B127-4AC7-BF82-53B4D61A428A}"/>
              </a:ext>
            </a:extLst>
          </p:cNvPr>
          <p:cNvSpPr/>
          <p:nvPr userDrawn="1"/>
        </p:nvSpPr>
        <p:spPr>
          <a:xfrm>
            <a:off x="8119034" y="6886359"/>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반품신청</a:t>
            </a:r>
          </a:p>
        </p:txBody>
      </p:sp>
      <p:sp>
        <p:nvSpPr>
          <p:cNvPr id="88" name="TextBox 87">
            <a:extLst>
              <a:ext uri="{FF2B5EF4-FFF2-40B4-BE49-F238E27FC236}">
                <a16:creationId xmlns:a16="http://schemas.microsoft.com/office/drawing/2014/main" id="{74B87950-C7BF-4D86-BC6C-45233797F499}"/>
              </a:ext>
            </a:extLst>
          </p:cNvPr>
          <p:cNvSpPr txBox="1"/>
          <p:nvPr userDrawn="1"/>
        </p:nvSpPr>
        <p:spPr>
          <a:xfrm>
            <a:off x="6568770" y="7597315"/>
            <a:ext cx="2380780" cy="215444"/>
          </a:xfrm>
          <a:prstGeom prst="rect">
            <a:avLst/>
          </a:prstGeom>
          <a:noFill/>
        </p:spPr>
        <p:txBody>
          <a:bodyPr wrap="none" rtlCol="0">
            <a:spAutoFit/>
          </a:bodyPr>
          <a:lstStyle/>
          <a:p>
            <a:r>
              <a:rPr lang="en-US" altLang="ko-KR" sz="800" dirty="0"/>
              <a:t>30,000</a:t>
            </a:r>
            <a:r>
              <a:rPr lang="ko-KR" altLang="en-US" sz="800" dirty="0"/>
              <a:t>원 미만 </a:t>
            </a:r>
            <a:r>
              <a:rPr lang="en-US" altLang="ko-KR" sz="800" dirty="0"/>
              <a:t>: 2,500 </a:t>
            </a:r>
            <a:r>
              <a:rPr lang="ko-KR" altLang="en-US" sz="800" dirty="0"/>
              <a:t>원</a:t>
            </a:r>
            <a:r>
              <a:rPr lang="en-US" altLang="ko-KR" sz="800" dirty="0"/>
              <a:t>  |  </a:t>
            </a:r>
            <a:r>
              <a:rPr lang="ko-KR" altLang="en-US" sz="800" dirty="0"/>
              <a:t>판매자 문의하기 ▷</a:t>
            </a:r>
          </a:p>
        </p:txBody>
      </p:sp>
      <p:sp>
        <p:nvSpPr>
          <p:cNvPr id="89" name="직사각형 88">
            <a:extLst>
              <a:ext uri="{FF2B5EF4-FFF2-40B4-BE49-F238E27FC236}">
                <a16:creationId xmlns:a16="http://schemas.microsoft.com/office/drawing/2014/main" id="{89BB605D-80CB-4D86-B072-BCD1989376ED}"/>
              </a:ext>
            </a:extLst>
          </p:cNvPr>
          <p:cNvSpPr/>
          <p:nvPr userDrawn="1"/>
        </p:nvSpPr>
        <p:spPr>
          <a:xfrm>
            <a:off x="3497664" y="6487908"/>
            <a:ext cx="666792" cy="150254"/>
          </a:xfrm>
          <a:prstGeom prst="rect">
            <a:avLst/>
          </a:prstGeom>
          <a:solidFill>
            <a:schemeClr val="accent5">
              <a:lumMod val="75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주문상세</a:t>
            </a:r>
          </a:p>
        </p:txBody>
      </p:sp>
      <p:graphicFrame>
        <p:nvGraphicFramePr>
          <p:cNvPr id="90" name="표 13">
            <a:extLst>
              <a:ext uri="{FF2B5EF4-FFF2-40B4-BE49-F238E27FC236}">
                <a16:creationId xmlns:a16="http://schemas.microsoft.com/office/drawing/2014/main" id="{2B224BEF-9876-45DD-96FB-B65FB2168AC7}"/>
              </a:ext>
            </a:extLst>
          </p:cNvPr>
          <p:cNvGraphicFramePr>
            <a:graphicFrameLocks noGrp="1"/>
          </p:cNvGraphicFramePr>
          <p:nvPr userDrawn="1">
            <p:extLst>
              <p:ext uri="{D42A27DB-BD31-4B8C-83A1-F6EECF244321}">
                <p14:modId xmlns:p14="http://schemas.microsoft.com/office/powerpoint/2010/main" val="702711353"/>
              </p:ext>
            </p:extLst>
          </p:nvPr>
        </p:nvGraphicFramePr>
        <p:xfrm>
          <a:off x="1561501" y="8346222"/>
          <a:ext cx="7315200" cy="853440"/>
        </p:xfrm>
        <a:graphic>
          <a:graphicData uri="http://schemas.openxmlformats.org/drawingml/2006/table">
            <a:tbl>
              <a:tblPr firstRow="1" bandRow="1">
                <a:tableStyleId>{5940675A-B579-460E-94D1-54222C63F5DA}</a:tableStyleId>
              </a:tblPr>
              <a:tblGrid>
                <a:gridCol w="814031">
                  <a:extLst>
                    <a:ext uri="{9D8B030D-6E8A-4147-A177-3AD203B41FA5}">
                      <a16:colId xmlns:a16="http://schemas.microsoft.com/office/drawing/2014/main" val="2416159356"/>
                    </a:ext>
                  </a:extLst>
                </a:gridCol>
                <a:gridCol w="3420449">
                  <a:extLst>
                    <a:ext uri="{9D8B030D-6E8A-4147-A177-3AD203B41FA5}">
                      <a16:colId xmlns:a16="http://schemas.microsoft.com/office/drawing/2014/main" val="4215256312"/>
                    </a:ext>
                  </a:extLst>
                </a:gridCol>
                <a:gridCol w="438168">
                  <a:extLst>
                    <a:ext uri="{9D8B030D-6E8A-4147-A177-3AD203B41FA5}">
                      <a16:colId xmlns:a16="http://schemas.microsoft.com/office/drawing/2014/main" val="2751414510"/>
                    </a:ext>
                  </a:extLst>
                </a:gridCol>
                <a:gridCol w="438168">
                  <a:extLst>
                    <a:ext uri="{9D8B030D-6E8A-4147-A177-3AD203B41FA5}">
                      <a16:colId xmlns:a16="http://schemas.microsoft.com/office/drawing/2014/main" val="3916658608"/>
                    </a:ext>
                  </a:extLst>
                </a:gridCol>
                <a:gridCol w="438168">
                  <a:extLst>
                    <a:ext uri="{9D8B030D-6E8A-4147-A177-3AD203B41FA5}">
                      <a16:colId xmlns:a16="http://schemas.microsoft.com/office/drawing/2014/main" val="2117488308"/>
                    </a:ext>
                  </a:extLst>
                </a:gridCol>
                <a:gridCol w="963843">
                  <a:extLst>
                    <a:ext uri="{9D8B030D-6E8A-4147-A177-3AD203B41FA5}">
                      <a16:colId xmlns:a16="http://schemas.microsoft.com/office/drawing/2014/main" val="739747790"/>
                    </a:ext>
                  </a:extLst>
                </a:gridCol>
                <a:gridCol w="802373">
                  <a:extLst>
                    <a:ext uri="{9D8B030D-6E8A-4147-A177-3AD203B41FA5}">
                      <a16:colId xmlns:a16="http://schemas.microsoft.com/office/drawing/2014/main" val="3960621706"/>
                    </a:ext>
                  </a:extLst>
                </a:gridCol>
              </a:tblGrid>
              <a:tr h="0">
                <a:tc gridSpan="7">
                  <a:txBody>
                    <a:bodyPr/>
                    <a:lstStyle/>
                    <a:p>
                      <a:pPr latinLnBrk="1"/>
                      <a:r>
                        <a:rPr lang="ko-KR" altLang="en-US" sz="800" b="1" dirty="0">
                          <a:solidFill>
                            <a:schemeClr val="bg1">
                              <a:lumMod val="65000"/>
                            </a:schemeClr>
                          </a:solidFill>
                        </a:rPr>
                        <a:t>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구매 확정</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bl>
          </a:graphicData>
        </a:graphic>
      </p:graphicFrame>
      <p:grpSp>
        <p:nvGrpSpPr>
          <p:cNvPr id="91" name="그룹 90">
            <a:extLst>
              <a:ext uri="{FF2B5EF4-FFF2-40B4-BE49-F238E27FC236}">
                <a16:creationId xmlns:a16="http://schemas.microsoft.com/office/drawing/2014/main" id="{7F044A68-C626-483E-92F3-AA01BC54D01D}"/>
              </a:ext>
            </a:extLst>
          </p:cNvPr>
          <p:cNvGrpSpPr/>
          <p:nvPr userDrawn="1"/>
        </p:nvGrpSpPr>
        <p:grpSpPr>
          <a:xfrm>
            <a:off x="2500018" y="8659696"/>
            <a:ext cx="689346" cy="440906"/>
            <a:chOff x="2843808" y="1955121"/>
            <a:chExt cx="1674813" cy="596970"/>
          </a:xfrm>
          <a:solidFill>
            <a:schemeClr val="bg1">
              <a:lumMod val="95000"/>
            </a:schemeClr>
          </a:solidFill>
        </p:grpSpPr>
        <p:sp>
          <p:nvSpPr>
            <p:cNvPr id="92" name="Border">
              <a:extLst>
                <a:ext uri="{FF2B5EF4-FFF2-40B4-BE49-F238E27FC236}">
                  <a16:creationId xmlns:a16="http://schemas.microsoft.com/office/drawing/2014/main" id="{F850A76F-CDD5-4099-BB47-C417BAC95A11}"/>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3" name="Line 2">
              <a:extLst>
                <a:ext uri="{FF2B5EF4-FFF2-40B4-BE49-F238E27FC236}">
                  <a16:creationId xmlns:a16="http://schemas.microsoft.com/office/drawing/2014/main" id="{BFAC045E-F8A9-4217-BD13-92CF1D27D74D}"/>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4" name="Line 1">
              <a:extLst>
                <a:ext uri="{FF2B5EF4-FFF2-40B4-BE49-F238E27FC236}">
                  <a16:creationId xmlns:a16="http://schemas.microsoft.com/office/drawing/2014/main" id="{6D4BD753-F1A3-4B38-81B9-DDBD749931C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5" name="TextBox 94">
              <a:extLst>
                <a:ext uri="{FF2B5EF4-FFF2-40B4-BE49-F238E27FC236}">
                  <a16:creationId xmlns:a16="http://schemas.microsoft.com/office/drawing/2014/main" id="{B27F3F00-750A-4B67-86FE-2A696B42EE05}"/>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96" name="직사각형 95">
            <a:extLst>
              <a:ext uri="{FF2B5EF4-FFF2-40B4-BE49-F238E27FC236}">
                <a16:creationId xmlns:a16="http://schemas.microsoft.com/office/drawing/2014/main" id="{D1FD7FE8-CAE4-4131-B7F5-B456676A00AF}"/>
              </a:ext>
            </a:extLst>
          </p:cNvPr>
          <p:cNvSpPr/>
          <p:nvPr userDrawn="1"/>
        </p:nvSpPr>
        <p:spPr>
          <a:xfrm>
            <a:off x="3210447" y="8659696"/>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97" name="TextBox 96">
            <a:extLst>
              <a:ext uri="{FF2B5EF4-FFF2-40B4-BE49-F238E27FC236}">
                <a16:creationId xmlns:a16="http://schemas.microsoft.com/office/drawing/2014/main" id="{22159245-3460-4984-8D19-2FB804A67183}"/>
              </a:ext>
            </a:extLst>
          </p:cNvPr>
          <p:cNvSpPr txBox="1"/>
          <p:nvPr userDrawn="1"/>
        </p:nvSpPr>
        <p:spPr>
          <a:xfrm>
            <a:off x="1482681" y="8115803"/>
            <a:ext cx="2015295" cy="215444"/>
          </a:xfrm>
          <a:prstGeom prst="rect">
            <a:avLst/>
          </a:prstGeom>
          <a:noFill/>
        </p:spPr>
        <p:txBody>
          <a:bodyPr wrap="none" rtlCol="0">
            <a:spAutoFit/>
          </a:bodyPr>
          <a:lstStyle/>
          <a:p>
            <a:r>
              <a:rPr lang="en-US" altLang="ko-KR" sz="800" dirty="0"/>
              <a:t>2024.10.09  |  </a:t>
            </a:r>
            <a:r>
              <a:rPr lang="ko-KR" altLang="en-US" sz="800" dirty="0"/>
              <a:t>주문번호</a:t>
            </a:r>
            <a:r>
              <a:rPr lang="en-US" altLang="ko-KR" sz="800" dirty="0"/>
              <a:t>:</a:t>
            </a:r>
            <a:r>
              <a:rPr lang="ko-KR" altLang="en-US" sz="800" dirty="0"/>
              <a:t> </a:t>
            </a:r>
            <a:r>
              <a:rPr lang="en-US" altLang="ko-KR" sz="800" dirty="0"/>
              <a:t>Me9-00929111</a:t>
            </a:r>
            <a:endParaRPr lang="ko-KR" altLang="en-US" sz="800" dirty="0"/>
          </a:p>
        </p:txBody>
      </p:sp>
      <p:sp>
        <p:nvSpPr>
          <p:cNvPr id="100" name="TextBox 99">
            <a:extLst>
              <a:ext uri="{FF2B5EF4-FFF2-40B4-BE49-F238E27FC236}">
                <a16:creationId xmlns:a16="http://schemas.microsoft.com/office/drawing/2014/main" id="{42859EAE-AEA4-468C-8822-1053F72A75C3}"/>
              </a:ext>
            </a:extLst>
          </p:cNvPr>
          <p:cNvSpPr txBox="1"/>
          <p:nvPr userDrawn="1"/>
        </p:nvSpPr>
        <p:spPr>
          <a:xfrm>
            <a:off x="6599308" y="9244470"/>
            <a:ext cx="2380780" cy="215444"/>
          </a:xfrm>
          <a:prstGeom prst="rect">
            <a:avLst/>
          </a:prstGeom>
          <a:noFill/>
        </p:spPr>
        <p:txBody>
          <a:bodyPr wrap="none" rtlCol="0">
            <a:spAutoFit/>
          </a:bodyPr>
          <a:lstStyle/>
          <a:p>
            <a:r>
              <a:rPr lang="en-US" altLang="ko-KR" sz="800" dirty="0"/>
              <a:t>30,000</a:t>
            </a:r>
            <a:r>
              <a:rPr lang="ko-KR" altLang="en-US" sz="800" dirty="0"/>
              <a:t>원 미만 </a:t>
            </a:r>
            <a:r>
              <a:rPr lang="en-US" altLang="ko-KR" sz="800" dirty="0"/>
              <a:t>: 2,500 </a:t>
            </a:r>
            <a:r>
              <a:rPr lang="ko-KR" altLang="en-US" sz="800" dirty="0"/>
              <a:t>원</a:t>
            </a:r>
            <a:r>
              <a:rPr lang="en-US" altLang="ko-KR" sz="800" dirty="0"/>
              <a:t>  |  </a:t>
            </a:r>
            <a:r>
              <a:rPr lang="ko-KR" altLang="en-US" sz="800" dirty="0"/>
              <a:t>판매자 문의하기 ▷</a:t>
            </a:r>
          </a:p>
        </p:txBody>
      </p:sp>
      <p:sp>
        <p:nvSpPr>
          <p:cNvPr id="101" name="직사각형 100">
            <a:extLst>
              <a:ext uri="{FF2B5EF4-FFF2-40B4-BE49-F238E27FC236}">
                <a16:creationId xmlns:a16="http://schemas.microsoft.com/office/drawing/2014/main" id="{7AE9FD5D-5351-4B48-844F-8E75DB74082C}"/>
              </a:ext>
            </a:extLst>
          </p:cNvPr>
          <p:cNvSpPr/>
          <p:nvPr userDrawn="1"/>
        </p:nvSpPr>
        <p:spPr>
          <a:xfrm>
            <a:off x="3528202" y="8134479"/>
            <a:ext cx="666792" cy="150254"/>
          </a:xfrm>
          <a:prstGeom prst="rect">
            <a:avLst/>
          </a:prstGeom>
          <a:solidFill>
            <a:schemeClr val="accent5">
              <a:lumMod val="75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주문상세</a:t>
            </a:r>
          </a:p>
        </p:txBody>
      </p:sp>
      <p:sp>
        <p:nvSpPr>
          <p:cNvPr id="102" name="직사각형 101">
            <a:extLst>
              <a:ext uri="{FF2B5EF4-FFF2-40B4-BE49-F238E27FC236}">
                <a16:creationId xmlns:a16="http://schemas.microsoft.com/office/drawing/2014/main" id="{77EA09C1-639F-4C98-AAC9-78E6796968E0}"/>
              </a:ext>
            </a:extLst>
          </p:cNvPr>
          <p:cNvSpPr/>
          <p:nvPr userDrawn="1"/>
        </p:nvSpPr>
        <p:spPr>
          <a:xfrm>
            <a:off x="8119034" y="3998424"/>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취소신청</a:t>
            </a:r>
          </a:p>
        </p:txBody>
      </p:sp>
      <p:sp>
        <p:nvSpPr>
          <p:cNvPr id="103" name="직사각형 102">
            <a:extLst>
              <a:ext uri="{FF2B5EF4-FFF2-40B4-BE49-F238E27FC236}">
                <a16:creationId xmlns:a16="http://schemas.microsoft.com/office/drawing/2014/main" id="{EF53F4A0-847F-40BC-AB92-6B18E9F6153B}"/>
              </a:ext>
            </a:extLst>
          </p:cNvPr>
          <p:cNvSpPr/>
          <p:nvPr userDrawn="1"/>
        </p:nvSpPr>
        <p:spPr>
          <a:xfrm>
            <a:off x="8112509" y="7116429"/>
            <a:ext cx="666792" cy="213852"/>
          </a:xfrm>
          <a:prstGeom prst="rect">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교환신청</a:t>
            </a:r>
          </a:p>
        </p:txBody>
      </p:sp>
    </p:spTree>
    <p:extLst>
      <p:ext uri="{BB962C8B-B14F-4D97-AF65-F5344CB8AC3E}">
        <p14:creationId xmlns:p14="http://schemas.microsoft.com/office/powerpoint/2010/main" val="780237720"/>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3_사용자 지정 레이아웃">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5933D4A7-0704-4748-B522-AA8EDEB89E62}"/>
              </a:ext>
            </a:extLst>
          </p:cNvPr>
          <p:cNvSpPr/>
          <p:nvPr userDrawn="1"/>
        </p:nvSpPr>
        <p:spPr>
          <a:xfrm>
            <a:off x="33614" y="34270"/>
            <a:ext cx="10033092" cy="7728605"/>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 name="직사각형 3">
            <a:extLst>
              <a:ext uri="{FF2B5EF4-FFF2-40B4-BE49-F238E27FC236}">
                <a16:creationId xmlns:a16="http://schemas.microsoft.com/office/drawing/2014/main" id="{F2796323-E3E2-43B5-A488-CCE2A20E8964}"/>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996C1339-676E-4944-8084-1EB9B668E35F}"/>
              </a:ext>
            </a:extLst>
          </p:cNvPr>
          <p:cNvSpPr/>
          <p:nvPr userDrawn="1"/>
        </p:nvSpPr>
        <p:spPr>
          <a:xfrm>
            <a:off x="33615" y="34272"/>
            <a:ext cx="10033092" cy="579114"/>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a:extLst>
              <a:ext uri="{FF2B5EF4-FFF2-40B4-BE49-F238E27FC236}">
                <a16:creationId xmlns:a16="http://schemas.microsoft.com/office/drawing/2014/main" id="{AF590C5C-27FC-44EF-9F71-B3623410C1CD}"/>
              </a:ext>
            </a:extLst>
          </p:cNvPr>
          <p:cNvGrpSpPr/>
          <p:nvPr userDrawn="1"/>
        </p:nvGrpSpPr>
        <p:grpSpPr>
          <a:xfrm>
            <a:off x="190304" y="150607"/>
            <a:ext cx="1456828" cy="356787"/>
            <a:chOff x="2843808" y="1955121"/>
            <a:chExt cx="1674813" cy="596970"/>
          </a:xfrm>
          <a:solidFill>
            <a:schemeClr val="bg1">
              <a:lumMod val="95000"/>
            </a:schemeClr>
          </a:solidFill>
        </p:grpSpPr>
        <p:sp>
          <p:nvSpPr>
            <p:cNvPr id="7" name="Border">
              <a:extLst>
                <a:ext uri="{FF2B5EF4-FFF2-40B4-BE49-F238E27FC236}">
                  <a16:creationId xmlns:a16="http://schemas.microsoft.com/office/drawing/2014/main" id="{E8D9E5DB-A8A6-4317-BCBB-D106E0F3E36E}"/>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1B445B65-0FE2-4B63-AAB1-56C50B816110}"/>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7A7010C0-AD73-427F-A090-91F2740B2EB4}"/>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TextBox 9">
              <a:extLst>
                <a:ext uri="{FF2B5EF4-FFF2-40B4-BE49-F238E27FC236}">
                  <a16:creationId xmlns:a16="http://schemas.microsoft.com/office/drawing/2014/main" id="{39146876-BDB6-43C9-AA80-636E786B892E}"/>
                </a:ext>
              </a:extLst>
            </p:cNvPr>
            <p:cNvSpPr txBox="1"/>
            <p:nvPr/>
          </p:nvSpPr>
          <p:spPr>
            <a:xfrm>
              <a:off x="3376634" y="2073367"/>
              <a:ext cx="609160" cy="360477"/>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1" name="직사각형 10">
            <a:extLst>
              <a:ext uri="{FF2B5EF4-FFF2-40B4-BE49-F238E27FC236}">
                <a16:creationId xmlns:a16="http://schemas.microsoft.com/office/drawing/2014/main" id="{3C6D06EE-20E3-485E-9AA7-BC0959E7C7FB}"/>
              </a:ext>
            </a:extLst>
          </p:cNvPr>
          <p:cNvSpPr/>
          <p:nvPr userDrawn="1"/>
        </p:nvSpPr>
        <p:spPr>
          <a:xfrm>
            <a:off x="8384010" y="202394"/>
            <a:ext cx="1656223" cy="253211"/>
          </a:xfrm>
          <a:prstGeom prst="rect">
            <a:avLst/>
          </a:prstGeom>
        </p:spPr>
        <p:txBody>
          <a:bodyPr wrap="none">
            <a:spAutoFit/>
          </a:bodyPr>
          <a:lstStyle/>
          <a:p>
            <a:pPr algn="r">
              <a:lnSpc>
                <a:spcPct val="150000"/>
              </a:lnSpc>
            </a:pPr>
            <a:r>
              <a:rPr lang="ko-KR" altLang="en-US" sz="800" dirty="0">
                <a:latin typeface="+mj-ea"/>
                <a:ea typeface="+mj-ea"/>
              </a:rPr>
              <a:t>주문조회</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장바구니</a:t>
            </a:r>
            <a:r>
              <a:rPr lang="en-US" altLang="ko-KR" sz="800" dirty="0">
                <a:latin typeface="+mj-ea"/>
                <a:ea typeface="+mj-ea"/>
              </a:rPr>
              <a:t>  </a:t>
            </a:r>
            <a:r>
              <a:rPr lang="en-US" altLang="ko-KR" sz="800" dirty="0">
                <a:solidFill>
                  <a:schemeClr val="bg1">
                    <a:lumMod val="75000"/>
                  </a:schemeClr>
                </a:solidFill>
                <a:latin typeface="+mj-ea"/>
                <a:ea typeface="+mj-ea"/>
              </a:rPr>
              <a:t>|</a:t>
            </a:r>
            <a:r>
              <a:rPr lang="en-US" altLang="ko-KR" sz="800" dirty="0">
                <a:latin typeface="+mj-ea"/>
                <a:ea typeface="+mj-ea"/>
              </a:rPr>
              <a:t>  </a:t>
            </a:r>
            <a:r>
              <a:rPr lang="ko-KR" altLang="en-US" sz="800" dirty="0">
                <a:latin typeface="+mj-ea"/>
                <a:ea typeface="+mj-ea"/>
              </a:rPr>
              <a:t>로그인</a:t>
            </a:r>
          </a:p>
        </p:txBody>
      </p:sp>
      <p:sp>
        <p:nvSpPr>
          <p:cNvPr id="12" name="직사각형 11">
            <a:extLst>
              <a:ext uri="{FF2B5EF4-FFF2-40B4-BE49-F238E27FC236}">
                <a16:creationId xmlns:a16="http://schemas.microsoft.com/office/drawing/2014/main" id="{F1C4FE9C-3339-409D-8B2E-372E26FAEEBD}"/>
              </a:ext>
            </a:extLst>
          </p:cNvPr>
          <p:cNvSpPr/>
          <p:nvPr userDrawn="1"/>
        </p:nvSpPr>
        <p:spPr>
          <a:xfrm>
            <a:off x="1796228" y="196333"/>
            <a:ext cx="2987312" cy="254992"/>
          </a:xfrm>
          <a:prstGeom prst="rect">
            <a:avLst/>
          </a:prstGeom>
          <a:solidFill>
            <a:schemeClr val="bg1"/>
          </a:solidFill>
          <a:ln w="6350">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75000"/>
                  </a:schemeClr>
                </a:solidFill>
              </a:rPr>
              <a:t>상품코드</a:t>
            </a:r>
            <a:r>
              <a:rPr lang="en-US" altLang="ko-KR" sz="800" dirty="0">
                <a:solidFill>
                  <a:schemeClr val="bg1">
                    <a:lumMod val="75000"/>
                  </a:schemeClr>
                </a:solidFill>
              </a:rPr>
              <a:t>, </a:t>
            </a:r>
            <a:r>
              <a:rPr lang="ko-KR" altLang="en-US" sz="800" dirty="0">
                <a:solidFill>
                  <a:schemeClr val="bg1">
                    <a:lumMod val="75000"/>
                  </a:schemeClr>
                </a:solidFill>
              </a:rPr>
              <a:t>상품제목</a:t>
            </a:r>
            <a:endParaRPr lang="ko-KR" altLang="en-US" sz="900" dirty="0">
              <a:solidFill>
                <a:schemeClr val="bg1">
                  <a:lumMod val="75000"/>
                </a:schemeClr>
              </a:solidFill>
            </a:endParaRPr>
          </a:p>
        </p:txBody>
      </p:sp>
      <p:pic>
        <p:nvPicPr>
          <p:cNvPr id="13" name="그림 12">
            <a:extLst>
              <a:ext uri="{FF2B5EF4-FFF2-40B4-BE49-F238E27FC236}">
                <a16:creationId xmlns:a16="http://schemas.microsoft.com/office/drawing/2014/main" id="{395DE4CE-80A6-4B93-8216-6C2D37BCAE3B}"/>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flipH="1">
            <a:off x="4562333" y="245079"/>
            <a:ext cx="157211" cy="157211"/>
          </a:xfrm>
          <a:prstGeom prst="rect">
            <a:avLst/>
          </a:prstGeom>
        </p:spPr>
      </p:pic>
      <p:graphicFrame>
        <p:nvGraphicFramePr>
          <p:cNvPr id="14" name="표 95">
            <a:extLst>
              <a:ext uri="{FF2B5EF4-FFF2-40B4-BE49-F238E27FC236}">
                <a16:creationId xmlns:a16="http://schemas.microsoft.com/office/drawing/2014/main" id="{068C7121-3C07-4C77-98D7-F7845408A00D}"/>
              </a:ext>
            </a:extLst>
          </p:cNvPr>
          <p:cNvGraphicFramePr>
            <a:graphicFrameLocks noGrp="1"/>
          </p:cNvGraphicFramePr>
          <p:nvPr userDrawn="1">
            <p:extLst>
              <p:ext uri="{D42A27DB-BD31-4B8C-83A1-F6EECF244321}">
                <p14:modId xmlns:p14="http://schemas.microsoft.com/office/powerpoint/2010/main" val="584884863"/>
              </p:ext>
            </p:extLst>
          </p:nvPr>
        </p:nvGraphicFramePr>
        <p:xfrm>
          <a:off x="33613" y="7154634"/>
          <a:ext cx="10033092" cy="607201"/>
        </p:xfrm>
        <a:graphic>
          <a:graphicData uri="http://schemas.openxmlformats.org/drawingml/2006/table">
            <a:tbl>
              <a:tblPr firstRow="1" bandRow="1">
                <a:tableStyleId>{5940675A-B579-460E-94D1-54222C63F5DA}</a:tableStyleId>
              </a:tblPr>
              <a:tblGrid>
                <a:gridCol w="10033092">
                  <a:extLst>
                    <a:ext uri="{9D8B030D-6E8A-4147-A177-3AD203B41FA5}">
                      <a16:colId xmlns:a16="http://schemas.microsoft.com/office/drawing/2014/main" val="892355891"/>
                    </a:ext>
                  </a:extLst>
                </a:gridCol>
              </a:tblGrid>
              <a:tr h="0">
                <a:tc>
                  <a:txBody>
                    <a:bodyPr/>
                    <a:lstStyle/>
                    <a:p>
                      <a:pPr algn="just" latinLnBrk="1"/>
                      <a:r>
                        <a:rPr lang="ko-KR" altLang="en-US" sz="800" dirty="0">
                          <a:solidFill>
                            <a:schemeClr val="tx1">
                              <a:lumMod val="65000"/>
                              <a:lumOff val="35000"/>
                            </a:schemeClr>
                          </a:solidFill>
                        </a:rPr>
                        <a:t>                                                                                                                                                                                                                                      </a:t>
                      </a:r>
                      <a:r>
                        <a:rPr lang="en-US" altLang="ko-KR" sz="800" dirty="0">
                          <a:solidFill>
                            <a:schemeClr val="tx1">
                              <a:lumMod val="65000"/>
                              <a:lumOff val="35000"/>
                            </a:schemeClr>
                          </a:solidFill>
                        </a:rPr>
                        <a:t>Me9 Market    </a:t>
                      </a:r>
                      <a:r>
                        <a:rPr lang="en-US" altLang="ko-KR" sz="800" dirty="0">
                          <a:solidFill>
                            <a:schemeClr val="bg1">
                              <a:lumMod val="75000"/>
                            </a:schemeClr>
                          </a:solidFill>
                        </a:rPr>
                        <a:t> |     </a:t>
                      </a:r>
                      <a:r>
                        <a:rPr lang="ko-KR" altLang="en-US" sz="800" dirty="0">
                          <a:solidFill>
                            <a:schemeClr val="tx1">
                              <a:lumMod val="65000"/>
                              <a:lumOff val="35000"/>
                            </a:schemeClr>
                          </a:solidFill>
                        </a:rPr>
                        <a:t>공지사항   </a:t>
                      </a:r>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82935955"/>
                  </a:ext>
                </a:extLst>
              </a:tr>
              <a:tr h="393841">
                <a:tc>
                  <a:txBody>
                    <a:bodyPr/>
                    <a:lstStyle/>
                    <a:p>
                      <a:pPr algn="ctr" latinLnBrk="1"/>
                      <a:r>
                        <a:rPr lang="en-US" altLang="ko-KR" sz="900" dirty="0"/>
                        <a:t>© Shop </a:t>
                      </a:r>
                      <a:r>
                        <a:rPr lang="ko-KR" altLang="en-US" sz="900" dirty="0" err="1"/>
                        <a:t>채널명</a:t>
                      </a:r>
                      <a:r>
                        <a:rPr lang="ko-KR" altLang="en-US" sz="900" dirty="0"/>
                        <a:t> </a:t>
                      </a:r>
                      <a:r>
                        <a:rPr lang="en-US" altLang="ko-KR" sz="900" dirty="0"/>
                        <a:t>All Rights Reserved.</a:t>
                      </a:r>
                    </a:p>
                  </a:txBody>
                  <a:tcPr anchor="ctr" anchorCtr="1">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179122011"/>
                  </a:ext>
                </a:extLst>
              </a:tr>
            </a:tbl>
          </a:graphicData>
        </a:graphic>
      </p:graphicFrame>
      <p:sp>
        <p:nvSpPr>
          <p:cNvPr id="15" name="TextBox 14">
            <a:extLst>
              <a:ext uri="{FF2B5EF4-FFF2-40B4-BE49-F238E27FC236}">
                <a16:creationId xmlns:a16="http://schemas.microsoft.com/office/drawing/2014/main" id="{9BC3807D-A383-436E-B1CC-4C221A3B2795}"/>
              </a:ext>
            </a:extLst>
          </p:cNvPr>
          <p:cNvSpPr txBox="1"/>
          <p:nvPr userDrawn="1"/>
        </p:nvSpPr>
        <p:spPr>
          <a:xfrm>
            <a:off x="4631022" y="871059"/>
            <a:ext cx="854721" cy="276999"/>
          </a:xfrm>
          <a:prstGeom prst="rect">
            <a:avLst/>
          </a:prstGeom>
          <a:noFill/>
        </p:spPr>
        <p:txBody>
          <a:bodyPr wrap="none" rtlCol="0">
            <a:spAutoFit/>
          </a:bodyPr>
          <a:lstStyle/>
          <a:p>
            <a:r>
              <a:rPr lang="ko-KR" altLang="en-US" sz="1200" b="1" dirty="0"/>
              <a:t>주문 관리</a:t>
            </a:r>
          </a:p>
        </p:txBody>
      </p:sp>
      <p:cxnSp>
        <p:nvCxnSpPr>
          <p:cNvPr id="16" name="직선 연결선 15">
            <a:extLst>
              <a:ext uri="{FF2B5EF4-FFF2-40B4-BE49-F238E27FC236}">
                <a16:creationId xmlns:a16="http://schemas.microsoft.com/office/drawing/2014/main" id="{CA47B42F-5F3E-4A55-8639-5A3365F3A69E}"/>
              </a:ext>
            </a:extLst>
          </p:cNvPr>
          <p:cNvCxnSpPr>
            <a:cxnSpLocks/>
          </p:cNvCxnSpPr>
          <p:nvPr userDrawn="1"/>
        </p:nvCxnSpPr>
        <p:spPr>
          <a:xfrm>
            <a:off x="1481667" y="1314226"/>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17" name="표 4">
            <a:extLst>
              <a:ext uri="{FF2B5EF4-FFF2-40B4-BE49-F238E27FC236}">
                <a16:creationId xmlns:a16="http://schemas.microsoft.com/office/drawing/2014/main" id="{CE7ED93B-C72D-438F-A482-DB844237929C}"/>
              </a:ext>
            </a:extLst>
          </p:cNvPr>
          <p:cNvGraphicFramePr>
            <a:graphicFrameLocks noGrp="1"/>
          </p:cNvGraphicFramePr>
          <p:nvPr userDrawn="1">
            <p:extLst>
              <p:ext uri="{D42A27DB-BD31-4B8C-83A1-F6EECF244321}">
                <p14:modId xmlns:p14="http://schemas.microsoft.com/office/powerpoint/2010/main" val="3890278118"/>
              </p:ext>
            </p:extLst>
          </p:nvPr>
        </p:nvGraphicFramePr>
        <p:xfrm>
          <a:off x="1481667" y="1480395"/>
          <a:ext cx="7315200" cy="321854"/>
        </p:xfrm>
        <a:graphic>
          <a:graphicData uri="http://schemas.openxmlformats.org/drawingml/2006/table">
            <a:tbl>
              <a:tblPr firstRow="1" bandRow="1">
                <a:tableStyleId>{5940675A-B579-460E-94D1-54222C63F5DA}</a:tableStyleId>
              </a:tblPr>
              <a:tblGrid>
                <a:gridCol w="1828800">
                  <a:extLst>
                    <a:ext uri="{9D8B030D-6E8A-4147-A177-3AD203B41FA5}">
                      <a16:colId xmlns:a16="http://schemas.microsoft.com/office/drawing/2014/main" val="3306315618"/>
                    </a:ext>
                  </a:extLst>
                </a:gridCol>
                <a:gridCol w="1828800">
                  <a:extLst>
                    <a:ext uri="{9D8B030D-6E8A-4147-A177-3AD203B41FA5}">
                      <a16:colId xmlns:a16="http://schemas.microsoft.com/office/drawing/2014/main" val="3684204346"/>
                    </a:ext>
                  </a:extLst>
                </a:gridCol>
                <a:gridCol w="1828800">
                  <a:extLst>
                    <a:ext uri="{9D8B030D-6E8A-4147-A177-3AD203B41FA5}">
                      <a16:colId xmlns:a16="http://schemas.microsoft.com/office/drawing/2014/main" val="1934738033"/>
                    </a:ext>
                  </a:extLst>
                </a:gridCol>
                <a:gridCol w="1828800">
                  <a:extLst>
                    <a:ext uri="{9D8B030D-6E8A-4147-A177-3AD203B41FA5}">
                      <a16:colId xmlns:a16="http://schemas.microsoft.com/office/drawing/2014/main" val="189309699"/>
                    </a:ext>
                  </a:extLst>
                </a:gridCol>
              </a:tblGrid>
              <a:tr h="321854">
                <a:tc>
                  <a:txBody>
                    <a:bodyPr/>
                    <a:lstStyle/>
                    <a:p>
                      <a:pPr algn="ctr" latinLnBrk="1"/>
                      <a:r>
                        <a:rPr lang="ko-KR" altLang="en-US" sz="1000" b="0" dirty="0">
                          <a:solidFill>
                            <a:schemeClr val="tx1"/>
                          </a:solidFill>
                        </a:rPr>
                        <a:t>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1" dirty="0">
                          <a:solidFill>
                            <a:schemeClr val="bg1"/>
                          </a:solidFill>
                        </a:rPr>
                        <a:t>취소</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1000" dirty="0"/>
                        <a:t>반품</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1000" dirty="0"/>
                        <a:t>교환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2825709569"/>
                  </a:ext>
                </a:extLst>
              </a:tr>
            </a:tbl>
          </a:graphicData>
        </a:graphic>
      </p:graphicFrame>
      <p:graphicFrame>
        <p:nvGraphicFramePr>
          <p:cNvPr id="50" name="표 13">
            <a:extLst>
              <a:ext uri="{FF2B5EF4-FFF2-40B4-BE49-F238E27FC236}">
                <a16:creationId xmlns:a16="http://schemas.microsoft.com/office/drawing/2014/main" id="{1100483C-DB73-467D-AC41-30699A5DB869}"/>
              </a:ext>
            </a:extLst>
          </p:cNvPr>
          <p:cNvGraphicFramePr>
            <a:graphicFrameLocks noGrp="1"/>
          </p:cNvGraphicFramePr>
          <p:nvPr userDrawn="1">
            <p:extLst>
              <p:ext uri="{D42A27DB-BD31-4B8C-83A1-F6EECF244321}">
                <p14:modId xmlns:p14="http://schemas.microsoft.com/office/powerpoint/2010/main" val="3455850316"/>
              </p:ext>
            </p:extLst>
          </p:nvPr>
        </p:nvGraphicFramePr>
        <p:xfrm>
          <a:off x="1493222" y="3185863"/>
          <a:ext cx="7315200" cy="853440"/>
        </p:xfrm>
        <a:graphic>
          <a:graphicData uri="http://schemas.openxmlformats.org/drawingml/2006/table">
            <a:tbl>
              <a:tblPr firstRow="1" bandRow="1">
                <a:tableStyleId>{5940675A-B579-460E-94D1-54222C63F5DA}</a:tableStyleId>
              </a:tblPr>
              <a:tblGrid>
                <a:gridCol w="843481">
                  <a:extLst>
                    <a:ext uri="{9D8B030D-6E8A-4147-A177-3AD203B41FA5}">
                      <a16:colId xmlns:a16="http://schemas.microsoft.com/office/drawing/2014/main" val="2416159356"/>
                    </a:ext>
                  </a:extLst>
                </a:gridCol>
                <a:gridCol w="3390999">
                  <a:extLst>
                    <a:ext uri="{9D8B030D-6E8A-4147-A177-3AD203B41FA5}">
                      <a16:colId xmlns:a16="http://schemas.microsoft.com/office/drawing/2014/main" val="4215256312"/>
                    </a:ext>
                  </a:extLst>
                </a:gridCol>
                <a:gridCol w="438168">
                  <a:extLst>
                    <a:ext uri="{9D8B030D-6E8A-4147-A177-3AD203B41FA5}">
                      <a16:colId xmlns:a16="http://schemas.microsoft.com/office/drawing/2014/main" val="2751414510"/>
                    </a:ext>
                  </a:extLst>
                </a:gridCol>
                <a:gridCol w="438168">
                  <a:extLst>
                    <a:ext uri="{9D8B030D-6E8A-4147-A177-3AD203B41FA5}">
                      <a16:colId xmlns:a16="http://schemas.microsoft.com/office/drawing/2014/main" val="3916658608"/>
                    </a:ext>
                  </a:extLst>
                </a:gridCol>
                <a:gridCol w="438168">
                  <a:extLst>
                    <a:ext uri="{9D8B030D-6E8A-4147-A177-3AD203B41FA5}">
                      <a16:colId xmlns:a16="http://schemas.microsoft.com/office/drawing/2014/main" val="2117488308"/>
                    </a:ext>
                  </a:extLst>
                </a:gridCol>
                <a:gridCol w="963843">
                  <a:extLst>
                    <a:ext uri="{9D8B030D-6E8A-4147-A177-3AD203B41FA5}">
                      <a16:colId xmlns:a16="http://schemas.microsoft.com/office/drawing/2014/main" val="739747790"/>
                    </a:ext>
                  </a:extLst>
                </a:gridCol>
                <a:gridCol w="802373">
                  <a:extLst>
                    <a:ext uri="{9D8B030D-6E8A-4147-A177-3AD203B41FA5}">
                      <a16:colId xmlns:a16="http://schemas.microsoft.com/office/drawing/2014/main" val="3960621706"/>
                    </a:ext>
                  </a:extLst>
                </a:gridCol>
              </a:tblGrid>
              <a:tr h="0">
                <a:tc gridSpan="7">
                  <a:txBody>
                    <a:bodyPr/>
                    <a:lstStyle/>
                    <a:p>
                      <a:pPr latinLnBrk="1"/>
                      <a:r>
                        <a:rPr lang="ko-KR" altLang="en-US" sz="800" b="1" dirty="0">
                          <a:solidFill>
                            <a:schemeClr val="bg1">
                              <a:lumMod val="65000"/>
                            </a:schemeClr>
                          </a:solidFill>
                        </a:rPr>
                        <a:t>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err="1"/>
                        <a:t>취소신청중</a:t>
                      </a:r>
                      <a:endParaRPr lang="ko-KR" altLang="en-US" sz="900" dirty="0"/>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bl>
          </a:graphicData>
        </a:graphic>
      </p:graphicFrame>
      <p:grpSp>
        <p:nvGrpSpPr>
          <p:cNvPr id="51" name="그룹 50">
            <a:extLst>
              <a:ext uri="{FF2B5EF4-FFF2-40B4-BE49-F238E27FC236}">
                <a16:creationId xmlns:a16="http://schemas.microsoft.com/office/drawing/2014/main" id="{4A681524-DD63-4309-812B-ED66F19C6C69}"/>
              </a:ext>
            </a:extLst>
          </p:cNvPr>
          <p:cNvGrpSpPr/>
          <p:nvPr userDrawn="1"/>
        </p:nvGrpSpPr>
        <p:grpSpPr>
          <a:xfrm>
            <a:off x="2431739" y="3499337"/>
            <a:ext cx="689346" cy="440906"/>
            <a:chOff x="2843808" y="1955121"/>
            <a:chExt cx="1674813" cy="596970"/>
          </a:xfrm>
          <a:solidFill>
            <a:schemeClr val="bg1">
              <a:lumMod val="95000"/>
            </a:schemeClr>
          </a:solidFill>
        </p:grpSpPr>
        <p:sp>
          <p:nvSpPr>
            <p:cNvPr id="52" name="Border">
              <a:extLst>
                <a:ext uri="{FF2B5EF4-FFF2-40B4-BE49-F238E27FC236}">
                  <a16:creationId xmlns:a16="http://schemas.microsoft.com/office/drawing/2014/main" id="{2AC64A6A-7D8F-401A-B82F-46B757B5BF3A}"/>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3" name="Line 2">
              <a:extLst>
                <a:ext uri="{FF2B5EF4-FFF2-40B4-BE49-F238E27FC236}">
                  <a16:creationId xmlns:a16="http://schemas.microsoft.com/office/drawing/2014/main" id="{3C05E762-94F9-49FC-902D-E0D0F0A992B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4" name="Line 1">
              <a:extLst>
                <a:ext uri="{FF2B5EF4-FFF2-40B4-BE49-F238E27FC236}">
                  <a16:creationId xmlns:a16="http://schemas.microsoft.com/office/drawing/2014/main" id="{C5EB1A74-8C0D-4F6E-B547-9F42B11E8734}"/>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5" name="TextBox 54">
              <a:extLst>
                <a:ext uri="{FF2B5EF4-FFF2-40B4-BE49-F238E27FC236}">
                  <a16:creationId xmlns:a16="http://schemas.microsoft.com/office/drawing/2014/main" id="{123C5072-EACA-48B8-9458-C6C21230ECBA}"/>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56" name="직사각형 55">
            <a:extLst>
              <a:ext uri="{FF2B5EF4-FFF2-40B4-BE49-F238E27FC236}">
                <a16:creationId xmlns:a16="http://schemas.microsoft.com/office/drawing/2014/main" id="{5AF816AB-5B50-4768-974B-8A1546C2BB5B}"/>
              </a:ext>
            </a:extLst>
          </p:cNvPr>
          <p:cNvSpPr/>
          <p:nvPr userDrawn="1"/>
        </p:nvSpPr>
        <p:spPr>
          <a:xfrm>
            <a:off x="3142168" y="3499337"/>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57" name="TextBox 56">
            <a:extLst>
              <a:ext uri="{FF2B5EF4-FFF2-40B4-BE49-F238E27FC236}">
                <a16:creationId xmlns:a16="http://schemas.microsoft.com/office/drawing/2014/main" id="{01C52439-B8DD-45DA-A276-40AFF4F07F9C}"/>
              </a:ext>
            </a:extLst>
          </p:cNvPr>
          <p:cNvSpPr txBox="1"/>
          <p:nvPr userDrawn="1"/>
        </p:nvSpPr>
        <p:spPr>
          <a:xfrm>
            <a:off x="1414402" y="2955444"/>
            <a:ext cx="2462534" cy="215444"/>
          </a:xfrm>
          <a:prstGeom prst="rect">
            <a:avLst/>
          </a:prstGeom>
          <a:noFill/>
        </p:spPr>
        <p:txBody>
          <a:bodyPr wrap="none" rtlCol="0">
            <a:spAutoFit/>
          </a:bodyPr>
          <a:lstStyle/>
          <a:p>
            <a:r>
              <a:rPr lang="ko-KR" altLang="en-US" sz="800" dirty="0"/>
              <a:t>취소날짜</a:t>
            </a:r>
            <a:r>
              <a:rPr lang="en-US" altLang="ko-KR" sz="800" dirty="0"/>
              <a:t>: 2024.10.12  |  </a:t>
            </a:r>
            <a:r>
              <a:rPr lang="ko-KR" altLang="en-US" sz="800" dirty="0"/>
              <a:t>주문번호</a:t>
            </a:r>
            <a:r>
              <a:rPr lang="en-US" altLang="ko-KR" sz="800" dirty="0"/>
              <a:t>:</a:t>
            </a:r>
            <a:r>
              <a:rPr lang="ko-KR" altLang="en-US" sz="800" dirty="0"/>
              <a:t> </a:t>
            </a:r>
            <a:r>
              <a:rPr lang="en-US" altLang="ko-KR" sz="800" dirty="0"/>
              <a:t>Me9-00929111</a:t>
            </a:r>
            <a:endParaRPr lang="ko-KR" altLang="en-US" sz="800" dirty="0"/>
          </a:p>
        </p:txBody>
      </p:sp>
      <p:sp>
        <p:nvSpPr>
          <p:cNvPr id="59" name="TextBox 58">
            <a:extLst>
              <a:ext uri="{FF2B5EF4-FFF2-40B4-BE49-F238E27FC236}">
                <a16:creationId xmlns:a16="http://schemas.microsoft.com/office/drawing/2014/main" id="{9B7421D5-747C-44E9-A1D5-29913D70F674}"/>
              </a:ext>
            </a:extLst>
          </p:cNvPr>
          <p:cNvSpPr txBox="1"/>
          <p:nvPr userDrawn="1"/>
        </p:nvSpPr>
        <p:spPr>
          <a:xfrm>
            <a:off x="6531029" y="4084111"/>
            <a:ext cx="2380780" cy="215444"/>
          </a:xfrm>
          <a:prstGeom prst="rect">
            <a:avLst/>
          </a:prstGeom>
          <a:noFill/>
        </p:spPr>
        <p:txBody>
          <a:bodyPr wrap="none" rtlCol="0">
            <a:spAutoFit/>
          </a:bodyPr>
          <a:lstStyle/>
          <a:p>
            <a:r>
              <a:rPr lang="en-US" altLang="ko-KR" sz="800" dirty="0"/>
              <a:t>30,000</a:t>
            </a:r>
            <a:r>
              <a:rPr lang="ko-KR" altLang="en-US" sz="800" dirty="0"/>
              <a:t>원 미만 </a:t>
            </a:r>
            <a:r>
              <a:rPr lang="en-US" altLang="ko-KR" sz="800" dirty="0"/>
              <a:t>: 2,500 </a:t>
            </a:r>
            <a:r>
              <a:rPr lang="ko-KR" altLang="en-US" sz="800" dirty="0"/>
              <a:t>원</a:t>
            </a:r>
            <a:r>
              <a:rPr lang="en-US" altLang="ko-KR" sz="800" dirty="0"/>
              <a:t>  |  </a:t>
            </a:r>
            <a:r>
              <a:rPr lang="ko-KR" altLang="en-US" sz="800" dirty="0"/>
              <a:t>판매자 문의하기 ▷</a:t>
            </a:r>
          </a:p>
        </p:txBody>
      </p:sp>
      <p:pic>
        <p:nvPicPr>
          <p:cNvPr id="60" name="Picture 2">
            <a:extLst>
              <a:ext uri="{FF2B5EF4-FFF2-40B4-BE49-F238E27FC236}">
                <a16:creationId xmlns:a16="http://schemas.microsoft.com/office/drawing/2014/main" id="{967EC398-BAAE-4AAF-BAFD-693A6AF6E4D5}"/>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4119508" y="6506219"/>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62" name="직사각형 61">
            <a:extLst>
              <a:ext uri="{FF2B5EF4-FFF2-40B4-BE49-F238E27FC236}">
                <a16:creationId xmlns:a16="http://schemas.microsoft.com/office/drawing/2014/main" id="{FC7592A5-AFE4-4126-B91E-F8AE5F71A17E}"/>
              </a:ext>
            </a:extLst>
          </p:cNvPr>
          <p:cNvSpPr/>
          <p:nvPr userDrawn="1"/>
        </p:nvSpPr>
        <p:spPr>
          <a:xfrm>
            <a:off x="3920415" y="2976551"/>
            <a:ext cx="666792" cy="150254"/>
          </a:xfrm>
          <a:prstGeom prst="rect">
            <a:avLst/>
          </a:prstGeom>
          <a:solidFill>
            <a:schemeClr val="accent5">
              <a:lumMod val="75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주문상세</a:t>
            </a:r>
          </a:p>
        </p:txBody>
      </p:sp>
      <p:graphicFrame>
        <p:nvGraphicFramePr>
          <p:cNvPr id="63" name="표 13">
            <a:extLst>
              <a:ext uri="{FF2B5EF4-FFF2-40B4-BE49-F238E27FC236}">
                <a16:creationId xmlns:a16="http://schemas.microsoft.com/office/drawing/2014/main" id="{7BAE91B6-B39E-404E-AF70-54E5117DF58E}"/>
              </a:ext>
            </a:extLst>
          </p:cNvPr>
          <p:cNvGraphicFramePr>
            <a:graphicFrameLocks noGrp="1"/>
          </p:cNvGraphicFramePr>
          <p:nvPr userDrawn="1">
            <p:extLst>
              <p:ext uri="{D42A27DB-BD31-4B8C-83A1-F6EECF244321}">
                <p14:modId xmlns:p14="http://schemas.microsoft.com/office/powerpoint/2010/main" val="1766049543"/>
              </p:ext>
            </p:extLst>
          </p:nvPr>
        </p:nvGraphicFramePr>
        <p:xfrm>
          <a:off x="1493176" y="4786736"/>
          <a:ext cx="7315200" cy="853440"/>
        </p:xfrm>
        <a:graphic>
          <a:graphicData uri="http://schemas.openxmlformats.org/drawingml/2006/table">
            <a:tbl>
              <a:tblPr firstRow="1" bandRow="1">
                <a:tableStyleId>{5940675A-B579-460E-94D1-54222C63F5DA}</a:tableStyleId>
              </a:tblPr>
              <a:tblGrid>
                <a:gridCol w="814031">
                  <a:extLst>
                    <a:ext uri="{9D8B030D-6E8A-4147-A177-3AD203B41FA5}">
                      <a16:colId xmlns:a16="http://schemas.microsoft.com/office/drawing/2014/main" val="2416159356"/>
                    </a:ext>
                  </a:extLst>
                </a:gridCol>
                <a:gridCol w="3420449">
                  <a:extLst>
                    <a:ext uri="{9D8B030D-6E8A-4147-A177-3AD203B41FA5}">
                      <a16:colId xmlns:a16="http://schemas.microsoft.com/office/drawing/2014/main" val="4215256312"/>
                    </a:ext>
                  </a:extLst>
                </a:gridCol>
                <a:gridCol w="438168">
                  <a:extLst>
                    <a:ext uri="{9D8B030D-6E8A-4147-A177-3AD203B41FA5}">
                      <a16:colId xmlns:a16="http://schemas.microsoft.com/office/drawing/2014/main" val="2751414510"/>
                    </a:ext>
                  </a:extLst>
                </a:gridCol>
                <a:gridCol w="438168">
                  <a:extLst>
                    <a:ext uri="{9D8B030D-6E8A-4147-A177-3AD203B41FA5}">
                      <a16:colId xmlns:a16="http://schemas.microsoft.com/office/drawing/2014/main" val="3916658608"/>
                    </a:ext>
                  </a:extLst>
                </a:gridCol>
                <a:gridCol w="438168">
                  <a:extLst>
                    <a:ext uri="{9D8B030D-6E8A-4147-A177-3AD203B41FA5}">
                      <a16:colId xmlns:a16="http://schemas.microsoft.com/office/drawing/2014/main" val="2117488308"/>
                    </a:ext>
                  </a:extLst>
                </a:gridCol>
                <a:gridCol w="963843">
                  <a:extLst>
                    <a:ext uri="{9D8B030D-6E8A-4147-A177-3AD203B41FA5}">
                      <a16:colId xmlns:a16="http://schemas.microsoft.com/office/drawing/2014/main" val="739747790"/>
                    </a:ext>
                  </a:extLst>
                </a:gridCol>
                <a:gridCol w="802373">
                  <a:extLst>
                    <a:ext uri="{9D8B030D-6E8A-4147-A177-3AD203B41FA5}">
                      <a16:colId xmlns:a16="http://schemas.microsoft.com/office/drawing/2014/main" val="3960621706"/>
                    </a:ext>
                  </a:extLst>
                </a:gridCol>
              </a:tblGrid>
              <a:tr h="0">
                <a:tc gridSpan="7">
                  <a:txBody>
                    <a:bodyPr/>
                    <a:lstStyle/>
                    <a:p>
                      <a:pPr latinLnBrk="1"/>
                      <a:r>
                        <a:rPr lang="ko-KR" altLang="en-US" sz="800" b="1" dirty="0">
                          <a:solidFill>
                            <a:schemeClr val="bg1">
                              <a:lumMod val="65000"/>
                            </a:schemeClr>
                          </a:solidFill>
                        </a:rPr>
                        <a:t>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취소완료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bl>
          </a:graphicData>
        </a:graphic>
      </p:graphicFrame>
      <p:grpSp>
        <p:nvGrpSpPr>
          <p:cNvPr id="64" name="그룹 63">
            <a:extLst>
              <a:ext uri="{FF2B5EF4-FFF2-40B4-BE49-F238E27FC236}">
                <a16:creationId xmlns:a16="http://schemas.microsoft.com/office/drawing/2014/main" id="{A96B0A69-A5F9-4639-8E66-07C633E414A8}"/>
              </a:ext>
            </a:extLst>
          </p:cNvPr>
          <p:cNvGrpSpPr/>
          <p:nvPr userDrawn="1"/>
        </p:nvGrpSpPr>
        <p:grpSpPr>
          <a:xfrm>
            <a:off x="2431693" y="5100210"/>
            <a:ext cx="689346" cy="440906"/>
            <a:chOff x="2843808" y="1955121"/>
            <a:chExt cx="1674813" cy="596970"/>
          </a:xfrm>
          <a:solidFill>
            <a:schemeClr val="bg1">
              <a:lumMod val="95000"/>
            </a:schemeClr>
          </a:solidFill>
        </p:grpSpPr>
        <p:sp>
          <p:nvSpPr>
            <p:cNvPr id="65" name="Border">
              <a:extLst>
                <a:ext uri="{FF2B5EF4-FFF2-40B4-BE49-F238E27FC236}">
                  <a16:creationId xmlns:a16="http://schemas.microsoft.com/office/drawing/2014/main" id="{472E491B-CE17-4582-8771-6C72D50BFE38}"/>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6" name="Line 2">
              <a:extLst>
                <a:ext uri="{FF2B5EF4-FFF2-40B4-BE49-F238E27FC236}">
                  <a16:creationId xmlns:a16="http://schemas.microsoft.com/office/drawing/2014/main" id="{9B71A069-B54B-471F-A902-45EE7892FFE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7" name="Line 1">
              <a:extLst>
                <a:ext uri="{FF2B5EF4-FFF2-40B4-BE49-F238E27FC236}">
                  <a16:creationId xmlns:a16="http://schemas.microsoft.com/office/drawing/2014/main" id="{745684CB-19D8-45E0-BA3B-60D057BBE92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8" name="TextBox 67">
              <a:extLst>
                <a:ext uri="{FF2B5EF4-FFF2-40B4-BE49-F238E27FC236}">
                  <a16:creationId xmlns:a16="http://schemas.microsoft.com/office/drawing/2014/main" id="{191D8B51-1E6F-49CA-96FF-03E51243C27D}"/>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69" name="직사각형 68">
            <a:extLst>
              <a:ext uri="{FF2B5EF4-FFF2-40B4-BE49-F238E27FC236}">
                <a16:creationId xmlns:a16="http://schemas.microsoft.com/office/drawing/2014/main" id="{7DACC548-F884-40A9-B155-788F5C7F6888}"/>
              </a:ext>
            </a:extLst>
          </p:cNvPr>
          <p:cNvSpPr/>
          <p:nvPr userDrawn="1"/>
        </p:nvSpPr>
        <p:spPr>
          <a:xfrm>
            <a:off x="3142122" y="5100210"/>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70" name="TextBox 69">
            <a:extLst>
              <a:ext uri="{FF2B5EF4-FFF2-40B4-BE49-F238E27FC236}">
                <a16:creationId xmlns:a16="http://schemas.microsoft.com/office/drawing/2014/main" id="{460DF020-431B-4270-A30D-32A2BD089E3A}"/>
              </a:ext>
            </a:extLst>
          </p:cNvPr>
          <p:cNvSpPr txBox="1"/>
          <p:nvPr userDrawn="1"/>
        </p:nvSpPr>
        <p:spPr>
          <a:xfrm>
            <a:off x="1414356" y="4556317"/>
            <a:ext cx="2484976" cy="215444"/>
          </a:xfrm>
          <a:prstGeom prst="rect">
            <a:avLst/>
          </a:prstGeom>
          <a:noFill/>
        </p:spPr>
        <p:txBody>
          <a:bodyPr wrap="none" rtlCol="0">
            <a:spAutoFit/>
          </a:bodyPr>
          <a:lstStyle/>
          <a:p>
            <a:r>
              <a:rPr lang="ko-KR" altLang="en-US" sz="800" dirty="0"/>
              <a:t>취소날짜</a:t>
            </a:r>
            <a:r>
              <a:rPr lang="en-US" altLang="ko-KR" sz="800" dirty="0"/>
              <a:t>: 2024.10.11  |  </a:t>
            </a:r>
            <a:r>
              <a:rPr lang="ko-KR" altLang="en-US" sz="800" dirty="0"/>
              <a:t>주문번호</a:t>
            </a:r>
            <a:r>
              <a:rPr lang="en-US" altLang="ko-KR" sz="800" dirty="0"/>
              <a:t>:</a:t>
            </a:r>
            <a:r>
              <a:rPr lang="ko-KR" altLang="en-US" sz="800" dirty="0"/>
              <a:t> </a:t>
            </a:r>
            <a:r>
              <a:rPr lang="en-US" altLang="ko-KR" sz="800" dirty="0"/>
              <a:t>Me9-00929111</a:t>
            </a:r>
            <a:endParaRPr lang="ko-KR" altLang="en-US" sz="800" dirty="0"/>
          </a:p>
        </p:txBody>
      </p:sp>
      <p:sp>
        <p:nvSpPr>
          <p:cNvPr id="72" name="TextBox 71">
            <a:extLst>
              <a:ext uri="{FF2B5EF4-FFF2-40B4-BE49-F238E27FC236}">
                <a16:creationId xmlns:a16="http://schemas.microsoft.com/office/drawing/2014/main" id="{94E8AC4B-A3FD-4C19-BCA0-69018C73BC77}"/>
              </a:ext>
            </a:extLst>
          </p:cNvPr>
          <p:cNvSpPr txBox="1"/>
          <p:nvPr userDrawn="1"/>
        </p:nvSpPr>
        <p:spPr>
          <a:xfrm>
            <a:off x="6530983" y="5684984"/>
            <a:ext cx="1412566" cy="215444"/>
          </a:xfrm>
          <a:prstGeom prst="rect">
            <a:avLst/>
          </a:prstGeom>
          <a:noFill/>
        </p:spPr>
        <p:txBody>
          <a:bodyPr wrap="none" rtlCol="0">
            <a:spAutoFit/>
          </a:bodyPr>
          <a:lstStyle/>
          <a:p>
            <a:r>
              <a:rPr lang="en-US" altLang="ko-KR" sz="800" dirty="0"/>
              <a:t>30,000</a:t>
            </a:r>
            <a:r>
              <a:rPr lang="ko-KR" altLang="en-US" sz="800" dirty="0"/>
              <a:t>원 미만 </a:t>
            </a:r>
            <a:r>
              <a:rPr lang="en-US" altLang="ko-KR" sz="800" dirty="0"/>
              <a:t>: 2,500 </a:t>
            </a:r>
            <a:r>
              <a:rPr lang="ko-KR" altLang="en-US" sz="800" dirty="0"/>
              <a:t>원</a:t>
            </a:r>
            <a:r>
              <a:rPr lang="en-US" altLang="ko-KR" sz="800" dirty="0"/>
              <a:t>  |</a:t>
            </a:r>
            <a:endParaRPr lang="ko-KR" altLang="en-US" sz="800" dirty="0"/>
          </a:p>
        </p:txBody>
      </p:sp>
      <p:sp>
        <p:nvSpPr>
          <p:cNvPr id="73" name="직사각형 72">
            <a:extLst>
              <a:ext uri="{FF2B5EF4-FFF2-40B4-BE49-F238E27FC236}">
                <a16:creationId xmlns:a16="http://schemas.microsoft.com/office/drawing/2014/main" id="{E560D841-932D-466E-BF26-A0B39D6FFB99}"/>
              </a:ext>
            </a:extLst>
          </p:cNvPr>
          <p:cNvSpPr/>
          <p:nvPr userDrawn="1"/>
        </p:nvSpPr>
        <p:spPr>
          <a:xfrm>
            <a:off x="3920415" y="4578008"/>
            <a:ext cx="666792" cy="150254"/>
          </a:xfrm>
          <a:prstGeom prst="rect">
            <a:avLst/>
          </a:prstGeom>
          <a:solidFill>
            <a:schemeClr val="accent5">
              <a:lumMod val="75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주문상세</a:t>
            </a:r>
          </a:p>
        </p:txBody>
      </p:sp>
      <p:sp>
        <p:nvSpPr>
          <p:cNvPr id="85" name="직사각형 84">
            <a:extLst>
              <a:ext uri="{FF2B5EF4-FFF2-40B4-BE49-F238E27FC236}">
                <a16:creationId xmlns:a16="http://schemas.microsoft.com/office/drawing/2014/main" id="{EAA015CA-413B-4E32-9202-F158CA508EA5}"/>
              </a:ext>
            </a:extLst>
          </p:cNvPr>
          <p:cNvSpPr/>
          <p:nvPr userDrawn="1"/>
        </p:nvSpPr>
        <p:spPr>
          <a:xfrm>
            <a:off x="2607660" y="2029542"/>
            <a:ext cx="788807" cy="321855"/>
          </a:xfrm>
          <a:prstGeom prst="rect">
            <a:avLst/>
          </a:prstGeom>
          <a:solidFill>
            <a:schemeClr val="tx1">
              <a:lumMod val="95000"/>
              <a:lumOff val="5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최근 </a:t>
            </a:r>
            <a:r>
              <a:rPr lang="en-US" altLang="ko-KR" sz="800" b="1" dirty="0">
                <a:solidFill>
                  <a:schemeClr val="bg1"/>
                </a:solidFill>
              </a:rPr>
              <a:t>1</a:t>
            </a:r>
            <a:r>
              <a:rPr lang="ko-KR" altLang="en-US" sz="800" b="1" dirty="0">
                <a:solidFill>
                  <a:schemeClr val="bg1"/>
                </a:solidFill>
              </a:rPr>
              <a:t>개월</a:t>
            </a:r>
            <a:endParaRPr lang="en-US" altLang="ko-KR" sz="800" b="1" dirty="0">
              <a:solidFill>
                <a:schemeClr val="bg1"/>
              </a:solidFill>
            </a:endParaRPr>
          </a:p>
        </p:txBody>
      </p:sp>
      <p:sp>
        <p:nvSpPr>
          <p:cNvPr id="86" name="직사각형 85">
            <a:extLst>
              <a:ext uri="{FF2B5EF4-FFF2-40B4-BE49-F238E27FC236}">
                <a16:creationId xmlns:a16="http://schemas.microsoft.com/office/drawing/2014/main" id="{5E3EAB53-6F1B-46A1-A0A2-90D648310193}"/>
              </a:ext>
            </a:extLst>
          </p:cNvPr>
          <p:cNvSpPr/>
          <p:nvPr userDrawn="1"/>
        </p:nvSpPr>
        <p:spPr>
          <a:xfrm>
            <a:off x="3396467" y="2029542"/>
            <a:ext cx="788806"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최근 </a:t>
            </a:r>
            <a:r>
              <a:rPr lang="en-US" altLang="ko-KR" sz="800" dirty="0">
                <a:solidFill>
                  <a:schemeClr val="tx1">
                    <a:lumMod val="50000"/>
                    <a:lumOff val="50000"/>
                  </a:schemeClr>
                </a:solidFill>
              </a:rPr>
              <a:t>3</a:t>
            </a:r>
            <a:r>
              <a:rPr lang="ko-KR" altLang="en-US" sz="800" dirty="0">
                <a:solidFill>
                  <a:schemeClr val="tx1">
                    <a:lumMod val="50000"/>
                    <a:lumOff val="50000"/>
                  </a:schemeClr>
                </a:solidFill>
              </a:rPr>
              <a:t>개월</a:t>
            </a:r>
            <a:endParaRPr lang="en-US" altLang="ko-KR" sz="800" dirty="0">
              <a:solidFill>
                <a:schemeClr val="tx1">
                  <a:lumMod val="50000"/>
                  <a:lumOff val="50000"/>
                </a:schemeClr>
              </a:solidFill>
            </a:endParaRPr>
          </a:p>
        </p:txBody>
      </p:sp>
      <p:sp>
        <p:nvSpPr>
          <p:cNvPr id="87" name="직사각형 86">
            <a:extLst>
              <a:ext uri="{FF2B5EF4-FFF2-40B4-BE49-F238E27FC236}">
                <a16:creationId xmlns:a16="http://schemas.microsoft.com/office/drawing/2014/main" id="{973FC43E-1775-4076-9EE9-71A5A2087871}"/>
              </a:ext>
            </a:extLst>
          </p:cNvPr>
          <p:cNvSpPr/>
          <p:nvPr userDrawn="1"/>
        </p:nvSpPr>
        <p:spPr>
          <a:xfrm>
            <a:off x="4185273" y="2029542"/>
            <a:ext cx="724713"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최근 </a:t>
            </a:r>
            <a:r>
              <a:rPr lang="en-US" altLang="ko-KR" sz="800" dirty="0">
                <a:solidFill>
                  <a:schemeClr val="tx1">
                    <a:lumMod val="50000"/>
                    <a:lumOff val="50000"/>
                  </a:schemeClr>
                </a:solidFill>
              </a:rPr>
              <a:t>6</a:t>
            </a:r>
            <a:r>
              <a:rPr lang="ko-KR" altLang="en-US" sz="800" dirty="0">
                <a:solidFill>
                  <a:schemeClr val="tx1">
                    <a:lumMod val="50000"/>
                    <a:lumOff val="50000"/>
                  </a:schemeClr>
                </a:solidFill>
              </a:rPr>
              <a:t>개월</a:t>
            </a:r>
            <a:endParaRPr lang="en-US" altLang="ko-KR" sz="800" dirty="0">
              <a:solidFill>
                <a:schemeClr val="tx1">
                  <a:lumMod val="50000"/>
                  <a:lumOff val="50000"/>
                </a:schemeClr>
              </a:solidFill>
            </a:endParaRPr>
          </a:p>
        </p:txBody>
      </p:sp>
      <p:sp>
        <p:nvSpPr>
          <p:cNvPr id="88" name="직사각형 87">
            <a:extLst>
              <a:ext uri="{FF2B5EF4-FFF2-40B4-BE49-F238E27FC236}">
                <a16:creationId xmlns:a16="http://schemas.microsoft.com/office/drawing/2014/main" id="{9E001DE6-B8D9-40EF-8645-E9F80F726377}"/>
              </a:ext>
            </a:extLst>
          </p:cNvPr>
          <p:cNvSpPr/>
          <p:nvPr userDrawn="1"/>
        </p:nvSpPr>
        <p:spPr>
          <a:xfrm>
            <a:off x="4909986" y="2029542"/>
            <a:ext cx="724713"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최근 </a:t>
            </a:r>
            <a:r>
              <a:rPr lang="en-US" altLang="ko-KR" sz="800" dirty="0">
                <a:solidFill>
                  <a:schemeClr val="tx1">
                    <a:lumMod val="50000"/>
                    <a:lumOff val="50000"/>
                  </a:schemeClr>
                </a:solidFill>
              </a:rPr>
              <a:t>1</a:t>
            </a:r>
            <a:r>
              <a:rPr lang="ko-KR" altLang="en-US" sz="800" dirty="0">
                <a:solidFill>
                  <a:schemeClr val="tx1">
                    <a:lumMod val="50000"/>
                    <a:lumOff val="50000"/>
                  </a:schemeClr>
                </a:solidFill>
              </a:rPr>
              <a:t>년</a:t>
            </a:r>
            <a:endParaRPr lang="en-US" altLang="ko-KR" sz="800" dirty="0">
              <a:solidFill>
                <a:schemeClr val="tx1">
                  <a:lumMod val="50000"/>
                  <a:lumOff val="50000"/>
                </a:schemeClr>
              </a:solidFill>
            </a:endParaRPr>
          </a:p>
        </p:txBody>
      </p:sp>
      <p:sp>
        <p:nvSpPr>
          <p:cNvPr id="89" name="직사각형 88">
            <a:extLst>
              <a:ext uri="{FF2B5EF4-FFF2-40B4-BE49-F238E27FC236}">
                <a16:creationId xmlns:a16="http://schemas.microsoft.com/office/drawing/2014/main" id="{2AD83A36-E9D4-468F-AE24-A38F0378A91C}"/>
              </a:ext>
            </a:extLst>
          </p:cNvPr>
          <p:cNvSpPr/>
          <p:nvPr userDrawn="1"/>
        </p:nvSpPr>
        <p:spPr>
          <a:xfrm>
            <a:off x="5733879" y="2029542"/>
            <a:ext cx="2609448"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90" name="TextBox 89">
            <a:extLst>
              <a:ext uri="{FF2B5EF4-FFF2-40B4-BE49-F238E27FC236}">
                <a16:creationId xmlns:a16="http://schemas.microsoft.com/office/drawing/2014/main" id="{62BA89AA-9177-4892-A820-F560DEEE291C}"/>
              </a:ext>
            </a:extLst>
          </p:cNvPr>
          <p:cNvSpPr txBox="1"/>
          <p:nvPr userDrawn="1"/>
        </p:nvSpPr>
        <p:spPr>
          <a:xfrm>
            <a:off x="5763375" y="2085914"/>
            <a:ext cx="595035" cy="215444"/>
          </a:xfrm>
          <a:prstGeom prst="rect">
            <a:avLst/>
          </a:prstGeom>
          <a:noFill/>
        </p:spPr>
        <p:txBody>
          <a:bodyPr wrap="square" rtlCol="0">
            <a:spAutoFit/>
          </a:bodyPr>
          <a:lstStyle/>
          <a:p>
            <a:r>
              <a:rPr lang="ko-KR" altLang="en-US" sz="800" dirty="0"/>
              <a:t>주문기간</a:t>
            </a:r>
          </a:p>
        </p:txBody>
      </p:sp>
      <p:sp>
        <p:nvSpPr>
          <p:cNvPr id="91" name="직사각형 90">
            <a:extLst>
              <a:ext uri="{FF2B5EF4-FFF2-40B4-BE49-F238E27FC236}">
                <a16:creationId xmlns:a16="http://schemas.microsoft.com/office/drawing/2014/main" id="{48542EA6-A677-430A-8C98-6839BBA40499}"/>
              </a:ext>
            </a:extLst>
          </p:cNvPr>
          <p:cNvSpPr/>
          <p:nvPr userDrawn="1"/>
        </p:nvSpPr>
        <p:spPr>
          <a:xfrm>
            <a:off x="6330693" y="2089609"/>
            <a:ext cx="609315"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92" name="그림 91">
            <a:extLst>
              <a:ext uri="{FF2B5EF4-FFF2-40B4-BE49-F238E27FC236}">
                <a16:creationId xmlns:a16="http://schemas.microsoft.com/office/drawing/2014/main" id="{4CF872CC-A5B7-403B-A2C5-3B2D42C32194}"/>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a:off x="6965410" y="2081678"/>
            <a:ext cx="200163" cy="207177"/>
          </a:xfrm>
          <a:prstGeom prst="rect">
            <a:avLst/>
          </a:prstGeom>
          <a:ln w="6350">
            <a:noFill/>
          </a:ln>
        </p:spPr>
      </p:pic>
      <p:sp>
        <p:nvSpPr>
          <p:cNvPr id="93" name="TextBox 92">
            <a:extLst>
              <a:ext uri="{FF2B5EF4-FFF2-40B4-BE49-F238E27FC236}">
                <a16:creationId xmlns:a16="http://schemas.microsoft.com/office/drawing/2014/main" id="{F37C9F70-848E-46A9-9C90-9ACC82EAB14D}"/>
              </a:ext>
            </a:extLst>
          </p:cNvPr>
          <p:cNvSpPr txBox="1"/>
          <p:nvPr userDrawn="1"/>
        </p:nvSpPr>
        <p:spPr>
          <a:xfrm>
            <a:off x="7113131" y="2066412"/>
            <a:ext cx="264816" cy="230832"/>
          </a:xfrm>
          <a:prstGeom prst="rect">
            <a:avLst/>
          </a:prstGeom>
          <a:noFill/>
        </p:spPr>
        <p:txBody>
          <a:bodyPr wrap="square" rtlCol="0">
            <a:spAutoFit/>
          </a:bodyPr>
          <a:lstStyle/>
          <a:p>
            <a:r>
              <a:rPr lang="en-US" altLang="ko-KR" sz="900" dirty="0"/>
              <a:t>~</a:t>
            </a:r>
            <a:endParaRPr lang="ko-KR" altLang="en-US" sz="900" dirty="0"/>
          </a:p>
        </p:txBody>
      </p:sp>
      <p:sp>
        <p:nvSpPr>
          <p:cNvPr id="94" name="직사각형 93">
            <a:extLst>
              <a:ext uri="{FF2B5EF4-FFF2-40B4-BE49-F238E27FC236}">
                <a16:creationId xmlns:a16="http://schemas.microsoft.com/office/drawing/2014/main" id="{9C6F933D-12B0-4855-9335-BFA3688FF57A}"/>
              </a:ext>
            </a:extLst>
          </p:cNvPr>
          <p:cNvSpPr/>
          <p:nvPr userDrawn="1"/>
        </p:nvSpPr>
        <p:spPr>
          <a:xfrm>
            <a:off x="7339481" y="2089609"/>
            <a:ext cx="606992"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95" name="그림 94">
            <a:extLst>
              <a:ext uri="{FF2B5EF4-FFF2-40B4-BE49-F238E27FC236}">
                <a16:creationId xmlns:a16="http://schemas.microsoft.com/office/drawing/2014/main" id="{64E05EBA-5070-44FC-A1F5-D48AE4A37EB2}"/>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a:off x="7974197" y="2081678"/>
            <a:ext cx="200163" cy="207177"/>
          </a:xfrm>
          <a:prstGeom prst="rect">
            <a:avLst/>
          </a:prstGeom>
          <a:ln w="6350">
            <a:noFill/>
          </a:ln>
        </p:spPr>
      </p:pic>
      <p:sp>
        <p:nvSpPr>
          <p:cNvPr id="96" name="직사각형 95">
            <a:extLst>
              <a:ext uri="{FF2B5EF4-FFF2-40B4-BE49-F238E27FC236}">
                <a16:creationId xmlns:a16="http://schemas.microsoft.com/office/drawing/2014/main" id="{2815D395-053A-46EB-9C2B-E0A48953E0BF}"/>
              </a:ext>
            </a:extLst>
          </p:cNvPr>
          <p:cNvSpPr/>
          <p:nvPr userDrawn="1"/>
        </p:nvSpPr>
        <p:spPr>
          <a:xfrm>
            <a:off x="8343327" y="2029543"/>
            <a:ext cx="453540" cy="32428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조회</a:t>
            </a:r>
          </a:p>
        </p:txBody>
      </p:sp>
      <p:cxnSp>
        <p:nvCxnSpPr>
          <p:cNvPr id="97" name="직선 연결선 96">
            <a:extLst>
              <a:ext uri="{FF2B5EF4-FFF2-40B4-BE49-F238E27FC236}">
                <a16:creationId xmlns:a16="http://schemas.microsoft.com/office/drawing/2014/main" id="{26E878AF-810B-4BB3-A567-A7722CA99AAF}"/>
              </a:ext>
            </a:extLst>
          </p:cNvPr>
          <p:cNvCxnSpPr>
            <a:cxnSpLocks/>
          </p:cNvCxnSpPr>
          <p:nvPr userDrawn="1"/>
        </p:nvCxnSpPr>
        <p:spPr>
          <a:xfrm>
            <a:off x="1522542" y="2582065"/>
            <a:ext cx="7323667" cy="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98" name="직사각형 97">
            <a:extLst>
              <a:ext uri="{FF2B5EF4-FFF2-40B4-BE49-F238E27FC236}">
                <a16:creationId xmlns:a16="http://schemas.microsoft.com/office/drawing/2014/main" id="{93D0C67F-5556-48EF-809E-1DC49F5D44A5}"/>
              </a:ext>
            </a:extLst>
          </p:cNvPr>
          <p:cNvSpPr/>
          <p:nvPr userDrawn="1"/>
        </p:nvSpPr>
        <p:spPr>
          <a:xfrm>
            <a:off x="1493716" y="2034446"/>
            <a:ext cx="1014763" cy="31691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취소상태 전체  ▼</a:t>
            </a:r>
            <a:endParaRPr lang="en-US" altLang="ko-KR" sz="800" dirty="0">
              <a:solidFill>
                <a:schemeClr val="tx1">
                  <a:lumMod val="50000"/>
                  <a:lumOff val="50000"/>
                </a:schemeClr>
              </a:solidFill>
            </a:endParaRPr>
          </a:p>
        </p:txBody>
      </p:sp>
      <p:sp>
        <p:nvSpPr>
          <p:cNvPr id="99" name="직사각형 98">
            <a:extLst>
              <a:ext uri="{FF2B5EF4-FFF2-40B4-BE49-F238E27FC236}">
                <a16:creationId xmlns:a16="http://schemas.microsoft.com/office/drawing/2014/main" id="{D81B0046-D814-43A3-A2A5-FA08D26C333D}"/>
              </a:ext>
            </a:extLst>
          </p:cNvPr>
          <p:cNvSpPr/>
          <p:nvPr userDrawn="1"/>
        </p:nvSpPr>
        <p:spPr>
          <a:xfrm>
            <a:off x="7943549" y="5178460"/>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취소완료일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100" name="직사각형 99">
            <a:extLst>
              <a:ext uri="{FF2B5EF4-FFF2-40B4-BE49-F238E27FC236}">
                <a16:creationId xmlns:a16="http://schemas.microsoft.com/office/drawing/2014/main" id="{09CA0230-EC24-4D41-8BEC-CC1311CCA680}"/>
              </a:ext>
            </a:extLst>
          </p:cNvPr>
          <p:cNvSpPr/>
          <p:nvPr userDrawn="1"/>
        </p:nvSpPr>
        <p:spPr>
          <a:xfrm>
            <a:off x="7925052" y="3588342"/>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취소신청일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Tree>
    <p:extLst>
      <p:ext uri="{BB962C8B-B14F-4D97-AF65-F5344CB8AC3E}">
        <p14:creationId xmlns:p14="http://schemas.microsoft.com/office/powerpoint/2010/main" val="872468265"/>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4_사용자 지정 레이아웃">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A37CF53E-D0F3-4E5D-B74D-D5153D467539}"/>
              </a:ext>
            </a:extLst>
          </p:cNvPr>
          <p:cNvSpPr/>
          <p:nvPr userDrawn="1"/>
        </p:nvSpPr>
        <p:spPr>
          <a:xfrm>
            <a:off x="33614" y="34270"/>
            <a:ext cx="10033092" cy="7728605"/>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 name="직사각형 3">
            <a:extLst>
              <a:ext uri="{FF2B5EF4-FFF2-40B4-BE49-F238E27FC236}">
                <a16:creationId xmlns:a16="http://schemas.microsoft.com/office/drawing/2014/main" id="{8203B8F2-AACD-4384-AA25-4FAA9F03C20A}"/>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374023BE-C28C-4878-A243-9C0AAC9CF77C}"/>
              </a:ext>
            </a:extLst>
          </p:cNvPr>
          <p:cNvSpPr/>
          <p:nvPr userDrawn="1"/>
        </p:nvSpPr>
        <p:spPr>
          <a:xfrm>
            <a:off x="33615" y="34272"/>
            <a:ext cx="10033092" cy="579114"/>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a:extLst>
              <a:ext uri="{FF2B5EF4-FFF2-40B4-BE49-F238E27FC236}">
                <a16:creationId xmlns:a16="http://schemas.microsoft.com/office/drawing/2014/main" id="{12F3CB4B-E7FE-4701-8B7B-0A6330F0EE9B}"/>
              </a:ext>
            </a:extLst>
          </p:cNvPr>
          <p:cNvGrpSpPr/>
          <p:nvPr userDrawn="1"/>
        </p:nvGrpSpPr>
        <p:grpSpPr>
          <a:xfrm>
            <a:off x="190304" y="150607"/>
            <a:ext cx="1456828" cy="356787"/>
            <a:chOff x="2843808" y="1955121"/>
            <a:chExt cx="1674813" cy="596970"/>
          </a:xfrm>
          <a:solidFill>
            <a:schemeClr val="bg1">
              <a:lumMod val="95000"/>
            </a:schemeClr>
          </a:solidFill>
        </p:grpSpPr>
        <p:sp>
          <p:nvSpPr>
            <p:cNvPr id="7" name="Border">
              <a:extLst>
                <a:ext uri="{FF2B5EF4-FFF2-40B4-BE49-F238E27FC236}">
                  <a16:creationId xmlns:a16="http://schemas.microsoft.com/office/drawing/2014/main" id="{4DFC391E-2FA2-49C0-81DA-19D6F6AF8622}"/>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CC383CE5-E9A2-4680-B755-EFA00036ED87}"/>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943FB8CA-E0AA-4008-9000-F033A92B026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TextBox 9">
              <a:extLst>
                <a:ext uri="{FF2B5EF4-FFF2-40B4-BE49-F238E27FC236}">
                  <a16:creationId xmlns:a16="http://schemas.microsoft.com/office/drawing/2014/main" id="{27703B6F-0634-4254-825D-34384F5CB662}"/>
                </a:ext>
              </a:extLst>
            </p:cNvPr>
            <p:cNvSpPr txBox="1"/>
            <p:nvPr/>
          </p:nvSpPr>
          <p:spPr>
            <a:xfrm>
              <a:off x="3376634" y="2073367"/>
              <a:ext cx="609160" cy="360477"/>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1" name="직사각형 10">
            <a:extLst>
              <a:ext uri="{FF2B5EF4-FFF2-40B4-BE49-F238E27FC236}">
                <a16:creationId xmlns:a16="http://schemas.microsoft.com/office/drawing/2014/main" id="{A31EF15A-4F5C-4422-987E-CC5F71F675DE}"/>
              </a:ext>
            </a:extLst>
          </p:cNvPr>
          <p:cNvSpPr/>
          <p:nvPr userDrawn="1"/>
        </p:nvSpPr>
        <p:spPr>
          <a:xfrm>
            <a:off x="8384010" y="202394"/>
            <a:ext cx="1656223" cy="253211"/>
          </a:xfrm>
          <a:prstGeom prst="rect">
            <a:avLst/>
          </a:prstGeom>
        </p:spPr>
        <p:txBody>
          <a:bodyPr wrap="none">
            <a:spAutoFit/>
          </a:bodyPr>
          <a:lstStyle/>
          <a:p>
            <a:pPr algn="r">
              <a:lnSpc>
                <a:spcPct val="150000"/>
              </a:lnSpc>
            </a:pPr>
            <a:r>
              <a:rPr lang="ko-KR" altLang="en-US" sz="800" dirty="0">
                <a:latin typeface="+mj-ea"/>
                <a:ea typeface="+mj-ea"/>
              </a:rPr>
              <a:t>주문조회</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장바구니</a:t>
            </a:r>
            <a:r>
              <a:rPr lang="en-US" altLang="ko-KR" sz="800" dirty="0">
                <a:latin typeface="+mj-ea"/>
                <a:ea typeface="+mj-ea"/>
              </a:rPr>
              <a:t>  </a:t>
            </a:r>
            <a:r>
              <a:rPr lang="en-US" altLang="ko-KR" sz="800" dirty="0">
                <a:solidFill>
                  <a:schemeClr val="bg1">
                    <a:lumMod val="75000"/>
                  </a:schemeClr>
                </a:solidFill>
                <a:latin typeface="+mj-ea"/>
                <a:ea typeface="+mj-ea"/>
              </a:rPr>
              <a:t>|</a:t>
            </a:r>
            <a:r>
              <a:rPr lang="en-US" altLang="ko-KR" sz="800" dirty="0">
                <a:latin typeface="+mj-ea"/>
                <a:ea typeface="+mj-ea"/>
              </a:rPr>
              <a:t>  </a:t>
            </a:r>
            <a:r>
              <a:rPr lang="ko-KR" altLang="en-US" sz="800" dirty="0">
                <a:latin typeface="+mj-ea"/>
                <a:ea typeface="+mj-ea"/>
              </a:rPr>
              <a:t>로그인</a:t>
            </a:r>
          </a:p>
        </p:txBody>
      </p:sp>
      <p:sp>
        <p:nvSpPr>
          <p:cNvPr id="12" name="직사각형 11">
            <a:extLst>
              <a:ext uri="{FF2B5EF4-FFF2-40B4-BE49-F238E27FC236}">
                <a16:creationId xmlns:a16="http://schemas.microsoft.com/office/drawing/2014/main" id="{252B8DFA-C2B8-413A-89A0-D5358871B61E}"/>
              </a:ext>
            </a:extLst>
          </p:cNvPr>
          <p:cNvSpPr/>
          <p:nvPr userDrawn="1"/>
        </p:nvSpPr>
        <p:spPr>
          <a:xfrm>
            <a:off x="1796228" y="196333"/>
            <a:ext cx="2987312" cy="254992"/>
          </a:xfrm>
          <a:prstGeom prst="rect">
            <a:avLst/>
          </a:prstGeom>
          <a:solidFill>
            <a:schemeClr val="bg1"/>
          </a:solidFill>
          <a:ln w="6350">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75000"/>
                  </a:schemeClr>
                </a:solidFill>
              </a:rPr>
              <a:t>상품코드</a:t>
            </a:r>
            <a:r>
              <a:rPr lang="en-US" altLang="ko-KR" sz="800" dirty="0">
                <a:solidFill>
                  <a:schemeClr val="bg1">
                    <a:lumMod val="75000"/>
                  </a:schemeClr>
                </a:solidFill>
              </a:rPr>
              <a:t>, </a:t>
            </a:r>
            <a:r>
              <a:rPr lang="ko-KR" altLang="en-US" sz="800" dirty="0">
                <a:solidFill>
                  <a:schemeClr val="bg1">
                    <a:lumMod val="75000"/>
                  </a:schemeClr>
                </a:solidFill>
              </a:rPr>
              <a:t>상품제목</a:t>
            </a:r>
            <a:endParaRPr lang="ko-KR" altLang="en-US" sz="900" dirty="0">
              <a:solidFill>
                <a:schemeClr val="bg1">
                  <a:lumMod val="75000"/>
                </a:schemeClr>
              </a:solidFill>
            </a:endParaRPr>
          </a:p>
        </p:txBody>
      </p:sp>
      <p:pic>
        <p:nvPicPr>
          <p:cNvPr id="13" name="그림 12">
            <a:extLst>
              <a:ext uri="{FF2B5EF4-FFF2-40B4-BE49-F238E27FC236}">
                <a16:creationId xmlns:a16="http://schemas.microsoft.com/office/drawing/2014/main" id="{B96BA730-1907-44D3-B5FE-FC13738AE8CD}"/>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flipH="1">
            <a:off x="4562333" y="245079"/>
            <a:ext cx="157211" cy="157211"/>
          </a:xfrm>
          <a:prstGeom prst="rect">
            <a:avLst/>
          </a:prstGeom>
        </p:spPr>
      </p:pic>
      <p:graphicFrame>
        <p:nvGraphicFramePr>
          <p:cNvPr id="14" name="표 95">
            <a:extLst>
              <a:ext uri="{FF2B5EF4-FFF2-40B4-BE49-F238E27FC236}">
                <a16:creationId xmlns:a16="http://schemas.microsoft.com/office/drawing/2014/main" id="{E5781B0C-CAC2-40CB-8149-9C1F23677F51}"/>
              </a:ext>
            </a:extLst>
          </p:cNvPr>
          <p:cNvGraphicFramePr>
            <a:graphicFrameLocks noGrp="1"/>
          </p:cNvGraphicFramePr>
          <p:nvPr userDrawn="1">
            <p:extLst>
              <p:ext uri="{D42A27DB-BD31-4B8C-83A1-F6EECF244321}">
                <p14:modId xmlns:p14="http://schemas.microsoft.com/office/powerpoint/2010/main" val="1405863096"/>
              </p:ext>
            </p:extLst>
          </p:nvPr>
        </p:nvGraphicFramePr>
        <p:xfrm>
          <a:off x="33613" y="7154634"/>
          <a:ext cx="10033092" cy="607201"/>
        </p:xfrm>
        <a:graphic>
          <a:graphicData uri="http://schemas.openxmlformats.org/drawingml/2006/table">
            <a:tbl>
              <a:tblPr firstRow="1" bandRow="1">
                <a:tableStyleId>{5940675A-B579-460E-94D1-54222C63F5DA}</a:tableStyleId>
              </a:tblPr>
              <a:tblGrid>
                <a:gridCol w="10033092">
                  <a:extLst>
                    <a:ext uri="{9D8B030D-6E8A-4147-A177-3AD203B41FA5}">
                      <a16:colId xmlns:a16="http://schemas.microsoft.com/office/drawing/2014/main" val="892355891"/>
                    </a:ext>
                  </a:extLst>
                </a:gridCol>
              </a:tblGrid>
              <a:tr h="0">
                <a:tc>
                  <a:txBody>
                    <a:bodyPr/>
                    <a:lstStyle/>
                    <a:p>
                      <a:pPr algn="just" latinLnBrk="1"/>
                      <a:r>
                        <a:rPr lang="ko-KR" altLang="en-US" sz="800" dirty="0">
                          <a:solidFill>
                            <a:schemeClr val="tx1">
                              <a:lumMod val="65000"/>
                              <a:lumOff val="35000"/>
                            </a:schemeClr>
                          </a:solidFill>
                        </a:rPr>
                        <a:t>                                                                                                                                                                                                                                      </a:t>
                      </a:r>
                      <a:r>
                        <a:rPr lang="en-US" altLang="ko-KR" sz="800" dirty="0">
                          <a:solidFill>
                            <a:schemeClr val="tx1">
                              <a:lumMod val="65000"/>
                              <a:lumOff val="35000"/>
                            </a:schemeClr>
                          </a:solidFill>
                        </a:rPr>
                        <a:t>Me9 Market    </a:t>
                      </a:r>
                      <a:r>
                        <a:rPr lang="en-US" altLang="ko-KR" sz="800" dirty="0">
                          <a:solidFill>
                            <a:schemeClr val="bg1">
                              <a:lumMod val="75000"/>
                            </a:schemeClr>
                          </a:solidFill>
                        </a:rPr>
                        <a:t> |     </a:t>
                      </a:r>
                      <a:r>
                        <a:rPr lang="ko-KR" altLang="en-US" sz="800" dirty="0">
                          <a:solidFill>
                            <a:schemeClr val="tx1">
                              <a:lumMod val="65000"/>
                              <a:lumOff val="35000"/>
                            </a:schemeClr>
                          </a:solidFill>
                        </a:rPr>
                        <a:t>공지사항   </a:t>
                      </a:r>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82935955"/>
                  </a:ext>
                </a:extLst>
              </a:tr>
              <a:tr h="393841">
                <a:tc>
                  <a:txBody>
                    <a:bodyPr/>
                    <a:lstStyle/>
                    <a:p>
                      <a:pPr algn="ctr" latinLnBrk="1"/>
                      <a:r>
                        <a:rPr lang="en-US" altLang="ko-KR" sz="900" dirty="0"/>
                        <a:t>© Shop </a:t>
                      </a:r>
                      <a:r>
                        <a:rPr lang="ko-KR" altLang="en-US" sz="900" dirty="0" err="1"/>
                        <a:t>채널명</a:t>
                      </a:r>
                      <a:r>
                        <a:rPr lang="ko-KR" altLang="en-US" sz="900" dirty="0"/>
                        <a:t> </a:t>
                      </a:r>
                      <a:r>
                        <a:rPr lang="en-US" altLang="ko-KR" sz="900" dirty="0"/>
                        <a:t>All Rights Reserved.</a:t>
                      </a:r>
                    </a:p>
                  </a:txBody>
                  <a:tcPr anchor="ctr" anchorCtr="1">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179122011"/>
                  </a:ext>
                </a:extLst>
              </a:tr>
            </a:tbl>
          </a:graphicData>
        </a:graphic>
      </p:graphicFrame>
      <p:sp>
        <p:nvSpPr>
          <p:cNvPr id="15" name="TextBox 14">
            <a:extLst>
              <a:ext uri="{FF2B5EF4-FFF2-40B4-BE49-F238E27FC236}">
                <a16:creationId xmlns:a16="http://schemas.microsoft.com/office/drawing/2014/main" id="{181F985E-6737-45D9-931E-A8CB183214EC}"/>
              </a:ext>
            </a:extLst>
          </p:cNvPr>
          <p:cNvSpPr txBox="1"/>
          <p:nvPr userDrawn="1"/>
        </p:nvSpPr>
        <p:spPr>
          <a:xfrm>
            <a:off x="4631022" y="871059"/>
            <a:ext cx="854721" cy="276999"/>
          </a:xfrm>
          <a:prstGeom prst="rect">
            <a:avLst/>
          </a:prstGeom>
          <a:noFill/>
        </p:spPr>
        <p:txBody>
          <a:bodyPr wrap="none" rtlCol="0">
            <a:spAutoFit/>
          </a:bodyPr>
          <a:lstStyle/>
          <a:p>
            <a:r>
              <a:rPr lang="ko-KR" altLang="en-US" sz="1200" b="1" dirty="0"/>
              <a:t>주문 관리</a:t>
            </a:r>
          </a:p>
        </p:txBody>
      </p:sp>
      <p:cxnSp>
        <p:nvCxnSpPr>
          <p:cNvPr id="16" name="직선 연결선 15">
            <a:extLst>
              <a:ext uri="{FF2B5EF4-FFF2-40B4-BE49-F238E27FC236}">
                <a16:creationId xmlns:a16="http://schemas.microsoft.com/office/drawing/2014/main" id="{D5A503D2-EF8F-43CB-A798-A919DBF346D3}"/>
              </a:ext>
            </a:extLst>
          </p:cNvPr>
          <p:cNvCxnSpPr>
            <a:cxnSpLocks/>
          </p:cNvCxnSpPr>
          <p:nvPr userDrawn="1"/>
        </p:nvCxnSpPr>
        <p:spPr>
          <a:xfrm>
            <a:off x="1481667" y="1314226"/>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17" name="표 4">
            <a:extLst>
              <a:ext uri="{FF2B5EF4-FFF2-40B4-BE49-F238E27FC236}">
                <a16:creationId xmlns:a16="http://schemas.microsoft.com/office/drawing/2014/main" id="{0AF5D069-E4EE-4454-9B43-BEA9D245F01A}"/>
              </a:ext>
            </a:extLst>
          </p:cNvPr>
          <p:cNvGraphicFramePr>
            <a:graphicFrameLocks noGrp="1"/>
          </p:cNvGraphicFramePr>
          <p:nvPr userDrawn="1">
            <p:extLst>
              <p:ext uri="{D42A27DB-BD31-4B8C-83A1-F6EECF244321}">
                <p14:modId xmlns:p14="http://schemas.microsoft.com/office/powerpoint/2010/main" val="2241453876"/>
              </p:ext>
            </p:extLst>
          </p:nvPr>
        </p:nvGraphicFramePr>
        <p:xfrm>
          <a:off x="1481667" y="1480395"/>
          <a:ext cx="7315200" cy="321854"/>
        </p:xfrm>
        <a:graphic>
          <a:graphicData uri="http://schemas.openxmlformats.org/drawingml/2006/table">
            <a:tbl>
              <a:tblPr firstRow="1" bandRow="1">
                <a:tableStyleId>{5940675A-B579-460E-94D1-54222C63F5DA}</a:tableStyleId>
              </a:tblPr>
              <a:tblGrid>
                <a:gridCol w="1828800">
                  <a:extLst>
                    <a:ext uri="{9D8B030D-6E8A-4147-A177-3AD203B41FA5}">
                      <a16:colId xmlns:a16="http://schemas.microsoft.com/office/drawing/2014/main" val="3306315618"/>
                    </a:ext>
                  </a:extLst>
                </a:gridCol>
                <a:gridCol w="1828800">
                  <a:extLst>
                    <a:ext uri="{9D8B030D-6E8A-4147-A177-3AD203B41FA5}">
                      <a16:colId xmlns:a16="http://schemas.microsoft.com/office/drawing/2014/main" val="3684204346"/>
                    </a:ext>
                  </a:extLst>
                </a:gridCol>
                <a:gridCol w="1828800">
                  <a:extLst>
                    <a:ext uri="{9D8B030D-6E8A-4147-A177-3AD203B41FA5}">
                      <a16:colId xmlns:a16="http://schemas.microsoft.com/office/drawing/2014/main" val="1934738033"/>
                    </a:ext>
                  </a:extLst>
                </a:gridCol>
                <a:gridCol w="1828800">
                  <a:extLst>
                    <a:ext uri="{9D8B030D-6E8A-4147-A177-3AD203B41FA5}">
                      <a16:colId xmlns:a16="http://schemas.microsoft.com/office/drawing/2014/main" val="189309699"/>
                    </a:ext>
                  </a:extLst>
                </a:gridCol>
              </a:tblGrid>
              <a:tr h="321854">
                <a:tc>
                  <a:txBody>
                    <a:bodyPr/>
                    <a:lstStyle/>
                    <a:p>
                      <a:pPr algn="ctr" latinLnBrk="1"/>
                      <a:r>
                        <a:rPr lang="ko-KR" altLang="en-US" sz="1000" b="0" dirty="0">
                          <a:solidFill>
                            <a:schemeClr val="tx1"/>
                          </a:solidFill>
                        </a:rPr>
                        <a:t>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0" dirty="0">
                          <a:solidFill>
                            <a:schemeClr val="tx1"/>
                          </a:solidFill>
                        </a:rPr>
                        <a:t>취소</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1" dirty="0">
                          <a:solidFill>
                            <a:schemeClr val="bg1"/>
                          </a:solidFill>
                        </a:rPr>
                        <a:t>반품</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1000" dirty="0"/>
                        <a:t>교환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2825709569"/>
                  </a:ext>
                </a:extLst>
              </a:tr>
            </a:tbl>
          </a:graphicData>
        </a:graphic>
      </p:graphicFrame>
      <p:graphicFrame>
        <p:nvGraphicFramePr>
          <p:cNvPr id="18" name="표 13">
            <a:extLst>
              <a:ext uri="{FF2B5EF4-FFF2-40B4-BE49-F238E27FC236}">
                <a16:creationId xmlns:a16="http://schemas.microsoft.com/office/drawing/2014/main" id="{747F01A7-E54A-42C3-98E9-5215CE541D0F}"/>
              </a:ext>
            </a:extLst>
          </p:cNvPr>
          <p:cNvGraphicFramePr>
            <a:graphicFrameLocks noGrp="1"/>
          </p:cNvGraphicFramePr>
          <p:nvPr userDrawn="1">
            <p:extLst>
              <p:ext uri="{D42A27DB-BD31-4B8C-83A1-F6EECF244321}">
                <p14:modId xmlns:p14="http://schemas.microsoft.com/office/powerpoint/2010/main" val="432449390"/>
              </p:ext>
            </p:extLst>
          </p:nvPr>
        </p:nvGraphicFramePr>
        <p:xfrm>
          <a:off x="1493222" y="3185863"/>
          <a:ext cx="7315200" cy="853440"/>
        </p:xfrm>
        <a:graphic>
          <a:graphicData uri="http://schemas.openxmlformats.org/drawingml/2006/table">
            <a:tbl>
              <a:tblPr firstRow="1" bandRow="1">
                <a:tableStyleId>{5940675A-B579-460E-94D1-54222C63F5DA}</a:tableStyleId>
              </a:tblPr>
              <a:tblGrid>
                <a:gridCol w="843481">
                  <a:extLst>
                    <a:ext uri="{9D8B030D-6E8A-4147-A177-3AD203B41FA5}">
                      <a16:colId xmlns:a16="http://schemas.microsoft.com/office/drawing/2014/main" val="2416159356"/>
                    </a:ext>
                  </a:extLst>
                </a:gridCol>
                <a:gridCol w="3390999">
                  <a:extLst>
                    <a:ext uri="{9D8B030D-6E8A-4147-A177-3AD203B41FA5}">
                      <a16:colId xmlns:a16="http://schemas.microsoft.com/office/drawing/2014/main" val="4215256312"/>
                    </a:ext>
                  </a:extLst>
                </a:gridCol>
                <a:gridCol w="438168">
                  <a:extLst>
                    <a:ext uri="{9D8B030D-6E8A-4147-A177-3AD203B41FA5}">
                      <a16:colId xmlns:a16="http://schemas.microsoft.com/office/drawing/2014/main" val="2751414510"/>
                    </a:ext>
                  </a:extLst>
                </a:gridCol>
                <a:gridCol w="438168">
                  <a:extLst>
                    <a:ext uri="{9D8B030D-6E8A-4147-A177-3AD203B41FA5}">
                      <a16:colId xmlns:a16="http://schemas.microsoft.com/office/drawing/2014/main" val="3916658608"/>
                    </a:ext>
                  </a:extLst>
                </a:gridCol>
                <a:gridCol w="438168">
                  <a:extLst>
                    <a:ext uri="{9D8B030D-6E8A-4147-A177-3AD203B41FA5}">
                      <a16:colId xmlns:a16="http://schemas.microsoft.com/office/drawing/2014/main" val="2117488308"/>
                    </a:ext>
                  </a:extLst>
                </a:gridCol>
                <a:gridCol w="963843">
                  <a:extLst>
                    <a:ext uri="{9D8B030D-6E8A-4147-A177-3AD203B41FA5}">
                      <a16:colId xmlns:a16="http://schemas.microsoft.com/office/drawing/2014/main" val="739747790"/>
                    </a:ext>
                  </a:extLst>
                </a:gridCol>
                <a:gridCol w="802373">
                  <a:extLst>
                    <a:ext uri="{9D8B030D-6E8A-4147-A177-3AD203B41FA5}">
                      <a16:colId xmlns:a16="http://schemas.microsoft.com/office/drawing/2014/main" val="3960621706"/>
                    </a:ext>
                  </a:extLst>
                </a:gridCol>
              </a:tblGrid>
              <a:tr h="0">
                <a:tc gridSpan="7">
                  <a:txBody>
                    <a:bodyPr/>
                    <a:lstStyle/>
                    <a:p>
                      <a:pPr latinLnBrk="1"/>
                      <a:r>
                        <a:rPr lang="ko-KR" altLang="en-US" sz="800" b="1" dirty="0">
                          <a:solidFill>
                            <a:schemeClr val="bg1">
                              <a:lumMod val="65000"/>
                            </a:schemeClr>
                          </a:solidFill>
                        </a:rPr>
                        <a:t>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err="1"/>
                        <a:t>반품신청중</a:t>
                      </a:r>
                      <a:endParaRPr lang="ko-KR" altLang="en-US" sz="900" dirty="0"/>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bl>
          </a:graphicData>
        </a:graphic>
      </p:graphicFrame>
      <p:grpSp>
        <p:nvGrpSpPr>
          <p:cNvPr id="19" name="그룹 18">
            <a:extLst>
              <a:ext uri="{FF2B5EF4-FFF2-40B4-BE49-F238E27FC236}">
                <a16:creationId xmlns:a16="http://schemas.microsoft.com/office/drawing/2014/main" id="{AD66EDE7-F07D-42C5-93C2-CE5FBC09699E}"/>
              </a:ext>
            </a:extLst>
          </p:cNvPr>
          <p:cNvGrpSpPr/>
          <p:nvPr userDrawn="1"/>
        </p:nvGrpSpPr>
        <p:grpSpPr>
          <a:xfrm>
            <a:off x="2431739" y="3499337"/>
            <a:ext cx="689346" cy="440906"/>
            <a:chOff x="2843808" y="1955121"/>
            <a:chExt cx="1674813" cy="596970"/>
          </a:xfrm>
          <a:solidFill>
            <a:schemeClr val="bg1">
              <a:lumMod val="95000"/>
            </a:schemeClr>
          </a:solidFill>
        </p:grpSpPr>
        <p:sp>
          <p:nvSpPr>
            <p:cNvPr id="20" name="Border">
              <a:extLst>
                <a:ext uri="{FF2B5EF4-FFF2-40B4-BE49-F238E27FC236}">
                  <a16:creationId xmlns:a16="http://schemas.microsoft.com/office/drawing/2014/main" id="{16DB5FCA-BD29-4ACF-AB78-99B295D4A3E3}"/>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 name="Line 2">
              <a:extLst>
                <a:ext uri="{FF2B5EF4-FFF2-40B4-BE49-F238E27FC236}">
                  <a16:creationId xmlns:a16="http://schemas.microsoft.com/office/drawing/2014/main" id="{3453AAE6-5FA7-442E-BCE2-51525C7FE49E}"/>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 name="Line 1">
              <a:extLst>
                <a:ext uri="{FF2B5EF4-FFF2-40B4-BE49-F238E27FC236}">
                  <a16:creationId xmlns:a16="http://schemas.microsoft.com/office/drawing/2014/main" id="{F833E031-5492-4D8D-A173-0E6C7EE8AA7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3" name="TextBox 22">
              <a:extLst>
                <a:ext uri="{FF2B5EF4-FFF2-40B4-BE49-F238E27FC236}">
                  <a16:creationId xmlns:a16="http://schemas.microsoft.com/office/drawing/2014/main" id="{23D082D9-0CBB-4D84-A06E-2B583504F2F5}"/>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24" name="직사각형 23">
            <a:extLst>
              <a:ext uri="{FF2B5EF4-FFF2-40B4-BE49-F238E27FC236}">
                <a16:creationId xmlns:a16="http://schemas.microsoft.com/office/drawing/2014/main" id="{B3FF4175-0C33-40EA-9F31-AF82CFEE5F0E}"/>
              </a:ext>
            </a:extLst>
          </p:cNvPr>
          <p:cNvSpPr/>
          <p:nvPr userDrawn="1"/>
        </p:nvSpPr>
        <p:spPr>
          <a:xfrm>
            <a:off x="3142168" y="3499337"/>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25" name="TextBox 24">
            <a:extLst>
              <a:ext uri="{FF2B5EF4-FFF2-40B4-BE49-F238E27FC236}">
                <a16:creationId xmlns:a16="http://schemas.microsoft.com/office/drawing/2014/main" id="{48794AAC-8EF2-474B-85C9-93F9347BB2F8}"/>
              </a:ext>
            </a:extLst>
          </p:cNvPr>
          <p:cNvSpPr txBox="1"/>
          <p:nvPr userDrawn="1"/>
        </p:nvSpPr>
        <p:spPr>
          <a:xfrm>
            <a:off x="1414402" y="2955444"/>
            <a:ext cx="2484976" cy="215444"/>
          </a:xfrm>
          <a:prstGeom prst="rect">
            <a:avLst/>
          </a:prstGeom>
          <a:noFill/>
        </p:spPr>
        <p:txBody>
          <a:bodyPr wrap="none" rtlCol="0">
            <a:spAutoFit/>
          </a:bodyPr>
          <a:lstStyle/>
          <a:p>
            <a:r>
              <a:rPr lang="ko-KR" altLang="en-US" sz="800" dirty="0"/>
              <a:t>반품날짜</a:t>
            </a:r>
            <a:r>
              <a:rPr lang="en-US" altLang="ko-KR" sz="800" dirty="0"/>
              <a:t>: 2024.10.12  |  </a:t>
            </a:r>
            <a:r>
              <a:rPr lang="ko-KR" altLang="en-US" sz="800" dirty="0"/>
              <a:t>주문번호</a:t>
            </a:r>
            <a:r>
              <a:rPr lang="en-US" altLang="ko-KR" sz="800" dirty="0"/>
              <a:t>:</a:t>
            </a:r>
            <a:r>
              <a:rPr lang="ko-KR" altLang="en-US" sz="800" dirty="0"/>
              <a:t> </a:t>
            </a:r>
            <a:r>
              <a:rPr lang="en-US" altLang="ko-KR" sz="800" dirty="0"/>
              <a:t>Me9-00929111</a:t>
            </a:r>
            <a:endParaRPr lang="ko-KR" altLang="en-US" sz="800" dirty="0"/>
          </a:p>
        </p:txBody>
      </p:sp>
      <p:sp>
        <p:nvSpPr>
          <p:cNvPr id="26" name="TextBox 25">
            <a:extLst>
              <a:ext uri="{FF2B5EF4-FFF2-40B4-BE49-F238E27FC236}">
                <a16:creationId xmlns:a16="http://schemas.microsoft.com/office/drawing/2014/main" id="{26CC5B8D-3176-4349-A830-F90F75C6DDCC}"/>
              </a:ext>
            </a:extLst>
          </p:cNvPr>
          <p:cNvSpPr txBox="1"/>
          <p:nvPr userDrawn="1"/>
        </p:nvSpPr>
        <p:spPr>
          <a:xfrm>
            <a:off x="6531029" y="4084111"/>
            <a:ext cx="2380780" cy="215444"/>
          </a:xfrm>
          <a:prstGeom prst="rect">
            <a:avLst/>
          </a:prstGeom>
          <a:noFill/>
        </p:spPr>
        <p:txBody>
          <a:bodyPr wrap="none" rtlCol="0">
            <a:spAutoFit/>
          </a:bodyPr>
          <a:lstStyle/>
          <a:p>
            <a:r>
              <a:rPr lang="en-US" altLang="ko-KR" sz="800" dirty="0"/>
              <a:t>30,000</a:t>
            </a:r>
            <a:r>
              <a:rPr lang="ko-KR" altLang="en-US" sz="800" dirty="0"/>
              <a:t>원 미만 </a:t>
            </a:r>
            <a:r>
              <a:rPr lang="en-US" altLang="ko-KR" sz="800" dirty="0"/>
              <a:t>: 2,500 </a:t>
            </a:r>
            <a:r>
              <a:rPr lang="ko-KR" altLang="en-US" sz="800" dirty="0"/>
              <a:t>원</a:t>
            </a:r>
            <a:r>
              <a:rPr lang="en-US" altLang="ko-KR" sz="800" dirty="0"/>
              <a:t>  |  </a:t>
            </a:r>
            <a:r>
              <a:rPr lang="ko-KR" altLang="en-US" sz="800" dirty="0"/>
              <a:t>판매자 문의하기 ▷</a:t>
            </a:r>
          </a:p>
        </p:txBody>
      </p:sp>
      <p:pic>
        <p:nvPicPr>
          <p:cNvPr id="27" name="Picture 2">
            <a:extLst>
              <a:ext uri="{FF2B5EF4-FFF2-40B4-BE49-F238E27FC236}">
                <a16:creationId xmlns:a16="http://schemas.microsoft.com/office/drawing/2014/main" id="{0B7025CB-05D4-4040-8068-0C6D8BFB2744}"/>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4119508" y="6506219"/>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8" name="직사각형 27">
            <a:extLst>
              <a:ext uri="{FF2B5EF4-FFF2-40B4-BE49-F238E27FC236}">
                <a16:creationId xmlns:a16="http://schemas.microsoft.com/office/drawing/2014/main" id="{BCCA8038-E013-45ED-B620-3BBC2A2C3A2C}"/>
              </a:ext>
            </a:extLst>
          </p:cNvPr>
          <p:cNvSpPr/>
          <p:nvPr userDrawn="1"/>
        </p:nvSpPr>
        <p:spPr>
          <a:xfrm>
            <a:off x="3920415" y="2976551"/>
            <a:ext cx="666792" cy="150254"/>
          </a:xfrm>
          <a:prstGeom prst="rect">
            <a:avLst/>
          </a:prstGeom>
          <a:solidFill>
            <a:schemeClr val="accent5">
              <a:lumMod val="75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주문상세</a:t>
            </a:r>
          </a:p>
        </p:txBody>
      </p:sp>
      <p:graphicFrame>
        <p:nvGraphicFramePr>
          <p:cNvPr id="29" name="표 13">
            <a:extLst>
              <a:ext uri="{FF2B5EF4-FFF2-40B4-BE49-F238E27FC236}">
                <a16:creationId xmlns:a16="http://schemas.microsoft.com/office/drawing/2014/main" id="{31A2DACB-1402-4B22-AEC8-8213668E0920}"/>
              </a:ext>
            </a:extLst>
          </p:cNvPr>
          <p:cNvGraphicFramePr>
            <a:graphicFrameLocks noGrp="1"/>
          </p:cNvGraphicFramePr>
          <p:nvPr userDrawn="1">
            <p:extLst>
              <p:ext uri="{D42A27DB-BD31-4B8C-83A1-F6EECF244321}">
                <p14:modId xmlns:p14="http://schemas.microsoft.com/office/powerpoint/2010/main" val="2591401106"/>
              </p:ext>
            </p:extLst>
          </p:nvPr>
        </p:nvGraphicFramePr>
        <p:xfrm>
          <a:off x="1493176" y="4786736"/>
          <a:ext cx="7315200" cy="853440"/>
        </p:xfrm>
        <a:graphic>
          <a:graphicData uri="http://schemas.openxmlformats.org/drawingml/2006/table">
            <a:tbl>
              <a:tblPr firstRow="1" bandRow="1">
                <a:tableStyleId>{5940675A-B579-460E-94D1-54222C63F5DA}</a:tableStyleId>
              </a:tblPr>
              <a:tblGrid>
                <a:gridCol w="814031">
                  <a:extLst>
                    <a:ext uri="{9D8B030D-6E8A-4147-A177-3AD203B41FA5}">
                      <a16:colId xmlns:a16="http://schemas.microsoft.com/office/drawing/2014/main" val="2416159356"/>
                    </a:ext>
                  </a:extLst>
                </a:gridCol>
                <a:gridCol w="3420449">
                  <a:extLst>
                    <a:ext uri="{9D8B030D-6E8A-4147-A177-3AD203B41FA5}">
                      <a16:colId xmlns:a16="http://schemas.microsoft.com/office/drawing/2014/main" val="4215256312"/>
                    </a:ext>
                  </a:extLst>
                </a:gridCol>
                <a:gridCol w="438168">
                  <a:extLst>
                    <a:ext uri="{9D8B030D-6E8A-4147-A177-3AD203B41FA5}">
                      <a16:colId xmlns:a16="http://schemas.microsoft.com/office/drawing/2014/main" val="2751414510"/>
                    </a:ext>
                  </a:extLst>
                </a:gridCol>
                <a:gridCol w="301651">
                  <a:extLst>
                    <a:ext uri="{9D8B030D-6E8A-4147-A177-3AD203B41FA5}">
                      <a16:colId xmlns:a16="http://schemas.microsoft.com/office/drawing/2014/main" val="3916658608"/>
                    </a:ext>
                  </a:extLst>
                </a:gridCol>
                <a:gridCol w="800100">
                  <a:extLst>
                    <a:ext uri="{9D8B030D-6E8A-4147-A177-3AD203B41FA5}">
                      <a16:colId xmlns:a16="http://schemas.microsoft.com/office/drawing/2014/main" val="2117488308"/>
                    </a:ext>
                  </a:extLst>
                </a:gridCol>
                <a:gridCol w="738428">
                  <a:extLst>
                    <a:ext uri="{9D8B030D-6E8A-4147-A177-3AD203B41FA5}">
                      <a16:colId xmlns:a16="http://schemas.microsoft.com/office/drawing/2014/main" val="739747790"/>
                    </a:ext>
                  </a:extLst>
                </a:gridCol>
                <a:gridCol w="802373">
                  <a:extLst>
                    <a:ext uri="{9D8B030D-6E8A-4147-A177-3AD203B41FA5}">
                      <a16:colId xmlns:a16="http://schemas.microsoft.com/office/drawing/2014/main" val="3960621706"/>
                    </a:ext>
                  </a:extLst>
                </a:gridCol>
              </a:tblGrid>
              <a:tr h="0">
                <a:tc gridSpan="7">
                  <a:txBody>
                    <a:bodyPr/>
                    <a:lstStyle/>
                    <a:p>
                      <a:pPr latinLnBrk="1"/>
                      <a:r>
                        <a:rPr lang="ko-KR" altLang="en-US" sz="800" b="1" dirty="0">
                          <a:solidFill>
                            <a:schemeClr val="bg1">
                              <a:lumMod val="65000"/>
                            </a:schemeClr>
                          </a:solidFill>
                        </a:rPr>
                        <a:t>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반품완료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endParaRPr lang="ko-KR" altLang="en-US" sz="900" b="1" dirty="0">
                        <a:solidFill>
                          <a:srgbClr val="FF0000"/>
                        </a:solidFill>
                      </a:endParaRP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bl>
          </a:graphicData>
        </a:graphic>
      </p:graphicFrame>
      <p:grpSp>
        <p:nvGrpSpPr>
          <p:cNvPr id="30" name="그룹 29">
            <a:extLst>
              <a:ext uri="{FF2B5EF4-FFF2-40B4-BE49-F238E27FC236}">
                <a16:creationId xmlns:a16="http://schemas.microsoft.com/office/drawing/2014/main" id="{4A65CC33-B616-4165-8289-9A0F9F6E2F12}"/>
              </a:ext>
            </a:extLst>
          </p:cNvPr>
          <p:cNvGrpSpPr/>
          <p:nvPr userDrawn="1"/>
        </p:nvGrpSpPr>
        <p:grpSpPr>
          <a:xfrm>
            <a:off x="2431693" y="5100210"/>
            <a:ext cx="689346" cy="440906"/>
            <a:chOff x="2843808" y="1955121"/>
            <a:chExt cx="1674813" cy="596970"/>
          </a:xfrm>
          <a:solidFill>
            <a:schemeClr val="bg1">
              <a:lumMod val="95000"/>
            </a:schemeClr>
          </a:solidFill>
        </p:grpSpPr>
        <p:sp>
          <p:nvSpPr>
            <p:cNvPr id="31" name="Border">
              <a:extLst>
                <a:ext uri="{FF2B5EF4-FFF2-40B4-BE49-F238E27FC236}">
                  <a16:creationId xmlns:a16="http://schemas.microsoft.com/office/drawing/2014/main" id="{24032225-9956-42D8-9C05-AEEE9E0AC043}"/>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2" name="Line 2">
              <a:extLst>
                <a:ext uri="{FF2B5EF4-FFF2-40B4-BE49-F238E27FC236}">
                  <a16:creationId xmlns:a16="http://schemas.microsoft.com/office/drawing/2014/main" id="{CEB907F7-3391-4C55-A3C1-4780908C71E8}"/>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3" name="Line 1">
              <a:extLst>
                <a:ext uri="{FF2B5EF4-FFF2-40B4-BE49-F238E27FC236}">
                  <a16:creationId xmlns:a16="http://schemas.microsoft.com/office/drawing/2014/main" id="{035A7843-C2B4-4FAF-BD57-9668585E570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4" name="TextBox 33">
              <a:extLst>
                <a:ext uri="{FF2B5EF4-FFF2-40B4-BE49-F238E27FC236}">
                  <a16:creationId xmlns:a16="http://schemas.microsoft.com/office/drawing/2014/main" id="{2FC3C204-DA7E-481F-BCF9-E544A6F01ADE}"/>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35" name="직사각형 34">
            <a:extLst>
              <a:ext uri="{FF2B5EF4-FFF2-40B4-BE49-F238E27FC236}">
                <a16:creationId xmlns:a16="http://schemas.microsoft.com/office/drawing/2014/main" id="{996C3C50-91B2-4499-BBA1-4C0E515E9346}"/>
              </a:ext>
            </a:extLst>
          </p:cNvPr>
          <p:cNvSpPr/>
          <p:nvPr userDrawn="1"/>
        </p:nvSpPr>
        <p:spPr>
          <a:xfrm>
            <a:off x="3142122" y="5100210"/>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36" name="TextBox 35">
            <a:extLst>
              <a:ext uri="{FF2B5EF4-FFF2-40B4-BE49-F238E27FC236}">
                <a16:creationId xmlns:a16="http://schemas.microsoft.com/office/drawing/2014/main" id="{3E2E118E-A9C5-4D02-A034-DDA53767DD92}"/>
              </a:ext>
            </a:extLst>
          </p:cNvPr>
          <p:cNvSpPr txBox="1"/>
          <p:nvPr userDrawn="1"/>
        </p:nvSpPr>
        <p:spPr>
          <a:xfrm>
            <a:off x="1414356" y="4556317"/>
            <a:ext cx="2484976" cy="215444"/>
          </a:xfrm>
          <a:prstGeom prst="rect">
            <a:avLst/>
          </a:prstGeom>
          <a:noFill/>
        </p:spPr>
        <p:txBody>
          <a:bodyPr wrap="none" rtlCol="0">
            <a:spAutoFit/>
          </a:bodyPr>
          <a:lstStyle/>
          <a:p>
            <a:r>
              <a:rPr lang="ko-KR" altLang="en-US" sz="800" dirty="0"/>
              <a:t>반품날짜</a:t>
            </a:r>
            <a:r>
              <a:rPr lang="en-US" altLang="ko-KR" sz="800" dirty="0"/>
              <a:t>: 2024.10.11  |  </a:t>
            </a:r>
            <a:r>
              <a:rPr lang="ko-KR" altLang="en-US" sz="800" dirty="0"/>
              <a:t>주문번호</a:t>
            </a:r>
            <a:r>
              <a:rPr lang="en-US" altLang="ko-KR" sz="800" dirty="0"/>
              <a:t>:</a:t>
            </a:r>
            <a:r>
              <a:rPr lang="ko-KR" altLang="en-US" sz="800" dirty="0"/>
              <a:t> </a:t>
            </a:r>
            <a:r>
              <a:rPr lang="en-US" altLang="ko-KR" sz="800" dirty="0"/>
              <a:t>Me9-00929111</a:t>
            </a:r>
            <a:endParaRPr lang="ko-KR" altLang="en-US" sz="800" dirty="0"/>
          </a:p>
        </p:txBody>
      </p:sp>
      <p:sp>
        <p:nvSpPr>
          <p:cNvPr id="37" name="TextBox 36">
            <a:extLst>
              <a:ext uri="{FF2B5EF4-FFF2-40B4-BE49-F238E27FC236}">
                <a16:creationId xmlns:a16="http://schemas.microsoft.com/office/drawing/2014/main" id="{443CF646-4F33-40F4-B848-97E818D823F4}"/>
              </a:ext>
            </a:extLst>
          </p:cNvPr>
          <p:cNvSpPr txBox="1"/>
          <p:nvPr userDrawn="1"/>
        </p:nvSpPr>
        <p:spPr>
          <a:xfrm>
            <a:off x="6530983" y="5684984"/>
            <a:ext cx="1412566" cy="215444"/>
          </a:xfrm>
          <a:prstGeom prst="rect">
            <a:avLst/>
          </a:prstGeom>
          <a:noFill/>
        </p:spPr>
        <p:txBody>
          <a:bodyPr wrap="none" rtlCol="0">
            <a:spAutoFit/>
          </a:bodyPr>
          <a:lstStyle/>
          <a:p>
            <a:r>
              <a:rPr lang="en-US" altLang="ko-KR" sz="800" dirty="0"/>
              <a:t>30,000</a:t>
            </a:r>
            <a:r>
              <a:rPr lang="ko-KR" altLang="en-US" sz="800" dirty="0"/>
              <a:t>원 미만 </a:t>
            </a:r>
            <a:r>
              <a:rPr lang="en-US" altLang="ko-KR" sz="800" dirty="0"/>
              <a:t>: 2,500 </a:t>
            </a:r>
            <a:r>
              <a:rPr lang="ko-KR" altLang="en-US" sz="800" dirty="0"/>
              <a:t>원</a:t>
            </a:r>
            <a:r>
              <a:rPr lang="en-US" altLang="ko-KR" sz="800" dirty="0"/>
              <a:t>  |</a:t>
            </a:r>
            <a:endParaRPr lang="ko-KR" altLang="en-US" sz="800" dirty="0"/>
          </a:p>
        </p:txBody>
      </p:sp>
      <p:sp>
        <p:nvSpPr>
          <p:cNvPr id="38" name="직사각형 37">
            <a:extLst>
              <a:ext uri="{FF2B5EF4-FFF2-40B4-BE49-F238E27FC236}">
                <a16:creationId xmlns:a16="http://schemas.microsoft.com/office/drawing/2014/main" id="{16486B0B-9F0A-4C4D-8A4C-6DB689E79F7F}"/>
              </a:ext>
            </a:extLst>
          </p:cNvPr>
          <p:cNvSpPr/>
          <p:nvPr userDrawn="1"/>
        </p:nvSpPr>
        <p:spPr>
          <a:xfrm>
            <a:off x="3920415" y="4578008"/>
            <a:ext cx="666792" cy="150254"/>
          </a:xfrm>
          <a:prstGeom prst="rect">
            <a:avLst/>
          </a:prstGeom>
          <a:solidFill>
            <a:schemeClr val="accent5">
              <a:lumMod val="75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주문상세</a:t>
            </a:r>
          </a:p>
        </p:txBody>
      </p:sp>
      <p:sp>
        <p:nvSpPr>
          <p:cNvPr id="39" name="직사각형 38">
            <a:extLst>
              <a:ext uri="{FF2B5EF4-FFF2-40B4-BE49-F238E27FC236}">
                <a16:creationId xmlns:a16="http://schemas.microsoft.com/office/drawing/2014/main" id="{0C33CEBA-7582-49DF-AE34-23ED7E7C3AF9}"/>
              </a:ext>
            </a:extLst>
          </p:cNvPr>
          <p:cNvSpPr/>
          <p:nvPr userDrawn="1"/>
        </p:nvSpPr>
        <p:spPr>
          <a:xfrm>
            <a:off x="2607660" y="2029542"/>
            <a:ext cx="788807" cy="321855"/>
          </a:xfrm>
          <a:prstGeom prst="rect">
            <a:avLst/>
          </a:prstGeom>
          <a:solidFill>
            <a:schemeClr val="tx1">
              <a:lumMod val="95000"/>
              <a:lumOff val="5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최근 </a:t>
            </a:r>
            <a:r>
              <a:rPr lang="en-US" altLang="ko-KR" sz="800" b="1" dirty="0">
                <a:solidFill>
                  <a:schemeClr val="bg1"/>
                </a:solidFill>
              </a:rPr>
              <a:t>1</a:t>
            </a:r>
            <a:r>
              <a:rPr lang="ko-KR" altLang="en-US" sz="800" b="1" dirty="0">
                <a:solidFill>
                  <a:schemeClr val="bg1"/>
                </a:solidFill>
              </a:rPr>
              <a:t>개월</a:t>
            </a:r>
            <a:endParaRPr lang="en-US" altLang="ko-KR" sz="800" b="1" dirty="0">
              <a:solidFill>
                <a:schemeClr val="bg1"/>
              </a:solidFill>
            </a:endParaRPr>
          </a:p>
        </p:txBody>
      </p:sp>
      <p:sp>
        <p:nvSpPr>
          <p:cNvPr id="40" name="직사각형 39">
            <a:extLst>
              <a:ext uri="{FF2B5EF4-FFF2-40B4-BE49-F238E27FC236}">
                <a16:creationId xmlns:a16="http://schemas.microsoft.com/office/drawing/2014/main" id="{9C60BAEB-A2F6-407A-86B7-6C81F759E25A}"/>
              </a:ext>
            </a:extLst>
          </p:cNvPr>
          <p:cNvSpPr/>
          <p:nvPr userDrawn="1"/>
        </p:nvSpPr>
        <p:spPr>
          <a:xfrm>
            <a:off x="3396467" y="2029542"/>
            <a:ext cx="788806"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최근 </a:t>
            </a:r>
            <a:r>
              <a:rPr lang="en-US" altLang="ko-KR" sz="800" dirty="0">
                <a:solidFill>
                  <a:schemeClr val="tx1">
                    <a:lumMod val="50000"/>
                    <a:lumOff val="50000"/>
                  </a:schemeClr>
                </a:solidFill>
              </a:rPr>
              <a:t>3</a:t>
            </a:r>
            <a:r>
              <a:rPr lang="ko-KR" altLang="en-US" sz="800" dirty="0">
                <a:solidFill>
                  <a:schemeClr val="tx1">
                    <a:lumMod val="50000"/>
                    <a:lumOff val="50000"/>
                  </a:schemeClr>
                </a:solidFill>
              </a:rPr>
              <a:t>개월</a:t>
            </a:r>
            <a:endParaRPr lang="en-US" altLang="ko-KR" sz="800" dirty="0">
              <a:solidFill>
                <a:schemeClr val="tx1">
                  <a:lumMod val="50000"/>
                  <a:lumOff val="50000"/>
                </a:schemeClr>
              </a:solidFill>
            </a:endParaRPr>
          </a:p>
        </p:txBody>
      </p:sp>
      <p:sp>
        <p:nvSpPr>
          <p:cNvPr id="41" name="직사각형 40">
            <a:extLst>
              <a:ext uri="{FF2B5EF4-FFF2-40B4-BE49-F238E27FC236}">
                <a16:creationId xmlns:a16="http://schemas.microsoft.com/office/drawing/2014/main" id="{E66895B5-6F42-4C88-AB82-E9D09D1696FD}"/>
              </a:ext>
            </a:extLst>
          </p:cNvPr>
          <p:cNvSpPr/>
          <p:nvPr userDrawn="1"/>
        </p:nvSpPr>
        <p:spPr>
          <a:xfrm>
            <a:off x="4185273" y="2029542"/>
            <a:ext cx="724713"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최근 </a:t>
            </a:r>
            <a:r>
              <a:rPr lang="en-US" altLang="ko-KR" sz="800" dirty="0">
                <a:solidFill>
                  <a:schemeClr val="tx1">
                    <a:lumMod val="50000"/>
                    <a:lumOff val="50000"/>
                  </a:schemeClr>
                </a:solidFill>
              </a:rPr>
              <a:t>6</a:t>
            </a:r>
            <a:r>
              <a:rPr lang="ko-KR" altLang="en-US" sz="800" dirty="0">
                <a:solidFill>
                  <a:schemeClr val="tx1">
                    <a:lumMod val="50000"/>
                    <a:lumOff val="50000"/>
                  </a:schemeClr>
                </a:solidFill>
              </a:rPr>
              <a:t>개월</a:t>
            </a:r>
            <a:endParaRPr lang="en-US" altLang="ko-KR" sz="800" dirty="0">
              <a:solidFill>
                <a:schemeClr val="tx1">
                  <a:lumMod val="50000"/>
                  <a:lumOff val="50000"/>
                </a:schemeClr>
              </a:solidFill>
            </a:endParaRPr>
          </a:p>
        </p:txBody>
      </p:sp>
      <p:sp>
        <p:nvSpPr>
          <p:cNvPr id="42" name="직사각형 41">
            <a:extLst>
              <a:ext uri="{FF2B5EF4-FFF2-40B4-BE49-F238E27FC236}">
                <a16:creationId xmlns:a16="http://schemas.microsoft.com/office/drawing/2014/main" id="{FC348796-321F-47C8-856E-4F31E9087044}"/>
              </a:ext>
            </a:extLst>
          </p:cNvPr>
          <p:cNvSpPr/>
          <p:nvPr userDrawn="1"/>
        </p:nvSpPr>
        <p:spPr>
          <a:xfrm>
            <a:off x="4909986" y="2029542"/>
            <a:ext cx="724713"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최근 </a:t>
            </a:r>
            <a:r>
              <a:rPr lang="en-US" altLang="ko-KR" sz="800" dirty="0">
                <a:solidFill>
                  <a:schemeClr val="tx1">
                    <a:lumMod val="50000"/>
                    <a:lumOff val="50000"/>
                  </a:schemeClr>
                </a:solidFill>
              </a:rPr>
              <a:t>1</a:t>
            </a:r>
            <a:r>
              <a:rPr lang="ko-KR" altLang="en-US" sz="800" dirty="0">
                <a:solidFill>
                  <a:schemeClr val="tx1">
                    <a:lumMod val="50000"/>
                    <a:lumOff val="50000"/>
                  </a:schemeClr>
                </a:solidFill>
              </a:rPr>
              <a:t>년</a:t>
            </a:r>
            <a:endParaRPr lang="en-US" altLang="ko-KR" sz="800" dirty="0">
              <a:solidFill>
                <a:schemeClr val="tx1">
                  <a:lumMod val="50000"/>
                  <a:lumOff val="50000"/>
                </a:schemeClr>
              </a:solidFill>
            </a:endParaRPr>
          </a:p>
        </p:txBody>
      </p:sp>
      <p:sp>
        <p:nvSpPr>
          <p:cNvPr id="43" name="직사각형 42">
            <a:extLst>
              <a:ext uri="{FF2B5EF4-FFF2-40B4-BE49-F238E27FC236}">
                <a16:creationId xmlns:a16="http://schemas.microsoft.com/office/drawing/2014/main" id="{7684B5DC-4EA8-402B-A846-58FFEBB1F52C}"/>
              </a:ext>
            </a:extLst>
          </p:cNvPr>
          <p:cNvSpPr/>
          <p:nvPr userDrawn="1"/>
        </p:nvSpPr>
        <p:spPr>
          <a:xfrm>
            <a:off x="5733879" y="2029542"/>
            <a:ext cx="2609448"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44" name="TextBox 43">
            <a:extLst>
              <a:ext uri="{FF2B5EF4-FFF2-40B4-BE49-F238E27FC236}">
                <a16:creationId xmlns:a16="http://schemas.microsoft.com/office/drawing/2014/main" id="{8F4A80BB-5A7F-4D89-BCB2-4368023AE488}"/>
              </a:ext>
            </a:extLst>
          </p:cNvPr>
          <p:cNvSpPr txBox="1"/>
          <p:nvPr userDrawn="1"/>
        </p:nvSpPr>
        <p:spPr>
          <a:xfrm>
            <a:off x="5763375" y="2085914"/>
            <a:ext cx="595035" cy="215444"/>
          </a:xfrm>
          <a:prstGeom prst="rect">
            <a:avLst/>
          </a:prstGeom>
          <a:noFill/>
        </p:spPr>
        <p:txBody>
          <a:bodyPr wrap="square" rtlCol="0">
            <a:spAutoFit/>
          </a:bodyPr>
          <a:lstStyle/>
          <a:p>
            <a:r>
              <a:rPr lang="ko-KR" altLang="en-US" sz="800" dirty="0"/>
              <a:t>주문기간</a:t>
            </a:r>
          </a:p>
        </p:txBody>
      </p:sp>
      <p:sp>
        <p:nvSpPr>
          <p:cNvPr id="45" name="직사각형 44">
            <a:extLst>
              <a:ext uri="{FF2B5EF4-FFF2-40B4-BE49-F238E27FC236}">
                <a16:creationId xmlns:a16="http://schemas.microsoft.com/office/drawing/2014/main" id="{6C8B3BBC-FDB2-4A77-8A67-55ACCCD2F37E}"/>
              </a:ext>
            </a:extLst>
          </p:cNvPr>
          <p:cNvSpPr/>
          <p:nvPr userDrawn="1"/>
        </p:nvSpPr>
        <p:spPr>
          <a:xfrm>
            <a:off x="6330693" y="2089609"/>
            <a:ext cx="609315"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46" name="그림 45">
            <a:extLst>
              <a:ext uri="{FF2B5EF4-FFF2-40B4-BE49-F238E27FC236}">
                <a16:creationId xmlns:a16="http://schemas.microsoft.com/office/drawing/2014/main" id="{E7A2B73B-B344-4C11-8BA3-E42D9919C8A6}"/>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a:off x="6965410" y="2081678"/>
            <a:ext cx="200163" cy="207177"/>
          </a:xfrm>
          <a:prstGeom prst="rect">
            <a:avLst/>
          </a:prstGeom>
          <a:ln w="6350">
            <a:noFill/>
          </a:ln>
        </p:spPr>
      </p:pic>
      <p:sp>
        <p:nvSpPr>
          <p:cNvPr id="47" name="TextBox 46">
            <a:extLst>
              <a:ext uri="{FF2B5EF4-FFF2-40B4-BE49-F238E27FC236}">
                <a16:creationId xmlns:a16="http://schemas.microsoft.com/office/drawing/2014/main" id="{7C0B8BC1-C6BA-487E-A715-54696B36D01A}"/>
              </a:ext>
            </a:extLst>
          </p:cNvPr>
          <p:cNvSpPr txBox="1"/>
          <p:nvPr userDrawn="1"/>
        </p:nvSpPr>
        <p:spPr>
          <a:xfrm>
            <a:off x="7113131" y="2066412"/>
            <a:ext cx="264816" cy="230832"/>
          </a:xfrm>
          <a:prstGeom prst="rect">
            <a:avLst/>
          </a:prstGeom>
          <a:noFill/>
        </p:spPr>
        <p:txBody>
          <a:bodyPr wrap="square" rtlCol="0">
            <a:spAutoFit/>
          </a:bodyPr>
          <a:lstStyle/>
          <a:p>
            <a:r>
              <a:rPr lang="en-US" altLang="ko-KR" sz="900" dirty="0"/>
              <a:t>~</a:t>
            </a:r>
            <a:endParaRPr lang="ko-KR" altLang="en-US" sz="900" dirty="0"/>
          </a:p>
        </p:txBody>
      </p:sp>
      <p:sp>
        <p:nvSpPr>
          <p:cNvPr id="48" name="직사각형 47">
            <a:extLst>
              <a:ext uri="{FF2B5EF4-FFF2-40B4-BE49-F238E27FC236}">
                <a16:creationId xmlns:a16="http://schemas.microsoft.com/office/drawing/2014/main" id="{850C2001-8453-4B77-8B10-1BC496C250A9}"/>
              </a:ext>
            </a:extLst>
          </p:cNvPr>
          <p:cNvSpPr/>
          <p:nvPr userDrawn="1"/>
        </p:nvSpPr>
        <p:spPr>
          <a:xfrm>
            <a:off x="7339481" y="2089609"/>
            <a:ext cx="606992"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49" name="그림 48">
            <a:extLst>
              <a:ext uri="{FF2B5EF4-FFF2-40B4-BE49-F238E27FC236}">
                <a16:creationId xmlns:a16="http://schemas.microsoft.com/office/drawing/2014/main" id="{360EF132-2968-45E5-9E7D-560355CC37CE}"/>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a:off x="7974197" y="2081678"/>
            <a:ext cx="200163" cy="207177"/>
          </a:xfrm>
          <a:prstGeom prst="rect">
            <a:avLst/>
          </a:prstGeom>
          <a:ln w="6350">
            <a:noFill/>
          </a:ln>
        </p:spPr>
      </p:pic>
      <p:sp>
        <p:nvSpPr>
          <p:cNvPr id="50" name="직사각형 49">
            <a:extLst>
              <a:ext uri="{FF2B5EF4-FFF2-40B4-BE49-F238E27FC236}">
                <a16:creationId xmlns:a16="http://schemas.microsoft.com/office/drawing/2014/main" id="{96E3CEB5-C2E6-45F4-8A8D-8C702EB757E2}"/>
              </a:ext>
            </a:extLst>
          </p:cNvPr>
          <p:cNvSpPr/>
          <p:nvPr userDrawn="1"/>
        </p:nvSpPr>
        <p:spPr>
          <a:xfrm>
            <a:off x="8343327" y="2029543"/>
            <a:ext cx="453540" cy="32428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조회</a:t>
            </a:r>
          </a:p>
        </p:txBody>
      </p:sp>
      <p:cxnSp>
        <p:nvCxnSpPr>
          <p:cNvPr id="51" name="직선 연결선 50">
            <a:extLst>
              <a:ext uri="{FF2B5EF4-FFF2-40B4-BE49-F238E27FC236}">
                <a16:creationId xmlns:a16="http://schemas.microsoft.com/office/drawing/2014/main" id="{FA1A109A-E3A5-47B6-966F-A4E2B1D13925}"/>
              </a:ext>
            </a:extLst>
          </p:cNvPr>
          <p:cNvCxnSpPr>
            <a:cxnSpLocks/>
          </p:cNvCxnSpPr>
          <p:nvPr userDrawn="1"/>
        </p:nvCxnSpPr>
        <p:spPr>
          <a:xfrm>
            <a:off x="1522542" y="2582065"/>
            <a:ext cx="7323667" cy="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52" name="직사각형 51">
            <a:extLst>
              <a:ext uri="{FF2B5EF4-FFF2-40B4-BE49-F238E27FC236}">
                <a16:creationId xmlns:a16="http://schemas.microsoft.com/office/drawing/2014/main" id="{417AA2B0-5F0A-4A8A-ACE0-61454F987982}"/>
              </a:ext>
            </a:extLst>
          </p:cNvPr>
          <p:cNvSpPr/>
          <p:nvPr userDrawn="1"/>
        </p:nvSpPr>
        <p:spPr>
          <a:xfrm>
            <a:off x="1493716" y="2034446"/>
            <a:ext cx="1014763" cy="31691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반품상태 전체  ▼</a:t>
            </a:r>
            <a:endParaRPr lang="en-US" altLang="ko-KR" sz="800" dirty="0">
              <a:solidFill>
                <a:schemeClr val="tx1">
                  <a:lumMod val="50000"/>
                  <a:lumOff val="50000"/>
                </a:schemeClr>
              </a:solidFill>
            </a:endParaRPr>
          </a:p>
        </p:txBody>
      </p:sp>
      <p:sp>
        <p:nvSpPr>
          <p:cNvPr id="53" name="직사각형 52">
            <a:extLst>
              <a:ext uri="{FF2B5EF4-FFF2-40B4-BE49-F238E27FC236}">
                <a16:creationId xmlns:a16="http://schemas.microsoft.com/office/drawing/2014/main" id="{1AED6BF4-BDF8-4901-85CF-F9B763091BFC}"/>
              </a:ext>
            </a:extLst>
          </p:cNvPr>
          <p:cNvSpPr/>
          <p:nvPr userDrawn="1"/>
        </p:nvSpPr>
        <p:spPr>
          <a:xfrm>
            <a:off x="7943549" y="5178460"/>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반품완료일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54" name="직사각형 53">
            <a:extLst>
              <a:ext uri="{FF2B5EF4-FFF2-40B4-BE49-F238E27FC236}">
                <a16:creationId xmlns:a16="http://schemas.microsoft.com/office/drawing/2014/main" id="{1FCD2CBA-C61E-4B10-84F2-6F9C84480D99}"/>
              </a:ext>
            </a:extLst>
          </p:cNvPr>
          <p:cNvSpPr/>
          <p:nvPr userDrawn="1"/>
        </p:nvSpPr>
        <p:spPr>
          <a:xfrm>
            <a:off x="7925052" y="3588342"/>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반품신청일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Tree>
    <p:extLst>
      <p:ext uri="{BB962C8B-B14F-4D97-AF65-F5344CB8AC3E}">
        <p14:creationId xmlns:p14="http://schemas.microsoft.com/office/powerpoint/2010/main" val="1999992610"/>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5_사용자 지정 레이아웃">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B9A238A3-AC34-4E51-AADE-50341A16E004}"/>
              </a:ext>
            </a:extLst>
          </p:cNvPr>
          <p:cNvSpPr/>
          <p:nvPr userDrawn="1"/>
        </p:nvSpPr>
        <p:spPr>
          <a:xfrm>
            <a:off x="33614" y="34270"/>
            <a:ext cx="10033092" cy="7728605"/>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 name="직사각형 3">
            <a:extLst>
              <a:ext uri="{FF2B5EF4-FFF2-40B4-BE49-F238E27FC236}">
                <a16:creationId xmlns:a16="http://schemas.microsoft.com/office/drawing/2014/main" id="{12BDEAF9-3A23-4DBA-A918-6D021F28AE76}"/>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79E7C033-169A-4807-AC6B-C2659A59AEB4}"/>
              </a:ext>
            </a:extLst>
          </p:cNvPr>
          <p:cNvSpPr/>
          <p:nvPr userDrawn="1"/>
        </p:nvSpPr>
        <p:spPr>
          <a:xfrm>
            <a:off x="33615" y="34272"/>
            <a:ext cx="10033092" cy="579114"/>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a:extLst>
              <a:ext uri="{FF2B5EF4-FFF2-40B4-BE49-F238E27FC236}">
                <a16:creationId xmlns:a16="http://schemas.microsoft.com/office/drawing/2014/main" id="{28D194D2-8A15-4ADB-BA51-8F4B9504ADAB}"/>
              </a:ext>
            </a:extLst>
          </p:cNvPr>
          <p:cNvGrpSpPr/>
          <p:nvPr userDrawn="1"/>
        </p:nvGrpSpPr>
        <p:grpSpPr>
          <a:xfrm>
            <a:off x="190304" y="150607"/>
            <a:ext cx="1456828" cy="356787"/>
            <a:chOff x="2843808" y="1955121"/>
            <a:chExt cx="1674813" cy="596970"/>
          </a:xfrm>
          <a:solidFill>
            <a:schemeClr val="bg1">
              <a:lumMod val="95000"/>
            </a:schemeClr>
          </a:solidFill>
        </p:grpSpPr>
        <p:sp>
          <p:nvSpPr>
            <p:cNvPr id="7" name="Border">
              <a:extLst>
                <a:ext uri="{FF2B5EF4-FFF2-40B4-BE49-F238E27FC236}">
                  <a16:creationId xmlns:a16="http://schemas.microsoft.com/office/drawing/2014/main" id="{CBCBCE31-8F72-4E7D-8E14-24D37358C4FE}"/>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663BA13B-6091-4683-94BE-93C31C213C2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30FCE172-731A-40AB-A9C3-7796BD89CA1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TextBox 9">
              <a:extLst>
                <a:ext uri="{FF2B5EF4-FFF2-40B4-BE49-F238E27FC236}">
                  <a16:creationId xmlns:a16="http://schemas.microsoft.com/office/drawing/2014/main" id="{260B92CB-A293-4442-B4F5-2597BCAB2C52}"/>
                </a:ext>
              </a:extLst>
            </p:cNvPr>
            <p:cNvSpPr txBox="1"/>
            <p:nvPr/>
          </p:nvSpPr>
          <p:spPr>
            <a:xfrm>
              <a:off x="3376634" y="2073367"/>
              <a:ext cx="609160" cy="360477"/>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1" name="직사각형 10">
            <a:extLst>
              <a:ext uri="{FF2B5EF4-FFF2-40B4-BE49-F238E27FC236}">
                <a16:creationId xmlns:a16="http://schemas.microsoft.com/office/drawing/2014/main" id="{334BC063-5F06-456C-8AA6-597EF7E9D9A5}"/>
              </a:ext>
            </a:extLst>
          </p:cNvPr>
          <p:cNvSpPr/>
          <p:nvPr userDrawn="1"/>
        </p:nvSpPr>
        <p:spPr>
          <a:xfrm>
            <a:off x="8384010" y="202394"/>
            <a:ext cx="1656223" cy="253211"/>
          </a:xfrm>
          <a:prstGeom prst="rect">
            <a:avLst/>
          </a:prstGeom>
        </p:spPr>
        <p:txBody>
          <a:bodyPr wrap="none">
            <a:spAutoFit/>
          </a:bodyPr>
          <a:lstStyle/>
          <a:p>
            <a:pPr algn="r">
              <a:lnSpc>
                <a:spcPct val="150000"/>
              </a:lnSpc>
            </a:pPr>
            <a:r>
              <a:rPr lang="ko-KR" altLang="en-US" sz="800" dirty="0">
                <a:latin typeface="+mj-ea"/>
                <a:ea typeface="+mj-ea"/>
              </a:rPr>
              <a:t>주문조회</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장바구니</a:t>
            </a:r>
            <a:r>
              <a:rPr lang="en-US" altLang="ko-KR" sz="800" dirty="0">
                <a:latin typeface="+mj-ea"/>
                <a:ea typeface="+mj-ea"/>
              </a:rPr>
              <a:t>  </a:t>
            </a:r>
            <a:r>
              <a:rPr lang="en-US" altLang="ko-KR" sz="800" dirty="0">
                <a:solidFill>
                  <a:schemeClr val="bg1">
                    <a:lumMod val="75000"/>
                  </a:schemeClr>
                </a:solidFill>
                <a:latin typeface="+mj-ea"/>
                <a:ea typeface="+mj-ea"/>
              </a:rPr>
              <a:t>|</a:t>
            </a:r>
            <a:r>
              <a:rPr lang="en-US" altLang="ko-KR" sz="800" dirty="0">
                <a:latin typeface="+mj-ea"/>
                <a:ea typeface="+mj-ea"/>
              </a:rPr>
              <a:t>  </a:t>
            </a:r>
            <a:r>
              <a:rPr lang="ko-KR" altLang="en-US" sz="800" dirty="0">
                <a:latin typeface="+mj-ea"/>
                <a:ea typeface="+mj-ea"/>
              </a:rPr>
              <a:t>로그인</a:t>
            </a:r>
          </a:p>
        </p:txBody>
      </p:sp>
      <p:sp>
        <p:nvSpPr>
          <p:cNvPr id="12" name="직사각형 11">
            <a:extLst>
              <a:ext uri="{FF2B5EF4-FFF2-40B4-BE49-F238E27FC236}">
                <a16:creationId xmlns:a16="http://schemas.microsoft.com/office/drawing/2014/main" id="{6B73F8A9-0DA2-4ED6-91D4-8713C1DF2CE4}"/>
              </a:ext>
            </a:extLst>
          </p:cNvPr>
          <p:cNvSpPr/>
          <p:nvPr userDrawn="1"/>
        </p:nvSpPr>
        <p:spPr>
          <a:xfrm>
            <a:off x="1796228" y="196333"/>
            <a:ext cx="2987312" cy="254992"/>
          </a:xfrm>
          <a:prstGeom prst="rect">
            <a:avLst/>
          </a:prstGeom>
          <a:solidFill>
            <a:schemeClr val="bg1"/>
          </a:solidFill>
          <a:ln w="6350">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75000"/>
                  </a:schemeClr>
                </a:solidFill>
              </a:rPr>
              <a:t>상품코드</a:t>
            </a:r>
            <a:r>
              <a:rPr lang="en-US" altLang="ko-KR" sz="800" dirty="0">
                <a:solidFill>
                  <a:schemeClr val="bg1">
                    <a:lumMod val="75000"/>
                  </a:schemeClr>
                </a:solidFill>
              </a:rPr>
              <a:t>, </a:t>
            </a:r>
            <a:r>
              <a:rPr lang="ko-KR" altLang="en-US" sz="800" dirty="0">
                <a:solidFill>
                  <a:schemeClr val="bg1">
                    <a:lumMod val="75000"/>
                  </a:schemeClr>
                </a:solidFill>
              </a:rPr>
              <a:t>상품제목</a:t>
            </a:r>
            <a:endParaRPr lang="ko-KR" altLang="en-US" sz="900" dirty="0">
              <a:solidFill>
                <a:schemeClr val="bg1">
                  <a:lumMod val="75000"/>
                </a:schemeClr>
              </a:solidFill>
            </a:endParaRPr>
          </a:p>
        </p:txBody>
      </p:sp>
      <p:pic>
        <p:nvPicPr>
          <p:cNvPr id="13" name="그림 12">
            <a:extLst>
              <a:ext uri="{FF2B5EF4-FFF2-40B4-BE49-F238E27FC236}">
                <a16:creationId xmlns:a16="http://schemas.microsoft.com/office/drawing/2014/main" id="{B03EA36D-8A6B-410E-8214-AC29CFED379F}"/>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flipH="1">
            <a:off x="4562333" y="245079"/>
            <a:ext cx="157211" cy="157211"/>
          </a:xfrm>
          <a:prstGeom prst="rect">
            <a:avLst/>
          </a:prstGeom>
        </p:spPr>
      </p:pic>
      <p:graphicFrame>
        <p:nvGraphicFramePr>
          <p:cNvPr id="14" name="표 95">
            <a:extLst>
              <a:ext uri="{FF2B5EF4-FFF2-40B4-BE49-F238E27FC236}">
                <a16:creationId xmlns:a16="http://schemas.microsoft.com/office/drawing/2014/main" id="{85A36E11-F9D1-4E53-A92C-6EA513CBC048}"/>
              </a:ext>
            </a:extLst>
          </p:cNvPr>
          <p:cNvGraphicFramePr>
            <a:graphicFrameLocks noGrp="1"/>
          </p:cNvGraphicFramePr>
          <p:nvPr userDrawn="1">
            <p:extLst>
              <p:ext uri="{D42A27DB-BD31-4B8C-83A1-F6EECF244321}">
                <p14:modId xmlns:p14="http://schemas.microsoft.com/office/powerpoint/2010/main" val="727807725"/>
              </p:ext>
            </p:extLst>
          </p:nvPr>
        </p:nvGraphicFramePr>
        <p:xfrm>
          <a:off x="33613" y="7154634"/>
          <a:ext cx="10033092" cy="607201"/>
        </p:xfrm>
        <a:graphic>
          <a:graphicData uri="http://schemas.openxmlformats.org/drawingml/2006/table">
            <a:tbl>
              <a:tblPr firstRow="1" bandRow="1">
                <a:tableStyleId>{5940675A-B579-460E-94D1-54222C63F5DA}</a:tableStyleId>
              </a:tblPr>
              <a:tblGrid>
                <a:gridCol w="10033092">
                  <a:extLst>
                    <a:ext uri="{9D8B030D-6E8A-4147-A177-3AD203B41FA5}">
                      <a16:colId xmlns:a16="http://schemas.microsoft.com/office/drawing/2014/main" val="892355891"/>
                    </a:ext>
                  </a:extLst>
                </a:gridCol>
              </a:tblGrid>
              <a:tr h="0">
                <a:tc>
                  <a:txBody>
                    <a:bodyPr/>
                    <a:lstStyle/>
                    <a:p>
                      <a:pPr algn="just" latinLnBrk="1"/>
                      <a:r>
                        <a:rPr lang="ko-KR" altLang="en-US" sz="800" dirty="0">
                          <a:solidFill>
                            <a:schemeClr val="tx1">
                              <a:lumMod val="65000"/>
                              <a:lumOff val="35000"/>
                            </a:schemeClr>
                          </a:solidFill>
                        </a:rPr>
                        <a:t>                                                                                                                                                                                                                                      </a:t>
                      </a:r>
                      <a:r>
                        <a:rPr lang="en-US" altLang="ko-KR" sz="800" dirty="0">
                          <a:solidFill>
                            <a:schemeClr val="tx1">
                              <a:lumMod val="65000"/>
                              <a:lumOff val="35000"/>
                            </a:schemeClr>
                          </a:solidFill>
                        </a:rPr>
                        <a:t>Me9 Market    </a:t>
                      </a:r>
                      <a:r>
                        <a:rPr lang="en-US" altLang="ko-KR" sz="800" dirty="0">
                          <a:solidFill>
                            <a:schemeClr val="bg1">
                              <a:lumMod val="75000"/>
                            </a:schemeClr>
                          </a:solidFill>
                        </a:rPr>
                        <a:t> |     </a:t>
                      </a:r>
                      <a:r>
                        <a:rPr lang="ko-KR" altLang="en-US" sz="800" dirty="0">
                          <a:solidFill>
                            <a:schemeClr val="tx1">
                              <a:lumMod val="65000"/>
                              <a:lumOff val="35000"/>
                            </a:schemeClr>
                          </a:solidFill>
                        </a:rPr>
                        <a:t>공지사항   </a:t>
                      </a:r>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82935955"/>
                  </a:ext>
                </a:extLst>
              </a:tr>
              <a:tr h="393841">
                <a:tc>
                  <a:txBody>
                    <a:bodyPr/>
                    <a:lstStyle/>
                    <a:p>
                      <a:pPr algn="ctr" latinLnBrk="1"/>
                      <a:r>
                        <a:rPr lang="en-US" altLang="ko-KR" sz="900" dirty="0"/>
                        <a:t>© Shop </a:t>
                      </a:r>
                      <a:r>
                        <a:rPr lang="ko-KR" altLang="en-US" sz="900" dirty="0" err="1"/>
                        <a:t>채널명</a:t>
                      </a:r>
                      <a:r>
                        <a:rPr lang="ko-KR" altLang="en-US" sz="900" dirty="0"/>
                        <a:t> </a:t>
                      </a:r>
                      <a:r>
                        <a:rPr lang="en-US" altLang="ko-KR" sz="900" dirty="0"/>
                        <a:t>All Rights Reserved.</a:t>
                      </a:r>
                    </a:p>
                  </a:txBody>
                  <a:tcPr anchor="ctr" anchorCtr="1">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179122011"/>
                  </a:ext>
                </a:extLst>
              </a:tr>
            </a:tbl>
          </a:graphicData>
        </a:graphic>
      </p:graphicFrame>
      <p:sp>
        <p:nvSpPr>
          <p:cNvPr id="15" name="TextBox 14">
            <a:extLst>
              <a:ext uri="{FF2B5EF4-FFF2-40B4-BE49-F238E27FC236}">
                <a16:creationId xmlns:a16="http://schemas.microsoft.com/office/drawing/2014/main" id="{593033A2-B717-4C99-8628-E19FDEE448A0}"/>
              </a:ext>
            </a:extLst>
          </p:cNvPr>
          <p:cNvSpPr txBox="1"/>
          <p:nvPr userDrawn="1"/>
        </p:nvSpPr>
        <p:spPr>
          <a:xfrm>
            <a:off x="4631022" y="871059"/>
            <a:ext cx="854721" cy="276999"/>
          </a:xfrm>
          <a:prstGeom prst="rect">
            <a:avLst/>
          </a:prstGeom>
          <a:noFill/>
        </p:spPr>
        <p:txBody>
          <a:bodyPr wrap="none" rtlCol="0">
            <a:spAutoFit/>
          </a:bodyPr>
          <a:lstStyle/>
          <a:p>
            <a:r>
              <a:rPr lang="ko-KR" altLang="en-US" sz="1200" b="1" dirty="0"/>
              <a:t>주문 관리</a:t>
            </a:r>
          </a:p>
        </p:txBody>
      </p:sp>
      <p:cxnSp>
        <p:nvCxnSpPr>
          <p:cNvPr id="16" name="직선 연결선 15">
            <a:extLst>
              <a:ext uri="{FF2B5EF4-FFF2-40B4-BE49-F238E27FC236}">
                <a16:creationId xmlns:a16="http://schemas.microsoft.com/office/drawing/2014/main" id="{562A10B6-B2C5-4D78-8CA3-561500CA82FA}"/>
              </a:ext>
            </a:extLst>
          </p:cNvPr>
          <p:cNvCxnSpPr>
            <a:cxnSpLocks/>
          </p:cNvCxnSpPr>
          <p:nvPr userDrawn="1"/>
        </p:nvCxnSpPr>
        <p:spPr>
          <a:xfrm>
            <a:off x="1481667" y="1314226"/>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17" name="표 4">
            <a:extLst>
              <a:ext uri="{FF2B5EF4-FFF2-40B4-BE49-F238E27FC236}">
                <a16:creationId xmlns:a16="http://schemas.microsoft.com/office/drawing/2014/main" id="{A5EB4E69-16A2-4E94-9DC7-C6653F35A890}"/>
              </a:ext>
            </a:extLst>
          </p:cNvPr>
          <p:cNvGraphicFramePr>
            <a:graphicFrameLocks noGrp="1"/>
          </p:cNvGraphicFramePr>
          <p:nvPr userDrawn="1">
            <p:extLst>
              <p:ext uri="{D42A27DB-BD31-4B8C-83A1-F6EECF244321}">
                <p14:modId xmlns:p14="http://schemas.microsoft.com/office/powerpoint/2010/main" val="265229218"/>
              </p:ext>
            </p:extLst>
          </p:nvPr>
        </p:nvGraphicFramePr>
        <p:xfrm>
          <a:off x="1481667" y="1480395"/>
          <a:ext cx="7315200" cy="321854"/>
        </p:xfrm>
        <a:graphic>
          <a:graphicData uri="http://schemas.openxmlformats.org/drawingml/2006/table">
            <a:tbl>
              <a:tblPr firstRow="1" bandRow="1">
                <a:tableStyleId>{5940675A-B579-460E-94D1-54222C63F5DA}</a:tableStyleId>
              </a:tblPr>
              <a:tblGrid>
                <a:gridCol w="1828800">
                  <a:extLst>
                    <a:ext uri="{9D8B030D-6E8A-4147-A177-3AD203B41FA5}">
                      <a16:colId xmlns:a16="http://schemas.microsoft.com/office/drawing/2014/main" val="3306315618"/>
                    </a:ext>
                  </a:extLst>
                </a:gridCol>
                <a:gridCol w="1828800">
                  <a:extLst>
                    <a:ext uri="{9D8B030D-6E8A-4147-A177-3AD203B41FA5}">
                      <a16:colId xmlns:a16="http://schemas.microsoft.com/office/drawing/2014/main" val="3684204346"/>
                    </a:ext>
                  </a:extLst>
                </a:gridCol>
                <a:gridCol w="1828800">
                  <a:extLst>
                    <a:ext uri="{9D8B030D-6E8A-4147-A177-3AD203B41FA5}">
                      <a16:colId xmlns:a16="http://schemas.microsoft.com/office/drawing/2014/main" val="1934738033"/>
                    </a:ext>
                  </a:extLst>
                </a:gridCol>
                <a:gridCol w="1828800">
                  <a:extLst>
                    <a:ext uri="{9D8B030D-6E8A-4147-A177-3AD203B41FA5}">
                      <a16:colId xmlns:a16="http://schemas.microsoft.com/office/drawing/2014/main" val="189309699"/>
                    </a:ext>
                  </a:extLst>
                </a:gridCol>
              </a:tblGrid>
              <a:tr h="321854">
                <a:tc>
                  <a:txBody>
                    <a:bodyPr/>
                    <a:lstStyle/>
                    <a:p>
                      <a:pPr algn="ctr" latinLnBrk="1"/>
                      <a:r>
                        <a:rPr lang="ko-KR" altLang="en-US" sz="1000" b="0" dirty="0">
                          <a:solidFill>
                            <a:schemeClr val="tx1"/>
                          </a:solidFill>
                        </a:rPr>
                        <a:t>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0" dirty="0">
                          <a:solidFill>
                            <a:schemeClr val="tx1"/>
                          </a:solidFill>
                        </a:rPr>
                        <a:t>취소</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0" dirty="0">
                          <a:solidFill>
                            <a:schemeClr val="tx1"/>
                          </a:solidFill>
                        </a:rPr>
                        <a:t>반품</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noFill/>
                  </a:tcPr>
                </a:tc>
                <a:tc>
                  <a:txBody>
                    <a:bodyPr/>
                    <a:lstStyle/>
                    <a:p>
                      <a:pPr algn="ctr" latinLnBrk="1"/>
                      <a:r>
                        <a:rPr lang="ko-KR" altLang="en-US" sz="1000" b="1" dirty="0">
                          <a:solidFill>
                            <a:schemeClr val="bg1"/>
                          </a:solidFill>
                        </a:rPr>
                        <a:t>교환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extLst>
                  <a:ext uri="{0D108BD9-81ED-4DB2-BD59-A6C34878D82A}">
                    <a16:rowId xmlns:a16="http://schemas.microsoft.com/office/drawing/2014/main" val="2825709569"/>
                  </a:ext>
                </a:extLst>
              </a:tr>
            </a:tbl>
          </a:graphicData>
        </a:graphic>
      </p:graphicFrame>
      <p:graphicFrame>
        <p:nvGraphicFramePr>
          <p:cNvPr id="18" name="표 13">
            <a:extLst>
              <a:ext uri="{FF2B5EF4-FFF2-40B4-BE49-F238E27FC236}">
                <a16:creationId xmlns:a16="http://schemas.microsoft.com/office/drawing/2014/main" id="{9C9E66C5-DBE9-4E37-9258-097863EF7CA9}"/>
              </a:ext>
            </a:extLst>
          </p:cNvPr>
          <p:cNvGraphicFramePr>
            <a:graphicFrameLocks noGrp="1"/>
          </p:cNvGraphicFramePr>
          <p:nvPr userDrawn="1">
            <p:extLst>
              <p:ext uri="{D42A27DB-BD31-4B8C-83A1-F6EECF244321}">
                <p14:modId xmlns:p14="http://schemas.microsoft.com/office/powerpoint/2010/main" val="3244583798"/>
              </p:ext>
            </p:extLst>
          </p:nvPr>
        </p:nvGraphicFramePr>
        <p:xfrm>
          <a:off x="1493222" y="3185863"/>
          <a:ext cx="7315200" cy="853440"/>
        </p:xfrm>
        <a:graphic>
          <a:graphicData uri="http://schemas.openxmlformats.org/drawingml/2006/table">
            <a:tbl>
              <a:tblPr firstRow="1" bandRow="1">
                <a:tableStyleId>{5940675A-B579-460E-94D1-54222C63F5DA}</a:tableStyleId>
              </a:tblPr>
              <a:tblGrid>
                <a:gridCol w="843481">
                  <a:extLst>
                    <a:ext uri="{9D8B030D-6E8A-4147-A177-3AD203B41FA5}">
                      <a16:colId xmlns:a16="http://schemas.microsoft.com/office/drawing/2014/main" val="2416159356"/>
                    </a:ext>
                  </a:extLst>
                </a:gridCol>
                <a:gridCol w="3390999">
                  <a:extLst>
                    <a:ext uri="{9D8B030D-6E8A-4147-A177-3AD203B41FA5}">
                      <a16:colId xmlns:a16="http://schemas.microsoft.com/office/drawing/2014/main" val="4215256312"/>
                    </a:ext>
                  </a:extLst>
                </a:gridCol>
                <a:gridCol w="438168">
                  <a:extLst>
                    <a:ext uri="{9D8B030D-6E8A-4147-A177-3AD203B41FA5}">
                      <a16:colId xmlns:a16="http://schemas.microsoft.com/office/drawing/2014/main" val="2751414510"/>
                    </a:ext>
                  </a:extLst>
                </a:gridCol>
                <a:gridCol w="438168">
                  <a:extLst>
                    <a:ext uri="{9D8B030D-6E8A-4147-A177-3AD203B41FA5}">
                      <a16:colId xmlns:a16="http://schemas.microsoft.com/office/drawing/2014/main" val="3916658608"/>
                    </a:ext>
                  </a:extLst>
                </a:gridCol>
                <a:gridCol w="438168">
                  <a:extLst>
                    <a:ext uri="{9D8B030D-6E8A-4147-A177-3AD203B41FA5}">
                      <a16:colId xmlns:a16="http://schemas.microsoft.com/office/drawing/2014/main" val="2117488308"/>
                    </a:ext>
                  </a:extLst>
                </a:gridCol>
                <a:gridCol w="963843">
                  <a:extLst>
                    <a:ext uri="{9D8B030D-6E8A-4147-A177-3AD203B41FA5}">
                      <a16:colId xmlns:a16="http://schemas.microsoft.com/office/drawing/2014/main" val="739747790"/>
                    </a:ext>
                  </a:extLst>
                </a:gridCol>
                <a:gridCol w="802373">
                  <a:extLst>
                    <a:ext uri="{9D8B030D-6E8A-4147-A177-3AD203B41FA5}">
                      <a16:colId xmlns:a16="http://schemas.microsoft.com/office/drawing/2014/main" val="3960621706"/>
                    </a:ext>
                  </a:extLst>
                </a:gridCol>
              </a:tblGrid>
              <a:tr h="0">
                <a:tc gridSpan="7">
                  <a:txBody>
                    <a:bodyPr/>
                    <a:lstStyle/>
                    <a:p>
                      <a:pPr latinLnBrk="1"/>
                      <a:r>
                        <a:rPr lang="ko-KR" altLang="en-US" sz="800" b="1" dirty="0">
                          <a:solidFill>
                            <a:schemeClr val="bg1">
                              <a:lumMod val="65000"/>
                            </a:schemeClr>
                          </a:solidFill>
                        </a:rPr>
                        <a:t>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err="1"/>
                        <a:t>교환신청중</a:t>
                      </a:r>
                      <a:endParaRPr lang="ko-KR" altLang="en-US" sz="900" dirty="0"/>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bl>
          </a:graphicData>
        </a:graphic>
      </p:graphicFrame>
      <p:grpSp>
        <p:nvGrpSpPr>
          <p:cNvPr id="19" name="그룹 18">
            <a:extLst>
              <a:ext uri="{FF2B5EF4-FFF2-40B4-BE49-F238E27FC236}">
                <a16:creationId xmlns:a16="http://schemas.microsoft.com/office/drawing/2014/main" id="{0C6DCF6C-D7BF-4A89-82B3-459414F04C57}"/>
              </a:ext>
            </a:extLst>
          </p:cNvPr>
          <p:cNvGrpSpPr/>
          <p:nvPr userDrawn="1"/>
        </p:nvGrpSpPr>
        <p:grpSpPr>
          <a:xfrm>
            <a:off x="2431739" y="3499337"/>
            <a:ext cx="689346" cy="440906"/>
            <a:chOff x="2843808" y="1955121"/>
            <a:chExt cx="1674813" cy="596970"/>
          </a:xfrm>
          <a:solidFill>
            <a:schemeClr val="bg1">
              <a:lumMod val="95000"/>
            </a:schemeClr>
          </a:solidFill>
        </p:grpSpPr>
        <p:sp>
          <p:nvSpPr>
            <p:cNvPr id="20" name="Border">
              <a:extLst>
                <a:ext uri="{FF2B5EF4-FFF2-40B4-BE49-F238E27FC236}">
                  <a16:creationId xmlns:a16="http://schemas.microsoft.com/office/drawing/2014/main" id="{23520160-3402-4939-8F4F-D7D73820D8F0}"/>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 name="Line 2">
              <a:extLst>
                <a:ext uri="{FF2B5EF4-FFF2-40B4-BE49-F238E27FC236}">
                  <a16:creationId xmlns:a16="http://schemas.microsoft.com/office/drawing/2014/main" id="{87B5592D-081C-4806-9F98-1509FC6F471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 name="Line 1">
              <a:extLst>
                <a:ext uri="{FF2B5EF4-FFF2-40B4-BE49-F238E27FC236}">
                  <a16:creationId xmlns:a16="http://schemas.microsoft.com/office/drawing/2014/main" id="{B7C7C7BC-3A64-4D1D-ADD1-47F788E332B1}"/>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3" name="TextBox 22">
              <a:extLst>
                <a:ext uri="{FF2B5EF4-FFF2-40B4-BE49-F238E27FC236}">
                  <a16:creationId xmlns:a16="http://schemas.microsoft.com/office/drawing/2014/main" id="{2F76FA18-30D1-47E8-BF08-8582508FBCF4}"/>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24" name="직사각형 23">
            <a:extLst>
              <a:ext uri="{FF2B5EF4-FFF2-40B4-BE49-F238E27FC236}">
                <a16:creationId xmlns:a16="http://schemas.microsoft.com/office/drawing/2014/main" id="{A8545200-E4C4-401E-BE61-8E24C4C65A46}"/>
              </a:ext>
            </a:extLst>
          </p:cNvPr>
          <p:cNvSpPr/>
          <p:nvPr userDrawn="1"/>
        </p:nvSpPr>
        <p:spPr>
          <a:xfrm>
            <a:off x="3142168" y="3499337"/>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25" name="TextBox 24">
            <a:extLst>
              <a:ext uri="{FF2B5EF4-FFF2-40B4-BE49-F238E27FC236}">
                <a16:creationId xmlns:a16="http://schemas.microsoft.com/office/drawing/2014/main" id="{67C4ED21-4885-44E1-B193-ACD4F6E2E44F}"/>
              </a:ext>
            </a:extLst>
          </p:cNvPr>
          <p:cNvSpPr txBox="1"/>
          <p:nvPr userDrawn="1"/>
        </p:nvSpPr>
        <p:spPr>
          <a:xfrm>
            <a:off x="1414402" y="2955444"/>
            <a:ext cx="2484976" cy="215444"/>
          </a:xfrm>
          <a:prstGeom prst="rect">
            <a:avLst/>
          </a:prstGeom>
          <a:noFill/>
        </p:spPr>
        <p:txBody>
          <a:bodyPr wrap="none" rtlCol="0">
            <a:spAutoFit/>
          </a:bodyPr>
          <a:lstStyle/>
          <a:p>
            <a:r>
              <a:rPr lang="ko-KR" altLang="en-US" sz="800" dirty="0"/>
              <a:t>교환날짜</a:t>
            </a:r>
            <a:r>
              <a:rPr lang="en-US" altLang="ko-KR" sz="800" dirty="0"/>
              <a:t>: 2024.10.12  |  </a:t>
            </a:r>
            <a:r>
              <a:rPr lang="ko-KR" altLang="en-US" sz="800" dirty="0"/>
              <a:t>주문번호</a:t>
            </a:r>
            <a:r>
              <a:rPr lang="en-US" altLang="ko-KR" sz="800" dirty="0"/>
              <a:t>:</a:t>
            </a:r>
            <a:r>
              <a:rPr lang="ko-KR" altLang="en-US" sz="800" dirty="0"/>
              <a:t> </a:t>
            </a:r>
            <a:r>
              <a:rPr lang="en-US" altLang="ko-KR" sz="800" dirty="0"/>
              <a:t>Me9-00929111</a:t>
            </a:r>
            <a:endParaRPr lang="ko-KR" altLang="en-US" sz="800" dirty="0"/>
          </a:p>
        </p:txBody>
      </p:sp>
      <p:sp>
        <p:nvSpPr>
          <p:cNvPr id="26" name="TextBox 25">
            <a:extLst>
              <a:ext uri="{FF2B5EF4-FFF2-40B4-BE49-F238E27FC236}">
                <a16:creationId xmlns:a16="http://schemas.microsoft.com/office/drawing/2014/main" id="{2DE9A732-811F-4470-A2AD-6C1D3276B103}"/>
              </a:ext>
            </a:extLst>
          </p:cNvPr>
          <p:cNvSpPr txBox="1"/>
          <p:nvPr userDrawn="1"/>
        </p:nvSpPr>
        <p:spPr>
          <a:xfrm>
            <a:off x="6531029" y="4084111"/>
            <a:ext cx="2380780" cy="215444"/>
          </a:xfrm>
          <a:prstGeom prst="rect">
            <a:avLst/>
          </a:prstGeom>
          <a:noFill/>
        </p:spPr>
        <p:txBody>
          <a:bodyPr wrap="none" rtlCol="0">
            <a:spAutoFit/>
          </a:bodyPr>
          <a:lstStyle/>
          <a:p>
            <a:r>
              <a:rPr lang="en-US" altLang="ko-KR" sz="800" dirty="0"/>
              <a:t>30,000</a:t>
            </a:r>
            <a:r>
              <a:rPr lang="ko-KR" altLang="en-US" sz="800" dirty="0"/>
              <a:t>원 미만 </a:t>
            </a:r>
            <a:r>
              <a:rPr lang="en-US" altLang="ko-KR" sz="800" dirty="0"/>
              <a:t>: 2,500 </a:t>
            </a:r>
            <a:r>
              <a:rPr lang="ko-KR" altLang="en-US" sz="800" dirty="0"/>
              <a:t>원</a:t>
            </a:r>
            <a:r>
              <a:rPr lang="en-US" altLang="ko-KR" sz="800" dirty="0"/>
              <a:t>  |  </a:t>
            </a:r>
            <a:r>
              <a:rPr lang="ko-KR" altLang="en-US" sz="800" dirty="0"/>
              <a:t>판매자 문의하기 ▷</a:t>
            </a:r>
          </a:p>
        </p:txBody>
      </p:sp>
      <p:pic>
        <p:nvPicPr>
          <p:cNvPr id="27" name="Picture 2">
            <a:extLst>
              <a:ext uri="{FF2B5EF4-FFF2-40B4-BE49-F238E27FC236}">
                <a16:creationId xmlns:a16="http://schemas.microsoft.com/office/drawing/2014/main" id="{DDFFF875-6E04-4FBF-A237-69847E5E2C5F}"/>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4119508" y="6506219"/>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8" name="직사각형 27">
            <a:extLst>
              <a:ext uri="{FF2B5EF4-FFF2-40B4-BE49-F238E27FC236}">
                <a16:creationId xmlns:a16="http://schemas.microsoft.com/office/drawing/2014/main" id="{2BB25AC9-879C-4DC7-A454-47E18F084194}"/>
              </a:ext>
            </a:extLst>
          </p:cNvPr>
          <p:cNvSpPr/>
          <p:nvPr userDrawn="1"/>
        </p:nvSpPr>
        <p:spPr>
          <a:xfrm>
            <a:off x="3920415" y="2976551"/>
            <a:ext cx="666792" cy="150254"/>
          </a:xfrm>
          <a:prstGeom prst="rect">
            <a:avLst/>
          </a:prstGeom>
          <a:solidFill>
            <a:schemeClr val="accent5">
              <a:lumMod val="75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주문상세</a:t>
            </a:r>
          </a:p>
        </p:txBody>
      </p:sp>
      <p:graphicFrame>
        <p:nvGraphicFramePr>
          <p:cNvPr id="29" name="표 13">
            <a:extLst>
              <a:ext uri="{FF2B5EF4-FFF2-40B4-BE49-F238E27FC236}">
                <a16:creationId xmlns:a16="http://schemas.microsoft.com/office/drawing/2014/main" id="{8292592A-6519-4C46-9536-4462C915151B}"/>
              </a:ext>
            </a:extLst>
          </p:cNvPr>
          <p:cNvGraphicFramePr>
            <a:graphicFrameLocks noGrp="1"/>
          </p:cNvGraphicFramePr>
          <p:nvPr userDrawn="1">
            <p:extLst>
              <p:ext uri="{D42A27DB-BD31-4B8C-83A1-F6EECF244321}">
                <p14:modId xmlns:p14="http://schemas.microsoft.com/office/powerpoint/2010/main" val="1953681243"/>
              </p:ext>
            </p:extLst>
          </p:nvPr>
        </p:nvGraphicFramePr>
        <p:xfrm>
          <a:off x="1493176" y="4786736"/>
          <a:ext cx="7315200" cy="853440"/>
        </p:xfrm>
        <a:graphic>
          <a:graphicData uri="http://schemas.openxmlformats.org/drawingml/2006/table">
            <a:tbl>
              <a:tblPr firstRow="1" bandRow="1">
                <a:tableStyleId>{5940675A-B579-460E-94D1-54222C63F5DA}</a:tableStyleId>
              </a:tblPr>
              <a:tblGrid>
                <a:gridCol w="814031">
                  <a:extLst>
                    <a:ext uri="{9D8B030D-6E8A-4147-A177-3AD203B41FA5}">
                      <a16:colId xmlns:a16="http://schemas.microsoft.com/office/drawing/2014/main" val="2416159356"/>
                    </a:ext>
                  </a:extLst>
                </a:gridCol>
                <a:gridCol w="2683893">
                  <a:extLst>
                    <a:ext uri="{9D8B030D-6E8A-4147-A177-3AD203B41FA5}">
                      <a16:colId xmlns:a16="http://schemas.microsoft.com/office/drawing/2014/main" val="4215256312"/>
                    </a:ext>
                  </a:extLst>
                </a:gridCol>
                <a:gridCol w="2276475">
                  <a:extLst>
                    <a:ext uri="{9D8B030D-6E8A-4147-A177-3AD203B41FA5}">
                      <a16:colId xmlns:a16="http://schemas.microsoft.com/office/drawing/2014/main" val="2751414510"/>
                    </a:ext>
                  </a:extLst>
                </a:gridCol>
                <a:gridCol w="738428">
                  <a:extLst>
                    <a:ext uri="{9D8B030D-6E8A-4147-A177-3AD203B41FA5}">
                      <a16:colId xmlns:a16="http://schemas.microsoft.com/office/drawing/2014/main" val="739747790"/>
                    </a:ext>
                  </a:extLst>
                </a:gridCol>
                <a:gridCol w="802373">
                  <a:extLst>
                    <a:ext uri="{9D8B030D-6E8A-4147-A177-3AD203B41FA5}">
                      <a16:colId xmlns:a16="http://schemas.microsoft.com/office/drawing/2014/main" val="3960621706"/>
                    </a:ext>
                  </a:extLst>
                </a:gridCol>
              </a:tblGrid>
              <a:tr h="0">
                <a:tc gridSpan="5">
                  <a:txBody>
                    <a:bodyPr/>
                    <a:lstStyle/>
                    <a:p>
                      <a:pPr latinLnBrk="1"/>
                      <a:r>
                        <a:rPr lang="ko-KR" altLang="en-US" sz="800" b="1" dirty="0">
                          <a:solidFill>
                            <a:schemeClr val="bg1">
                              <a:lumMod val="65000"/>
                            </a:schemeClr>
                          </a:solidFill>
                        </a:rPr>
                        <a:t>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sz="900" dirty="0"/>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교환완료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l" latinLnBrk="1"/>
                      <a:r>
                        <a:rPr lang="ko-KR" altLang="en-US" sz="900" dirty="0"/>
                        <a:t>주문번호</a:t>
                      </a:r>
                      <a:r>
                        <a:rPr lang="en-US" altLang="ko-KR" sz="900" dirty="0"/>
                        <a:t>:</a:t>
                      </a:r>
                      <a:r>
                        <a:rPr lang="ko-KR" altLang="en-US" sz="900" dirty="0"/>
                        <a:t> </a:t>
                      </a:r>
                      <a:r>
                        <a:rPr lang="en-US" altLang="ko-KR" sz="900" dirty="0"/>
                        <a:t>Me9-00929111</a:t>
                      </a:r>
                    </a:p>
                    <a:p>
                      <a:pPr algn="l" latinLnBrk="1"/>
                      <a:r>
                        <a:rPr lang="ko-KR" altLang="en-US" sz="900" b="1" dirty="0">
                          <a:solidFill>
                            <a:srgbClr val="FF0000"/>
                          </a:solidFill>
                        </a:rPr>
                        <a:t>  → </a:t>
                      </a:r>
                      <a:r>
                        <a:rPr lang="ko-KR" altLang="en-US" sz="900" dirty="0"/>
                        <a:t>교환 주문번호</a:t>
                      </a:r>
                      <a:r>
                        <a:rPr lang="en-US" altLang="ko-KR" sz="900" dirty="0"/>
                        <a:t>:</a:t>
                      </a:r>
                      <a:r>
                        <a:rPr lang="ko-KR" altLang="en-US" sz="900" dirty="0"/>
                        <a:t> </a:t>
                      </a:r>
                      <a:r>
                        <a:rPr lang="en-US" altLang="ko-KR" sz="900" dirty="0"/>
                        <a:t>Me9-RE-00929111</a:t>
                      </a:r>
                      <a:endParaRPr lang="ko-KR" altLang="en-US" sz="900" b="1" dirty="0">
                        <a:solidFill>
                          <a:srgbClr val="FF0000"/>
                        </a:solidFill>
                      </a:endParaRP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bl>
          </a:graphicData>
        </a:graphic>
      </p:graphicFrame>
      <p:grpSp>
        <p:nvGrpSpPr>
          <p:cNvPr id="30" name="그룹 29">
            <a:extLst>
              <a:ext uri="{FF2B5EF4-FFF2-40B4-BE49-F238E27FC236}">
                <a16:creationId xmlns:a16="http://schemas.microsoft.com/office/drawing/2014/main" id="{72F8CBD4-75F3-4B0D-A028-2BB3D322C185}"/>
              </a:ext>
            </a:extLst>
          </p:cNvPr>
          <p:cNvGrpSpPr/>
          <p:nvPr userDrawn="1"/>
        </p:nvGrpSpPr>
        <p:grpSpPr>
          <a:xfrm>
            <a:off x="2431693" y="5100210"/>
            <a:ext cx="689346" cy="440906"/>
            <a:chOff x="2843808" y="1955121"/>
            <a:chExt cx="1674813" cy="596970"/>
          </a:xfrm>
          <a:solidFill>
            <a:schemeClr val="bg1">
              <a:lumMod val="95000"/>
            </a:schemeClr>
          </a:solidFill>
        </p:grpSpPr>
        <p:sp>
          <p:nvSpPr>
            <p:cNvPr id="31" name="Border">
              <a:extLst>
                <a:ext uri="{FF2B5EF4-FFF2-40B4-BE49-F238E27FC236}">
                  <a16:creationId xmlns:a16="http://schemas.microsoft.com/office/drawing/2014/main" id="{262FC13F-EB46-434B-B4BC-52BDFDE2CE2D}"/>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2" name="Line 2">
              <a:extLst>
                <a:ext uri="{FF2B5EF4-FFF2-40B4-BE49-F238E27FC236}">
                  <a16:creationId xmlns:a16="http://schemas.microsoft.com/office/drawing/2014/main" id="{1FBFC8D7-27D1-4247-BB7C-E5F533F86C0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3" name="Line 1">
              <a:extLst>
                <a:ext uri="{FF2B5EF4-FFF2-40B4-BE49-F238E27FC236}">
                  <a16:creationId xmlns:a16="http://schemas.microsoft.com/office/drawing/2014/main" id="{2EF7876C-E62C-4BFA-A6B6-C491268B67A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4" name="TextBox 33">
              <a:extLst>
                <a:ext uri="{FF2B5EF4-FFF2-40B4-BE49-F238E27FC236}">
                  <a16:creationId xmlns:a16="http://schemas.microsoft.com/office/drawing/2014/main" id="{79C71CD0-280B-49AB-8D41-51354A95D905}"/>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35" name="직사각형 34">
            <a:extLst>
              <a:ext uri="{FF2B5EF4-FFF2-40B4-BE49-F238E27FC236}">
                <a16:creationId xmlns:a16="http://schemas.microsoft.com/office/drawing/2014/main" id="{BA492867-9D54-478B-8BFA-012CE5DC0DC3}"/>
              </a:ext>
            </a:extLst>
          </p:cNvPr>
          <p:cNvSpPr/>
          <p:nvPr userDrawn="1"/>
        </p:nvSpPr>
        <p:spPr>
          <a:xfrm>
            <a:off x="3142122" y="5100210"/>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36" name="TextBox 35">
            <a:extLst>
              <a:ext uri="{FF2B5EF4-FFF2-40B4-BE49-F238E27FC236}">
                <a16:creationId xmlns:a16="http://schemas.microsoft.com/office/drawing/2014/main" id="{88F86002-D553-43B1-A5B4-20E537E9A8C9}"/>
              </a:ext>
            </a:extLst>
          </p:cNvPr>
          <p:cNvSpPr txBox="1"/>
          <p:nvPr userDrawn="1"/>
        </p:nvSpPr>
        <p:spPr>
          <a:xfrm>
            <a:off x="1414356" y="4556317"/>
            <a:ext cx="2884123" cy="215444"/>
          </a:xfrm>
          <a:prstGeom prst="rect">
            <a:avLst/>
          </a:prstGeom>
          <a:noFill/>
        </p:spPr>
        <p:txBody>
          <a:bodyPr wrap="none" rtlCol="0">
            <a:spAutoFit/>
          </a:bodyPr>
          <a:lstStyle/>
          <a:p>
            <a:r>
              <a:rPr lang="ko-KR" altLang="en-US" sz="800" dirty="0"/>
              <a:t>교환날짜</a:t>
            </a:r>
            <a:r>
              <a:rPr lang="en-US" altLang="ko-KR" sz="800" dirty="0"/>
              <a:t>: 2024.10.11  |  </a:t>
            </a:r>
            <a:r>
              <a:rPr lang="ko-KR" altLang="en-US" sz="800" dirty="0"/>
              <a:t>교환 주문번호</a:t>
            </a:r>
            <a:r>
              <a:rPr lang="en-US" altLang="ko-KR" sz="800" dirty="0"/>
              <a:t>:</a:t>
            </a:r>
            <a:r>
              <a:rPr lang="ko-KR" altLang="en-US" sz="800" dirty="0"/>
              <a:t> </a:t>
            </a:r>
            <a:r>
              <a:rPr lang="en-US" altLang="ko-KR" sz="800" dirty="0"/>
              <a:t>Me9-RE-00929111</a:t>
            </a:r>
            <a:endParaRPr lang="ko-KR" altLang="en-US" sz="800" dirty="0"/>
          </a:p>
        </p:txBody>
      </p:sp>
      <p:sp>
        <p:nvSpPr>
          <p:cNvPr id="37" name="TextBox 36">
            <a:extLst>
              <a:ext uri="{FF2B5EF4-FFF2-40B4-BE49-F238E27FC236}">
                <a16:creationId xmlns:a16="http://schemas.microsoft.com/office/drawing/2014/main" id="{8232D94B-188A-423A-871E-EFFCE69D9E84}"/>
              </a:ext>
            </a:extLst>
          </p:cNvPr>
          <p:cNvSpPr txBox="1"/>
          <p:nvPr userDrawn="1"/>
        </p:nvSpPr>
        <p:spPr>
          <a:xfrm>
            <a:off x="6530983" y="5684984"/>
            <a:ext cx="1412566" cy="215444"/>
          </a:xfrm>
          <a:prstGeom prst="rect">
            <a:avLst/>
          </a:prstGeom>
          <a:noFill/>
        </p:spPr>
        <p:txBody>
          <a:bodyPr wrap="none" rtlCol="0">
            <a:spAutoFit/>
          </a:bodyPr>
          <a:lstStyle/>
          <a:p>
            <a:r>
              <a:rPr lang="en-US" altLang="ko-KR" sz="800" dirty="0"/>
              <a:t>30,000</a:t>
            </a:r>
            <a:r>
              <a:rPr lang="ko-KR" altLang="en-US" sz="800" dirty="0"/>
              <a:t>원 미만 </a:t>
            </a:r>
            <a:r>
              <a:rPr lang="en-US" altLang="ko-KR" sz="800" dirty="0"/>
              <a:t>: 2,500 </a:t>
            </a:r>
            <a:r>
              <a:rPr lang="ko-KR" altLang="en-US" sz="800" dirty="0"/>
              <a:t>원</a:t>
            </a:r>
            <a:r>
              <a:rPr lang="en-US" altLang="ko-KR" sz="800" dirty="0"/>
              <a:t>  |</a:t>
            </a:r>
            <a:endParaRPr lang="ko-KR" altLang="en-US" sz="800" dirty="0"/>
          </a:p>
        </p:txBody>
      </p:sp>
      <p:sp>
        <p:nvSpPr>
          <p:cNvPr id="38" name="직사각형 37">
            <a:extLst>
              <a:ext uri="{FF2B5EF4-FFF2-40B4-BE49-F238E27FC236}">
                <a16:creationId xmlns:a16="http://schemas.microsoft.com/office/drawing/2014/main" id="{2BB2E07C-BCB0-4E8C-8D2C-D1E6842E6F7A}"/>
              </a:ext>
            </a:extLst>
          </p:cNvPr>
          <p:cNvSpPr/>
          <p:nvPr userDrawn="1"/>
        </p:nvSpPr>
        <p:spPr>
          <a:xfrm>
            <a:off x="4310940" y="4578008"/>
            <a:ext cx="666792" cy="150254"/>
          </a:xfrm>
          <a:prstGeom prst="rect">
            <a:avLst/>
          </a:prstGeom>
          <a:solidFill>
            <a:schemeClr val="accent5">
              <a:lumMod val="75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주문상세</a:t>
            </a:r>
          </a:p>
        </p:txBody>
      </p:sp>
      <p:sp>
        <p:nvSpPr>
          <p:cNvPr id="39" name="직사각형 38">
            <a:extLst>
              <a:ext uri="{FF2B5EF4-FFF2-40B4-BE49-F238E27FC236}">
                <a16:creationId xmlns:a16="http://schemas.microsoft.com/office/drawing/2014/main" id="{D5B51C71-4363-46BB-892B-F89D669FE39A}"/>
              </a:ext>
            </a:extLst>
          </p:cNvPr>
          <p:cNvSpPr/>
          <p:nvPr userDrawn="1"/>
        </p:nvSpPr>
        <p:spPr>
          <a:xfrm>
            <a:off x="2607660" y="2029542"/>
            <a:ext cx="788807" cy="321855"/>
          </a:xfrm>
          <a:prstGeom prst="rect">
            <a:avLst/>
          </a:prstGeom>
          <a:solidFill>
            <a:schemeClr val="tx1">
              <a:lumMod val="95000"/>
              <a:lumOff val="5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최근 </a:t>
            </a:r>
            <a:r>
              <a:rPr lang="en-US" altLang="ko-KR" sz="800" b="1" dirty="0">
                <a:solidFill>
                  <a:schemeClr val="bg1"/>
                </a:solidFill>
              </a:rPr>
              <a:t>1</a:t>
            </a:r>
            <a:r>
              <a:rPr lang="ko-KR" altLang="en-US" sz="800" b="1" dirty="0">
                <a:solidFill>
                  <a:schemeClr val="bg1"/>
                </a:solidFill>
              </a:rPr>
              <a:t>개월</a:t>
            </a:r>
            <a:endParaRPr lang="en-US" altLang="ko-KR" sz="800" b="1" dirty="0">
              <a:solidFill>
                <a:schemeClr val="bg1"/>
              </a:solidFill>
            </a:endParaRPr>
          </a:p>
        </p:txBody>
      </p:sp>
      <p:sp>
        <p:nvSpPr>
          <p:cNvPr id="40" name="직사각형 39">
            <a:extLst>
              <a:ext uri="{FF2B5EF4-FFF2-40B4-BE49-F238E27FC236}">
                <a16:creationId xmlns:a16="http://schemas.microsoft.com/office/drawing/2014/main" id="{DF2C4AEB-DAEA-4624-96D2-15DEF129F768}"/>
              </a:ext>
            </a:extLst>
          </p:cNvPr>
          <p:cNvSpPr/>
          <p:nvPr userDrawn="1"/>
        </p:nvSpPr>
        <p:spPr>
          <a:xfrm>
            <a:off x="3396467" y="2029542"/>
            <a:ext cx="788806"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최근 </a:t>
            </a:r>
            <a:r>
              <a:rPr lang="en-US" altLang="ko-KR" sz="800" dirty="0">
                <a:solidFill>
                  <a:schemeClr val="tx1">
                    <a:lumMod val="50000"/>
                    <a:lumOff val="50000"/>
                  </a:schemeClr>
                </a:solidFill>
              </a:rPr>
              <a:t>3</a:t>
            </a:r>
            <a:r>
              <a:rPr lang="ko-KR" altLang="en-US" sz="800" dirty="0">
                <a:solidFill>
                  <a:schemeClr val="tx1">
                    <a:lumMod val="50000"/>
                    <a:lumOff val="50000"/>
                  </a:schemeClr>
                </a:solidFill>
              </a:rPr>
              <a:t>개월</a:t>
            </a:r>
            <a:endParaRPr lang="en-US" altLang="ko-KR" sz="800" dirty="0">
              <a:solidFill>
                <a:schemeClr val="tx1">
                  <a:lumMod val="50000"/>
                  <a:lumOff val="50000"/>
                </a:schemeClr>
              </a:solidFill>
            </a:endParaRPr>
          </a:p>
        </p:txBody>
      </p:sp>
      <p:sp>
        <p:nvSpPr>
          <p:cNvPr id="41" name="직사각형 40">
            <a:extLst>
              <a:ext uri="{FF2B5EF4-FFF2-40B4-BE49-F238E27FC236}">
                <a16:creationId xmlns:a16="http://schemas.microsoft.com/office/drawing/2014/main" id="{A5CAF628-BD62-45B5-B96F-03E59C7D7D3B}"/>
              </a:ext>
            </a:extLst>
          </p:cNvPr>
          <p:cNvSpPr/>
          <p:nvPr userDrawn="1"/>
        </p:nvSpPr>
        <p:spPr>
          <a:xfrm>
            <a:off x="4185273" y="2029542"/>
            <a:ext cx="724713"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최근 </a:t>
            </a:r>
            <a:r>
              <a:rPr lang="en-US" altLang="ko-KR" sz="800" dirty="0">
                <a:solidFill>
                  <a:schemeClr val="tx1">
                    <a:lumMod val="50000"/>
                    <a:lumOff val="50000"/>
                  </a:schemeClr>
                </a:solidFill>
              </a:rPr>
              <a:t>6</a:t>
            </a:r>
            <a:r>
              <a:rPr lang="ko-KR" altLang="en-US" sz="800" dirty="0">
                <a:solidFill>
                  <a:schemeClr val="tx1">
                    <a:lumMod val="50000"/>
                    <a:lumOff val="50000"/>
                  </a:schemeClr>
                </a:solidFill>
              </a:rPr>
              <a:t>개월</a:t>
            </a:r>
            <a:endParaRPr lang="en-US" altLang="ko-KR" sz="800" dirty="0">
              <a:solidFill>
                <a:schemeClr val="tx1">
                  <a:lumMod val="50000"/>
                  <a:lumOff val="50000"/>
                </a:schemeClr>
              </a:solidFill>
            </a:endParaRPr>
          </a:p>
        </p:txBody>
      </p:sp>
      <p:sp>
        <p:nvSpPr>
          <p:cNvPr id="42" name="직사각형 41">
            <a:extLst>
              <a:ext uri="{FF2B5EF4-FFF2-40B4-BE49-F238E27FC236}">
                <a16:creationId xmlns:a16="http://schemas.microsoft.com/office/drawing/2014/main" id="{24293263-AAA5-460E-A910-7D8796BB9289}"/>
              </a:ext>
            </a:extLst>
          </p:cNvPr>
          <p:cNvSpPr/>
          <p:nvPr userDrawn="1"/>
        </p:nvSpPr>
        <p:spPr>
          <a:xfrm>
            <a:off x="4909986" y="2029542"/>
            <a:ext cx="724713"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최근 </a:t>
            </a:r>
            <a:r>
              <a:rPr lang="en-US" altLang="ko-KR" sz="800" dirty="0">
                <a:solidFill>
                  <a:schemeClr val="tx1">
                    <a:lumMod val="50000"/>
                    <a:lumOff val="50000"/>
                  </a:schemeClr>
                </a:solidFill>
              </a:rPr>
              <a:t>1</a:t>
            </a:r>
            <a:r>
              <a:rPr lang="ko-KR" altLang="en-US" sz="800" dirty="0">
                <a:solidFill>
                  <a:schemeClr val="tx1">
                    <a:lumMod val="50000"/>
                    <a:lumOff val="50000"/>
                  </a:schemeClr>
                </a:solidFill>
              </a:rPr>
              <a:t>년</a:t>
            </a:r>
            <a:endParaRPr lang="en-US" altLang="ko-KR" sz="800" dirty="0">
              <a:solidFill>
                <a:schemeClr val="tx1">
                  <a:lumMod val="50000"/>
                  <a:lumOff val="50000"/>
                </a:schemeClr>
              </a:solidFill>
            </a:endParaRPr>
          </a:p>
        </p:txBody>
      </p:sp>
      <p:sp>
        <p:nvSpPr>
          <p:cNvPr id="43" name="직사각형 42">
            <a:extLst>
              <a:ext uri="{FF2B5EF4-FFF2-40B4-BE49-F238E27FC236}">
                <a16:creationId xmlns:a16="http://schemas.microsoft.com/office/drawing/2014/main" id="{898870D8-3FA7-43A2-91E2-14CBEA3A0CB6}"/>
              </a:ext>
            </a:extLst>
          </p:cNvPr>
          <p:cNvSpPr/>
          <p:nvPr userDrawn="1"/>
        </p:nvSpPr>
        <p:spPr>
          <a:xfrm>
            <a:off x="5733879" y="2029542"/>
            <a:ext cx="2609448"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44" name="TextBox 43">
            <a:extLst>
              <a:ext uri="{FF2B5EF4-FFF2-40B4-BE49-F238E27FC236}">
                <a16:creationId xmlns:a16="http://schemas.microsoft.com/office/drawing/2014/main" id="{B16232E9-C8CA-44E9-BEB8-1DE7A670A1C3}"/>
              </a:ext>
            </a:extLst>
          </p:cNvPr>
          <p:cNvSpPr txBox="1"/>
          <p:nvPr userDrawn="1"/>
        </p:nvSpPr>
        <p:spPr>
          <a:xfrm>
            <a:off x="5763375" y="2085914"/>
            <a:ext cx="595035" cy="215444"/>
          </a:xfrm>
          <a:prstGeom prst="rect">
            <a:avLst/>
          </a:prstGeom>
          <a:noFill/>
        </p:spPr>
        <p:txBody>
          <a:bodyPr wrap="square" rtlCol="0">
            <a:spAutoFit/>
          </a:bodyPr>
          <a:lstStyle/>
          <a:p>
            <a:r>
              <a:rPr lang="ko-KR" altLang="en-US" sz="800" dirty="0"/>
              <a:t>주문기간</a:t>
            </a:r>
          </a:p>
        </p:txBody>
      </p:sp>
      <p:sp>
        <p:nvSpPr>
          <p:cNvPr id="45" name="직사각형 44">
            <a:extLst>
              <a:ext uri="{FF2B5EF4-FFF2-40B4-BE49-F238E27FC236}">
                <a16:creationId xmlns:a16="http://schemas.microsoft.com/office/drawing/2014/main" id="{E84C9509-2F63-4CB9-878A-FCC1AEB430F4}"/>
              </a:ext>
            </a:extLst>
          </p:cNvPr>
          <p:cNvSpPr/>
          <p:nvPr userDrawn="1"/>
        </p:nvSpPr>
        <p:spPr>
          <a:xfrm>
            <a:off x="6330693" y="2089609"/>
            <a:ext cx="609315"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46" name="그림 45">
            <a:extLst>
              <a:ext uri="{FF2B5EF4-FFF2-40B4-BE49-F238E27FC236}">
                <a16:creationId xmlns:a16="http://schemas.microsoft.com/office/drawing/2014/main" id="{F9F9B028-C3EB-4022-983F-40A8E325D263}"/>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a:off x="6965410" y="2081678"/>
            <a:ext cx="200163" cy="207177"/>
          </a:xfrm>
          <a:prstGeom prst="rect">
            <a:avLst/>
          </a:prstGeom>
          <a:ln w="6350">
            <a:noFill/>
          </a:ln>
        </p:spPr>
      </p:pic>
      <p:sp>
        <p:nvSpPr>
          <p:cNvPr id="47" name="TextBox 46">
            <a:extLst>
              <a:ext uri="{FF2B5EF4-FFF2-40B4-BE49-F238E27FC236}">
                <a16:creationId xmlns:a16="http://schemas.microsoft.com/office/drawing/2014/main" id="{54952A56-C779-4B02-B6C8-829356BA9EC7}"/>
              </a:ext>
            </a:extLst>
          </p:cNvPr>
          <p:cNvSpPr txBox="1"/>
          <p:nvPr userDrawn="1"/>
        </p:nvSpPr>
        <p:spPr>
          <a:xfrm>
            <a:off x="7113131" y="2066412"/>
            <a:ext cx="264816" cy="230832"/>
          </a:xfrm>
          <a:prstGeom prst="rect">
            <a:avLst/>
          </a:prstGeom>
          <a:noFill/>
        </p:spPr>
        <p:txBody>
          <a:bodyPr wrap="square" rtlCol="0">
            <a:spAutoFit/>
          </a:bodyPr>
          <a:lstStyle/>
          <a:p>
            <a:r>
              <a:rPr lang="en-US" altLang="ko-KR" sz="900" dirty="0"/>
              <a:t>~</a:t>
            </a:r>
            <a:endParaRPr lang="ko-KR" altLang="en-US" sz="900" dirty="0"/>
          </a:p>
        </p:txBody>
      </p:sp>
      <p:sp>
        <p:nvSpPr>
          <p:cNvPr id="48" name="직사각형 47">
            <a:extLst>
              <a:ext uri="{FF2B5EF4-FFF2-40B4-BE49-F238E27FC236}">
                <a16:creationId xmlns:a16="http://schemas.microsoft.com/office/drawing/2014/main" id="{B639D25F-2EBC-4F00-9083-A73B78FD06CE}"/>
              </a:ext>
            </a:extLst>
          </p:cNvPr>
          <p:cNvSpPr/>
          <p:nvPr userDrawn="1"/>
        </p:nvSpPr>
        <p:spPr>
          <a:xfrm>
            <a:off x="7339481" y="2089609"/>
            <a:ext cx="606992"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49" name="그림 48">
            <a:extLst>
              <a:ext uri="{FF2B5EF4-FFF2-40B4-BE49-F238E27FC236}">
                <a16:creationId xmlns:a16="http://schemas.microsoft.com/office/drawing/2014/main" id="{FC4F313D-9350-4D2C-933D-9055E0298FDC}"/>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a:off x="7974197" y="2081678"/>
            <a:ext cx="200163" cy="207177"/>
          </a:xfrm>
          <a:prstGeom prst="rect">
            <a:avLst/>
          </a:prstGeom>
          <a:ln w="6350">
            <a:noFill/>
          </a:ln>
        </p:spPr>
      </p:pic>
      <p:sp>
        <p:nvSpPr>
          <p:cNvPr id="50" name="직사각형 49">
            <a:extLst>
              <a:ext uri="{FF2B5EF4-FFF2-40B4-BE49-F238E27FC236}">
                <a16:creationId xmlns:a16="http://schemas.microsoft.com/office/drawing/2014/main" id="{3092D082-B6CC-466E-97AA-830F3B782394}"/>
              </a:ext>
            </a:extLst>
          </p:cNvPr>
          <p:cNvSpPr/>
          <p:nvPr userDrawn="1"/>
        </p:nvSpPr>
        <p:spPr>
          <a:xfrm>
            <a:off x="8343327" y="2029543"/>
            <a:ext cx="453540" cy="32428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조회</a:t>
            </a:r>
          </a:p>
        </p:txBody>
      </p:sp>
      <p:cxnSp>
        <p:nvCxnSpPr>
          <p:cNvPr id="51" name="직선 연결선 50">
            <a:extLst>
              <a:ext uri="{FF2B5EF4-FFF2-40B4-BE49-F238E27FC236}">
                <a16:creationId xmlns:a16="http://schemas.microsoft.com/office/drawing/2014/main" id="{CF28DAAB-B566-414F-A5F3-82B4F9382382}"/>
              </a:ext>
            </a:extLst>
          </p:cNvPr>
          <p:cNvCxnSpPr>
            <a:cxnSpLocks/>
          </p:cNvCxnSpPr>
          <p:nvPr userDrawn="1"/>
        </p:nvCxnSpPr>
        <p:spPr>
          <a:xfrm>
            <a:off x="1522542" y="2582065"/>
            <a:ext cx="7323667" cy="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52" name="직사각형 51">
            <a:extLst>
              <a:ext uri="{FF2B5EF4-FFF2-40B4-BE49-F238E27FC236}">
                <a16:creationId xmlns:a16="http://schemas.microsoft.com/office/drawing/2014/main" id="{6A592E3F-6450-4EC6-B6C2-69706079DAC9}"/>
              </a:ext>
            </a:extLst>
          </p:cNvPr>
          <p:cNvSpPr/>
          <p:nvPr userDrawn="1"/>
        </p:nvSpPr>
        <p:spPr>
          <a:xfrm>
            <a:off x="1493716" y="2034446"/>
            <a:ext cx="1014763" cy="31691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교환상태 전체  ▼</a:t>
            </a:r>
            <a:endParaRPr lang="en-US" altLang="ko-KR" sz="800" dirty="0">
              <a:solidFill>
                <a:schemeClr val="tx1">
                  <a:lumMod val="50000"/>
                  <a:lumOff val="50000"/>
                </a:schemeClr>
              </a:solidFill>
            </a:endParaRPr>
          </a:p>
        </p:txBody>
      </p:sp>
      <p:sp>
        <p:nvSpPr>
          <p:cNvPr id="53" name="직사각형 52">
            <a:extLst>
              <a:ext uri="{FF2B5EF4-FFF2-40B4-BE49-F238E27FC236}">
                <a16:creationId xmlns:a16="http://schemas.microsoft.com/office/drawing/2014/main" id="{7E193C3C-E057-4D96-9289-2821653A545F}"/>
              </a:ext>
            </a:extLst>
          </p:cNvPr>
          <p:cNvSpPr/>
          <p:nvPr userDrawn="1"/>
        </p:nvSpPr>
        <p:spPr>
          <a:xfrm>
            <a:off x="7943549" y="5178460"/>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교환완료일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54" name="직사각형 53">
            <a:extLst>
              <a:ext uri="{FF2B5EF4-FFF2-40B4-BE49-F238E27FC236}">
                <a16:creationId xmlns:a16="http://schemas.microsoft.com/office/drawing/2014/main" id="{30DF27E8-4C95-42B4-8DF3-BF1C5E42698F}"/>
              </a:ext>
            </a:extLst>
          </p:cNvPr>
          <p:cNvSpPr/>
          <p:nvPr userDrawn="1"/>
        </p:nvSpPr>
        <p:spPr>
          <a:xfrm>
            <a:off x="7925052" y="3588342"/>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교환신청일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Tree>
    <p:extLst>
      <p:ext uri="{BB962C8B-B14F-4D97-AF65-F5344CB8AC3E}">
        <p14:creationId xmlns:p14="http://schemas.microsoft.com/office/powerpoint/2010/main" val="3578810339"/>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6_사용자 지정 레이아웃">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98764DF5-D154-49FD-9A14-86AECBBDE342}"/>
              </a:ext>
            </a:extLst>
          </p:cNvPr>
          <p:cNvSpPr/>
          <p:nvPr userDrawn="1"/>
        </p:nvSpPr>
        <p:spPr>
          <a:xfrm>
            <a:off x="33615" y="34272"/>
            <a:ext cx="10033092" cy="19455211"/>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 name="직사각형 3">
            <a:extLst>
              <a:ext uri="{FF2B5EF4-FFF2-40B4-BE49-F238E27FC236}">
                <a16:creationId xmlns:a16="http://schemas.microsoft.com/office/drawing/2014/main" id="{0253187F-A30A-4119-BC3C-45762E840467}"/>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CB9D4953-7CEE-4A41-A01F-A0BA4A4D39C2}"/>
              </a:ext>
            </a:extLst>
          </p:cNvPr>
          <p:cNvSpPr/>
          <p:nvPr userDrawn="1"/>
        </p:nvSpPr>
        <p:spPr>
          <a:xfrm>
            <a:off x="33615" y="34272"/>
            <a:ext cx="10033092" cy="579114"/>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a:extLst>
              <a:ext uri="{FF2B5EF4-FFF2-40B4-BE49-F238E27FC236}">
                <a16:creationId xmlns:a16="http://schemas.microsoft.com/office/drawing/2014/main" id="{B64F061D-E475-4379-B7E5-19841DDB666B}"/>
              </a:ext>
            </a:extLst>
          </p:cNvPr>
          <p:cNvGrpSpPr/>
          <p:nvPr userDrawn="1"/>
        </p:nvGrpSpPr>
        <p:grpSpPr>
          <a:xfrm>
            <a:off x="190304" y="150607"/>
            <a:ext cx="1456828" cy="356787"/>
            <a:chOff x="2843808" y="1955121"/>
            <a:chExt cx="1674813" cy="596970"/>
          </a:xfrm>
          <a:solidFill>
            <a:schemeClr val="bg1">
              <a:lumMod val="95000"/>
            </a:schemeClr>
          </a:solidFill>
        </p:grpSpPr>
        <p:sp>
          <p:nvSpPr>
            <p:cNvPr id="7" name="Border">
              <a:extLst>
                <a:ext uri="{FF2B5EF4-FFF2-40B4-BE49-F238E27FC236}">
                  <a16:creationId xmlns:a16="http://schemas.microsoft.com/office/drawing/2014/main" id="{A1651BD2-5640-4C2B-8043-EF0E5542CFA4}"/>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AC2EC7FD-2B64-4625-A3D9-0D2C5CA9D787}"/>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7F27417E-64AF-42B5-9BE7-918C28A2426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TextBox 9">
              <a:extLst>
                <a:ext uri="{FF2B5EF4-FFF2-40B4-BE49-F238E27FC236}">
                  <a16:creationId xmlns:a16="http://schemas.microsoft.com/office/drawing/2014/main" id="{9C06B03A-5917-49C7-AE74-354D66561121}"/>
                </a:ext>
              </a:extLst>
            </p:cNvPr>
            <p:cNvSpPr txBox="1"/>
            <p:nvPr/>
          </p:nvSpPr>
          <p:spPr>
            <a:xfrm>
              <a:off x="3376634" y="2073367"/>
              <a:ext cx="609160" cy="360477"/>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1" name="직사각형 10">
            <a:extLst>
              <a:ext uri="{FF2B5EF4-FFF2-40B4-BE49-F238E27FC236}">
                <a16:creationId xmlns:a16="http://schemas.microsoft.com/office/drawing/2014/main" id="{EE235B9B-8CC3-4A7B-A853-355C86731434}"/>
              </a:ext>
            </a:extLst>
          </p:cNvPr>
          <p:cNvSpPr/>
          <p:nvPr userDrawn="1"/>
        </p:nvSpPr>
        <p:spPr>
          <a:xfrm>
            <a:off x="8384010" y="202394"/>
            <a:ext cx="1656223" cy="253211"/>
          </a:xfrm>
          <a:prstGeom prst="rect">
            <a:avLst/>
          </a:prstGeom>
        </p:spPr>
        <p:txBody>
          <a:bodyPr wrap="none">
            <a:spAutoFit/>
          </a:bodyPr>
          <a:lstStyle/>
          <a:p>
            <a:pPr algn="r">
              <a:lnSpc>
                <a:spcPct val="150000"/>
              </a:lnSpc>
            </a:pPr>
            <a:r>
              <a:rPr lang="ko-KR" altLang="en-US" sz="800" dirty="0">
                <a:latin typeface="+mj-ea"/>
                <a:ea typeface="+mj-ea"/>
              </a:rPr>
              <a:t>주문조회</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장바구니</a:t>
            </a:r>
            <a:r>
              <a:rPr lang="en-US" altLang="ko-KR" sz="800" dirty="0">
                <a:latin typeface="+mj-ea"/>
                <a:ea typeface="+mj-ea"/>
              </a:rPr>
              <a:t>  </a:t>
            </a:r>
            <a:r>
              <a:rPr lang="en-US" altLang="ko-KR" sz="800" dirty="0">
                <a:solidFill>
                  <a:schemeClr val="bg1">
                    <a:lumMod val="75000"/>
                  </a:schemeClr>
                </a:solidFill>
                <a:latin typeface="+mj-ea"/>
                <a:ea typeface="+mj-ea"/>
              </a:rPr>
              <a:t>|</a:t>
            </a:r>
            <a:r>
              <a:rPr lang="en-US" altLang="ko-KR" sz="800" dirty="0">
                <a:latin typeface="+mj-ea"/>
                <a:ea typeface="+mj-ea"/>
              </a:rPr>
              <a:t>  </a:t>
            </a:r>
            <a:r>
              <a:rPr lang="ko-KR" altLang="en-US" sz="800" dirty="0">
                <a:latin typeface="+mj-ea"/>
                <a:ea typeface="+mj-ea"/>
              </a:rPr>
              <a:t>로그인</a:t>
            </a:r>
          </a:p>
        </p:txBody>
      </p:sp>
      <p:sp>
        <p:nvSpPr>
          <p:cNvPr id="12" name="직사각형 11">
            <a:extLst>
              <a:ext uri="{FF2B5EF4-FFF2-40B4-BE49-F238E27FC236}">
                <a16:creationId xmlns:a16="http://schemas.microsoft.com/office/drawing/2014/main" id="{8AF05660-1957-4615-8E31-A14DAEE27C53}"/>
              </a:ext>
            </a:extLst>
          </p:cNvPr>
          <p:cNvSpPr/>
          <p:nvPr userDrawn="1"/>
        </p:nvSpPr>
        <p:spPr>
          <a:xfrm>
            <a:off x="1796228" y="196333"/>
            <a:ext cx="2987312" cy="254992"/>
          </a:xfrm>
          <a:prstGeom prst="rect">
            <a:avLst/>
          </a:prstGeom>
          <a:solidFill>
            <a:schemeClr val="bg1"/>
          </a:solidFill>
          <a:ln w="6350">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75000"/>
                  </a:schemeClr>
                </a:solidFill>
              </a:rPr>
              <a:t>상품코드</a:t>
            </a:r>
            <a:r>
              <a:rPr lang="en-US" altLang="ko-KR" sz="800" dirty="0">
                <a:solidFill>
                  <a:schemeClr val="bg1">
                    <a:lumMod val="75000"/>
                  </a:schemeClr>
                </a:solidFill>
              </a:rPr>
              <a:t>, </a:t>
            </a:r>
            <a:r>
              <a:rPr lang="ko-KR" altLang="en-US" sz="800" dirty="0">
                <a:solidFill>
                  <a:schemeClr val="bg1">
                    <a:lumMod val="75000"/>
                  </a:schemeClr>
                </a:solidFill>
              </a:rPr>
              <a:t>상품제목</a:t>
            </a:r>
            <a:endParaRPr lang="ko-KR" altLang="en-US" sz="900" dirty="0">
              <a:solidFill>
                <a:schemeClr val="bg1">
                  <a:lumMod val="75000"/>
                </a:schemeClr>
              </a:solidFill>
            </a:endParaRPr>
          </a:p>
        </p:txBody>
      </p:sp>
      <p:pic>
        <p:nvPicPr>
          <p:cNvPr id="13" name="그림 12">
            <a:extLst>
              <a:ext uri="{FF2B5EF4-FFF2-40B4-BE49-F238E27FC236}">
                <a16:creationId xmlns:a16="http://schemas.microsoft.com/office/drawing/2014/main" id="{91012F0A-D41E-45EB-AC87-6C0B21913DA4}"/>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flipH="1">
            <a:off x="4562333" y="245079"/>
            <a:ext cx="157211" cy="157211"/>
          </a:xfrm>
          <a:prstGeom prst="rect">
            <a:avLst/>
          </a:prstGeom>
        </p:spPr>
      </p:pic>
      <p:graphicFrame>
        <p:nvGraphicFramePr>
          <p:cNvPr id="14" name="표 95">
            <a:extLst>
              <a:ext uri="{FF2B5EF4-FFF2-40B4-BE49-F238E27FC236}">
                <a16:creationId xmlns:a16="http://schemas.microsoft.com/office/drawing/2014/main" id="{9633F40F-2740-4AD3-802F-2952836A8254}"/>
              </a:ext>
            </a:extLst>
          </p:cNvPr>
          <p:cNvGraphicFramePr>
            <a:graphicFrameLocks noGrp="1"/>
          </p:cNvGraphicFramePr>
          <p:nvPr userDrawn="1">
            <p:extLst>
              <p:ext uri="{D42A27DB-BD31-4B8C-83A1-F6EECF244321}">
                <p14:modId xmlns:p14="http://schemas.microsoft.com/office/powerpoint/2010/main" val="2326618097"/>
              </p:ext>
            </p:extLst>
          </p:nvPr>
        </p:nvGraphicFramePr>
        <p:xfrm>
          <a:off x="7141" y="18903386"/>
          <a:ext cx="10033092" cy="607201"/>
        </p:xfrm>
        <a:graphic>
          <a:graphicData uri="http://schemas.openxmlformats.org/drawingml/2006/table">
            <a:tbl>
              <a:tblPr firstRow="1" bandRow="1">
                <a:tableStyleId>{5940675A-B579-460E-94D1-54222C63F5DA}</a:tableStyleId>
              </a:tblPr>
              <a:tblGrid>
                <a:gridCol w="10033092">
                  <a:extLst>
                    <a:ext uri="{9D8B030D-6E8A-4147-A177-3AD203B41FA5}">
                      <a16:colId xmlns:a16="http://schemas.microsoft.com/office/drawing/2014/main" val="892355891"/>
                    </a:ext>
                  </a:extLst>
                </a:gridCol>
              </a:tblGrid>
              <a:tr h="0">
                <a:tc>
                  <a:txBody>
                    <a:bodyPr/>
                    <a:lstStyle/>
                    <a:p>
                      <a:pPr algn="just" latinLnBrk="1"/>
                      <a:r>
                        <a:rPr lang="ko-KR" altLang="en-US" sz="800" dirty="0">
                          <a:solidFill>
                            <a:schemeClr val="tx1">
                              <a:lumMod val="65000"/>
                              <a:lumOff val="35000"/>
                            </a:schemeClr>
                          </a:solidFill>
                        </a:rPr>
                        <a:t>                                                                                                                                                                                                                                      </a:t>
                      </a:r>
                      <a:r>
                        <a:rPr lang="en-US" altLang="ko-KR" sz="800" dirty="0">
                          <a:solidFill>
                            <a:schemeClr val="tx1">
                              <a:lumMod val="65000"/>
                              <a:lumOff val="35000"/>
                            </a:schemeClr>
                          </a:solidFill>
                        </a:rPr>
                        <a:t>Me9 Market    </a:t>
                      </a:r>
                      <a:r>
                        <a:rPr lang="en-US" altLang="ko-KR" sz="800" dirty="0">
                          <a:solidFill>
                            <a:schemeClr val="bg1">
                              <a:lumMod val="75000"/>
                            </a:schemeClr>
                          </a:solidFill>
                        </a:rPr>
                        <a:t> |     </a:t>
                      </a:r>
                      <a:r>
                        <a:rPr lang="ko-KR" altLang="en-US" sz="800" dirty="0">
                          <a:solidFill>
                            <a:schemeClr val="tx1">
                              <a:lumMod val="65000"/>
                              <a:lumOff val="35000"/>
                            </a:schemeClr>
                          </a:solidFill>
                        </a:rPr>
                        <a:t>공지사항   </a:t>
                      </a:r>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82935955"/>
                  </a:ext>
                </a:extLst>
              </a:tr>
              <a:tr h="393841">
                <a:tc>
                  <a:txBody>
                    <a:bodyPr/>
                    <a:lstStyle/>
                    <a:p>
                      <a:pPr algn="ctr" latinLnBrk="1"/>
                      <a:r>
                        <a:rPr lang="en-US" altLang="ko-KR" sz="900" dirty="0"/>
                        <a:t>© Shop </a:t>
                      </a:r>
                      <a:r>
                        <a:rPr lang="ko-KR" altLang="en-US" sz="900" dirty="0" err="1"/>
                        <a:t>채널명</a:t>
                      </a:r>
                      <a:r>
                        <a:rPr lang="ko-KR" altLang="en-US" sz="900" dirty="0"/>
                        <a:t> </a:t>
                      </a:r>
                      <a:r>
                        <a:rPr lang="en-US" altLang="ko-KR" sz="900" dirty="0"/>
                        <a:t>All Rights Reserved.</a:t>
                      </a:r>
                    </a:p>
                  </a:txBody>
                  <a:tcPr anchor="ctr" anchorCtr="1">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179122011"/>
                  </a:ext>
                </a:extLst>
              </a:tr>
            </a:tbl>
          </a:graphicData>
        </a:graphic>
      </p:graphicFrame>
      <p:sp>
        <p:nvSpPr>
          <p:cNvPr id="15" name="TextBox 14">
            <a:extLst>
              <a:ext uri="{FF2B5EF4-FFF2-40B4-BE49-F238E27FC236}">
                <a16:creationId xmlns:a16="http://schemas.microsoft.com/office/drawing/2014/main" id="{B03E721A-0C41-497D-92EA-80EF06D84AFD}"/>
              </a:ext>
            </a:extLst>
          </p:cNvPr>
          <p:cNvSpPr txBox="1"/>
          <p:nvPr userDrawn="1"/>
        </p:nvSpPr>
        <p:spPr>
          <a:xfrm>
            <a:off x="4631022" y="871059"/>
            <a:ext cx="854721" cy="276999"/>
          </a:xfrm>
          <a:prstGeom prst="rect">
            <a:avLst/>
          </a:prstGeom>
          <a:noFill/>
        </p:spPr>
        <p:txBody>
          <a:bodyPr wrap="none" rtlCol="0">
            <a:spAutoFit/>
          </a:bodyPr>
          <a:lstStyle/>
          <a:p>
            <a:r>
              <a:rPr lang="ko-KR" altLang="en-US" sz="1200" b="1" dirty="0"/>
              <a:t>주문 상세</a:t>
            </a:r>
          </a:p>
        </p:txBody>
      </p:sp>
      <p:cxnSp>
        <p:nvCxnSpPr>
          <p:cNvPr id="16" name="직선 연결선 15">
            <a:extLst>
              <a:ext uri="{FF2B5EF4-FFF2-40B4-BE49-F238E27FC236}">
                <a16:creationId xmlns:a16="http://schemas.microsoft.com/office/drawing/2014/main" id="{5D873F61-5ADB-44DE-A156-57447F1B5C04}"/>
              </a:ext>
            </a:extLst>
          </p:cNvPr>
          <p:cNvCxnSpPr>
            <a:cxnSpLocks/>
          </p:cNvCxnSpPr>
          <p:nvPr userDrawn="1"/>
        </p:nvCxnSpPr>
        <p:spPr>
          <a:xfrm>
            <a:off x="1481667" y="1314226"/>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6" name="TextBox 85">
            <a:extLst>
              <a:ext uri="{FF2B5EF4-FFF2-40B4-BE49-F238E27FC236}">
                <a16:creationId xmlns:a16="http://schemas.microsoft.com/office/drawing/2014/main" id="{40C403D4-5F64-4908-8D6C-1513231C5D4D}"/>
              </a:ext>
            </a:extLst>
          </p:cNvPr>
          <p:cNvSpPr txBox="1"/>
          <p:nvPr userDrawn="1"/>
        </p:nvSpPr>
        <p:spPr>
          <a:xfrm>
            <a:off x="1487410" y="1395833"/>
            <a:ext cx="2015295" cy="215444"/>
          </a:xfrm>
          <a:prstGeom prst="rect">
            <a:avLst/>
          </a:prstGeom>
          <a:noFill/>
        </p:spPr>
        <p:txBody>
          <a:bodyPr wrap="none" rtlCol="0">
            <a:spAutoFit/>
          </a:bodyPr>
          <a:lstStyle/>
          <a:p>
            <a:r>
              <a:rPr lang="en-US" altLang="ko-KR" sz="800" dirty="0"/>
              <a:t>2024.10.14  |  </a:t>
            </a:r>
            <a:r>
              <a:rPr lang="ko-KR" altLang="en-US" sz="800" dirty="0"/>
              <a:t>주문번호</a:t>
            </a:r>
            <a:r>
              <a:rPr lang="en-US" altLang="ko-KR" sz="800" dirty="0"/>
              <a:t>:</a:t>
            </a:r>
            <a:r>
              <a:rPr lang="ko-KR" altLang="en-US" sz="800" dirty="0"/>
              <a:t> </a:t>
            </a:r>
            <a:r>
              <a:rPr lang="en-US" altLang="ko-KR" sz="800" dirty="0"/>
              <a:t>Me9-00929423</a:t>
            </a:r>
            <a:endParaRPr lang="ko-KR" altLang="en-US" sz="800" dirty="0"/>
          </a:p>
        </p:txBody>
      </p:sp>
      <p:graphicFrame>
        <p:nvGraphicFramePr>
          <p:cNvPr id="87" name="표 87">
            <a:extLst>
              <a:ext uri="{FF2B5EF4-FFF2-40B4-BE49-F238E27FC236}">
                <a16:creationId xmlns:a16="http://schemas.microsoft.com/office/drawing/2014/main" id="{75F04A0F-61D0-4902-B9CB-842AD4A4F3FC}"/>
              </a:ext>
            </a:extLst>
          </p:cNvPr>
          <p:cNvGraphicFramePr>
            <a:graphicFrameLocks noGrp="1"/>
          </p:cNvGraphicFramePr>
          <p:nvPr userDrawn="1">
            <p:extLst>
              <p:ext uri="{D42A27DB-BD31-4B8C-83A1-F6EECF244321}">
                <p14:modId xmlns:p14="http://schemas.microsoft.com/office/powerpoint/2010/main" val="632412289"/>
              </p:ext>
            </p:extLst>
          </p:nvPr>
        </p:nvGraphicFramePr>
        <p:xfrm>
          <a:off x="1479017" y="1685460"/>
          <a:ext cx="7317849" cy="640080"/>
        </p:xfrm>
        <a:graphic>
          <a:graphicData uri="http://schemas.openxmlformats.org/drawingml/2006/table">
            <a:tbl>
              <a:tblPr firstRow="1" bandRow="1">
                <a:tableStyleId>{5940675A-B579-460E-94D1-54222C63F5DA}</a:tableStyleId>
              </a:tblPr>
              <a:tblGrid>
                <a:gridCol w="747347">
                  <a:extLst>
                    <a:ext uri="{9D8B030D-6E8A-4147-A177-3AD203B41FA5}">
                      <a16:colId xmlns:a16="http://schemas.microsoft.com/office/drawing/2014/main" val="1741250993"/>
                    </a:ext>
                  </a:extLst>
                </a:gridCol>
                <a:gridCol w="1200647">
                  <a:extLst>
                    <a:ext uri="{9D8B030D-6E8A-4147-A177-3AD203B41FA5}">
                      <a16:colId xmlns:a16="http://schemas.microsoft.com/office/drawing/2014/main" val="1468661165"/>
                    </a:ext>
                  </a:extLst>
                </a:gridCol>
                <a:gridCol w="5369855">
                  <a:extLst>
                    <a:ext uri="{9D8B030D-6E8A-4147-A177-3AD203B41FA5}">
                      <a16:colId xmlns:a16="http://schemas.microsoft.com/office/drawing/2014/main" val="3917594789"/>
                    </a:ext>
                  </a:extLst>
                </a:gridCol>
              </a:tblGrid>
              <a:tr h="165784">
                <a:tc rowSpan="3">
                  <a:txBody>
                    <a:bodyPr/>
                    <a:lstStyle/>
                    <a:p>
                      <a:pPr latinLnBrk="1"/>
                      <a:r>
                        <a:rPr lang="ko-KR" altLang="en-US" sz="800" dirty="0"/>
                        <a:t>주문자 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주문자 이름</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홍길동</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vMerge="1">
                  <a:txBody>
                    <a:bodyPr/>
                    <a:lstStyle/>
                    <a:p>
                      <a:pPr latinLnBrk="1"/>
                      <a:endParaRPr lang="ko-KR" altLang="en-US" sz="800" dirty="0"/>
                    </a:p>
                  </a:txBody>
                  <a:tcPr/>
                </a:tc>
                <a:tc>
                  <a:txBody>
                    <a:bodyPr/>
                    <a:lstStyle/>
                    <a:p>
                      <a:pPr latinLnBrk="1"/>
                      <a:r>
                        <a:rPr lang="ko-KR" altLang="en-US" sz="800" dirty="0"/>
                        <a:t>휴대폰 번호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010-0000-0000</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vMerge="1">
                  <a:txBody>
                    <a:bodyPr/>
                    <a:lstStyle/>
                    <a:p>
                      <a:pPr latinLnBrk="1"/>
                      <a:endParaRPr lang="ko-KR" altLang="en-US" sz="800" dirty="0"/>
                    </a:p>
                  </a:txBody>
                  <a:tcPr/>
                </a:tc>
                <a:tc>
                  <a:txBody>
                    <a:bodyPr/>
                    <a:lstStyle/>
                    <a:p>
                      <a:pPr latinLnBrk="1"/>
                      <a:r>
                        <a:rPr lang="ko-KR" altLang="en-US" sz="800" dirty="0"/>
                        <a:t>이메일 주소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hlinkClick r:id="rId3"/>
                        </a:rPr>
                        <a:t>test1234@naver.com</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bl>
          </a:graphicData>
        </a:graphic>
      </p:graphicFrame>
      <p:graphicFrame>
        <p:nvGraphicFramePr>
          <p:cNvPr id="88" name="표 87">
            <a:extLst>
              <a:ext uri="{FF2B5EF4-FFF2-40B4-BE49-F238E27FC236}">
                <a16:creationId xmlns:a16="http://schemas.microsoft.com/office/drawing/2014/main" id="{60CB7F6B-CF7E-4063-8D70-61EF5FA02F58}"/>
              </a:ext>
            </a:extLst>
          </p:cNvPr>
          <p:cNvGraphicFramePr>
            <a:graphicFrameLocks noGrp="1"/>
          </p:cNvGraphicFramePr>
          <p:nvPr userDrawn="1">
            <p:extLst>
              <p:ext uri="{D42A27DB-BD31-4B8C-83A1-F6EECF244321}">
                <p14:modId xmlns:p14="http://schemas.microsoft.com/office/powerpoint/2010/main" val="908059542"/>
              </p:ext>
            </p:extLst>
          </p:nvPr>
        </p:nvGraphicFramePr>
        <p:xfrm>
          <a:off x="1479017" y="2585282"/>
          <a:ext cx="7317849" cy="975360"/>
        </p:xfrm>
        <a:graphic>
          <a:graphicData uri="http://schemas.openxmlformats.org/drawingml/2006/table">
            <a:tbl>
              <a:tblPr firstRow="1" bandRow="1">
                <a:tableStyleId>{5940675A-B579-460E-94D1-54222C63F5DA}</a:tableStyleId>
              </a:tblPr>
              <a:tblGrid>
                <a:gridCol w="747347">
                  <a:extLst>
                    <a:ext uri="{9D8B030D-6E8A-4147-A177-3AD203B41FA5}">
                      <a16:colId xmlns:a16="http://schemas.microsoft.com/office/drawing/2014/main" val="1741250993"/>
                    </a:ext>
                  </a:extLst>
                </a:gridCol>
                <a:gridCol w="1200647">
                  <a:extLst>
                    <a:ext uri="{9D8B030D-6E8A-4147-A177-3AD203B41FA5}">
                      <a16:colId xmlns:a16="http://schemas.microsoft.com/office/drawing/2014/main" val="1468661165"/>
                    </a:ext>
                  </a:extLst>
                </a:gridCol>
                <a:gridCol w="5369855">
                  <a:extLst>
                    <a:ext uri="{9D8B030D-6E8A-4147-A177-3AD203B41FA5}">
                      <a16:colId xmlns:a16="http://schemas.microsoft.com/office/drawing/2014/main" val="3917594789"/>
                    </a:ext>
                  </a:extLst>
                </a:gridCol>
              </a:tblGrid>
              <a:tr h="165784">
                <a:tc rowSpan="4">
                  <a:txBody>
                    <a:bodyPr/>
                    <a:lstStyle/>
                    <a:p>
                      <a:pPr latinLnBrk="1"/>
                      <a:r>
                        <a:rPr lang="ko-KR" altLang="en-US" sz="800" dirty="0"/>
                        <a:t>배송 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받는 사람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홍길동</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vMerge="1">
                  <a:txBody>
                    <a:bodyPr/>
                    <a:lstStyle/>
                    <a:p>
                      <a:pPr latinLnBrk="1"/>
                      <a:endParaRPr lang="ko-KR" altLang="en-US" sz="800" dirty="0"/>
                    </a:p>
                  </a:txBody>
                  <a:tcPr/>
                </a:tc>
                <a:tc>
                  <a:txBody>
                    <a:bodyPr/>
                    <a:lstStyle/>
                    <a:p>
                      <a:pPr latinLnBrk="1"/>
                      <a:r>
                        <a:rPr lang="ko-KR" altLang="en-US" sz="800" dirty="0"/>
                        <a:t>휴대폰 번호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010-0000-0000</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vMerge="1">
                  <a:txBody>
                    <a:bodyPr/>
                    <a:lstStyle/>
                    <a:p>
                      <a:pPr latinLnBrk="1"/>
                      <a:endParaRPr lang="ko-KR" altLang="en-US" sz="800" dirty="0"/>
                    </a:p>
                  </a:txBody>
                  <a:tcPr/>
                </a:tc>
                <a:tc>
                  <a:txBody>
                    <a:bodyPr/>
                    <a:lstStyle/>
                    <a:p>
                      <a:pPr latinLnBrk="1"/>
                      <a:r>
                        <a:rPr lang="ko-KR" altLang="en-US" sz="800" dirty="0"/>
                        <a:t>주소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22012 </a:t>
                      </a:r>
                      <a:r>
                        <a:rPr lang="ko-KR" altLang="en-US" sz="800" dirty="0"/>
                        <a:t>서울특별시 광진구 </a:t>
                      </a:r>
                      <a:r>
                        <a:rPr lang="ko-KR" altLang="en-US" sz="800" dirty="0" err="1"/>
                        <a:t>가나다동</a:t>
                      </a:r>
                      <a:r>
                        <a:rPr lang="ko-KR" altLang="en-US" sz="800" dirty="0"/>
                        <a:t> </a:t>
                      </a:r>
                      <a:r>
                        <a:rPr lang="en-US" altLang="ko-KR" sz="800" dirty="0"/>
                        <a:t>119-12</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r h="0">
                <a:tc vMerge="1">
                  <a:txBody>
                    <a:bodyPr/>
                    <a:lstStyle/>
                    <a:p>
                      <a:pPr latinLnBrk="1"/>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배송메모</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배송메모 </a:t>
                      </a:r>
                      <a:endParaRPr lang="en-US" altLang="ko-KR" sz="800" dirty="0"/>
                    </a:p>
                    <a:p>
                      <a:pPr latinLnBrk="1"/>
                      <a:r>
                        <a:rPr lang="en-US" altLang="ko-KR" sz="800" dirty="0"/>
                        <a:t>1122</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610892354"/>
                  </a:ext>
                </a:extLst>
              </a:tr>
            </a:tbl>
          </a:graphicData>
        </a:graphic>
      </p:graphicFrame>
      <p:cxnSp>
        <p:nvCxnSpPr>
          <p:cNvPr id="89" name="직선 연결선 88">
            <a:extLst>
              <a:ext uri="{FF2B5EF4-FFF2-40B4-BE49-F238E27FC236}">
                <a16:creationId xmlns:a16="http://schemas.microsoft.com/office/drawing/2014/main" id="{755D9221-FE20-47DB-A02E-648A26F31597}"/>
              </a:ext>
            </a:extLst>
          </p:cNvPr>
          <p:cNvCxnSpPr>
            <a:cxnSpLocks/>
          </p:cNvCxnSpPr>
          <p:nvPr userDrawn="1"/>
        </p:nvCxnSpPr>
        <p:spPr>
          <a:xfrm>
            <a:off x="1479017" y="3875871"/>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90" name="표 13">
            <a:extLst>
              <a:ext uri="{FF2B5EF4-FFF2-40B4-BE49-F238E27FC236}">
                <a16:creationId xmlns:a16="http://schemas.microsoft.com/office/drawing/2014/main" id="{47457B6D-376E-492A-9EDD-201F15630C81}"/>
              </a:ext>
            </a:extLst>
          </p:cNvPr>
          <p:cNvGraphicFramePr>
            <a:graphicFrameLocks noGrp="1"/>
          </p:cNvGraphicFramePr>
          <p:nvPr userDrawn="1">
            <p:extLst>
              <p:ext uri="{D42A27DB-BD31-4B8C-83A1-F6EECF244321}">
                <p14:modId xmlns:p14="http://schemas.microsoft.com/office/powerpoint/2010/main" val="1169096460"/>
              </p:ext>
            </p:extLst>
          </p:nvPr>
        </p:nvGraphicFramePr>
        <p:xfrm>
          <a:off x="1479017" y="4262335"/>
          <a:ext cx="7317158" cy="2773680"/>
        </p:xfrm>
        <a:graphic>
          <a:graphicData uri="http://schemas.openxmlformats.org/drawingml/2006/table">
            <a:tbl>
              <a:tblPr firstRow="1" bandRow="1">
                <a:tableStyleId>{5940675A-B579-460E-94D1-54222C63F5DA}</a:tableStyleId>
              </a:tblPr>
              <a:tblGrid>
                <a:gridCol w="813636">
                  <a:extLst>
                    <a:ext uri="{9D8B030D-6E8A-4147-A177-3AD203B41FA5}">
                      <a16:colId xmlns:a16="http://schemas.microsoft.com/office/drawing/2014/main" val="2416159356"/>
                    </a:ext>
                  </a:extLst>
                </a:gridCol>
                <a:gridCol w="2517886">
                  <a:extLst>
                    <a:ext uri="{9D8B030D-6E8A-4147-A177-3AD203B41FA5}">
                      <a16:colId xmlns:a16="http://schemas.microsoft.com/office/drawing/2014/main" val="4215256312"/>
                    </a:ext>
                  </a:extLst>
                </a:gridCol>
                <a:gridCol w="2329732">
                  <a:extLst>
                    <a:ext uri="{9D8B030D-6E8A-4147-A177-3AD203B41FA5}">
                      <a16:colId xmlns:a16="http://schemas.microsoft.com/office/drawing/2014/main" val="2417053123"/>
                    </a:ext>
                  </a:extLst>
                </a:gridCol>
                <a:gridCol w="870472">
                  <a:extLst>
                    <a:ext uri="{9D8B030D-6E8A-4147-A177-3AD203B41FA5}">
                      <a16:colId xmlns:a16="http://schemas.microsoft.com/office/drawing/2014/main" val="739747790"/>
                    </a:ext>
                  </a:extLst>
                </a:gridCol>
                <a:gridCol w="785432">
                  <a:extLst>
                    <a:ext uri="{9D8B030D-6E8A-4147-A177-3AD203B41FA5}">
                      <a16:colId xmlns:a16="http://schemas.microsoft.com/office/drawing/2014/main" val="3960621706"/>
                    </a:ext>
                  </a:extLst>
                </a:gridCol>
              </a:tblGrid>
              <a:tr h="0">
                <a:tc gridSpan="5">
                  <a:txBody>
                    <a:bodyPr/>
                    <a:lstStyle/>
                    <a:p>
                      <a:pPr latinLnBrk="1"/>
                      <a:r>
                        <a:rPr lang="ko-KR" altLang="en-US" sz="800" b="1" dirty="0">
                          <a:solidFill>
                            <a:schemeClr val="bg1">
                              <a:lumMod val="65000"/>
                            </a:schemeClr>
                          </a:solidFill>
                        </a:rPr>
                        <a:t>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lnL w="3175" cap="flat" cmpd="sng" algn="ctr">
                      <a:solidFill>
                        <a:schemeClr val="tx1">
                          <a:lumMod val="65000"/>
                          <a:lumOff val="35000"/>
                        </a:schemeClr>
                      </a:solidFill>
                      <a:prstDash val="solid"/>
                      <a:round/>
                      <a:headEnd type="none" w="med" len="med"/>
                      <a:tailEnd type="none" w="med" len="med"/>
                    </a:ln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구매확정</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r h="0">
                <a:tc>
                  <a:txBody>
                    <a:bodyPr/>
                    <a:lstStyle/>
                    <a:p>
                      <a:pPr algn="ctr" latinLnBrk="1"/>
                      <a:r>
                        <a:rPr lang="ko-KR" altLang="en-US" sz="900" dirty="0"/>
                        <a:t>취소완료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34933101"/>
                  </a:ext>
                </a:extLst>
              </a:tr>
              <a:tr h="0">
                <a:tc>
                  <a:txBody>
                    <a:bodyPr/>
                    <a:lstStyle/>
                    <a:p>
                      <a:pPr algn="ctr" latinLnBrk="1"/>
                      <a:r>
                        <a:rPr lang="ko-KR" altLang="en-US" sz="900" dirty="0"/>
                        <a:t>반품완료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545427743"/>
                  </a:ext>
                </a:extLst>
              </a:tr>
              <a:tr h="0">
                <a:tc>
                  <a:txBody>
                    <a:bodyPr/>
                    <a:lstStyle/>
                    <a:p>
                      <a:pPr algn="ctr" latinLnBrk="1"/>
                      <a:r>
                        <a:rPr lang="ko-KR" altLang="en-US" sz="900" dirty="0"/>
                        <a:t>교환완료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tc>
                  <a:txBody>
                    <a:bodyPr/>
                    <a:lstStyle/>
                    <a:p>
                      <a:pPr algn="l" latinLnBrk="1"/>
                      <a:r>
                        <a:rPr lang="ko-KR" altLang="en-US" sz="900" dirty="0"/>
                        <a:t>주문번호</a:t>
                      </a:r>
                      <a:r>
                        <a:rPr lang="en-US" altLang="ko-KR" sz="900" dirty="0"/>
                        <a:t>:</a:t>
                      </a:r>
                      <a:r>
                        <a:rPr lang="ko-KR" altLang="en-US" sz="900" dirty="0"/>
                        <a:t> </a:t>
                      </a:r>
                      <a:r>
                        <a:rPr lang="en-US" altLang="ko-KR" sz="900" dirty="0"/>
                        <a:t>Me9-00929111</a:t>
                      </a:r>
                    </a:p>
                    <a:p>
                      <a:pPr algn="l" latinLnBrk="1"/>
                      <a:r>
                        <a:rPr lang="ko-KR" altLang="en-US" sz="900" b="1" dirty="0">
                          <a:solidFill>
                            <a:srgbClr val="FF0000"/>
                          </a:solidFill>
                        </a:rPr>
                        <a:t>  → </a:t>
                      </a:r>
                      <a:r>
                        <a:rPr lang="ko-KR" altLang="en-US" sz="900" dirty="0"/>
                        <a:t>교환 주문번호</a:t>
                      </a:r>
                      <a:r>
                        <a:rPr lang="en-US" altLang="ko-KR" sz="900" dirty="0"/>
                        <a:t>:</a:t>
                      </a:r>
                      <a:r>
                        <a:rPr lang="ko-KR" altLang="en-US" sz="900" dirty="0"/>
                        <a:t> </a:t>
                      </a:r>
                      <a:r>
                        <a:rPr lang="en-US" altLang="ko-KR" sz="900" dirty="0"/>
                        <a:t>Me9-RE-00929111</a:t>
                      </a:r>
                      <a:endParaRPr lang="ko-KR" altLang="en-US" sz="900" b="1" dirty="0">
                        <a:solidFill>
                          <a:srgbClr val="FF0000"/>
                        </a:solidFill>
                      </a:endParaRP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tc>
                  <a:txBody>
                    <a:bodyPr/>
                    <a:lstStyle/>
                    <a:p>
                      <a:pPr algn="r" latinLnBrk="1"/>
                      <a:r>
                        <a:rPr lang="en-US" altLang="ko-KR" sz="900" b="1" dirty="0"/>
                        <a:t>1,000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extLst>
                  <a:ext uri="{0D108BD9-81ED-4DB2-BD59-A6C34878D82A}">
                    <a16:rowId xmlns:a16="http://schemas.microsoft.com/office/drawing/2014/main" val="2155482761"/>
                  </a:ext>
                </a:extLst>
              </a:tr>
            </a:tbl>
          </a:graphicData>
        </a:graphic>
      </p:graphicFrame>
      <p:grpSp>
        <p:nvGrpSpPr>
          <p:cNvPr id="91" name="그룹 90">
            <a:extLst>
              <a:ext uri="{FF2B5EF4-FFF2-40B4-BE49-F238E27FC236}">
                <a16:creationId xmlns:a16="http://schemas.microsoft.com/office/drawing/2014/main" id="{5FBBA953-C8D1-44D7-886C-5080DFD07007}"/>
              </a:ext>
            </a:extLst>
          </p:cNvPr>
          <p:cNvGrpSpPr/>
          <p:nvPr userDrawn="1"/>
        </p:nvGrpSpPr>
        <p:grpSpPr>
          <a:xfrm>
            <a:off x="2417534" y="4575809"/>
            <a:ext cx="689346" cy="440906"/>
            <a:chOff x="2843808" y="1955121"/>
            <a:chExt cx="1674813" cy="596970"/>
          </a:xfrm>
          <a:solidFill>
            <a:schemeClr val="bg1">
              <a:lumMod val="95000"/>
            </a:schemeClr>
          </a:solidFill>
        </p:grpSpPr>
        <p:sp>
          <p:nvSpPr>
            <p:cNvPr id="92" name="Border">
              <a:extLst>
                <a:ext uri="{FF2B5EF4-FFF2-40B4-BE49-F238E27FC236}">
                  <a16:creationId xmlns:a16="http://schemas.microsoft.com/office/drawing/2014/main" id="{BC624722-4190-4C24-87C7-4663653ACBA8}"/>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3" name="Line 2">
              <a:extLst>
                <a:ext uri="{FF2B5EF4-FFF2-40B4-BE49-F238E27FC236}">
                  <a16:creationId xmlns:a16="http://schemas.microsoft.com/office/drawing/2014/main" id="{A9F20A3C-3309-453F-9F60-C178E2072650}"/>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4" name="Line 1">
              <a:extLst>
                <a:ext uri="{FF2B5EF4-FFF2-40B4-BE49-F238E27FC236}">
                  <a16:creationId xmlns:a16="http://schemas.microsoft.com/office/drawing/2014/main" id="{4172DF93-2601-4EC1-AC48-4722F7426E9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5" name="TextBox 94">
              <a:extLst>
                <a:ext uri="{FF2B5EF4-FFF2-40B4-BE49-F238E27FC236}">
                  <a16:creationId xmlns:a16="http://schemas.microsoft.com/office/drawing/2014/main" id="{7944D546-B557-44E9-9C1F-C462D9B5A925}"/>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96" name="직사각형 95">
            <a:extLst>
              <a:ext uri="{FF2B5EF4-FFF2-40B4-BE49-F238E27FC236}">
                <a16:creationId xmlns:a16="http://schemas.microsoft.com/office/drawing/2014/main" id="{EBE54292-B4E1-45B9-9025-5505D1CD7708}"/>
              </a:ext>
            </a:extLst>
          </p:cNvPr>
          <p:cNvSpPr/>
          <p:nvPr userDrawn="1"/>
        </p:nvSpPr>
        <p:spPr>
          <a:xfrm>
            <a:off x="3127963" y="4575809"/>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97" name="직사각형 96">
            <a:extLst>
              <a:ext uri="{FF2B5EF4-FFF2-40B4-BE49-F238E27FC236}">
                <a16:creationId xmlns:a16="http://schemas.microsoft.com/office/drawing/2014/main" id="{B2AAA1DC-4E70-44C4-9B8F-65901164F7C7}"/>
              </a:ext>
            </a:extLst>
          </p:cNvPr>
          <p:cNvSpPr/>
          <p:nvPr userDrawn="1"/>
        </p:nvSpPr>
        <p:spPr>
          <a:xfrm>
            <a:off x="3124415" y="5223174"/>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grpSp>
        <p:nvGrpSpPr>
          <p:cNvPr id="98" name="그룹 97">
            <a:extLst>
              <a:ext uri="{FF2B5EF4-FFF2-40B4-BE49-F238E27FC236}">
                <a16:creationId xmlns:a16="http://schemas.microsoft.com/office/drawing/2014/main" id="{77666BAF-2D10-41CD-821C-5F6CF146ABDB}"/>
              </a:ext>
            </a:extLst>
          </p:cNvPr>
          <p:cNvGrpSpPr/>
          <p:nvPr userDrawn="1"/>
        </p:nvGrpSpPr>
        <p:grpSpPr>
          <a:xfrm>
            <a:off x="2413986" y="5198620"/>
            <a:ext cx="689346" cy="440906"/>
            <a:chOff x="2843808" y="1955121"/>
            <a:chExt cx="1674813" cy="596970"/>
          </a:xfrm>
          <a:solidFill>
            <a:schemeClr val="bg1">
              <a:lumMod val="95000"/>
            </a:schemeClr>
          </a:solidFill>
        </p:grpSpPr>
        <p:sp>
          <p:nvSpPr>
            <p:cNvPr id="99" name="Border">
              <a:extLst>
                <a:ext uri="{FF2B5EF4-FFF2-40B4-BE49-F238E27FC236}">
                  <a16:creationId xmlns:a16="http://schemas.microsoft.com/office/drawing/2014/main" id="{FFCD9F83-C918-4681-BC2B-D0970A04DAE3}"/>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0" name="Line 2">
              <a:extLst>
                <a:ext uri="{FF2B5EF4-FFF2-40B4-BE49-F238E27FC236}">
                  <a16:creationId xmlns:a16="http://schemas.microsoft.com/office/drawing/2014/main" id="{66CA2729-1BA8-4D40-90F1-C401EE6EA2D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1" name="Line 1">
              <a:extLst>
                <a:ext uri="{FF2B5EF4-FFF2-40B4-BE49-F238E27FC236}">
                  <a16:creationId xmlns:a16="http://schemas.microsoft.com/office/drawing/2014/main" id="{07D8BF29-0962-463A-B190-D3436DE918D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2" name="TextBox 101">
              <a:extLst>
                <a:ext uri="{FF2B5EF4-FFF2-40B4-BE49-F238E27FC236}">
                  <a16:creationId xmlns:a16="http://schemas.microsoft.com/office/drawing/2014/main" id="{E03DEABC-239E-448F-A1BE-7B45C40D7AA6}"/>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05" name="TextBox 104">
            <a:extLst>
              <a:ext uri="{FF2B5EF4-FFF2-40B4-BE49-F238E27FC236}">
                <a16:creationId xmlns:a16="http://schemas.microsoft.com/office/drawing/2014/main" id="{1BD61D6D-16FD-4D3E-9DDF-B93A79460D7F}"/>
              </a:ext>
            </a:extLst>
          </p:cNvPr>
          <p:cNvSpPr txBox="1"/>
          <p:nvPr userDrawn="1"/>
        </p:nvSpPr>
        <p:spPr>
          <a:xfrm>
            <a:off x="1487410" y="3986860"/>
            <a:ext cx="631904" cy="215444"/>
          </a:xfrm>
          <a:prstGeom prst="rect">
            <a:avLst/>
          </a:prstGeom>
          <a:noFill/>
        </p:spPr>
        <p:txBody>
          <a:bodyPr wrap="none" rtlCol="0">
            <a:spAutoFit/>
          </a:bodyPr>
          <a:lstStyle/>
          <a:p>
            <a:r>
              <a:rPr lang="ko-KR" altLang="en-US" sz="800" dirty="0"/>
              <a:t>구매 상품</a:t>
            </a:r>
          </a:p>
        </p:txBody>
      </p:sp>
      <p:cxnSp>
        <p:nvCxnSpPr>
          <p:cNvPr id="106" name="직선 연결선 105">
            <a:extLst>
              <a:ext uri="{FF2B5EF4-FFF2-40B4-BE49-F238E27FC236}">
                <a16:creationId xmlns:a16="http://schemas.microsoft.com/office/drawing/2014/main" id="{290A3F66-5939-4C0B-8181-EFE658ED4306}"/>
              </a:ext>
            </a:extLst>
          </p:cNvPr>
          <p:cNvCxnSpPr>
            <a:cxnSpLocks/>
          </p:cNvCxnSpPr>
          <p:nvPr userDrawn="1"/>
        </p:nvCxnSpPr>
        <p:spPr>
          <a:xfrm>
            <a:off x="1479017" y="7688453"/>
            <a:ext cx="433338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TextBox 106">
            <a:extLst>
              <a:ext uri="{FF2B5EF4-FFF2-40B4-BE49-F238E27FC236}">
                <a16:creationId xmlns:a16="http://schemas.microsoft.com/office/drawing/2014/main" id="{8B3F93C1-DBD0-4BEF-B21D-481C9487CF11}"/>
              </a:ext>
            </a:extLst>
          </p:cNvPr>
          <p:cNvSpPr txBox="1"/>
          <p:nvPr userDrawn="1"/>
        </p:nvSpPr>
        <p:spPr>
          <a:xfrm>
            <a:off x="1487410" y="7783540"/>
            <a:ext cx="631904" cy="215444"/>
          </a:xfrm>
          <a:prstGeom prst="rect">
            <a:avLst/>
          </a:prstGeom>
          <a:noFill/>
        </p:spPr>
        <p:txBody>
          <a:bodyPr wrap="square" rtlCol="0">
            <a:spAutoFit/>
          </a:bodyPr>
          <a:lstStyle/>
          <a:p>
            <a:r>
              <a:rPr lang="ko-KR" altLang="en-US" sz="800" dirty="0"/>
              <a:t>결제 정보</a:t>
            </a:r>
          </a:p>
        </p:txBody>
      </p:sp>
      <p:cxnSp>
        <p:nvCxnSpPr>
          <p:cNvPr id="109" name="직선 연결선 108">
            <a:extLst>
              <a:ext uri="{FF2B5EF4-FFF2-40B4-BE49-F238E27FC236}">
                <a16:creationId xmlns:a16="http://schemas.microsoft.com/office/drawing/2014/main" id="{20CC772A-D4B3-443D-BA35-1E2D4EBFF34C}"/>
              </a:ext>
            </a:extLst>
          </p:cNvPr>
          <p:cNvCxnSpPr>
            <a:cxnSpLocks/>
          </p:cNvCxnSpPr>
          <p:nvPr userDrawn="1"/>
        </p:nvCxnSpPr>
        <p:spPr>
          <a:xfrm>
            <a:off x="6096000" y="7688453"/>
            <a:ext cx="269821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10" name="TextBox 109">
            <a:extLst>
              <a:ext uri="{FF2B5EF4-FFF2-40B4-BE49-F238E27FC236}">
                <a16:creationId xmlns:a16="http://schemas.microsoft.com/office/drawing/2014/main" id="{487609E8-D62B-47CC-995B-8B02FC8A5750}"/>
              </a:ext>
            </a:extLst>
          </p:cNvPr>
          <p:cNvSpPr txBox="1"/>
          <p:nvPr userDrawn="1"/>
        </p:nvSpPr>
        <p:spPr>
          <a:xfrm>
            <a:off x="6096000" y="7783540"/>
            <a:ext cx="1078727" cy="215444"/>
          </a:xfrm>
          <a:prstGeom prst="rect">
            <a:avLst/>
          </a:prstGeom>
          <a:noFill/>
        </p:spPr>
        <p:txBody>
          <a:bodyPr wrap="square" rtlCol="0">
            <a:spAutoFit/>
          </a:bodyPr>
          <a:lstStyle/>
          <a:p>
            <a:r>
              <a:rPr lang="ko-KR" altLang="en-US" sz="800" dirty="0"/>
              <a:t>최종 결제금액</a:t>
            </a:r>
          </a:p>
        </p:txBody>
      </p:sp>
      <p:graphicFrame>
        <p:nvGraphicFramePr>
          <p:cNvPr id="116" name="표 115">
            <a:extLst>
              <a:ext uri="{FF2B5EF4-FFF2-40B4-BE49-F238E27FC236}">
                <a16:creationId xmlns:a16="http://schemas.microsoft.com/office/drawing/2014/main" id="{8F4E7DAD-7102-4FE0-BA0B-57E7CD87AB98}"/>
              </a:ext>
            </a:extLst>
          </p:cNvPr>
          <p:cNvGraphicFramePr>
            <a:graphicFrameLocks noGrp="1"/>
          </p:cNvGraphicFramePr>
          <p:nvPr userDrawn="1">
            <p:extLst>
              <p:ext uri="{D42A27DB-BD31-4B8C-83A1-F6EECF244321}">
                <p14:modId xmlns:p14="http://schemas.microsoft.com/office/powerpoint/2010/main" val="3073143614"/>
              </p:ext>
            </p:extLst>
          </p:nvPr>
        </p:nvGraphicFramePr>
        <p:xfrm>
          <a:off x="1476367" y="8092875"/>
          <a:ext cx="4336035" cy="853440"/>
        </p:xfrm>
        <a:graphic>
          <a:graphicData uri="http://schemas.openxmlformats.org/drawingml/2006/table">
            <a:tbl>
              <a:tblPr firstRow="1" bandRow="1">
                <a:tableStyleId>{5940675A-B579-460E-94D1-54222C63F5DA}</a:tableStyleId>
              </a:tblPr>
              <a:tblGrid>
                <a:gridCol w="1237336">
                  <a:extLst>
                    <a:ext uri="{9D8B030D-6E8A-4147-A177-3AD203B41FA5}">
                      <a16:colId xmlns:a16="http://schemas.microsoft.com/office/drawing/2014/main" val="1468661165"/>
                    </a:ext>
                  </a:extLst>
                </a:gridCol>
                <a:gridCol w="3098699">
                  <a:extLst>
                    <a:ext uri="{9D8B030D-6E8A-4147-A177-3AD203B41FA5}">
                      <a16:colId xmlns:a16="http://schemas.microsoft.com/office/drawing/2014/main" val="3917594789"/>
                    </a:ext>
                  </a:extLst>
                </a:gridCol>
              </a:tblGrid>
              <a:tr h="165784">
                <a:tc>
                  <a:txBody>
                    <a:bodyPr/>
                    <a:lstStyle/>
                    <a:p>
                      <a:pPr latinLnBrk="1"/>
                      <a:r>
                        <a:rPr lang="ko-KR" altLang="en-US" sz="800" dirty="0"/>
                        <a:t>결제수단</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카드결제</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a:txBody>
                    <a:bodyPr/>
                    <a:lstStyle/>
                    <a:p>
                      <a:pPr latinLnBrk="1"/>
                      <a:r>
                        <a:rPr lang="ko-KR" altLang="en-US" sz="800" dirty="0"/>
                        <a:t>카드종류</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현대카드</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a:txBody>
                    <a:bodyPr/>
                    <a:lstStyle/>
                    <a:p>
                      <a:pPr latinLnBrk="1"/>
                      <a:r>
                        <a:rPr lang="ko-KR" altLang="en-US" sz="800" dirty="0"/>
                        <a:t>카드번호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22030222-******</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r h="0">
                <a:tc>
                  <a:txBody>
                    <a:bodyPr/>
                    <a:lstStyle/>
                    <a:p>
                      <a:pPr latinLnBrk="1"/>
                      <a:r>
                        <a:rPr lang="ko-KR" altLang="en-US" sz="800" dirty="0"/>
                        <a:t>적립포인트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+ 1000 point</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610892354"/>
                  </a:ext>
                </a:extLst>
              </a:tr>
            </a:tbl>
          </a:graphicData>
        </a:graphic>
      </p:graphicFrame>
      <p:graphicFrame>
        <p:nvGraphicFramePr>
          <p:cNvPr id="117" name="표 116">
            <a:extLst>
              <a:ext uri="{FF2B5EF4-FFF2-40B4-BE49-F238E27FC236}">
                <a16:creationId xmlns:a16="http://schemas.microsoft.com/office/drawing/2014/main" id="{5722B225-A59D-48D7-BEA3-F69579E9C976}"/>
              </a:ext>
            </a:extLst>
          </p:cNvPr>
          <p:cNvGraphicFramePr>
            <a:graphicFrameLocks noGrp="1"/>
          </p:cNvGraphicFramePr>
          <p:nvPr userDrawn="1">
            <p:extLst>
              <p:ext uri="{D42A27DB-BD31-4B8C-83A1-F6EECF244321}">
                <p14:modId xmlns:p14="http://schemas.microsoft.com/office/powerpoint/2010/main" val="3853620301"/>
              </p:ext>
            </p:extLst>
          </p:nvPr>
        </p:nvGraphicFramePr>
        <p:xfrm>
          <a:off x="6096000" y="8083398"/>
          <a:ext cx="2687174" cy="914400"/>
        </p:xfrm>
        <a:graphic>
          <a:graphicData uri="http://schemas.openxmlformats.org/drawingml/2006/table">
            <a:tbl>
              <a:tblPr firstRow="1" bandRow="1">
                <a:tableStyleId>{5940675A-B579-460E-94D1-54222C63F5DA}</a:tableStyleId>
              </a:tblPr>
              <a:tblGrid>
                <a:gridCol w="1256071">
                  <a:extLst>
                    <a:ext uri="{9D8B030D-6E8A-4147-A177-3AD203B41FA5}">
                      <a16:colId xmlns:a16="http://schemas.microsoft.com/office/drawing/2014/main" val="1468661165"/>
                    </a:ext>
                  </a:extLst>
                </a:gridCol>
                <a:gridCol w="1431103">
                  <a:extLst>
                    <a:ext uri="{9D8B030D-6E8A-4147-A177-3AD203B41FA5}">
                      <a16:colId xmlns:a16="http://schemas.microsoft.com/office/drawing/2014/main" val="3917594789"/>
                    </a:ext>
                  </a:extLst>
                </a:gridCol>
              </a:tblGrid>
              <a:tr h="165784">
                <a:tc>
                  <a:txBody>
                    <a:bodyPr/>
                    <a:lstStyle/>
                    <a:p>
                      <a:pPr latinLnBrk="1"/>
                      <a:r>
                        <a:rPr lang="ko-KR" altLang="en-US" sz="800" dirty="0"/>
                        <a:t>총 상품금액</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800" dirty="0"/>
                        <a:t>3,000 </a:t>
                      </a:r>
                      <a:r>
                        <a:rPr lang="ko-KR" altLang="en-US" sz="800" dirty="0"/>
                        <a:t>원</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a:txBody>
                    <a:bodyPr/>
                    <a:lstStyle/>
                    <a:p>
                      <a:pPr latinLnBrk="1"/>
                      <a:r>
                        <a:rPr lang="ko-KR" altLang="en-US" sz="800" dirty="0"/>
                        <a:t>배송비</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800" dirty="0"/>
                        <a:t>+ 2,500 </a:t>
                      </a:r>
                      <a:r>
                        <a:rPr lang="ko-KR" altLang="en-US" sz="800" dirty="0"/>
                        <a:t>원</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a:txBody>
                    <a:bodyPr/>
                    <a:lstStyle/>
                    <a:p>
                      <a:pPr latinLnBrk="1"/>
                      <a:r>
                        <a:rPr lang="ko-KR" altLang="en-US" sz="800" dirty="0"/>
                        <a:t>포인트 사용</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800" dirty="0"/>
                        <a:t>- 2,000 p</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r h="0">
                <a:tc>
                  <a:txBody>
                    <a:bodyPr/>
                    <a:lstStyle/>
                    <a:p>
                      <a:pPr latinLnBrk="1"/>
                      <a:r>
                        <a:rPr lang="ko-KR" altLang="en-US" sz="800" dirty="0"/>
                        <a:t>최종 결제금액</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1200" b="1" dirty="0">
                          <a:solidFill>
                            <a:schemeClr val="accent2">
                              <a:lumMod val="75000"/>
                            </a:schemeClr>
                          </a:solidFill>
                        </a:rPr>
                        <a:t>4,500 </a:t>
                      </a:r>
                      <a:r>
                        <a:rPr lang="ko-KR" altLang="en-US" sz="800" b="1" dirty="0">
                          <a:solidFill>
                            <a:schemeClr val="tx1"/>
                          </a:solidFill>
                        </a:rPr>
                        <a:t>원</a:t>
                      </a:r>
                      <a:endParaRPr lang="en-US" altLang="ko-KR" sz="800" b="1" dirty="0">
                        <a:solidFill>
                          <a:schemeClr val="tx1"/>
                        </a:solidFill>
                      </a:endParaRP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610892354"/>
                  </a:ext>
                </a:extLst>
              </a:tr>
            </a:tbl>
          </a:graphicData>
        </a:graphic>
      </p:graphicFrame>
      <p:sp>
        <p:nvSpPr>
          <p:cNvPr id="120" name="직사각형 119">
            <a:extLst>
              <a:ext uri="{FF2B5EF4-FFF2-40B4-BE49-F238E27FC236}">
                <a16:creationId xmlns:a16="http://schemas.microsoft.com/office/drawing/2014/main" id="{64B3EDA4-40E9-4CCB-A85F-7F71B78CB096}"/>
              </a:ext>
            </a:extLst>
          </p:cNvPr>
          <p:cNvSpPr/>
          <p:nvPr userDrawn="1"/>
        </p:nvSpPr>
        <p:spPr>
          <a:xfrm>
            <a:off x="3124415" y="5870247"/>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grpSp>
        <p:nvGrpSpPr>
          <p:cNvPr id="121" name="그룹 120">
            <a:extLst>
              <a:ext uri="{FF2B5EF4-FFF2-40B4-BE49-F238E27FC236}">
                <a16:creationId xmlns:a16="http://schemas.microsoft.com/office/drawing/2014/main" id="{20557F4B-6E6F-4FC0-86EA-8B0E17DC5F08}"/>
              </a:ext>
            </a:extLst>
          </p:cNvPr>
          <p:cNvGrpSpPr/>
          <p:nvPr userDrawn="1"/>
        </p:nvGrpSpPr>
        <p:grpSpPr>
          <a:xfrm>
            <a:off x="2413986" y="5845693"/>
            <a:ext cx="689346" cy="440906"/>
            <a:chOff x="2843808" y="1955121"/>
            <a:chExt cx="1674813" cy="596970"/>
          </a:xfrm>
          <a:solidFill>
            <a:schemeClr val="bg1">
              <a:lumMod val="95000"/>
            </a:schemeClr>
          </a:solidFill>
        </p:grpSpPr>
        <p:sp>
          <p:nvSpPr>
            <p:cNvPr id="122" name="Border">
              <a:extLst>
                <a:ext uri="{FF2B5EF4-FFF2-40B4-BE49-F238E27FC236}">
                  <a16:creationId xmlns:a16="http://schemas.microsoft.com/office/drawing/2014/main" id="{DB165722-AB1A-4CE0-8B3E-C46B1785EDB8}"/>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3" name="Line 2">
              <a:extLst>
                <a:ext uri="{FF2B5EF4-FFF2-40B4-BE49-F238E27FC236}">
                  <a16:creationId xmlns:a16="http://schemas.microsoft.com/office/drawing/2014/main" id="{A66316E2-313C-4816-8889-6B60472CC47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4" name="Line 1">
              <a:extLst>
                <a:ext uri="{FF2B5EF4-FFF2-40B4-BE49-F238E27FC236}">
                  <a16:creationId xmlns:a16="http://schemas.microsoft.com/office/drawing/2014/main" id="{00A15704-0D3C-4A33-B5D6-0946E272178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5" name="TextBox 124">
              <a:extLst>
                <a:ext uri="{FF2B5EF4-FFF2-40B4-BE49-F238E27FC236}">
                  <a16:creationId xmlns:a16="http://schemas.microsoft.com/office/drawing/2014/main" id="{9E7FB7C7-D743-47CF-B7EA-38CB25B01E2C}"/>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26" name="직사각형 125">
            <a:extLst>
              <a:ext uri="{FF2B5EF4-FFF2-40B4-BE49-F238E27FC236}">
                <a16:creationId xmlns:a16="http://schemas.microsoft.com/office/drawing/2014/main" id="{B3F77EC3-EDBD-4B9A-8AF6-4C69E1021A8A}"/>
              </a:ext>
            </a:extLst>
          </p:cNvPr>
          <p:cNvSpPr/>
          <p:nvPr userDrawn="1"/>
        </p:nvSpPr>
        <p:spPr>
          <a:xfrm>
            <a:off x="3124415" y="6520890"/>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grpSp>
        <p:nvGrpSpPr>
          <p:cNvPr id="127" name="그룹 126">
            <a:extLst>
              <a:ext uri="{FF2B5EF4-FFF2-40B4-BE49-F238E27FC236}">
                <a16:creationId xmlns:a16="http://schemas.microsoft.com/office/drawing/2014/main" id="{D42EF69C-A06B-4BAF-BF39-44FBC55B70FD}"/>
              </a:ext>
            </a:extLst>
          </p:cNvPr>
          <p:cNvGrpSpPr/>
          <p:nvPr userDrawn="1"/>
        </p:nvGrpSpPr>
        <p:grpSpPr>
          <a:xfrm>
            <a:off x="2413986" y="6496336"/>
            <a:ext cx="689346" cy="440906"/>
            <a:chOff x="2843808" y="1955121"/>
            <a:chExt cx="1674813" cy="596970"/>
          </a:xfrm>
          <a:solidFill>
            <a:schemeClr val="bg1">
              <a:lumMod val="95000"/>
            </a:schemeClr>
          </a:solidFill>
        </p:grpSpPr>
        <p:sp>
          <p:nvSpPr>
            <p:cNvPr id="128" name="Border">
              <a:extLst>
                <a:ext uri="{FF2B5EF4-FFF2-40B4-BE49-F238E27FC236}">
                  <a16:creationId xmlns:a16="http://schemas.microsoft.com/office/drawing/2014/main" id="{AB532964-8806-4B4D-81AD-AB547EA85E6F}"/>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9" name="Line 2">
              <a:extLst>
                <a:ext uri="{FF2B5EF4-FFF2-40B4-BE49-F238E27FC236}">
                  <a16:creationId xmlns:a16="http://schemas.microsoft.com/office/drawing/2014/main" id="{80354085-6C9E-430A-93AE-CA3C6AA43F4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0" name="Line 1">
              <a:extLst>
                <a:ext uri="{FF2B5EF4-FFF2-40B4-BE49-F238E27FC236}">
                  <a16:creationId xmlns:a16="http://schemas.microsoft.com/office/drawing/2014/main" id="{C5BDBF3E-E969-403A-BF5C-D9451956B254}"/>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1" name="TextBox 130">
              <a:extLst>
                <a:ext uri="{FF2B5EF4-FFF2-40B4-BE49-F238E27FC236}">
                  <a16:creationId xmlns:a16="http://schemas.microsoft.com/office/drawing/2014/main" id="{CA892C74-0DD2-4527-B4B2-56580D9C9032}"/>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32" name="직사각형 131">
            <a:extLst>
              <a:ext uri="{FF2B5EF4-FFF2-40B4-BE49-F238E27FC236}">
                <a16:creationId xmlns:a16="http://schemas.microsoft.com/office/drawing/2014/main" id="{2D536809-11BA-4420-ADE6-61CA01DE8BAF}"/>
              </a:ext>
            </a:extLst>
          </p:cNvPr>
          <p:cNvSpPr/>
          <p:nvPr userDrawn="1"/>
        </p:nvSpPr>
        <p:spPr>
          <a:xfrm>
            <a:off x="7957667" y="4679331"/>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tx1"/>
                </a:solidFill>
              </a:rPr>
              <a:t>구매확정일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133" name="직사각형 132">
            <a:extLst>
              <a:ext uri="{FF2B5EF4-FFF2-40B4-BE49-F238E27FC236}">
                <a16:creationId xmlns:a16="http://schemas.microsoft.com/office/drawing/2014/main" id="{301BC44D-DEE9-4DD8-B80F-CB52F0A713AA}"/>
              </a:ext>
            </a:extLst>
          </p:cNvPr>
          <p:cNvSpPr/>
          <p:nvPr userDrawn="1"/>
        </p:nvSpPr>
        <p:spPr>
          <a:xfrm>
            <a:off x="7957667" y="6587222"/>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교환완료일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134" name="직사각형 133">
            <a:extLst>
              <a:ext uri="{FF2B5EF4-FFF2-40B4-BE49-F238E27FC236}">
                <a16:creationId xmlns:a16="http://schemas.microsoft.com/office/drawing/2014/main" id="{C349AB8C-8C4E-4CD2-A21E-34D7476B887C}"/>
              </a:ext>
            </a:extLst>
          </p:cNvPr>
          <p:cNvSpPr/>
          <p:nvPr userDrawn="1"/>
        </p:nvSpPr>
        <p:spPr>
          <a:xfrm>
            <a:off x="7957667" y="5938094"/>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반품완료일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135" name="직사각형 134">
            <a:extLst>
              <a:ext uri="{FF2B5EF4-FFF2-40B4-BE49-F238E27FC236}">
                <a16:creationId xmlns:a16="http://schemas.microsoft.com/office/drawing/2014/main" id="{8753AD12-3D38-45D4-8F94-92270E43B752}"/>
              </a:ext>
            </a:extLst>
          </p:cNvPr>
          <p:cNvSpPr/>
          <p:nvPr userDrawn="1"/>
        </p:nvSpPr>
        <p:spPr>
          <a:xfrm>
            <a:off x="7957667" y="5289506"/>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취소완료일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cxnSp>
        <p:nvCxnSpPr>
          <p:cNvPr id="136" name="직선 연결선 135">
            <a:extLst>
              <a:ext uri="{FF2B5EF4-FFF2-40B4-BE49-F238E27FC236}">
                <a16:creationId xmlns:a16="http://schemas.microsoft.com/office/drawing/2014/main" id="{DB24FBC9-1887-48A8-84A8-20AD2DDCC14C}"/>
              </a:ext>
            </a:extLst>
          </p:cNvPr>
          <p:cNvCxnSpPr>
            <a:cxnSpLocks/>
          </p:cNvCxnSpPr>
          <p:nvPr userDrawn="1"/>
        </p:nvCxnSpPr>
        <p:spPr>
          <a:xfrm>
            <a:off x="1487410" y="9531460"/>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137" name="표 13">
            <a:extLst>
              <a:ext uri="{FF2B5EF4-FFF2-40B4-BE49-F238E27FC236}">
                <a16:creationId xmlns:a16="http://schemas.microsoft.com/office/drawing/2014/main" id="{47DE0E80-9E6A-421F-9D6E-8F8C1AA3D42B}"/>
              </a:ext>
            </a:extLst>
          </p:cNvPr>
          <p:cNvGraphicFramePr>
            <a:graphicFrameLocks noGrp="1"/>
          </p:cNvGraphicFramePr>
          <p:nvPr userDrawn="1">
            <p:extLst>
              <p:ext uri="{D42A27DB-BD31-4B8C-83A1-F6EECF244321}">
                <p14:modId xmlns:p14="http://schemas.microsoft.com/office/powerpoint/2010/main" val="3188833953"/>
              </p:ext>
            </p:extLst>
          </p:nvPr>
        </p:nvGraphicFramePr>
        <p:xfrm>
          <a:off x="1487410" y="9917924"/>
          <a:ext cx="7317158" cy="853440"/>
        </p:xfrm>
        <a:graphic>
          <a:graphicData uri="http://schemas.openxmlformats.org/drawingml/2006/table">
            <a:tbl>
              <a:tblPr firstRow="1" bandRow="1">
                <a:tableStyleId>{5940675A-B579-460E-94D1-54222C63F5DA}</a:tableStyleId>
              </a:tblPr>
              <a:tblGrid>
                <a:gridCol w="813636">
                  <a:extLst>
                    <a:ext uri="{9D8B030D-6E8A-4147-A177-3AD203B41FA5}">
                      <a16:colId xmlns:a16="http://schemas.microsoft.com/office/drawing/2014/main" val="2416159356"/>
                    </a:ext>
                  </a:extLst>
                </a:gridCol>
                <a:gridCol w="2517886">
                  <a:extLst>
                    <a:ext uri="{9D8B030D-6E8A-4147-A177-3AD203B41FA5}">
                      <a16:colId xmlns:a16="http://schemas.microsoft.com/office/drawing/2014/main" val="4215256312"/>
                    </a:ext>
                  </a:extLst>
                </a:gridCol>
                <a:gridCol w="2329732">
                  <a:extLst>
                    <a:ext uri="{9D8B030D-6E8A-4147-A177-3AD203B41FA5}">
                      <a16:colId xmlns:a16="http://schemas.microsoft.com/office/drawing/2014/main" val="2417053123"/>
                    </a:ext>
                  </a:extLst>
                </a:gridCol>
                <a:gridCol w="1430793">
                  <a:extLst>
                    <a:ext uri="{9D8B030D-6E8A-4147-A177-3AD203B41FA5}">
                      <a16:colId xmlns:a16="http://schemas.microsoft.com/office/drawing/2014/main" val="739747790"/>
                    </a:ext>
                  </a:extLst>
                </a:gridCol>
                <a:gridCol w="225111">
                  <a:extLst>
                    <a:ext uri="{9D8B030D-6E8A-4147-A177-3AD203B41FA5}">
                      <a16:colId xmlns:a16="http://schemas.microsoft.com/office/drawing/2014/main" val="3960621706"/>
                    </a:ext>
                  </a:extLst>
                </a:gridCol>
              </a:tblGrid>
              <a:tr h="0">
                <a:tc gridSpan="5">
                  <a:txBody>
                    <a:bodyPr/>
                    <a:lstStyle/>
                    <a:p>
                      <a:pPr latinLnBrk="1"/>
                      <a:r>
                        <a:rPr lang="ko-KR" altLang="en-US" sz="800" b="1" dirty="0">
                          <a:solidFill>
                            <a:schemeClr val="bg1">
                              <a:lumMod val="65000"/>
                            </a:schemeClr>
                          </a:solidFill>
                        </a:rPr>
                        <a:t>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lnL w="3175" cap="flat" cmpd="sng" algn="ctr">
                      <a:solidFill>
                        <a:schemeClr val="tx1">
                          <a:lumMod val="65000"/>
                          <a:lumOff val="35000"/>
                        </a:schemeClr>
                      </a:solidFill>
                      <a:prstDash val="solid"/>
                      <a:round/>
                      <a:headEnd type="none" w="med" len="med"/>
                      <a:tailEnd type="none" w="med" len="med"/>
                    </a:ln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취소완료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34933101"/>
                  </a:ext>
                </a:extLst>
              </a:tr>
            </a:tbl>
          </a:graphicData>
        </a:graphic>
      </p:graphicFrame>
      <p:grpSp>
        <p:nvGrpSpPr>
          <p:cNvPr id="138" name="그룹 137">
            <a:extLst>
              <a:ext uri="{FF2B5EF4-FFF2-40B4-BE49-F238E27FC236}">
                <a16:creationId xmlns:a16="http://schemas.microsoft.com/office/drawing/2014/main" id="{9D6EC13C-1352-49B5-B403-66C9E833312C}"/>
              </a:ext>
            </a:extLst>
          </p:cNvPr>
          <p:cNvGrpSpPr/>
          <p:nvPr userDrawn="1"/>
        </p:nvGrpSpPr>
        <p:grpSpPr>
          <a:xfrm>
            <a:off x="2425927" y="10231398"/>
            <a:ext cx="689346" cy="440906"/>
            <a:chOff x="2843808" y="1955121"/>
            <a:chExt cx="1674813" cy="596970"/>
          </a:xfrm>
          <a:solidFill>
            <a:schemeClr val="bg1">
              <a:lumMod val="95000"/>
            </a:schemeClr>
          </a:solidFill>
        </p:grpSpPr>
        <p:sp>
          <p:nvSpPr>
            <p:cNvPr id="139" name="Border">
              <a:extLst>
                <a:ext uri="{FF2B5EF4-FFF2-40B4-BE49-F238E27FC236}">
                  <a16:creationId xmlns:a16="http://schemas.microsoft.com/office/drawing/2014/main" id="{6E120A0B-5D9C-4DE1-BB83-0E8898F51492}"/>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0" name="Line 2">
              <a:extLst>
                <a:ext uri="{FF2B5EF4-FFF2-40B4-BE49-F238E27FC236}">
                  <a16:creationId xmlns:a16="http://schemas.microsoft.com/office/drawing/2014/main" id="{0D7149DD-BD20-40AC-8A21-C991FBF3F1E0}"/>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1" name="Line 1">
              <a:extLst>
                <a:ext uri="{FF2B5EF4-FFF2-40B4-BE49-F238E27FC236}">
                  <a16:creationId xmlns:a16="http://schemas.microsoft.com/office/drawing/2014/main" id="{AC7647C6-50C8-4960-B83F-55A992D94E11}"/>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2" name="TextBox 141">
              <a:extLst>
                <a:ext uri="{FF2B5EF4-FFF2-40B4-BE49-F238E27FC236}">
                  <a16:creationId xmlns:a16="http://schemas.microsoft.com/office/drawing/2014/main" id="{C5DBB6C4-E1C8-468F-ACEA-5410B6B1E5DD}"/>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43" name="직사각형 142">
            <a:extLst>
              <a:ext uri="{FF2B5EF4-FFF2-40B4-BE49-F238E27FC236}">
                <a16:creationId xmlns:a16="http://schemas.microsoft.com/office/drawing/2014/main" id="{3A81996F-FB44-4DD1-BF66-BDA02AF70C1E}"/>
              </a:ext>
            </a:extLst>
          </p:cNvPr>
          <p:cNvSpPr/>
          <p:nvPr userDrawn="1"/>
        </p:nvSpPr>
        <p:spPr>
          <a:xfrm>
            <a:off x="3136356" y="10231398"/>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50" name="TextBox 149">
            <a:extLst>
              <a:ext uri="{FF2B5EF4-FFF2-40B4-BE49-F238E27FC236}">
                <a16:creationId xmlns:a16="http://schemas.microsoft.com/office/drawing/2014/main" id="{38437BD5-D757-426B-AE3D-F12C03E501B7}"/>
              </a:ext>
            </a:extLst>
          </p:cNvPr>
          <p:cNvSpPr txBox="1"/>
          <p:nvPr userDrawn="1"/>
        </p:nvSpPr>
        <p:spPr>
          <a:xfrm>
            <a:off x="1495803" y="9642449"/>
            <a:ext cx="631904" cy="215444"/>
          </a:xfrm>
          <a:prstGeom prst="rect">
            <a:avLst/>
          </a:prstGeom>
          <a:noFill/>
        </p:spPr>
        <p:txBody>
          <a:bodyPr wrap="none" rtlCol="0">
            <a:spAutoFit/>
          </a:bodyPr>
          <a:lstStyle/>
          <a:p>
            <a:r>
              <a:rPr lang="ko-KR" altLang="en-US" sz="800" dirty="0"/>
              <a:t>취소 상품</a:t>
            </a:r>
          </a:p>
        </p:txBody>
      </p:sp>
      <p:sp>
        <p:nvSpPr>
          <p:cNvPr id="167" name="TextBox 166">
            <a:extLst>
              <a:ext uri="{FF2B5EF4-FFF2-40B4-BE49-F238E27FC236}">
                <a16:creationId xmlns:a16="http://schemas.microsoft.com/office/drawing/2014/main" id="{46816881-3DB8-4516-8CE5-55755D61BBEB}"/>
              </a:ext>
            </a:extLst>
          </p:cNvPr>
          <p:cNvSpPr txBox="1"/>
          <p:nvPr userDrawn="1"/>
        </p:nvSpPr>
        <p:spPr>
          <a:xfrm>
            <a:off x="7033648" y="7069601"/>
            <a:ext cx="1848038" cy="215444"/>
          </a:xfrm>
          <a:prstGeom prst="rect">
            <a:avLst/>
          </a:prstGeom>
          <a:noFill/>
        </p:spPr>
        <p:txBody>
          <a:bodyPr wrap="square" rtlCol="0">
            <a:spAutoFit/>
          </a:bodyPr>
          <a:lstStyle/>
          <a:p>
            <a:r>
              <a:rPr lang="en-US" altLang="ko-KR" sz="800" dirty="0"/>
              <a:t>( </a:t>
            </a:r>
            <a:r>
              <a:rPr lang="ko-KR" altLang="en-US" sz="800" dirty="0"/>
              <a:t>배송비 </a:t>
            </a:r>
            <a:r>
              <a:rPr lang="en-US" altLang="ko-KR" sz="800" dirty="0"/>
              <a:t>) 30,000</a:t>
            </a:r>
            <a:r>
              <a:rPr lang="ko-KR" altLang="en-US" sz="800" dirty="0"/>
              <a:t>원 미만 </a:t>
            </a:r>
            <a:r>
              <a:rPr lang="en-US" altLang="ko-KR" sz="800" dirty="0"/>
              <a:t>: 2,500 </a:t>
            </a:r>
            <a:r>
              <a:rPr lang="ko-KR" altLang="en-US" sz="800" dirty="0"/>
              <a:t>원</a:t>
            </a:r>
          </a:p>
        </p:txBody>
      </p:sp>
      <p:sp>
        <p:nvSpPr>
          <p:cNvPr id="168" name="TextBox 167">
            <a:extLst>
              <a:ext uri="{FF2B5EF4-FFF2-40B4-BE49-F238E27FC236}">
                <a16:creationId xmlns:a16="http://schemas.microsoft.com/office/drawing/2014/main" id="{C7F7A66F-B808-41E2-B67A-0183F313C9ED}"/>
              </a:ext>
            </a:extLst>
          </p:cNvPr>
          <p:cNvSpPr txBox="1"/>
          <p:nvPr userDrawn="1"/>
        </p:nvSpPr>
        <p:spPr>
          <a:xfrm>
            <a:off x="7033648" y="10809071"/>
            <a:ext cx="1848038" cy="215444"/>
          </a:xfrm>
          <a:prstGeom prst="rect">
            <a:avLst/>
          </a:prstGeom>
          <a:noFill/>
        </p:spPr>
        <p:txBody>
          <a:bodyPr wrap="square" rtlCol="0">
            <a:spAutoFit/>
          </a:bodyPr>
          <a:lstStyle/>
          <a:p>
            <a:r>
              <a:rPr lang="en-US" altLang="ko-KR" sz="800" dirty="0"/>
              <a:t>                        ( </a:t>
            </a:r>
            <a:r>
              <a:rPr lang="ko-KR" altLang="en-US" sz="800" dirty="0"/>
              <a:t>배송비 </a:t>
            </a:r>
            <a:r>
              <a:rPr lang="en-US" altLang="ko-KR" sz="800" dirty="0"/>
              <a:t>) </a:t>
            </a:r>
            <a:r>
              <a:rPr lang="ko-KR" altLang="en-US" sz="800" dirty="0"/>
              <a:t>무료</a:t>
            </a:r>
          </a:p>
        </p:txBody>
      </p:sp>
      <p:graphicFrame>
        <p:nvGraphicFramePr>
          <p:cNvPr id="171" name="표 170">
            <a:extLst>
              <a:ext uri="{FF2B5EF4-FFF2-40B4-BE49-F238E27FC236}">
                <a16:creationId xmlns:a16="http://schemas.microsoft.com/office/drawing/2014/main" id="{5CEE06D7-2B7A-4664-A13A-4BC589D422BF}"/>
              </a:ext>
            </a:extLst>
          </p:cNvPr>
          <p:cNvGraphicFramePr>
            <a:graphicFrameLocks noGrp="1"/>
          </p:cNvGraphicFramePr>
          <p:nvPr userDrawn="1">
            <p:extLst>
              <p:ext uri="{D42A27DB-BD31-4B8C-83A1-F6EECF244321}">
                <p14:modId xmlns:p14="http://schemas.microsoft.com/office/powerpoint/2010/main" val="2715484778"/>
              </p:ext>
            </p:extLst>
          </p:nvPr>
        </p:nvGraphicFramePr>
        <p:xfrm>
          <a:off x="1476367" y="11167880"/>
          <a:ext cx="7306807" cy="213360"/>
        </p:xfrm>
        <a:graphic>
          <a:graphicData uri="http://schemas.openxmlformats.org/drawingml/2006/table">
            <a:tbl>
              <a:tblPr firstRow="1" bandRow="1">
                <a:tableStyleId>{5940675A-B579-460E-94D1-54222C63F5DA}</a:tableStyleId>
              </a:tblPr>
              <a:tblGrid>
                <a:gridCol w="1326910">
                  <a:extLst>
                    <a:ext uri="{9D8B030D-6E8A-4147-A177-3AD203B41FA5}">
                      <a16:colId xmlns:a16="http://schemas.microsoft.com/office/drawing/2014/main" val="1468661165"/>
                    </a:ext>
                  </a:extLst>
                </a:gridCol>
                <a:gridCol w="5979897">
                  <a:extLst>
                    <a:ext uri="{9D8B030D-6E8A-4147-A177-3AD203B41FA5}">
                      <a16:colId xmlns:a16="http://schemas.microsoft.com/office/drawing/2014/main" val="3917594789"/>
                    </a:ext>
                  </a:extLst>
                </a:gridCol>
              </a:tblGrid>
              <a:tr h="165784">
                <a:tc>
                  <a:txBody>
                    <a:bodyPr/>
                    <a:lstStyle/>
                    <a:p>
                      <a:pPr latinLnBrk="1"/>
                      <a:r>
                        <a:rPr lang="ko-KR" altLang="en-US" sz="800" dirty="0"/>
                        <a:t>취소 사유</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단순 변심</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bl>
          </a:graphicData>
        </a:graphic>
      </p:graphicFrame>
      <p:graphicFrame>
        <p:nvGraphicFramePr>
          <p:cNvPr id="172" name="표 171">
            <a:extLst>
              <a:ext uri="{FF2B5EF4-FFF2-40B4-BE49-F238E27FC236}">
                <a16:creationId xmlns:a16="http://schemas.microsoft.com/office/drawing/2014/main" id="{AEC854F9-FE1F-418B-9B55-D53039F334B3}"/>
              </a:ext>
            </a:extLst>
          </p:cNvPr>
          <p:cNvGraphicFramePr>
            <a:graphicFrameLocks noGrp="1"/>
          </p:cNvGraphicFramePr>
          <p:nvPr userDrawn="1">
            <p:extLst>
              <p:ext uri="{D42A27DB-BD31-4B8C-83A1-F6EECF244321}">
                <p14:modId xmlns:p14="http://schemas.microsoft.com/office/powerpoint/2010/main" val="175244680"/>
              </p:ext>
            </p:extLst>
          </p:nvPr>
        </p:nvGraphicFramePr>
        <p:xfrm>
          <a:off x="1476367" y="11426569"/>
          <a:ext cx="7306807" cy="426720"/>
        </p:xfrm>
        <a:graphic>
          <a:graphicData uri="http://schemas.openxmlformats.org/drawingml/2006/table">
            <a:tbl>
              <a:tblPr firstRow="1" bandRow="1">
                <a:tableStyleId>{5940675A-B579-460E-94D1-54222C63F5DA}</a:tableStyleId>
              </a:tblPr>
              <a:tblGrid>
                <a:gridCol w="1326910">
                  <a:extLst>
                    <a:ext uri="{9D8B030D-6E8A-4147-A177-3AD203B41FA5}">
                      <a16:colId xmlns:a16="http://schemas.microsoft.com/office/drawing/2014/main" val="1468661165"/>
                    </a:ext>
                  </a:extLst>
                </a:gridCol>
                <a:gridCol w="1391478">
                  <a:extLst>
                    <a:ext uri="{9D8B030D-6E8A-4147-A177-3AD203B41FA5}">
                      <a16:colId xmlns:a16="http://schemas.microsoft.com/office/drawing/2014/main" val="46953116"/>
                    </a:ext>
                  </a:extLst>
                </a:gridCol>
                <a:gridCol w="4588419">
                  <a:extLst>
                    <a:ext uri="{9D8B030D-6E8A-4147-A177-3AD203B41FA5}">
                      <a16:colId xmlns:a16="http://schemas.microsoft.com/office/drawing/2014/main" val="3917594789"/>
                    </a:ext>
                  </a:extLst>
                </a:gridCol>
              </a:tblGrid>
              <a:tr h="165784">
                <a:tc rowSpan="2">
                  <a:txBody>
                    <a:bodyPr/>
                    <a:lstStyle/>
                    <a:p>
                      <a:pPr latinLnBrk="1"/>
                      <a:r>
                        <a:rPr lang="ko-KR" altLang="en-US" sz="800" dirty="0"/>
                        <a:t>환불 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카드취소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2,000 </a:t>
                      </a:r>
                      <a:r>
                        <a:rPr lang="ko-KR" altLang="en-US" sz="800" dirty="0"/>
                        <a:t>원</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vMerge="1">
                  <a:txBody>
                    <a:bodyPr/>
                    <a:lstStyle/>
                    <a:p>
                      <a:pPr latinLnBrk="1"/>
                      <a:r>
                        <a:rPr lang="ko-KR" altLang="en-US" sz="800" dirty="0"/>
                        <a:t>카드종류</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포인트 환불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200 point</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bl>
          </a:graphicData>
        </a:graphic>
      </p:graphicFrame>
      <p:cxnSp>
        <p:nvCxnSpPr>
          <p:cNvPr id="173" name="직선 연결선 172">
            <a:extLst>
              <a:ext uri="{FF2B5EF4-FFF2-40B4-BE49-F238E27FC236}">
                <a16:creationId xmlns:a16="http://schemas.microsoft.com/office/drawing/2014/main" id="{65C2D80A-DD47-41EB-B46C-34736B3BB83F}"/>
              </a:ext>
            </a:extLst>
          </p:cNvPr>
          <p:cNvCxnSpPr>
            <a:cxnSpLocks/>
          </p:cNvCxnSpPr>
          <p:nvPr userDrawn="1"/>
        </p:nvCxnSpPr>
        <p:spPr>
          <a:xfrm>
            <a:off x="1479017" y="12449423"/>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174" name="표 13">
            <a:extLst>
              <a:ext uri="{FF2B5EF4-FFF2-40B4-BE49-F238E27FC236}">
                <a16:creationId xmlns:a16="http://schemas.microsoft.com/office/drawing/2014/main" id="{DDD96B12-85BE-4169-9242-4F64951763CE}"/>
              </a:ext>
            </a:extLst>
          </p:cNvPr>
          <p:cNvGraphicFramePr>
            <a:graphicFrameLocks noGrp="1"/>
          </p:cNvGraphicFramePr>
          <p:nvPr userDrawn="1">
            <p:extLst>
              <p:ext uri="{D42A27DB-BD31-4B8C-83A1-F6EECF244321}">
                <p14:modId xmlns:p14="http://schemas.microsoft.com/office/powerpoint/2010/main" val="2603266615"/>
              </p:ext>
            </p:extLst>
          </p:nvPr>
        </p:nvGraphicFramePr>
        <p:xfrm>
          <a:off x="1479017" y="12835887"/>
          <a:ext cx="7317158" cy="853440"/>
        </p:xfrm>
        <a:graphic>
          <a:graphicData uri="http://schemas.openxmlformats.org/drawingml/2006/table">
            <a:tbl>
              <a:tblPr firstRow="1" bandRow="1">
                <a:tableStyleId>{5940675A-B579-460E-94D1-54222C63F5DA}</a:tableStyleId>
              </a:tblPr>
              <a:tblGrid>
                <a:gridCol w="813636">
                  <a:extLst>
                    <a:ext uri="{9D8B030D-6E8A-4147-A177-3AD203B41FA5}">
                      <a16:colId xmlns:a16="http://schemas.microsoft.com/office/drawing/2014/main" val="2416159356"/>
                    </a:ext>
                  </a:extLst>
                </a:gridCol>
                <a:gridCol w="2517886">
                  <a:extLst>
                    <a:ext uri="{9D8B030D-6E8A-4147-A177-3AD203B41FA5}">
                      <a16:colId xmlns:a16="http://schemas.microsoft.com/office/drawing/2014/main" val="4215256312"/>
                    </a:ext>
                  </a:extLst>
                </a:gridCol>
                <a:gridCol w="2329732">
                  <a:extLst>
                    <a:ext uri="{9D8B030D-6E8A-4147-A177-3AD203B41FA5}">
                      <a16:colId xmlns:a16="http://schemas.microsoft.com/office/drawing/2014/main" val="2417053123"/>
                    </a:ext>
                  </a:extLst>
                </a:gridCol>
                <a:gridCol w="1430793">
                  <a:extLst>
                    <a:ext uri="{9D8B030D-6E8A-4147-A177-3AD203B41FA5}">
                      <a16:colId xmlns:a16="http://schemas.microsoft.com/office/drawing/2014/main" val="739747790"/>
                    </a:ext>
                  </a:extLst>
                </a:gridCol>
                <a:gridCol w="225111">
                  <a:extLst>
                    <a:ext uri="{9D8B030D-6E8A-4147-A177-3AD203B41FA5}">
                      <a16:colId xmlns:a16="http://schemas.microsoft.com/office/drawing/2014/main" val="3960621706"/>
                    </a:ext>
                  </a:extLst>
                </a:gridCol>
              </a:tblGrid>
              <a:tr h="0">
                <a:tc gridSpan="5">
                  <a:txBody>
                    <a:bodyPr/>
                    <a:lstStyle/>
                    <a:p>
                      <a:pPr latinLnBrk="1"/>
                      <a:r>
                        <a:rPr lang="ko-KR" altLang="en-US" sz="800" b="1" dirty="0">
                          <a:solidFill>
                            <a:schemeClr val="bg1">
                              <a:lumMod val="65000"/>
                            </a:schemeClr>
                          </a:solidFill>
                        </a:rPr>
                        <a:t>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lnL w="3175" cap="flat" cmpd="sng" algn="ctr">
                      <a:solidFill>
                        <a:schemeClr val="tx1">
                          <a:lumMod val="65000"/>
                          <a:lumOff val="35000"/>
                        </a:schemeClr>
                      </a:solidFill>
                      <a:prstDash val="solid"/>
                      <a:round/>
                      <a:headEnd type="none" w="med" len="med"/>
                      <a:tailEnd type="none" w="med" len="med"/>
                    </a:ln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반품완료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34933101"/>
                  </a:ext>
                </a:extLst>
              </a:tr>
            </a:tbl>
          </a:graphicData>
        </a:graphic>
      </p:graphicFrame>
      <p:grpSp>
        <p:nvGrpSpPr>
          <p:cNvPr id="175" name="그룹 174">
            <a:extLst>
              <a:ext uri="{FF2B5EF4-FFF2-40B4-BE49-F238E27FC236}">
                <a16:creationId xmlns:a16="http://schemas.microsoft.com/office/drawing/2014/main" id="{4E3DE552-F5B2-4B45-AAFE-5D83E7FA48A6}"/>
              </a:ext>
            </a:extLst>
          </p:cNvPr>
          <p:cNvGrpSpPr/>
          <p:nvPr userDrawn="1"/>
        </p:nvGrpSpPr>
        <p:grpSpPr>
          <a:xfrm>
            <a:off x="2417534" y="13149361"/>
            <a:ext cx="689346" cy="440906"/>
            <a:chOff x="2843808" y="1955121"/>
            <a:chExt cx="1674813" cy="596970"/>
          </a:xfrm>
          <a:solidFill>
            <a:schemeClr val="bg1">
              <a:lumMod val="95000"/>
            </a:schemeClr>
          </a:solidFill>
        </p:grpSpPr>
        <p:sp>
          <p:nvSpPr>
            <p:cNvPr id="176" name="Border">
              <a:extLst>
                <a:ext uri="{FF2B5EF4-FFF2-40B4-BE49-F238E27FC236}">
                  <a16:creationId xmlns:a16="http://schemas.microsoft.com/office/drawing/2014/main" id="{4804E6B5-3D2E-4216-A701-B6F6E852F045}"/>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7" name="Line 2">
              <a:extLst>
                <a:ext uri="{FF2B5EF4-FFF2-40B4-BE49-F238E27FC236}">
                  <a16:creationId xmlns:a16="http://schemas.microsoft.com/office/drawing/2014/main" id="{DF93B429-6EE6-4AA7-B993-8EA9EFA87C2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8" name="Line 1">
              <a:extLst>
                <a:ext uri="{FF2B5EF4-FFF2-40B4-BE49-F238E27FC236}">
                  <a16:creationId xmlns:a16="http://schemas.microsoft.com/office/drawing/2014/main" id="{FAF0A20A-1666-4114-AC46-02608CA05AD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9" name="TextBox 178">
              <a:extLst>
                <a:ext uri="{FF2B5EF4-FFF2-40B4-BE49-F238E27FC236}">
                  <a16:creationId xmlns:a16="http://schemas.microsoft.com/office/drawing/2014/main" id="{E5854796-8160-44F5-AD61-F9044C4F8F4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80" name="직사각형 179">
            <a:extLst>
              <a:ext uri="{FF2B5EF4-FFF2-40B4-BE49-F238E27FC236}">
                <a16:creationId xmlns:a16="http://schemas.microsoft.com/office/drawing/2014/main" id="{E7E1DA2E-039C-4B25-9353-F145D8EEBDFD}"/>
              </a:ext>
            </a:extLst>
          </p:cNvPr>
          <p:cNvSpPr/>
          <p:nvPr userDrawn="1"/>
        </p:nvSpPr>
        <p:spPr>
          <a:xfrm>
            <a:off x="3127963" y="13149361"/>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81" name="TextBox 180">
            <a:extLst>
              <a:ext uri="{FF2B5EF4-FFF2-40B4-BE49-F238E27FC236}">
                <a16:creationId xmlns:a16="http://schemas.microsoft.com/office/drawing/2014/main" id="{EC897D0F-1A91-4994-ACF1-C622CAA142D1}"/>
              </a:ext>
            </a:extLst>
          </p:cNvPr>
          <p:cNvSpPr txBox="1"/>
          <p:nvPr userDrawn="1"/>
        </p:nvSpPr>
        <p:spPr>
          <a:xfrm>
            <a:off x="1487410" y="12560412"/>
            <a:ext cx="631904" cy="215444"/>
          </a:xfrm>
          <a:prstGeom prst="rect">
            <a:avLst/>
          </a:prstGeom>
          <a:noFill/>
        </p:spPr>
        <p:txBody>
          <a:bodyPr wrap="none" rtlCol="0">
            <a:spAutoFit/>
          </a:bodyPr>
          <a:lstStyle/>
          <a:p>
            <a:r>
              <a:rPr lang="ko-KR" altLang="en-US" sz="800" dirty="0"/>
              <a:t>반품 상품</a:t>
            </a:r>
          </a:p>
        </p:txBody>
      </p:sp>
      <p:sp>
        <p:nvSpPr>
          <p:cNvPr id="182" name="TextBox 181">
            <a:extLst>
              <a:ext uri="{FF2B5EF4-FFF2-40B4-BE49-F238E27FC236}">
                <a16:creationId xmlns:a16="http://schemas.microsoft.com/office/drawing/2014/main" id="{DA6DEA30-39FF-41EF-B000-EF9FA4102073}"/>
              </a:ext>
            </a:extLst>
          </p:cNvPr>
          <p:cNvSpPr txBox="1"/>
          <p:nvPr userDrawn="1"/>
        </p:nvSpPr>
        <p:spPr>
          <a:xfrm>
            <a:off x="7025255" y="13727034"/>
            <a:ext cx="1848038" cy="215444"/>
          </a:xfrm>
          <a:prstGeom prst="rect">
            <a:avLst/>
          </a:prstGeom>
          <a:noFill/>
        </p:spPr>
        <p:txBody>
          <a:bodyPr wrap="square" rtlCol="0">
            <a:spAutoFit/>
          </a:bodyPr>
          <a:lstStyle/>
          <a:p>
            <a:r>
              <a:rPr lang="en-US" altLang="ko-KR" sz="800" dirty="0"/>
              <a:t>                        ( </a:t>
            </a:r>
            <a:r>
              <a:rPr lang="ko-KR" altLang="en-US" sz="800" dirty="0"/>
              <a:t>배송비 </a:t>
            </a:r>
            <a:r>
              <a:rPr lang="en-US" altLang="ko-KR" sz="800" dirty="0"/>
              <a:t>) </a:t>
            </a:r>
            <a:r>
              <a:rPr lang="ko-KR" altLang="en-US" sz="800" dirty="0"/>
              <a:t>무료</a:t>
            </a:r>
          </a:p>
        </p:txBody>
      </p:sp>
      <p:graphicFrame>
        <p:nvGraphicFramePr>
          <p:cNvPr id="183" name="표 182">
            <a:extLst>
              <a:ext uri="{FF2B5EF4-FFF2-40B4-BE49-F238E27FC236}">
                <a16:creationId xmlns:a16="http://schemas.microsoft.com/office/drawing/2014/main" id="{E5F07996-71EE-49A3-8441-02B0A7F5073B}"/>
              </a:ext>
            </a:extLst>
          </p:cNvPr>
          <p:cNvGraphicFramePr>
            <a:graphicFrameLocks noGrp="1"/>
          </p:cNvGraphicFramePr>
          <p:nvPr userDrawn="1">
            <p:extLst>
              <p:ext uri="{D42A27DB-BD31-4B8C-83A1-F6EECF244321}">
                <p14:modId xmlns:p14="http://schemas.microsoft.com/office/powerpoint/2010/main" val="3458832964"/>
              </p:ext>
            </p:extLst>
          </p:nvPr>
        </p:nvGraphicFramePr>
        <p:xfrm>
          <a:off x="1476367" y="14009358"/>
          <a:ext cx="7306807" cy="548640"/>
        </p:xfrm>
        <a:graphic>
          <a:graphicData uri="http://schemas.openxmlformats.org/drawingml/2006/table">
            <a:tbl>
              <a:tblPr firstRow="1" bandRow="1">
                <a:tableStyleId>{5940675A-B579-460E-94D1-54222C63F5DA}</a:tableStyleId>
              </a:tblPr>
              <a:tblGrid>
                <a:gridCol w="1326910">
                  <a:extLst>
                    <a:ext uri="{9D8B030D-6E8A-4147-A177-3AD203B41FA5}">
                      <a16:colId xmlns:a16="http://schemas.microsoft.com/office/drawing/2014/main" val="1468661165"/>
                    </a:ext>
                  </a:extLst>
                </a:gridCol>
                <a:gridCol w="5979897">
                  <a:extLst>
                    <a:ext uri="{9D8B030D-6E8A-4147-A177-3AD203B41FA5}">
                      <a16:colId xmlns:a16="http://schemas.microsoft.com/office/drawing/2014/main" val="3917594789"/>
                    </a:ext>
                  </a:extLst>
                </a:gridCol>
              </a:tblGrid>
              <a:tr h="165784">
                <a:tc rowSpan="2">
                  <a:txBody>
                    <a:bodyPr/>
                    <a:lstStyle/>
                    <a:p>
                      <a:pPr latinLnBrk="1"/>
                      <a:r>
                        <a:rPr lang="ko-KR" altLang="en-US" sz="800" dirty="0"/>
                        <a:t>반품 사유</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기타</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vMerge="1">
                  <a:txBody>
                    <a:bodyPr/>
                    <a:lstStyle/>
                    <a:p>
                      <a:pPr latinLnBrk="1"/>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처음 사려고 했던 상품이 상품표기 이상으로 구매를 잘 못 하였습니다</a:t>
                      </a:r>
                      <a:r>
                        <a:rPr lang="en-US" altLang="ko-KR" sz="800" dirty="0"/>
                        <a:t>.</a:t>
                      </a:r>
                    </a:p>
                    <a:p>
                      <a:pPr latinLnBrk="1"/>
                      <a:r>
                        <a:rPr lang="ko-KR" altLang="en-US" sz="800" dirty="0"/>
                        <a:t>그래서 반품을 신청합니다</a:t>
                      </a:r>
                      <a:r>
                        <a:rPr lang="en-US" altLang="ko-KR" sz="800" dirty="0"/>
                        <a:t>.</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598830366"/>
                  </a:ext>
                </a:extLst>
              </a:tr>
            </a:tbl>
          </a:graphicData>
        </a:graphic>
      </p:graphicFrame>
      <p:graphicFrame>
        <p:nvGraphicFramePr>
          <p:cNvPr id="184" name="표 183">
            <a:extLst>
              <a:ext uri="{FF2B5EF4-FFF2-40B4-BE49-F238E27FC236}">
                <a16:creationId xmlns:a16="http://schemas.microsoft.com/office/drawing/2014/main" id="{CD097DDF-6CFB-4762-A134-E6BC3CEA7C74}"/>
              </a:ext>
            </a:extLst>
          </p:cNvPr>
          <p:cNvGraphicFramePr>
            <a:graphicFrameLocks noGrp="1"/>
          </p:cNvGraphicFramePr>
          <p:nvPr userDrawn="1">
            <p:extLst>
              <p:ext uri="{D42A27DB-BD31-4B8C-83A1-F6EECF244321}">
                <p14:modId xmlns:p14="http://schemas.microsoft.com/office/powerpoint/2010/main" val="1039817481"/>
              </p:ext>
            </p:extLst>
          </p:nvPr>
        </p:nvGraphicFramePr>
        <p:xfrm>
          <a:off x="1476367" y="14629997"/>
          <a:ext cx="7306807" cy="426720"/>
        </p:xfrm>
        <a:graphic>
          <a:graphicData uri="http://schemas.openxmlformats.org/drawingml/2006/table">
            <a:tbl>
              <a:tblPr firstRow="1" bandRow="1">
                <a:tableStyleId>{5940675A-B579-460E-94D1-54222C63F5DA}</a:tableStyleId>
              </a:tblPr>
              <a:tblGrid>
                <a:gridCol w="1326910">
                  <a:extLst>
                    <a:ext uri="{9D8B030D-6E8A-4147-A177-3AD203B41FA5}">
                      <a16:colId xmlns:a16="http://schemas.microsoft.com/office/drawing/2014/main" val="1468661165"/>
                    </a:ext>
                  </a:extLst>
                </a:gridCol>
                <a:gridCol w="1391478">
                  <a:extLst>
                    <a:ext uri="{9D8B030D-6E8A-4147-A177-3AD203B41FA5}">
                      <a16:colId xmlns:a16="http://schemas.microsoft.com/office/drawing/2014/main" val="46953116"/>
                    </a:ext>
                  </a:extLst>
                </a:gridCol>
                <a:gridCol w="4588419">
                  <a:extLst>
                    <a:ext uri="{9D8B030D-6E8A-4147-A177-3AD203B41FA5}">
                      <a16:colId xmlns:a16="http://schemas.microsoft.com/office/drawing/2014/main" val="3917594789"/>
                    </a:ext>
                  </a:extLst>
                </a:gridCol>
              </a:tblGrid>
              <a:tr h="165784">
                <a:tc rowSpan="2">
                  <a:txBody>
                    <a:bodyPr/>
                    <a:lstStyle/>
                    <a:p>
                      <a:pPr latinLnBrk="1"/>
                      <a:r>
                        <a:rPr lang="ko-KR" altLang="en-US" sz="800" dirty="0"/>
                        <a:t>환불 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무통장입금 환불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2,000 </a:t>
                      </a:r>
                      <a:r>
                        <a:rPr lang="ko-KR" altLang="en-US" sz="800" dirty="0"/>
                        <a:t>원</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vMerge="1">
                  <a:txBody>
                    <a:bodyPr/>
                    <a:lstStyle/>
                    <a:p>
                      <a:pPr latinLnBrk="1"/>
                      <a:r>
                        <a:rPr lang="ko-KR" altLang="en-US" sz="800" dirty="0"/>
                        <a:t>카드종류</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포인트 환불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200 point</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bl>
          </a:graphicData>
        </a:graphic>
      </p:graphicFrame>
      <p:cxnSp>
        <p:nvCxnSpPr>
          <p:cNvPr id="185" name="직선 연결선 184">
            <a:extLst>
              <a:ext uri="{FF2B5EF4-FFF2-40B4-BE49-F238E27FC236}">
                <a16:creationId xmlns:a16="http://schemas.microsoft.com/office/drawing/2014/main" id="{A886ACA5-5083-412F-B195-B1509C2FF283}"/>
              </a:ext>
            </a:extLst>
          </p:cNvPr>
          <p:cNvCxnSpPr>
            <a:cxnSpLocks/>
          </p:cNvCxnSpPr>
          <p:nvPr userDrawn="1"/>
        </p:nvCxnSpPr>
        <p:spPr>
          <a:xfrm>
            <a:off x="1479017" y="15549282"/>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186" name="표 13">
            <a:extLst>
              <a:ext uri="{FF2B5EF4-FFF2-40B4-BE49-F238E27FC236}">
                <a16:creationId xmlns:a16="http://schemas.microsoft.com/office/drawing/2014/main" id="{E771B1B5-1F4F-409E-81C7-1A1310881FB1}"/>
              </a:ext>
            </a:extLst>
          </p:cNvPr>
          <p:cNvGraphicFramePr>
            <a:graphicFrameLocks noGrp="1"/>
          </p:cNvGraphicFramePr>
          <p:nvPr userDrawn="1">
            <p:extLst>
              <p:ext uri="{D42A27DB-BD31-4B8C-83A1-F6EECF244321}">
                <p14:modId xmlns:p14="http://schemas.microsoft.com/office/powerpoint/2010/main" val="4143360250"/>
              </p:ext>
            </p:extLst>
          </p:nvPr>
        </p:nvGraphicFramePr>
        <p:xfrm>
          <a:off x="1490060" y="15907171"/>
          <a:ext cx="7317158" cy="853440"/>
        </p:xfrm>
        <a:graphic>
          <a:graphicData uri="http://schemas.openxmlformats.org/drawingml/2006/table">
            <a:tbl>
              <a:tblPr firstRow="1" bandRow="1">
                <a:tableStyleId>{5940675A-B579-460E-94D1-54222C63F5DA}</a:tableStyleId>
              </a:tblPr>
              <a:tblGrid>
                <a:gridCol w="813636">
                  <a:extLst>
                    <a:ext uri="{9D8B030D-6E8A-4147-A177-3AD203B41FA5}">
                      <a16:colId xmlns:a16="http://schemas.microsoft.com/office/drawing/2014/main" val="2416159356"/>
                    </a:ext>
                  </a:extLst>
                </a:gridCol>
                <a:gridCol w="2517886">
                  <a:extLst>
                    <a:ext uri="{9D8B030D-6E8A-4147-A177-3AD203B41FA5}">
                      <a16:colId xmlns:a16="http://schemas.microsoft.com/office/drawing/2014/main" val="4215256312"/>
                    </a:ext>
                  </a:extLst>
                </a:gridCol>
                <a:gridCol w="2329732">
                  <a:extLst>
                    <a:ext uri="{9D8B030D-6E8A-4147-A177-3AD203B41FA5}">
                      <a16:colId xmlns:a16="http://schemas.microsoft.com/office/drawing/2014/main" val="2417053123"/>
                    </a:ext>
                  </a:extLst>
                </a:gridCol>
                <a:gridCol w="1430793">
                  <a:extLst>
                    <a:ext uri="{9D8B030D-6E8A-4147-A177-3AD203B41FA5}">
                      <a16:colId xmlns:a16="http://schemas.microsoft.com/office/drawing/2014/main" val="739747790"/>
                    </a:ext>
                  </a:extLst>
                </a:gridCol>
                <a:gridCol w="225111">
                  <a:extLst>
                    <a:ext uri="{9D8B030D-6E8A-4147-A177-3AD203B41FA5}">
                      <a16:colId xmlns:a16="http://schemas.microsoft.com/office/drawing/2014/main" val="3960621706"/>
                    </a:ext>
                  </a:extLst>
                </a:gridCol>
              </a:tblGrid>
              <a:tr h="0">
                <a:tc gridSpan="5">
                  <a:txBody>
                    <a:bodyPr/>
                    <a:lstStyle/>
                    <a:p>
                      <a:pPr latinLnBrk="1"/>
                      <a:r>
                        <a:rPr lang="ko-KR" altLang="en-US" sz="800" b="1" dirty="0">
                          <a:solidFill>
                            <a:schemeClr val="bg1">
                              <a:lumMod val="65000"/>
                            </a:schemeClr>
                          </a:solidFill>
                        </a:rPr>
                        <a:t>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lnL w="3175" cap="flat" cmpd="sng" algn="ctr">
                      <a:solidFill>
                        <a:schemeClr val="tx1">
                          <a:lumMod val="65000"/>
                          <a:lumOff val="35000"/>
                        </a:schemeClr>
                      </a:solidFill>
                      <a:prstDash val="solid"/>
                      <a:round/>
                      <a:headEnd type="none" w="med" len="med"/>
                      <a:tailEnd type="none" w="med" len="med"/>
                    </a:ln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교환완료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l" latinLnBrk="1"/>
                      <a:endParaRPr lang="en-US" altLang="ko-KR" sz="900" dirty="0"/>
                    </a:p>
                    <a:p>
                      <a:pPr algn="l" latinLnBrk="1"/>
                      <a:r>
                        <a:rPr lang="ko-KR" altLang="en-US" sz="900" dirty="0"/>
                        <a:t>주문번호</a:t>
                      </a:r>
                      <a:r>
                        <a:rPr lang="en-US" altLang="ko-KR" sz="900" dirty="0"/>
                        <a:t>:</a:t>
                      </a:r>
                      <a:r>
                        <a:rPr lang="ko-KR" altLang="en-US" sz="900" dirty="0"/>
                        <a:t> </a:t>
                      </a:r>
                      <a:r>
                        <a:rPr lang="en-US" altLang="ko-KR" sz="900" dirty="0"/>
                        <a:t>Me9-00929111</a:t>
                      </a:r>
                    </a:p>
                    <a:p>
                      <a:pPr algn="l" latinLnBrk="1"/>
                      <a:r>
                        <a:rPr lang="ko-KR" altLang="en-US" sz="900" b="1" dirty="0">
                          <a:solidFill>
                            <a:srgbClr val="FF0000"/>
                          </a:solidFill>
                        </a:rPr>
                        <a:t>  → </a:t>
                      </a:r>
                      <a:r>
                        <a:rPr lang="ko-KR" altLang="en-US" sz="900" dirty="0"/>
                        <a:t>교환 주문번호</a:t>
                      </a:r>
                      <a:r>
                        <a:rPr lang="en-US" altLang="ko-KR" sz="900" dirty="0"/>
                        <a:t>:</a:t>
                      </a:r>
                      <a:r>
                        <a:rPr lang="ko-KR" altLang="en-US" sz="900" dirty="0"/>
                        <a:t> </a:t>
                      </a:r>
                      <a:r>
                        <a:rPr lang="en-US" altLang="ko-KR" sz="900" dirty="0"/>
                        <a:t>Me9-RE-00929111</a:t>
                      </a:r>
                      <a:endParaRPr lang="ko-KR" altLang="en-US" sz="900" b="1" dirty="0">
                        <a:solidFill>
                          <a:srgbClr val="FF0000"/>
                        </a:solidFill>
                      </a:endParaRPr>
                    </a:p>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34933101"/>
                  </a:ext>
                </a:extLst>
              </a:tr>
            </a:tbl>
          </a:graphicData>
        </a:graphic>
      </p:graphicFrame>
      <p:grpSp>
        <p:nvGrpSpPr>
          <p:cNvPr id="187" name="그룹 186">
            <a:extLst>
              <a:ext uri="{FF2B5EF4-FFF2-40B4-BE49-F238E27FC236}">
                <a16:creationId xmlns:a16="http://schemas.microsoft.com/office/drawing/2014/main" id="{1889D06C-A4B9-48AF-B045-25BC779E35C3}"/>
              </a:ext>
            </a:extLst>
          </p:cNvPr>
          <p:cNvGrpSpPr/>
          <p:nvPr userDrawn="1"/>
        </p:nvGrpSpPr>
        <p:grpSpPr>
          <a:xfrm>
            <a:off x="2428577" y="16220645"/>
            <a:ext cx="689346" cy="440906"/>
            <a:chOff x="2843808" y="1955121"/>
            <a:chExt cx="1674813" cy="596970"/>
          </a:xfrm>
          <a:solidFill>
            <a:schemeClr val="bg1">
              <a:lumMod val="95000"/>
            </a:schemeClr>
          </a:solidFill>
        </p:grpSpPr>
        <p:sp>
          <p:nvSpPr>
            <p:cNvPr id="188" name="Border">
              <a:extLst>
                <a:ext uri="{FF2B5EF4-FFF2-40B4-BE49-F238E27FC236}">
                  <a16:creationId xmlns:a16="http://schemas.microsoft.com/office/drawing/2014/main" id="{FD453337-EAC1-4BCA-ABAE-BAE1C971F80E}"/>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9" name="Line 2">
              <a:extLst>
                <a:ext uri="{FF2B5EF4-FFF2-40B4-BE49-F238E27FC236}">
                  <a16:creationId xmlns:a16="http://schemas.microsoft.com/office/drawing/2014/main" id="{134F7E67-0C73-4E93-816D-0CE44A500A08}"/>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0" name="Line 1">
              <a:extLst>
                <a:ext uri="{FF2B5EF4-FFF2-40B4-BE49-F238E27FC236}">
                  <a16:creationId xmlns:a16="http://schemas.microsoft.com/office/drawing/2014/main" id="{529C217D-A0A3-4D0E-BE83-4CE6991B0EE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1" name="TextBox 190">
              <a:extLst>
                <a:ext uri="{FF2B5EF4-FFF2-40B4-BE49-F238E27FC236}">
                  <a16:creationId xmlns:a16="http://schemas.microsoft.com/office/drawing/2014/main" id="{76DDC8FF-DF3A-417E-B2B3-2CFE671DCFB3}"/>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92" name="직사각형 191">
            <a:extLst>
              <a:ext uri="{FF2B5EF4-FFF2-40B4-BE49-F238E27FC236}">
                <a16:creationId xmlns:a16="http://schemas.microsoft.com/office/drawing/2014/main" id="{3A1D5D71-747C-4094-A393-CA158589BF9B}"/>
              </a:ext>
            </a:extLst>
          </p:cNvPr>
          <p:cNvSpPr/>
          <p:nvPr userDrawn="1"/>
        </p:nvSpPr>
        <p:spPr>
          <a:xfrm>
            <a:off x="3139006" y="16220645"/>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93" name="TextBox 192">
            <a:extLst>
              <a:ext uri="{FF2B5EF4-FFF2-40B4-BE49-F238E27FC236}">
                <a16:creationId xmlns:a16="http://schemas.microsoft.com/office/drawing/2014/main" id="{602EADAB-3EDB-4251-B59A-9D1A004DAC71}"/>
              </a:ext>
            </a:extLst>
          </p:cNvPr>
          <p:cNvSpPr txBox="1"/>
          <p:nvPr userDrawn="1"/>
        </p:nvSpPr>
        <p:spPr>
          <a:xfrm>
            <a:off x="1498453" y="15631696"/>
            <a:ext cx="631904" cy="215444"/>
          </a:xfrm>
          <a:prstGeom prst="rect">
            <a:avLst/>
          </a:prstGeom>
          <a:noFill/>
        </p:spPr>
        <p:txBody>
          <a:bodyPr wrap="none" rtlCol="0">
            <a:spAutoFit/>
          </a:bodyPr>
          <a:lstStyle/>
          <a:p>
            <a:r>
              <a:rPr lang="ko-KR" altLang="en-US" sz="800" dirty="0"/>
              <a:t>교환 상품</a:t>
            </a:r>
          </a:p>
        </p:txBody>
      </p:sp>
      <p:sp>
        <p:nvSpPr>
          <p:cNvPr id="194" name="TextBox 193">
            <a:extLst>
              <a:ext uri="{FF2B5EF4-FFF2-40B4-BE49-F238E27FC236}">
                <a16:creationId xmlns:a16="http://schemas.microsoft.com/office/drawing/2014/main" id="{EBF37350-8BAD-49C9-9B0B-59FF660921AE}"/>
              </a:ext>
            </a:extLst>
          </p:cNvPr>
          <p:cNvSpPr txBox="1"/>
          <p:nvPr userDrawn="1"/>
        </p:nvSpPr>
        <p:spPr>
          <a:xfrm>
            <a:off x="7036298" y="16798318"/>
            <a:ext cx="1848038" cy="215444"/>
          </a:xfrm>
          <a:prstGeom prst="rect">
            <a:avLst/>
          </a:prstGeom>
          <a:noFill/>
        </p:spPr>
        <p:txBody>
          <a:bodyPr wrap="square" rtlCol="0">
            <a:spAutoFit/>
          </a:bodyPr>
          <a:lstStyle/>
          <a:p>
            <a:r>
              <a:rPr lang="en-US" altLang="ko-KR" sz="800" dirty="0"/>
              <a:t>                        ( </a:t>
            </a:r>
            <a:r>
              <a:rPr lang="ko-KR" altLang="en-US" sz="800" dirty="0"/>
              <a:t>배송비 </a:t>
            </a:r>
            <a:r>
              <a:rPr lang="en-US" altLang="ko-KR" sz="800" dirty="0"/>
              <a:t>) </a:t>
            </a:r>
            <a:r>
              <a:rPr lang="ko-KR" altLang="en-US" sz="800" dirty="0"/>
              <a:t>무료</a:t>
            </a:r>
          </a:p>
        </p:txBody>
      </p:sp>
      <p:graphicFrame>
        <p:nvGraphicFramePr>
          <p:cNvPr id="195" name="표 194">
            <a:extLst>
              <a:ext uri="{FF2B5EF4-FFF2-40B4-BE49-F238E27FC236}">
                <a16:creationId xmlns:a16="http://schemas.microsoft.com/office/drawing/2014/main" id="{34D0CDF4-8E9D-42BC-92A6-5B440BEDEEE2}"/>
              </a:ext>
            </a:extLst>
          </p:cNvPr>
          <p:cNvGraphicFramePr>
            <a:graphicFrameLocks noGrp="1"/>
          </p:cNvGraphicFramePr>
          <p:nvPr userDrawn="1">
            <p:extLst>
              <p:ext uri="{D42A27DB-BD31-4B8C-83A1-F6EECF244321}">
                <p14:modId xmlns:p14="http://schemas.microsoft.com/office/powerpoint/2010/main" val="400242081"/>
              </p:ext>
            </p:extLst>
          </p:nvPr>
        </p:nvGraphicFramePr>
        <p:xfrm>
          <a:off x="1487410" y="17080642"/>
          <a:ext cx="7306807" cy="213360"/>
        </p:xfrm>
        <a:graphic>
          <a:graphicData uri="http://schemas.openxmlformats.org/drawingml/2006/table">
            <a:tbl>
              <a:tblPr firstRow="1" bandRow="1">
                <a:tableStyleId>{5940675A-B579-460E-94D1-54222C63F5DA}</a:tableStyleId>
              </a:tblPr>
              <a:tblGrid>
                <a:gridCol w="1326910">
                  <a:extLst>
                    <a:ext uri="{9D8B030D-6E8A-4147-A177-3AD203B41FA5}">
                      <a16:colId xmlns:a16="http://schemas.microsoft.com/office/drawing/2014/main" val="1468661165"/>
                    </a:ext>
                  </a:extLst>
                </a:gridCol>
                <a:gridCol w="5979897">
                  <a:extLst>
                    <a:ext uri="{9D8B030D-6E8A-4147-A177-3AD203B41FA5}">
                      <a16:colId xmlns:a16="http://schemas.microsoft.com/office/drawing/2014/main" val="3917594789"/>
                    </a:ext>
                  </a:extLst>
                </a:gridCol>
              </a:tblGrid>
              <a:tr h="165784">
                <a:tc>
                  <a:txBody>
                    <a:bodyPr/>
                    <a:lstStyle/>
                    <a:p>
                      <a:pPr latinLnBrk="1"/>
                      <a:r>
                        <a:rPr lang="ko-KR" altLang="en-US" sz="800" dirty="0"/>
                        <a:t>교환 사유</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다른 상품이 배송되었습니다</a:t>
                      </a:r>
                      <a:r>
                        <a:rPr lang="en-US" altLang="ko-KR" sz="800" dirty="0"/>
                        <a:t>.</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bl>
          </a:graphicData>
        </a:graphic>
      </p:graphicFrame>
      <p:graphicFrame>
        <p:nvGraphicFramePr>
          <p:cNvPr id="196" name="표 195">
            <a:extLst>
              <a:ext uri="{FF2B5EF4-FFF2-40B4-BE49-F238E27FC236}">
                <a16:creationId xmlns:a16="http://schemas.microsoft.com/office/drawing/2014/main" id="{D0BF4353-84C4-4FB1-818D-6607BC6F41D3}"/>
              </a:ext>
            </a:extLst>
          </p:cNvPr>
          <p:cNvGraphicFramePr>
            <a:graphicFrameLocks noGrp="1"/>
          </p:cNvGraphicFramePr>
          <p:nvPr userDrawn="1">
            <p:extLst>
              <p:ext uri="{D42A27DB-BD31-4B8C-83A1-F6EECF244321}">
                <p14:modId xmlns:p14="http://schemas.microsoft.com/office/powerpoint/2010/main" val="2911768631"/>
              </p:ext>
            </p:extLst>
          </p:nvPr>
        </p:nvGraphicFramePr>
        <p:xfrm>
          <a:off x="1487410" y="17339331"/>
          <a:ext cx="7306807" cy="426720"/>
        </p:xfrm>
        <a:graphic>
          <a:graphicData uri="http://schemas.openxmlformats.org/drawingml/2006/table">
            <a:tbl>
              <a:tblPr firstRow="1" bandRow="1">
                <a:tableStyleId>{5940675A-B579-460E-94D1-54222C63F5DA}</a:tableStyleId>
              </a:tblPr>
              <a:tblGrid>
                <a:gridCol w="1326910">
                  <a:extLst>
                    <a:ext uri="{9D8B030D-6E8A-4147-A177-3AD203B41FA5}">
                      <a16:colId xmlns:a16="http://schemas.microsoft.com/office/drawing/2014/main" val="1468661165"/>
                    </a:ext>
                  </a:extLst>
                </a:gridCol>
                <a:gridCol w="1391478">
                  <a:extLst>
                    <a:ext uri="{9D8B030D-6E8A-4147-A177-3AD203B41FA5}">
                      <a16:colId xmlns:a16="http://schemas.microsoft.com/office/drawing/2014/main" val="46953116"/>
                    </a:ext>
                  </a:extLst>
                </a:gridCol>
                <a:gridCol w="4588419">
                  <a:extLst>
                    <a:ext uri="{9D8B030D-6E8A-4147-A177-3AD203B41FA5}">
                      <a16:colId xmlns:a16="http://schemas.microsoft.com/office/drawing/2014/main" val="3917594789"/>
                    </a:ext>
                  </a:extLst>
                </a:gridCol>
              </a:tblGrid>
              <a:tr h="165784">
                <a:tc rowSpan="2">
                  <a:txBody>
                    <a:bodyPr/>
                    <a:lstStyle/>
                    <a:p>
                      <a:pPr latinLnBrk="1"/>
                      <a:r>
                        <a:rPr lang="ko-KR" altLang="en-US" sz="800" dirty="0"/>
                        <a:t>환불 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err="1"/>
                        <a:t>택배비</a:t>
                      </a:r>
                      <a:r>
                        <a:rPr lang="ko-KR" altLang="en-US" sz="800" dirty="0"/>
                        <a:t> </a:t>
                      </a:r>
                      <a:r>
                        <a:rPr lang="en-US" altLang="ko-KR" sz="800" dirty="0"/>
                        <a:t>(</a:t>
                      </a:r>
                      <a:r>
                        <a:rPr lang="ko-KR" altLang="en-US" sz="800" dirty="0"/>
                        <a:t>착불</a:t>
                      </a:r>
                      <a:r>
                        <a:rPr lang="en-US" altLang="ko-KR" sz="800" dirty="0"/>
                        <a:t>)</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2,500 </a:t>
                      </a:r>
                      <a:r>
                        <a:rPr lang="ko-KR" altLang="en-US" sz="800" dirty="0"/>
                        <a:t>원</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vMerge="1">
                  <a:txBody>
                    <a:bodyPr/>
                    <a:lstStyle/>
                    <a:p>
                      <a:pPr latinLnBrk="1"/>
                      <a:r>
                        <a:rPr lang="ko-KR" altLang="en-US" sz="800" dirty="0"/>
                        <a:t>카드종류</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포인트 환불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200 point</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bl>
          </a:graphicData>
        </a:graphic>
      </p:graphicFrame>
      <p:sp>
        <p:nvSpPr>
          <p:cNvPr id="198" name="직사각형 197">
            <a:extLst>
              <a:ext uri="{FF2B5EF4-FFF2-40B4-BE49-F238E27FC236}">
                <a16:creationId xmlns:a16="http://schemas.microsoft.com/office/drawing/2014/main" id="{0C530832-A72F-4FCC-8006-B10FA8CE8FE7}"/>
              </a:ext>
            </a:extLst>
          </p:cNvPr>
          <p:cNvSpPr/>
          <p:nvPr userDrawn="1"/>
        </p:nvSpPr>
        <p:spPr>
          <a:xfrm>
            <a:off x="4676341" y="18081829"/>
            <a:ext cx="920552" cy="297955"/>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주문목록</a:t>
            </a:r>
            <a:endParaRPr lang="en-US" altLang="ko-KR" sz="800" dirty="0">
              <a:solidFill>
                <a:schemeClr val="bg1"/>
              </a:solidFill>
            </a:endParaRPr>
          </a:p>
        </p:txBody>
      </p:sp>
    </p:spTree>
    <p:extLst>
      <p:ext uri="{BB962C8B-B14F-4D97-AF65-F5344CB8AC3E}">
        <p14:creationId xmlns:p14="http://schemas.microsoft.com/office/powerpoint/2010/main" val="2124513560"/>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발주관리 목록">
    <p:spTree>
      <p:nvGrpSpPr>
        <p:cNvPr id="1" name=""/>
        <p:cNvGrpSpPr/>
        <p:nvPr/>
      </p:nvGrpSpPr>
      <p:grpSpPr>
        <a:xfrm>
          <a:off x="0" y="0"/>
          <a:ext cx="0" cy="0"/>
          <a:chOff x="0" y="0"/>
          <a:chExt cx="0" cy="0"/>
        </a:xfrm>
      </p:grpSpPr>
      <p:sp>
        <p:nvSpPr>
          <p:cNvPr id="248" name="직사각형 247">
            <a:extLst>
              <a:ext uri="{FF2B5EF4-FFF2-40B4-BE49-F238E27FC236}">
                <a16:creationId xmlns:a16="http://schemas.microsoft.com/office/drawing/2014/main" id="{12079026-FA9E-436C-931C-214A3D48F2C8}"/>
              </a:ext>
            </a:extLst>
          </p:cNvPr>
          <p:cNvSpPr/>
          <p:nvPr userDrawn="1"/>
        </p:nvSpPr>
        <p:spPr>
          <a:xfrm>
            <a:off x="66533" y="40343"/>
            <a:ext cx="10033092" cy="7547059"/>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59" name="직사각형 258">
            <a:extLst>
              <a:ext uri="{FF2B5EF4-FFF2-40B4-BE49-F238E27FC236}">
                <a16:creationId xmlns:a16="http://schemas.microsoft.com/office/drawing/2014/main" id="{ABDB8C1E-1A0C-4D4D-A51F-2B15690CD4B6}"/>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3" name="직사각형 102">
            <a:extLst>
              <a:ext uri="{FF2B5EF4-FFF2-40B4-BE49-F238E27FC236}">
                <a16:creationId xmlns:a16="http://schemas.microsoft.com/office/drawing/2014/main" id="{BC4741FD-BE26-469D-9E98-2A6AEAB85430}"/>
              </a:ext>
            </a:extLst>
          </p:cNvPr>
          <p:cNvSpPr/>
          <p:nvPr userDrawn="1"/>
        </p:nvSpPr>
        <p:spPr>
          <a:xfrm>
            <a:off x="66534" y="40343"/>
            <a:ext cx="10033092" cy="39509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4" name="그룹 103">
            <a:extLst>
              <a:ext uri="{FF2B5EF4-FFF2-40B4-BE49-F238E27FC236}">
                <a16:creationId xmlns:a16="http://schemas.microsoft.com/office/drawing/2014/main" id="{9F33DD3B-E5CF-4B08-A082-1BB49C2924D0}"/>
              </a:ext>
            </a:extLst>
          </p:cNvPr>
          <p:cNvGrpSpPr/>
          <p:nvPr userDrawn="1"/>
        </p:nvGrpSpPr>
        <p:grpSpPr>
          <a:xfrm>
            <a:off x="144066" y="100546"/>
            <a:ext cx="1148071" cy="273280"/>
            <a:chOff x="2843808" y="1955121"/>
            <a:chExt cx="1674813" cy="596970"/>
          </a:xfrm>
          <a:solidFill>
            <a:schemeClr val="bg1">
              <a:lumMod val="95000"/>
            </a:schemeClr>
          </a:solidFill>
        </p:grpSpPr>
        <p:sp>
          <p:nvSpPr>
            <p:cNvPr id="108" name="Border">
              <a:extLst>
                <a:ext uri="{FF2B5EF4-FFF2-40B4-BE49-F238E27FC236}">
                  <a16:creationId xmlns:a16="http://schemas.microsoft.com/office/drawing/2014/main" id="{6EB588F0-A7D9-4E73-AE9D-0159B68B9600}"/>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1" name="Line 2">
              <a:extLst>
                <a:ext uri="{FF2B5EF4-FFF2-40B4-BE49-F238E27FC236}">
                  <a16:creationId xmlns:a16="http://schemas.microsoft.com/office/drawing/2014/main" id="{7F13636F-684C-4E08-A8BC-131DAE4D8BE7}"/>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2" name="Line 1">
              <a:extLst>
                <a:ext uri="{FF2B5EF4-FFF2-40B4-BE49-F238E27FC236}">
                  <a16:creationId xmlns:a16="http://schemas.microsoft.com/office/drawing/2014/main" id="{6AE29D99-6CEF-4D95-8989-5312613B607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3" name="TextBox 112">
              <a:extLst>
                <a:ext uri="{FF2B5EF4-FFF2-40B4-BE49-F238E27FC236}">
                  <a16:creationId xmlns:a16="http://schemas.microsoft.com/office/drawing/2014/main" id="{1E460DEE-1FC1-4D67-94DD-23B53F4EF4B4}"/>
                </a:ext>
              </a:extLst>
            </p:cNvPr>
            <p:cNvSpPr txBox="1"/>
            <p:nvPr/>
          </p:nvSpPr>
          <p:spPr>
            <a:xfrm>
              <a:off x="3335780" y="2018289"/>
              <a:ext cx="690867" cy="470629"/>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14" name="직사각형 113">
            <a:extLst>
              <a:ext uri="{FF2B5EF4-FFF2-40B4-BE49-F238E27FC236}">
                <a16:creationId xmlns:a16="http://schemas.microsoft.com/office/drawing/2014/main" id="{E62D2F66-51D1-42E9-B1F6-656867E5316B}"/>
              </a:ext>
            </a:extLst>
          </p:cNvPr>
          <p:cNvSpPr/>
          <p:nvPr userDrawn="1"/>
        </p:nvSpPr>
        <p:spPr>
          <a:xfrm>
            <a:off x="7132857" y="110580"/>
            <a:ext cx="2933097" cy="253211"/>
          </a:xfrm>
          <a:prstGeom prst="rect">
            <a:avLst/>
          </a:prstGeom>
        </p:spPr>
        <p:txBody>
          <a:bodyPr wrap="square">
            <a:spAutoFit/>
          </a:bodyPr>
          <a:lstStyle/>
          <a:p>
            <a:pPr algn="r">
              <a:lnSpc>
                <a:spcPct val="150000"/>
              </a:lnSpc>
            </a:pPr>
            <a:r>
              <a:rPr lang="en-US" altLang="ko-KR" sz="800" dirty="0">
                <a:solidFill>
                  <a:schemeClr val="bg1">
                    <a:lumMod val="75000"/>
                  </a:schemeClr>
                </a:solidFill>
                <a:latin typeface="+mj-ea"/>
                <a:ea typeface="+mj-ea"/>
              </a:rPr>
              <a:t> </a:t>
            </a:r>
            <a:r>
              <a:rPr lang="en-US" altLang="ko-KR" sz="800" b="1" dirty="0">
                <a:solidFill>
                  <a:schemeClr val="tx1"/>
                </a:solidFill>
                <a:latin typeface="+mj-ea"/>
                <a:ea typeface="+mj-ea"/>
              </a:rPr>
              <a:t>[ </a:t>
            </a:r>
            <a:r>
              <a:rPr lang="ko-KR" altLang="en-US" sz="800" b="1" dirty="0">
                <a:solidFill>
                  <a:schemeClr val="tx1"/>
                </a:solidFill>
                <a:latin typeface="+mj-ea"/>
                <a:ea typeface="+mj-ea"/>
              </a:rPr>
              <a:t>회원사 명 </a:t>
            </a:r>
            <a:r>
              <a:rPr lang="en-US" altLang="ko-KR" sz="800" b="1" dirty="0">
                <a:solidFill>
                  <a:schemeClr val="tx1"/>
                </a:solidFill>
                <a:latin typeface="+mj-ea"/>
                <a:ea typeface="+mj-ea"/>
              </a:rPr>
              <a:t>]  </a:t>
            </a:r>
            <a:r>
              <a:rPr lang="ko-KR" altLang="en-US" sz="800" b="1" dirty="0">
                <a:solidFill>
                  <a:schemeClr val="tx1"/>
                </a:solidFill>
                <a:latin typeface="+mj-ea"/>
                <a:ea typeface="+mj-ea"/>
              </a:rPr>
              <a:t>발주담당자</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sp>
        <p:nvSpPr>
          <p:cNvPr id="115" name="사각형: 둥근 모서리 114">
            <a:extLst>
              <a:ext uri="{FF2B5EF4-FFF2-40B4-BE49-F238E27FC236}">
                <a16:creationId xmlns:a16="http://schemas.microsoft.com/office/drawing/2014/main" id="{476DF759-C1DB-46A6-9EA2-3EAD1ADD1CE5}"/>
              </a:ext>
            </a:extLst>
          </p:cNvPr>
          <p:cNvSpPr/>
          <p:nvPr userDrawn="1"/>
        </p:nvSpPr>
        <p:spPr>
          <a:xfrm>
            <a:off x="1501672" y="176976"/>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발주관리</a:t>
            </a:r>
          </a:p>
        </p:txBody>
      </p:sp>
      <p:sp>
        <p:nvSpPr>
          <p:cNvPr id="118" name="사각형: 둥근 모서리 117">
            <a:extLst>
              <a:ext uri="{FF2B5EF4-FFF2-40B4-BE49-F238E27FC236}">
                <a16:creationId xmlns:a16="http://schemas.microsoft.com/office/drawing/2014/main" id="{D5B4B03F-0E22-44ED-8E72-5AD8189FE39C}"/>
              </a:ext>
            </a:extLst>
          </p:cNvPr>
          <p:cNvSpPr/>
          <p:nvPr userDrawn="1"/>
        </p:nvSpPr>
        <p:spPr>
          <a:xfrm>
            <a:off x="2321387" y="176976"/>
            <a:ext cx="888569"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발주소통메모</a:t>
            </a:r>
          </a:p>
        </p:txBody>
      </p:sp>
      <p:sp>
        <p:nvSpPr>
          <p:cNvPr id="119" name="웃는 얼굴 118">
            <a:extLst>
              <a:ext uri="{FF2B5EF4-FFF2-40B4-BE49-F238E27FC236}">
                <a16:creationId xmlns:a16="http://schemas.microsoft.com/office/drawing/2014/main" id="{ACB6D984-CBFB-4FA8-9F2A-8D1F1CAC6D76}"/>
              </a:ext>
            </a:extLst>
          </p:cNvPr>
          <p:cNvSpPr/>
          <p:nvPr userDrawn="1"/>
        </p:nvSpPr>
        <p:spPr>
          <a:xfrm>
            <a:off x="1554733" y="213846"/>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4" name="웃는 얼굴 143">
            <a:extLst>
              <a:ext uri="{FF2B5EF4-FFF2-40B4-BE49-F238E27FC236}">
                <a16:creationId xmlns:a16="http://schemas.microsoft.com/office/drawing/2014/main" id="{D2A6ADD7-35F4-4093-84CD-992ED2CBCDA4}"/>
              </a:ext>
            </a:extLst>
          </p:cNvPr>
          <p:cNvSpPr/>
          <p:nvPr userDrawn="1"/>
        </p:nvSpPr>
        <p:spPr>
          <a:xfrm>
            <a:off x="2373502" y="211416"/>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0" name="직사각형 259">
            <a:extLst>
              <a:ext uri="{FF2B5EF4-FFF2-40B4-BE49-F238E27FC236}">
                <a16:creationId xmlns:a16="http://schemas.microsoft.com/office/drawing/2014/main" id="{FCB518BF-DD16-4B2D-8EEE-1E8708E97921}"/>
              </a:ext>
            </a:extLst>
          </p:cNvPr>
          <p:cNvSpPr/>
          <p:nvPr userDrawn="1"/>
        </p:nvSpPr>
        <p:spPr>
          <a:xfrm>
            <a:off x="66533" y="440794"/>
            <a:ext cx="10033092" cy="714660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5" name="TextBox 144">
            <a:extLst>
              <a:ext uri="{FF2B5EF4-FFF2-40B4-BE49-F238E27FC236}">
                <a16:creationId xmlns:a16="http://schemas.microsoft.com/office/drawing/2014/main" id="{D90427E9-37AA-4D7C-819F-320E03DFAF15}"/>
              </a:ext>
            </a:extLst>
          </p:cNvPr>
          <p:cNvSpPr txBox="1"/>
          <p:nvPr userDrawn="1"/>
        </p:nvSpPr>
        <p:spPr>
          <a:xfrm>
            <a:off x="1103586" y="2892963"/>
            <a:ext cx="761547" cy="215444"/>
          </a:xfrm>
          <a:prstGeom prst="rect">
            <a:avLst/>
          </a:prstGeom>
          <a:noFill/>
        </p:spPr>
        <p:txBody>
          <a:bodyPr wrap="square" rtlCol="0">
            <a:spAutoFit/>
          </a:bodyPr>
          <a:lstStyle/>
          <a:p>
            <a:r>
              <a:rPr lang="ko-KR" altLang="en-US" sz="800" dirty="0"/>
              <a:t>총 </a:t>
            </a:r>
            <a:r>
              <a:rPr lang="en-US" altLang="ko-KR" sz="800" dirty="0"/>
              <a:t>00</a:t>
            </a:r>
            <a:r>
              <a:rPr lang="ko-KR" altLang="en-US" sz="800" dirty="0"/>
              <a:t>건</a:t>
            </a:r>
          </a:p>
        </p:txBody>
      </p:sp>
      <p:sp>
        <p:nvSpPr>
          <p:cNvPr id="146" name="직사각형 145">
            <a:extLst>
              <a:ext uri="{FF2B5EF4-FFF2-40B4-BE49-F238E27FC236}">
                <a16:creationId xmlns:a16="http://schemas.microsoft.com/office/drawing/2014/main" id="{ECBBEBC0-2773-40ED-84F9-FB1853FAA5EE}"/>
              </a:ext>
            </a:extLst>
          </p:cNvPr>
          <p:cNvSpPr/>
          <p:nvPr userDrawn="1"/>
        </p:nvSpPr>
        <p:spPr>
          <a:xfrm>
            <a:off x="7844127" y="2426969"/>
            <a:ext cx="1430746"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a:solidFill>
                  <a:schemeClr val="bg1"/>
                </a:solidFill>
              </a:rPr>
              <a:t>EXCEL DOWNLOAD</a:t>
            </a:r>
            <a:endParaRPr lang="en-US" altLang="ko-KR" sz="800" dirty="0">
              <a:solidFill>
                <a:schemeClr val="bg1"/>
              </a:solidFill>
            </a:endParaRPr>
          </a:p>
        </p:txBody>
      </p:sp>
      <p:pic>
        <p:nvPicPr>
          <p:cNvPr id="147" name="Picture 2">
            <a:extLst>
              <a:ext uri="{FF2B5EF4-FFF2-40B4-BE49-F238E27FC236}">
                <a16:creationId xmlns:a16="http://schemas.microsoft.com/office/drawing/2014/main" id="{61473E6C-12C7-44BF-B421-B5F91BC2E546}"/>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205247" y="6158805"/>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48" name="TextBox 147">
            <a:extLst>
              <a:ext uri="{FF2B5EF4-FFF2-40B4-BE49-F238E27FC236}">
                <a16:creationId xmlns:a16="http://schemas.microsoft.com/office/drawing/2014/main" id="{274A801F-887F-459E-9762-D528187EB7D5}"/>
              </a:ext>
            </a:extLst>
          </p:cNvPr>
          <p:cNvSpPr txBox="1"/>
          <p:nvPr userDrawn="1"/>
        </p:nvSpPr>
        <p:spPr>
          <a:xfrm>
            <a:off x="4737231" y="847490"/>
            <a:ext cx="854721" cy="276999"/>
          </a:xfrm>
          <a:prstGeom prst="rect">
            <a:avLst/>
          </a:prstGeom>
          <a:noFill/>
        </p:spPr>
        <p:txBody>
          <a:bodyPr wrap="none" rtlCol="0">
            <a:spAutoFit/>
          </a:bodyPr>
          <a:lstStyle/>
          <a:p>
            <a:r>
              <a:rPr lang="ko-KR" altLang="en-US" sz="1200" b="1" dirty="0"/>
              <a:t>발주 관리</a:t>
            </a:r>
          </a:p>
        </p:txBody>
      </p:sp>
      <p:cxnSp>
        <p:nvCxnSpPr>
          <p:cNvPr id="149" name="직선 연결선 148">
            <a:extLst>
              <a:ext uri="{FF2B5EF4-FFF2-40B4-BE49-F238E27FC236}">
                <a16:creationId xmlns:a16="http://schemas.microsoft.com/office/drawing/2014/main" id="{581A6BD2-D1B5-4B26-8EB7-77E76C3176FE}"/>
              </a:ext>
            </a:extLst>
          </p:cNvPr>
          <p:cNvCxnSpPr>
            <a:cxnSpLocks/>
          </p:cNvCxnSpPr>
          <p:nvPr userDrawn="1"/>
        </p:nvCxnSpPr>
        <p:spPr>
          <a:xfrm>
            <a:off x="1128092" y="1338464"/>
            <a:ext cx="814678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151" name="표 4">
            <a:extLst>
              <a:ext uri="{FF2B5EF4-FFF2-40B4-BE49-F238E27FC236}">
                <a16:creationId xmlns:a16="http://schemas.microsoft.com/office/drawing/2014/main" id="{92B8EDF1-8DBE-4843-B3B0-BF4C0260F032}"/>
              </a:ext>
            </a:extLst>
          </p:cNvPr>
          <p:cNvGraphicFramePr>
            <a:graphicFrameLocks noGrp="1"/>
          </p:cNvGraphicFramePr>
          <p:nvPr userDrawn="1">
            <p:extLst>
              <p:ext uri="{D42A27DB-BD31-4B8C-83A1-F6EECF244321}">
                <p14:modId xmlns:p14="http://schemas.microsoft.com/office/powerpoint/2010/main" val="1953926171"/>
              </p:ext>
            </p:extLst>
          </p:nvPr>
        </p:nvGraphicFramePr>
        <p:xfrm>
          <a:off x="1128091" y="1535154"/>
          <a:ext cx="8146782" cy="306016"/>
        </p:xfrm>
        <a:graphic>
          <a:graphicData uri="http://schemas.openxmlformats.org/drawingml/2006/table">
            <a:tbl>
              <a:tblPr firstRow="1" bandRow="1">
                <a:tableStyleId>{5940675A-B579-460E-94D1-54222C63F5DA}</a:tableStyleId>
              </a:tblPr>
              <a:tblGrid>
                <a:gridCol w="4073391">
                  <a:extLst>
                    <a:ext uri="{9D8B030D-6E8A-4147-A177-3AD203B41FA5}">
                      <a16:colId xmlns:a16="http://schemas.microsoft.com/office/drawing/2014/main" val="3306315618"/>
                    </a:ext>
                  </a:extLst>
                </a:gridCol>
                <a:gridCol w="4073391">
                  <a:extLst>
                    <a:ext uri="{9D8B030D-6E8A-4147-A177-3AD203B41FA5}">
                      <a16:colId xmlns:a16="http://schemas.microsoft.com/office/drawing/2014/main" val="1934738033"/>
                    </a:ext>
                  </a:extLst>
                </a:gridCol>
              </a:tblGrid>
              <a:tr h="306016">
                <a:tc>
                  <a:txBody>
                    <a:bodyPr/>
                    <a:lstStyle/>
                    <a:p>
                      <a:pPr algn="ctr" latinLnBrk="1"/>
                      <a:r>
                        <a:rPr lang="ko-KR" altLang="en-US" sz="1000" b="1" dirty="0">
                          <a:solidFill>
                            <a:schemeClr val="bg1"/>
                          </a:solidFill>
                        </a:rPr>
                        <a:t>발주대기</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1000" b="0" dirty="0">
                          <a:solidFill>
                            <a:schemeClr val="tx1"/>
                          </a:solidFill>
                        </a:rPr>
                        <a:t>발주완료</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25709569"/>
                  </a:ext>
                </a:extLst>
              </a:tr>
            </a:tbl>
          </a:graphicData>
        </a:graphic>
      </p:graphicFrame>
      <p:sp>
        <p:nvSpPr>
          <p:cNvPr id="152" name="직사각형 151">
            <a:extLst>
              <a:ext uri="{FF2B5EF4-FFF2-40B4-BE49-F238E27FC236}">
                <a16:creationId xmlns:a16="http://schemas.microsoft.com/office/drawing/2014/main" id="{16358C6C-13C2-4BF3-AB12-E9A3BB875596}"/>
              </a:ext>
            </a:extLst>
          </p:cNvPr>
          <p:cNvSpPr/>
          <p:nvPr userDrawn="1"/>
        </p:nvSpPr>
        <p:spPr>
          <a:xfrm>
            <a:off x="6200059" y="2020538"/>
            <a:ext cx="2609448"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53" name="TextBox 152">
            <a:extLst>
              <a:ext uri="{FF2B5EF4-FFF2-40B4-BE49-F238E27FC236}">
                <a16:creationId xmlns:a16="http://schemas.microsoft.com/office/drawing/2014/main" id="{BDEBF611-C43C-4E39-A0C7-C8D80E4B9C19}"/>
              </a:ext>
            </a:extLst>
          </p:cNvPr>
          <p:cNvSpPr txBox="1"/>
          <p:nvPr userDrawn="1"/>
        </p:nvSpPr>
        <p:spPr>
          <a:xfrm>
            <a:off x="6229555" y="2076910"/>
            <a:ext cx="595035" cy="215444"/>
          </a:xfrm>
          <a:prstGeom prst="rect">
            <a:avLst/>
          </a:prstGeom>
          <a:noFill/>
        </p:spPr>
        <p:txBody>
          <a:bodyPr wrap="square" rtlCol="0">
            <a:spAutoFit/>
          </a:bodyPr>
          <a:lstStyle/>
          <a:p>
            <a:r>
              <a:rPr lang="ko-KR" altLang="en-US" sz="800" dirty="0"/>
              <a:t>발주기간</a:t>
            </a:r>
          </a:p>
        </p:txBody>
      </p:sp>
      <p:sp>
        <p:nvSpPr>
          <p:cNvPr id="154" name="직사각형 153">
            <a:extLst>
              <a:ext uri="{FF2B5EF4-FFF2-40B4-BE49-F238E27FC236}">
                <a16:creationId xmlns:a16="http://schemas.microsoft.com/office/drawing/2014/main" id="{879BC31D-B6E0-46D5-BFA0-E7A8DFF3CD6C}"/>
              </a:ext>
            </a:extLst>
          </p:cNvPr>
          <p:cNvSpPr/>
          <p:nvPr userDrawn="1"/>
        </p:nvSpPr>
        <p:spPr>
          <a:xfrm>
            <a:off x="6796873" y="2080605"/>
            <a:ext cx="609315"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155" name="그림 154">
            <a:extLst>
              <a:ext uri="{FF2B5EF4-FFF2-40B4-BE49-F238E27FC236}">
                <a16:creationId xmlns:a16="http://schemas.microsoft.com/office/drawing/2014/main" id="{FB65957E-460E-4028-A6E9-C86549EA1B59}"/>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7431590" y="2072674"/>
            <a:ext cx="200163" cy="207177"/>
          </a:xfrm>
          <a:prstGeom prst="rect">
            <a:avLst/>
          </a:prstGeom>
          <a:ln w="6350">
            <a:noFill/>
          </a:ln>
        </p:spPr>
      </p:pic>
      <p:sp>
        <p:nvSpPr>
          <p:cNvPr id="156" name="TextBox 155">
            <a:extLst>
              <a:ext uri="{FF2B5EF4-FFF2-40B4-BE49-F238E27FC236}">
                <a16:creationId xmlns:a16="http://schemas.microsoft.com/office/drawing/2014/main" id="{B3F07695-D453-492C-81E2-6561BA128DC1}"/>
              </a:ext>
            </a:extLst>
          </p:cNvPr>
          <p:cNvSpPr txBox="1"/>
          <p:nvPr userDrawn="1"/>
        </p:nvSpPr>
        <p:spPr>
          <a:xfrm>
            <a:off x="7579311" y="2057408"/>
            <a:ext cx="264816" cy="230832"/>
          </a:xfrm>
          <a:prstGeom prst="rect">
            <a:avLst/>
          </a:prstGeom>
          <a:noFill/>
        </p:spPr>
        <p:txBody>
          <a:bodyPr wrap="square" rtlCol="0">
            <a:spAutoFit/>
          </a:bodyPr>
          <a:lstStyle/>
          <a:p>
            <a:r>
              <a:rPr lang="en-US" altLang="ko-KR" sz="900" dirty="0"/>
              <a:t>~</a:t>
            </a:r>
            <a:endParaRPr lang="ko-KR" altLang="en-US" sz="900" dirty="0"/>
          </a:p>
        </p:txBody>
      </p:sp>
      <p:sp>
        <p:nvSpPr>
          <p:cNvPr id="157" name="직사각형 156">
            <a:extLst>
              <a:ext uri="{FF2B5EF4-FFF2-40B4-BE49-F238E27FC236}">
                <a16:creationId xmlns:a16="http://schemas.microsoft.com/office/drawing/2014/main" id="{35F7C6E3-3C36-4381-8DAD-C62A1CA5C6AB}"/>
              </a:ext>
            </a:extLst>
          </p:cNvPr>
          <p:cNvSpPr/>
          <p:nvPr userDrawn="1"/>
        </p:nvSpPr>
        <p:spPr>
          <a:xfrm>
            <a:off x="7805661" y="2080605"/>
            <a:ext cx="606992"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158" name="그림 157">
            <a:extLst>
              <a:ext uri="{FF2B5EF4-FFF2-40B4-BE49-F238E27FC236}">
                <a16:creationId xmlns:a16="http://schemas.microsoft.com/office/drawing/2014/main" id="{AA1A9516-53BF-47FD-84AE-9926AB12868A}"/>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8440377" y="2072674"/>
            <a:ext cx="200163" cy="207177"/>
          </a:xfrm>
          <a:prstGeom prst="rect">
            <a:avLst/>
          </a:prstGeom>
          <a:ln w="6350">
            <a:noFill/>
          </a:ln>
        </p:spPr>
      </p:pic>
      <p:sp>
        <p:nvSpPr>
          <p:cNvPr id="159" name="직사각형 158">
            <a:extLst>
              <a:ext uri="{FF2B5EF4-FFF2-40B4-BE49-F238E27FC236}">
                <a16:creationId xmlns:a16="http://schemas.microsoft.com/office/drawing/2014/main" id="{CBE266F3-F644-4876-A0CE-21B0408D19C3}"/>
              </a:ext>
            </a:extLst>
          </p:cNvPr>
          <p:cNvSpPr/>
          <p:nvPr userDrawn="1"/>
        </p:nvSpPr>
        <p:spPr>
          <a:xfrm>
            <a:off x="8809507" y="2020539"/>
            <a:ext cx="453540" cy="32428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조회</a:t>
            </a:r>
          </a:p>
        </p:txBody>
      </p:sp>
      <p:cxnSp>
        <p:nvCxnSpPr>
          <p:cNvPr id="160" name="직선 연결선 159">
            <a:extLst>
              <a:ext uri="{FF2B5EF4-FFF2-40B4-BE49-F238E27FC236}">
                <a16:creationId xmlns:a16="http://schemas.microsoft.com/office/drawing/2014/main" id="{955037D1-FAF8-409C-814B-744A27155F6D}"/>
              </a:ext>
            </a:extLst>
          </p:cNvPr>
          <p:cNvCxnSpPr>
            <a:cxnSpLocks/>
          </p:cNvCxnSpPr>
          <p:nvPr userDrawn="1"/>
        </p:nvCxnSpPr>
        <p:spPr>
          <a:xfrm>
            <a:off x="1126681" y="2750254"/>
            <a:ext cx="8117956" cy="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161" name="직사각형 160">
            <a:extLst>
              <a:ext uri="{FF2B5EF4-FFF2-40B4-BE49-F238E27FC236}">
                <a16:creationId xmlns:a16="http://schemas.microsoft.com/office/drawing/2014/main" id="{811829E5-D294-42A7-9CEA-6E170718D29F}"/>
              </a:ext>
            </a:extLst>
          </p:cNvPr>
          <p:cNvSpPr/>
          <p:nvPr userDrawn="1"/>
        </p:nvSpPr>
        <p:spPr>
          <a:xfrm>
            <a:off x="1126681" y="2020538"/>
            <a:ext cx="1014763" cy="31691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발주상태 전체  ▼</a:t>
            </a:r>
            <a:endParaRPr lang="en-US" altLang="ko-KR" sz="800" dirty="0">
              <a:solidFill>
                <a:schemeClr val="tx1">
                  <a:lumMod val="50000"/>
                  <a:lumOff val="50000"/>
                </a:schemeClr>
              </a:solidFill>
            </a:endParaRPr>
          </a:p>
        </p:txBody>
      </p:sp>
      <p:graphicFrame>
        <p:nvGraphicFramePr>
          <p:cNvPr id="162" name="표 4">
            <a:extLst>
              <a:ext uri="{FF2B5EF4-FFF2-40B4-BE49-F238E27FC236}">
                <a16:creationId xmlns:a16="http://schemas.microsoft.com/office/drawing/2014/main" id="{57C19A6A-F75F-4705-A76B-CD63C04D60C0}"/>
              </a:ext>
            </a:extLst>
          </p:cNvPr>
          <p:cNvGraphicFramePr>
            <a:graphicFrameLocks noGrp="1"/>
          </p:cNvGraphicFramePr>
          <p:nvPr userDrawn="1">
            <p:extLst>
              <p:ext uri="{D42A27DB-BD31-4B8C-83A1-F6EECF244321}">
                <p14:modId xmlns:p14="http://schemas.microsoft.com/office/powerpoint/2010/main" val="3374626855"/>
              </p:ext>
            </p:extLst>
          </p:nvPr>
        </p:nvGraphicFramePr>
        <p:xfrm>
          <a:off x="2249828" y="2022221"/>
          <a:ext cx="3871496" cy="321851"/>
        </p:xfrm>
        <a:graphic>
          <a:graphicData uri="http://schemas.openxmlformats.org/drawingml/2006/table">
            <a:tbl>
              <a:tblPr firstRow="1" bandRow="1">
                <a:tableStyleId>{5940675A-B579-460E-94D1-54222C63F5DA}</a:tableStyleId>
              </a:tblPr>
              <a:tblGrid>
                <a:gridCol w="967874">
                  <a:extLst>
                    <a:ext uri="{9D8B030D-6E8A-4147-A177-3AD203B41FA5}">
                      <a16:colId xmlns:a16="http://schemas.microsoft.com/office/drawing/2014/main" val="3306315618"/>
                    </a:ext>
                  </a:extLst>
                </a:gridCol>
                <a:gridCol w="967874">
                  <a:extLst>
                    <a:ext uri="{9D8B030D-6E8A-4147-A177-3AD203B41FA5}">
                      <a16:colId xmlns:a16="http://schemas.microsoft.com/office/drawing/2014/main" val="4234179379"/>
                    </a:ext>
                  </a:extLst>
                </a:gridCol>
                <a:gridCol w="967874">
                  <a:extLst>
                    <a:ext uri="{9D8B030D-6E8A-4147-A177-3AD203B41FA5}">
                      <a16:colId xmlns:a16="http://schemas.microsoft.com/office/drawing/2014/main" val="561096672"/>
                    </a:ext>
                  </a:extLst>
                </a:gridCol>
                <a:gridCol w="967874">
                  <a:extLst>
                    <a:ext uri="{9D8B030D-6E8A-4147-A177-3AD203B41FA5}">
                      <a16:colId xmlns:a16="http://schemas.microsoft.com/office/drawing/2014/main" val="1934738033"/>
                    </a:ext>
                  </a:extLst>
                </a:gridCol>
              </a:tblGrid>
              <a:tr h="321851">
                <a:tc>
                  <a:txBody>
                    <a:bodyPr/>
                    <a:lstStyle/>
                    <a:p>
                      <a:pPr algn="ctr" latinLnBrk="1"/>
                      <a:r>
                        <a:rPr lang="ko-KR" altLang="en-US" sz="900" b="1" dirty="0">
                          <a:solidFill>
                            <a:schemeClr val="bg1"/>
                          </a:solidFill>
                        </a:rPr>
                        <a:t>최근 </a:t>
                      </a:r>
                      <a:r>
                        <a:rPr lang="en-US" altLang="ko-KR" sz="900" b="1" dirty="0">
                          <a:solidFill>
                            <a:schemeClr val="bg1"/>
                          </a:solidFill>
                        </a:rPr>
                        <a:t>1</a:t>
                      </a:r>
                      <a:r>
                        <a:rPr lang="ko-KR" altLang="en-US" sz="900" b="1" dirty="0">
                          <a:solidFill>
                            <a:schemeClr val="bg1"/>
                          </a:solidFill>
                        </a:rPr>
                        <a:t>개월</a:t>
                      </a:r>
                    </a:p>
                  </a:txBody>
                  <a:tcPr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tx1"/>
                    </a:solidFill>
                  </a:tcPr>
                </a:tc>
                <a:tc>
                  <a:txBody>
                    <a:bodyPr/>
                    <a:lstStyle/>
                    <a:p>
                      <a:pPr algn="ctr" latinLnBrk="1"/>
                      <a:r>
                        <a:rPr lang="ko-KR" altLang="en-US" sz="900" b="0" dirty="0">
                          <a:solidFill>
                            <a:schemeClr val="tx1"/>
                          </a:solidFill>
                        </a:rPr>
                        <a:t>최근 </a:t>
                      </a:r>
                      <a:r>
                        <a:rPr lang="en-US" altLang="ko-KR" sz="900" b="0" dirty="0">
                          <a:solidFill>
                            <a:schemeClr val="tx1"/>
                          </a:solidFill>
                        </a:rPr>
                        <a:t>3</a:t>
                      </a:r>
                      <a:r>
                        <a:rPr lang="ko-KR" altLang="en-US" sz="900" b="0" dirty="0">
                          <a:solidFill>
                            <a:schemeClr val="tx1"/>
                          </a:solidFill>
                        </a:rPr>
                        <a:t>개월</a:t>
                      </a:r>
                    </a:p>
                  </a:txBody>
                  <a:tcPr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ko-KR" altLang="en-US" sz="900" b="0" dirty="0">
                          <a:solidFill>
                            <a:schemeClr val="tx1"/>
                          </a:solidFill>
                        </a:rPr>
                        <a:t>최근 </a:t>
                      </a:r>
                      <a:r>
                        <a:rPr lang="en-US" altLang="ko-KR" sz="900" b="0" dirty="0">
                          <a:solidFill>
                            <a:schemeClr val="tx1"/>
                          </a:solidFill>
                        </a:rPr>
                        <a:t>6</a:t>
                      </a:r>
                      <a:r>
                        <a:rPr lang="ko-KR" altLang="en-US" sz="900" b="0" dirty="0">
                          <a:solidFill>
                            <a:schemeClr val="tx1"/>
                          </a:solidFill>
                        </a:rPr>
                        <a:t>개월</a:t>
                      </a:r>
                    </a:p>
                  </a:txBody>
                  <a:tcPr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ko-KR" altLang="en-US" sz="900" b="0" dirty="0">
                          <a:solidFill>
                            <a:schemeClr val="tx1"/>
                          </a:solidFill>
                        </a:rPr>
                        <a:t>최근 </a:t>
                      </a:r>
                      <a:r>
                        <a:rPr lang="en-US" altLang="ko-KR" sz="900" b="0" dirty="0">
                          <a:solidFill>
                            <a:schemeClr val="tx1"/>
                          </a:solidFill>
                        </a:rPr>
                        <a:t>1</a:t>
                      </a:r>
                      <a:r>
                        <a:rPr lang="ko-KR" altLang="en-US" sz="900" b="0" dirty="0">
                          <a:solidFill>
                            <a:schemeClr val="tx1"/>
                          </a:solidFill>
                        </a:rPr>
                        <a:t>년</a:t>
                      </a:r>
                    </a:p>
                  </a:txBody>
                  <a:tcPr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25709569"/>
                  </a:ext>
                </a:extLst>
              </a:tr>
            </a:tbl>
          </a:graphicData>
        </a:graphic>
      </p:graphicFrame>
      <p:grpSp>
        <p:nvGrpSpPr>
          <p:cNvPr id="163" name="그룹 162">
            <a:extLst>
              <a:ext uri="{FF2B5EF4-FFF2-40B4-BE49-F238E27FC236}">
                <a16:creationId xmlns:a16="http://schemas.microsoft.com/office/drawing/2014/main" id="{AFCA7804-D7A7-4DF1-A5FD-EE8BF6773620}"/>
              </a:ext>
            </a:extLst>
          </p:cNvPr>
          <p:cNvGrpSpPr/>
          <p:nvPr userDrawn="1"/>
        </p:nvGrpSpPr>
        <p:grpSpPr>
          <a:xfrm>
            <a:off x="7939958" y="2483030"/>
            <a:ext cx="157646" cy="117956"/>
            <a:chOff x="4102371" y="6165304"/>
            <a:chExt cx="294535" cy="220381"/>
          </a:xfrm>
        </p:grpSpPr>
        <p:sp>
          <p:nvSpPr>
            <p:cNvPr id="164" name="직사각형 163">
              <a:extLst>
                <a:ext uri="{FF2B5EF4-FFF2-40B4-BE49-F238E27FC236}">
                  <a16:creationId xmlns:a16="http://schemas.microsoft.com/office/drawing/2014/main" id="{DEDFE6EF-25F2-476B-BC08-A15CD8FF38D4}"/>
                </a:ext>
              </a:extLst>
            </p:cNvPr>
            <p:cNvSpPr/>
            <p:nvPr/>
          </p:nvSpPr>
          <p:spPr>
            <a:xfrm>
              <a:off x="4102371" y="6231675"/>
              <a:ext cx="294535" cy="154010"/>
            </a:xfrm>
            <a:prstGeom prst="rect">
              <a:avLst/>
            </a:prstGeom>
            <a:solidFill>
              <a:schemeClr val="bg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5" name="아래쪽 화살표 38">
              <a:extLst>
                <a:ext uri="{FF2B5EF4-FFF2-40B4-BE49-F238E27FC236}">
                  <a16:creationId xmlns:a16="http://schemas.microsoft.com/office/drawing/2014/main" id="{FE049A62-4AB2-4540-B018-D2F0638E86FD}"/>
                </a:ext>
              </a:extLst>
            </p:cNvPr>
            <p:cNvSpPr/>
            <p:nvPr/>
          </p:nvSpPr>
          <p:spPr>
            <a:xfrm>
              <a:off x="4139952" y="6165304"/>
              <a:ext cx="203642" cy="200477"/>
            </a:xfrm>
            <a:prstGeom prst="downArrow">
              <a:avLst/>
            </a:prstGeom>
            <a:solidFill>
              <a:schemeClr val="bg1"/>
            </a:solidFill>
            <a:ln w="63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166" name="직사각형 165">
            <a:extLst>
              <a:ext uri="{FF2B5EF4-FFF2-40B4-BE49-F238E27FC236}">
                <a16:creationId xmlns:a16="http://schemas.microsoft.com/office/drawing/2014/main" id="{B083F8BB-38CF-4589-A113-79119C710F27}"/>
              </a:ext>
            </a:extLst>
          </p:cNvPr>
          <p:cNvSpPr/>
          <p:nvPr userDrawn="1"/>
        </p:nvSpPr>
        <p:spPr>
          <a:xfrm>
            <a:off x="6229555" y="2426969"/>
            <a:ext cx="1545757"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800" dirty="0">
                <a:solidFill>
                  <a:schemeClr val="bg1"/>
                </a:solidFill>
              </a:rPr>
              <a:t>발주 처리 </a:t>
            </a:r>
            <a:r>
              <a:rPr lang="en-US" altLang="ko-KR" sz="800" dirty="0">
                <a:solidFill>
                  <a:schemeClr val="bg1"/>
                </a:solidFill>
              </a:rPr>
              <a:t>( </a:t>
            </a:r>
            <a:r>
              <a:rPr lang="ko-KR" altLang="en-US" sz="800" dirty="0">
                <a:solidFill>
                  <a:schemeClr val="bg1"/>
                </a:solidFill>
              </a:rPr>
              <a:t>송장번호 </a:t>
            </a:r>
            <a:r>
              <a:rPr lang="en-US" altLang="ko-KR" sz="800" dirty="0">
                <a:solidFill>
                  <a:schemeClr val="bg1"/>
                </a:solidFill>
              </a:rPr>
              <a:t>)</a:t>
            </a:r>
          </a:p>
        </p:txBody>
      </p:sp>
      <p:grpSp>
        <p:nvGrpSpPr>
          <p:cNvPr id="169" name="그룹 168">
            <a:extLst>
              <a:ext uri="{FF2B5EF4-FFF2-40B4-BE49-F238E27FC236}">
                <a16:creationId xmlns:a16="http://schemas.microsoft.com/office/drawing/2014/main" id="{2DFD6314-5797-42EF-BBF4-C8437AB8F03D}"/>
              </a:ext>
            </a:extLst>
          </p:cNvPr>
          <p:cNvGrpSpPr/>
          <p:nvPr userDrawn="1"/>
        </p:nvGrpSpPr>
        <p:grpSpPr>
          <a:xfrm rot="10800000">
            <a:off x="6369426" y="2458812"/>
            <a:ext cx="157646" cy="136085"/>
            <a:chOff x="4102371" y="6231675"/>
            <a:chExt cx="294535" cy="254252"/>
          </a:xfrm>
        </p:grpSpPr>
        <p:sp>
          <p:nvSpPr>
            <p:cNvPr id="170" name="직사각형 169">
              <a:extLst>
                <a:ext uri="{FF2B5EF4-FFF2-40B4-BE49-F238E27FC236}">
                  <a16:creationId xmlns:a16="http://schemas.microsoft.com/office/drawing/2014/main" id="{C1AE1C58-809D-4CBC-9FE4-45A0652D23BD}"/>
                </a:ext>
              </a:extLst>
            </p:cNvPr>
            <p:cNvSpPr/>
            <p:nvPr/>
          </p:nvSpPr>
          <p:spPr>
            <a:xfrm>
              <a:off x="4102371" y="6231675"/>
              <a:ext cx="294535" cy="154010"/>
            </a:xfrm>
            <a:prstGeom prst="rect">
              <a:avLst/>
            </a:prstGeom>
            <a:solidFill>
              <a:schemeClr val="bg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7" name="아래쪽 화살표 38">
              <a:extLst>
                <a:ext uri="{FF2B5EF4-FFF2-40B4-BE49-F238E27FC236}">
                  <a16:creationId xmlns:a16="http://schemas.microsoft.com/office/drawing/2014/main" id="{FC637C90-7D98-4CE4-A78E-A9658ED05DDB}"/>
                </a:ext>
              </a:extLst>
            </p:cNvPr>
            <p:cNvSpPr/>
            <p:nvPr/>
          </p:nvSpPr>
          <p:spPr>
            <a:xfrm>
              <a:off x="4147818" y="6285449"/>
              <a:ext cx="203643" cy="200478"/>
            </a:xfrm>
            <a:prstGeom prst="downArrow">
              <a:avLst/>
            </a:prstGeom>
            <a:solidFill>
              <a:schemeClr val="bg1"/>
            </a:solidFill>
            <a:ln w="63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aphicFrame>
        <p:nvGraphicFramePr>
          <p:cNvPr id="199" name="표 198">
            <a:extLst>
              <a:ext uri="{FF2B5EF4-FFF2-40B4-BE49-F238E27FC236}">
                <a16:creationId xmlns:a16="http://schemas.microsoft.com/office/drawing/2014/main" id="{8A6CA8E5-29CF-49B7-B140-7BF6E90CB38B}"/>
              </a:ext>
            </a:extLst>
          </p:cNvPr>
          <p:cNvGraphicFramePr>
            <a:graphicFrameLocks noGrp="1"/>
          </p:cNvGraphicFramePr>
          <p:nvPr userDrawn="1">
            <p:extLst>
              <p:ext uri="{D42A27DB-BD31-4B8C-83A1-F6EECF244321}">
                <p14:modId xmlns:p14="http://schemas.microsoft.com/office/powerpoint/2010/main" val="2886888856"/>
              </p:ext>
            </p:extLst>
          </p:nvPr>
        </p:nvGraphicFramePr>
        <p:xfrm>
          <a:off x="-1206500" y="3145845"/>
          <a:ext cx="10481373" cy="2773680"/>
        </p:xfrm>
        <a:graphic>
          <a:graphicData uri="http://schemas.openxmlformats.org/drawingml/2006/table">
            <a:tbl>
              <a:tblPr firstRow="1" bandRow="1">
                <a:tableStyleId>{5C22544A-7EE6-4342-B048-85BDC9FD1C3A}</a:tableStyleId>
              </a:tblPr>
              <a:tblGrid>
                <a:gridCol w="938621">
                  <a:extLst>
                    <a:ext uri="{9D8B030D-6E8A-4147-A177-3AD203B41FA5}">
                      <a16:colId xmlns:a16="http://schemas.microsoft.com/office/drawing/2014/main" val="3584924015"/>
                    </a:ext>
                  </a:extLst>
                </a:gridCol>
                <a:gridCol w="795655">
                  <a:extLst>
                    <a:ext uri="{9D8B030D-6E8A-4147-A177-3AD203B41FA5}">
                      <a16:colId xmlns:a16="http://schemas.microsoft.com/office/drawing/2014/main" val="20003"/>
                    </a:ext>
                  </a:extLst>
                </a:gridCol>
                <a:gridCol w="1160780">
                  <a:extLst>
                    <a:ext uri="{9D8B030D-6E8A-4147-A177-3AD203B41FA5}">
                      <a16:colId xmlns:a16="http://schemas.microsoft.com/office/drawing/2014/main" val="4214422851"/>
                    </a:ext>
                  </a:extLst>
                </a:gridCol>
                <a:gridCol w="625793">
                  <a:extLst>
                    <a:ext uri="{9D8B030D-6E8A-4147-A177-3AD203B41FA5}">
                      <a16:colId xmlns:a16="http://schemas.microsoft.com/office/drawing/2014/main" val="4095619003"/>
                    </a:ext>
                  </a:extLst>
                </a:gridCol>
                <a:gridCol w="625793">
                  <a:extLst>
                    <a:ext uri="{9D8B030D-6E8A-4147-A177-3AD203B41FA5}">
                      <a16:colId xmlns:a16="http://schemas.microsoft.com/office/drawing/2014/main" val="2489093445"/>
                    </a:ext>
                  </a:extLst>
                </a:gridCol>
                <a:gridCol w="1468755">
                  <a:extLst>
                    <a:ext uri="{9D8B030D-6E8A-4147-A177-3AD203B41FA5}">
                      <a16:colId xmlns:a16="http://schemas.microsoft.com/office/drawing/2014/main" val="20004"/>
                    </a:ext>
                  </a:extLst>
                </a:gridCol>
                <a:gridCol w="625793">
                  <a:extLst>
                    <a:ext uri="{9D8B030D-6E8A-4147-A177-3AD203B41FA5}">
                      <a16:colId xmlns:a16="http://schemas.microsoft.com/office/drawing/2014/main" val="20005"/>
                    </a:ext>
                  </a:extLst>
                </a:gridCol>
                <a:gridCol w="694055">
                  <a:extLst>
                    <a:ext uri="{9D8B030D-6E8A-4147-A177-3AD203B41FA5}">
                      <a16:colId xmlns:a16="http://schemas.microsoft.com/office/drawing/2014/main" val="20006"/>
                    </a:ext>
                  </a:extLst>
                </a:gridCol>
                <a:gridCol w="422593">
                  <a:extLst>
                    <a:ext uri="{9D8B030D-6E8A-4147-A177-3AD203B41FA5}">
                      <a16:colId xmlns:a16="http://schemas.microsoft.com/office/drawing/2014/main" val="20009"/>
                    </a:ext>
                  </a:extLst>
                </a:gridCol>
                <a:gridCol w="2230755">
                  <a:extLst>
                    <a:ext uri="{9D8B030D-6E8A-4147-A177-3AD203B41FA5}">
                      <a16:colId xmlns:a16="http://schemas.microsoft.com/office/drawing/2014/main" val="1243623921"/>
                    </a:ext>
                  </a:extLst>
                </a:gridCol>
                <a:gridCol w="892780">
                  <a:extLst>
                    <a:ext uri="{9D8B030D-6E8A-4147-A177-3AD203B41FA5}">
                      <a16:colId xmlns:a16="http://schemas.microsoft.com/office/drawing/2014/main" val="2504136417"/>
                    </a:ext>
                  </a:extLst>
                </a:gridCol>
              </a:tblGrid>
              <a:tr h="0">
                <a:tc>
                  <a:txBody>
                    <a:bodyPr/>
                    <a:lstStyle/>
                    <a:p>
                      <a:pPr algn="ctr" latinLnBrk="1"/>
                      <a:r>
                        <a:rPr lang="ko-KR" altLang="en-US" sz="800" b="1" dirty="0">
                          <a:solidFill>
                            <a:schemeClr val="tx1"/>
                          </a:solidFill>
                        </a:rPr>
                        <a:t>주문번호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800" b="1" dirty="0">
                          <a:solidFill>
                            <a:schemeClr val="tx1"/>
                          </a:solidFill>
                        </a:rPr>
                        <a:t>Shop</a:t>
                      </a:r>
                      <a:r>
                        <a:rPr lang="ko-KR" altLang="en-US" sz="800" b="1" dirty="0">
                          <a:solidFill>
                            <a:schemeClr val="tx1"/>
                          </a:solidFill>
                        </a:rPr>
                        <a:t>채널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배송요청일시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발주상태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수신자명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배송주소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관리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Me9-0002324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배송대기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en-US" altLang="ko-KR" sz="800" b="0" dirty="0">
                          <a:solidFill>
                            <a:schemeClr val="tx1"/>
                          </a:solidFill>
                        </a:rPr>
                        <a:t>00234  </a:t>
                      </a:r>
                      <a:r>
                        <a:rPr lang="ko-KR" altLang="en-US" sz="800" b="0" dirty="0">
                          <a:solidFill>
                            <a:schemeClr val="tx1"/>
                          </a:solidFill>
                        </a:rPr>
                        <a:t>서울시 마포구 공덕동 </a:t>
                      </a:r>
                      <a:r>
                        <a:rPr lang="en-US" altLang="ko-KR" sz="800" b="0" dirty="0">
                          <a:solidFill>
                            <a:schemeClr val="tx1"/>
                          </a:solidFill>
                        </a:rPr>
                        <a:t>1118-12 B112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배송대기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5"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5"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5"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00234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서울시 마포구 공덕동 </a:t>
                      </a: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1118-12 B112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배송대기</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6" tooltip="새 창 열림">
                            <a:extLst>
                              <a:ext uri="{A12FA001-AC4F-418D-AE19-62706E023703}">
                                <ahyp:hlinkClr xmlns:ahyp="http://schemas.microsoft.com/office/drawing/2018/hyperlinkcolor" val="tx"/>
                              </a:ext>
                            </a:extLst>
                          </a:hlinkClick>
                        </a:rPr>
                        <a:t>Silver nihil </a:t>
                      </a:r>
                      <a:r>
                        <a:rPr lang="en-US" sz="800" b="0" u="sng" strike="noStrike" dirty="0" err="1">
                          <a:solidFill>
                            <a:schemeClr val="accent2">
                              <a:lumMod val="75000"/>
                            </a:schemeClr>
                          </a:solidFill>
                          <a:effectLst/>
                          <a:latin typeface="+mj-ea"/>
                          <a:ea typeface="+mj-ea"/>
                          <a:hlinkClick r:id="rId6" tooltip="새 창 열림">
                            <a:extLst>
                              <a:ext uri="{A12FA001-AC4F-418D-AE19-62706E023703}">
                                <ahyp:hlinkClr xmlns:ahyp="http://schemas.microsoft.com/office/drawing/2018/hyperlinkcolor"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WT/S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33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00234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서울시 마포구 공덕동 </a:t>
                      </a: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1118-12 B112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배송대기</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00234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서울시 마포구 공덕동 </a:t>
                      </a: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1118-12 B112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679275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배송대기</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5"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5"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5"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00234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서울시 마포구 공덕동 </a:t>
                      </a: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1118-12 B112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60545407"/>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배송대기</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6" tooltip="새 창 열림">
                            <a:extLst>
                              <a:ext uri="{A12FA001-AC4F-418D-AE19-62706E023703}">
                                <ahyp:hlinkClr xmlns:ahyp="http://schemas.microsoft.com/office/drawing/2018/hyperlinkcolor" val="tx"/>
                              </a:ext>
                            </a:extLst>
                          </a:hlinkClick>
                        </a:rPr>
                        <a:t>Silver nihil </a:t>
                      </a:r>
                      <a:r>
                        <a:rPr lang="en-US" sz="800" b="0" u="sng" strike="noStrike" dirty="0" err="1">
                          <a:solidFill>
                            <a:schemeClr val="accent2">
                              <a:lumMod val="75000"/>
                            </a:schemeClr>
                          </a:solidFill>
                          <a:effectLst/>
                          <a:latin typeface="+mj-ea"/>
                          <a:ea typeface="+mj-ea"/>
                          <a:hlinkClick r:id="rId6" tooltip="새 창 열림">
                            <a:extLst>
                              <a:ext uri="{A12FA001-AC4F-418D-AE19-62706E023703}">
                                <ahyp:hlinkClr xmlns:ahyp="http://schemas.microsoft.com/office/drawing/2018/hyperlinkcolor"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BK/L</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00234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서울시 마포구 공덕동 </a:t>
                      </a: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1118-12 B112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7300093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배송대기</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00234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서울시 마포구 공덕동 </a:t>
                      </a: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1118-12 B112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1477464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배송대기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5"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5"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5"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00234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서울시 마포구 공덕동 </a:t>
                      </a: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1118-12 B112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40055972"/>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교환대기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6" tooltip="새 창 열림">
                            <a:extLst>
                              <a:ext uri="{A12FA001-AC4F-418D-AE19-62706E023703}">
                                <ahyp:hlinkClr xmlns:ahyp="http://schemas.microsoft.com/office/drawing/2018/hyperlinkcolor" val="tx"/>
                              </a:ext>
                            </a:extLst>
                          </a:hlinkClick>
                        </a:rPr>
                        <a:t>Silver nihil </a:t>
                      </a:r>
                      <a:r>
                        <a:rPr lang="en-US" sz="800" b="0" u="sng" strike="noStrike" dirty="0" err="1">
                          <a:solidFill>
                            <a:schemeClr val="accent2">
                              <a:lumMod val="75000"/>
                            </a:schemeClr>
                          </a:solidFill>
                          <a:effectLst/>
                          <a:latin typeface="+mj-ea"/>
                          <a:ea typeface="+mj-ea"/>
                          <a:hlinkClick r:id="rId6" tooltip="새 창 열림">
                            <a:extLst>
                              <a:ext uri="{A12FA001-AC4F-418D-AE19-62706E023703}">
                                <ahyp:hlinkClr xmlns:ahyp="http://schemas.microsoft.com/office/drawing/2018/hyperlinkcolor"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WT/S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33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00234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서울시 마포구 공덕동 </a:t>
                      </a: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1118-12 B112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6475764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교환대기</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00234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서울시 마포구 공덕동 </a:t>
                      </a: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1118-12 B112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9408690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교환대기</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5"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5"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5"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00234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서울시 마포구 공덕동 </a:t>
                      </a: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1118-12 B112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61936248"/>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교환대기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6" tooltip="새 창 열림">
                            <a:extLst>
                              <a:ext uri="{A12FA001-AC4F-418D-AE19-62706E023703}">
                                <ahyp:hlinkClr xmlns:ahyp="http://schemas.microsoft.com/office/drawing/2018/hyperlinkcolor" val="tx"/>
                              </a:ext>
                            </a:extLst>
                          </a:hlinkClick>
                        </a:rPr>
                        <a:t>Silver nihil </a:t>
                      </a:r>
                      <a:r>
                        <a:rPr lang="en-US" sz="800" b="0" u="sng" strike="noStrike" dirty="0" err="1">
                          <a:solidFill>
                            <a:schemeClr val="accent2">
                              <a:lumMod val="75000"/>
                            </a:schemeClr>
                          </a:solidFill>
                          <a:effectLst/>
                          <a:latin typeface="+mj-ea"/>
                          <a:ea typeface="+mj-ea"/>
                          <a:hlinkClick r:id="rId6" tooltip="새 창 열림">
                            <a:extLst>
                              <a:ext uri="{A12FA001-AC4F-418D-AE19-62706E023703}">
                                <ahyp:hlinkClr xmlns:ahyp="http://schemas.microsoft.com/office/drawing/2018/hyperlinkcolor"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BK/L</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00234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서울시 마포구 공덕동 </a:t>
                      </a: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1118-12 B112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83094304"/>
                  </a:ext>
                </a:extLst>
              </a:tr>
            </a:tbl>
          </a:graphicData>
        </a:graphic>
      </p:graphicFrame>
      <p:sp>
        <p:nvSpPr>
          <p:cNvPr id="200" name="직사각형 199">
            <a:extLst>
              <a:ext uri="{FF2B5EF4-FFF2-40B4-BE49-F238E27FC236}">
                <a16:creationId xmlns:a16="http://schemas.microsoft.com/office/drawing/2014/main" id="{4D201056-D042-45D2-9E3E-B14D6A245C72}"/>
              </a:ext>
            </a:extLst>
          </p:cNvPr>
          <p:cNvSpPr/>
          <p:nvPr userDrawn="1"/>
        </p:nvSpPr>
        <p:spPr>
          <a:xfrm>
            <a:off x="8855167" y="3399050"/>
            <a:ext cx="341530" cy="142079"/>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201" name="직사각형 200">
            <a:extLst>
              <a:ext uri="{FF2B5EF4-FFF2-40B4-BE49-F238E27FC236}">
                <a16:creationId xmlns:a16="http://schemas.microsoft.com/office/drawing/2014/main" id="{4FC981D1-A90F-4446-87B1-2C0C0DFA207E}"/>
              </a:ext>
            </a:extLst>
          </p:cNvPr>
          <p:cNvSpPr/>
          <p:nvPr userDrawn="1"/>
        </p:nvSpPr>
        <p:spPr>
          <a:xfrm>
            <a:off x="8469775" y="3395496"/>
            <a:ext cx="341530" cy="142079"/>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202" name="직사각형 201">
            <a:extLst>
              <a:ext uri="{FF2B5EF4-FFF2-40B4-BE49-F238E27FC236}">
                <a16:creationId xmlns:a16="http://schemas.microsoft.com/office/drawing/2014/main" id="{CFE5B990-1626-4F77-BE83-F4D9A9EF2B1A}"/>
              </a:ext>
            </a:extLst>
          </p:cNvPr>
          <p:cNvSpPr/>
          <p:nvPr userDrawn="1"/>
        </p:nvSpPr>
        <p:spPr>
          <a:xfrm>
            <a:off x="8855167" y="3609225"/>
            <a:ext cx="341530" cy="142079"/>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203" name="직사각형 202">
            <a:extLst>
              <a:ext uri="{FF2B5EF4-FFF2-40B4-BE49-F238E27FC236}">
                <a16:creationId xmlns:a16="http://schemas.microsoft.com/office/drawing/2014/main" id="{2AB42396-F12B-4A08-A754-353CD64FC765}"/>
              </a:ext>
            </a:extLst>
          </p:cNvPr>
          <p:cNvSpPr/>
          <p:nvPr userDrawn="1"/>
        </p:nvSpPr>
        <p:spPr>
          <a:xfrm>
            <a:off x="8469775" y="3605671"/>
            <a:ext cx="341530" cy="142079"/>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204" name="직사각형 203">
            <a:extLst>
              <a:ext uri="{FF2B5EF4-FFF2-40B4-BE49-F238E27FC236}">
                <a16:creationId xmlns:a16="http://schemas.microsoft.com/office/drawing/2014/main" id="{9D3F0948-BAFD-40D1-99AF-3F067C8A5FF1}"/>
              </a:ext>
            </a:extLst>
          </p:cNvPr>
          <p:cNvSpPr/>
          <p:nvPr userDrawn="1"/>
        </p:nvSpPr>
        <p:spPr>
          <a:xfrm>
            <a:off x="8855167" y="3832638"/>
            <a:ext cx="341530" cy="142079"/>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205" name="직사각형 204">
            <a:extLst>
              <a:ext uri="{FF2B5EF4-FFF2-40B4-BE49-F238E27FC236}">
                <a16:creationId xmlns:a16="http://schemas.microsoft.com/office/drawing/2014/main" id="{DD847C33-3342-4A6F-B7DF-026C132B5ADE}"/>
              </a:ext>
            </a:extLst>
          </p:cNvPr>
          <p:cNvSpPr/>
          <p:nvPr userDrawn="1"/>
        </p:nvSpPr>
        <p:spPr>
          <a:xfrm>
            <a:off x="8469775" y="3829084"/>
            <a:ext cx="341530" cy="142079"/>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206" name="직사각형 205">
            <a:extLst>
              <a:ext uri="{FF2B5EF4-FFF2-40B4-BE49-F238E27FC236}">
                <a16:creationId xmlns:a16="http://schemas.microsoft.com/office/drawing/2014/main" id="{AD960C7B-A610-4B5A-AB14-8D2C86885A9E}"/>
              </a:ext>
            </a:extLst>
          </p:cNvPr>
          <p:cNvSpPr/>
          <p:nvPr userDrawn="1"/>
        </p:nvSpPr>
        <p:spPr>
          <a:xfrm>
            <a:off x="8855167" y="4036757"/>
            <a:ext cx="341530" cy="142079"/>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207" name="직사각형 206">
            <a:extLst>
              <a:ext uri="{FF2B5EF4-FFF2-40B4-BE49-F238E27FC236}">
                <a16:creationId xmlns:a16="http://schemas.microsoft.com/office/drawing/2014/main" id="{61422E28-EB0E-4600-AA7A-94CD1FD3CDDF}"/>
              </a:ext>
            </a:extLst>
          </p:cNvPr>
          <p:cNvSpPr/>
          <p:nvPr userDrawn="1"/>
        </p:nvSpPr>
        <p:spPr>
          <a:xfrm>
            <a:off x="8469775" y="4033203"/>
            <a:ext cx="341530" cy="142079"/>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208" name="직사각형 207">
            <a:extLst>
              <a:ext uri="{FF2B5EF4-FFF2-40B4-BE49-F238E27FC236}">
                <a16:creationId xmlns:a16="http://schemas.microsoft.com/office/drawing/2014/main" id="{2810F141-713A-417F-AFD7-674F82EDA4AA}"/>
              </a:ext>
            </a:extLst>
          </p:cNvPr>
          <p:cNvSpPr/>
          <p:nvPr userDrawn="1"/>
        </p:nvSpPr>
        <p:spPr>
          <a:xfrm>
            <a:off x="8855167" y="4248039"/>
            <a:ext cx="341530" cy="142079"/>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209" name="직사각형 208">
            <a:extLst>
              <a:ext uri="{FF2B5EF4-FFF2-40B4-BE49-F238E27FC236}">
                <a16:creationId xmlns:a16="http://schemas.microsoft.com/office/drawing/2014/main" id="{5DEF85E6-019A-4AA9-9F8C-1188C90B9CE3}"/>
              </a:ext>
            </a:extLst>
          </p:cNvPr>
          <p:cNvSpPr/>
          <p:nvPr userDrawn="1"/>
        </p:nvSpPr>
        <p:spPr>
          <a:xfrm>
            <a:off x="8469775" y="4244485"/>
            <a:ext cx="341530" cy="142079"/>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210" name="직사각형 209">
            <a:extLst>
              <a:ext uri="{FF2B5EF4-FFF2-40B4-BE49-F238E27FC236}">
                <a16:creationId xmlns:a16="http://schemas.microsoft.com/office/drawing/2014/main" id="{DFFF228A-8D01-4EE0-A44B-0366AA4D8AA0}"/>
              </a:ext>
            </a:extLst>
          </p:cNvPr>
          <p:cNvSpPr/>
          <p:nvPr userDrawn="1"/>
        </p:nvSpPr>
        <p:spPr>
          <a:xfrm>
            <a:off x="8855167" y="4458214"/>
            <a:ext cx="341530" cy="142079"/>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211" name="직사각형 210">
            <a:extLst>
              <a:ext uri="{FF2B5EF4-FFF2-40B4-BE49-F238E27FC236}">
                <a16:creationId xmlns:a16="http://schemas.microsoft.com/office/drawing/2014/main" id="{7E2DC05E-034D-4799-BA1E-4C249179C35D}"/>
              </a:ext>
            </a:extLst>
          </p:cNvPr>
          <p:cNvSpPr/>
          <p:nvPr userDrawn="1"/>
        </p:nvSpPr>
        <p:spPr>
          <a:xfrm>
            <a:off x="8469775" y="4454660"/>
            <a:ext cx="341530" cy="142079"/>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212" name="직사각형 211">
            <a:extLst>
              <a:ext uri="{FF2B5EF4-FFF2-40B4-BE49-F238E27FC236}">
                <a16:creationId xmlns:a16="http://schemas.microsoft.com/office/drawing/2014/main" id="{B91FEA8A-6991-4DDB-B738-F6035ECB2A00}"/>
              </a:ext>
            </a:extLst>
          </p:cNvPr>
          <p:cNvSpPr/>
          <p:nvPr userDrawn="1"/>
        </p:nvSpPr>
        <p:spPr>
          <a:xfrm>
            <a:off x="8855167" y="4681627"/>
            <a:ext cx="341530" cy="142079"/>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213" name="직사각형 212">
            <a:extLst>
              <a:ext uri="{FF2B5EF4-FFF2-40B4-BE49-F238E27FC236}">
                <a16:creationId xmlns:a16="http://schemas.microsoft.com/office/drawing/2014/main" id="{C33C45EC-9CF2-48A5-A009-F0C322003C5F}"/>
              </a:ext>
            </a:extLst>
          </p:cNvPr>
          <p:cNvSpPr/>
          <p:nvPr userDrawn="1"/>
        </p:nvSpPr>
        <p:spPr>
          <a:xfrm>
            <a:off x="8469775" y="4678073"/>
            <a:ext cx="341530" cy="142079"/>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214" name="직사각형 213">
            <a:extLst>
              <a:ext uri="{FF2B5EF4-FFF2-40B4-BE49-F238E27FC236}">
                <a16:creationId xmlns:a16="http://schemas.microsoft.com/office/drawing/2014/main" id="{8046528B-EE78-4205-9099-29D842B8EF76}"/>
              </a:ext>
            </a:extLst>
          </p:cNvPr>
          <p:cNvSpPr/>
          <p:nvPr userDrawn="1"/>
        </p:nvSpPr>
        <p:spPr>
          <a:xfrm>
            <a:off x="8855167" y="4885746"/>
            <a:ext cx="341530" cy="142079"/>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215" name="직사각형 214">
            <a:extLst>
              <a:ext uri="{FF2B5EF4-FFF2-40B4-BE49-F238E27FC236}">
                <a16:creationId xmlns:a16="http://schemas.microsoft.com/office/drawing/2014/main" id="{757F6552-8D33-45BE-AE49-75796C47745D}"/>
              </a:ext>
            </a:extLst>
          </p:cNvPr>
          <p:cNvSpPr/>
          <p:nvPr userDrawn="1"/>
        </p:nvSpPr>
        <p:spPr>
          <a:xfrm>
            <a:off x="8469775" y="4882192"/>
            <a:ext cx="341530" cy="142079"/>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216" name="직사각형 215">
            <a:extLst>
              <a:ext uri="{FF2B5EF4-FFF2-40B4-BE49-F238E27FC236}">
                <a16:creationId xmlns:a16="http://schemas.microsoft.com/office/drawing/2014/main" id="{5B98E683-8936-43B1-A181-4E3C51CBE5D4}"/>
              </a:ext>
            </a:extLst>
          </p:cNvPr>
          <p:cNvSpPr/>
          <p:nvPr userDrawn="1"/>
        </p:nvSpPr>
        <p:spPr>
          <a:xfrm>
            <a:off x="8858595" y="5105238"/>
            <a:ext cx="341530" cy="142079"/>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217" name="직사각형 216">
            <a:extLst>
              <a:ext uri="{FF2B5EF4-FFF2-40B4-BE49-F238E27FC236}">
                <a16:creationId xmlns:a16="http://schemas.microsoft.com/office/drawing/2014/main" id="{13DEB4AD-2CCF-4DFC-87F0-71770BB872E9}"/>
              </a:ext>
            </a:extLst>
          </p:cNvPr>
          <p:cNvSpPr/>
          <p:nvPr userDrawn="1"/>
        </p:nvSpPr>
        <p:spPr>
          <a:xfrm>
            <a:off x="8473203" y="5101684"/>
            <a:ext cx="341530" cy="142079"/>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218" name="직사각형 217">
            <a:extLst>
              <a:ext uri="{FF2B5EF4-FFF2-40B4-BE49-F238E27FC236}">
                <a16:creationId xmlns:a16="http://schemas.microsoft.com/office/drawing/2014/main" id="{FA8C7E96-9674-4628-A4EA-93D98E8489CF}"/>
              </a:ext>
            </a:extLst>
          </p:cNvPr>
          <p:cNvSpPr/>
          <p:nvPr userDrawn="1"/>
        </p:nvSpPr>
        <p:spPr>
          <a:xfrm>
            <a:off x="8858595" y="5315413"/>
            <a:ext cx="341530" cy="142079"/>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219" name="직사각형 218">
            <a:extLst>
              <a:ext uri="{FF2B5EF4-FFF2-40B4-BE49-F238E27FC236}">
                <a16:creationId xmlns:a16="http://schemas.microsoft.com/office/drawing/2014/main" id="{A25E0337-CF13-4A2D-83E4-3F4E7753D45B}"/>
              </a:ext>
            </a:extLst>
          </p:cNvPr>
          <p:cNvSpPr/>
          <p:nvPr userDrawn="1"/>
        </p:nvSpPr>
        <p:spPr>
          <a:xfrm>
            <a:off x="8473203" y="5311859"/>
            <a:ext cx="341530" cy="142079"/>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220" name="직사각형 219">
            <a:extLst>
              <a:ext uri="{FF2B5EF4-FFF2-40B4-BE49-F238E27FC236}">
                <a16:creationId xmlns:a16="http://schemas.microsoft.com/office/drawing/2014/main" id="{5D91DB54-DE78-4ED0-AB3A-55E0ACD19475}"/>
              </a:ext>
            </a:extLst>
          </p:cNvPr>
          <p:cNvSpPr/>
          <p:nvPr userDrawn="1"/>
        </p:nvSpPr>
        <p:spPr>
          <a:xfrm>
            <a:off x="8858595" y="5538826"/>
            <a:ext cx="341530" cy="142079"/>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221" name="직사각형 220">
            <a:extLst>
              <a:ext uri="{FF2B5EF4-FFF2-40B4-BE49-F238E27FC236}">
                <a16:creationId xmlns:a16="http://schemas.microsoft.com/office/drawing/2014/main" id="{18E60C83-8A59-4E32-B76C-4FBCEE621ED9}"/>
              </a:ext>
            </a:extLst>
          </p:cNvPr>
          <p:cNvSpPr/>
          <p:nvPr userDrawn="1"/>
        </p:nvSpPr>
        <p:spPr>
          <a:xfrm>
            <a:off x="8473203" y="5535272"/>
            <a:ext cx="341530" cy="142079"/>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222" name="직사각형 221">
            <a:extLst>
              <a:ext uri="{FF2B5EF4-FFF2-40B4-BE49-F238E27FC236}">
                <a16:creationId xmlns:a16="http://schemas.microsoft.com/office/drawing/2014/main" id="{2E4A7E58-2444-49DE-9053-26E1B1014387}"/>
              </a:ext>
            </a:extLst>
          </p:cNvPr>
          <p:cNvSpPr/>
          <p:nvPr userDrawn="1"/>
        </p:nvSpPr>
        <p:spPr>
          <a:xfrm>
            <a:off x="8858595" y="5742945"/>
            <a:ext cx="341530" cy="142079"/>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223" name="직사각형 222">
            <a:extLst>
              <a:ext uri="{FF2B5EF4-FFF2-40B4-BE49-F238E27FC236}">
                <a16:creationId xmlns:a16="http://schemas.microsoft.com/office/drawing/2014/main" id="{0A48C4CA-7678-4342-AAB9-48895F782B3E}"/>
              </a:ext>
            </a:extLst>
          </p:cNvPr>
          <p:cNvSpPr/>
          <p:nvPr userDrawn="1"/>
        </p:nvSpPr>
        <p:spPr>
          <a:xfrm>
            <a:off x="8473203" y="5739391"/>
            <a:ext cx="341530" cy="142079"/>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Tree>
    <p:extLst>
      <p:ext uri="{BB962C8B-B14F-4D97-AF65-F5344CB8AC3E}">
        <p14:creationId xmlns:p14="http://schemas.microsoft.com/office/powerpoint/2010/main" val="2281828850"/>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12_사용자 지정 레이아웃">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820BC124-5A0C-4EFE-993B-678B00B45D4D}"/>
              </a:ext>
            </a:extLst>
          </p:cNvPr>
          <p:cNvSpPr/>
          <p:nvPr userDrawn="1"/>
        </p:nvSpPr>
        <p:spPr>
          <a:xfrm>
            <a:off x="66533" y="40343"/>
            <a:ext cx="10033092" cy="7547059"/>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 name="직사각형 3">
            <a:extLst>
              <a:ext uri="{FF2B5EF4-FFF2-40B4-BE49-F238E27FC236}">
                <a16:creationId xmlns:a16="http://schemas.microsoft.com/office/drawing/2014/main" id="{8CC7CC17-CD1C-4F68-B559-FDFF61033B12}"/>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146F4AEB-7A77-4C5F-8517-9EB022FCA46E}"/>
              </a:ext>
            </a:extLst>
          </p:cNvPr>
          <p:cNvSpPr/>
          <p:nvPr userDrawn="1"/>
        </p:nvSpPr>
        <p:spPr>
          <a:xfrm>
            <a:off x="66534" y="40343"/>
            <a:ext cx="10033092" cy="39509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a:extLst>
              <a:ext uri="{FF2B5EF4-FFF2-40B4-BE49-F238E27FC236}">
                <a16:creationId xmlns:a16="http://schemas.microsoft.com/office/drawing/2014/main" id="{0E7CCA93-4C97-4FED-9A2B-5F3C5503300F}"/>
              </a:ext>
            </a:extLst>
          </p:cNvPr>
          <p:cNvGrpSpPr/>
          <p:nvPr userDrawn="1"/>
        </p:nvGrpSpPr>
        <p:grpSpPr>
          <a:xfrm>
            <a:off x="144066" y="100546"/>
            <a:ext cx="1148071" cy="273280"/>
            <a:chOff x="2843808" y="1955121"/>
            <a:chExt cx="1674813" cy="596970"/>
          </a:xfrm>
          <a:solidFill>
            <a:schemeClr val="bg1">
              <a:lumMod val="95000"/>
            </a:schemeClr>
          </a:solidFill>
        </p:grpSpPr>
        <p:sp>
          <p:nvSpPr>
            <p:cNvPr id="7" name="Border">
              <a:extLst>
                <a:ext uri="{FF2B5EF4-FFF2-40B4-BE49-F238E27FC236}">
                  <a16:creationId xmlns:a16="http://schemas.microsoft.com/office/drawing/2014/main" id="{CDA00DE1-FADC-46E0-92F6-4E27D46F039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17B085E5-79B7-4DFD-8E6B-C16FC03A3A3F}"/>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E0DBE5C4-7609-46C4-86FB-9803CE4A46F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TextBox 9">
              <a:extLst>
                <a:ext uri="{FF2B5EF4-FFF2-40B4-BE49-F238E27FC236}">
                  <a16:creationId xmlns:a16="http://schemas.microsoft.com/office/drawing/2014/main" id="{EA12E9ED-9905-4C5C-A17A-CCDE37698330}"/>
                </a:ext>
              </a:extLst>
            </p:cNvPr>
            <p:cNvSpPr txBox="1"/>
            <p:nvPr/>
          </p:nvSpPr>
          <p:spPr>
            <a:xfrm>
              <a:off x="3335780" y="2018289"/>
              <a:ext cx="690867" cy="470629"/>
            </a:xfrm>
            <a:prstGeom prst="rect">
              <a:avLst/>
            </a:prstGeom>
            <a:solidFill>
              <a:schemeClr val="bg1"/>
            </a:solidFill>
            <a:ln>
              <a:noFill/>
            </a:ln>
          </p:spPr>
          <p:txBody>
            <a:bodyPr wrap="square" rtlCol="0">
              <a:spAutoFit/>
            </a:bodyPr>
            <a:lstStyle/>
            <a:p>
              <a:pPr algn="ctr"/>
              <a:r>
                <a:rPr lang="en-US" altLang="ko-KR" sz="800" dirty="0">
                  <a:solidFill>
                    <a:schemeClr val="tx1">
                      <a:lumMod val="50000"/>
                      <a:lumOff val="50000"/>
                    </a:schemeClr>
                  </a:solidFill>
                </a:rPr>
                <a:t>LOGO</a:t>
              </a:r>
              <a:endParaRPr lang="ko-KR" altLang="en-US" sz="800" dirty="0">
                <a:solidFill>
                  <a:schemeClr val="tx1">
                    <a:lumMod val="50000"/>
                    <a:lumOff val="50000"/>
                  </a:schemeClr>
                </a:solidFill>
              </a:endParaRPr>
            </a:p>
          </p:txBody>
        </p:sp>
      </p:grpSp>
      <p:sp>
        <p:nvSpPr>
          <p:cNvPr id="11" name="직사각형 10">
            <a:extLst>
              <a:ext uri="{FF2B5EF4-FFF2-40B4-BE49-F238E27FC236}">
                <a16:creationId xmlns:a16="http://schemas.microsoft.com/office/drawing/2014/main" id="{CF7CE67B-C813-4F87-96CB-B88840B71D6C}"/>
              </a:ext>
            </a:extLst>
          </p:cNvPr>
          <p:cNvSpPr/>
          <p:nvPr userDrawn="1"/>
        </p:nvSpPr>
        <p:spPr>
          <a:xfrm>
            <a:off x="7132857" y="110580"/>
            <a:ext cx="2933097" cy="253211"/>
          </a:xfrm>
          <a:prstGeom prst="rect">
            <a:avLst/>
          </a:prstGeom>
        </p:spPr>
        <p:txBody>
          <a:bodyPr wrap="square">
            <a:spAutoFit/>
          </a:bodyPr>
          <a:lstStyle/>
          <a:p>
            <a:pPr algn="r">
              <a:lnSpc>
                <a:spcPct val="150000"/>
              </a:lnSpc>
            </a:pPr>
            <a:r>
              <a:rPr lang="en-US" altLang="ko-KR" sz="800" dirty="0">
                <a:solidFill>
                  <a:schemeClr val="bg1">
                    <a:lumMod val="75000"/>
                  </a:schemeClr>
                </a:solidFill>
                <a:latin typeface="+mj-ea"/>
                <a:ea typeface="+mj-ea"/>
              </a:rPr>
              <a:t> </a:t>
            </a:r>
            <a:r>
              <a:rPr lang="en-US" altLang="ko-KR" sz="800" b="1" dirty="0">
                <a:solidFill>
                  <a:schemeClr val="tx1"/>
                </a:solidFill>
                <a:latin typeface="+mj-ea"/>
                <a:ea typeface="+mj-ea"/>
              </a:rPr>
              <a:t>[ </a:t>
            </a:r>
            <a:r>
              <a:rPr lang="ko-KR" altLang="en-US" sz="800" b="1" dirty="0">
                <a:solidFill>
                  <a:schemeClr val="tx1"/>
                </a:solidFill>
                <a:latin typeface="+mj-ea"/>
                <a:ea typeface="+mj-ea"/>
              </a:rPr>
              <a:t>회원사 명 </a:t>
            </a:r>
            <a:r>
              <a:rPr lang="en-US" altLang="ko-KR" sz="800" b="1" dirty="0">
                <a:solidFill>
                  <a:schemeClr val="tx1"/>
                </a:solidFill>
                <a:latin typeface="+mj-ea"/>
                <a:ea typeface="+mj-ea"/>
              </a:rPr>
              <a:t>]  </a:t>
            </a:r>
            <a:r>
              <a:rPr lang="ko-KR" altLang="en-US" sz="800" b="1" dirty="0">
                <a:solidFill>
                  <a:schemeClr val="tx1"/>
                </a:solidFill>
                <a:latin typeface="+mj-ea"/>
                <a:ea typeface="+mj-ea"/>
              </a:rPr>
              <a:t>발주담당자</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sp>
        <p:nvSpPr>
          <p:cNvPr id="12" name="사각형: 둥근 모서리 11">
            <a:extLst>
              <a:ext uri="{FF2B5EF4-FFF2-40B4-BE49-F238E27FC236}">
                <a16:creationId xmlns:a16="http://schemas.microsoft.com/office/drawing/2014/main" id="{0E0AC464-C1D2-43B4-A242-DEB2544C03EB}"/>
              </a:ext>
            </a:extLst>
          </p:cNvPr>
          <p:cNvSpPr/>
          <p:nvPr userDrawn="1"/>
        </p:nvSpPr>
        <p:spPr>
          <a:xfrm>
            <a:off x="1501672" y="176976"/>
            <a:ext cx="748156"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발주관리</a:t>
            </a:r>
          </a:p>
        </p:txBody>
      </p:sp>
      <p:sp>
        <p:nvSpPr>
          <p:cNvPr id="13" name="사각형: 둥근 모서리 12">
            <a:extLst>
              <a:ext uri="{FF2B5EF4-FFF2-40B4-BE49-F238E27FC236}">
                <a16:creationId xmlns:a16="http://schemas.microsoft.com/office/drawing/2014/main" id="{90367D38-AAB5-41BA-8E39-ADD582838747}"/>
              </a:ext>
            </a:extLst>
          </p:cNvPr>
          <p:cNvSpPr/>
          <p:nvPr userDrawn="1"/>
        </p:nvSpPr>
        <p:spPr>
          <a:xfrm>
            <a:off x="2321387" y="176976"/>
            <a:ext cx="888569" cy="196850"/>
          </a:xfrm>
          <a:prstGeom prst="round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ko-KR" altLang="en-US" sz="700" dirty="0">
                <a:solidFill>
                  <a:schemeClr val="tx1"/>
                </a:solidFill>
              </a:rPr>
              <a:t>발주소통메모</a:t>
            </a:r>
          </a:p>
        </p:txBody>
      </p:sp>
      <p:sp>
        <p:nvSpPr>
          <p:cNvPr id="14" name="웃는 얼굴 13">
            <a:extLst>
              <a:ext uri="{FF2B5EF4-FFF2-40B4-BE49-F238E27FC236}">
                <a16:creationId xmlns:a16="http://schemas.microsoft.com/office/drawing/2014/main" id="{863CFCF1-A3CB-49AA-9B38-606F1CF081CD}"/>
              </a:ext>
            </a:extLst>
          </p:cNvPr>
          <p:cNvSpPr/>
          <p:nvPr userDrawn="1"/>
        </p:nvSpPr>
        <p:spPr>
          <a:xfrm>
            <a:off x="1554733" y="213846"/>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 name="웃는 얼굴 14">
            <a:extLst>
              <a:ext uri="{FF2B5EF4-FFF2-40B4-BE49-F238E27FC236}">
                <a16:creationId xmlns:a16="http://schemas.microsoft.com/office/drawing/2014/main" id="{578B70C2-4C7C-4488-A138-B1565C48FC5B}"/>
              </a:ext>
            </a:extLst>
          </p:cNvPr>
          <p:cNvSpPr/>
          <p:nvPr userDrawn="1"/>
        </p:nvSpPr>
        <p:spPr>
          <a:xfrm>
            <a:off x="2373502" y="211416"/>
            <a:ext cx="119291" cy="123110"/>
          </a:xfrm>
          <a:prstGeom prst="smileyFac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 name="직사각형 15">
            <a:extLst>
              <a:ext uri="{FF2B5EF4-FFF2-40B4-BE49-F238E27FC236}">
                <a16:creationId xmlns:a16="http://schemas.microsoft.com/office/drawing/2014/main" id="{4DC56AC2-0047-4BC0-A793-0A0D65543A17}"/>
              </a:ext>
            </a:extLst>
          </p:cNvPr>
          <p:cNvSpPr/>
          <p:nvPr userDrawn="1"/>
        </p:nvSpPr>
        <p:spPr>
          <a:xfrm>
            <a:off x="66533" y="440794"/>
            <a:ext cx="10033092" cy="714660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 name="TextBox 16">
            <a:extLst>
              <a:ext uri="{FF2B5EF4-FFF2-40B4-BE49-F238E27FC236}">
                <a16:creationId xmlns:a16="http://schemas.microsoft.com/office/drawing/2014/main" id="{938F8D2E-BD84-4BFA-BF5C-492D60392458}"/>
              </a:ext>
            </a:extLst>
          </p:cNvPr>
          <p:cNvSpPr txBox="1"/>
          <p:nvPr userDrawn="1"/>
        </p:nvSpPr>
        <p:spPr>
          <a:xfrm>
            <a:off x="1103586" y="2892963"/>
            <a:ext cx="761547" cy="215444"/>
          </a:xfrm>
          <a:prstGeom prst="rect">
            <a:avLst/>
          </a:prstGeom>
          <a:noFill/>
        </p:spPr>
        <p:txBody>
          <a:bodyPr wrap="square" rtlCol="0">
            <a:spAutoFit/>
          </a:bodyPr>
          <a:lstStyle/>
          <a:p>
            <a:r>
              <a:rPr lang="ko-KR" altLang="en-US" sz="800" dirty="0"/>
              <a:t>총 </a:t>
            </a:r>
            <a:r>
              <a:rPr lang="en-US" altLang="ko-KR" sz="800" dirty="0"/>
              <a:t>00</a:t>
            </a:r>
            <a:r>
              <a:rPr lang="ko-KR" altLang="en-US" sz="800" dirty="0"/>
              <a:t>건</a:t>
            </a:r>
          </a:p>
        </p:txBody>
      </p:sp>
      <p:sp>
        <p:nvSpPr>
          <p:cNvPr id="18" name="직사각형 17">
            <a:extLst>
              <a:ext uri="{FF2B5EF4-FFF2-40B4-BE49-F238E27FC236}">
                <a16:creationId xmlns:a16="http://schemas.microsoft.com/office/drawing/2014/main" id="{21904145-DB4E-4855-AC48-715604A4A150}"/>
              </a:ext>
            </a:extLst>
          </p:cNvPr>
          <p:cNvSpPr/>
          <p:nvPr userDrawn="1"/>
        </p:nvSpPr>
        <p:spPr>
          <a:xfrm>
            <a:off x="7844127" y="2426969"/>
            <a:ext cx="1430746"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a:solidFill>
                  <a:schemeClr val="bg1"/>
                </a:solidFill>
              </a:rPr>
              <a:t>EXCEL DOWNLOAD</a:t>
            </a:r>
            <a:endParaRPr lang="en-US" altLang="ko-KR" sz="800" dirty="0">
              <a:solidFill>
                <a:schemeClr val="bg1"/>
              </a:solidFill>
            </a:endParaRPr>
          </a:p>
        </p:txBody>
      </p:sp>
      <p:pic>
        <p:nvPicPr>
          <p:cNvPr id="19" name="Picture 2">
            <a:extLst>
              <a:ext uri="{FF2B5EF4-FFF2-40B4-BE49-F238E27FC236}">
                <a16:creationId xmlns:a16="http://schemas.microsoft.com/office/drawing/2014/main" id="{08AB880D-F9D3-4590-8388-852CE8C55967}"/>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205247" y="6158805"/>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0" name="TextBox 19">
            <a:extLst>
              <a:ext uri="{FF2B5EF4-FFF2-40B4-BE49-F238E27FC236}">
                <a16:creationId xmlns:a16="http://schemas.microsoft.com/office/drawing/2014/main" id="{589B31AC-BC21-4E01-982C-E53A0D1F87F2}"/>
              </a:ext>
            </a:extLst>
          </p:cNvPr>
          <p:cNvSpPr txBox="1"/>
          <p:nvPr userDrawn="1"/>
        </p:nvSpPr>
        <p:spPr>
          <a:xfrm>
            <a:off x="4737231" y="847490"/>
            <a:ext cx="854721" cy="276999"/>
          </a:xfrm>
          <a:prstGeom prst="rect">
            <a:avLst/>
          </a:prstGeom>
          <a:noFill/>
        </p:spPr>
        <p:txBody>
          <a:bodyPr wrap="none" rtlCol="0">
            <a:spAutoFit/>
          </a:bodyPr>
          <a:lstStyle/>
          <a:p>
            <a:r>
              <a:rPr lang="ko-KR" altLang="en-US" sz="1200" b="1" dirty="0"/>
              <a:t>발주 관리</a:t>
            </a:r>
          </a:p>
        </p:txBody>
      </p:sp>
      <p:cxnSp>
        <p:nvCxnSpPr>
          <p:cNvPr id="21" name="직선 연결선 20">
            <a:extLst>
              <a:ext uri="{FF2B5EF4-FFF2-40B4-BE49-F238E27FC236}">
                <a16:creationId xmlns:a16="http://schemas.microsoft.com/office/drawing/2014/main" id="{3BC858EA-A2DC-487B-908C-A355514865C4}"/>
              </a:ext>
            </a:extLst>
          </p:cNvPr>
          <p:cNvCxnSpPr>
            <a:cxnSpLocks/>
          </p:cNvCxnSpPr>
          <p:nvPr userDrawn="1"/>
        </p:nvCxnSpPr>
        <p:spPr>
          <a:xfrm>
            <a:off x="1128092" y="1338464"/>
            <a:ext cx="814678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22" name="표 4">
            <a:extLst>
              <a:ext uri="{FF2B5EF4-FFF2-40B4-BE49-F238E27FC236}">
                <a16:creationId xmlns:a16="http://schemas.microsoft.com/office/drawing/2014/main" id="{C2AE4BAA-BA7A-426D-BEBA-0E4A8D6A10DE}"/>
              </a:ext>
            </a:extLst>
          </p:cNvPr>
          <p:cNvGraphicFramePr>
            <a:graphicFrameLocks noGrp="1"/>
          </p:cNvGraphicFramePr>
          <p:nvPr userDrawn="1">
            <p:extLst>
              <p:ext uri="{D42A27DB-BD31-4B8C-83A1-F6EECF244321}">
                <p14:modId xmlns:p14="http://schemas.microsoft.com/office/powerpoint/2010/main" val="1087620764"/>
              </p:ext>
            </p:extLst>
          </p:nvPr>
        </p:nvGraphicFramePr>
        <p:xfrm>
          <a:off x="1128091" y="1535154"/>
          <a:ext cx="8146782" cy="306016"/>
        </p:xfrm>
        <a:graphic>
          <a:graphicData uri="http://schemas.openxmlformats.org/drawingml/2006/table">
            <a:tbl>
              <a:tblPr firstRow="1" bandRow="1">
                <a:tableStyleId>{5940675A-B579-460E-94D1-54222C63F5DA}</a:tableStyleId>
              </a:tblPr>
              <a:tblGrid>
                <a:gridCol w="4073391">
                  <a:extLst>
                    <a:ext uri="{9D8B030D-6E8A-4147-A177-3AD203B41FA5}">
                      <a16:colId xmlns:a16="http://schemas.microsoft.com/office/drawing/2014/main" val="3306315618"/>
                    </a:ext>
                  </a:extLst>
                </a:gridCol>
                <a:gridCol w="4073391">
                  <a:extLst>
                    <a:ext uri="{9D8B030D-6E8A-4147-A177-3AD203B41FA5}">
                      <a16:colId xmlns:a16="http://schemas.microsoft.com/office/drawing/2014/main" val="1934738033"/>
                    </a:ext>
                  </a:extLst>
                </a:gridCol>
              </a:tblGrid>
              <a:tr h="306016">
                <a:tc>
                  <a:txBody>
                    <a:bodyPr/>
                    <a:lstStyle/>
                    <a:p>
                      <a:pPr algn="ctr" latinLnBrk="1"/>
                      <a:r>
                        <a:rPr lang="ko-KR" altLang="en-US" sz="1000" b="0" dirty="0">
                          <a:solidFill>
                            <a:schemeClr val="tx1"/>
                          </a:solidFill>
                        </a:rPr>
                        <a:t>발주대기</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1" dirty="0">
                          <a:solidFill>
                            <a:schemeClr val="bg1"/>
                          </a:solidFill>
                        </a:rPr>
                        <a:t>발주완료</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extLst>
                  <a:ext uri="{0D108BD9-81ED-4DB2-BD59-A6C34878D82A}">
                    <a16:rowId xmlns:a16="http://schemas.microsoft.com/office/drawing/2014/main" val="2825709569"/>
                  </a:ext>
                </a:extLst>
              </a:tr>
            </a:tbl>
          </a:graphicData>
        </a:graphic>
      </p:graphicFrame>
      <p:sp>
        <p:nvSpPr>
          <p:cNvPr id="23" name="직사각형 22">
            <a:extLst>
              <a:ext uri="{FF2B5EF4-FFF2-40B4-BE49-F238E27FC236}">
                <a16:creationId xmlns:a16="http://schemas.microsoft.com/office/drawing/2014/main" id="{C04DD0A0-5205-4648-9464-1DF877E4E104}"/>
              </a:ext>
            </a:extLst>
          </p:cNvPr>
          <p:cNvSpPr/>
          <p:nvPr userDrawn="1"/>
        </p:nvSpPr>
        <p:spPr>
          <a:xfrm>
            <a:off x="6200059" y="2020538"/>
            <a:ext cx="2609448" cy="32185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24" name="TextBox 23">
            <a:extLst>
              <a:ext uri="{FF2B5EF4-FFF2-40B4-BE49-F238E27FC236}">
                <a16:creationId xmlns:a16="http://schemas.microsoft.com/office/drawing/2014/main" id="{7E79B234-8C20-4959-9A30-CE99D8EADA55}"/>
              </a:ext>
            </a:extLst>
          </p:cNvPr>
          <p:cNvSpPr txBox="1"/>
          <p:nvPr userDrawn="1"/>
        </p:nvSpPr>
        <p:spPr>
          <a:xfrm>
            <a:off x="6229555" y="2076910"/>
            <a:ext cx="595035" cy="215444"/>
          </a:xfrm>
          <a:prstGeom prst="rect">
            <a:avLst/>
          </a:prstGeom>
          <a:noFill/>
        </p:spPr>
        <p:txBody>
          <a:bodyPr wrap="square" rtlCol="0">
            <a:spAutoFit/>
          </a:bodyPr>
          <a:lstStyle/>
          <a:p>
            <a:r>
              <a:rPr lang="ko-KR" altLang="en-US" sz="800" dirty="0"/>
              <a:t>발주기간</a:t>
            </a:r>
          </a:p>
        </p:txBody>
      </p:sp>
      <p:sp>
        <p:nvSpPr>
          <p:cNvPr id="25" name="직사각형 24">
            <a:extLst>
              <a:ext uri="{FF2B5EF4-FFF2-40B4-BE49-F238E27FC236}">
                <a16:creationId xmlns:a16="http://schemas.microsoft.com/office/drawing/2014/main" id="{D1D13EC7-65D3-4AA9-A7BD-AF4395E8371F}"/>
              </a:ext>
            </a:extLst>
          </p:cNvPr>
          <p:cNvSpPr/>
          <p:nvPr userDrawn="1"/>
        </p:nvSpPr>
        <p:spPr>
          <a:xfrm>
            <a:off x="6796873" y="2080605"/>
            <a:ext cx="609315"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26" name="그림 25">
            <a:extLst>
              <a:ext uri="{FF2B5EF4-FFF2-40B4-BE49-F238E27FC236}">
                <a16:creationId xmlns:a16="http://schemas.microsoft.com/office/drawing/2014/main" id="{33C9A05F-E493-4C70-A3C8-2585ECA29678}"/>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7431590" y="2072674"/>
            <a:ext cx="200163" cy="207177"/>
          </a:xfrm>
          <a:prstGeom prst="rect">
            <a:avLst/>
          </a:prstGeom>
          <a:ln w="6350">
            <a:noFill/>
          </a:ln>
        </p:spPr>
      </p:pic>
      <p:sp>
        <p:nvSpPr>
          <p:cNvPr id="27" name="TextBox 26">
            <a:extLst>
              <a:ext uri="{FF2B5EF4-FFF2-40B4-BE49-F238E27FC236}">
                <a16:creationId xmlns:a16="http://schemas.microsoft.com/office/drawing/2014/main" id="{079A09DA-E2F4-44AF-A165-8253190F9AA0}"/>
              </a:ext>
            </a:extLst>
          </p:cNvPr>
          <p:cNvSpPr txBox="1"/>
          <p:nvPr userDrawn="1"/>
        </p:nvSpPr>
        <p:spPr>
          <a:xfrm>
            <a:off x="7579311" y="2057408"/>
            <a:ext cx="264816" cy="230832"/>
          </a:xfrm>
          <a:prstGeom prst="rect">
            <a:avLst/>
          </a:prstGeom>
          <a:noFill/>
        </p:spPr>
        <p:txBody>
          <a:bodyPr wrap="square" rtlCol="0">
            <a:spAutoFit/>
          </a:bodyPr>
          <a:lstStyle/>
          <a:p>
            <a:r>
              <a:rPr lang="en-US" altLang="ko-KR" sz="900" dirty="0"/>
              <a:t>~</a:t>
            </a:r>
            <a:endParaRPr lang="ko-KR" altLang="en-US" sz="900" dirty="0"/>
          </a:p>
        </p:txBody>
      </p:sp>
      <p:sp>
        <p:nvSpPr>
          <p:cNvPr id="28" name="직사각형 27">
            <a:extLst>
              <a:ext uri="{FF2B5EF4-FFF2-40B4-BE49-F238E27FC236}">
                <a16:creationId xmlns:a16="http://schemas.microsoft.com/office/drawing/2014/main" id="{5DD1C19D-E86F-43E7-B63C-AD9DC7C0DFA4}"/>
              </a:ext>
            </a:extLst>
          </p:cNvPr>
          <p:cNvSpPr/>
          <p:nvPr userDrawn="1"/>
        </p:nvSpPr>
        <p:spPr>
          <a:xfrm>
            <a:off x="7805661" y="2080605"/>
            <a:ext cx="606992"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29" name="그림 28">
            <a:extLst>
              <a:ext uri="{FF2B5EF4-FFF2-40B4-BE49-F238E27FC236}">
                <a16:creationId xmlns:a16="http://schemas.microsoft.com/office/drawing/2014/main" id="{5AE449CF-6139-49F1-9690-272904AB5AAB}"/>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8440377" y="2072674"/>
            <a:ext cx="200163" cy="207177"/>
          </a:xfrm>
          <a:prstGeom prst="rect">
            <a:avLst/>
          </a:prstGeom>
          <a:ln w="6350">
            <a:noFill/>
          </a:ln>
        </p:spPr>
      </p:pic>
      <p:sp>
        <p:nvSpPr>
          <p:cNvPr id="30" name="직사각형 29">
            <a:extLst>
              <a:ext uri="{FF2B5EF4-FFF2-40B4-BE49-F238E27FC236}">
                <a16:creationId xmlns:a16="http://schemas.microsoft.com/office/drawing/2014/main" id="{9ED5CB36-CF14-4754-9FB1-C4EFE429BD2B}"/>
              </a:ext>
            </a:extLst>
          </p:cNvPr>
          <p:cNvSpPr/>
          <p:nvPr userDrawn="1"/>
        </p:nvSpPr>
        <p:spPr>
          <a:xfrm>
            <a:off x="8809507" y="2020539"/>
            <a:ext cx="453540" cy="32428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조회</a:t>
            </a:r>
          </a:p>
        </p:txBody>
      </p:sp>
      <p:cxnSp>
        <p:nvCxnSpPr>
          <p:cNvPr id="31" name="직선 연결선 30">
            <a:extLst>
              <a:ext uri="{FF2B5EF4-FFF2-40B4-BE49-F238E27FC236}">
                <a16:creationId xmlns:a16="http://schemas.microsoft.com/office/drawing/2014/main" id="{8DD02C38-4142-499C-BA56-F381883EDC45}"/>
              </a:ext>
            </a:extLst>
          </p:cNvPr>
          <p:cNvCxnSpPr>
            <a:cxnSpLocks/>
          </p:cNvCxnSpPr>
          <p:nvPr userDrawn="1"/>
        </p:nvCxnSpPr>
        <p:spPr>
          <a:xfrm>
            <a:off x="1126681" y="2750254"/>
            <a:ext cx="8117956" cy="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32" name="직사각형 31">
            <a:extLst>
              <a:ext uri="{FF2B5EF4-FFF2-40B4-BE49-F238E27FC236}">
                <a16:creationId xmlns:a16="http://schemas.microsoft.com/office/drawing/2014/main" id="{139E944F-744D-4380-9DF2-2588C2C71512}"/>
              </a:ext>
            </a:extLst>
          </p:cNvPr>
          <p:cNvSpPr/>
          <p:nvPr userDrawn="1"/>
        </p:nvSpPr>
        <p:spPr>
          <a:xfrm>
            <a:off x="1126681" y="2020538"/>
            <a:ext cx="1014763" cy="31691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발주상태 전체  ▼</a:t>
            </a:r>
            <a:endParaRPr lang="en-US" altLang="ko-KR" sz="800" dirty="0">
              <a:solidFill>
                <a:schemeClr val="tx1">
                  <a:lumMod val="50000"/>
                  <a:lumOff val="50000"/>
                </a:schemeClr>
              </a:solidFill>
            </a:endParaRPr>
          </a:p>
        </p:txBody>
      </p:sp>
      <p:graphicFrame>
        <p:nvGraphicFramePr>
          <p:cNvPr id="33" name="표 4">
            <a:extLst>
              <a:ext uri="{FF2B5EF4-FFF2-40B4-BE49-F238E27FC236}">
                <a16:creationId xmlns:a16="http://schemas.microsoft.com/office/drawing/2014/main" id="{ABF6D064-95AA-4365-A512-7AABA209EF56}"/>
              </a:ext>
            </a:extLst>
          </p:cNvPr>
          <p:cNvGraphicFramePr>
            <a:graphicFrameLocks noGrp="1"/>
          </p:cNvGraphicFramePr>
          <p:nvPr userDrawn="1">
            <p:extLst>
              <p:ext uri="{D42A27DB-BD31-4B8C-83A1-F6EECF244321}">
                <p14:modId xmlns:p14="http://schemas.microsoft.com/office/powerpoint/2010/main" val="945280401"/>
              </p:ext>
            </p:extLst>
          </p:nvPr>
        </p:nvGraphicFramePr>
        <p:xfrm>
          <a:off x="2249828" y="2022221"/>
          <a:ext cx="3871496" cy="321851"/>
        </p:xfrm>
        <a:graphic>
          <a:graphicData uri="http://schemas.openxmlformats.org/drawingml/2006/table">
            <a:tbl>
              <a:tblPr firstRow="1" bandRow="1">
                <a:tableStyleId>{5940675A-B579-460E-94D1-54222C63F5DA}</a:tableStyleId>
              </a:tblPr>
              <a:tblGrid>
                <a:gridCol w="967874">
                  <a:extLst>
                    <a:ext uri="{9D8B030D-6E8A-4147-A177-3AD203B41FA5}">
                      <a16:colId xmlns:a16="http://schemas.microsoft.com/office/drawing/2014/main" val="3306315618"/>
                    </a:ext>
                  </a:extLst>
                </a:gridCol>
                <a:gridCol w="967874">
                  <a:extLst>
                    <a:ext uri="{9D8B030D-6E8A-4147-A177-3AD203B41FA5}">
                      <a16:colId xmlns:a16="http://schemas.microsoft.com/office/drawing/2014/main" val="4234179379"/>
                    </a:ext>
                  </a:extLst>
                </a:gridCol>
                <a:gridCol w="967874">
                  <a:extLst>
                    <a:ext uri="{9D8B030D-6E8A-4147-A177-3AD203B41FA5}">
                      <a16:colId xmlns:a16="http://schemas.microsoft.com/office/drawing/2014/main" val="561096672"/>
                    </a:ext>
                  </a:extLst>
                </a:gridCol>
                <a:gridCol w="967874">
                  <a:extLst>
                    <a:ext uri="{9D8B030D-6E8A-4147-A177-3AD203B41FA5}">
                      <a16:colId xmlns:a16="http://schemas.microsoft.com/office/drawing/2014/main" val="1934738033"/>
                    </a:ext>
                  </a:extLst>
                </a:gridCol>
              </a:tblGrid>
              <a:tr h="321851">
                <a:tc>
                  <a:txBody>
                    <a:bodyPr/>
                    <a:lstStyle/>
                    <a:p>
                      <a:pPr algn="ctr" latinLnBrk="1"/>
                      <a:r>
                        <a:rPr lang="ko-KR" altLang="en-US" sz="900" b="1" dirty="0">
                          <a:solidFill>
                            <a:schemeClr val="bg1"/>
                          </a:solidFill>
                        </a:rPr>
                        <a:t>최근 </a:t>
                      </a:r>
                      <a:r>
                        <a:rPr lang="en-US" altLang="ko-KR" sz="900" b="1" dirty="0">
                          <a:solidFill>
                            <a:schemeClr val="bg1"/>
                          </a:solidFill>
                        </a:rPr>
                        <a:t>1</a:t>
                      </a:r>
                      <a:r>
                        <a:rPr lang="ko-KR" altLang="en-US" sz="900" b="1" dirty="0">
                          <a:solidFill>
                            <a:schemeClr val="bg1"/>
                          </a:solidFill>
                        </a:rPr>
                        <a:t>개월</a:t>
                      </a:r>
                    </a:p>
                  </a:txBody>
                  <a:tcPr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tx1"/>
                    </a:solidFill>
                  </a:tcPr>
                </a:tc>
                <a:tc>
                  <a:txBody>
                    <a:bodyPr/>
                    <a:lstStyle/>
                    <a:p>
                      <a:pPr algn="ctr" latinLnBrk="1"/>
                      <a:r>
                        <a:rPr lang="ko-KR" altLang="en-US" sz="900" b="0" dirty="0">
                          <a:solidFill>
                            <a:schemeClr val="tx1"/>
                          </a:solidFill>
                        </a:rPr>
                        <a:t>최근 </a:t>
                      </a:r>
                      <a:r>
                        <a:rPr lang="en-US" altLang="ko-KR" sz="900" b="0" dirty="0">
                          <a:solidFill>
                            <a:schemeClr val="tx1"/>
                          </a:solidFill>
                        </a:rPr>
                        <a:t>3</a:t>
                      </a:r>
                      <a:r>
                        <a:rPr lang="ko-KR" altLang="en-US" sz="900" b="0" dirty="0">
                          <a:solidFill>
                            <a:schemeClr val="tx1"/>
                          </a:solidFill>
                        </a:rPr>
                        <a:t>개월</a:t>
                      </a:r>
                    </a:p>
                  </a:txBody>
                  <a:tcPr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ko-KR" altLang="en-US" sz="900" b="0" dirty="0">
                          <a:solidFill>
                            <a:schemeClr val="tx1"/>
                          </a:solidFill>
                        </a:rPr>
                        <a:t>최근 </a:t>
                      </a:r>
                      <a:r>
                        <a:rPr lang="en-US" altLang="ko-KR" sz="900" b="0" dirty="0">
                          <a:solidFill>
                            <a:schemeClr val="tx1"/>
                          </a:solidFill>
                        </a:rPr>
                        <a:t>6</a:t>
                      </a:r>
                      <a:r>
                        <a:rPr lang="ko-KR" altLang="en-US" sz="900" b="0" dirty="0">
                          <a:solidFill>
                            <a:schemeClr val="tx1"/>
                          </a:solidFill>
                        </a:rPr>
                        <a:t>개월</a:t>
                      </a:r>
                    </a:p>
                  </a:txBody>
                  <a:tcPr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ko-KR" altLang="en-US" sz="900" b="0" dirty="0">
                          <a:solidFill>
                            <a:schemeClr val="tx1"/>
                          </a:solidFill>
                        </a:rPr>
                        <a:t>최근 </a:t>
                      </a:r>
                      <a:r>
                        <a:rPr lang="en-US" altLang="ko-KR" sz="900" b="0" dirty="0">
                          <a:solidFill>
                            <a:schemeClr val="tx1"/>
                          </a:solidFill>
                        </a:rPr>
                        <a:t>1</a:t>
                      </a:r>
                      <a:r>
                        <a:rPr lang="ko-KR" altLang="en-US" sz="900" b="0" dirty="0">
                          <a:solidFill>
                            <a:schemeClr val="tx1"/>
                          </a:solidFill>
                        </a:rPr>
                        <a:t>년</a:t>
                      </a:r>
                    </a:p>
                  </a:txBody>
                  <a:tcPr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25709569"/>
                  </a:ext>
                </a:extLst>
              </a:tr>
            </a:tbl>
          </a:graphicData>
        </a:graphic>
      </p:graphicFrame>
      <p:grpSp>
        <p:nvGrpSpPr>
          <p:cNvPr id="34" name="그룹 33">
            <a:extLst>
              <a:ext uri="{FF2B5EF4-FFF2-40B4-BE49-F238E27FC236}">
                <a16:creationId xmlns:a16="http://schemas.microsoft.com/office/drawing/2014/main" id="{2C507322-92A9-4FA3-849F-6A392A6B47CA}"/>
              </a:ext>
            </a:extLst>
          </p:cNvPr>
          <p:cNvGrpSpPr/>
          <p:nvPr userDrawn="1"/>
        </p:nvGrpSpPr>
        <p:grpSpPr>
          <a:xfrm>
            <a:off x="7939958" y="2483030"/>
            <a:ext cx="157646" cy="117956"/>
            <a:chOff x="4102371" y="6165304"/>
            <a:chExt cx="294535" cy="220381"/>
          </a:xfrm>
        </p:grpSpPr>
        <p:sp>
          <p:nvSpPr>
            <p:cNvPr id="35" name="직사각형 34">
              <a:extLst>
                <a:ext uri="{FF2B5EF4-FFF2-40B4-BE49-F238E27FC236}">
                  <a16:creationId xmlns:a16="http://schemas.microsoft.com/office/drawing/2014/main" id="{5CC7E04C-8197-4EF6-9279-AD157C9FE4A9}"/>
                </a:ext>
              </a:extLst>
            </p:cNvPr>
            <p:cNvSpPr/>
            <p:nvPr/>
          </p:nvSpPr>
          <p:spPr>
            <a:xfrm>
              <a:off x="4102371" y="6231675"/>
              <a:ext cx="294535" cy="154010"/>
            </a:xfrm>
            <a:prstGeom prst="rect">
              <a:avLst/>
            </a:prstGeom>
            <a:solidFill>
              <a:schemeClr val="bg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6" name="아래쪽 화살표 38">
              <a:extLst>
                <a:ext uri="{FF2B5EF4-FFF2-40B4-BE49-F238E27FC236}">
                  <a16:creationId xmlns:a16="http://schemas.microsoft.com/office/drawing/2014/main" id="{412B8CCA-AA6D-4D21-B890-59FAFCD58524}"/>
                </a:ext>
              </a:extLst>
            </p:cNvPr>
            <p:cNvSpPr/>
            <p:nvPr/>
          </p:nvSpPr>
          <p:spPr>
            <a:xfrm>
              <a:off x="4139952" y="6165304"/>
              <a:ext cx="203642" cy="200477"/>
            </a:xfrm>
            <a:prstGeom prst="downArrow">
              <a:avLst/>
            </a:prstGeom>
            <a:solidFill>
              <a:schemeClr val="bg1"/>
            </a:solidFill>
            <a:ln w="63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aphicFrame>
        <p:nvGraphicFramePr>
          <p:cNvPr id="41" name="표 40">
            <a:extLst>
              <a:ext uri="{FF2B5EF4-FFF2-40B4-BE49-F238E27FC236}">
                <a16:creationId xmlns:a16="http://schemas.microsoft.com/office/drawing/2014/main" id="{329F5FBB-B378-4BC7-9536-1FB22C56CAA2}"/>
              </a:ext>
            </a:extLst>
          </p:cNvPr>
          <p:cNvGraphicFramePr>
            <a:graphicFrameLocks noGrp="1"/>
          </p:cNvGraphicFramePr>
          <p:nvPr userDrawn="1">
            <p:extLst>
              <p:ext uri="{D42A27DB-BD31-4B8C-83A1-F6EECF244321}">
                <p14:modId xmlns:p14="http://schemas.microsoft.com/office/powerpoint/2010/main" val="1978890627"/>
              </p:ext>
            </p:extLst>
          </p:nvPr>
        </p:nvGraphicFramePr>
        <p:xfrm>
          <a:off x="-2895600" y="3145845"/>
          <a:ext cx="12142516" cy="2773680"/>
        </p:xfrm>
        <a:graphic>
          <a:graphicData uri="http://schemas.openxmlformats.org/drawingml/2006/table">
            <a:tbl>
              <a:tblPr firstRow="1" bandRow="1">
                <a:tableStyleId>{5C22544A-7EE6-4342-B048-85BDC9FD1C3A}</a:tableStyleId>
              </a:tblPr>
              <a:tblGrid>
                <a:gridCol w="852805">
                  <a:extLst>
                    <a:ext uri="{9D8B030D-6E8A-4147-A177-3AD203B41FA5}">
                      <a16:colId xmlns:a16="http://schemas.microsoft.com/office/drawing/2014/main" val="3584924015"/>
                    </a:ext>
                  </a:extLst>
                </a:gridCol>
                <a:gridCol w="795655">
                  <a:extLst>
                    <a:ext uri="{9D8B030D-6E8A-4147-A177-3AD203B41FA5}">
                      <a16:colId xmlns:a16="http://schemas.microsoft.com/office/drawing/2014/main" val="20003"/>
                    </a:ext>
                  </a:extLst>
                </a:gridCol>
                <a:gridCol w="1160780">
                  <a:extLst>
                    <a:ext uri="{9D8B030D-6E8A-4147-A177-3AD203B41FA5}">
                      <a16:colId xmlns:a16="http://schemas.microsoft.com/office/drawing/2014/main" val="4214422851"/>
                    </a:ext>
                  </a:extLst>
                </a:gridCol>
                <a:gridCol w="625793">
                  <a:extLst>
                    <a:ext uri="{9D8B030D-6E8A-4147-A177-3AD203B41FA5}">
                      <a16:colId xmlns:a16="http://schemas.microsoft.com/office/drawing/2014/main" val="4095619003"/>
                    </a:ext>
                  </a:extLst>
                </a:gridCol>
                <a:gridCol w="625793">
                  <a:extLst>
                    <a:ext uri="{9D8B030D-6E8A-4147-A177-3AD203B41FA5}">
                      <a16:colId xmlns:a16="http://schemas.microsoft.com/office/drawing/2014/main" val="2489093445"/>
                    </a:ext>
                  </a:extLst>
                </a:gridCol>
                <a:gridCol w="1468755">
                  <a:extLst>
                    <a:ext uri="{9D8B030D-6E8A-4147-A177-3AD203B41FA5}">
                      <a16:colId xmlns:a16="http://schemas.microsoft.com/office/drawing/2014/main" val="20004"/>
                    </a:ext>
                  </a:extLst>
                </a:gridCol>
                <a:gridCol w="625793">
                  <a:extLst>
                    <a:ext uri="{9D8B030D-6E8A-4147-A177-3AD203B41FA5}">
                      <a16:colId xmlns:a16="http://schemas.microsoft.com/office/drawing/2014/main" val="20005"/>
                    </a:ext>
                  </a:extLst>
                </a:gridCol>
                <a:gridCol w="694055">
                  <a:extLst>
                    <a:ext uri="{9D8B030D-6E8A-4147-A177-3AD203B41FA5}">
                      <a16:colId xmlns:a16="http://schemas.microsoft.com/office/drawing/2014/main" val="20006"/>
                    </a:ext>
                  </a:extLst>
                </a:gridCol>
                <a:gridCol w="422593">
                  <a:extLst>
                    <a:ext uri="{9D8B030D-6E8A-4147-A177-3AD203B41FA5}">
                      <a16:colId xmlns:a16="http://schemas.microsoft.com/office/drawing/2014/main" val="20009"/>
                    </a:ext>
                  </a:extLst>
                </a:gridCol>
                <a:gridCol w="2213214">
                  <a:extLst>
                    <a:ext uri="{9D8B030D-6E8A-4147-A177-3AD203B41FA5}">
                      <a16:colId xmlns:a16="http://schemas.microsoft.com/office/drawing/2014/main" val="1243623921"/>
                    </a:ext>
                  </a:extLst>
                </a:gridCol>
                <a:gridCol w="885760">
                  <a:extLst>
                    <a:ext uri="{9D8B030D-6E8A-4147-A177-3AD203B41FA5}">
                      <a16:colId xmlns:a16="http://schemas.microsoft.com/office/drawing/2014/main" val="695914678"/>
                    </a:ext>
                  </a:extLst>
                </a:gridCol>
                <a:gridCol w="885760">
                  <a:extLst>
                    <a:ext uri="{9D8B030D-6E8A-4147-A177-3AD203B41FA5}">
                      <a16:colId xmlns:a16="http://schemas.microsoft.com/office/drawing/2014/main" val="2641704104"/>
                    </a:ext>
                  </a:extLst>
                </a:gridCol>
                <a:gridCol w="885760">
                  <a:extLst>
                    <a:ext uri="{9D8B030D-6E8A-4147-A177-3AD203B41FA5}">
                      <a16:colId xmlns:a16="http://schemas.microsoft.com/office/drawing/2014/main" val="2504136417"/>
                    </a:ext>
                  </a:extLst>
                </a:gridCol>
              </a:tblGrid>
              <a:tr h="0">
                <a:tc>
                  <a:txBody>
                    <a:bodyPr/>
                    <a:lstStyle/>
                    <a:p>
                      <a:pPr algn="ctr" latinLnBrk="1"/>
                      <a:r>
                        <a:rPr lang="ko-KR" altLang="en-US" sz="800" b="1" dirty="0">
                          <a:solidFill>
                            <a:schemeClr val="tx1"/>
                          </a:solidFill>
                        </a:rPr>
                        <a:t>주문번호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800" b="1" dirty="0">
                          <a:solidFill>
                            <a:schemeClr val="tx1"/>
                          </a:solidFill>
                        </a:rPr>
                        <a:t>Shop</a:t>
                      </a:r>
                      <a:r>
                        <a:rPr lang="ko-KR" altLang="en-US" sz="800" b="1" dirty="0">
                          <a:solidFill>
                            <a:schemeClr val="tx1"/>
                          </a:solidFill>
                        </a:rPr>
                        <a:t>채널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배송요청일시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발주상태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수신자명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배송주소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err="1">
                          <a:solidFill>
                            <a:schemeClr val="tx1"/>
                          </a:solidFill>
                        </a:rPr>
                        <a:t>택배사</a:t>
                      </a:r>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송장번호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관리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Me9-0002324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배송중</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en-US" altLang="ko-KR" sz="800" b="0" dirty="0">
                          <a:solidFill>
                            <a:schemeClr val="tx1"/>
                          </a:solidFill>
                        </a:rPr>
                        <a:t>00234  </a:t>
                      </a:r>
                      <a:r>
                        <a:rPr lang="ko-KR" altLang="en-US" sz="800" b="0" dirty="0">
                          <a:solidFill>
                            <a:schemeClr val="tx1"/>
                          </a:solidFill>
                        </a:rPr>
                        <a:t>서울시 마포구 공덕동 </a:t>
                      </a:r>
                      <a:r>
                        <a:rPr lang="en-US" altLang="ko-KR" sz="800" b="0" dirty="0">
                          <a:solidFill>
                            <a:schemeClr val="tx1"/>
                          </a:solidFill>
                        </a:rPr>
                        <a:t>1118-12 B112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우체국 택배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11221223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배송중</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5"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5"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5"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00234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서울시 마포구 공덕동 </a:t>
                      </a: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1118-12 B112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우체국 택배</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11221223</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배송중</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6" tooltip="새 창 열림">
                            <a:extLst>
                              <a:ext uri="{A12FA001-AC4F-418D-AE19-62706E023703}">
                                <ahyp:hlinkClr xmlns:ahyp="http://schemas.microsoft.com/office/drawing/2018/hyperlinkcolor" val="tx"/>
                              </a:ext>
                            </a:extLst>
                          </a:hlinkClick>
                        </a:rPr>
                        <a:t>Silver nihil </a:t>
                      </a:r>
                      <a:r>
                        <a:rPr lang="en-US" sz="800" b="0" u="sng" strike="noStrike" dirty="0" err="1">
                          <a:solidFill>
                            <a:schemeClr val="accent2">
                              <a:lumMod val="75000"/>
                            </a:schemeClr>
                          </a:solidFill>
                          <a:effectLst/>
                          <a:latin typeface="+mj-ea"/>
                          <a:ea typeface="+mj-ea"/>
                          <a:hlinkClick r:id="rId6" tooltip="새 창 열림">
                            <a:extLst>
                              <a:ext uri="{A12FA001-AC4F-418D-AE19-62706E023703}">
                                <ahyp:hlinkClr xmlns:ahyp="http://schemas.microsoft.com/office/drawing/2018/hyperlinkcolor"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WT/S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33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00234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서울시 마포구 공덕동 </a:t>
                      </a: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1118-12 B112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우체국 택배</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11221223</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배송중</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00234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서울시 마포구 공덕동 </a:t>
                      </a: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1118-12 B112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우체국 택배</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11221223</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679275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배송중</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5"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5"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5"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00234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서울시 마포구 공덕동 </a:t>
                      </a: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1118-12 B112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우체국 택배</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11221223</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60545407"/>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구매완료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6" tooltip="새 창 열림">
                            <a:extLst>
                              <a:ext uri="{A12FA001-AC4F-418D-AE19-62706E023703}">
                                <ahyp:hlinkClr xmlns:ahyp="http://schemas.microsoft.com/office/drawing/2018/hyperlinkcolor" val="tx"/>
                              </a:ext>
                            </a:extLst>
                          </a:hlinkClick>
                        </a:rPr>
                        <a:t>Silver nihil </a:t>
                      </a:r>
                      <a:r>
                        <a:rPr lang="en-US" sz="800" b="0" u="sng" strike="noStrike" dirty="0" err="1">
                          <a:solidFill>
                            <a:schemeClr val="accent2">
                              <a:lumMod val="75000"/>
                            </a:schemeClr>
                          </a:solidFill>
                          <a:effectLst/>
                          <a:latin typeface="+mj-ea"/>
                          <a:ea typeface="+mj-ea"/>
                          <a:hlinkClick r:id="rId6" tooltip="새 창 열림">
                            <a:extLst>
                              <a:ext uri="{A12FA001-AC4F-418D-AE19-62706E023703}">
                                <ahyp:hlinkClr xmlns:ahyp="http://schemas.microsoft.com/office/drawing/2018/hyperlinkcolor"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BK/L</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00234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서울시 마포구 공덕동 </a:t>
                      </a: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1118-12 B112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우체국 택배</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11221223</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7300093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구매완료</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00234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서울시 마포구 공덕동 </a:t>
                      </a: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1118-12 B112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우체국 택배</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11221223</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1477464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구매완료</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5"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5"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5"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00234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서울시 마포구 공덕동 </a:t>
                      </a: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1118-12 B112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우체국 택배</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11221223</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40055972"/>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구매완료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6" tooltip="새 창 열림">
                            <a:extLst>
                              <a:ext uri="{A12FA001-AC4F-418D-AE19-62706E023703}">
                                <ahyp:hlinkClr xmlns:ahyp="http://schemas.microsoft.com/office/drawing/2018/hyperlinkcolor" val="tx"/>
                              </a:ext>
                            </a:extLst>
                          </a:hlinkClick>
                        </a:rPr>
                        <a:t>Silver nihil </a:t>
                      </a:r>
                      <a:r>
                        <a:rPr lang="en-US" sz="800" b="0" u="sng" strike="noStrike" dirty="0" err="1">
                          <a:solidFill>
                            <a:schemeClr val="accent2">
                              <a:lumMod val="75000"/>
                            </a:schemeClr>
                          </a:solidFill>
                          <a:effectLst/>
                          <a:latin typeface="+mj-ea"/>
                          <a:ea typeface="+mj-ea"/>
                          <a:hlinkClick r:id="rId6" tooltip="새 창 열림">
                            <a:extLst>
                              <a:ext uri="{A12FA001-AC4F-418D-AE19-62706E023703}">
                                <ahyp:hlinkClr xmlns:ahyp="http://schemas.microsoft.com/office/drawing/2018/hyperlinkcolor"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WT/S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33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00234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서울시 마포구 공덕동 </a:t>
                      </a: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1118-12 B112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우체국 택배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11221223</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6475764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교환완료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00234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서울시 마포구 공덕동 </a:t>
                      </a: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1118-12 B112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한진 택배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11221223</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9408690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교환완료</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5"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5"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5"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00234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서울시 마포구 공덕동 </a:t>
                      </a: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1118-12 B112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한진 택배</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11221223</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61936248"/>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교환완료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6" tooltip="새 창 열림">
                            <a:extLst>
                              <a:ext uri="{A12FA001-AC4F-418D-AE19-62706E023703}">
                                <ahyp:hlinkClr xmlns:ahyp="http://schemas.microsoft.com/office/drawing/2018/hyperlinkcolor" val="tx"/>
                              </a:ext>
                            </a:extLst>
                          </a:hlinkClick>
                        </a:rPr>
                        <a:t>Silver nihil </a:t>
                      </a:r>
                      <a:r>
                        <a:rPr lang="en-US" sz="800" b="0" u="sng" strike="noStrike" dirty="0" err="1">
                          <a:solidFill>
                            <a:schemeClr val="accent2">
                              <a:lumMod val="75000"/>
                            </a:schemeClr>
                          </a:solidFill>
                          <a:effectLst/>
                          <a:latin typeface="+mj-ea"/>
                          <a:ea typeface="+mj-ea"/>
                          <a:hlinkClick r:id="rId6" tooltip="새 창 열림">
                            <a:extLst>
                              <a:ext uri="{A12FA001-AC4F-418D-AE19-62706E023703}">
                                <ahyp:hlinkClr xmlns:ahyp="http://schemas.microsoft.com/office/drawing/2018/hyperlinkcolor"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BK/L</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00234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서울시 마포구 공덕동 </a:t>
                      </a: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1118-12 B112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한진 택배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11221223</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83094304"/>
                  </a:ext>
                </a:extLst>
              </a:tr>
            </a:tbl>
          </a:graphicData>
        </a:graphic>
      </p:graphicFrame>
      <p:sp>
        <p:nvSpPr>
          <p:cNvPr id="42" name="직사각형 41">
            <a:extLst>
              <a:ext uri="{FF2B5EF4-FFF2-40B4-BE49-F238E27FC236}">
                <a16:creationId xmlns:a16="http://schemas.microsoft.com/office/drawing/2014/main" id="{5B5A7F09-E7B8-4167-BDB4-26BA603F8947}"/>
              </a:ext>
            </a:extLst>
          </p:cNvPr>
          <p:cNvSpPr/>
          <p:nvPr userDrawn="1"/>
        </p:nvSpPr>
        <p:spPr>
          <a:xfrm>
            <a:off x="8836117" y="3399050"/>
            <a:ext cx="341530" cy="142079"/>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43" name="직사각형 42">
            <a:extLst>
              <a:ext uri="{FF2B5EF4-FFF2-40B4-BE49-F238E27FC236}">
                <a16:creationId xmlns:a16="http://schemas.microsoft.com/office/drawing/2014/main" id="{997F0E5A-4D6D-4B0D-8311-219909CD4E48}"/>
              </a:ext>
            </a:extLst>
          </p:cNvPr>
          <p:cNvSpPr/>
          <p:nvPr userDrawn="1"/>
        </p:nvSpPr>
        <p:spPr>
          <a:xfrm>
            <a:off x="8450725" y="3395496"/>
            <a:ext cx="341530" cy="142079"/>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44" name="직사각형 43">
            <a:extLst>
              <a:ext uri="{FF2B5EF4-FFF2-40B4-BE49-F238E27FC236}">
                <a16:creationId xmlns:a16="http://schemas.microsoft.com/office/drawing/2014/main" id="{175AFA16-44F8-4485-AF08-3CE02A0F0DB8}"/>
              </a:ext>
            </a:extLst>
          </p:cNvPr>
          <p:cNvSpPr/>
          <p:nvPr userDrawn="1"/>
        </p:nvSpPr>
        <p:spPr>
          <a:xfrm>
            <a:off x="8836117" y="3609225"/>
            <a:ext cx="341530" cy="142079"/>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45" name="직사각형 44">
            <a:extLst>
              <a:ext uri="{FF2B5EF4-FFF2-40B4-BE49-F238E27FC236}">
                <a16:creationId xmlns:a16="http://schemas.microsoft.com/office/drawing/2014/main" id="{3BAB0095-0B31-4806-A844-B35BC3C126CA}"/>
              </a:ext>
            </a:extLst>
          </p:cNvPr>
          <p:cNvSpPr/>
          <p:nvPr userDrawn="1"/>
        </p:nvSpPr>
        <p:spPr>
          <a:xfrm>
            <a:off x="8450725" y="3605671"/>
            <a:ext cx="341530" cy="142079"/>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46" name="직사각형 45">
            <a:extLst>
              <a:ext uri="{FF2B5EF4-FFF2-40B4-BE49-F238E27FC236}">
                <a16:creationId xmlns:a16="http://schemas.microsoft.com/office/drawing/2014/main" id="{48E38ED4-3ABA-4ED8-9765-574FF8C5A5F7}"/>
              </a:ext>
            </a:extLst>
          </p:cNvPr>
          <p:cNvSpPr/>
          <p:nvPr userDrawn="1"/>
        </p:nvSpPr>
        <p:spPr>
          <a:xfrm>
            <a:off x="8836117" y="3832638"/>
            <a:ext cx="341530" cy="142079"/>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47" name="직사각형 46">
            <a:extLst>
              <a:ext uri="{FF2B5EF4-FFF2-40B4-BE49-F238E27FC236}">
                <a16:creationId xmlns:a16="http://schemas.microsoft.com/office/drawing/2014/main" id="{E0360322-09B7-4BCF-B43B-BF9835942BD9}"/>
              </a:ext>
            </a:extLst>
          </p:cNvPr>
          <p:cNvSpPr/>
          <p:nvPr userDrawn="1"/>
        </p:nvSpPr>
        <p:spPr>
          <a:xfrm>
            <a:off x="8450725" y="3829084"/>
            <a:ext cx="341530" cy="142079"/>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48" name="직사각형 47">
            <a:extLst>
              <a:ext uri="{FF2B5EF4-FFF2-40B4-BE49-F238E27FC236}">
                <a16:creationId xmlns:a16="http://schemas.microsoft.com/office/drawing/2014/main" id="{FB1FE8E8-5F32-45DE-916C-C8886B4F3A03}"/>
              </a:ext>
            </a:extLst>
          </p:cNvPr>
          <p:cNvSpPr/>
          <p:nvPr userDrawn="1"/>
        </p:nvSpPr>
        <p:spPr>
          <a:xfrm>
            <a:off x="8836117" y="4036757"/>
            <a:ext cx="341530" cy="142079"/>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49" name="직사각형 48">
            <a:extLst>
              <a:ext uri="{FF2B5EF4-FFF2-40B4-BE49-F238E27FC236}">
                <a16:creationId xmlns:a16="http://schemas.microsoft.com/office/drawing/2014/main" id="{0C73D3F1-37CC-4FAE-9500-21869CB6DE65}"/>
              </a:ext>
            </a:extLst>
          </p:cNvPr>
          <p:cNvSpPr/>
          <p:nvPr userDrawn="1"/>
        </p:nvSpPr>
        <p:spPr>
          <a:xfrm>
            <a:off x="8450725" y="4033203"/>
            <a:ext cx="341530" cy="142079"/>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50" name="직사각형 49">
            <a:extLst>
              <a:ext uri="{FF2B5EF4-FFF2-40B4-BE49-F238E27FC236}">
                <a16:creationId xmlns:a16="http://schemas.microsoft.com/office/drawing/2014/main" id="{A691AEBB-F769-4909-B0C9-8F09CD149A48}"/>
              </a:ext>
            </a:extLst>
          </p:cNvPr>
          <p:cNvSpPr/>
          <p:nvPr userDrawn="1"/>
        </p:nvSpPr>
        <p:spPr>
          <a:xfrm>
            <a:off x="8836117" y="4248039"/>
            <a:ext cx="341530" cy="142079"/>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51" name="직사각형 50">
            <a:extLst>
              <a:ext uri="{FF2B5EF4-FFF2-40B4-BE49-F238E27FC236}">
                <a16:creationId xmlns:a16="http://schemas.microsoft.com/office/drawing/2014/main" id="{5E8BE58B-6AB4-451C-9C37-03CA0AA485D2}"/>
              </a:ext>
            </a:extLst>
          </p:cNvPr>
          <p:cNvSpPr/>
          <p:nvPr userDrawn="1"/>
        </p:nvSpPr>
        <p:spPr>
          <a:xfrm>
            <a:off x="8450725" y="4244485"/>
            <a:ext cx="341530" cy="142079"/>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52" name="직사각형 51">
            <a:extLst>
              <a:ext uri="{FF2B5EF4-FFF2-40B4-BE49-F238E27FC236}">
                <a16:creationId xmlns:a16="http://schemas.microsoft.com/office/drawing/2014/main" id="{0776B2E2-BCDB-4778-9135-A29CE2F1FBFA}"/>
              </a:ext>
            </a:extLst>
          </p:cNvPr>
          <p:cNvSpPr/>
          <p:nvPr userDrawn="1"/>
        </p:nvSpPr>
        <p:spPr>
          <a:xfrm>
            <a:off x="8836117" y="4458214"/>
            <a:ext cx="341530" cy="142079"/>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53" name="직사각형 52">
            <a:extLst>
              <a:ext uri="{FF2B5EF4-FFF2-40B4-BE49-F238E27FC236}">
                <a16:creationId xmlns:a16="http://schemas.microsoft.com/office/drawing/2014/main" id="{627BF673-FFE4-4184-8775-88C75E8D688C}"/>
              </a:ext>
            </a:extLst>
          </p:cNvPr>
          <p:cNvSpPr/>
          <p:nvPr userDrawn="1"/>
        </p:nvSpPr>
        <p:spPr>
          <a:xfrm>
            <a:off x="8450725" y="4454660"/>
            <a:ext cx="341530" cy="142079"/>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54" name="직사각형 53">
            <a:extLst>
              <a:ext uri="{FF2B5EF4-FFF2-40B4-BE49-F238E27FC236}">
                <a16:creationId xmlns:a16="http://schemas.microsoft.com/office/drawing/2014/main" id="{D792749C-E461-4A90-8DD8-5533514A2995}"/>
              </a:ext>
            </a:extLst>
          </p:cNvPr>
          <p:cNvSpPr/>
          <p:nvPr userDrawn="1"/>
        </p:nvSpPr>
        <p:spPr>
          <a:xfrm>
            <a:off x="8836117" y="4681627"/>
            <a:ext cx="341530" cy="142079"/>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55" name="직사각형 54">
            <a:extLst>
              <a:ext uri="{FF2B5EF4-FFF2-40B4-BE49-F238E27FC236}">
                <a16:creationId xmlns:a16="http://schemas.microsoft.com/office/drawing/2014/main" id="{20D54DE8-0731-4785-97F9-302743744BC3}"/>
              </a:ext>
            </a:extLst>
          </p:cNvPr>
          <p:cNvSpPr/>
          <p:nvPr userDrawn="1"/>
        </p:nvSpPr>
        <p:spPr>
          <a:xfrm>
            <a:off x="8450725" y="4678073"/>
            <a:ext cx="341530" cy="142079"/>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56" name="직사각형 55">
            <a:extLst>
              <a:ext uri="{FF2B5EF4-FFF2-40B4-BE49-F238E27FC236}">
                <a16:creationId xmlns:a16="http://schemas.microsoft.com/office/drawing/2014/main" id="{F09032A5-1DE9-4155-97B2-76591D35F800}"/>
              </a:ext>
            </a:extLst>
          </p:cNvPr>
          <p:cNvSpPr/>
          <p:nvPr userDrawn="1"/>
        </p:nvSpPr>
        <p:spPr>
          <a:xfrm>
            <a:off x="8836117" y="4885746"/>
            <a:ext cx="341530" cy="142079"/>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57" name="직사각형 56">
            <a:extLst>
              <a:ext uri="{FF2B5EF4-FFF2-40B4-BE49-F238E27FC236}">
                <a16:creationId xmlns:a16="http://schemas.microsoft.com/office/drawing/2014/main" id="{5222C162-AF04-4C08-8EAE-75D43F834ACF}"/>
              </a:ext>
            </a:extLst>
          </p:cNvPr>
          <p:cNvSpPr/>
          <p:nvPr userDrawn="1"/>
        </p:nvSpPr>
        <p:spPr>
          <a:xfrm>
            <a:off x="8450725" y="4882192"/>
            <a:ext cx="341530" cy="142079"/>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58" name="직사각형 57">
            <a:extLst>
              <a:ext uri="{FF2B5EF4-FFF2-40B4-BE49-F238E27FC236}">
                <a16:creationId xmlns:a16="http://schemas.microsoft.com/office/drawing/2014/main" id="{93C82E24-B310-41E2-AD8A-EAEC15084F66}"/>
              </a:ext>
            </a:extLst>
          </p:cNvPr>
          <p:cNvSpPr/>
          <p:nvPr userDrawn="1"/>
        </p:nvSpPr>
        <p:spPr>
          <a:xfrm>
            <a:off x="8839545" y="5105238"/>
            <a:ext cx="341530" cy="142079"/>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59" name="직사각형 58">
            <a:extLst>
              <a:ext uri="{FF2B5EF4-FFF2-40B4-BE49-F238E27FC236}">
                <a16:creationId xmlns:a16="http://schemas.microsoft.com/office/drawing/2014/main" id="{0F447A9B-4F46-43FC-8F01-43801D12DFA4}"/>
              </a:ext>
            </a:extLst>
          </p:cNvPr>
          <p:cNvSpPr/>
          <p:nvPr userDrawn="1"/>
        </p:nvSpPr>
        <p:spPr>
          <a:xfrm>
            <a:off x="8454153" y="5101684"/>
            <a:ext cx="341530" cy="142079"/>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60" name="직사각형 59">
            <a:extLst>
              <a:ext uri="{FF2B5EF4-FFF2-40B4-BE49-F238E27FC236}">
                <a16:creationId xmlns:a16="http://schemas.microsoft.com/office/drawing/2014/main" id="{71AF68B6-18E4-4077-9AF9-469558CC6F02}"/>
              </a:ext>
            </a:extLst>
          </p:cNvPr>
          <p:cNvSpPr/>
          <p:nvPr userDrawn="1"/>
        </p:nvSpPr>
        <p:spPr>
          <a:xfrm>
            <a:off x="8839545" y="5315413"/>
            <a:ext cx="341530" cy="142079"/>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61" name="직사각형 60">
            <a:extLst>
              <a:ext uri="{FF2B5EF4-FFF2-40B4-BE49-F238E27FC236}">
                <a16:creationId xmlns:a16="http://schemas.microsoft.com/office/drawing/2014/main" id="{0F32E1E0-A4C4-4BE2-9E2F-B8ACCEC926C1}"/>
              </a:ext>
            </a:extLst>
          </p:cNvPr>
          <p:cNvSpPr/>
          <p:nvPr userDrawn="1"/>
        </p:nvSpPr>
        <p:spPr>
          <a:xfrm>
            <a:off x="8454153" y="5311859"/>
            <a:ext cx="341530" cy="142079"/>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62" name="직사각형 61">
            <a:extLst>
              <a:ext uri="{FF2B5EF4-FFF2-40B4-BE49-F238E27FC236}">
                <a16:creationId xmlns:a16="http://schemas.microsoft.com/office/drawing/2014/main" id="{979A659E-3413-4DE2-A57C-FD2D8D614782}"/>
              </a:ext>
            </a:extLst>
          </p:cNvPr>
          <p:cNvSpPr/>
          <p:nvPr userDrawn="1"/>
        </p:nvSpPr>
        <p:spPr>
          <a:xfrm>
            <a:off x="8839545" y="5538826"/>
            <a:ext cx="341530" cy="142079"/>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63" name="직사각형 62">
            <a:extLst>
              <a:ext uri="{FF2B5EF4-FFF2-40B4-BE49-F238E27FC236}">
                <a16:creationId xmlns:a16="http://schemas.microsoft.com/office/drawing/2014/main" id="{2C3AA2DD-3747-4A03-AACB-874A7A07C139}"/>
              </a:ext>
            </a:extLst>
          </p:cNvPr>
          <p:cNvSpPr/>
          <p:nvPr userDrawn="1"/>
        </p:nvSpPr>
        <p:spPr>
          <a:xfrm>
            <a:off x="8454153" y="5535272"/>
            <a:ext cx="341530" cy="142079"/>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
        <p:nvSpPr>
          <p:cNvPr id="64" name="직사각형 63">
            <a:extLst>
              <a:ext uri="{FF2B5EF4-FFF2-40B4-BE49-F238E27FC236}">
                <a16:creationId xmlns:a16="http://schemas.microsoft.com/office/drawing/2014/main" id="{6E5DB5E4-EDBC-4211-BE72-58ACE3F77F73}"/>
              </a:ext>
            </a:extLst>
          </p:cNvPr>
          <p:cNvSpPr/>
          <p:nvPr userDrawn="1"/>
        </p:nvSpPr>
        <p:spPr>
          <a:xfrm>
            <a:off x="8839545" y="5742945"/>
            <a:ext cx="341530" cy="142079"/>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65" name="직사각형 64">
            <a:extLst>
              <a:ext uri="{FF2B5EF4-FFF2-40B4-BE49-F238E27FC236}">
                <a16:creationId xmlns:a16="http://schemas.microsoft.com/office/drawing/2014/main" id="{D435120B-2249-43DE-AB7C-2E32F2480542}"/>
              </a:ext>
            </a:extLst>
          </p:cNvPr>
          <p:cNvSpPr/>
          <p:nvPr userDrawn="1"/>
        </p:nvSpPr>
        <p:spPr>
          <a:xfrm>
            <a:off x="8454153" y="5739391"/>
            <a:ext cx="341530" cy="142079"/>
          </a:xfrm>
          <a:prstGeom prst="rect">
            <a:avLst/>
          </a:prstGeom>
          <a:solidFill>
            <a:schemeClr val="accent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보기</a:t>
            </a:r>
            <a:endParaRPr lang="en-US" altLang="ko-KR" sz="600" dirty="0">
              <a:solidFill>
                <a:schemeClr val="bg1"/>
              </a:solidFill>
            </a:endParaRPr>
          </a:p>
        </p:txBody>
      </p:sp>
    </p:spTree>
    <p:extLst>
      <p:ext uri="{BB962C8B-B14F-4D97-AF65-F5344CB8AC3E}">
        <p14:creationId xmlns:p14="http://schemas.microsoft.com/office/powerpoint/2010/main" val="2239787151"/>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13_사용자 지정 레이아웃">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B5D54848-0CE9-4547-B2AB-57FF80BAB401}"/>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69B9133F-81D9-4A37-A91F-9959905007CE}"/>
              </a:ext>
            </a:extLst>
          </p:cNvPr>
          <p:cNvSpPr/>
          <p:nvPr userDrawn="1"/>
        </p:nvSpPr>
        <p:spPr>
          <a:xfrm>
            <a:off x="1343500" y="626146"/>
            <a:ext cx="8763514" cy="8592918"/>
          </a:xfrm>
          <a:prstGeom prst="rect">
            <a:avLst/>
          </a:prstGeom>
          <a:solidFill>
            <a:schemeClr val="bg1"/>
          </a:solid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1A8B62F4-3DB7-4C7D-8256-215EE724C6DC}"/>
              </a:ext>
            </a:extLst>
          </p:cNvPr>
          <p:cNvSpPr/>
          <p:nvPr userDrawn="1"/>
        </p:nvSpPr>
        <p:spPr>
          <a:xfrm>
            <a:off x="48090" y="3000124"/>
            <a:ext cx="1304990" cy="20692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직사각형 5">
            <a:extLst>
              <a:ext uri="{FF2B5EF4-FFF2-40B4-BE49-F238E27FC236}">
                <a16:creationId xmlns:a16="http://schemas.microsoft.com/office/drawing/2014/main" id="{044F3E63-7F4B-4F6D-B3D5-C56DEE9AAB5C}"/>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 name="그룹 6">
            <a:extLst>
              <a:ext uri="{FF2B5EF4-FFF2-40B4-BE49-F238E27FC236}">
                <a16:creationId xmlns:a16="http://schemas.microsoft.com/office/drawing/2014/main" id="{B4FB7C0C-CCDF-422A-A3BF-0F9C0A65D05F}"/>
              </a:ext>
            </a:extLst>
          </p:cNvPr>
          <p:cNvGrpSpPr/>
          <p:nvPr userDrawn="1"/>
        </p:nvGrpSpPr>
        <p:grpSpPr>
          <a:xfrm>
            <a:off x="178017" y="61416"/>
            <a:ext cx="988764" cy="230583"/>
            <a:chOff x="2843808" y="1955121"/>
            <a:chExt cx="1674813" cy="596970"/>
          </a:xfrm>
          <a:solidFill>
            <a:schemeClr val="bg1">
              <a:lumMod val="95000"/>
            </a:schemeClr>
          </a:solidFill>
        </p:grpSpPr>
        <p:sp>
          <p:nvSpPr>
            <p:cNvPr id="8" name="Border">
              <a:extLst>
                <a:ext uri="{FF2B5EF4-FFF2-40B4-BE49-F238E27FC236}">
                  <a16:creationId xmlns:a16="http://schemas.microsoft.com/office/drawing/2014/main" id="{35DB97FE-EE55-4FA7-B74D-6F352C238CB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2">
              <a:extLst>
                <a:ext uri="{FF2B5EF4-FFF2-40B4-BE49-F238E27FC236}">
                  <a16:creationId xmlns:a16="http://schemas.microsoft.com/office/drawing/2014/main" id="{90A36CE5-2B2D-4C10-B8AE-B16199533F6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Line 1">
              <a:extLst>
                <a:ext uri="{FF2B5EF4-FFF2-40B4-BE49-F238E27FC236}">
                  <a16:creationId xmlns:a16="http://schemas.microsoft.com/office/drawing/2014/main" id="{257DE459-FAFE-4319-997A-E8A8159D5B2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 name="TextBox 10">
              <a:extLst>
                <a:ext uri="{FF2B5EF4-FFF2-40B4-BE49-F238E27FC236}">
                  <a16:creationId xmlns:a16="http://schemas.microsoft.com/office/drawing/2014/main" id="{CCC3F598-E1D2-419B-A673-D0570A293A08}"/>
                </a:ext>
              </a:extLst>
            </p:cNvPr>
            <p:cNvSpPr txBox="1"/>
            <p:nvPr/>
          </p:nvSpPr>
          <p:spPr>
            <a:xfrm>
              <a:off x="3163636" y="1988907"/>
              <a:ext cx="1035156" cy="438251"/>
            </a:xfrm>
            <a:prstGeom prst="rect">
              <a:avLst/>
            </a:prstGeom>
            <a:solidFill>
              <a:schemeClr val="bg1"/>
            </a:solidFill>
            <a:ln>
              <a:noFill/>
            </a:ln>
          </p:spPr>
          <p:txBody>
            <a:bodyPr wrap="square" rtlCol="0">
              <a:spAutoFit/>
            </a:bodyPr>
            <a:lstStyle/>
            <a:p>
              <a:pPr algn="ctr"/>
              <a:r>
                <a:rPr lang="en-US" altLang="ko-KR" sz="500" dirty="0">
                  <a:solidFill>
                    <a:schemeClr val="tx1">
                      <a:lumMod val="50000"/>
                      <a:lumOff val="50000"/>
                    </a:schemeClr>
                  </a:solidFill>
                </a:rPr>
                <a:t>LOGO</a:t>
              </a:r>
              <a:endParaRPr lang="ko-KR" altLang="en-US" sz="500" dirty="0">
                <a:solidFill>
                  <a:schemeClr val="tx1">
                    <a:lumMod val="50000"/>
                    <a:lumOff val="50000"/>
                  </a:schemeClr>
                </a:solidFill>
              </a:endParaRPr>
            </a:p>
          </p:txBody>
        </p:sp>
      </p:grpSp>
      <p:sp>
        <p:nvSpPr>
          <p:cNvPr id="12" name="직사각형 11">
            <a:extLst>
              <a:ext uri="{FF2B5EF4-FFF2-40B4-BE49-F238E27FC236}">
                <a16:creationId xmlns:a16="http://schemas.microsoft.com/office/drawing/2014/main" id="{69FCD534-C1E7-472E-B7B9-6FFA7ADCB0F4}"/>
              </a:ext>
            </a:extLst>
          </p:cNvPr>
          <p:cNvSpPr/>
          <p:nvPr userDrawn="1"/>
        </p:nvSpPr>
        <p:spPr>
          <a:xfrm>
            <a:off x="7135932" y="59073"/>
            <a:ext cx="2933097" cy="253211"/>
          </a:xfrm>
          <a:prstGeom prst="rect">
            <a:avLst/>
          </a:prstGeom>
        </p:spPr>
        <p:txBody>
          <a:bodyPr wrap="square">
            <a:spAutoFit/>
          </a:bodyPr>
          <a:lstStyle/>
          <a:p>
            <a:pPr algn="r">
              <a:lnSpc>
                <a:spcPct val="150000"/>
              </a:lnSpc>
            </a:pPr>
            <a:r>
              <a:rPr lang="en-US" altLang="ko-KR" sz="800" dirty="0">
                <a:solidFill>
                  <a:schemeClr val="bg1">
                    <a:lumMod val="75000"/>
                  </a:schemeClr>
                </a:solidFill>
                <a:latin typeface="+mj-ea"/>
                <a:ea typeface="+mj-ea"/>
              </a:rPr>
              <a:t> </a:t>
            </a:r>
            <a:r>
              <a:rPr lang="en-US" altLang="ko-KR" sz="800" b="1" dirty="0">
                <a:solidFill>
                  <a:schemeClr val="tx1"/>
                </a:solidFill>
                <a:latin typeface="+mj-ea"/>
                <a:ea typeface="+mj-ea"/>
              </a:rPr>
              <a:t>[ </a:t>
            </a:r>
            <a:r>
              <a:rPr lang="ko-KR" altLang="en-US" sz="800" b="1" dirty="0">
                <a:solidFill>
                  <a:schemeClr val="tx1"/>
                </a:solidFill>
                <a:latin typeface="+mj-ea"/>
                <a:ea typeface="+mj-ea"/>
              </a:rPr>
              <a:t>상호명 </a:t>
            </a:r>
            <a:r>
              <a:rPr lang="en-US" altLang="ko-KR" sz="800" b="1" dirty="0">
                <a:solidFill>
                  <a:schemeClr val="tx1"/>
                </a:solidFill>
                <a:latin typeface="+mj-ea"/>
                <a:ea typeface="+mj-ea"/>
              </a:rPr>
              <a:t>]  </a:t>
            </a:r>
            <a:r>
              <a:rPr lang="ko-KR" altLang="en-US" sz="800" dirty="0" err="1">
                <a:latin typeface="+mj-ea"/>
                <a:ea typeface="+mj-ea"/>
              </a:rPr>
              <a:t>회원명</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graphicFrame>
        <p:nvGraphicFramePr>
          <p:cNvPr id="13" name="표 20">
            <a:extLst>
              <a:ext uri="{FF2B5EF4-FFF2-40B4-BE49-F238E27FC236}">
                <a16:creationId xmlns:a16="http://schemas.microsoft.com/office/drawing/2014/main" id="{985C064D-A73A-4B84-AF2C-C1D80D471D8B}"/>
              </a:ext>
            </a:extLst>
          </p:cNvPr>
          <p:cNvGraphicFramePr>
            <a:graphicFrameLocks noGrp="1"/>
          </p:cNvGraphicFramePr>
          <p:nvPr userDrawn="1">
            <p:extLst>
              <p:ext uri="{D42A27DB-BD31-4B8C-83A1-F6EECF244321}">
                <p14:modId xmlns:p14="http://schemas.microsoft.com/office/powerpoint/2010/main" val="229096311"/>
              </p:ext>
            </p:extLst>
          </p:nvPr>
        </p:nvGraphicFramePr>
        <p:xfrm>
          <a:off x="48089" y="621940"/>
          <a:ext cx="1305704" cy="2079562"/>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정보관리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서브관리자관리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b="1" dirty="0">
                          <a:solidFill>
                            <a:schemeClr val="tx2">
                              <a:lumMod val="75000"/>
                            </a:schemeClr>
                          </a:solidFill>
                        </a:rPr>
                        <a:t>○ 발주담당관리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accent5">
                        <a:lumMod val="40000"/>
                        <a:lumOff val="60000"/>
                      </a:schemeClr>
                    </a:solidFill>
                  </a:tcPr>
                </a:tc>
                <a:extLst>
                  <a:ext uri="{0D108BD9-81ED-4DB2-BD59-A6C34878D82A}">
                    <a16:rowId xmlns:a16="http://schemas.microsoft.com/office/drawing/2014/main" val="3279320490"/>
                  </a:ext>
                </a:extLst>
              </a:tr>
              <a:tr h="0">
                <a:tc>
                  <a:txBody>
                    <a:bodyPr/>
                    <a:lstStyle/>
                    <a:p>
                      <a:pPr latinLnBrk="1">
                        <a:lnSpc>
                          <a:spcPct val="150000"/>
                        </a:lnSpc>
                      </a:pPr>
                      <a:r>
                        <a:rPr lang="en-US" altLang="ko-KR" sz="800" dirty="0"/>
                        <a:t>    - </a:t>
                      </a:r>
                      <a:r>
                        <a:rPr lang="ko-KR" altLang="en-US" sz="800" dirty="0"/>
                        <a:t>세부메뉴 </a:t>
                      </a:r>
                      <a:r>
                        <a:rPr lang="en-US" altLang="ko-KR" sz="800" dirty="0"/>
                        <a:t>001</a:t>
                      </a:r>
                      <a:br>
                        <a:rPr lang="en-US" altLang="ko-KR" sz="800" dirty="0"/>
                      </a:br>
                      <a:r>
                        <a:rPr lang="en-US" altLang="ko-KR" sz="800" dirty="0"/>
                        <a:t>    - </a:t>
                      </a:r>
                      <a:r>
                        <a:rPr lang="ko-KR" altLang="en-US" sz="800" dirty="0"/>
                        <a:t>세부메뉴 </a:t>
                      </a:r>
                      <a:r>
                        <a:rPr lang="en-US" altLang="ko-KR" sz="800" dirty="0"/>
                        <a:t>002</a:t>
                      </a:r>
                      <a:br>
                        <a:rPr lang="en-US" altLang="ko-KR" sz="800" dirty="0"/>
                      </a:br>
                      <a:r>
                        <a:rPr lang="en-US" altLang="ko-KR" sz="800" dirty="0"/>
                        <a:t>    - </a:t>
                      </a:r>
                      <a:r>
                        <a:rPr lang="ko-KR" altLang="en-US" sz="800" dirty="0"/>
                        <a:t>세부메뉴 </a:t>
                      </a:r>
                      <a:r>
                        <a:rPr lang="en-US" altLang="ko-KR" sz="800" dirty="0"/>
                        <a:t>003</a:t>
                      </a:r>
                    </a:p>
                    <a:p>
                      <a:pPr latinLnBrk="1">
                        <a:lnSpc>
                          <a:spcPct val="150000"/>
                        </a:lnSpc>
                      </a:pP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497803673"/>
                  </a:ext>
                </a:extLst>
              </a:tr>
              <a:tr h="0">
                <a:tc>
                  <a:txBody>
                    <a:bodyPr/>
                    <a:lstStyle/>
                    <a:p>
                      <a:pPr latinLnBrk="1"/>
                      <a:r>
                        <a:rPr lang="ko-KR" altLang="en-US" sz="800" dirty="0"/>
                        <a:t>○ 포인트관리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a:t>
                      </a:r>
                      <a:r>
                        <a:rPr lang="ko-KR" altLang="en-US" sz="800" dirty="0" err="1"/>
                        <a:t>배송비설정</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취소</a:t>
                      </a:r>
                      <a:r>
                        <a:rPr lang="en-US" altLang="ko-KR" sz="800" dirty="0"/>
                        <a:t>/</a:t>
                      </a:r>
                      <a:r>
                        <a:rPr lang="ko-KR" altLang="en-US" sz="800" dirty="0"/>
                        <a:t>환불안내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bl>
          </a:graphicData>
        </a:graphic>
      </p:graphicFrame>
      <p:sp>
        <p:nvSpPr>
          <p:cNvPr id="14" name="TextBox 13">
            <a:extLst>
              <a:ext uri="{FF2B5EF4-FFF2-40B4-BE49-F238E27FC236}">
                <a16:creationId xmlns:a16="http://schemas.microsoft.com/office/drawing/2014/main" id="{F7288188-4A7B-48D2-9547-495CAFB41928}"/>
              </a:ext>
            </a:extLst>
          </p:cNvPr>
          <p:cNvSpPr txBox="1"/>
          <p:nvPr userDrawn="1"/>
        </p:nvSpPr>
        <p:spPr>
          <a:xfrm rot="10800000">
            <a:off x="1123949" y="829992"/>
            <a:ext cx="276038" cy="246221"/>
          </a:xfrm>
          <a:prstGeom prst="rect">
            <a:avLst/>
          </a:prstGeom>
          <a:noFill/>
        </p:spPr>
        <p:txBody>
          <a:bodyPr wrap="none" rtlCol="0">
            <a:spAutoFit/>
          </a:bodyPr>
          <a:lstStyle/>
          <a:p>
            <a:r>
              <a:rPr lang="ko-KR" altLang="en-US" sz="1000" b="1" dirty="0"/>
              <a:t>∨</a:t>
            </a:r>
          </a:p>
        </p:txBody>
      </p:sp>
      <p:sp>
        <p:nvSpPr>
          <p:cNvPr id="15" name="직사각형 14">
            <a:extLst>
              <a:ext uri="{FF2B5EF4-FFF2-40B4-BE49-F238E27FC236}">
                <a16:creationId xmlns:a16="http://schemas.microsoft.com/office/drawing/2014/main" id="{FC846FCA-F615-4C56-8849-4B646C656DC9}"/>
              </a:ext>
            </a:extLst>
          </p:cNvPr>
          <p:cNvSpPr/>
          <p:nvPr userDrawn="1"/>
        </p:nvSpPr>
        <p:spPr>
          <a:xfrm>
            <a:off x="41208" y="322274"/>
            <a:ext cx="1304991" cy="6300406"/>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 name="그룹 15">
            <a:extLst>
              <a:ext uri="{FF2B5EF4-FFF2-40B4-BE49-F238E27FC236}">
                <a16:creationId xmlns:a16="http://schemas.microsoft.com/office/drawing/2014/main" id="{ACB24201-FB8E-4D97-88C3-255784674AB6}"/>
              </a:ext>
            </a:extLst>
          </p:cNvPr>
          <p:cNvGrpSpPr/>
          <p:nvPr userDrawn="1"/>
        </p:nvGrpSpPr>
        <p:grpSpPr>
          <a:xfrm>
            <a:off x="1557623" y="801604"/>
            <a:ext cx="8224735" cy="732442"/>
            <a:chOff x="1442922" y="527576"/>
            <a:chExt cx="7774753" cy="732442"/>
          </a:xfrm>
        </p:grpSpPr>
        <p:sp>
          <p:nvSpPr>
            <p:cNvPr id="17" name="사각형: 둥근 모서리 16">
              <a:extLst>
                <a:ext uri="{FF2B5EF4-FFF2-40B4-BE49-F238E27FC236}">
                  <a16:creationId xmlns:a16="http://schemas.microsoft.com/office/drawing/2014/main" id="{6732F982-1C86-4979-B7CE-5C8068B91851}"/>
                </a:ext>
              </a:extLst>
            </p:cNvPr>
            <p:cNvSpPr/>
            <p:nvPr/>
          </p:nvSpPr>
          <p:spPr>
            <a:xfrm>
              <a:off x="1442922" y="527576"/>
              <a:ext cx="7774753" cy="732442"/>
            </a:xfrm>
            <a:prstGeom prst="roundRect">
              <a:avLst>
                <a:gd name="adj" fmla="val 3328"/>
              </a:avLst>
            </a:prstGeom>
            <a:solidFill>
              <a:srgbClr val="4B525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 name="타원 17">
              <a:extLst>
                <a:ext uri="{FF2B5EF4-FFF2-40B4-BE49-F238E27FC236}">
                  <a16:creationId xmlns:a16="http://schemas.microsoft.com/office/drawing/2014/main" id="{0579FE95-61E4-4C17-B4ED-B0F3E435961E}"/>
                </a:ext>
              </a:extLst>
            </p:cNvPr>
            <p:cNvSpPr/>
            <p:nvPr/>
          </p:nvSpPr>
          <p:spPr>
            <a:xfrm>
              <a:off x="1612575" y="667810"/>
              <a:ext cx="452430" cy="446277"/>
            </a:xfrm>
            <a:prstGeom prst="ellipse">
              <a:avLst/>
            </a:prstGeom>
            <a:solidFill>
              <a:schemeClr val="accent1">
                <a:lumMod val="20000"/>
                <a:lumOff val="80000"/>
              </a:schemeClr>
            </a:solidFill>
            <a:ln>
              <a:solidFill>
                <a:srgbClr val="4B52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19" name="TextBox 18">
              <a:extLst>
                <a:ext uri="{FF2B5EF4-FFF2-40B4-BE49-F238E27FC236}">
                  <a16:creationId xmlns:a16="http://schemas.microsoft.com/office/drawing/2014/main" id="{4F18733A-64CB-40C3-AB8F-D77A69DD921F}"/>
                </a:ext>
              </a:extLst>
            </p:cNvPr>
            <p:cNvSpPr txBox="1"/>
            <p:nvPr/>
          </p:nvSpPr>
          <p:spPr>
            <a:xfrm>
              <a:off x="2024704" y="670884"/>
              <a:ext cx="569387" cy="446276"/>
            </a:xfrm>
            <a:prstGeom prst="rect">
              <a:avLst/>
            </a:prstGeom>
            <a:noFill/>
          </p:spPr>
          <p:txBody>
            <a:bodyPr wrap="none" rtlCol="0" anchor="ctr" anchorCtr="0">
              <a:spAutoFit/>
            </a:bodyPr>
            <a:lstStyle/>
            <a:p>
              <a:r>
                <a:rPr lang="ko-KR" altLang="en-US" sz="700" b="1" dirty="0">
                  <a:solidFill>
                    <a:schemeClr val="bg1"/>
                  </a:solidFill>
                </a:rPr>
                <a:t>전체</a:t>
              </a:r>
              <a:endParaRPr lang="en-US" altLang="ko-KR" sz="700" b="1" dirty="0">
                <a:solidFill>
                  <a:schemeClr val="bg1"/>
                </a:solidFill>
              </a:endParaRPr>
            </a:p>
            <a:p>
              <a:r>
                <a:rPr lang="en-US" altLang="ko-KR" sz="1600" b="1" dirty="0">
                  <a:solidFill>
                    <a:schemeClr val="bg1"/>
                  </a:solidFill>
                </a:rPr>
                <a:t>42</a:t>
              </a:r>
              <a:r>
                <a:rPr lang="en-US" altLang="ko-KR" sz="1000" b="1" dirty="0">
                  <a:solidFill>
                    <a:schemeClr val="bg1"/>
                  </a:solidFill>
                </a:rPr>
                <a:t> </a:t>
              </a:r>
              <a:r>
                <a:rPr lang="ko-KR" altLang="en-US" sz="800" b="1" dirty="0">
                  <a:solidFill>
                    <a:schemeClr val="bg1"/>
                  </a:solidFill>
                </a:rPr>
                <a:t>건</a:t>
              </a:r>
            </a:p>
          </p:txBody>
        </p:sp>
        <p:sp>
          <p:nvSpPr>
            <p:cNvPr id="20" name="타원 19">
              <a:extLst>
                <a:ext uri="{FF2B5EF4-FFF2-40B4-BE49-F238E27FC236}">
                  <a16:creationId xmlns:a16="http://schemas.microsoft.com/office/drawing/2014/main" id="{6251B7CE-A116-4522-90F6-82006A3E3B0C}"/>
                </a:ext>
              </a:extLst>
            </p:cNvPr>
            <p:cNvSpPr/>
            <p:nvPr/>
          </p:nvSpPr>
          <p:spPr>
            <a:xfrm>
              <a:off x="2680826" y="667810"/>
              <a:ext cx="452430" cy="446277"/>
            </a:xfrm>
            <a:prstGeom prst="ellipse">
              <a:avLst/>
            </a:prstGeom>
            <a:solidFill>
              <a:schemeClr val="accent1">
                <a:lumMod val="20000"/>
                <a:lumOff val="80000"/>
              </a:schemeClr>
            </a:solidFill>
            <a:ln>
              <a:solidFill>
                <a:srgbClr val="4B52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21" name="TextBox 20">
              <a:extLst>
                <a:ext uri="{FF2B5EF4-FFF2-40B4-BE49-F238E27FC236}">
                  <a16:creationId xmlns:a16="http://schemas.microsoft.com/office/drawing/2014/main" id="{DC67828B-E8DD-4464-8A96-D99BA952183A}"/>
                </a:ext>
              </a:extLst>
            </p:cNvPr>
            <p:cNvSpPr txBox="1"/>
            <p:nvPr/>
          </p:nvSpPr>
          <p:spPr>
            <a:xfrm>
              <a:off x="3092955" y="670884"/>
              <a:ext cx="569387" cy="446276"/>
            </a:xfrm>
            <a:prstGeom prst="rect">
              <a:avLst/>
            </a:prstGeom>
            <a:noFill/>
          </p:spPr>
          <p:txBody>
            <a:bodyPr wrap="none" rtlCol="0" anchor="ctr" anchorCtr="0">
              <a:spAutoFit/>
            </a:bodyPr>
            <a:lstStyle/>
            <a:p>
              <a:r>
                <a:rPr lang="ko-KR" altLang="en-US" sz="700" b="1" dirty="0">
                  <a:solidFill>
                    <a:schemeClr val="bg1"/>
                  </a:solidFill>
                </a:rPr>
                <a:t>결제완료</a:t>
              </a:r>
              <a:endParaRPr lang="en-US" altLang="ko-KR" sz="700" b="1" dirty="0">
                <a:solidFill>
                  <a:schemeClr val="bg1"/>
                </a:solidFill>
              </a:endParaRPr>
            </a:p>
            <a:p>
              <a:r>
                <a:rPr lang="en-US" altLang="ko-KR" sz="1600" b="1" dirty="0">
                  <a:solidFill>
                    <a:schemeClr val="bg1"/>
                  </a:solidFill>
                </a:rPr>
                <a:t>14</a:t>
              </a:r>
              <a:r>
                <a:rPr lang="en-US" altLang="ko-KR" sz="1000" b="1" dirty="0">
                  <a:solidFill>
                    <a:schemeClr val="bg1"/>
                  </a:solidFill>
                </a:rPr>
                <a:t> </a:t>
              </a:r>
              <a:r>
                <a:rPr lang="ko-KR" altLang="en-US" sz="800" b="1" dirty="0">
                  <a:solidFill>
                    <a:schemeClr val="bg1"/>
                  </a:solidFill>
                </a:rPr>
                <a:t>건</a:t>
              </a:r>
            </a:p>
          </p:txBody>
        </p:sp>
        <p:sp>
          <p:nvSpPr>
            <p:cNvPr id="22" name="타원 21">
              <a:extLst>
                <a:ext uri="{FF2B5EF4-FFF2-40B4-BE49-F238E27FC236}">
                  <a16:creationId xmlns:a16="http://schemas.microsoft.com/office/drawing/2014/main" id="{9B531B5D-DA40-41A7-83F2-CDCFFC23C596}"/>
                </a:ext>
              </a:extLst>
            </p:cNvPr>
            <p:cNvSpPr/>
            <p:nvPr/>
          </p:nvSpPr>
          <p:spPr>
            <a:xfrm>
              <a:off x="3825332" y="667810"/>
              <a:ext cx="452430" cy="446277"/>
            </a:xfrm>
            <a:prstGeom prst="ellipse">
              <a:avLst/>
            </a:prstGeom>
            <a:solidFill>
              <a:schemeClr val="accent1">
                <a:lumMod val="20000"/>
                <a:lumOff val="80000"/>
              </a:schemeClr>
            </a:solidFill>
            <a:ln>
              <a:solidFill>
                <a:srgbClr val="4B52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23" name="TextBox 22">
              <a:extLst>
                <a:ext uri="{FF2B5EF4-FFF2-40B4-BE49-F238E27FC236}">
                  <a16:creationId xmlns:a16="http://schemas.microsoft.com/office/drawing/2014/main" id="{A6BC54AC-5B41-4645-A2AE-1A13DD4E83EF}"/>
                </a:ext>
              </a:extLst>
            </p:cNvPr>
            <p:cNvSpPr txBox="1"/>
            <p:nvPr/>
          </p:nvSpPr>
          <p:spPr>
            <a:xfrm>
              <a:off x="4237461" y="670884"/>
              <a:ext cx="633507" cy="446276"/>
            </a:xfrm>
            <a:prstGeom prst="rect">
              <a:avLst/>
            </a:prstGeom>
            <a:noFill/>
          </p:spPr>
          <p:txBody>
            <a:bodyPr wrap="none" rtlCol="0" anchor="ctr" anchorCtr="0">
              <a:spAutoFit/>
            </a:bodyPr>
            <a:lstStyle/>
            <a:p>
              <a:r>
                <a:rPr lang="ko-KR" altLang="en-US" sz="700" b="1" dirty="0" err="1">
                  <a:solidFill>
                    <a:schemeClr val="bg1"/>
                  </a:solidFill>
                </a:rPr>
                <a:t>배송대기중</a:t>
              </a:r>
              <a:endParaRPr lang="en-US" altLang="ko-KR" sz="700" b="1" dirty="0">
                <a:solidFill>
                  <a:schemeClr val="bg1"/>
                </a:solidFill>
              </a:endParaRPr>
            </a:p>
            <a:p>
              <a:r>
                <a:rPr lang="en-US" altLang="ko-KR" sz="1600" b="1" dirty="0">
                  <a:solidFill>
                    <a:schemeClr val="bg1"/>
                  </a:solidFill>
                </a:rPr>
                <a:t>11</a:t>
              </a:r>
              <a:r>
                <a:rPr lang="en-US" altLang="ko-KR" sz="1000" b="1" dirty="0">
                  <a:solidFill>
                    <a:schemeClr val="bg1"/>
                  </a:solidFill>
                </a:rPr>
                <a:t> </a:t>
              </a:r>
              <a:r>
                <a:rPr lang="ko-KR" altLang="en-US" sz="800" b="1" dirty="0">
                  <a:solidFill>
                    <a:schemeClr val="bg1"/>
                  </a:solidFill>
                </a:rPr>
                <a:t>건</a:t>
              </a:r>
            </a:p>
          </p:txBody>
        </p:sp>
        <p:sp>
          <p:nvSpPr>
            <p:cNvPr id="24" name="타원 23">
              <a:extLst>
                <a:ext uri="{FF2B5EF4-FFF2-40B4-BE49-F238E27FC236}">
                  <a16:creationId xmlns:a16="http://schemas.microsoft.com/office/drawing/2014/main" id="{A92C6722-F900-4C3D-AA57-E364413BE176}"/>
                </a:ext>
              </a:extLst>
            </p:cNvPr>
            <p:cNvSpPr/>
            <p:nvPr/>
          </p:nvSpPr>
          <p:spPr>
            <a:xfrm>
              <a:off x="4902176" y="661459"/>
              <a:ext cx="452430" cy="446277"/>
            </a:xfrm>
            <a:prstGeom prst="ellipse">
              <a:avLst/>
            </a:prstGeom>
            <a:solidFill>
              <a:schemeClr val="accent1">
                <a:lumMod val="20000"/>
                <a:lumOff val="80000"/>
              </a:schemeClr>
            </a:solidFill>
            <a:ln>
              <a:solidFill>
                <a:srgbClr val="4B52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25" name="TextBox 24">
              <a:extLst>
                <a:ext uri="{FF2B5EF4-FFF2-40B4-BE49-F238E27FC236}">
                  <a16:creationId xmlns:a16="http://schemas.microsoft.com/office/drawing/2014/main" id="{3B229771-B4E5-44D9-A6BE-B72EB86382D9}"/>
                </a:ext>
              </a:extLst>
            </p:cNvPr>
            <p:cNvSpPr txBox="1"/>
            <p:nvPr/>
          </p:nvSpPr>
          <p:spPr>
            <a:xfrm>
              <a:off x="5314305" y="664533"/>
              <a:ext cx="453970" cy="446276"/>
            </a:xfrm>
            <a:prstGeom prst="rect">
              <a:avLst/>
            </a:prstGeom>
            <a:noFill/>
          </p:spPr>
          <p:txBody>
            <a:bodyPr wrap="none" rtlCol="0" anchor="ctr" anchorCtr="0">
              <a:spAutoFit/>
            </a:bodyPr>
            <a:lstStyle/>
            <a:p>
              <a:r>
                <a:rPr lang="ko-KR" altLang="en-US" sz="700" b="1" dirty="0" err="1">
                  <a:solidFill>
                    <a:schemeClr val="bg1"/>
                  </a:solidFill>
                </a:rPr>
                <a:t>배송중</a:t>
              </a:r>
              <a:endParaRPr lang="en-US" altLang="ko-KR" sz="700" b="1" dirty="0">
                <a:solidFill>
                  <a:schemeClr val="bg1"/>
                </a:solidFill>
              </a:endParaRPr>
            </a:p>
            <a:p>
              <a:r>
                <a:rPr lang="en-US" altLang="ko-KR" sz="1600" b="1" dirty="0">
                  <a:solidFill>
                    <a:schemeClr val="bg1"/>
                  </a:solidFill>
                </a:rPr>
                <a:t>2</a:t>
              </a:r>
              <a:r>
                <a:rPr lang="en-US" altLang="ko-KR" sz="1000" b="1" dirty="0">
                  <a:solidFill>
                    <a:schemeClr val="bg1"/>
                  </a:solidFill>
                </a:rPr>
                <a:t> </a:t>
              </a:r>
              <a:r>
                <a:rPr lang="ko-KR" altLang="en-US" sz="800" b="1" dirty="0">
                  <a:solidFill>
                    <a:schemeClr val="bg1"/>
                  </a:solidFill>
                </a:rPr>
                <a:t>건</a:t>
              </a:r>
            </a:p>
          </p:txBody>
        </p:sp>
        <p:sp>
          <p:nvSpPr>
            <p:cNvPr id="26" name="타원 25">
              <a:extLst>
                <a:ext uri="{FF2B5EF4-FFF2-40B4-BE49-F238E27FC236}">
                  <a16:creationId xmlns:a16="http://schemas.microsoft.com/office/drawing/2014/main" id="{81CAD8C1-CFBA-4887-A284-14EF50D21C5A}"/>
                </a:ext>
              </a:extLst>
            </p:cNvPr>
            <p:cNvSpPr/>
            <p:nvPr/>
          </p:nvSpPr>
          <p:spPr>
            <a:xfrm>
              <a:off x="5993574" y="661459"/>
              <a:ext cx="452430" cy="446277"/>
            </a:xfrm>
            <a:prstGeom prst="ellipse">
              <a:avLst/>
            </a:prstGeom>
            <a:solidFill>
              <a:schemeClr val="accent1">
                <a:lumMod val="20000"/>
                <a:lumOff val="80000"/>
              </a:schemeClr>
            </a:solidFill>
            <a:ln>
              <a:solidFill>
                <a:srgbClr val="4B52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27" name="TextBox 26">
              <a:extLst>
                <a:ext uri="{FF2B5EF4-FFF2-40B4-BE49-F238E27FC236}">
                  <a16:creationId xmlns:a16="http://schemas.microsoft.com/office/drawing/2014/main" id="{B52505FC-A8EA-4787-B519-7D2DDD9F6173}"/>
                </a:ext>
              </a:extLst>
            </p:cNvPr>
            <p:cNvSpPr txBox="1"/>
            <p:nvPr/>
          </p:nvSpPr>
          <p:spPr>
            <a:xfrm>
              <a:off x="6405703" y="664533"/>
              <a:ext cx="569387" cy="446276"/>
            </a:xfrm>
            <a:prstGeom prst="rect">
              <a:avLst/>
            </a:prstGeom>
            <a:noFill/>
          </p:spPr>
          <p:txBody>
            <a:bodyPr wrap="none" rtlCol="0" anchor="ctr" anchorCtr="0">
              <a:spAutoFit/>
            </a:bodyPr>
            <a:lstStyle/>
            <a:p>
              <a:r>
                <a:rPr lang="ko-KR" altLang="en-US" sz="700" b="1" dirty="0">
                  <a:solidFill>
                    <a:schemeClr val="bg1"/>
                  </a:solidFill>
                </a:rPr>
                <a:t>구매확정</a:t>
              </a:r>
              <a:endParaRPr lang="en-US" altLang="ko-KR" sz="700" b="1" dirty="0">
                <a:solidFill>
                  <a:schemeClr val="bg1"/>
                </a:solidFill>
              </a:endParaRPr>
            </a:p>
            <a:p>
              <a:r>
                <a:rPr lang="en-US" altLang="ko-KR" sz="1600" b="1" dirty="0">
                  <a:solidFill>
                    <a:schemeClr val="bg1"/>
                  </a:solidFill>
                </a:rPr>
                <a:t>10</a:t>
              </a:r>
              <a:r>
                <a:rPr lang="en-US" altLang="ko-KR" sz="1000" b="1" dirty="0">
                  <a:solidFill>
                    <a:schemeClr val="bg1"/>
                  </a:solidFill>
                </a:rPr>
                <a:t> </a:t>
              </a:r>
              <a:r>
                <a:rPr lang="ko-KR" altLang="en-US" sz="800" b="1" dirty="0">
                  <a:solidFill>
                    <a:schemeClr val="bg1"/>
                  </a:solidFill>
                </a:rPr>
                <a:t>건</a:t>
              </a:r>
            </a:p>
          </p:txBody>
        </p:sp>
        <p:sp>
          <p:nvSpPr>
            <p:cNvPr id="28" name="타원 27">
              <a:extLst>
                <a:ext uri="{FF2B5EF4-FFF2-40B4-BE49-F238E27FC236}">
                  <a16:creationId xmlns:a16="http://schemas.microsoft.com/office/drawing/2014/main" id="{1CA0C893-D2CE-4CF7-81B6-0CCC41829C96}"/>
                </a:ext>
              </a:extLst>
            </p:cNvPr>
            <p:cNvSpPr/>
            <p:nvPr/>
          </p:nvSpPr>
          <p:spPr>
            <a:xfrm>
              <a:off x="7077957" y="658386"/>
              <a:ext cx="452430" cy="446277"/>
            </a:xfrm>
            <a:prstGeom prst="ellipse">
              <a:avLst/>
            </a:prstGeom>
            <a:solidFill>
              <a:schemeClr val="accent1">
                <a:lumMod val="20000"/>
                <a:lumOff val="80000"/>
              </a:schemeClr>
            </a:solidFill>
            <a:ln>
              <a:solidFill>
                <a:srgbClr val="4B52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29" name="TextBox 28">
              <a:extLst>
                <a:ext uri="{FF2B5EF4-FFF2-40B4-BE49-F238E27FC236}">
                  <a16:creationId xmlns:a16="http://schemas.microsoft.com/office/drawing/2014/main" id="{EA72DBC3-D16B-45CC-89E7-BD38D10D5B0A}"/>
                </a:ext>
              </a:extLst>
            </p:cNvPr>
            <p:cNvSpPr txBox="1"/>
            <p:nvPr/>
          </p:nvSpPr>
          <p:spPr>
            <a:xfrm>
              <a:off x="7490086" y="661460"/>
              <a:ext cx="543739" cy="446276"/>
            </a:xfrm>
            <a:prstGeom prst="rect">
              <a:avLst/>
            </a:prstGeom>
            <a:noFill/>
          </p:spPr>
          <p:txBody>
            <a:bodyPr wrap="none" rtlCol="0" anchor="ctr" anchorCtr="0">
              <a:spAutoFit/>
            </a:bodyPr>
            <a:lstStyle/>
            <a:p>
              <a:r>
                <a:rPr lang="ko-KR" altLang="en-US" sz="700" b="1" dirty="0">
                  <a:solidFill>
                    <a:schemeClr val="bg1"/>
                  </a:solidFill>
                </a:rPr>
                <a:t>취소요청</a:t>
              </a:r>
              <a:endParaRPr lang="en-US" altLang="ko-KR" sz="700" b="1" dirty="0">
                <a:solidFill>
                  <a:schemeClr val="bg1"/>
                </a:solidFill>
              </a:endParaRPr>
            </a:p>
            <a:p>
              <a:r>
                <a:rPr lang="en-US" altLang="ko-KR" sz="1600" b="1" dirty="0">
                  <a:solidFill>
                    <a:schemeClr val="bg1"/>
                  </a:solidFill>
                </a:rPr>
                <a:t>2</a:t>
              </a:r>
              <a:r>
                <a:rPr lang="en-US" altLang="ko-KR" sz="1000" b="1" dirty="0">
                  <a:solidFill>
                    <a:schemeClr val="bg1"/>
                  </a:solidFill>
                </a:rPr>
                <a:t> </a:t>
              </a:r>
              <a:r>
                <a:rPr lang="ko-KR" altLang="en-US" sz="800" b="1" dirty="0">
                  <a:solidFill>
                    <a:schemeClr val="bg1"/>
                  </a:solidFill>
                </a:rPr>
                <a:t>건</a:t>
              </a:r>
            </a:p>
          </p:txBody>
        </p:sp>
        <p:sp>
          <p:nvSpPr>
            <p:cNvPr id="30" name="타원 29">
              <a:extLst>
                <a:ext uri="{FF2B5EF4-FFF2-40B4-BE49-F238E27FC236}">
                  <a16:creationId xmlns:a16="http://schemas.microsoft.com/office/drawing/2014/main" id="{EBAE24EA-91C1-4581-A13B-C0AE2B5FBAA5}"/>
                </a:ext>
              </a:extLst>
            </p:cNvPr>
            <p:cNvSpPr/>
            <p:nvPr/>
          </p:nvSpPr>
          <p:spPr>
            <a:xfrm>
              <a:off x="8202736" y="658386"/>
              <a:ext cx="452430" cy="446277"/>
            </a:xfrm>
            <a:prstGeom prst="ellipse">
              <a:avLst/>
            </a:prstGeom>
            <a:solidFill>
              <a:schemeClr val="accent1">
                <a:lumMod val="20000"/>
                <a:lumOff val="80000"/>
              </a:schemeClr>
            </a:solidFill>
            <a:ln>
              <a:solidFill>
                <a:srgbClr val="4B52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31" name="TextBox 30">
              <a:extLst>
                <a:ext uri="{FF2B5EF4-FFF2-40B4-BE49-F238E27FC236}">
                  <a16:creationId xmlns:a16="http://schemas.microsoft.com/office/drawing/2014/main" id="{18BB104C-EF12-42FE-89BA-F3328C89883F}"/>
                </a:ext>
              </a:extLst>
            </p:cNvPr>
            <p:cNvSpPr txBox="1"/>
            <p:nvPr/>
          </p:nvSpPr>
          <p:spPr>
            <a:xfrm>
              <a:off x="8614865" y="661460"/>
              <a:ext cx="543739" cy="446276"/>
            </a:xfrm>
            <a:prstGeom prst="rect">
              <a:avLst/>
            </a:prstGeom>
            <a:noFill/>
          </p:spPr>
          <p:txBody>
            <a:bodyPr wrap="none" rtlCol="0" anchor="ctr" anchorCtr="0">
              <a:spAutoFit/>
            </a:bodyPr>
            <a:lstStyle/>
            <a:p>
              <a:r>
                <a:rPr lang="ko-KR" altLang="en-US" sz="700" b="1" dirty="0">
                  <a:solidFill>
                    <a:schemeClr val="bg1"/>
                  </a:solidFill>
                </a:rPr>
                <a:t>반품신청</a:t>
              </a:r>
              <a:endParaRPr lang="en-US" altLang="ko-KR" sz="700" b="1" dirty="0">
                <a:solidFill>
                  <a:schemeClr val="bg1"/>
                </a:solidFill>
              </a:endParaRPr>
            </a:p>
            <a:p>
              <a:r>
                <a:rPr lang="en-US" altLang="ko-KR" sz="1600" b="1" dirty="0">
                  <a:solidFill>
                    <a:schemeClr val="bg1"/>
                  </a:solidFill>
                </a:rPr>
                <a:t>3</a:t>
              </a:r>
              <a:r>
                <a:rPr lang="en-US" altLang="ko-KR" sz="1000" b="1" dirty="0">
                  <a:solidFill>
                    <a:schemeClr val="bg1"/>
                  </a:solidFill>
                </a:rPr>
                <a:t> </a:t>
              </a:r>
              <a:r>
                <a:rPr lang="ko-KR" altLang="en-US" sz="800" b="1" dirty="0">
                  <a:solidFill>
                    <a:schemeClr val="bg1"/>
                  </a:solidFill>
                </a:rPr>
                <a:t>건</a:t>
              </a:r>
            </a:p>
          </p:txBody>
        </p:sp>
        <p:pic>
          <p:nvPicPr>
            <p:cNvPr id="32" name="그래픽 31" descr="세계">
              <a:extLst>
                <a:ext uri="{FF2B5EF4-FFF2-40B4-BE49-F238E27FC236}">
                  <a16:creationId xmlns:a16="http://schemas.microsoft.com/office/drawing/2014/main" id="{CB55F40C-6910-4AE2-8C53-E81D6C460CED}"/>
                </a:ext>
              </a:extLst>
            </p:cNvPr>
            <p:cNvPicPr>
              <a:picLocks noChangeAspect="1"/>
            </p:cNvPicPr>
            <p:nvPr/>
          </p:nvPicPr>
          <p:blipFill>
            <a:blip r:embed="rId2" cstate="hq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671505" y="726920"/>
              <a:ext cx="339444" cy="339444"/>
            </a:xfrm>
            <a:prstGeom prst="rect">
              <a:avLst/>
            </a:prstGeom>
          </p:spPr>
        </p:pic>
        <p:pic>
          <p:nvPicPr>
            <p:cNvPr id="33" name="그래픽 32" descr="연필">
              <a:extLst>
                <a:ext uri="{FF2B5EF4-FFF2-40B4-BE49-F238E27FC236}">
                  <a16:creationId xmlns:a16="http://schemas.microsoft.com/office/drawing/2014/main" id="{D2B9F22B-B9E6-43D4-8E0A-129A0ACFFF25}"/>
                </a:ext>
              </a:extLst>
            </p:cNvPr>
            <p:cNvPicPr>
              <a:picLocks noChangeAspect="1"/>
            </p:cNvPicPr>
            <p:nvPr userDrawn="1"/>
          </p:nvPicPr>
          <p:blipFill>
            <a:blip r:embed="rId4" cstate="hq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771544" y="742222"/>
              <a:ext cx="297452" cy="297452"/>
            </a:xfrm>
            <a:prstGeom prst="rect">
              <a:avLst/>
            </a:prstGeom>
          </p:spPr>
        </p:pic>
        <p:pic>
          <p:nvPicPr>
            <p:cNvPr id="34" name="그래픽 33" descr="질문">
              <a:extLst>
                <a:ext uri="{FF2B5EF4-FFF2-40B4-BE49-F238E27FC236}">
                  <a16:creationId xmlns:a16="http://schemas.microsoft.com/office/drawing/2014/main" id="{5BB77A44-A611-4902-828E-845F76F91C11}"/>
                </a:ext>
              </a:extLst>
            </p:cNvPr>
            <p:cNvPicPr>
              <a:picLocks noChangeAspect="1"/>
            </p:cNvPicPr>
            <p:nvPr userDrawn="1"/>
          </p:nvPicPr>
          <p:blipFill>
            <a:blip r:embed="rId6" cstate="hq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112128" y="675645"/>
              <a:ext cx="378617" cy="378617"/>
            </a:xfrm>
            <a:prstGeom prst="rect">
              <a:avLst/>
            </a:prstGeom>
          </p:spPr>
        </p:pic>
        <p:pic>
          <p:nvPicPr>
            <p:cNvPr id="35" name="그래픽 34" descr="재활용 기호">
              <a:extLst>
                <a:ext uri="{FF2B5EF4-FFF2-40B4-BE49-F238E27FC236}">
                  <a16:creationId xmlns:a16="http://schemas.microsoft.com/office/drawing/2014/main" id="{5E559445-1B65-42E9-8677-BE0C2D6D7896}"/>
                </a:ext>
              </a:extLst>
            </p:cNvPr>
            <p:cNvPicPr>
              <a:picLocks noChangeAspect="1"/>
            </p:cNvPicPr>
            <p:nvPr userDrawn="1"/>
          </p:nvPicPr>
          <p:blipFill>
            <a:blip r:embed="rId8" cstate="hq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269681" y="698827"/>
              <a:ext cx="355435" cy="355435"/>
            </a:xfrm>
            <a:prstGeom prst="rect">
              <a:avLst/>
            </a:prstGeom>
          </p:spPr>
        </p:pic>
        <p:pic>
          <p:nvPicPr>
            <p:cNvPr id="36" name="그래픽 35" descr="확인 표시">
              <a:extLst>
                <a:ext uri="{FF2B5EF4-FFF2-40B4-BE49-F238E27FC236}">
                  <a16:creationId xmlns:a16="http://schemas.microsoft.com/office/drawing/2014/main" id="{12B512BE-AFA7-4681-A7B3-2FD1BD32F159}"/>
                </a:ext>
              </a:extLst>
            </p:cNvPr>
            <p:cNvPicPr>
              <a:picLocks noChangeAspect="1"/>
            </p:cNvPicPr>
            <p:nvPr userDrawn="1"/>
          </p:nvPicPr>
          <p:blipFill>
            <a:blip r:embed="rId10" cstate="hq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915174" y="750020"/>
              <a:ext cx="288755" cy="288755"/>
            </a:xfrm>
            <a:prstGeom prst="rect">
              <a:avLst/>
            </a:prstGeom>
          </p:spPr>
        </p:pic>
        <p:pic>
          <p:nvPicPr>
            <p:cNvPr id="37" name="그래픽 36" descr="악수">
              <a:extLst>
                <a:ext uri="{FF2B5EF4-FFF2-40B4-BE49-F238E27FC236}">
                  <a16:creationId xmlns:a16="http://schemas.microsoft.com/office/drawing/2014/main" id="{B1F0E8F3-92BD-40B5-83DC-CFC211B60467}"/>
                </a:ext>
              </a:extLst>
            </p:cNvPr>
            <p:cNvPicPr>
              <a:picLocks noChangeAspect="1"/>
            </p:cNvPicPr>
            <p:nvPr userDrawn="1"/>
          </p:nvPicPr>
          <p:blipFill>
            <a:blip r:embed="rId12" cstate="hq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6058080" y="736851"/>
              <a:ext cx="308194" cy="308194"/>
            </a:xfrm>
            <a:prstGeom prst="rect">
              <a:avLst/>
            </a:prstGeom>
          </p:spPr>
        </p:pic>
        <p:pic>
          <p:nvPicPr>
            <p:cNvPr id="38" name="그래픽 37" descr="확인 표시">
              <a:extLst>
                <a:ext uri="{FF2B5EF4-FFF2-40B4-BE49-F238E27FC236}">
                  <a16:creationId xmlns:a16="http://schemas.microsoft.com/office/drawing/2014/main" id="{048589E4-94F0-4084-B42C-0BAE260A14C9}"/>
                </a:ext>
              </a:extLst>
            </p:cNvPr>
            <p:cNvPicPr>
              <a:picLocks noChangeAspect="1"/>
            </p:cNvPicPr>
            <p:nvPr userDrawn="1"/>
          </p:nvPicPr>
          <p:blipFill>
            <a:blip r:embed="rId10" cstate="hq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5001323" y="726920"/>
              <a:ext cx="288755" cy="288755"/>
            </a:xfrm>
            <a:prstGeom prst="rect">
              <a:avLst/>
            </a:prstGeom>
          </p:spPr>
        </p:pic>
      </p:grpSp>
      <p:sp>
        <p:nvSpPr>
          <p:cNvPr id="39" name="TextBox 38">
            <a:extLst>
              <a:ext uri="{FF2B5EF4-FFF2-40B4-BE49-F238E27FC236}">
                <a16:creationId xmlns:a16="http://schemas.microsoft.com/office/drawing/2014/main" id="{78A13F8A-1B42-42A8-BE20-A5E1AB41CB36}"/>
              </a:ext>
            </a:extLst>
          </p:cNvPr>
          <p:cNvSpPr txBox="1"/>
          <p:nvPr userDrawn="1"/>
        </p:nvSpPr>
        <p:spPr>
          <a:xfrm>
            <a:off x="2190509" y="3754707"/>
            <a:ext cx="1584088" cy="184666"/>
          </a:xfrm>
          <a:prstGeom prst="rect">
            <a:avLst/>
          </a:prstGeom>
          <a:noFill/>
        </p:spPr>
        <p:txBody>
          <a:bodyPr wrap="none" rtlCol="0">
            <a:spAutoFit/>
          </a:bodyPr>
          <a:lstStyle/>
          <a:p>
            <a:r>
              <a:rPr lang="ko-KR" altLang="en-US" sz="600" b="1" dirty="0"/>
              <a:t>○ 수집기간 </a:t>
            </a:r>
            <a:r>
              <a:rPr lang="en-US" altLang="ko-KR" sz="600" b="1" dirty="0"/>
              <a:t>: 2025.01.01 ~ 2025.12.31</a:t>
            </a:r>
            <a:endParaRPr lang="ko-KR" altLang="en-US" sz="600" b="1" dirty="0"/>
          </a:p>
        </p:txBody>
      </p:sp>
      <p:graphicFrame>
        <p:nvGraphicFramePr>
          <p:cNvPr id="40" name="차트 39">
            <a:extLst>
              <a:ext uri="{FF2B5EF4-FFF2-40B4-BE49-F238E27FC236}">
                <a16:creationId xmlns:a16="http://schemas.microsoft.com/office/drawing/2014/main" id="{F45858E8-1236-445A-B2D7-7AF2F9C0307A}"/>
              </a:ext>
            </a:extLst>
          </p:cNvPr>
          <p:cNvGraphicFramePr/>
          <p:nvPr userDrawn="1">
            <p:extLst>
              <p:ext uri="{D42A27DB-BD31-4B8C-83A1-F6EECF244321}">
                <p14:modId xmlns:p14="http://schemas.microsoft.com/office/powerpoint/2010/main" val="1130125054"/>
              </p:ext>
            </p:extLst>
          </p:nvPr>
        </p:nvGraphicFramePr>
        <p:xfrm>
          <a:off x="4494710" y="1928568"/>
          <a:ext cx="2108199" cy="1972734"/>
        </p:xfrm>
        <a:graphic>
          <a:graphicData uri="http://schemas.openxmlformats.org/drawingml/2006/chart">
            <c:chart xmlns:c="http://schemas.openxmlformats.org/drawingml/2006/chart" xmlns:r="http://schemas.openxmlformats.org/officeDocument/2006/relationships" r:id="rId14"/>
          </a:graphicData>
        </a:graphic>
      </p:graphicFrame>
      <p:sp>
        <p:nvSpPr>
          <p:cNvPr id="41" name="직사각형 40">
            <a:extLst>
              <a:ext uri="{FF2B5EF4-FFF2-40B4-BE49-F238E27FC236}">
                <a16:creationId xmlns:a16="http://schemas.microsoft.com/office/drawing/2014/main" id="{1FA6CB91-2757-49D7-9F90-27AEBD47F3AA}"/>
              </a:ext>
            </a:extLst>
          </p:cNvPr>
          <p:cNvSpPr/>
          <p:nvPr userDrawn="1"/>
        </p:nvSpPr>
        <p:spPr>
          <a:xfrm>
            <a:off x="40495" y="41286"/>
            <a:ext cx="10070807" cy="28098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2" name="직사각형 41">
            <a:extLst>
              <a:ext uri="{FF2B5EF4-FFF2-40B4-BE49-F238E27FC236}">
                <a16:creationId xmlns:a16="http://schemas.microsoft.com/office/drawing/2014/main" id="{733637D3-13F1-4D13-A1AB-A00BA390DCBE}"/>
              </a:ext>
            </a:extLst>
          </p:cNvPr>
          <p:cNvSpPr/>
          <p:nvPr userDrawn="1"/>
        </p:nvSpPr>
        <p:spPr>
          <a:xfrm>
            <a:off x="48089" y="321810"/>
            <a:ext cx="1298111" cy="296437"/>
          </a:xfrm>
          <a:prstGeom prst="rect">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환경설정</a:t>
            </a:r>
          </a:p>
        </p:txBody>
      </p:sp>
      <p:sp>
        <p:nvSpPr>
          <p:cNvPr id="43" name="직사각형 42">
            <a:extLst>
              <a:ext uri="{FF2B5EF4-FFF2-40B4-BE49-F238E27FC236}">
                <a16:creationId xmlns:a16="http://schemas.microsoft.com/office/drawing/2014/main" id="{7D577DB4-9E5E-4FB3-AA31-66EDFFD49040}"/>
              </a:ext>
            </a:extLst>
          </p:cNvPr>
          <p:cNvSpPr/>
          <p:nvPr userDrawn="1"/>
        </p:nvSpPr>
        <p:spPr>
          <a:xfrm>
            <a:off x="1347788" y="321810"/>
            <a:ext cx="8763514" cy="296437"/>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4" name="직사각형 43">
            <a:extLst>
              <a:ext uri="{FF2B5EF4-FFF2-40B4-BE49-F238E27FC236}">
                <a16:creationId xmlns:a16="http://schemas.microsoft.com/office/drawing/2014/main" id="{5BD69580-F945-4EAA-9B03-9336DA6371A8}"/>
              </a:ext>
            </a:extLst>
          </p:cNvPr>
          <p:cNvSpPr/>
          <p:nvPr userDrawn="1"/>
        </p:nvSpPr>
        <p:spPr>
          <a:xfrm>
            <a:off x="1414766" y="377318"/>
            <a:ext cx="726373" cy="183015"/>
          </a:xfrm>
          <a:prstGeom prst="rect">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환경설정</a:t>
            </a:r>
            <a:endParaRPr lang="en-US" altLang="ko-KR" sz="800" dirty="0">
              <a:solidFill>
                <a:schemeClr val="bg1"/>
              </a:solidFill>
            </a:endParaRPr>
          </a:p>
        </p:txBody>
      </p:sp>
      <p:sp>
        <p:nvSpPr>
          <p:cNvPr id="45" name="직사각형 44">
            <a:extLst>
              <a:ext uri="{FF2B5EF4-FFF2-40B4-BE49-F238E27FC236}">
                <a16:creationId xmlns:a16="http://schemas.microsoft.com/office/drawing/2014/main" id="{68F7A032-9970-4200-9A80-9275F1CF2823}"/>
              </a:ext>
            </a:extLst>
          </p:cNvPr>
          <p:cNvSpPr/>
          <p:nvPr userDrawn="1"/>
        </p:nvSpPr>
        <p:spPr>
          <a:xfrm>
            <a:off x="2209706" y="379931"/>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회원관리</a:t>
            </a:r>
            <a:endParaRPr lang="en-US" altLang="ko-KR" sz="800" dirty="0">
              <a:solidFill>
                <a:schemeClr val="tx1"/>
              </a:solidFill>
            </a:endParaRPr>
          </a:p>
        </p:txBody>
      </p:sp>
      <p:sp>
        <p:nvSpPr>
          <p:cNvPr id="46" name="직사각형 45">
            <a:extLst>
              <a:ext uri="{FF2B5EF4-FFF2-40B4-BE49-F238E27FC236}">
                <a16:creationId xmlns:a16="http://schemas.microsoft.com/office/drawing/2014/main" id="{E8EE8B46-6FEE-4638-A3A0-2F790D98B97B}"/>
              </a:ext>
            </a:extLst>
          </p:cNvPr>
          <p:cNvSpPr/>
          <p:nvPr userDrawn="1"/>
        </p:nvSpPr>
        <p:spPr>
          <a:xfrm>
            <a:off x="3004646" y="385474"/>
            <a:ext cx="102546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판매사이트관리</a:t>
            </a:r>
            <a:endParaRPr lang="en-US" altLang="ko-KR" sz="800" dirty="0">
              <a:solidFill>
                <a:schemeClr val="tx1"/>
              </a:solidFill>
            </a:endParaRPr>
          </a:p>
        </p:txBody>
      </p:sp>
      <p:sp>
        <p:nvSpPr>
          <p:cNvPr id="47" name="직사각형 46">
            <a:extLst>
              <a:ext uri="{FF2B5EF4-FFF2-40B4-BE49-F238E27FC236}">
                <a16:creationId xmlns:a16="http://schemas.microsoft.com/office/drawing/2014/main" id="{4B3828F5-C6BD-446A-9639-9C6ED9E7251A}"/>
              </a:ext>
            </a:extLst>
          </p:cNvPr>
          <p:cNvSpPr/>
          <p:nvPr userDrawn="1"/>
        </p:nvSpPr>
        <p:spPr>
          <a:xfrm>
            <a:off x="172122" y="3064908"/>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48" name="직사각형 47">
            <a:extLst>
              <a:ext uri="{FF2B5EF4-FFF2-40B4-BE49-F238E27FC236}">
                <a16:creationId xmlns:a16="http://schemas.microsoft.com/office/drawing/2014/main" id="{259351E6-EC80-4A36-B2FF-C82D865FBAFE}"/>
              </a:ext>
            </a:extLst>
          </p:cNvPr>
          <p:cNvSpPr/>
          <p:nvPr userDrawn="1"/>
        </p:nvSpPr>
        <p:spPr>
          <a:xfrm>
            <a:off x="177784" y="3304561"/>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49" name="직사각형 48">
            <a:extLst>
              <a:ext uri="{FF2B5EF4-FFF2-40B4-BE49-F238E27FC236}">
                <a16:creationId xmlns:a16="http://schemas.microsoft.com/office/drawing/2014/main" id="{0F8CF168-5BF7-48DF-B35F-F874E47BDA15}"/>
              </a:ext>
            </a:extLst>
          </p:cNvPr>
          <p:cNvSpPr/>
          <p:nvPr userDrawn="1"/>
        </p:nvSpPr>
        <p:spPr>
          <a:xfrm>
            <a:off x="172355" y="3535155"/>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50" name="직사각형 49">
            <a:extLst>
              <a:ext uri="{FF2B5EF4-FFF2-40B4-BE49-F238E27FC236}">
                <a16:creationId xmlns:a16="http://schemas.microsoft.com/office/drawing/2014/main" id="{395AB78C-3A0F-4C22-9A4A-13C90373AEDA}"/>
              </a:ext>
            </a:extLst>
          </p:cNvPr>
          <p:cNvSpPr/>
          <p:nvPr userDrawn="1"/>
        </p:nvSpPr>
        <p:spPr>
          <a:xfrm>
            <a:off x="178017" y="3770045"/>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51" name="직사각형 50">
            <a:extLst>
              <a:ext uri="{FF2B5EF4-FFF2-40B4-BE49-F238E27FC236}">
                <a16:creationId xmlns:a16="http://schemas.microsoft.com/office/drawing/2014/main" id="{FBD31325-3502-4EDD-AC67-E3556EE6F608}"/>
              </a:ext>
            </a:extLst>
          </p:cNvPr>
          <p:cNvSpPr/>
          <p:nvPr userDrawn="1"/>
        </p:nvSpPr>
        <p:spPr>
          <a:xfrm>
            <a:off x="166227" y="4000311"/>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52" name="직사각형 51">
            <a:extLst>
              <a:ext uri="{FF2B5EF4-FFF2-40B4-BE49-F238E27FC236}">
                <a16:creationId xmlns:a16="http://schemas.microsoft.com/office/drawing/2014/main" id="{67A5B4C1-DB83-400C-97DF-60D45E9A8192}"/>
              </a:ext>
            </a:extLst>
          </p:cNvPr>
          <p:cNvSpPr/>
          <p:nvPr userDrawn="1"/>
        </p:nvSpPr>
        <p:spPr>
          <a:xfrm>
            <a:off x="171889" y="4235201"/>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53" name="직사각형 52">
            <a:extLst>
              <a:ext uri="{FF2B5EF4-FFF2-40B4-BE49-F238E27FC236}">
                <a16:creationId xmlns:a16="http://schemas.microsoft.com/office/drawing/2014/main" id="{D50227DB-DBFE-4E6D-9C50-1AA30F3AA23A}"/>
              </a:ext>
            </a:extLst>
          </p:cNvPr>
          <p:cNvSpPr/>
          <p:nvPr userDrawn="1"/>
        </p:nvSpPr>
        <p:spPr>
          <a:xfrm>
            <a:off x="166460" y="4465795"/>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54" name="직사각형 53">
            <a:extLst>
              <a:ext uri="{FF2B5EF4-FFF2-40B4-BE49-F238E27FC236}">
                <a16:creationId xmlns:a16="http://schemas.microsoft.com/office/drawing/2014/main" id="{53AF53FE-CB5C-4619-A940-98444B4096B7}"/>
              </a:ext>
            </a:extLst>
          </p:cNvPr>
          <p:cNvSpPr/>
          <p:nvPr userDrawn="1"/>
        </p:nvSpPr>
        <p:spPr>
          <a:xfrm>
            <a:off x="172122" y="4695922"/>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55" name="TextBox 54">
            <a:extLst>
              <a:ext uri="{FF2B5EF4-FFF2-40B4-BE49-F238E27FC236}">
                <a16:creationId xmlns:a16="http://schemas.microsoft.com/office/drawing/2014/main" id="{FC831ACD-5CFA-4A0F-98C7-6F9129F6C4BC}"/>
              </a:ext>
            </a:extLst>
          </p:cNvPr>
          <p:cNvSpPr txBox="1"/>
          <p:nvPr userDrawn="1"/>
        </p:nvSpPr>
        <p:spPr>
          <a:xfrm>
            <a:off x="1123948" y="1025863"/>
            <a:ext cx="276038" cy="246221"/>
          </a:xfrm>
          <a:prstGeom prst="rect">
            <a:avLst/>
          </a:prstGeom>
          <a:noFill/>
        </p:spPr>
        <p:txBody>
          <a:bodyPr wrap="none" rtlCol="0">
            <a:spAutoFit/>
          </a:bodyPr>
          <a:lstStyle/>
          <a:p>
            <a:r>
              <a:rPr lang="ko-KR" altLang="en-US" sz="1000" b="1" dirty="0"/>
              <a:t>∨</a:t>
            </a:r>
          </a:p>
        </p:txBody>
      </p:sp>
      <p:graphicFrame>
        <p:nvGraphicFramePr>
          <p:cNvPr id="56" name="차트 55">
            <a:extLst>
              <a:ext uri="{FF2B5EF4-FFF2-40B4-BE49-F238E27FC236}">
                <a16:creationId xmlns:a16="http://schemas.microsoft.com/office/drawing/2014/main" id="{DDE05512-D683-4DEE-93EF-45A6E034C27F}"/>
              </a:ext>
            </a:extLst>
          </p:cNvPr>
          <p:cNvGraphicFramePr/>
          <p:nvPr userDrawn="1">
            <p:extLst>
              <p:ext uri="{D42A27DB-BD31-4B8C-83A1-F6EECF244321}">
                <p14:modId xmlns:p14="http://schemas.microsoft.com/office/powerpoint/2010/main" val="1336466274"/>
              </p:ext>
            </p:extLst>
          </p:nvPr>
        </p:nvGraphicFramePr>
        <p:xfrm>
          <a:off x="1869795" y="1950587"/>
          <a:ext cx="2108199" cy="1972734"/>
        </p:xfrm>
        <a:graphic>
          <a:graphicData uri="http://schemas.openxmlformats.org/drawingml/2006/chart">
            <c:chart xmlns:c="http://schemas.openxmlformats.org/drawingml/2006/chart" xmlns:r="http://schemas.openxmlformats.org/officeDocument/2006/relationships" r:id="rId15"/>
          </a:graphicData>
        </a:graphic>
      </p:graphicFrame>
      <p:sp>
        <p:nvSpPr>
          <p:cNvPr id="57" name="직사각형 56">
            <a:extLst>
              <a:ext uri="{FF2B5EF4-FFF2-40B4-BE49-F238E27FC236}">
                <a16:creationId xmlns:a16="http://schemas.microsoft.com/office/drawing/2014/main" id="{88915833-4A3C-4BCE-812F-674B8E85BE53}"/>
              </a:ext>
            </a:extLst>
          </p:cNvPr>
          <p:cNvSpPr/>
          <p:nvPr userDrawn="1"/>
        </p:nvSpPr>
        <p:spPr>
          <a:xfrm>
            <a:off x="38129" y="2697455"/>
            <a:ext cx="1315664" cy="296437"/>
          </a:xfrm>
          <a:prstGeom prst="rect">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바로가기 </a:t>
            </a:r>
            <a:r>
              <a:rPr lang="en-US" altLang="ko-KR" sz="600" b="1" dirty="0">
                <a:solidFill>
                  <a:schemeClr val="bg1"/>
                </a:solidFill>
              </a:rPr>
              <a:t>(8/10)</a:t>
            </a:r>
            <a:endParaRPr lang="ko-KR" altLang="en-US" sz="600" b="1" dirty="0">
              <a:solidFill>
                <a:schemeClr val="bg1"/>
              </a:solidFill>
            </a:endParaRPr>
          </a:p>
        </p:txBody>
      </p:sp>
      <p:sp>
        <p:nvSpPr>
          <p:cNvPr id="58" name="화살표: 오른쪽 57">
            <a:extLst>
              <a:ext uri="{FF2B5EF4-FFF2-40B4-BE49-F238E27FC236}">
                <a16:creationId xmlns:a16="http://schemas.microsoft.com/office/drawing/2014/main" id="{E754CBD9-6B9A-46A7-8C8E-2C4AE2937510}"/>
              </a:ext>
            </a:extLst>
          </p:cNvPr>
          <p:cNvSpPr/>
          <p:nvPr userDrawn="1"/>
        </p:nvSpPr>
        <p:spPr>
          <a:xfrm>
            <a:off x="3991003" y="420718"/>
            <a:ext cx="312965" cy="91508"/>
          </a:xfrm>
          <a:prstGeom prst="rightArrow">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59" name="표 36">
            <a:extLst>
              <a:ext uri="{FF2B5EF4-FFF2-40B4-BE49-F238E27FC236}">
                <a16:creationId xmlns:a16="http://schemas.microsoft.com/office/drawing/2014/main" id="{591E830C-2D30-466B-A512-F8B0D3BCCDB4}"/>
              </a:ext>
            </a:extLst>
          </p:cNvPr>
          <p:cNvGraphicFramePr>
            <a:graphicFrameLocks noGrp="1"/>
          </p:cNvGraphicFramePr>
          <p:nvPr userDrawn="1">
            <p:extLst>
              <p:ext uri="{D42A27DB-BD31-4B8C-83A1-F6EECF244321}">
                <p14:modId xmlns:p14="http://schemas.microsoft.com/office/powerpoint/2010/main" val="1611940866"/>
              </p:ext>
            </p:extLst>
          </p:nvPr>
        </p:nvGraphicFramePr>
        <p:xfrm>
          <a:off x="7137558" y="1954815"/>
          <a:ext cx="2598617" cy="4480560"/>
        </p:xfrm>
        <a:graphic>
          <a:graphicData uri="http://schemas.openxmlformats.org/drawingml/2006/table">
            <a:tbl>
              <a:tblPr firstRow="1" bandRow="1">
                <a:tableStyleId>{5940675A-B579-460E-94D1-54222C63F5DA}</a:tableStyleId>
              </a:tblPr>
              <a:tblGrid>
                <a:gridCol w="798292">
                  <a:extLst>
                    <a:ext uri="{9D8B030D-6E8A-4147-A177-3AD203B41FA5}">
                      <a16:colId xmlns:a16="http://schemas.microsoft.com/office/drawing/2014/main" val="4144047296"/>
                    </a:ext>
                  </a:extLst>
                </a:gridCol>
                <a:gridCol w="764318">
                  <a:extLst>
                    <a:ext uri="{9D8B030D-6E8A-4147-A177-3AD203B41FA5}">
                      <a16:colId xmlns:a16="http://schemas.microsoft.com/office/drawing/2014/main" val="3386512266"/>
                    </a:ext>
                  </a:extLst>
                </a:gridCol>
                <a:gridCol w="1036007">
                  <a:extLst>
                    <a:ext uri="{9D8B030D-6E8A-4147-A177-3AD203B41FA5}">
                      <a16:colId xmlns:a16="http://schemas.microsoft.com/office/drawing/2014/main" val="4069410094"/>
                    </a:ext>
                  </a:extLst>
                </a:gridCol>
              </a:tblGrid>
              <a:tr h="0">
                <a:tc>
                  <a:txBody>
                    <a:bodyPr/>
                    <a:lstStyle/>
                    <a:p>
                      <a:pPr algn="ctr" latinLnBrk="1"/>
                      <a:r>
                        <a:rPr lang="en-US" altLang="ko-KR" sz="800" dirty="0">
                          <a:solidFill>
                            <a:schemeClr val="bg1"/>
                          </a:solidFill>
                        </a:rPr>
                        <a:t>Date</a:t>
                      </a:r>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algn="ctr" latinLnBrk="1"/>
                      <a:r>
                        <a:rPr lang="ko-KR" altLang="en-US" sz="800" dirty="0">
                          <a:solidFill>
                            <a:schemeClr val="bg1"/>
                          </a:solidFill>
                        </a:rPr>
                        <a:t>판매채널</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algn="ctr" latinLnBrk="1"/>
                      <a:r>
                        <a:rPr lang="ko-KR" altLang="en-US" sz="800" dirty="0">
                          <a:solidFill>
                            <a:schemeClr val="bg1"/>
                          </a:solidFill>
                        </a:rPr>
                        <a:t>아이디</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extLst>
                  <a:ext uri="{0D108BD9-81ED-4DB2-BD59-A6C34878D82A}">
                    <a16:rowId xmlns:a16="http://schemas.microsoft.com/office/drawing/2014/main" val="1284176532"/>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23825482"/>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75616143"/>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15690310"/>
                  </a:ext>
                </a:extLst>
              </a:tr>
              <a:tr h="0">
                <a:tc>
                  <a:txBody>
                    <a:bodyPr/>
                    <a:lstStyle/>
                    <a:p>
                      <a:pPr latinLnBrk="1"/>
                      <a:endParaRPr lang="ko-KR" altLang="en-US" sz="80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224885749"/>
                  </a:ext>
                </a:extLst>
              </a:tr>
              <a:tr h="0">
                <a:tc>
                  <a:txBody>
                    <a:bodyPr/>
                    <a:lstStyle/>
                    <a:p>
                      <a:pPr latinLnBrk="1"/>
                      <a:endParaRPr lang="ko-KR" altLang="en-US" sz="80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090970345"/>
                  </a:ext>
                </a:extLst>
              </a:tr>
              <a:tr h="0">
                <a:tc>
                  <a:txBody>
                    <a:bodyPr/>
                    <a:lstStyle/>
                    <a:p>
                      <a:pPr latinLnBrk="1"/>
                      <a:endParaRPr lang="ko-KR" altLang="en-US" sz="80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97480063"/>
                  </a:ext>
                </a:extLst>
              </a:tr>
              <a:tr h="0">
                <a:tc>
                  <a:txBody>
                    <a:bodyPr/>
                    <a:lstStyle/>
                    <a:p>
                      <a:pPr latinLnBrk="1"/>
                      <a:endParaRPr lang="ko-KR" altLang="en-US" sz="80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96286388"/>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8517106"/>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93156957"/>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84227535"/>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269786796"/>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6013315"/>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25768399"/>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909021167"/>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246475842"/>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39789461"/>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516474682"/>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96255236"/>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189025780"/>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197230681"/>
                  </a:ext>
                </a:extLst>
              </a:tr>
            </a:tbl>
          </a:graphicData>
        </a:graphic>
      </p:graphicFrame>
      <p:sp>
        <p:nvSpPr>
          <p:cNvPr id="60" name="TextBox 59">
            <a:extLst>
              <a:ext uri="{FF2B5EF4-FFF2-40B4-BE49-F238E27FC236}">
                <a16:creationId xmlns:a16="http://schemas.microsoft.com/office/drawing/2014/main" id="{46799A84-7178-4121-97D1-23DD21E6555C}"/>
              </a:ext>
            </a:extLst>
          </p:cNvPr>
          <p:cNvSpPr txBox="1"/>
          <p:nvPr userDrawn="1"/>
        </p:nvSpPr>
        <p:spPr>
          <a:xfrm>
            <a:off x="7042540" y="1680110"/>
            <a:ext cx="960473" cy="215444"/>
          </a:xfrm>
          <a:prstGeom prst="rect">
            <a:avLst/>
          </a:prstGeom>
          <a:noFill/>
        </p:spPr>
        <p:txBody>
          <a:bodyPr wrap="square" rtlCol="0">
            <a:spAutoFit/>
          </a:bodyPr>
          <a:lstStyle/>
          <a:p>
            <a:r>
              <a:rPr lang="ko-KR" altLang="en-US" sz="800" b="1" dirty="0"/>
              <a:t>회원가입현황</a:t>
            </a:r>
          </a:p>
        </p:txBody>
      </p:sp>
      <p:graphicFrame>
        <p:nvGraphicFramePr>
          <p:cNvPr id="61" name="표 36">
            <a:extLst>
              <a:ext uri="{FF2B5EF4-FFF2-40B4-BE49-F238E27FC236}">
                <a16:creationId xmlns:a16="http://schemas.microsoft.com/office/drawing/2014/main" id="{7B7987A3-B802-4D2B-B86A-E535F220F965}"/>
              </a:ext>
            </a:extLst>
          </p:cNvPr>
          <p:cNvGraphicFramePr>
            <a:graphicFrameLocks noGrp="1"/>
          </p:cNvGraphicFramePr>
          <p:nvPr userDrawn="1">
            <p:extLst>
              <p:ext uri="{D42A27DB-BD31-4B8C-83A1-F6EECF244321}">
                <p14:modId xmlns:p14="http://schemas.microsoft.com/office/powerpoint/2010/main" val="3085980416"/>
              </p:ext>
            </p:extLst>
          </p:nvPr>
        </p:nvGraphicFramePr>
        <p:xfrm>
          <a:off x="7121249" y="6945960"/>
          <a:ext cx="2598619" cy="1706880"/>
        </p:xfrm>
        <a:graphic>
          <a:graphicData uri="http://schemas.openxmlformats.org/drawingml/2006/table">
            <a:tbl>
              <a:tblPr firstRow="1" bandRow="1">
                <a:tableStyleId>{5940675A-B579-460E-94D1-54222C63F5DA}</a:tableStyleId>
              </a:tblPr>
              <a:tblGrid>
                <a:gridCol w="570749">
                  <a:extLst>
                    <a:ext uri="{9D8B030D-6E8A-4147-A177-3AD203B41FA5}">
                      <a16:colId xmlns:a16="http://schemas.microsoft.com/office/drawing/2014/main" val="4144047296"/>
                    </a:ext>
                  </a:extLst>
                </a:gridCol>
                <a:gridCol w="546458">
                  <a:extLst>
                    <a:ext uri="{9D8B030D-6E8A-4147-A177-3AD203B41FA5}">
                      <a16:colId xmlns:a16="http://schemas.microsoft.com/office/drawing/2014/main" val="3386512266"/>
                    </a:ext>
                  </a:extLst>
                </a:gridCol>
                <a:gridCol w="740706">
                  <a:extLst>
                    <a:ext uri="{9D8B030D-6E8A-4147-A177-3AD203B41FA5}">
                      <a16:colId xmlns:a16="http://schemas.microsoft.com/office/drawing/2014/main" val="4069410094"/>
                    </a:ext>
                  </a:extLst>
                </a:gridCol>
                <a:gridCol w="740706">
                  <a:extLst>
                    <a:ext uri="{9D8B030D-6E8A-4147-A177-3AD203B41FA5}">
                      <a16:colId xmlns:a16="http://schemas.microsoft.com/office/drawing/2014/main" val="1912417646"/>
                    </a:ext>
                  </a:extLst>
                </a:gridCol>
              </a:tblGrid>
              <a:tr h="0">
                <a:tc>
                  <a:txBody>
                    <a:bodyPr/>
                    <a:lstStyle/>
                    <a:p>
                      <a:pPr algn="ctr" latinLnBrk="1"/>
                      <a:r>
                        <a:rPr lang="en-US" altLang="ko-KR" sz="800" dirty="0">
                          <a:solidFill>
                            <a:schemeClr val="bg1"/>
                          </a:solidFill>
                        </a:rPr>
                        <a:t>Date</a:t>
                      </a:r>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algn="ctr" latinLnBrk="1"/>
                      <a:r>
                        <a:rPr lang="ko-KR" altLang="en-US" sz="800" dirty="0">
                          <a:solidFill>
                            <a:schemeClr val="bg1"/>
                          </a:solidFill>
                        </a:rPr>
                        <a:t>신고자</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algn="ctr" latinLnBrk="1"/>
                      <a:r>
                        <a:rPr lang="ko-KR" altLang="en-US" sz="800" dirty="0">
                          <a:solidFill>
                            <a:schemeClr val="bg1"/>
                          </a:solidFill>
                        </a:rPr>
                        <a:t>판매채널</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algn="ctr" latinLnBrk="1"/>
                      <a:r>
                        <a:rPr lang="ko-KR" altLang="en-US" sz="800" dirty="0">
                          <a:solidFill>
                            <a:schemeClr val="bg1"/>
                          </a:solidFill>
                        </a:rPr>
                        <a:t>신고내용</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extLst>
                  <a:ext uri="{0D108BD9-81ED-4DB2-BD59-A6C34878D82A}">
                    <a16:rowId xmlns:a16="http://schemas.microsoft.com/office/drawing/2014/main" val="1284176532"/>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23825482"/>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75616143"/>
                  </a:ext>
                </a:extLst>
              </a:tr>
              <a:tr h="0">
                <a:tc>
                  <a:txBody>
                    <a:bodyPr/>
                    <a:lstStyle/>
                    <a:p>
                      <a:pPr latinLnBrk="1"/>
                      <a:endParaRPr lang="ko-KR" altLang="en-US" sz="80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15690310"/>
                  </a:ext>
                </a:extLst>
              </a:tr>
              <a:tr h="0">
                <a:tc>
                  <a:txBody>
                    <a:bodyPr/>
                    <a:lstStyle/>
                    <a:p>
                      <a:pPr latinLnBrk="1"/>
                      <a:endParaRPr lang="ko-KR" altLang="en-US" sz="80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224885749"/>
                  </a:ext>
                </a:extLst>
              </a:tr>
              <a:tr h="0">
                <a:tc>
                  <a:txBody>
                    <a:bodyPr/>
                    <a:lstStyle/>
                    <a:p>
                      <a:pPr latinLnBrk="1"/>
                      <a:endParaRPr lang="ko-KR" altLang="en-US" sz="80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090970345"/>
                  </a:ext>
                </a:extLst>
              </a:tr>
              <a:tr h="0">
                <a:tc>
                  <a:txBody>
                    <a:bodyPr/>
                    <a:lstStyle/>
                    <a:p>
                      <a:pPr latinLnBrk="1"/>
                      <a:endParaRPr lang="ko-KR" altLang="en-US" sz="80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97480063"/>
                  </a:ext>
                </a:extLst>
              </a:tr>
              <a:tr h="0">
                <a:tc>
                  <a:txBody>
                    <a:bodyPr/>
                    <a:lstStyle/>
                    <a:p>
                      <a:pPr latinLnBrk="1"/>
                      <a:endParaRPr lang="ko-KR" altLang="en-US" sz="80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96286388"/>
                  </a:ext>
                </a:extLst>
              </a:tr>
            </a:tbl>
          </a:graphicData>
        </a:graphic>
      </p:graphicFrame>
      <p:sp>
        <p:nvSpPr>
          <p:cNvPr id="62" name="TextBox 61">
            <a:extLst>
              <a:ext uri="{FF2B5EF4-FFF2-40B4-BE49-F238E27FC236}">
                <a16:creationId xmlns:a16="http://schemas.microsoft.com/office/drawing/2014/main" id="{4984F265-1130-4E80-8800-BF15E1D6E184}"/>
              </a:ext>
            </a:extLst>
          </p:cNvPr>
          <p:cNvSpPr txBox="1"/>
          <p:nvPr userDrawn="1"/>
        </p:nvSpPr>
        <p:spPr>
          <a:xfrm>
            <a:off x="7019149" y="6671255"/>
            <a:ext cx="714199" cy="215444"/>
          </a:xfrm>
          <a:prstGeom prst="rect">
            <a:avLst/>
          </a:prstGeom>
          <a:noFill/>
        </p:spPr>
        <p:txBody>
          <a:bodyPr wrap="square" rtlCol="0">
            <a:spAutoFit/>
          </a:bodyPr>
          <a:lstStyle/>
          <a:p>
            <a:r>
              <a:rPr lang="ko-KR" altLang="en-US" sz="800" b="1" dirty="0"/>
              <a:t>신고현황</a:t>
            </a:r>
          </a:p>
        </p:txBody>
      </p:sp>
      <p:sp>
        <p:nvSpPr>
          <p:cNvPr id="63" name="TextBox 62">
            <a:extLst>
              <a:ext uri="{FF2B5EF4-FFF2-40B4-BE49-F238E27FC236}">
                <a16:creationId xmlns:a16="http://schemas.microsoft.com/office/drawing/2014/main" id="{F9C0C03E-F014-49A0-A2AA-ECAB688867A3}"/>
              </a:ext>
            </a:extLst>
          </p:cNvPr>
          <p:cNvSpPr txBox="1"/>
          <p:nvPr userDrawn="1"/>
        </p:nvSpPr>
        <p:spPr>
          <a:xfrm>
            <a:off x="4787567" y="3724534"/>
            <a:ext cx="1584088" cy="184666"/>
          </a:xfrm>
          <a:prstGeom prst="rect">
            <a:avLst/>
          </a:prstGeom>
          <a:noFill/>
        </p:spPr>
        <p:txBody>
          <a:bodyPr wrap="none" rtlCol="0">
            <a:spAutoFit/>
          </a:bodyPr>
          <a:lstStyle/>
          <a:p>
            <a:r>
              <a:rPr lang="ko-KR" altLang="en-US" sz="600" b="1" dirty="0"/>
              <a:t>○ 수집기간 </a:t>
            </a:r>
            <a:r>
              <a:rPr lang="en-US" altLang="ko-KR" sz="600" b="1" dirty="0"/>
              <a:t>: 2025.01.01 ~ 2025.12.31</a:t>
            </a:r>
            <a:endParaRPr lang="ko-KR" altLang="en-US" sz="600" b="1" dirty="0"/>
          </a:p>
        </p:txBody>
      </p:sp>
      <p:graphicFrame>
        <p:nvGraphicFramePr>
          <p:cNvPr id="64" name="표 36">
            <a:extLst>
              <a:ext uri="{FF2B5EF4-FFF2-40B4-BE49-F238E27FC236}">
                <a16:creationId xmlns:a16="http://schemas.microsoft.com/office/drawing/2014/main" id="{0A495A70-1540-4357-80C6-2C287EA618D8}"/>
              </a:ext>
            </a:extLst>
          </p:cNvPr>
          <p:cNvGraphicFramePr>
            <a:graphicFrameLocks noGrp="1"/>
          </p:cNvGraphicFramePr>
          <p:nvPr userDrawn="1">
            <p:extLst>
              <p:ext uri="{D42A27DB-BD31-4B8C-83A1-F6EECF244321}">
                <p14:modId xmlns:p14="http://schemas.microsoft.com/office/powerpoint/2010/main" val="1096100987"/>
              </p:ext>
            </p:extLst>
          </p:nvPr>
        </p:nvGraphicFramePr>
        <p:xfrm>
          <a:off x="1680464" y="4599000"/>
          <a:ext cx="5085462" cy="4053840"/>
        </p:xfrm>
        <a:graphic>
          <a:graphicData uri="http://schemas.openxmlformats.org/drawingml/2006/table">
            <a:tbl>
              <a:tblPr firstRow="1" bandRow="1">
                <a:tableStyleId>{5940675A-B579-460E-94D1-54222C63F5DA}</a:tableStyleId>
              </a:tblPr>
              <a:tblGrid>
                <a:gridCol w="568214">
                  <a:extLst>
                    <a:ext uri="{9D8B030D-6E8A-4147-A177-3AD203B41FA5}">
                      <a16:colId xmlns:a16="http://schemas.microsoft.com/office/drawing/2014/main" val="4144047296"/>
                    </a:ext>
                  </a:extLst>
                </a:gridCol>
                <a:gridCol w="647585">
                  <a:extLst>
                    <a:ext uri="{9D8B030D-6E8A-4147-A177-3AD203B41FA5}">
                      <a16:colId xmlns:a16="http://schemas.microsoft.com/office/drawing/2014/main" val="3386512266"/>
                    </a:ext>
                  </a:extLst>
                </a:gridCol>
                <a:gridCol w="1099955">
                  <a:extLst>
                    <a:ext uri="{9D8B030D-6E8A-4147-A177-3AD203B41FA5}">
                      <a16:colId xmlns:a16="http://schemas.microsoft.com/office/drawing/2014/main" val="4069410094"/>
                    </a:ext>
                  </a:extLst>
                </a:gridCol>
                <a:gridCol w="923236">
                  <a:extLst>
                    <a:ext uri="{9D8B030D-6E8A-4147-A177-3AD203B41FA5}">
                      <a16:colId xmlns:a16="http://schemas.microsoft.com/office/drawing/2014/main" val="1548171835"/>
                    </a:ext>
                  </a:extLst>
                </a:gridCol>
                <a:gridCol w="923236">
                  <a:extLst>
                    <a:ext uri="{9D8B030D-6E8A-4147-A177-3AD203B41FA5}">
                      <a16:colId xmlns:a16="http://schemas.microsoft.com/office/drawing/2014/main" val="305643444"/>
                    </a:ext>
                  </a:extLst>
                </a:gridCol>
                <a:gridCol w="923236">
                  <a:extLst>
                    <a:ext uri="{9D8B030D-6E8A-4147-A177-3AD203B41FA5}">
                      <a16:colId xmlns:a16="http://schemas.microsoft.com/office/drawing/2014/main" val="4166698796"/>
                    </a:ext>
                  </a:extLst>
                </a:gridCol>
              </a:tblGrid>
              <a:tr h="0">
                <a:tc>
                  <a:txBody>
                    <a:bodyPr/>
                    <a:lstStyle/>
                    <a:p>
                      <a:pPr algn="ctr" latinLnBrk="1"/>
                      <a:r>
                        <a:rPr lang="en-US" altLang="ko-KR" sz="800" dirty="0">
                          <a:solidFill>
                            <a:schemeClr val="bg1"/>
                          </a:solidFill>
                        </a:rPr>
                        <a:t>Date</a:t>
                      </a:r>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algn="ctr" latinLnBrk="1"/>
                      <a:r>
                        <a:rPr lang="ko-KR" altLang="en-US" sz="800" dirty="0">
                          <a:solidFill>
                            <a:schemeClr val="bg1"/>
                          </a:solidFill>
                        </a:rPr>
                        <a:t>포인트</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algn="ctr" latinLnBrk="1"/>
                      <a:r>
                        <a:rPr lang="ko-KR" altLang="en-US" sz="800" dirty="0">
                          <a:solidFill>
                            <a:schemeClr val="bg1"/>
                          </a:solidFill>
                        </a:rPr>
                        <a:t>판매채널</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algn="ctr" latinLnBrk="1"/>
                      <a:r>
                        <a:rPr lang="ko-KR" altLang="en-US" sz="800" dirty="0">
                          <a:solidFill>
                            <a:schemeClr val="bg1"/>
                          </a:solidFill>
                        </a:rPr>
                        <a:t>구매형태</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algn="ctr" latinLnBrk="1"/>
                      <a:r>
                        <a:rPr lang="ko-KR" altLang="en-US" sz="800" dirty="0">
                          <a:solidFill>
                            <a:schemeClr val="bg1"/>
                          </a:solidFill>
                        </a:rPr>
                        <a:t>구매정보</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algn="ctr" latinLnBrk="1"/>
                      <a:r>
                        <a:rPr lang="ko-KR" altLang="en-US" sz="800" dirty="0">
                          <a:solidFill>
                            <a:schemeClr val="bg1"/>
                          </a:solidFill>
                        </a:rPr>
                        <a:t>상태</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extLst>
                  <a:ext uri="{0D108BD9-81ED-4DB2-BD59-A6C34878D82A}">
                    <a16:rowId xmlns:a16="http://schemas.microsoft.com/office/drawing/2014/main" val="1284176532"/>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23825482"/>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75616143"/>
                  </a:ext>
                </a:extLst>
              </a:tr>
              <a:tr h="0">
                <a:tc>
                  <a:txBody>
                    <a:bodyPr/>
                    <a:lstStyle/>
                    <a:p>
                      <a:pPr latinLnBrk="1"/>
                      <a:endParaRPr lang="ko-KR" altLang="en-US" sz="80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15690310"/>
                  </a:ext>
                </a:extLst>
              </a:tr>
              <a:tr h="0">
                <a:tc>
                  <a:txBody>
                    <a:bodyPr/>
                    <a:lstStyle/>
                    <a:p>
                      <a:pPr latinLnBrk="1"/>
                      <a:endParaRPr lang="ko-KR" altLang="en-US" sz="80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224885749"/>
                  </a:ext>
                </a:extLst>
              </a:tr>
              <a:tr h="0">
                <a:tc>
                  <a:txBody>
                    <a:bodyPr/>
                    <a:lstStyle/>
                    <a:p>
                      <a:pPr latinLnBrk="1"/>
                      <a:endParaRPr lang="ko-KR" altLang="en-US" sz="80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090970345"/>
                  </a:ext>
                </a:extLst>
              </a:tr>
              <a:tr h="0">
                <a:tc>
                  <a:txBody>
                    <a:bodyPr/>
                    <a:lstStyle/>
                    <a:p>
                      <a:pPr latinLnBrk="1"/>
                      <a:endParaRPr lang="ko-KR" altLang="en-US" sz="80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97480063"/>
                  </a:ext>
                </a:extLst>
              </a:tr>
              <a:tr h="0">
                <a:tc>
                  <a:txBody>
                    <a:bodyPr/>
                    <a:lstStyle/>
                    <a:p>
                      <a:pPr latinLnBrk="1"/>
                      <a:endParaRPr lang="ko-KR" altLang="en-US" sz="80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96286388"/>
                  </a:ext>
                </a:extLst>
              </a:tr>
              <a:tr h="0">
                <a:tc>
                  <a:txBody>
                    <a:bodyPr/>
                    <a:lstStyle/>
                    <a:p>
                      <a:pPr latinLnBrk="1"/>
                      <a:endParaRPr lang="ko-KR" altLang="en-US" sz="80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07425152"/>
                  </a:ext>
                </a:extLst>
              </a:tr>
              <a:tr h="0">
                <a:tc>
                  <a:txBody>
                    <a:bodyPr/>
                    <a:lstStyle/>
                    <a:p>
                      <a:pPr latinLnBrk="1"/>
                      <a:endParaRPr lang="ko-KR" altLang="en-US" sz="80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977489153"/>
                  </a:ext>
                </a:extLst>
              </a:tr>
              <a:tr h="0">
                <a:tc>
                  <a:txBody>
                    <a:bodyPr/>
                    <a:lstStyle/>
                    <a:p>
                      <a:pPr latinLnBrk="1"/>
                      <a:endParaRPr lang="ko-KR" altLang="en-US" sz="80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94799499"/>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46827020"/>
                  </a:ext>
                </a:extLst>
              </a:tr>
              <a:tr h="0">
                <a:tc>
                  <a:txBody>
                    <a:bodyPr/>
                    <a:lstStyle/>
                    <a:p>
                      <a:pPr latinLnBrk="1"/>
                      <a:endParaRPr lang="ko-KR" altLang="en-US" sz="80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40858489"/>
                  </a:ext>
                </a:extLst>
              </a:tr>
              <a:tr h="0">
                <a:tc>
                  <a:txBody>
                    <a:bodyPr/>
                    <a:lstStyle/>
                    <a:p>
                      <a:pPr latinLnBrk="1"/>
                      <a:endParaRPr lang="ko-KR" altLang="en-US" sz="80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30377957"/>
                  </a:ext>
                </a:extLst>
              </a:tr>
              <a:tr h="0">
                <a:tc>
                  <a:txBody>
                    <a:bodyPr/>
                    <a:lstStyle/>
                    <a:p>
                      <a:pPr latinLnBrk="1"/>
                      <a:endParaRPr lang="ko-KR" altLang="en-US" sz="80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200831728"/>
                  </a:ext>
                </a:extLst>
              </a:tr>
              <a:tr h="0">
                <a:tc>
                  <a:txBody>
                    <a:bodyPr/>
                    <a:lstStyle/>
                    <a:p>
                      <a:pPr latinLnBrk="1"/>
                      <a:endParaRPr lang="ko-KR" altLang="en-US" sz="80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90032390"/>
                  </a:ext>
                </a:extLst>
              </a:tr>
              <a:tr h="0">
                <a:tc>
                  <a:txBody>
                    <a:bodyPr/>
                    <a:lstStyle/>
                    <a:p>
                      <a:pPr latinLnBrk="1"/>
                      <a:endParaRPr lang="ko-KR" altLang="en-US" sz="80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871722139"/>
                  </a:ext>
                </a:extLst>
              </a:tr>
              <a:tr h="0">
                <a:tc>
                  <a:txBody>
                    <a:bodyPr/>
                    <a:lstStyle/>
                    <a:p>
                      <a:pPr latinLnBrk="1"/>
                      <a:endParaRPr lang="ko-KR" altLang="en-US" sz="80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439012412"/>
                  </a:ext>
                </a:extLst>
              </a:tr>
              <a:tr h="0">
                <a:tc>
                  <a:txBody>
                    <a:bodyPr/>
                    <a:lstStyle/>
                    <a:p>
                      <a:pPr latinLnBrk="1"/>
                      <a:endParaRPr lang="ko-KR" altLang="en-US" sz="80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66986436"/>
                  </a:ext>
                </a:extLst>
              </a:tr>
            </a:tbl>
          </a:graphicData>
        </a:graphic>
      </p:graphicFrame>
      <p:sp>
        <p:nvSpPr>
          <p:cNvPr id="65" name="TextBox 64">
            <a:extLst>
              <a:ext uri="{FF2B5EF4-FFF2-40B4-BE49-F238E27FC236}">
                <a16:creationId xmlns:a16="http://schemas.microsoft.com/office/drawing/2014/main" id="{93E8D6BB-22C0-4DF8-8248-6817D771E7B8}"/>
              </a:ext>
            </a:extLst>
          </p:cNvPr>
          <p:cNvSpPr txBox="1"/>
          <p:nvPr userDrawn="1"/>
        </p:nvSpPr>
        <p:spPr>
          <a:xfrm>
            <a:off x="1618429" y="4345347"/>
            <a:ext cx="982588" cy="215444"/>
          </a:xfrm>
          <a:prstGeom prst="rect">
            <a:avLst/>
          </a:prstGeom>
          <a:noFill/>
        </p:spPr>
        <p:txBody>
          <a:bodyPr wrap="square" rtlCol="0">
            <a:spAutoFit/>
          </a:bodyPr>
          <a:lstStyle/>
          <a:p>
            <a:r>
              <a:rPr lang="ko-KR" altLang="en-US" sz="800" b="1" dirty="0"/>
              <a:t>포인트구매현황</a:t>
            </a:r>
          </a:p>
        </p:txBody>
      </p:sp>
    </p:spTree>
    <p:extLst>
      <p:ext uri="{BB962C8B-B14F-4D97-AF65-F5344CB8AC3E}">
        <p14:creationId xmlns:p14="http://schemas.microsoft.com/office/powerpoint/2010/main" val="3015775959"/>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14_사용자 지정 레이아웃">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B1C41CE6-33CF-419F-91E8-6852D5DB0680}"/>
              </a:ext>
            </a:extLst>
          </p:cNvPr>
          <p:cNvSpPr/>
          <p:nvPr userDrawn="1"/>
        </p:nvSpPr>
        <p:spPr>
          <a:xfrm>
            <a:off x="1346993" y="617990"/>
            <a:ext cx="8765104" cy="246221"/>
          </a:xfrm>
          <a:prstGeom prst="rect">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700" dirty="0">
                <a:solidFill>
                  <a:schemeClr val="bg1">
                    <a:lumMod val="50000"/>
                  </a:schemeClr>
                </a:solidFill>
              </a:rPr>
              <a:t>Home &gt; </a:t>
            </a:r>
            <a:r>
              <a:rPr lang="ko-KR" altLang="en-US" sz="700" dirty="0">
                <a:solidFill>
                  <a:schemeClr val="bg1">
                    <a:lumMod val="50000"/>
                  </a:schemeClr>
                </a:solidFill>
              </a:rPr>
              <a:t>대분류 </a:t>
            </a:r>
            <a:r>
              <a:rPr lang="en-US" altLang="ko-KR" sz="700" dirty="0">
                <a:solidFill>
                  <a:schemeClr val="bg1">
                    <a:lumMod val="50000"/>
                  </a:schemeClr>
                </a:solidFill>
              </a:rPr>
              <a:t>#1 &gt; </a:t>
            </a:r>
            <a:r>
              <a:rPr lang="ko-KR" altLang="en-US" sz="700" dirty="0">
                <a:solidFill>
                  <a:schemeClr val="bg1">
                    <a:lumMod val="50000"/>
                  </a:schemeClr>
                </a:solidFill>
              </a:rPr>
              <a:t>중분류 </a:t>
            </a:r>
            <a:r>
              <a:rPr lang="en-US" altLang="ko-KR" sz="700" dirty="0">
                <a:solidFill>
                  <a:schemeClr val="bg1">
                    <a:lumMod val="50000"/>
                  </a:schemeClr>
                </a:solidFill>
              </a:rPr>
              <a:t>#3 &gt; </a:t>
            </a:r>
            <a:r>
              <a:rPr lang="ko-KR" altLang="en-US" sz="700" b="1" dirty="0">
                <a:solidFill>
                  <a:schemeClr val="tx1"/>
                </a:solidFill>
              </a:rPr>
              <a:t>소분류 </a:t>
            </a:r>
            <a:r>
              <a:rPr lang="en-US" altLang="ko-KR" sz="700" b="1" dirty="0">
                <a:solidFill>
                  <a:schemeClr val="tx1"/>
                </a:solidFill>
              </a:rPr>
              <a:t>#1</a:t>
            </a:r>
            <a:endParaRPr lang="ko-KR" altLang="en-US" sz="700" b="1" dirty="0">
              <a:solidFill>
                <a:schemeClr val="tx1"/>
              </a:solidFill>
            </a:endParaRPr>
          </a:p>
        </p:txBody>
      </p:sp>
      <p:sp>
        <p:nvSpPr>
          <p:cNvPr id="4" name="직사각형 3">
            <a:extLst>
              <a:ext uri="{FF2B5EF4-FFF2-40B4-BE49-F238E27FC236}">
                <a16:creationId xmlns:a16="http://schemas.microsoft.com/office/drawing/2014/main" id="{0628B206-3C8E-472C-8474-57FC7870C4F1}"/>
              </a:ext>
            </a:extLst>
          </p:cNvPr>
          <p:cNvSpPr/>
          <p:nvPr userDrawn="1"/>
        </p:nvSpPr>
        <p:spPr>
          <a:xfrm>
            <a:off x="48090" y="3000124"/>
            <a:ext cx="1304990" cy="20692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61AE1154-9BE8-446F-8738-8602CEC1E8E8}"/>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직사각형 5">
            <a:extLst>
              <a:ext uri="{FF2B5EF4-FFF2-40B4-BE49-F238E27FC236}">
                <a16:creationId xmlns:a16="http://schemas.microsoft.com/office/drawing/2014/main" id="{5B684871-FA08-4C8A-A9B3-F1E6A280A4F3}"/>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 name="그룹 6">
            <a:extLst>
              <a:ext uri="{FF2B5EF4-FFF2-40B4-BE49-F238E27FC236}">
                <a16:creationId xmlns:a16="http://schemas.microsoft.com/office/drawing/2014/main" id="{4A2B1E00-F1BD-47D4-AE10-EA5338E028DB}"/>
              </a:ext>
            </a:extLst>
          </p:cNvPr>
          <p:cNvGrpSpPr/>
          <p:nvPr userDrawn="1"/>
        </p:nvGrpSpPr>
        <p:grpSpPr>
          <a:xfrm>
            <a:off x="178017" y="61416"/>
            <a:ext cx="988764" cy="230583"/>
            <a:chOff x="2843808" y="1955121"/>
            <a:chExt cx="1674813" cy="596970"/>
          </a:xfrm>
          <a:solidFill>
            <a:schemeClr val="bg1">
              <a:lumMod val="95000"/>
            </a:schemeClr>
          </a:solidFill>
        </p:grpSpPr>
        <p:sp>
          <p:nvSpPr>
            <p:cNvPr id="8" name="Border">
              <a:extLst>
                <a:ext uri="{FF2B5EF4-FFF2-40B4-BE49-F238E27FC236}">
                  <a16:creationId xmlns:a16="http://schemas.microsoft.com/office/drawing/2014/main" id="{C5747C0C-23AA-4942-AD9C-75A1D88D4460}"/>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2">
              <a:extLst>
                <a:ext uri="{FF2B5EF4-FFF2-40B4-BE49-F238E27FC236}">
                  <a16:creationId xmlns:a16="http://schemas.microsoft.com/office/drawing/2014/main" id="{F63A96B0-8FB7-4781-B214-02D069A74D1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Line 1">
              <a:extLst>
                <a:ext uri="{FF2B5EF4-FFF2-40B4-BE49-F238E27FC236}">
                  <a16:creationId xmlns:a16="http://schemas.microsoft.com/office/drawing/2014/main" id="{F948E234-9B51-4A7E-97E5-459D675F3BB0}"/>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 name="TextBox 10">
              <a:extLst>
                <a:ext uri="{FF2B5EF4-FFF2-40B4-BE49-F238E27FC236}">
                  <a16:creationId xmlns:a16="http://schemas.microsoft.com/office/drawing/2014/main" id="{E6D3093C-7FF3-4974-B0C4-C1F61C7C4B41}"/>
                </a:ext>
              </a:extLst>
            </p:cNvPr>
            <p:cNvSpPr txBox="1"/>
            <p:nvPr/>
          </p:nvSpPr>
          <p:spPr>
            <a:xfrm>
              <a:off x="3163636" y="1988907"/>
              <a:ext cx="1035156" cy="438251"/>
            </a:xfrm>
            <a:prstGeom prst="rect">
              <a:avLst/>
            </a:prstGeom>
            <a:solidFill>
              <a:schemeClr val="bg1"/>
            </a:solidFill>
            <a:ln>
              <a:noFill/>
            </a:ln>
          </p:spPr>
          <p:txBody>
            <a:bodyPr wrap="square" rtlCol="0">
              <a:spAutoFit/>
            </a:bodyPr>
            <a:lstStyle/>
            <a:p>
              <a:pPr algn="ctr"/>
              <a:r>
                <a:rPr lang="en-US" altLang="ko-KR" sz="500" dirty="0">
                  <a:solidFill>
                    <a:schemeClr val="tx1">
                      <a:lumMod val="50000"/>
                      <a:lumOff val="50000"/>
                    </a:schemeClr>
                  </a:solidFill>
                </a:rPr>
                <a:t>LOGO</a:t>
              </a:r>
              <a:endParaRPr lang="ko-KR" altLang="en-US" sz="500" dirty="0">
                <a:solidFill>
                  <a:schemeClr val="tx1">
                    <a:lumMod val="50000"/>
                    <a:lumOff val="50000"/>
                  </a:schemeClr>
                </a:solidFill>
              </a:endParaRPr>
            </a:p>
          </p:txBody>
        </p:sp>
      </p:grpSp>
      <p:sp>
        <p:nvSpPr>
          <p:cNvPr id="12" name="직사각형 11">
            <a:extLst>
              <a:ext uri="{FF2B5EF4-FFF2-40B4-BE49-F238E27FC236}">
                <a16:creationId xmlns:a16="http://schemas.microsoft.com/office/drawing/2014/main" id="{44E9FD0B-AC1D-4FA4-907A-A1A992CC68DF}"/>
              </a:ext>
            </a:extLst>
          </p:cNvPr>
          <p:cNvSpPr/>
          <p:nvPr userDrawn="1"/>
        </p:nvSpPr>
        <p:spPr>
          <a:xfrm>
            <a:off x="7135932" y="59073"/>
            <a:ext cx="2933097" cy="253211"/>
          </a:xfrm>
          <a:prstGeom prst="rect">
            <a:avLst/>
          </a:prstGeom>
        </p:spPr>
        <p:txBody>
          <a:bodyPr wrap="square">
            <a:spAutoFit/>
          </a:bodyPr>
          <a:lstStyle/>
          <a:p>
            <a:pPr algn="r">
              <a:lnSpc>
                <a:spcPct val="150000"/>
              </a:lnSpc>
            </a:pPr>
            <a:r>
              <a:rPr lang="en-US" altLang="ko-KR" sz="800" dirty="0">
                <a:solidFill>
                  <a:schemeClr val="bg1">
                    <a:lumMod val="75000"/>
                  </a:schemeClr>
                </a:solidFill>
                <a:latin typeface="+mj-ea"/>
                <a:ea typeface="+mj-ea"/>
              </a:rPr>
              <a:t> </a:t>
            </a:r>
            <a:r>
              <a:rPr lang="en-US" altLang="ko-KR" sz="800" b="1" dirty="0">
                <a:solidFill>
                  <a:schemeClr val="tx1"/>
                </a:solidFill>
                <a:latin typeface="+mj-ea"/>
                <a:ea typeface="+mj-ea"/>
              </a:rPr>
              <a:t>[ </a:t>
            </a:r>
            <a:r>
              <a:rPr lang="ko-KR" altLang="en-US" sz="800" b="1" dirty="0">
                <a:solidFill>
                  <a:schemeClr val="tx1"/>
                </a:solidFill>
                <a:latin typeface="+mj-ea"/>
                <a:ea typeface="+mj-ea"/>
              </a:rPr>
              <a:t>최고관리자 </a:t>
            </a:r>
            <a:r>
              <a:rPr lang="en-US" altLang="ko-KR" sz="800" b="1" dirty="0">
                <a:solidFill>
                  <a:schemeClr val="tx1"/>
                </a:solidFill>
                <a:latin typeface="+mj-ea"/>
                <a:ea typeface="+mj-ea"/>
              </a:rPr>
              <a:t>]    </a:t>
            </a:r>
            <a:r>
              <a:rPr lang="ko-KR" altLang="en-US" sz="800" dirty="0" err="1">
                <a:latin typeface="+mj-ea"/>
                <a:ea typeface="+mj-ea"/>
              </a:rPr>
              <a:t>회원명</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graphicFrame>
        <p:nvGraphicFramePr>
          <p:cNvPr id="13" name="표 20">
            <a:extLst>
              <a:ext uri="{FF2B5EF4-FFF2-40B4-BE49-F238E27FC236}">
                <a16:creationId xmlns:a16="http://schemas.microsoft.com/office/drawing/2014/main" id="{EA764951-66A2-4C61-9FE7-FEE04606AB68}"/>
              </a:ext>
            </a:extLst>
          </p:cNvPr>
          <p:cNvGraphicFramePr>
            <a:graphicFrameLocks noGrp="1"/>
          </p:cNvGraphicFramePr>
          <p:nvPr userDrawn="1">
            <p:extLst>
              <p:ext uri="{D42A27DB-BD31-4B8C-83A1-F6EECF244321}">
                <p14:modId xmlns:p14="http://schemas.microsoft.com/office/powerpoint/2010/main" val="3924271944"/>
              </p:ext>
            </p:extLst>
          </p:nvPr>
        </p:nvGraphicFramePr>
        <p:xfrm>
          <a:off x="48089" y="621940"/>
          <a:ext cx="1305704" cy="2079562"/>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중분류 </a:t>
                      </a:r>
                      <a:r>
                        <a:rPr lang="en-US" altLang="ko-KR" sz="800" dirty="0"/>
                        <a:t>#1</a:t>
                      </a:r>
                      <a:r>
                        <a:rPr lang="ko-KR" altLang="en-US" sz="800" dirty="0"/>
                        <a:t>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중분류 </a:t>
                      </a:r>
                      <a:r>
                        <a:rPr lang="en-US" altLang="ko-KR" sz="800" dirty="0"/>
                        <a:t>#2</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a:t>
                      </a:r>
                      <a:r>
                        <a:rPr lang="ko-KR" altLang="en-US" sz="800" b="1" dirty="0">
                          <a:solidFill>
                            <a:schemeClr val="accent1">
                              <a:lumMod val="75000"/>
                            </a:schemeClr>
                          </a:solidFill>
                        </a:rPr>
                        <a:t>중분류 </a:t>
                      </a:r>
                      <a:r>
                        <a:rPr lang="en-US" altLang="ko-KR" sz="800" b="1" dirty="0">
                          <a:solidFill>
                            <a:schemeClr val="accent1">
                              <a:lumMod val="75000"/>
                            </a:schemeClr>
                          </a:solidFill>
                        </a:rPr>
                        <a:t>#3</a:t>
                      </a:r>
                      <a:endParaRPr lang="ko-KR" altLang="en-US" sz="800" b="1" dirty="0">
                        <a:solidFill>
                          <a:schemeClr val="accent1">
                            <a:lumMod val="75000"/>
                          </a:schemeClr>
                        </a:solidFill>
                      </a:endParaRP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accent1">
                        <a:lumMod val="40000"/>
                        <a:lumOff val="60000"/>
                      </a:schemeClr>
                    </a:solidFill>
                  </a:tcPr>
                </a:tc>
                <a:extLst>
                  <a:ext uri="{0D108BD9-81ED-4DB2-BD59-A6C34878D82A}">
                    <a16:rowId xmlns:a16="http://schemas.microsoft.com/office/drawing/2014/main" val="3279320490"/>
                  </a:ext>
                </a:extLst>
              </a:tr>
              <a:tr h="0">
                <a:tc>
                  <a:txBody>
                    <a:bodyPr/>
                    <a:lstStyle/>
                    <a:p>
                      <a:pPr latinLnBrk="1">
                        <a:lnSpc>
                          <a:spcPct val="150000"/>
                        </a:lnSpc>
                      </a:pPr>
                      <a:r>
                        <a:rPr lang="en-US" altLang="ko-KR" sz="800" dirty="0"/>
                        <a:t>    - </a:t>
                      </a:r>
                      <a:r>
                        <a:rPr lang="ko-KR" altLang="en-US" sz="800" dirty="0"/>
                        <a:t>소분류 </a:t>
                      </a:r>
                      <a:r>
                        <a:rPr lang="en-US" altLang="ko-KR" sz="800" dirty="0"/>
                        <a:t>#1</a:t>
                      </a:r>
                    </a:p>
                    <a:p>
                      <a:pPr latinLnBrk="1">
                        <a:lnSpc>
                          <a:spcPct val="150000"/>
                        </a:lnSpc>
                      </a:pPr>
                      <a:r>
                        <a:rPr lang="en-US" altLang="ko-KR" sz="800" dirty="0"/>
                        <a:t>    - </a:t>
                      </a:r>
                      <a:r>
                        <a:rPr lang="ko-KR" altLang="en-US" sz="800" dirty="0"/>
                        <a:t>소분류 </a:t>
                      </a:r>
                      <a:r>
                        <a:rPr lang="en-US" altLang="ko-KR" sz="800" dirty="0"/>
                        <a:t>#2</a:t>
                      </a:r>
                    </a:p>
                    <a:p>
                      <a:pPr latinLnBrk="1">
                        <a:lnSpc>
                          <a:spcPct val="150000"/>
                        </a:lnSpc>
                      </a:pPr>
                      <a:r>
                        <a:rPr lang="en-US" altLang="ko-KR" sz="800" dirty="0"/>
                        <a:t>    - </a:t>
                      </a:r>
                      <a:r>
                        <a:rPr lang="ko-KR" altLang="en-US" sz="800" dirty="0"/>
                        <a:t>소분류 </a:t>
                      </a:r>
                      <a:r>
                        <a:rPr lang="en-US" altLang="ko-KR" sz="800" dirty="0"/>
                        <a:t>#3</a:t>
                      </a:r>
                    </a:p>
                    <a:p>
                      <a:pPr latinLnBrk="1">
                        <a:lnSpc>
                          <a:spcPct val="150000"/>
                        </a:lnSpc>
                      </a:pP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384446707"/>
                  </a:ext>
                </a:extLst>
              </a:tr>
              <a:tr h="0">
                <a:tc>
                  <a:txBody>
                    <a:bodyPr/>
                    <a:lstStyle/>
                    <a:p>
                      <a:pPr latinLnBrk="1"/>
                      <a:r>
                        <a:rPr lang="ko-KR" altLang="en-US" sz="800" dirty="0"/>
                        <a:t>○ 중분류 </a:t>
                      </a:r>
                      <a:r>
                        <a:rPr lang="en-US" altLang="ko-KR" sz="800" dirty="0"/>
                        <a:t>#4</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중분류 </a:t>
                      </a:r>
                      <a:r>
                        <a:rPr lang="en-US" altLang="ko-KR" sz="800" dirty="0"/>
                        <a:t>#5</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중분류 </a:t>
                      </a:r>
                      <a:r>
                        <a:rPr lang="en-US" altLang="ko-KR" sz="800" dirty="0"/>
                        <a:t>#6</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bl>
          </a:graphicData>
        </a:graphic>
      </p:graphicFrame>
      <p:sp>
        <p:nvSpPr>
          <p:cNvPr id="14" name="TextBox 13">
            <a:extLst>
              <a:ext uri="{FF2B5EF4-FFF2-40B4-BE49-F238E27FC236}">
                <a16:creationId xmlns:a16="http://schemas.microsoft.com/office/drawing/2014/main" id="{BE610E9D-D5C1-4E41-9B22-0DC6D10EBA9C}"/>
              </a:ext>
            </a:extLst>
          </p:cNvPr>
          <p:cNvSpPr txBox="1"/>
          <p:nvPr userDrawn="1"/>
        </p:nvSpPr>
        <p:spPr>
          <a:xfrm rot="10800000">
            <a:off x="1123949" y="829992"/>
            <a:ext cx="276038" cy="246221"/>
          </a:xfrm>
          <a:prstGeom prst="rect">
            <a:avLst/>
          </a:prstGeom>
          <a:noFill/>
        </p:spPr>
        <p:txBody>
          <a:bodyPr wrap="none" rtlCol="0">
            <a:spAutoFit/>
          </a:bodyPr>
          <a:lstStyle/>
          <a:p>
            <a:r>
              <a:rPr lang="ko-KR" altLang="en-US" sz="1000" b="1" dirty="0"/>
              <a:t>∨</a:t>
            </a:r>
          </a:p>
        </p:txBody>
      </p:sp>
      <p:sp>
        <p:nvSpPr>
          <p:cNvPr id="15" name="직사각형 14">
            <a:extLst>
              <a:ext uri="{FF2B5EF4-FFF2-40B4-BE49-F238E27FC236}">
                <a16:creationId xmlns:a16="http://schemas.microsoft.com/office/drawing/2014/main" id="{F4BAFB3B-B6D2-45AC-B665-9BBAE3743C75}"/>
              </a:ext>
            </a:extLst>
          </p:cNvPr>
          <p:cNvSpPr/>
          <p:nvPr userDrawn="1"/>
        </p:nvSpPr>
        <p:spPr>
          <a:xfrm>
            <a:off x="41208" y="322274"/>
            <a:ext cx="1304991" cy="6300406"/>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 name="직사각형 15">
            <a:extLst>
              <a:ext uri="{FF2B5EF4-FFF2-40B4-BE49-F238E27FC236}">
                <a16:creationId xmlns:a16="http://schemas.microsoft.com/office/drawing/2014/main" id="{C546F277-90BC-455D-AD9C-E293D2413292}"/>
              </a:ext>
            </a:extLst>
          </p:cNvPr>
          <p:cNvSpPr/>
          <p:nvPr userDrawn="1"/>
        </p:nvSpPr>
        <p:spPr>
          <a:xfrm>
            <a:off x="40495" y="41286"/>
            <a:ext cx="10070807" cy="28098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 name="직사각형 16">
            <a:extLst>
              <a:ext uri="{FF2B5EF4-FFF2-40B4-BE49-F238E27FC236}">
                <a16:creationId xmlns:a16="http://schemas.microsoft.com/office/drawing/2014/main" id="{93C3A2C5-A08F-43BB-B253-85E4C3747575}"/>
              </a:ext>
            </a:extLst>
          </p:cNvPr>
          <p:cNvSpPr/>
          <p:nvPr userDrawn="1"/>
        </p:nvSpPr>
        <p:spPr>
          <a:xfrm>
            <a:off x="48089" y="321810"/>
            <a:ext cx="1298111" cy="296437"/>
          </a:xfrm>
          <a:prstGeom prst="rect">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대분류 </a:t>
            </a:r>
            <a:r>
              <a:rPr lang="en-US" altLang="ko-KR" sz="800" b="1" dirty="0">
                <a:solidFill>
                  <a:schemeClr val="bg1"/>
                </a:solidFill>
              </a:rPr>
              <a:t>#1</a:t>
            </a:r>
            <a:endParaRPr lang="ko-KR" altLang="en-US" sz="800" b="1" dirty="0">
              <a:solidFill>
                <a:schemeClr val="bg1"/>
              </a:solidFill>
            </a:endParaRPr>
          </a:p>
        </p:txBody>
      </p:sp>
      <p:sp>
        <p:nvSpPr>
          <p:cNvPr id="18" name="직사각형 17">
            <a:extLst>
              <a:ext uri="{FF2B5EF4-FFF2-40B4-BE49-F238E27FC236}">
                <a16:creationId xmlns:a16="http://schemas.microsoft.com/office/drawing/2014/main" id="{413CC1FC-8EC6-497A-AF71-F31A95D2B9DC}"/>
              </a:ext>
            </a:extLst>
          </p:cNvPr>
          <p:cNvSpPr/>
          <p:nvPr userDrawn="1"/>
        </p:nvSpPr>
        <p:spPr>
          <a:xfrm>
            <a:off x="1347788" y="321810"/>
            <a:ext cx="8763514" cy="296437"/>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B4C6907A-A855-40E4-B5B2-D07D312936B5}"/>
              </a:ext>
            </a:extLst>
          </p:cNvPr>
          <p:cNvSpPr/>
          <p:nvPr userDrawn="1"/>
        </p:nvSpPr>
        <p:spPr>
          <a:xfrm>
            <a:off x="1414766" y="377318"/>
            <a:ext cx="726373" cy="183015"/>
          </a:xfrm>
          <a:prstGeom prst="rect">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대분류 </a:t>
            </a:r>
            <a:r>
              <a:rPr lang="en-US" altLang="ko-KR" sz="800" dirty="0">
                <a:solidFill>
                  <a:schemeClr val="bg1"/>
                </a:solidFill>
              </a:rPr>
              <a:t>#1</a:t>
            </a:r>
          </a:p>
        </p:txBody>
      </p:sp>
      <p:sp>
        <p:nvSpPr>
          <p:cNvPr id="20" name="직사각형 19">
            <a:extLst>
              <a:ext uri="{FF2B5EF4-FFF2-40B4-BE49-F238E27FC236}">
                <a16:creationId xmlns:a16="http://schemas.microsoft.com/office/drawing/2014/main" id="{A8052AF6-F630-4E81-BC9C-0E568A6D5F18}"/>
              </a:ext>
            </a:extLst>
          </p:cNvPr>
          <p:cNvSpPr/>
          <p:nvPr userDrawn="1"/>
        </p:nvSpPr>
        <p:spPr>
          <a:xfrm>
            <a:off x="2209706" y="379931"/>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#2</a:t>
            </a:r>
          </a:p>
        </p:txBody>
      </p:sp>
      <p:sp>
        <p:nvSpPr>
          <p:cNvPr id="21" name="직사각형 20">
            <a:extLst>
              <a:ext uri="{FF2B5EF4-FFF2-40B4-BE49-F238E27FC236}">
                <a16:creationId xmlns:a16="http://schemas.microsoft.com/office/drawing/2014/main" id="{0B32A064-226F-4161-AD94-7D6791A0413A}"/>
              </a:ext>
            </a:extLst>
          </p:cNvPr>
          <p:cNvSpPr/>
          <p:nvPr userDrawn="1"/>
        </p:nvSpPr>
        <p:spPr>
          <a:xfrm>
            <a:off x="172122" y="3064908"/>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2" name="직사각형 21">
            <a:extLst>
              <a:ext uri="{FF2B5EF4-FFF2-40B4-BE49-F238E27FC236}">
                <a16:creationId xmlns:a16="http://schemas.microsoft.com/office/drawing/2014/main" id="{E7476F9B-186C-4512-B8AC-F971C710A8DC}"/>
              </a:ext>
            </a:extLst>
          </p:cNvPr>
          <p:cNvSpPr/>
          <p:nvPr userDrawn="1"/>
        </p:nvSpPr>
        <p:spPr>
          <a:xfrm>
            <a:off x="177784" y="3304561"/>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3" name="직사각형 22">
            <a:extLst>
              <a:ext uri="{FF2B5EF4-FFF2-40B4-BE49-F238E27FC236}">
                <a16:creationId xmlns:a16="http://schemas.microsoft.com/office/drawing/2014/main" id="{642899CA-9CDD-4A27-8A8D-5CCF8924B74C}"/>
              </a:ext>
            </a:extLst>
          </p:cNvPr>
          <p:cNvSpPr/>
          <p:nvPr userDrawn="1"/>
        </p:nvSpPr>
        <p:spPr>
          <a:xfrm>
            <a:off x="172355" y="3535155"/>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4" name="직사각형 23">
            <a:extLst>
              <a:ext uri="{FF2B5EF4-FFF2-40B4-BE49-F238E27FC236}">
                <a16:creationId xmlns:a16="http://schemas.microsoft.com/office/drawing/2014/main" id="{FC8377A3-36D7-47AA-8398-EC51BDA242EC}"/>
              </a:ext>
            </a:extLst>
          </p:cNvPr>
          <p:cNvSpPr/>
          <p:nvPr userDrawn="1"/>
        </p:nvSpPr>
        <p:spPr>
          <a:xfrm>
            <a:off x="178017" y="3770045"/>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5" name="직사각형 24">
            <a:extLst>
              <a:ext uri="{FF2B5EF4-FFF2-40B4-BE49-F238E27FC236}">
                <a16:creationId xmlns:a16="http://schemas.microsoft.com/office/drawing/2014/main" id="{1A486080-9239-49E6-AEFB-D5018ED2122B}"/>
              </a:ext>
            </a:extLst>
          </p:cNvPr>
          <p:cNvSpPr/>
          <p:nvPr userDrawn="1"/>
        </p:nvSpPr>
        <p:spPr>
          <a:xfrm>
            <a:off x="166227" y="4000311"/>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6" name="직사각형 25">
            <a:extLst>
              <a:ext uri="{FF2B5EF4-FFF2-40B4-BE49-F238E27FC236}">
                <a16:creationId xmlns:a16="http://schemas.microsoft.com/office/drawing/2014/main" id="{B24F127F-269E-4F93-B909-CF939D68F71D}"/>
              </a:ext>
            </a:extLst>
          </p:cNvPr>
          <p:cNvSpPr/>
          <p:nvPr userDrawn="1"/>
        </p:nvSpPr>
        <p:spPr>
          <a:xfrm>
            <a:off x="171889" y="4235201"/>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7" name="직사각형 26">
            <a:extLst>
              <a:ext uri="{FF2B5EF4-FFF2-40B4-BE49-F238E27FC236}">
                <a16:creationId xmlns:a16="http://schemas.microsoft.com/office/drawing/2014/main" id="{32478C2E-BD9C-43FF-9429-571098B83021}"/>
              </a:ext>
            </a:extLst>
          </p:cNvPr>
          <p:cNvSpPr/>
          <p:nvPr userDrawn="1"/>
        </p:nvSpPr>
        <p:spPr>
          <a:xfrm>
            <a:off x="166460" y="4465795"/>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8" name="직사각형 27">
            <a:extLst>
              <a:ext uri="{FF2B5EF4-FFF2-40B4-BE49-F238E27FC236}">
                <a16:creationId xmlns:a16="http://schemas.microsoft.com/office/drawing/2014/main" id="{ABB0EE85-D46A-44C4-9509-51C71197DBAB}"/>
              </a:ext>
            </a:extLst>
          </p:cNvPr>
          <p:cNvSpPr/>
          <p:nvPr userDrawn="1"/>
        </p:nvSpPr>
        <p:spPr>
          <a:xfrm>
            <a:off x="172122" y="4695922"/>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9" name="TextBox 28">
            <a:extLst>
              <a:ext uri="{FF2B5EF4-FFF2-40B4-BE49-F238E27FC236}">
                <a16:creationId xmlns:a16="http://schemas.microsoft.com/office/drawing/2014/main" id="{9D34D0ED-CD2F-441E-A9D7-169689FFE1F9}"/>
              </a:ext>
            </a:extLst>
          </p:cNvPr>
          <p:cNvSpPr txBox="1"/>
          <p:nvPr userDrawn="1"/>
        </p:nvSpPr>
        <p:spPr>
          <a:xfrm>
            <a:off x="1123948" y="1042903"/>
            <a:ext cx="276038" cy="246221"/>
          </a:xfrm>
          <a:prstGeom prst="rect">
            <a:avLst/>
          </a:prstGeom>
          <a:noFill/>
        </p:spPr>
        <p:txBody>
          <a:bodyPr wrap="none" rtlCol="0">
            <a:spAutoFit/>
          </a:bodyPr>
          <a:lstStyle/>
          <a:p>
            <a:r>
              <a:rPr lang="ko-KR" altLang="en-US" sz="1000" b="1" dirty="0"/>
              <a:t>∨</a:t>
            </a:r>
          </a:p>
        </p:txBody>
      </p:sp>
      <p:sp>
        <p:nvSpPr>
          <p:cNvPr id="30" name="직사각형 29">
            <a:extLst>
              <a:ext uri="{FF2B5EF4-FFF2-40B4-BE49-F238E27FC236}">
                <a16:creationId xmlns:a16="http://schemas.microsoft.com/office/drawing/2014/main" id="{1DF7E97B-07DA-4427-B246-9951A55D7004}"/>
              </a:ext>
            </a:extLst>
          </p:cNvPr>
          <p:cNvSpPr/>
          <p:nvPr userDrawn="1"/>
        </p:nvSpPr>
        <p:spPr>
          <a:xfrm>
            <a:off x="38129" y="2697455"/>
            <a:ext cx="1315664" cy="296437"/>
          </a:xfrm>
          <a:prstGeom prst="rect">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바로가기 </a:t>
            </a:r>
            <a:r>
              <a:rPr lang="en-US" altLang="ko-KR" sz="600" b="1" dirty="0">
                <a:solidFill>
                  <a:schemeClr val="bg1"/>
                </a:solidFill>
              </a:rPr>
              <a:t>(8/10)</a:t>
            </a:r>
            <a:endParaRPr lang="ko-KR" altLang="en-US" sz="600" b="1" dirty="0">
              <a:solidFill>
                <a:schemeClr val="bg1"/>
              </a:solidFill>
            </a:endParaRPr>
          </a:p>
        </p:txBody>
      </p:sp>
      <p:sp>
        <p:nvSpPr>
          <p:cNvPr id="31" name="직사각형 30">
            <a:extLst>
              <a:ext uri="{FF2B5EF4-FFF2-40B4-BE49-F238E27FC236}">
                <a16:creationId xmlns:a16="http://schemas.microsoft.com/office/drawing/2014/main" id="{66899CA7-4035-4DBA-B308-8266E46E1785}"/>
              </a:ext>
            </a:extLst>
          </p:cNvPr>
          <p:cNvSpPr/>
          <p:nvPr userDrawn="1"/>
        </p:nvSpPr>
        <p:spPr>
          <a:xfrm>
            <a:off x="3003057" y="377355"/>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#3</a:t>
            </a:r>
          </a:p>
        </p:txBody>
      </p:sp>
      <p:sp>
        <p:nvSpPr>
          <p:cNvPr id="32" name="직사각형 31">
            <a:extLst>
              <a:ext uri="{FF2B5EF4-FFF2-40B4-BE49-F238E27FC236}">
                <a16:creationId xmlns:a16="http://schemas.microsoft.com/office/drawing/2014/main" id="{88C8D486-9619-48AA-8C07-BE4B62584DB6}"/>
              </a:ext>
            </a:extLst>
          </p:cNvPr>
          <p:cNvSpPr/>
          <p:nvPr userDrawn="1"/>
        </p:nvSpPr>
        <p:spPr>
          <a:xfrm>
            <a:off x="3802251" y="373576"/>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#4</a:t>
            </a:r>
          </a:p>
        </p:txBody>
      </p:sp>
      <p:sp>
        <p:nvSpPr>
          <p:cNvPr id="33" name="직사각형 32">
            <a:extLst>
              <a:ext uri="{FF2B5EF4-FFF2-40B4-BE49-F238E27FC236}">
                <a16:creationId xmlns:a16="http://schemas.microsoft.com/office/drawing/2014/main" id="{39BD9B6D-6B84-454C-AAAA-4527866D3E2C}"/>
              </a:ext>
            </a:extLst>
          </p:cNvPr>
          <p:cNvSpPr/>
          <p:nvPr userDrawn="1"/>
        </p:nvSpPr>
        <p:spPr>
          <a:xfrm>
            <a:off x="4595602" y="371000"/>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#5</a:t>
            </a:r>
          </a:p>
        </p:txBody>
      </p:sp>
      <p:sp>
        <p:nvSpPr>
          <p:cNvPr id="34" name="직사각형 33">
            <a:extLst>
              <a:ext uri="{FF2B5EF4-FFF2-40B4-BE49-F238E27FC236}">
                <a16:creationId xmlns:a16="http://schemas.microsoft.com/office/drawing/2014/main" id="{92EDE7F3-A1D8-4F4A-BB92-25E69DB64CFE}"/>
              </a:ext>
            </a:extLst>
          </p:cNvPr>
          <p:cNvSpPr/>
          <p:nvPr userDrawn="1"/>
        </p:nvSpPr>
        <p:spPr>
          <a:xfrm>
            <a:off x="5428208" y="370468"/>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#6</a:t>
            </a:r>
          </a:p>
        </p:txBody>
      </p:sp>
      <p:sp>
        <p:nvSpPr>
          <p:cNvPr id="35" name="직사각형 34">
            <a:extLst>
              <a:ext uri="{FF2B5EF4-FFF2-40B4-BE49-F238E27FC236}">
                <a16:creationId xmlns:a16="http://schemas.microsoft.com/office/drawing/2014/main" id="{0AC38A6E-BC3A-40D2-8836-1B6D94440435}"/>
              </a:ext>
            </a:extLst>
          </p:cNvPr>
          <p:cNvSpPr/>
          <p:nvPr userDrawn="1"/>
        </p:nvSpPr>
        <p:spPr>
          <a:xfrm>
            <a:off x="6227402" y="366689"/>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#7</a:t>
            </a:r>
          </a:p>
        </p:txBody>
      </p:sp>
      <p:sp>
        <p:nvSpPr>
          <p:cNvPr id="36" name="직사각형 35">
            <a:extLst>
              <a:ext uri="{FF2B5EF4-FFF2-40B4-BE49-F238E27FC236}">
                <a16:creationId xmlns:a16="http://schemas.microsoft.com/office/drawing/2014/main" id="{8E37D6F8-6E57-4D77-A7D7-3C5685A9B8B9}"/>
              </a:ext>
            </a:extLst>
          </p:cNvPr>
          <p:cNvSpPr/>
          <p:nvPr userDrawn="1"/>
        </p:nvSpPr>
        <p:spPr>
          <a:xfrm>
            <a:off x="7020753" y="364113"/>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#8</a:t>
            </a:r>
          </a:p>
        </p:txBody>
      </p:sp>
      <p:sp>
        <p:nvSpPr>
          <p:cNvPr id="37" name="직사각형 36">
            <a:extLst>
              <a:ext uri="{FF2B5EF4-FFF2-40B4-BE49-F238E27FC236}">
                <a16:creationId xmlns:a16="http://schemas.microsoft.com/office/drawing/2014/main" id="{1056CD5C-A600-4B91-AE08-E40CCE6E5892}"/>
              </a:ext>
            </a:extLst>
          </p:cNvPr>
          <p:cNvSpPr/>
          <p:nvPr userDrawn="1"/>
        </p:nvSpPr>
        <p:spPr>
          <a:xfrm>
            <a:off x="37416" y="6328089"/>
            <a:ext cx="1315664" cy="296437"/>
          </a:xfrm>
          <a:prstGeom prst="rect">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미구마켓</a:t>
            </a:r>
          </a:p>
        </p:txBody>
      </p:sp>
      <p:sp>
        <p:nvSpPr>
          <p:cNvPr id="38" name="직사각형 37">
            <a:extLst>
              <a:ext uri="{FF2B5EF4-FFF2-40B4-BE49-F238E27FC236}">
                <a16:creationId xmlns:a16="http://schemas.microsoft.com/office/drawing/2014/main" id="{EC1CE0BA-3605-46FB-83AD-65E5D29AD9A6}"/>
              </a:ext>
            </a:extLst>
          </p:cNvPr>
          <p:cNvSpPr/>
          <p:nvPr userDrawn="1"/>
        </p:nvSpPr>
        <p:spPr>
          <a:xfrm>
            <a:off x="1347788" y="621732"/>
            <a:ext cx="8763514" cy="600094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39" name="표 36">
            <a:extLst>
              <a:ext uri="{FF2B5EF4-FFF2-40B4-BE49-F238E27FC236}">
                <a16:creationId xmlns:a16="http://schemas.microsoft.com/office/drawing/2014/main" id="{2D98943D-32BD-4A82-A031-96EE684086D8}"/>
              </a:ext>
            </a:extLst>
          </p:cNvPr>
          <p:cNvGraphicFramePr>
            <a:graphicFrameLocks noGrp="1"/>
          </p:cNvGraphicFramePr>
          <p:nvPr userDrawn="1">
            <p:extLst>
              <p:ext uri="{D42A27DB-BD31-4B8C-83A1-F6EECF244321}">
                <p14:modId xmlns:p14="http://schemas.microsoft.com/office/powerpoint/2010/main" val="2669793807"/>
              </p:ext>
            </p:extLst>
          </p:nvPr>
        </p:nvGraphicFramePr>
        <p:xfrm>
          <a:off x="1537561" y="3113671"/>
          <a:ext cx="8478450" cy="1920240"/>
        </p:xfrm>
        <a:graphic>
          <a:graphicData uri="http://schemas.openxmlformats.org/drawingml/2006/table">
            <a:tbl>
              <a:tblPr firstRow="1" bandRow="1">
                <a:tableStyleId>{5940675A-B579-460E-94D1-54222C63F5DA}</a:tableStyleId>
              </a:tblPr>
              <a:tblGrid>
                <a:gridCol w="303351">
                  <a:extLst>
                    <a:ext uri="{9D8B030D-6E8A-4147-A177-3AD203B41FA5}">
                      <a16:colId xmlns:a16="http://schemas.microsoft.com/office/drawing/2014/main" val="4144047296"/>
                    </a:ext>
                  </a:extLst>
                </a:gridCol>
                <a:gridCol w="1328655">
                  <a:extLst>
                    <a:ext uri="{9D8B030D-6E8A-4147-A177-3AD203B41FA5}">
                      <a16:colId xmlns:a16="http://schemas.microsoft.com/office/drawing/2014/main" val="481273397"/>
                    </a:ext>
                  </a:extLst>
                </a:gridCol>
                <a:gridCol w="816003">
                  <a:extLst>
                    <a:ext uri="{9D8B030D-6E8A-4147-A177-3AD203B41FA5}">
                      <a16:colId xmlns:a16="http://schemas.microsoft.com/office/drawing/2014/main" val="2437239160"/>
                    </a:ext>
                  </a:extLst>
                </a:gridCol>
                <a:gridCol w="816003">
                  <a:extLst>
                    <a:ext uri="{9D8B030D-6E8A-4147-A177-3AD203B41FA5}">
                      <a16:colId xmlns:a16="http://schemas.microsoft.com/office/drawing/2014/main" val="2229458322"/>
                    </a:ext>
                  </a:extLst>
                </a:gridCol>
                <a:gridCol w="854385">
                  <a:extLst>
                    <a:ext uri="{9D8B030D-6E8A-4147-A177-3AD203B41FA5}">
                      <a16:colId xmlns:a16="http://schemas.microsoft.com/office/drawing/2014/main" val="563767623"/>
                    </a:ext>
                  </a:extLst>
                </a:gridCol>
                <a:gridCol w="859899">
                  <a:extLst>
                    <a:ext uri="{9D8B030D-6E8A-4147-A177-3AD203B41FA5}">
                      <a16:colId xmlns:a16="http://schemas.microsoft.com/office/drawing/2014/main" val="3785393943"/>
                    </a:ext>
                  </a:extLst>
                </a:gridCol>
                <a:gridCol w="920456">
                  <a:extLst>
                    <a:ext uri="{9D8B030D-6E8A-4147-A177-3AD203B41FA5}">
                      <a16:colId xmlns:a16="http://schemas.microsoft.com/office/drawing/2014/main" val="4183156515"/>
                    </a:ext>
                  </a:extLst>
                </a:gridCol>
                <a:gridCol w="1035512">
                  <a:extLst>
                    <a:ext uri="{9D8B030D-6E8A-4147-A177-3AD203B41FA5}">
                      <a16:colId xmlns:a16="http://schemas.microsoft.com/office/drawing/2014/main" val="3386512266"/>
                    </a:ext>
                  </a:extLst>
                </a:gridCol>
                <a:gridCol w="1544186">
                  <a:extLst>
                    <a:ext uri="{9D8B030D-6E8A-4147-A177-3AD203B41FA5}">
                      <a16:colId xmlns:a16="http://schemas.microsoft.com/office/drawing/2014/main" val="4069410094"/>
                    </a:ext>
                  </a:extLst>
                </a:gridCol>
              </a:tblGrid>
              <a:tr h="0">
                <a:tc>
                  <a:txBody>
                    <a:bodyPr/>
                    <a:lstStyle/>
                    <a:p>
                      <a:pPr algn="ctr" latinLnBrk="1"/>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bg1"/>
                          </a:solidFill>
                        </a:rPr>
                        <a:t>Name #1</a:t>
                      </a:r>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bg1"/>
                          </a:solidFill>
                        </a:rPr>
                        <a:t>Name #2</a:t>
                      </a:r>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bg1"/>
                          </a:solidFill>
                        </a:rPr>
                        <a:t>Name #3</a:t>
                      </a:r>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bg1"/>
                          </a:solidFill>
                        </a:rPr>
                        <a:t>Name #4</a:t>
                      </a:r>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bg1"/>
                          </a:solidFill>
                        </a:rPr>
                        <a:t>Name #5</a:t>
                      </a:r>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bg1"/>
                          </a:solidFill>
                        </a:rPr>
                        <a:t>Name #6</a:t>
                      </a:r>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bg1"/>
                          </a:solidFill>
                        </a:rPr>
                        <a:t>Name #7</a:t>
                      </a:r>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algn="ctr" latinLnBrk="1"/>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extLst>
                  <a:ext uri="{0D108BD9-81ED-4DB2-BD59-A6C34878D82A}">
                    <a16:rowId xmlns:a16="http://schemas.microsoft.com/office/drawing/2014/main" val="1284176532"/>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 내용입니다</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latinLnBrk="1"/>
                      <a:r>
                        <a:rPr lang="en-US" altLang="ko-KR" sz="800" dirty="0"/>
                        <a:t>1900-01-01</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23825482"/>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 내용입니다</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t>1900-01-01</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75616143"/>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 내용입니다</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latinLnBrk="1"/>
                      <a:r>
                        <a:rPr lang="en-US" altLang="ko-KR" sz="800" dirty="0"/>
                        <a:t>1900-01-01</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15690310"/>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 내용입니다</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t>1900-01-01</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224885749"/>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 내용입니다</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latinLnBrk="1"/>
                      <a:r>
                        <a:rPr lang="en-US" altLang="ko-KR" sz="800" dirty="0"/>
                        <a:t>1900-01-01</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090970345"/>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 내용입니다</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t>1900-01-01</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97480063"/>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 내용입니다</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latinLnBrk="1"/>
                      <a:r>
                        <a:rPr lang="en-US" altLang="ko-KR" sz="800" dirty="0"/>
                        <a:t>1900-01-01</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96286388"/>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 내용입니다</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t>1900-01-01</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8517106"/>
                  </a:ext>
                </a:extLst>
              </a:tr>
            </a:tbl>
          </a:graphicData>
        </a:graphic>
      </p:graphicFrame>
      <p:sp>
        <p:nvSpPr>
          <p:cNvPr id="40" name="TextBox 39">
            <a:extLst>
              <a:ext uri="{FF2B5EF4-FFF2-40B4-BE49-F238E27FC236}">
                <a16:creationId xmlns:a16="http://schemas.microsoft.com/office/drawing/2014/main" id="{4FF77E8E-82F9-4259-B5DC-406B30747D71}"/>
              </a:ext>
            </a:extLst>
          </p:cNvPr>
          <p:cNvSpPr txBox="1"/>
          <p:nvPr userDrawn="1"/>
        </p:nvSpPr>
        <p:spPr>
          <a:xfrm>
            <a:off x="1463866" y="2644760"/>
            <a:ext cx="957313" cy="230832"/>
          </a:xfrm>
          <a:prstGeom prst="rect">
            <a:avLst/>
          </a:prstGeom>
          <a:noFill/>
        </p:spPr>
        <p:txBody>
          <a:bodyPr wrap="none" rtlCol="0">
            <a:spAutoFit/>
          </a:bodyPr>
          <a:lstStyle/>
          <a:p>
            <a:r>
              <a:rPr lang="ko-KR" altLang="en-US" sz="900" b="1" dirty="0"/>
              <a:t>○ 게시글 제목</a:t>
            </a:r>
          </a:p>
        </p:txBody>
      </p:sp>
      <p:sp>
        <p:nvSpPr>
          <p:cNvPr id="41" name="직사각형 40">
            <a:extLst>
              <a:ext uri="{FF2B5EF4-FFF2-40B4-BE49-F238E27FC236}">
                <a16:creationId xmlns:a16="http://schemas.microsoft.com/office/drawing/2014/main" id="{F6228C0B-1D4E-44DD-BDF9-A20FA46B9FBD}"/>
              </a:ext>
            </a:extLst>
          </p:cNvPr>
          <p:cNvSpPr/>
          <p:nvPr userDrawn="1"/>
        </p:nvSpPr>
        <p:spPr>
          <a:xfrm>
            <a:off x="1622909" y="3156063"/>
            <a:ext cx="127169" cy="1332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2" name="직사각형 41">
            <a:extLst>
              <a:ext uri="{FF2B5EF4-FFF2-40B4-BE49-F238E27FC236}">
                <a16:creationId xmlns:a16="http://schemas.microsoft.com/office/drawing/2014/main" id="{725B492F-3E33-403C-AC73-E0ECA2F6FBC1}"/>
              </a:ext>
            </a:extLst>
          </p:cNvPr>
          <p:cNvSpPr/>
          <p:nvPr userDrawn="1"/>
        </p:nvSpPr>
        <p:spPr>
          <a:xfrm>
            <a:off x="1617858" y="3369019"/>
            <a:ext cx="127169" cy="1332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3" name="직사각형 42">
            <a:extLst>
              <a:ext uri="{FF2B5EF4-FFF2-40B4-BE49-F238E27FC236}">
                <a16:creationId xmlns:a16="http://schemas.microsoft.com/office/drawing/2014/main" id="{12D9F46D-FD8E-4955-A48D-1CD4A2AA078A}"/>
              </a:ext>
            </a:extLst>
          </p:cNvPr>
          <p:cNvSpPr/>
          <p:nvPr userDrawn="1"/>
        </p:nvSpPr>
        <p:spPr>
          <a:xfrm>
            <a:off x="1617862" y="3574914"/>
            <a:ext cx="127169" cy="1332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4" name="직사각형 43">
            <a:extLst>
              <a:ext uri="{FF2B5EF4-FFF2-40B4-BE49-F238E27FC236}">
                <a16:creationId xmlns:a16="http://schemas.microsoft.com/office/drawing/2014/main" id="{B4EB4DBC-6460-4B9F-BF77-F28084546899}"/>
              </a:ext>
            </a:extLst>
          </p:cNvPr>
          <p:cNvSpPr/>
          <p:nvPr userDrawn="1"/>
        </p:nvSpPr>
        <p:spPr>
          <a:xfrm>
            <a:off x="1617854" y="3798256"/>
            <a:ext cx="127169" cy="1332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5" name="직사각형 44">
            <a:extLst>
              <a:ext uri="{FF2B5EF4-FFF2-40B4-BE49-F238E27FC236}">
                <a16:creationId xmlns:a16="http://schemas.microsoft.com/office/drawing/2014/main" id="{28A95967-3A5D-4E61-B74B-5E3E34A3355C}"/>
              </a:ext>
            </a:extLst>
          </p:cNvPr>
          <p:cNvSpPr/>
          <p:nvPr userDrawn="1"/>
        </p:nvSpPr>
        <p:spPr>
          <a:xfrm>
            <a:off x="1617858" y="4004151"/>
            <a:ext cx="127169" cy="1332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6" name="직사각형 45">
            <a:extLst>
              <a:ext uri="{FF2B5EF4-FFF2-40B4-BE49-F238E27FC236}">
                <a16:creationId xmlns:a16="http://schemas.microsoft.com/office/drawing/2014/main" id="{DFC84876-B044-40A2-9CC4-683246C8A475}"/>
              </a:ext>
            </a:extLst>
          </p:cNvPr>
          <p:cNvSpPr/>
          <p:nvPr userDrawn="1"/>
        </p:nvSpPr>
        <p:spPr>
          <a:xfrm>
            <a:off x="1617850" y="4227493"/>
            <a:ext cx="127169" cy="1332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7" name="직사각형 46">
            <a:extLst>
              <a:ext uri="{FF2B5EF4-FFF2-40B4-BE49-F238E27FC236}">
                <a16:creationId xmlns:a16="http://schemas.microsoft.com/office/drawing/2014/main" id="{4BF64539-76CC-48B1-908F-CA9FCFBB0D10}"/>
              </a:ext>
            </a:extLst>
          </p:cNvPr>
          <p:cNvSpPr/>
          <p:nvPr userDrawn="1"/>
        </p:nvSpPr>
        <p:spPr>
          <a:xfrm>
            <a:off x="1617854" y="4433388"/>
            <a:ext cx="127169" cy="1332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8" name="직사각형 47">
            <a:extLst>
              <a:ext uri="{FF2B5EF4-FFF2-40B4-BE49-F238E27FC236}">
                <a16:creationId xmlns:a16="http://schemas.microsoft.com/office/drawing/2014/main" id="{9900876E-EFF7-486F-A8E7-D991DEFBD757}"/>
              </a:ext>
            </a:extLst>
          </p:cNvPr>
          <p:cNvSpPr/>
          <p:nvPr userDrawn="1"/>
        </p:nvSpPr>
        <p:spPr>
          <a:xfrm>
            <a:off x="1617846" y="4656730"/>
            <a:ext cx="127169" cy="1332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9" name="직사각형 48">
            <a:extLst>
              <a:ext uri="{FF2B5EF4-FFF2-40B4-BE49-F238E27FC236}">
                <a16:creationId xmlns:a16="http://schemas.microsoft.com/office/drawing/2014/main" id="{3A300607-1ADE-43AA-8CA7-A76AD6B65C1A}"/>
              </a:ext>
            </a:extLst>
          </p:cNvPr>
          <p:cNvSpPr/>
          <p:nvPr userDrawn="1"/>
        </p:nvSpPr>
        <p:spPr>
          <a:xfrm>
            <a:off x="1617850" y="4862625"/>
            <a:ext cx="127169" cy="1332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0" name="직사각형 49">
            <a:extLst>
              <a:ext uri="{FF2B5EF4-FFF2-40B4-BE49-F238E27FC236}">
                <a16:creationId xmlns:a16="http://schemas.microsoft.com/office/drawing/2014/main" id="{0BB402D3-BEB1-40E3-AEF0-FF7098762703}"/>
              </a:ext>
            </a:extLst>
          </p:cNvPr>
          <p:cNvSpPr/>
          <p:nvPr userDrawn="1"/>
        </p:nvSpPr>
        <p:spPr>
          <a:xfrm>
            <a:off x="8556613" y="3369019"/>
            <a:ext cx="429950"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51" name="직사각형 50">
            <a:extLst>
              <a:ext uri="{FF2B5EF4-FFF2-40B4-BE49-F238E27FC236}">
                <a16:creationId xmlns:a16="http://schemas.microsoft.com/office/drawing/2014/main" id="{6D294B3A-BE83-490D-AB3E-34BD76A76B68}"/>
              </a:ext>
            </a:extLst>
          </p:cNvPr>
          <p:cNvSpPr/>
          <p:nvPr userDrawn="1"/>
        </p:nvSpPr>
        <p:spPr>
          <a:xfrm>
            <a:off x="9036015" y="3369019"/>
            <a:ext cx="429950"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52" name="직사각형 51">
            <a:extLst>
              <a:ext uri="{FF2B5EF4-FFF2-40B4-BE49-F238E27FC236}">
                <a16:creationId xmlns:a16="http://schemas.microsoft.com/office/drawing/2014/main" id="{A220A900-8564-4E86-AE90-75F742684BC6}"/>
              </a:ext>
            </a:extLst>
          </p:cNvPr>
          <p:cNvSpPr/>
          <p:nvPr userDrawn="1"/>
        </p:nvSpPr>
        <p:spPr>
          <a:xfrm>
            <a:off x="9522472" y="3369019"/>
            <a:ext cx="429950"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53" name="직사각형 52">
            <a:extLst>
              <a:ext uri="{FF2B5EF4-FFF2-40B4-BE49-F238E27FC236}">
                <a16:creationId xmlns:a16="http://schemas.microsoft.com/office/drawing/2014/main" id="{428E73B7-E8A4-4211-A5ED-16A5439B884F}"/>
              </a:ext>
            </a:extLst>
          </p:cNvPr>
          <p:cNvSpPr/>
          <p:nvPr userDrawn="1"/>
        </p:nvSpPr>
        <p:spPr>
          <a:xfrm>
            <a:off x="8563676" y="3574914"/>
            <a:ext cx="429950"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54" name="직사각형 53">
            <a:extLst>
              <a:ext uri="{FF2B5EF4-FFF2-40B4-BE49-F238E27FC236}">
                <a16:creationId xmlns:a16="http://schemas.microsoft.com/office/drawing/2014/main" id="{49E5E097-DE1E-48BF-B5A4-ED0ACCF3C529}"/>
              </a:ext>
            </a:extLst>
          </p:cNvPr>
          <p:cNvSpPr/>
          <p:nvPr userDrawn="1"/>
        </p:nvSpPr>
        <p:spPr>
          <a:xfrm>
            <a:off x="9043078" y="3574914"/>
            <a:ext cx="429950"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55" name="직사각형 54">
            <a:extLst>
              <a:ext uri="{FF2B5EF4-FFF2-40B4-BE49-F238E27FC236}">
                <a16:creationId xmlns:a16="http://schemas.microsoft.com/office/drawing/2014/main" id="{AFE8F91F-8465-41E6-961A-10D0EB20DA03}"/>
              </a:ext>
            </a:extLst>
          </p:cNvPr>
          <p:cNvSpPr/>
          <p:nvPr userDrawn="1"/>
        </p:nvSpPr>
        <p:spPr>
          <a:xfrm>
            <a:off x="9529535" y="3574914"/>
            <a:ext cx="429950"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56" name="직사각형 55">
            <a:extLst>
              <a:ext uri="{FF2B5EF4-FFF2-40B4-BE49-F238E27FC236}">
                <a16:creationId xmlns:a16="http://schemas.microsoft.com/office/drawing/2014/main" id="{65E13235-141D-4D89-B812-A8AC6DBFED50}"/>
              </a:ext>
            </a:extLst>
          </p:cNvPr>
          <p:cNvSpPr/>
          <p:nvPr userDrawn="1"/>
        </p:nvSpPr>
        <p:spPr>
          <a:xfrm>
            <a:off x="8556613" y="3798256"/>
            <a:ext cx="429950"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57" name="직사각형 56">
            <a:extLst>
              <a:ext uri="{FF2B5EF4-FFF2-40B4-BE49-F238E27FC236}">
                <a16:creationId xmlns:a16="http://schemas.microsoft.com/office/drawing/2014/main" id="{4F61F47A-7F3F-456D-96F1-D4AF10500D48}"/>
              </a:ext>
            </a:extLst>
          </p:cNvPr>
          <p:cNvSpPr/>
          <p:nvPr userDrawn="1"/>
        </p:nvSpPr>
        <p:spPr>
          <a:xfrm>
            <a:off x="9036015" y="3798256"/>
            <a:ext cx="429950"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58" name="직사각형 57">
            <a:extLst>
              <a:ext uri="{FF2B5EF4-FFF2-40B4-BE49-F238E27FC236}">
                <a16:creationId xmlns:a16="http://schemas.microsoft.com/office/drawing/2014/main" id="{CA16A91D-584D-4E69-AD60-E7339077941F}"/>
              </a:ext>
            </a:extLst>
          </p:cNvPr>
          <p:cNvSpPr/>
          <p:nvPr userDrawn="1"/>
        </p:nvSpPr>
        <p:spPr>
          <a:xfrm>
            <a:off x="9522472" y="3798256"/>
            <a:ext cx="429950"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59" name="직사각형 58">
            <a:extLst>
              <a:ext uri="{FF2B5EF4-FFF2-40B4-BE49-F238E27FC236}">
                <a16:creationId xmlns:a16="http://schemas.microsoft.com/office/drawing/2014/main" id="{082760D1-DAB4-4A98-976E-721789D70842}"/>
              </a:ext>
            </a:extLst>
          </p:cNvPr>
          <p:cNvSpPr/>
          <p:nvPr userDrawn="1"/>
        </p:nvSpPr>
        <p:spPr>
          <a:xfrm>
            <a:off x="8563676" y="4004151"/>
            <a:ext cx="429950"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60" name="직사각형 59">
            <a:extLst>
              <a:ext uri="{FF2B5EF4-FFF2-40B4-BE49-F238E27FC236}">
                <a16:creationId xmlns:a16="http://schemas.microsoft.com/office/drawing/2014/main" id="{2921DB24-61CE-48F8-BFDB-32BE2447B6FB}"/>
              </a:ext>
            </a:extLst>
          </p:cNvPr>
          <p:cNvSpPr/>
          <p:nvPr userDrawn="1"/>
        </p:nvSpPr>
        <p:spPr>
          <a:xfrm>
            <a:off x="9043078" y="4004151"/>
            <a:ext cx="429950"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61" name="직사각형 60">
            <a:extLst>
              <a:ext uri="{FF2B5EF4-FFF2-40B4-BE49-F238E27FC236}">
                <a16:creationId xmlns:a16="http://schemas.microsoft.com/office/drawing/2014/main" id="{32D17D2E-6BF5-4DFA-BF6E-F82E93F61069}"/>
              </a:ext>
            </a:extLst>
          </p:cNvPr>
          <p:cNvSpPr/>
          <p:nvPr userDrawn="1"/>
        </p:nvSpPr>
        <p:spPr>
          <a:xfrm>
            <a:off x="9529535" y="4004151"/>
            <a:ext cx="429950"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62" name="직사각형 61">
            <a:extLst>
              <a:ext uri="{FF2B5EF4-FFF2-40B4-BE49-F238E27FC236}">
                <a16:creationId xmlns:a16="http://schemas.microsoft.com/office/drawing/2014/main" id="{F48683A1-1BD0-41E5-A283-D1890948E0FA}"/>
              </a:ext>
            </a:extLst>
          </p:cNvPr>
          <p:cNvSpPr/>
          <p:nvPr userDrawn="1"/>
        </p:nvSpPr>
        <p:spPr>
          <a:xfrm>
            <a:off x="8556613" y="4216048"/>
            <a:ext cx="429950"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63" name="직사각형 62">
            <a:extLst>
              <a:ext uri="{FF2B5EF4-FFF2-40B4-BE49-F238E27FC236}">
                <a16:creationId xmlns:a16="http://schemas.microsoft.com/office/drawing/2014/main" id="{87E79EB6-1152-4EBC-A3D7-06C58279A9F6}"/>
              </a:ext>
            </a:extLst>
          </p:cNvPr>
          <p:cNvSpPr/>
          <p:nvPr userDrawn="1"/>
        </p:nvSpPr>
        <p:spPr>
          <a:xfrm>
            <a:off x="9036015" y="4216048"/>
            <a:ext cx="429950"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64" name="직사각형 63">
            <a:extLst>
              <a:ext uri="{FF2B5EF4-FFF2-40B4-BE49-F238E27FC236}">
                <a16:creationId xmlns:a16="http://schemas.microsoft.com/office/drawing/2014/main" id="{8A679F40-0160-404E-B609-FC47ACFEB4FF}"/>
              </a:ext>
            </a:extLst>
          </p:cNvPr>
          <p:cNvSpPr/>
          <p:nvPr userDrawn="1"/>
        </p:nvSpPr>
        <p:spPr>
          <a:xfrm>
            <a:off x="9522472" y="4216048"/>
            <a:ext cx="429950"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65" name="직사각형 64">
            <a:extLst>
              <a:ext uri="{FF2B5EF4-FFF2-40B4-BE49-F238E27FC236}">
                <a16:creationId xmlns:a16="http://schemas.microsoft.com/office/drawing/2014/main" id="{A2BE396E-5FA5-42C7-94EB-FB7A2877C6E6}"/>
              </a:ext>
            </a:extLst>
          </p:cNvPr>
          <p:cNvSpPr/>
          <p:nvPr userDrawn="1"/>
        </p:nvSpPr>
        <p:spPr>
          <a:xfrm>
            <a:off x="8563676" y="4421943"/>
            <a:ext cx="429950"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66" name="직사각형 65">
            <a:extLst>
              <a:ext uri="{FF2B5EF4-FFF2-40B4-BE49-F238E27FC236}">
                <a16:creationId xmlns:a16="http://schemas.microsoft.com/office/drawing/2014/main" id="{31826757-CD84-43A5-958C-735251D865DC}"/>
              </a:ext>
            </a:extLst>
          </p:cNvPr>
          <p:cNvSpPr/>
          <p:nvPr userDrawn="1"/>
        </p:nvSpPr>
        <p:spPr>
          <a:xfrm>
            <a:off x="9043078" y="4421943"/>
            <a:ext cx="429950"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67" name="직사각형 66">
            <a:extLst>
              <a:ext uri="{FF2B5EF4-FFF2-40B4-BE49-F238E27FC236}">
                <a16:creationId xmlns:a16="http://schemas.microsoft.com/office/drawing/2014/main" id="{31DC7C2E-0D41-4232-8BCA-CF597EB06502}"/>
              </a:ext>
            </a:extLst>
          </p:cNvPr>
          <p:cNvSpPr/>
          <p:nvPr userDrawn="1"/>
        </p:nvSpPr>
        <p:spPr>
          <a:xfrm>
            <a:off x="9529535" y="4421943"/>
            <a:ext cx="429950"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68" name="직사각형 67">
            <a:extLst>
              <a:ext uri="{FF2B5EF4-FFF2-40B4-BE49-F238E27FC236}">
                <a16:creationId xmlns:a16="http://schemas.microsoft.com/office/drawing/2014/main" id="{6518AB24-676F-4BEC-9F76-9A914462DB01}"/>
              </a:ext>
            </a:extLst>
          </p:cNvPr>
          <p:cNvSpPr/>
          <p:nvPr userDrawn="1"/>
        </p:nvSpPr>
        <p:spPr>
          <a:xfrm>
            <a:off x="8556613" y="4645285"/>
            <a:ext cx="429950"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69" name="직사각형 68">
            <a:extLst>
              <a:ext uri="{FF2B5EF4-FFF2-40B4-BE49-F238E27FC236}">
                <a16:creationId xmlns:a16="http://schemas.microsoft.com/office/drawing/2014/main" id="{A2DE3094-EE10-4D96-B3C2-98627312852C}"/>
              </a:ext>
            </a:extLst>
          </p:cNvPr>
          <p:cNvSpPr/>
          <p:nvPr userDrawn="1"/>
        </p:nvSpPr>
        <p:spPr>
          <a:xfrm>
            <a:off x="9036015" y="4645285"/>
            <a:ext cx="429950"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70" name="직사각형 69">
            <a:extLst>
              <a:ext uri="{FF2B5EF4-FFF2-40B4-BE49-F238E27FC236}">
                <a16:creationId xmlns:a16="http://schemas.microsoft.com/office/drawing/2014/main" id="{D9F5A8CE-4FC4-4568-93C6-0C37DF6F7256}"/>
              </a:ext>
            </a:extLst>
          </p:cNvPr>
          <p:cNvSpPr/>
          <p:nvPr userDrawn="1"/>
        </p:nvSpPr>
        <p:spPr>
          <a:xfrm>
            <a:off x="9522472" y="4645285"/>
            <a:ext cx="429950"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71" name="직사각형 70">
            <a:extLst>
              <a:ext uri="{FF2B5EF4-FFF2-40B4-BE49-F238E27FC236}">
                <a16:creationId xmlns:a16="http://schemas.microsoft.com/office/drawing/2014/main" id="{6C01F418-20CD-4A19-82BB-0C5C447025A0}"/>
              </a:ext>
            </a:extLst>
          </p:cNvPr>
          <p:cNvSpPr/>
          <p:nvPr userDrawn="1"/>
        </p:nvSpPr>
        <p:spPr>
          <a:xfrm>
            <a:off x="8563676" y="4851180"/>
            <a:ext cx="429950"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72" name="직사각형 71">
            <a:extLst>
              <a:ext uri="{FF2B5EF4-FFF2-40B4-BE49-F238E27FC236}">
                <a16:creationId xmlns:a16="http://schemas.microsoft.com/office/drawing/2014/main" id="{70AFF796-73AA-45CB-9719-9E0DC48EDFE1}"/>
              </a:ext>
            </a:extLst>
          </p:cNvPr>
          <p:cNvSpPr/>
          <p:nvPr userDrawn="1"/>
        </p:nvSpPr>
        <p:spPr>
          <a:xfrm>
            <a:off x="9043078" y="4851180"/>
            <a:ext cx="429950"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73" name="직사각형 72">
            <a:extLst>
              <a:ext uri="{FF2B5EF4-FFF2-40B4-BE49-F238E27FC236}">
                <a16:creationId xmlns:a16="http://schemas.microsoft.com/office/drawing/2014/main" id="{03AB3537-E94D-428A-A15C-2C420C733554}"/>
              </a:ext>
            </a:extLst>
          </p:cNvPr>
          <p:cNvSpPr/>
          <p:nvPr userDrawn="1"/>
        </p:nvSpPr>
        <p:spPr>
          <a:xfrm>
            <a:off x="9529535" y="4851180"/>
            <a:ext cx="429950"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74" name="직사각형 73">
            <a:extLst>
              <a:ext uri="{FF2B5EF4-FFF2-40B4-BE49-F238E27FC236}">
                <a16:creationId xmlns:a16="http://schemas.microsoft.com/office/drawing/2014/main" id="{1CC3A3F6-1620-4CC0-806E-C62AF0344EAB}"/>
              </a:ext>
            </a:extLst>
          </p:cNvPr>
          <p:cNvSpPr/>
          <p:nvPr userDrawn="1"/>
        </p:nvSpPr>
        <p:spPr>
          <a:xfrm>
            <a:off x="2602991" y="5104782"/>
            <a:ext cx="748002" cy="154273"/>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a:t>일괄수정</a:t>
            </a:r>
            <a:endParaRPr lang="ko-KR" altLang="en-US" sz="700" b="1" dirty="0"/>
          </a:p>
        </p:txBody>
      </p:sp>
      <p:sp>
        <p:nvSpPr>
          <p:cNvPr id="75" name="직사각형 74">
            <a:extLst>
              <a:ext uri="{FF2B5EF4-FFF2-40B4-BE49-F238E27FC236}">
                <a16:creationId xmlns:a16="http://schemas.microsoft.com/office/drawing/2014/main" id="{1C63629A-865D-4DC3-ACB0-31B892056404}"/>
              </a:ext>
            </a:extLst>
          </p:cNvPr>
          <p:cNvSpPr/>
          <p:nvPr userDrawn="1"/>
        </p:nvSpPr>
        <p:spPr>
          <a:xfrm>
            <a:off x="1533736" y="5107660"/>
            <a:ext cx="968906"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은행선택  ▼</a:t>
            </a:r>
          </a:p>
        </p:txBody>
      </p:sp>
      <p:grpSp>
        <p:nvGrpSpPr>
          <p:cNvPr id="76" name="그룹 75">
            <a:extLst>
              <a:ext uri="{FF2B5EF4-FFF2-40B4-BE49-F238E27FC236}">
                <a16:creationId xmlns:a16="http://schemas.microsoft.com/office/drawing/2014/main" id="{363983FD-847F-4AD7-A3DF-B3F9184C2615}"/>
              </a:ext>
            </a:extLst>
          </p:cNvPr>
          <p:cNvGrpSpPr/>
          <p:nvPr userDrawn="1"/>
        </p:nvGrpSpPr>
        <p:grpSpPr>
          <a:xfrm>
            <a:off x="4023742" y="5434598"/>
            <a:ext cx="3506087" cy="187725"/>
            <a:chOff x="3987692" y="5516678"/>
            <a:chExt cx="3506087" cy="187725"/>
          </a:xfrm>
        </p:grpSpPr>
        <p:sp>
          <p:nvSpPr>
            <p:cNvPr id="77" name="직사각형 76">
              <a:extLst>
                <a:ext uri="{FF2B5EF4-FFF2-40B4-BE49-F238E27FC236}">
                  <a16:creationId xmlns:a16="http://schemas.microsoft.com/office/drawing/2014/main" id="{7DBB15F4-8F6E-4533-8AF9-0067502B9DA1}"/>
                </a:ext>
              </a:extLst>
            </p:cNvPr>
            <p:cNvSpPr/>
            <p:nvPr/>
          </p:nvSpPr>
          <p:spPr>
            <a:xfrm>
              <a:off x="4868726" y="5516678"/>
              <a:ext cx="193780" cy="187725"/>
            </a:xfrm>
            <a:prstGeom prst="rect">
              <a:avLst/>
            </a:prstGeom>
            <a:solidFill>
              <a:srgbClr val="0000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b="1" dirty="0">
                  <a:solidFill>
                    <a:schemeClr val="bg1"/>
                  </a:solidFill>
                </a:rPr>
                <a:t>1</a:t>
              </a:r>
              <a:endParaRPr lang="ko-KR" altLang="en-US" sz="600" b="1" dirty="0">
                <a:solidFill>
                  <a:schemeClr val="bg1"/>
                </a:solidFill>
              </a:endParaRPr>
            </a:p>
          </p:txBody>
        </p:sp>
        <p:sp>
          <p:nvSpPr>
            <p:cNvPr id="78" name="직사각형 77">
              <a:extLst>
                <a:ext uri="{FF2B5EF4-FFF2-40B4-BE49-F238E27FC236}">
                  <a16:creationId xmlns:a16="http://schemas.microsoft.com/office/drawing/2014/main" id="{3243E7C6-0DFA-4341-9FC9-C3C052146055}"/>
                </a:ext>
              </a:extLst>
            </p:cNvPr>
            <p:cNvSpPr/>
            <p:nvPr/>
          </p:nvSpPr>
          <p:spPr>
            <a:xfrm>
              <a:off x="506250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2</a:t>
              </a:r>
              <a:endParaRPr lang="ko-KR" altLang="en-US" sz="600" dirty="0">
                <a:solidFill>
                  <a:schemeClr val="tx1"/>
                </a:solidFill>
              </a:endParaRPr>
            </a:p>
          </p:txBody>
        </p:sp>
        <p:sp>
          <p:nvSpPr>
            <p:cNvPr id="79" name="직사각형 78">
              <a:extLst>
                <a:ext uri="{FF2B5EF4-FFF2-40B4-BE49-F238E27FC236}">
                  <a16:creationId xmlns:a16="http://schemas.microsoft.com/office/drawing/2014/main" id="{9B02957F-33C1-49C9-9386-649440054B05}"/>
                </a:ext>
              </a:extLst>
            </p:cNvPr>
            <p:cNvSpPr/>
            <p:nvPr/>
          </p:nvSpPr>
          <p:spPr>
            <a:xfrm>
              <a:off x="525628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3</a:t>
              </a:r>
              <a:endParaRPr lang="ko-KR" altLang="en-US" sz="600" dirty="0">
                <a:solidFill>
                  <a:schemeClr val="tx1"/>
                </a:solidFill>
              </a:endParaRPr>
            </a:p>
          </p:txBody>
        </p:sp>
        <p:sp>
          <p:nvSpPr>
            <p:cNvPr id="80" name="직사각형 79">
              <a:extLst>
                <a:ext uri="{FF2B5EF4-FFF2-40B4-BE49-F238E27FC236}">
                  <a16:creationId xmlns:a16="http://schemas.microsoft.com/office/drawing/2014/main" id="{3EE5D0D9-1F4A-4E84-B8F2-01B654DEAF6D}"/>
                </a:ext>
              </a:extLst>
            </p:cNvPr>
            <p:cNvSpPr/>
            <p:nvPr/>
          </p:nvSpPr>
          <p:spPr>
            <a:xfrm>
              <a:off x="545006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4</a:t>
              </a:r>
              <a:endParaRPr lang="ko-KR" altLang="en-US" sz="600" dirty="0">
                <a:solidFill>
                  <a:schemeClr val="tx1"/>
                </a:solidFill>
              </a:endParaRPr>
            </a:p>
          </p:txBody>
        </p:sp>
        <p:sp>
          <p:nvSpPr>
            <p:cNvPr id="81" name="직사각형 80">
              <a:extLst>
                <a:ext uri="{FF2B5EF4-FFF2-40B4-BE49-F238E27FC236}">
                  <a16:creationId xmlns:a16="http://schemas.microsoft.com/office/drawing/2014/main" id="{C0300B08-DC5E-4C6B-9D52-BDBC11A7B03C}"/>
                </a:ext>
              </a:extLst>
            </p:cNvPr>
            <p:cNvSpPr/>
            <p:nvPr/>
          </p:nvSpPr>
          <p:spPr>
            <a:xfrm>
              <a:off x="564384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5</a:t>
              </a:r>
              <a:endParaRPr lang="ko-KR" altLang="en-US" sz="600" dirty="0">
                <a:solidFill>
                  <a:schemeClr val="tx1"/>
                </a:solidFill>
              </a:endParaRPr>
            </a:p>
          </p:txBody>
        </p:sp>
        <p:sp>
          <p:nvSpPr>
            <p:cNvPr id="82" name="직사각형 81">
              <a:extLst>
                <a:ext uri="{FF2B5EF4-FFF2-40B4-BE49-F238E27FC236}">
                  <a16:creationId xmlns:a16="http://schemas.microsoft.com/office/drawing/2014/main" id="{F1A999C9-AE00-49F5-9A85-CD02AAE2611C}"/>
                </a:ext>
              </a:extLst>
            </p:cNvPr>
            <p:cNvSpPr/>
            <p:nvPr/>
          </p:nvSpPr>
          <p:spPr>
            <a:xfrm>
              <a:off x="583762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6</a:t>
              </a:r>
              <a:endParaRPr lang="ko-KR" altLang="en-US" sz="600" dirty="0">
                <a:solidFill>
                  <a:schemeClr val="tx1"/>
                </a:solidFill>
              </a:endParaRPr>
            </a:p>
          </p:txBody>
        </p:sp>
        <p:sp>
          <p:nvSpPr>
            <p:cNvPr id="83" name="직사각형 82">
              <a:extLst>
                <a:ext uri="{FF2B5EF4-FFF2-40B4-BE49-F238E27FC236}">
                  <a16:creationId xmlns:a16="http://schemas.microsoft.com/office/drawing/2014/main" id="{3995C93F-0B3D-4309-9282-B33967F7D95B}"/>
                </a:ext>
              </a:extLst>
            </p:cNvPr>
            <p:cNvSpPr/>
            <p:nvPr/>
          </p:nvSpPr>
          <p:spPr>
            <a:xfrm>
              <a:off x="603140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7</a:t>
              </a:r>
              <a:endParaRPr lang="ko-KR" altLang="en-US" sz="600" dirty="0">
                <a:solidFill>
                  <a:schemeClr val="tx1"/>
                </a:solidFill>
              </a:endParaRPr>
            </a:p>
          </p:txBody>
        </p:sp>
        <p:sp>
          <p:nvSpPr>
            <p:cNvPr id="84" name="직사각형 83">
              <a:extLst>
                <a:ext uri="{FF2B5EF4-FFF2-40B4-BE49-F238E27FC236}">
                  <a16:creationId xmlns:a16="http://schemas.microsoft.com/office/drawing/2014/main" id="{91A72E2E-23D4-4F70-8822-FF559BDDB373}"/>
                </a:ext>
              </a:extLst>
            </p:cNvPr>
            <p:cNvSpPr/>
            <p:nvPr/>
          </p:nvSpPr>
          <p:spPr>
            <a:xfrm>
              <a:off x="622518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8</a:t>
              </a:r>
              <a:endParaRPr lang="ko-KR" altLang="en-US" sz="600" dirty="0">
                <a:solidFill>
                  <a:schemeClr val="tx1"/>
                </a:solidFill>
              </a:endParaRPr>
            </a:p>
          </p:txBody>
        </p:sp>
        <p:sp>
          <p:nvSpPr>
            <p:cNvPr id="85" name="직사각형 84">
              <a:extLst>
                <a:ext uri="{FF2B5EF4-FFF2-40B4-BE49-F238E27FC236}">
                  <a16:creationId xmlns:a16="http://schemas.microsoft.com/office/drawing/2014/main" id="{A86BE6BC-4253-4BC4-8A18-297F80F47B3D}"/>
                </a:ext>
              </a:extLst>
            </p:cNvPr>
            <p:cNvSpPr/>
            <p:nvPr/>
          </p:nvSpPr>
          <p:spPr>
            <a:xfrm>
              <a:off x="641896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9</a:t>
              </a:r>
              <a:endParaRPr lang="ko-KR" altLang="en-US" sz="600" dirty="0">
                <a:solidFill>
                  <a:schemeClr val="tx1"/>
                </a:solidFill>
              </a:endParaRPr>
            </a:p>
          </p:txBody>
        </p:sp>
        <p:sp>
          <p:nvSpPr>
            <p:cNvPr id="86" name="직사각형 85">
              <a:extLst>
                <a:ext uri="{FF2B5EF4-FFF2-40B4-BE49-F238E27FC236}">
                  <a16:creationId xmlns:a16="http://schemas.microsoft.com/office/drawing/2014/main" id="{D606E5BD-8B4C-4624-8722-54DFCCFDC00E}"/>
                </a:ext>
              </a:extLst>
            </p:cNvPr>
            <p:cNvSpPr/>
            <p:nvPr/>
          </p:nvSpPr>
          <p:spPr>
            <a:xfrm>
              <a:off x="6612745" y="5516678"/>
              <a:ext cx="440518"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500" dirty="0">
                  <a:solidFill>
                    <a:schemeClr val="tx1"/>
                  </a:solidFill>
                </a:rPr>
                <a:t>NEXT </a:t>
              </a:r>
              <a:r>
                <a:rPr lang="ko-KR" altLang="en-US" sz="500" b="1" dirty="0">
                  <a:solidFill>
                    <a:srgbClr val="FF0000"/>
                  </a:solidFill>
                </a:rPr>
                <a:t>＞</a:t>
              </a:r>
            </a:p>
          </p:txBody>
        </p:sp>
        <p:sp>
          <p:nvSpPr>
            <p:cNvPr id="87" name="직사각형 86">
              <a:extLst>
                <a:ext uri="{FF2B5EF4-FFF2-40B4-BE49-F238E27FC236}">
                  <a16:creationId xmlns:a16="http://schemas.microsoft.com/office/drawing/2014/main" id="{968FFB4F-AFE0-4BAD-9A47-C2A002D0EE5F}"/>
                </a:ext>
              </a:extLst>
            </p:cNvPr>
            <p:cNvSpPr/>
            <p:nvPr/>
          </p:nvSpPr>
          <p:spPr>
            <a:xfrm>
              <a:off x="7053262" y="5516678"/>
              <a:ext cx="440517"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500" dirty="0">
                  <a:solidFill>
                    <a:schemeClr val="tx1"/>
                  </a:solidFill>
                </a:rPr>
                <a:t>LAST </a:t>
              </a:r>
              <a:r>
                <a:rPr lang="ko-KR" altLang="en-US" sz="500" b="1" dirty="0">
                  <a:solidFill>
                    <a:srgbClr val="FF0000"/>
                  </a:solidFill>
                </a:rPr>
                <a:t>≫</a:t>
              </a:r>
            </a:p>
          </p:txBody>
        </p:sp>
        <p:sp>
          <p:nvSpPr>
            <p:cNvPr id="88" name="직사각형 87">
              <a:extLst>
                <a:ext uri="{FF2B5EF4-FFF2-40B4-BE49-F238E27FC236}">
                  <a16:creationId xmlns:a16="http://schemas.microsoft.com/office/drawing/2014/main" id="{FD72FF83-363B-4BF5-A33C-C8E53C7E303B}"/>
                </a:ext>
              </a:extLst>
            </p:cNvPr>
            <p:cNvSpPr/>
            <p:nvPr/>
          </p:nvSpPr>
          <p:spPr>
            <a:xfrm>
              <a:off x="3987692" y="5516678"/>
              <a:ext cx="440518"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500" b="1" dirty="0">
                  <a:solidFill>
                    <a:srgbClr val="FF0000"/>
                  </a:solidFill>
                </a:rPr>
                <a:t>≪</a:t>
              </a:r>
              <a:r>
                <a:rPr lang="ko-KR" altLang="en-US" sz="500" dirty="0">
                  <a:solidFill>
                    <a:schemeClr val="tx1"/>
                  </a:solidFill>
                </a:rPr>
                <a:t> </a:t>
              </a:r>
              <a:r>
                <a:rPr lang="en-US" altLang="ko-KR" sz="500" dirty="0">
                  <a:solidFill>
                    <a:schemeClr val="tx1"/>
                  </a:solidFill>
                </a:rPr>
                <a:t>FIRST</a:t>
              </a:r>
              <a:endParaRPr lang="ko-KR" altLang="en-US" sz="500" b="1" dirty="0">
                <a:solidFill>
                  <a:srgbClr val="FF0000"/>
                </a:solidFill>
              </a:endParaRPr>
            </a:p>
          </p:txBody>
        </p:sp>
        <p:sp>
          <p:nvSpPr>
            <p:cNvPr id="89" name="직사각형 88">
              <a:extLst>
                <a:ext uri="{FF2B5EF4-FFF2-40B4-BE49-F238E27FC236}">
                  <a16:creationId xmlns:a16="http://schemas.microsoft.com/office/drawing/2014/main" id="{E9E14B80-B839-46AC-BE2F-101ABE2908C2}"/>
                </a:ext>
              </a:extLst>
            </p:cNvPr>
            <p:cNvSpPr/>
            <p:nvPr/>
          </p:nvSpPr>
          <p:spPr>
            <a:xfrm>
              <a:off x="4428209" y="5516678"/>
              <a:ext cx="440517"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500" b="1" dirty="0">
                  <a:solidFill>
                    <a:srgbClr val="FF0000"/>
                  </a:solidFill>
                </a:rPr>
                <a:t>＜ </a:t>
              </a:r>
              <a:r>
                <a:rPr lang="en-US" altLang="ko-KR" sz="500" dirty="0">
                  <a:solidFill>
                    <a:schemeClr val="tx1"/>
                  </a:solidFill>
                </a:rPr>
                <a:t>PREV</a:t>
              </a:r>
              <a:endParaRPr lang="ko-KR" altLang="en-US" sz="500" b="1" dirty="0">
                <a:solidFill>
                  <a:srgbClr val="FF0000"/>
                </a:solidFill>
              </a:endParaRPr>
            </a:p>
          </p:txBody>
        </p:sp>
      </p:grpSp>
      <p:sp>
        <p:nvSpPr>
          <p:cNvPr id="90" name="직사각형 89">
            <a:extLst>
              <a:ext uri="{FF2B5EF4-FFF2-40B4-BE49-F238E27FC236}">
                <a16:creationId xmlns:a16="http://schemas.microsoft.com/office/drawing/2014/main" id="{3B47E95E-4D53-441A-AC06-508D2330AE32}"/>
              </a:ext>
            </a:extLst>
          </p:cNvPr>
          <p:cNvSpPr/>
          <p:nvPr userDrawn="1"/>
        </p:nvSpPr>
        <p:spPr>
          <a:xfrm>
            <a:off x="2797158" y="1216819"/>
            <a:ext cx="693212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91" name="직사각형 90">
            <a:extLst>
              <a:ext uri="{FF2B5EF4-FFF2-40B4-BE49-F238E27FC236}">
                <a16:creationId xmlns:a16="http://schemas.microsoft.com/office/drawing/2014/main" id="{9E9009E6-847C-456A-813E-D0936AD21597}"/>
              </a:ext>
            </a:extLst>
          </p:cNvPr>
          <p:cNvSpPr/>
          <p:nvPr userDrawn="1"/>
        </p:nvSpPr>
        <p:spPr>
          <a:xfrm>
            <a:off x="2797158" y="1423402"/>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92" name="직사각형 91">
            <a:extLst>
              <a:ext uri="{FF2B5EF4-FFF2-40B4-BE49-F238E27FC236}">
                <a16:creationId xmlns:a16="http://schemas.microsoft.com/office/drawing/2014/main" id="{5785875C-E1B7-4FD0-842F-676F0D87131A}"/>
              </a:ext>
            </a:extLst>
          </p:cNvPr>
          <p:cNvSpPr/>
          <p:nvPr userDrawn="1"/>
        </p:nvSpPr>
        <p:spPr>
          <a:xfrm>
            <a:off x="3626465" y="1423402"/>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graphicFrame>
        <p:nvGraphicFramePr>
          <p:cNvPr id="93" name="표 63">
            <a:extLst>
              <a:ext uri="{FF2B5EF4-FFF2-40B4-BE49-F238E27FC236}">
                <a16:creationId xmlns:a16="http://schemas.microsoft.com/office/drawing/2014/main" id="{2D7CAF83-1ADC-456F-BD1C-DC6CED0EF1A2}"/>
              </a:ext>
            </a:extLst>
          </p:cNvPr>
          <p:cNvGraphicFramePr>
            <a:graphicFrameLocks noGrp="1"/>
          </p:cNvGraphicFramePr>
          <p:nvPr userDrawn="1">
            <p:extLst>
              <p:ext uri="{D42A27DB-BD31-4B8C-83A1-F6EECF244321}">
                <p14:modId xmlns:p14="http://schemas.microsoft.com/office/powerpoint/2010/main" val="97224124"/>
              </p:ext>
            </p:extLst>
          </p:nvPr>
        </p:nvGraphicFramePr>
        <p:xfrm>
          <a:off x="1537561" y="1201123"/>
          <a:ext cx="8439879" cy="853440"/>
        </p:xfrm>
        <a:graphic>
          <a:graphicData uri="http://schemas.openxmlformats.org/drawingml/2006/table">
            <a:tbl>
              <a:tblPr firstRow="1" bandRow="1">
                <a:tableStyleId>{5940675A-B579-460E-94D1-54222C63F5DA}</a:tableStyleId>
              </a:tblPr>
              <a:tblGrid>
                <a:gridCol w="543652">
                  <a:extLst>
                    <a:ext uri="{9D8B030D-6E8A-4147-A177-3AD203B41FA5}">
                      <a16:colId xmlns:a16="http://schemas.microsoft.com/office/drawing/2014/main" val="336195525"/>
                    </a:ext>
                  </a:extLst>
                </a:gridCol>
                <a:gridCol w="609601">
                  <a:extLst>
                    <a:ext uri="{9D8B030D-6E8A-4147-A177-3AD203B41FA5}">
                      <a16:colId xmlns:a16="http://schemas.microsoft.com/office/drawing/2014/main" val="3701388552"/>
                    </a:ext>
                  </a:extLst>
                </a:gridCol>
                <a:gridCol w="3309938">
                  <a:extLst>
                    <a:ext uri="{9D8B030D-6E8A-4147-A177-3AD203B41FA5}">
                      <a16:colId xmlns:a16="http://schemas.microsoft.com/office/drawing/2014/main" val="339215266"/>
                    </a:ext>
                  </a:extLst>
                </a:gridCol>
                <a:gridCol w="681038">
                  <a:extLst>
                    <a:ext uri="{9D8B030D-6E8A-4147-A177-3AD203B41FA5}">
                      <a16:colId xmlns:a16="http://schemas.microsoft.com/office/drawing/2014/main" val="246205619"/>
                    </a:ext>
                  </a:extLst>
                </a:gridCol>
                <a:gridCol w="3295650">
                  <a:extLst>
                    <a:ext uri="{9D8B030D-6E8A-4147-A177-3AD203B41FA5}">
                      <a16:colId xmlns:a16="http://schemas.microsoft.com/office/drawing/2014/main" val="852871710"/>
                    </a:ext>
                  </a:extLst>
                </a:gridCol>
              </a:tblGrid>
              <a:tr h="0">
                <a:tc rowSpan="4">
                  <a:txBody>
                    <a:bodyPr/>
                    <a:lstStyle/>
                    <a:p>
                      <a:pPr algn="ctr" latinLnBrk="1"/>
                      <a:r>
                        <a:rPr lang="ko-KR" altLang="en-US" sz="800" dirty="0"/>
                        <a:t>검색</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r>
                        <a:rPr lang="ko-KR" altLang="en-US" sz="800" dirty="0"/>
                        <a:t>상품명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v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r>
                        <a:rPr lang="ko-KR" altLang="en-US" sz="800" dirty="0"/>
                        <a:t>상품분류</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944867"/>
                  </a:ext>
                </a:extLst>
              </a:tr>
              <a:tr h="0">
                <a:tc v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r>
                        <a:rPr lang="ko-KR" altLang="en-US" sz="800" dirty="0"/>
                        <a:t>상품상태</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판매범위</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52891665"/>
                  </a:ext>
                </a:extLst>
              </a:tr>
              <a:tr h="0">
                <a:tc v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r>
                        <a:rPr lang="ko-KR" altLang="en-US" sz="800" dirty="0"/>
                        <a:t>날짜검색</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88622143"/>
                  </a:ext>
                </a:extLst>
              </a:tr>
            </a:tbl>
          </a:graphicData>
        </a:graphic>
      </p:graphicFrame>
      <p:sp>
        <p:nvSpPr>
          <p:cNvPr id="94" name="직사각형 93">
            <a:extLst>
              <a:ext uri="{FF2B5EF4-FFF2-40B4-BE49-F238E27FC236}">
                <a16:creationId xmlns:a16="http://schemas.microsoft.com/office/drawing/2014/main" id="{608E5927-F885-42E2-B52D-D05585A45D03}"/>
              </a:ext>
            </a:extLst>
          </p:cNvPr>
          <p:cNvSpPr/>
          <p:nvPr userDrawn="1"/>
        </p:nvSpPr>
        <p:spPr>
          <a:xfrm>
            <a:off x="6009039" y="2140148"/>
            <a:ext cx="721249" cy="192328"/>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bg1"/>
                </a:solidFill>
              </a:rPr>
              <a:t>EXCEL</a:t>
            </a:r>
          </a:p>
        </p:txBody>
      </p:sp>
      <p:sp>
        <p:nvSpPr>
          <p:cNvPr id="95" name="직사각형 94">
            <a:extLst>
              <a:ext uri="{FF2B5EF4-FFF2-40B4-BE49-F238E27FC236}">
                <a16:creationId xmlns:a16="http://schemas.microsoft.com/office/drawing/2014/main" id="{62C6C862-3794-45E6-9CD2-D23723BC0BC2}"/>
              </a:ext>
            </a:extLst>
          </p:cNvPr>
          <p:cNvSpPr/>
          <p:nvPr userDrawn="1"/>
        </p:nvSpPr>
        <p:spPr>
          <a:xfrm>
            <a:off x="6713364" y="1616344"/>
            <a:ext cx="2481770" cy="215444"/>
          </a:xfrm>
          <a:prstGeom prst="rect">
            <a:avLst/>
          </a:prstGeom>
        </p:spPr>
        <p:txBody>
          <a:bodyPr wrap="none">
            <a:spAutoFit/>
          </a:bodyPr>
          <a:lstStyle/>
          <a:p>
            <a:r>
              <a:rPr lang="ko-KR" altLang="en-US" sz="800" dirty="0">
                <a:solidFill>
                  <a:schemeClr val="tx1">
                    <a:lumMod val="50000"/>
                    <a:lumOff val="50000"/>
                  </a:schemeClr>
                </a:solidFill>
              </a:rPr>
              <a:t>●</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자사상품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공개상품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부분공개상품 </a:t>
            </a:r>
            <a:endParaRPr lang="en-US" altLang="ko-KR" sz="800" dirty="0">
              <a:solidFill>
                <a:schemeClr val="tx1">
                  <a:lumMod val="50000"/>
                  <a:lumOff val="50000"/>
                </a:schemeClr>
              </a:solidFill>
            </a:endParaRPr>
          </a:p>
        </p:txBody>
      </p:sp>
      <p:sp>
        <p:nvSpPr>
          <p:cNvPr id="96" name="직사각형 95">
            <a:extLst>
              <a:ext uri="{FF2B5EF4-FFF2-40B4-BE49-F238E27FC236}">
                <a16:creationId xmlns:a16="http://schemas.microsoft.com/office/drawing/2014/main" id="{FA73D225-E743-4AAF-9AA4-A43F83622BCA}"/>
              </a:ext>
            </a:extLst>
          </p:cNvPr>
          <p:cNvSpPr/>
          <p:nvPr userDrawn="1"/>
        </p:nvSpPr>
        <p:spPr>
          <a:xfrm>
            <a:off x="2714484" y="1622238"/>
            <a:ext cx="1997663" cy="215444"/>
          </a:xfrm>
          <a:prstGeom prst="rect">
            <a:avLst/>
          </a:prstGeom>
        </p:spPr>
        <p:txBody>
          <a:bodyPr wrap="none">
            <a:spAutoFit/>
          </a:bodyPr>
          <a:lstStyle/>
          <a:p>
            <a:r>
              <a:rPr lang="en-US" altLang="ko-KR" sz="800" dirty="0">
                <a:solidFill>
                  <a:schemeClr val="tx1">
                    <a:lumMod val="50000"/>
                    <a:lumOff val="50000"/>
                  </a:schemeClr>
                </a:solidFill>
              </a:rPr>
              <a:t>□ </a:t>
            </a:r>
            <a:r>
              <a:rPr lang="ko-KR" altLang="en-US" sz="800" dirty="0">
                <a:solidFill>
                  <a:schemeClr val="tx1">
                    <a:lumMod val="50000"/>
                    <a:lumOff val="50000"/>
                  </a:schemeClr>
                </a:solidFill>
              </a:rPr>
              <a:t>판매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중지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판매중지예고</a:t>
            </a:r>
            <a:endParaRPr lang="en-US" altLang="ko-KR" sz="800" dirty="0">
              <a:solidFill>
                <a:schemeClr val="tx1">
                  <a:lumMod val="50000"/>
                  <a:lumOff val="50000"/>
                </a:schemeClr>
              </a:solidFill>
            </a:endParaRPr>
          </a:p>
        </p:txBody>
      </p:sp>
      <p:sp>
        <p:nvSpPr>
          <p:cNvPr id="97" name="직사각형 96">
            <a:extLst>
              <a:ext uri="{FF2B5EF4-FFF2-40B4-BE49-F238E27FC236}">
                <a16:creationId xmlns:a16="http://schemas.microsoft.com/office/drawing/2014/main" id="{DA3A03D5-8A09-4090-A722-5ADF03382F10}"/>
              </a:ext>
            </a:extLst>
          </p:cNvPr>
          <p:cNvSpPr/>
          <p:nvPr userDrawn="1"/>
        </p:nvSpPr>
        <p:spPr>
          <a:xfrm>
            <a:off x="4455772" y="1417466"/>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세분류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98" name="직사각형 97">
            <a:extLst>
              <a:ext uri="{FF2B5EF4-FFF2-40B4-BE49-F238E27FC236}">
                <a16:creationId xmlns:a16="http://schemas.microsoft.com/office/drawing/2014/main" id="{C0DAF6A5-96B9-40C0-9371-A668383D122C}"/>
              </a:ext>
            </a:extLst>
          </p:cNvPr>
          <p:cNvSpPr/>
          <p:nvPr userDrawn="1"/>
        </p:nvSpPr>
        <p:spPr>
          <a:xfrm>
            <a:off x="5212274" y="2140148"/>
            <a:ext cx="721249" cy="192328"/>
          </a:xfrm>
          <a:prstGeom prst="rect">
            <a:avLst/>
          </a:prstGeom>
          <a:solidFill>
            <a:schemeClr val="tx1">
              <a:lumMod val="50000"/>
              <a:lumOff val="50000"/>
            </a:schemeClr>
          </a:solidFill>
          <a:ln w="6350">
            <a:solidFill>
              <a:schemeClr val="tx1">
                <a:lumMod val="50000"/>
                <a:lumOff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초기화</a:t>
            </a:r>
            <a:endParaRPr lang="en-US" altLang="ko-KR" sz="800" dirty="0">
              <a:solidFill>
                <a:schemeClr val="bg1"/>
              </a:solidFill>
            </a:endParaRPr>
          </a:p>
        </p:txBody>
      </p:sp>
      <p:sp>
        <p:nvSpPr>
          <p:cNvPr id="99" name="직사각형 98">
            <a:extLst>
              <a:ext uri="{FF2B5EF4-FFF2-40B4-BE49-F238E27FC236}">
                <a16:creationId xmlns:a16="http://schemas.microsoft.com/office/drawing/2014/main" id="{6D30ADEE-4197-4CDE-AEB8-DFCB74E0B78E}"/>
              </a:ext>
            </a:extLst>
          </p:cNvPr>
          <p:cNvSpPr/>
          <p:nvPr userDrawn="1"/>
        </p:nvSpPr>
        <p:spPr>
          <a:xfrm>
            <a:off x="4415509" y="2144155"/>
            <a:ext cx="721249" cy="192328"/>
          </a:xfrm>
          <a:prstGeom prst="rect">
            <a:avLst/>
          </a:prstGeom>
          <a:solidFill>
            <a:schemeClr val="accent5">
              <a:lumMod val="75000"/>
            </a:schemeClr>
          </a:solidFill>
          <a:ln w="6350">
            <a:solidFill>
              <a:schemeClr val="accent5">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100" name="TextBox 99">
            <a:extLst>
              <a:ext uri="{FF2B5EF4-FFF2-40B4-BE49-F238E27FC236}">
                <a16:creationId xmlns:a16="http://schemas.microsoft.com/office/drawing/2014/main" id="{06FACD5A-71F8-42CC-9500-7A4809A1CC74}"/>
              </a:ext>
            </a:extLst>
          </p:cNvPr>
          <p:cNvSpPr txBox="1"/>
          <p:nvPr userDrawn="1"/>
        </p:nvSpPr>
        <p:spPr>
          <a:xfrm>
            <a:off x="1469294" y="914433"/>
            <a:ext cx="1459054" cy="230832"/>
          </a:xfrm>
          <a:prstGeom prst="rect">
            <a:avLst/>
          </a:prstGeom>
          <a:noFill/>
        </p:spPr>
        <p:txBody>
          <a:bodyPr wrap="none" rtlCol="0">
            <a:spAutoFit/>
          </a:bodyPr>
          <a:lstStyle/>
          <a:p>
            <a:r>
              <a:rPr lang="ko-KR" altLang="en-US" sz="900" b="1" dirty="0"/>
              <a:t>○ 게시글 </a:t>
            </a:r>
            <a:r>
              <a:rPr lang="ko-KR" altLang="en-US" sz="900" b="1" dirty="0" err="1"/>
              <a:t>검색창</a:t>
            </a:r>
            <a:r>
              <a:rPr lang="ko-KR" altLang="en-US" sz="900" b="1" dirty="0"/>
              <a:t> 타이틀</a:t>
            </a:r>
          </a:p>
        </p:txBody>
      </p:sp>
      <p:sp>
        <p:nvSpPr>
          <p:cNvPr id="101" name="직사각형 100">
            <a:extLst>
              <a:ext uri="{FF2B5EF4-FFF2-40B4-BE49-F238E27FC236}">
                <a16:creationId xmlns:a16="http://schemas.microsoft.com/office/drawing/2014/main" id="{383278DE-DD1A-45AC-82BD-E1C89F2C1EBE}"/>
              </a:ext>
            </a:extLst>
          </p:cNvPr>
          <p:cNvSpPr/>
          <p:nvPr userDrawn="1"/>
        </p:nvSpPr>
        <p:spPr>
          <a:xfrm>
            <a:off x="9294761" y="2874986"/>
            <a:ext cx="721249" cy="192328"/>
          </a:xfrm>
          <a:prstGeom prst="rect">
            <a:avLst/>
          </a:prstGeom>
          <a:solidFill>
            <a:schemeClr val="accent5">
              <a:lumMod val="75000"/>
            </a:schemeClr>
          </a:solidFill>
          <a:ln w="6350">
            <a:solidFill>
              <a:schemeClr val="accent5">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등록</a:t>
            </a:r>
            <a:endParaRPr lang="en-US" altLang="ko-KR" sz="800" dirty="0">
              <a:solidFill>
                <a:schemeClr val="bg1"/>
              </a:solidFill>
            </a:endParaRPr>
          </a:p>
        </p:txBody>
      </p:sp>
      <p:sp>
        <p:nvSpPr>
          <p:cNvPr id="102" name="직사각형 101">
            <a:extLst>
              <a:ext uri="{FF2B5EF4-FFF2-40B4-BE49-F238E27FC236}">
                <a16:creationId xmlns:a16="http://schemas.microsoft.com/office/drawing/2014/main" id="{6F94B1CA-04D7-4996-BE21-4C7C6452FADB}"/>
              </a:ext>
            </a:extLst>
          </p:cNvPr>
          <p:cNvSpPr/>
          <p:nvPr userDrawn="1"/>
        </p:nvSpPr>
        <p:spPr>
          <a:xfrm>
            <a:off x="9295778" y="5085753"/>
            <a:ext cx="721249" cy="192328"/>
          </a:xfrm>
          <a:prstGeom prst="rect">
            <a:avLst/>
          </a:prstGeom>
          <a:solidFill>
            <a:schemeClr val="accent5">
              <a:lumMod val="75000"/>
            </a:schemeClr>
          </a:solidFill>
          <a:ln w="6350">
            <a:solidFill>
              <a:schemeClr val="accent5">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등록</a:t>
            </a:r>
            <a:endParaRPr lang="en-US" altLang="ko-KR" sz="800" dirty="0">
              <a:solidFill>
                <a:schemeClr val="bg1"/>
              </a:solidFill>
            </a:endParaRPr>
          </a:p>
        </p:txBody>
      </p:sp>
      <p:sp>
        <p:nvSpPr>
          <p:cNvPr id="103" name="TextBox 102">
            <a:extLst>
              <a:ext uri="{FF2B5EF4-FFF2-40B4-BE49-F238E27FC236}">
                <a16:creationId xmlns:a16="http://schemas.microsoft.com/office/drawing/2014/main" id="{77192178-C823-479C-888E-DA36C6B2E8B5}"/>
              </a:ext>
            </a:extLst>
          </p:cNvPr>
          <p:cNvSpPr txBox="1"/>
          <p:nvPr userDrawn="1"/>
        </p:nvSpPr>
        <p:spPr>
          <a:xfrm>
            <a:off x="1469294" y="2888809"/>
            <a:ext cx="1072730" cy="215444"/>
          </a:xfrm>
          <a:prstGeom prst="rect">
            <a:avLst/>
          </a:prstGeom>
          <a:noFill/>
        </p:spPr>
        <p:txBody>
          <a:bodyPr wrap="none" rtlCol="0">
            <a:spAutoFit/>
          </a:bodyPr>
          <a:lstStyle/>
          <a:p>
            <a:r>
              <a:rPr lang="ko-KR" altLang="en-US" sz="800" b="1" dirty="0"/>
              <a:t>◎ 총 </a:t>
            </a:r>
            <a:r>
              <a:rPr lang="en-US" altLang="ko-KR" sz="800" b="1" dirty="0"/>
              <a:t>1,223,443 </a:t>
            </a:r>
            <a:r>
              <a:rPr lang="ko-KR" altLang="en-US" sz="800" b="1" dirty="0"/>
              <a:t>개</a:t>
            </a:r>
          </a:p>
        </p:txBody>
      </p:sp>
      <p:sp>
        <p:nvSpPr>
          <p:cNvPr id="104" name="직사각형 103">
            <a:extLst>
              <a:ext uri="{FF2B5EF4-FFF2-40B4-BE49-F238E27FC236}">
                <a16:creationId xmlns:a16="http://schemas.microsoft.com/office/drawing/2014/main" id="{CED7E905-14FA-48BB-A871-4E02E39A83F4}"/>
              </a:ext>
            </a:extLst>
          </p:cNvPr>
          <p:cNvSpPr/>
          <p:nvPr userDrawn="1"/>
        </p:nvSpPr>
        <p:spPr>
          <a:xfrm>
            <a:off x="2797158" y="1882972"/>
            <a:ext cx="792089"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05" name="직사각형 104">
            <a:extLst>
              <a:ext uri="{FF2B5EF4-FFF2-40B4-BE49-F238E27FC236}">
                <a16:creationId xmlns:a16="http://schemas.microsoft.com/office/drawing/2014/main" id="{01C32C01-2BD7-49AC-BCDB-1B8102C512DB}"/>
              </a:ext>
            </a:extLst>
          </p:cNvPr>
          <p:cNvSpPr/>
          <p:nvPr userDrawn="1"/>
        </p:nvSpPr>
        <p:spPr>
          <a:xfrm>
            <a:off x="3904470" y="1882972"/>
            <a:ext cx="654027"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시 선택▼</a:t>
            </a:r>
            <a:endParaRPr lang="en-US" altLang="ko-KR" sz="800" dirty="0">
              <a:solidFill>
                <a:schemeClr val="tx1">
                  <a:lumMod val="50000"/>
                  <a:lumOff val="50000"/>
                </a:schemeClr>
              </a:solidFill>
            </a:endParaRPr>
          </a:p>
        </p:txBody>
      </p:sp>
      <p:sp>
        <p:nvSpPr>
          <p:cNvPr id="106" name="TextBox 105">
            <a:extLst>
              <a:ext uri="{FF2B5EF4-FFF2-40B4-BE49-F238E27FC236}">
                <a16:creationId xmlns:a16="http://schemas.microsoft.com/office/drawing/2014/main" id="{97DA0753-60BA-47CF-A192-B03C4F82B0BD}"/>
              </a:ext>
            </a:extLst>
          </p:cNvPr>
          <p:cNvSpPr txBox="1"/>
          <p:nvPr userDrawn="1"/>
        </p:nvSpPr>
        <p:spPr>
          <a:xfrm>
            <a:off x="4534020" y="1826074"/>
            <a:ext cx="264816" cy="230832"/>
          </a:xfrm>
          <a:prstGeom prst="rect">
            <a:avLst/>
          </a:prstGeom>
          <a:noFill/>
        </p:spPr>
        <p:txBody>
          <a:bodyPr wrap="none" rtlCol="0">
            <a:spAutoFit/>
          </a:bodyPr>
          <a:lstStyle/>
          <a:p>
            <a:r>
              <a:rPr lang="en-US" altLang="ko-KR" sz="900" dirty="0"/>
              <a:t>~</a:t>
            </a:r>
            <a:endParaRPr lang="ko-KR" altLang="en-US" sz="900" dirty="0"/>
          </a:p>
        </p:txBody>
      </p:sp>
      <p:sp>
        <p:nvSpPr>
          <p:cNvPr id="107" name="직사각형 106">
            <a:extLst>
              <a:ext uri="{FF2B5EF4-FFF2-40B4-BE49-F238E27FC236}">
                <a16:creationId xmlns:a16="http://schemas.microsoft.com/office/drawing/2014/main" id="{84C55578-1744-40FD-BFFC-30A1BE9A3F9F}"/>
              </a:ext>
            </a:extLst>
          </p:cNvPr>
          <p:cNvSpPr/>
          <p:nvPr userDrawn="1"/>
        </p:nvSpPr>
        <p:spPr>
          <a:xfrm>
            <a:off x="4792002" y="1882972"/>
            <a:ext cx="792089"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08" name="직사각형 107">
            <a:extLst>
              <a:ext uri="{FF2B5EF4-FFF2-40B4-BE49-F238E27FC236}">
                <a16:creationId xmlns:a16="http://schemas.microsoft.com/office/drawing/2014/main" id="{9B49E81A-45BF-4B39-B220-66E5DB068D1C}"/>
              </a:ext>
            </a:extLst>
          </p:cNvPr>
          <p:cNvSpPr/>
          <p:nvPr userDrawn="1"/>
        </p:nvSpPr>
        <p:spPr>
          <a:xfrm>
            <a:off x="5899314" y="1882972"/>
            <a:ext cx="654027"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시 선택▼</a:t>
            </a:r>
            <a:endParaRPr lang="en-US" altLang="ko-KR" sz="800" dirty="0">
              <a:solidFill>
                <a:schemeClr val="tx1">
                  <a:lumMod val="50000"/>
                  <a:lumOff val="50000"/>
                </a:schemeClr>
              </a:solidFill>
            </a:endParaRPr>
          </a:p>
        </p:txBody>
      </p:sp>
      <p:pic>
        <p:nvPicPr>
          <p:cNvPr id="109" name="그림 108">
            <a:extLst>
              <a:ext uri="{FF2B5EF4-FFF2-40B4-BE49-F238E27FC236}">
                <a16:creationId xmlns:a16="http://schemas.microsoft.com/office/drawing/2014/main" id="{60801102-8F22-487D-9E04-757B880D050B}"/>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3633702" y="1861863"/>
            <a:ext cx="163130" cy="168846"/>
          </a:xfrm>
          <a:prstGeom prst="rect">
            <a:avLst/>
          </a:prstGeom>
          <a:ln w="6350">
            <a:noFill/>
          </a:ln>
        </p:spPr>
      </p:pic>
      <p:pic>
        <p:nvPicPr>
          <p:cNvPr id="110" name="그림 109">
            <a:extLst>
              <a:ext uri="{FF2B5EF4-FFF2-40B4-BE49-F238E27FC236}">
                <a16:creationId xmlns:a16="http://schemas.microsoft.com/office/drawing/2014/main" id="{E6EB2292-8838-4E6F-9CB7-67FE4EFDB00C}"/>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5631126" y="1855382"/>
            <a:ext cx="163130" cy="168846"/>
          </a:xfrm>
          <a:prstGeom prst="rect">
            <a:avLst/>
          </a:prstGeom>
          <a:ln w="6350">
            <a:noFill/>
          </a:ln>
        </p:spPr>
      </p:pic>
    </p:spTree>
    <p:extLst>
      <p:ext uri="{BB962C8B-B14F-4D97-AF65-F5344CB8AC3E}">
        <p14:creationId xmlns:p14="http://schemas.microsoft.com/office/powerpoint/2010/main" val="3415060348"/>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15_사용자 지정 레이아웃">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CC7A1EC2-CA9E-49E8-8DCA-9E37681BB81A}"/>
              </a:ext>
            </a:extLst>
          </p:cNvPr>
          <p:cNvSpPr/>
          <p:nvPr userDrawn="1"/>
        </p:nvSpPr>
        <p:spPr>
          <a:xfrm>
            <a:off x="1346993" y="617990"/>
            <a:ext cx="8765104" cy="246221"/>
          </a:xfrm>
          <a:prstGeom prst="rect">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700" dirty="0">
                <a:solidFill>
                  <a:schemeClr val="bg1">
                    <a:lumMod val="50000"/>
                  </a:schemeClr>
                </a:solidFill>
              </a:rPr>
              <a:t>Home &gt; </a:t>
            </a:r>
            <a:r>
              <a:rPr lang="ko-KR" altLang="en-US" sz="700" dirty="0">
                <a:solidFill>
                  <a:schemeClr val="bg1">
                    <a:lumMod val="50000"/>
                  </a:schemeClr>
                </a:solidFill>
              </a:rPr>
              <a:t>대분류 </a:t>
            </a:r>
            <a:r>
              <a:rPr lang="en-US" altLang="ko-KR" sz="700" dirty="0">
                <a:solidFill>
                  <a:schemeClr val="bg1">
                    <a:lumMod val="50000"/>
                  </a:schemeClr>
                </a:solidFill>
              </a:rPr>
              <a:t>#1 &gt; </a:t>
            </a:r>
            <a:r>
              <a:rPr lang="ko-KR" altLang="en-US" sz="700" dirty="0">
                <a:solidFill>
                  <a:schemeClr val="bg1">
                    <a:lumMod val="50000"/>
                  </a:schemeClr>
                </a:solidFill>
              </a:rPr>
              <a:t>중분류 </a:t>
            </a:r>
            <a:r>
              <a:rPr lang="en-US" altLang="ko-KR" sz="700" dirty="0">
                <a:solidFill>
                  <a:schemeClr val="bg1">
                    <a:lumMod val="50000"/>
                  </a:schemeClr>
                </a:solidFill>
              </a:rPr>
              <a:t>#3 &gt; </a:t>
            </a:r>
            <a:r>
              <a:rPr lang="ko-KR" altLang="en-US" sz="700" b="1" dirty="0">
                <a:solidFill>
                  <a:schemeClr val="tx1"/>
                </a:solidFill>
              </a:rPr>
              <a:t>소분류 </a:t>
            </a:r>
            <a:r>
              <a:rPr lang="en-US" altLang="ko-KR" sz="700" b="1" dirty="0">
                <a:solidFill>
                  <a:schemeClr val="tx1"/>
                </a:solidFill>
              </a:rPr>
              <a:t>#1</a:t>
            </a:r>
            <a:endParaRPr lang="ko-KR" altLang="en-US" sz="700" b="1" dirty="0">
              <a:solidFill>
                <a:schemeClr val="tx1"/>
              </a:solidFill>
            </a:endParaRPr>
          </a:p>
        </p:txBody>
      </p:sp>
      <p:sp>
        <p:nvSpPr>
          <p:cNvPr id="4" name="직사각형 3">
            <a:extLst>
              <a:ext uri="{FF2B5EF4-FFF2-40B4-BE49-F238E27FC236}">
                <a16:creationId xmlns:a16="http://schemas.microsoft.com/office/drawing/2014/main" id="{7A79D58A-3DE2-4BEC-AA20-E004C599234C}"/>
              </a:ext>
            </a:extLst>
          </p:cNvPr>
          <p:cNvSpPr/>
          <p:nvPr userDrawn="1"/>
        </p:nvSpPr>
        <p:spPr>
          <a:xfrm>
            <a:off x="48090" y="3000124"/>
            <a:ext cx="1304990" cy="20692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EB9FDD9F-855D-4062-AF48-6AD7B16DCC14}"/>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직사각형 5">
            <a:extLst>
              <a:ext uri="{FF2B5EF4-FFF2-40B4-BE49-F238E27FC236}">
                <a16:creationId xmlns:a16="http://schemas.microsoft.com/office/drawing/2014/main" id="{2815D200-05C4-4E0F-8FDD-5235106011E4}"/>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 name="그룹 6">
            <a:extLst>
              <a:ext uri="{FF2B5EF4-FFF2-40B4-BE49-F238E27FC236}">
                <a16:creationId xmlns:a16="http://schemas.microsoft.com/office/drawing/2014/main" id="{EF599626-26ED-4195-B334-2AEA5DE2CCA9}"/>
              </a:ext>
            </a:extLst>
          </p:cNvPr>
          <p:cNvGrpSpPr/>
          <p:nvPr userDrawn="1"/>
        </p:nvGrpSpPr>
        <p:grpSpPr>
          <a:xfrm>
            <a:off x="178017" y="61416"/>
            <a:ext cx="988764" cy="230583"/>
            <a:chOff x="2843808" y="1955121"/>
            <a:chExt cx="1674813" cy="596970"/>
          </a:xfrm>
          <a:solidFill>
            <a:schemeClr val="bg1">
              <a:lumMod val="95000"/>
            </a:schemeClr>
          </a:solidFill>
        </p:grpSpPr>
        <p:sp>
          <p:nvSpPr>
            <p:cNvPr id="8" name="Border">
              <a:extLst>
                <a:ext uri="{FF2B5EF4-FFF2-40B4-BE49-F238E27FC236}">
                  <a16:creationId xmlns:a16="http://schemas.microsoft.com/office/drawing/2014/main" id="{00D4B81C-488C-4137-9FB6-452B263A554A}"/>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2">
              <a:extLst>
                <a:ext uri="{FF2B5EF4-FFF2-40B4-BE49-F238E27FC236}">
                  <a16:creationId xmlns:a16="http://schemas.microsoft.com/office/drawing/2014/main" id="{91D48890-5279-4098-AF00-06AD61B167B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Line 1">
              <a:extLst>
                <a:ext uri="{FF2B5EF4-FFF2-40B4-BE49-F238E27FC236}">
                  <a16:creationId xmlns:a16="http://schemas.microsoft.com/office/drawing/2014/main" id="{87BB66DB-8FAC-4EFF-85FA-2324E09A9B6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 name="TextBox 10">
              <a:extLst>
                <a:ext uri="{FF2B5EF4-FFF2-40B4-BE49-F238E27FC236}">
                  <a16:creationId xmlns:a16="http://schemas.microsoft.com/office/drawing/2014/main" id="{C4AF52A5-E962-4273-BB25-4405616AE584}"/>
                </a:ext>
              </a:extLst>
            </p:cNvPr>
            <p:cNvSpPr txBox="1"/>
            <p:nvPr/>
          </p:nvSpPr>
          <p:spPr>
            <a:xfrm>
              <a:off x="3163636" y="1988907"/>
              <a:ext cx="1035156" cy="438251"/>
            </a:xfrm>
            <a:prstGeom prst="rect">
              <a:avLst/>
            </a:prstGeom>
            <a:solidFill>
              <a:schemeClr val="bg1"/>
            </a:solidFill>
            <a:ln>
              <a:noFill/>
            </a:ln>
          </p:spPr>
          <p:txBody>
            <a:bodyPr wrap="square" rtlCol="0">
              <a:spAutoFit/>
            </a:bodyPr>
            <a:lstStyle/>
            <a:p>
              <a:pPr algn="ctr"/>
              <a:r>
                <a:rPr lang="en-US" altLang="ko-KR" sz="500" dirty="0">
                  <a:solidFill>
                    <a:schemeClr val="tx1">
                      <a:lumMod val="50000"/>
                      <a:lumOff val="50000"/>
                    </a:schemeClr>
                  </a:solidFill>
                </a:rPr>
                <a:t>LOGO</a:t>
              </a:r>
              <a:endParaRPr lang="ko-KR" altLang="en-US" sz="500" dirty="0">
                <a:solidFill>
                  <a:schemeClr val="tx1">
                    <a:lumMod val="50000"/>
                    <a:lumOff val="50000"/>
                  </a:schemeClr>
                </a:solidFill>
              </a:endParaRPr>
            </a:p>
          </p:txBody>
        </p:sp>
      </p:grpSp>
      <p:sp>
        <p:nvSpPr>
          <p:cNvPr id="12" name="직사각형 11">
            <a:extLst>
              <a:ext uri="{FF2B5EF4-FFF2-40B4-BE49-F238E27FC236}">
                <a16:creationId xmlns:a16="http://schemas.microsoft.com/office/drawing/2014/main" id="{7139F305-CB02-44BF-8859-99FA74E25BBF}"/>
              </a:ext>
            </a:extLst>
          </p:cNvPr>
          <p:cNvSpPr/>
          <p:nvPr userDrawn="1"/>
        </p:nvSpPr>
        <p:spPr>
          <a:xfrm>
            <a:off x="7135932" y="59073"/>
            <a:ext cx="2933097" cy="253211"/>
          </a:xfrm>
          <a:prstGeom prst="rect">
            <a:avLst/>
          </a:prstGeom>
        </p:spPr>
        <p:txBody>
          <a:bodyPr wrap="square">
            <a:spAutoFit/>
          </a:bodyPr>
          <a:lstStyle/>
          <a:p>
            <a:pPr algn="r">
              <a:lnSpc>
                <a:spcPct val="150000"/>
              </a:lnSpc>
            </a:pPr>
            <a:r>
              <a:rPr lang="en-US" altLang="ko-KR" sz="800" dirty="0">
                <a:solidFill>
                  <a:schemeClr val="bg1">
                    <a:lumMod val="75000"/>
                  </a:schemeClr>
                </a:solidFill>
                <a:latin typeface="+mj-ea"/>
                <a:ea typeface="+mj-ea"/>
              </a:rPr>
              <a:t> </a:t>
            </a:r>
            <a:r>
              <a:rPr lang="en-US" altLang="ko-KR" sz="800" b="1" dirty="0">
                <a:solidFill>
                  <a:schemeClr val="tx1"/>
                </a:solidFill>
                <a:latin typeface="+mj-ea"/>
                <a:ea typeface="+mj-ea"/>
              </a:rPr>
              <a:t>[ </a:t>
            </a:r>
            <a:r>
              <a:rPr lang="ko-KR" altLang="en-US" sz="800" b="1" dirty="0">
                <a:solidFill>
                  <a:schemeClr val="tx1"/>
                </a:solidFill>
                <a:latin typeface="+mj-ea"/>
                <a:ea typeface="+mj-ea"/>
              </a:rPr>
              <a:t>최고관리자 </a:t>
            </a:r>
            <a:r>
              <a:rPr lang="en-US" altLang="ko-KR" sz="800" b="1" dirty="0">
                <a:solidFill>
                  <a:schemeClr val="tx1"/>
                </a:solidFill>
                <a:latin typeface="+mj-ea"/>
                <a:ea typeface="+mj-ea"/>
              </a:rPr>
              <a:t>]    </a:t>
            </a:r>
            <a:r>
              <a:rPr lang="ko-KR" altLang="en-US" sz="800" dirty="0" err="1">
                <a:latin typeface="+mj-ea"/>
                <a:ea typeface="+mj-ea"/>
              </a:rPr>
              <a:t>회원명</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graphicFrame>
        <p:nvGraphicFramePr>
          <p:cNvPr id="13" name="표 20">
            <a:extLst>
              <a:ext uri="{FF2B5EF4-FFF2-40B4-BE49-F238E27FC236}">
                <a16:creationId xmlns:a16="http://schemas.microsoft.com/office/drawing/2014/main" id="{8C73F2A4-9FAD-43CA-BA85-D5799BC6E03A}"/>
              </a:ext>
            </a:extLst>
          </p:cNvPr>
          <p:cNvGraphicFramePr>
            <a:graphicFrameLocks noGrp="1"/>
          </p:cNvGraphicFramePr>
          <p:nvPr userDrawn="1">
            <p:extLst>
              <p:ext uri="{D42A27DB-BD31-4B8C-83A1-F6EECF244321}">
                <p14:modId xmlns:p14="http://schemas.microsoft.com/office/powerpoint/2010/main" val="14858229"/>
              </p:ext>
            </p:extLst>
          </p:nvPr>
        </p:nvGraphicFramePr>
        <p:xfrm>
          <a:off x="48089" y="621940"/>
          <a:ext cx="1305704" cy="2079562"/>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중분류 </a:t>
                      </a:r>
                      <a:r>
                        <a:rPr lang="en-US" altLang="ko-KR" sz="800" dirty="0"/>
                        <a:t>#1</a:t>
                      </a:r>
                      <a:r>
                        <a:rPr lang="ko-KR" altLang="en-US" sz="800" dirty="0"/>
                        <a:t>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중분류 </a:t>
                      </a:r>
                      <a:r>
                        <a:rPr lang="en-US" altLang="ko-KR" sz="800" dirty="0"/>
                        <a:t>#2</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a:t>
                      </a:r>
                      <a:r>
                        <a:rPr lang="ko-KR" altLang="en-US" sz="800" b="1" dirty="0">
                          <a:solidFill>
                            <a:schemeClr val="accent1">
                              <a:lumMod val="75000"/>
                            </a:schemeClr>
                          </a:solidFill>
                        </a:rPr>
                        <a:t>중분류 </a:t>
                      </a:r>
                      <a:r>
                        <a:rPr lang="en-US" altLang="ko-KR" sz="800" b="1" dirty="0">
                          <a:solidFill>
                            <a:schemeClr val="accent1">
                              <a:lumMod val="75000"/>
                            </a:schemeClr>
                          </a:solidFill>
                        </a:rPr>
                        <a:t>#3</a:t>
                      </a:r>
                      <a:endParaRPr lang="ko-KR" altLang="en-US" sz="800" b="1" dirty="0">
                        <a:solidFill>
                          <a:schemeClr val="accent1">
                            <a:lumMod val="75000"/>
                          </a:schemeClr>
                        </a:solidFill>
                      </a:endParaRP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accent1">
                        <a:lumMod val="40000"/>
                        <a:lumOff val="60000"/>
                      </a:schemeClr>
                    </a:solidFill>
                  </a:tcPr>
                </a:tc>
                <a:extLst>
                  <a:ext uri="{0D108BD9-81ED-4DB2-BD59-A6C34878D82A}">
                    <a16:rowId xmlns:a16="http://schemas.microsoft.com/office/drawing/2014/main" val="3279320490"/>
                  </a:ext>
                </a:extLst>
              </a:tr>
              <a:tr h="0">
                <a:tc>
                  <a:txBody>
                    <a:bodyPr/>
                    <a:lstStyle/>
                    <a:p>
                      <a:pPr latinLnBrk="1">
                        <a:lnSpc>
                          <a:spcPct val="150000"/>
                        </a:lnSpc>
                      </a:pPr>
                      <a:r>
                        <a:rPr lang="en-US" altLang="ko-KR" sz="800" dirty="0"/>
                        <a:t>    - </a:t>
                      </a:r>
                      <a:r>
                        <a:rPr lang="ko-KR" altLang="en-US" sz="800" dirty="0"/>
                        <a:t>소분류 </a:t>
                      </a:r>
                      <a:r>
                        <a:rPr lang="en-US" altLang="ko-KR" sz="800" dirty="0"/>
                        <a:t>#1</a:t>
                      </a:r>
                    </a:p>
                    <a:p>
                      <a:pPr latinLnBrk="1">
                        <a:lnSpc>
                          <a:spcPct val="150000"/>
                        </a:lnSpc>
                      </a:pPr>
                      <a:r>
                        <a:rPr lang="en-US" altLang="ko-KR" sz="800" dirty="0"/>
                        <a:t>    - </a:t>
                      </a:r>
                      <a:r>
                        <a:rPr lang="ko-KR" altLang="en-US" sz="800" dirty="0"/>
                        <a:t>소분류 </a:t>
                      </a:r>
                      <a:r>
                        <a:rPr lang="en-US" altLang="ko-KR" sz="800" dirty="0"/>
                        <a:t>#2</a:t>
                      </a:r>
                    </a:p>
                    <a:p>
                      <a:pPr latinLnBrk="1">
                        <a:lnSpc>
                          <a:spcPct val="150000"/>
                        </a:lnSpc>
                      </a:pPr>
                      <a:r>
                        <a:rPr lang="en-US" altLang="ko-KR" sz="800" dirty="0"/>
                        <a:t>    - </a:t>
                      </a:r>
                      <a:r>
                        <a:rPr lang="ko-KR" altLang="en-US" sz="800" dirty="0"/>
                        <a:t>소분류 </a:t>
                      </a:r>
                      <a:r>
                        <a:rPr lang="en-US" altLang="ko-KR" sz="800" dirty="0"/>
                        <a:t>#3</a:t>
                      </a:r>
                    </a:p>
                    <a:p>
                      <a:pPr latinLnBrk="1">
                        <a:lnSpc>
                          <a:spcPct val="150000"/>
                        </a:lnSpc>
                      </a:pP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384446707"/>
                  </a:ext>
                </a:extLst>
              </a:tr>
              <a:tr h="0">
                <a:tc>
                  <a:txBody>
                    <a:bodyPr/>
                    <a:lstStyle/>
                    <a:p>
                      <a:pPr latinLnBrk="1"/>
                      <a:r>
                        <a:rPr lang="ko-KR" altLang="en-US" sz="800" dirty="0"/>
                        <a:t>○ 중분류 </a:t>
                      </a:r>
                      <a:r>
                        <a:rPr lang="en-US" altLang="ko-KR" sz="800" dirty="0"/>
                        <a:t>#4</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중분류 </a:t>
                      </a:r>
                      <a:r>
                        <a:rPr lang="en-US" altLang="ko-KR" sz="800" dirty="0"/>
                        <a:t>#5</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중분류 </a:t>
                      </a:r>
                      <a:r>
                        <a:rPr lang="en-US" altLang="ko-KR" sz="800" dirty="0"/>
                        <a:t>#6</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bl>
          </a:graphicData>
        </a:graphic>
      </p:graphicFrame>
      <p:sp>
        <p:nvSpPr>
          <p:cNvPr id="14" name="TextBox 13">
            <a:extLst>
              <a:ext uri="{FF2B5EF4-FFF2-40B4-BE49-F238E27FC236}">
                <a16:creationId xmlns:a16="http://schemas.microsoft.com/office/drawing/2014/main" id="{12CF939D-3A04-4D61-A2D8-FEF9004ADE79}"/>
              </a:ext>
            </a:extLst>
          </p:cNvPr>
          <p:cNvSpPr txBox="1"/>
          <p:nvPr userDrawn="1"/>
        </p:nvSpPr>
        <p:spPr>
          <a:xfrm rot="10800000">
            <a:off x="1123949" y="829992"/>
            <a:ext cx="276038" cy="246221"/>
          </a:xfrm>
          <a:prstGeom prst="rect">
            <a:avLst/>
          </a:prstGeom>
          <a:noFill/>
        </p:spPr>
        <p:txBody>
          <a:bodyPr wrap="none" rtlCol="0">
            <a:spAutoFit/>
          </a:bodyPr>
          <a:lstStyle/>
          <a:p>
            <a:r>
              <a:rPr lang="ko-KR" altLang="en-US" sz="1000" b="1" dirty="0"/>
              <a:t>∨</a:t>
            </a:r>
          </a:p>
        </p:txBody>
      </p:sp>
      <p:sp>
        <p:nvSpPr>
          <p:cNvPr id="15" name="직사각형 14">
            <a:extLst>
              <a:ext uri="{FF2B5EF4-FFF2-40B4-BE49-F238E27FC236}">
                <a16:creationId xmlns:a16="http://schemas.microsoft.com/office/drawing/2014/main" id="{2825F866-BC69-47B9-8B61-973D4239F18D}"/>
              </a:ext>
            </a:extLst>
          </p:cNvPr>
          <p:cNvSpPr/>
          <p:nvPr userDrawn="1"/>
        </p:nvSpPr>
        <p:spPr>
          <a:xfrm>
            <a:off x="41208" y="322274"/>
            <a:ext cx="1304991" cy="6300406"/>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 name="직사각형 15">
            <a:extLst>
              <a:ext uri="{FF2B5EF4-FFF2-40B4-BE49-F238E27FC236}">
                <a16:creationId xmlns:a16="http://schemas.microsoft.com/office/drawing/2014/main" id="{C239DEA5-2448-4C3A-96B3-D7CB82BA5B15}"/>
              </a:ext>
            </a:extLst>
          </p:cNvPr>
          <p:cNvSpPr/>
          <p:nvPr userDrawn="1"/>
        </p:nvSpPr>
        <p:spPr>
          <a:xfrm>
            <a:off x="40495" y="41286"/>
            <a:ext cx="10070807" cy="28098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 name="직사각형 16">
            <a:extLst>
              <a:ext uri="{FF2B5EF4-FFF2-40B4-BE49-F238E27FC236}">
                <a16:creationId xmlns:a16="http://schemas.microsoft.com/office/drawing/2014/main" id="{9779D75F-9B2B-4AB4-B5A0-5CA879613864}"/>
              </a:ext>
            </a:extLst>
          </p:cNvPr>
          <p:cNvSpPr/>
          <p:nvPr userDrawn="1"/>
        </p:nvSpPr>
        <p:spPr>
          <a:xfrm>
            <a:off x="48089" y="321810"/>
            <a:ext cx="1298111" cy="296437"/>
          </a:xfrm>
          <a:prstGeom prst="rect">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대분류 </a:t>
            </a:r>
            <a:r>
              <a:rPr lang="en-US" altLang="ko-KR" sz="800" b="1" dirty="0">
                <a:solidFill>
                  <a:schemeClr val="bg1"/>
                </a:solidFill>
              </a:rPr>
              <a:t>#1</a:t>
            </a:r>
            <a:endParaRPr lang="ko-KR" altLang="en-US" sz="800" b="1" dirty="0">
              <a:solidFill>
                <a:schemeClr val="bg1"/>
              </a:solidFill>
            </a:endParaRPr>
          </a:p>
        </p:txBody>
      </p:sp>
      <p:sp>
        <p:nvSpPr>
          <p:cNvPr id="18" name="직사각형 17">
            <a:extLst>
              <a:ext uri="{FF2B5EF4-FFF2-40B4-BE49-F238E27FC236}">
                <a16:creationId xmlns:a16="http://schemas.microsoft.com/office/drawing/2014/main" id="{E0E5E304-18FD-431D-953F-9CED7D384850}"/>
              </a:ext>
            </a:extLst>
          </p:cNvPr>
          <p:cNvSpPr/>
          <p:nvPr userDrawn="1"/>
        </p:nvSpPr>
        <p:spPr>
          <a:xfrm>
            <a:off x="1347788" y="321810"/>
            <a:ext cx="8763514" cy="296437"/>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8AC9E94D-51EA-4A17-A3B1-90AAC101DAEB}"/>
              </a:ext>
            </a:extLst>
          </p:cNvPr>
          <p:cNvSpPr/>
          <p:nvPr userDrawn="1"/>
        </p:nvSpPr>
        <p:spPr>
          <a:xfrm>
            <a:off x="1414766" y="377318"/>
            <a:ext cx="726373" cy="183015"/>
          </a:xfrm>
          <a:prstGeom prst="rect">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대분류 </a:t>
            </a:r>
            <a:r>
              <a:rPr lang="en-US" altLang="ko-KR" sz="800" dirty="0">
                <a:solidFill>
                  <a:schemeClr val="bg1"/>
                </a:solidFill>
              </a:rPr>
              <a:t>#1</a:t>
            </a:r>
          </a:p>
        </p:txBody>
      </p:sp>
      <p:sp>
        <p:nvSpPr>
          <p:cNvPr id="20" name="직사각형 19">
            <a:extLst>
              <a:ext uri="{FF2B5EF4-FFF2-40B4-BE49-F238E27FC236}">
                <a16:creationId xmlns:a16="http://schemas.microsoft.com/office/drawing/2014/main" id="{49A4E8B6-ED1F-4B3A-A151-F966394A3F3D}"/>
              </a:ext>
            </a:extLst>
          </p:cNvPr>
          <p:cNvSpPr/>
          <p:nvPr userDrawn="1"/>
        </p:nvSpPr>
        <p:spPr>
          <a:xfrm>
            <a:off x="2209706" y="379931"/>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#2</a:t>
            </a:r>
          </a:p>
        </p:txBody>
      </p:sp>
      <p:sp>
        <p:nvSpPr>
          <p:cNvPr id="21" name="직사각형 20">
            <a:extLst>
              <a:ext uri="{FF2B5EF4-FFF2-40B4-BE49-F238E27FC236}">
                <a16:creationId xmlns:a16="http://schemas.microsoft.com/office/drawing/2014/main" id="{5EF3D6A6-20F7-47E7-B683-840379579D14}"/>
              </a:ext>
            </a:extLst>
          </p:cNvPr>
          <p:cNvSpPr/>
          <p:nvPr userDrawn="1"/>
        </p:nvSpPr>
        <p:spPr>
          <a:xfrm>
            <a:off x="172122" y="3064908"/>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2" name="직사각형 21">
            <a:extLst>
              <a:ext uri="{FF2B5EF4-FFF2-40B4-BE49-F238E27FC236}">
                <a16:creationId xmlns:a16="http://schemas.microsoft.com/office/drawing/2014/main" id="{B3E0AF67-DF66-4A85-8968-3797FDAEF2A3}"/>
              </a:ext>
            </a:extLst>
          </p:cNvPr>
          <p:cNvSpPr/>
          <p:nvPr userDrawn="1"/>
        </p:nvSpPr>
        <p:spPr>
          <a:xfrm>
            <a:off x="177784" y="3304561"/>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3" name="직사각형 22">
            <a:extLst>
              <a:ext uri="{FF2B5EF4-FFF2-40B4-BE49-F238E27FC236}">
                <a16:creationId xmlns:a16="http://schemas.microsoft.com/office/drawing/2014/main" id="{EEFC6599-CF27-425C-87F5-8DDFE4BB3D09}"/>
              </a:ext>
            </a:extLst>
          </p:cNvPr>
          <p:cNvSpPr/>
          <p:nvPr userDrawn="1"/>
        </p:nvSpPr>
        <p:spPr>
          <a:xfrm>
            <a:off x="172355" y="3535155"/>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4" name="직사각형 23">
            <a:extLst>
              <a:ext uri="{FF2B5EF4-FFF2-40B4-BE49-F238E27FC236}">
                <a16:creationId xmlns:a16="http://schemas.microsoft.com/office/drawing/2014/main" id="{E3DF5975-2143-484F-8AD8-A09E2F03E5A6}"/>
              </a:ext>
            </a:extLst>
          </p:cNvPr>
          <p:cNvSpPr/>
          <p:nvPr userDrawn="1"/>
        </p:nvSpPr>
        <p:spPr>
          <a:xfrm>
            <a:off x="178017" y="3770045"/>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5" name="직사각형 24">
            <a:extLst>
              <a:ext uri="{FF2B5EF4-FFF2-40B4-BE49-F238E27FC236}">
                <a16:creationId xmlns:a16="http://schemas.microsoft.com/office/drawing/2014/main" id="{09995394-47F4-4D83-86DC-C763D748BF90}"/>
              </a:ext>
            </a:extLst>
          </p:cNvPr>
          <p:cNvSpPr/>
          <p:nvPr userDrawn="1"/>
        </p:nvSpPr>
        <p:spPr>
          <a:xfrm>
            <a:off x="166227" y="4000311"/>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6" name="직사각형 25">
            <a:extLst>
              <a:ext uri="{FF2B5EF4-FFF2-40B4-BE49-F238E27FC236}">
                <a16:creationId xmlns:a16="http://schemas.microsoft.com/office/drawing/2014/main" id="{BF600726-6115-4616-ACA0-965A8FE74B5F}"/>
              </a:ext>
            </a:extLst>
          </p:cNvPr>
          <p:cNvSpPr/>
          <p:nvPr userDrawn="1"/>
        </p:nvSpPr>
        <p:spPr>
          <a:xfrm>
            <a:off x="171889" y="4235201"/>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7" name="직사각형 26">
            <a:extLst>
              <a:ext uri="{FF2B5EF4-FFF2-40B4-BE49-F238E27FC236}">
                <a16:creationId xmlns:a16="http://schemas.microsoft.com/office/drawing/2014/main" id="{9359210B-5498-44B6-A031-5A33A75A0FC4}"/>
              </a:ext>
            </a:extLst>
          </p:cNvPr>
          <p:cNvSpPr/>
          <p:nvPr userDrawn="1"/>
        </p:nvSpPr>
        <p:spPr>
          <a:xfrm>
            <a:off x="166460" y="4465795"/>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8" name="직사각형 27">
            <a:extLst>
              <a:ext uri="{FF2B5EF4-FFF2-40B4-BE49-F238E27FC236}">
                <a16:creationId xmlns:a16="http://schemas.microsoft.com/office/drawing/2014/main" id="{B10FE585-6998-4C0B-B4B6-3E5AFF7A975B}"/>
              </a:ext>
            </a:extLst>
          </p:cNvPr>
          <p:cNvSpPr/>
          <p:nvPr userDrawn="1"/>
        </p:nvSpPr>
        <p:spPr>
          <a:xfrm>
            <a:off x="172122" y="4695922"/>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9" name="TextBox 28">
            <a:extLst>
              <a:ext uri="{FF2B5EF4-FFF2-40B4-BE49-F238E27FC236}">
                <a16:creationId xmlns:a16="http://schemas.microsoft.com/office/drawing/2014/main" id="{B4BAD431-51E8-4DD5-BA90-CE7301684CA7}"/>
              </a:ext>
            </a:extLst>
          </p:cNvPr>
          <p:cNvSpPr txBox="1"/>
          <p:nvPr userDrawn="1"/>
        </p:nvSpPr>
        <p:spPr>
          <a:xfrm>
            <a:off x="1123948" y="1042903"/>
            <a:ext cx="276038" cy="246221"/>
          </a:xfrm>
          <a:prstGeom prst="rect">
            <a:avLst/>
          </a:prstGeom>
          <a:noFill/>
        </p:spPr>
        <p:txBody>
          <a:bodyPr wrap="none" rtlCol="0">
            <a:spAutoFit/>
          </a:bodyPr>
          <a:lstStyle/>
          <a:p>
            <a:r>
              <a:rPr lang="ko-KR" altLang="en-US" sz="1000" b="1" dirty="0"/>
              <a:t>∨</a:t>
            </a:r>
          </a:p>
        </p:txBody>
      </p:sp>
      <p:sp>
        <p:nvSpPr>
          <p:cNvPr id="30" name="직사각형 29">
            <a:extLst>
              <a:ext uri="{FF2B5EF4-FFF2-40B4-BE49-F238E27FC236}">
                <a16:creationId xmlns:a16="http://schemas.microsoft.com/office/drawing/2014/main" id="{536754E8-F9D9-4D03-8B01-A3BD3C08DB6E}"/>
              </a:ext>
            </a:extLst>
          </p:cNvPr>
          <p:cNvSpPr/>
          <p:nvPr userDrawn="1"/>
        </p:nvSpPr>
        <p:spPr>
          <a:xfrm>
            <a:off x="38129" y="2697455"/>
            <a:ext cx="1315664" cy="296437"/>
          </a:xfrm>
          <a:prstGeom prst="rect">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바로가기 </a:t>
            </a:r>
            <a:r>
              <a:rPr lang="en-US" altLang="ko-KR" sz="600" b="1" dirty="0">
                <a:solidFill>
                  <a:schemeClr val="bg1"/>
                </a:solidFill>
              </a:rPr>
              <a:t>(8/10)</a:t>
            </a:r>
            <a:endParaRPr lang="ko-KR" altLang="en-US" sz="600" b="1" dirty="0">
              <a:solidFill>
                <a:schemeClr val="bg1"/>
              </a:solidFill>
            </a:endParaRPr>
          </a:p>
        </p:txBody>
      </p:sp>
      <p:sp>
        <p:nvSpPr>
          <p:cNvPr id="31" name="직사각형 30">
            <a:extLst>
              <a:ext uri="{FF2B5EF4-FFF2-40B4-BE49-F238E27FC236}">
                <a16:creationId xmlns:a16="http://schemas.microsoft.com/office/drawing/2014/main" id="{0674276B-9910-4AA4-8E10-16FB8F9823CF}"/>
              </a:ext>
            </a:extLst>
          </p:cNvPr>
          <p:cNvSpPr/>
          <p:nvPr userDrawn="1"/>
        </p:nvSpPr>
        <p:spPr>
          <a:xfrm>
            <a:off x="3003057" y="377355"/>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#3</a:t>
            </a:r>
          </a:p>
        </p:txBody>
      </p:sp>
      <p:sp>
        <p:nvSpPr>
          <p:cNvPr id="32" name="직사각형 31">
            <a:extLst>
              <a:ext uri="{FF2B5EF4-FFF2-40B4-BE49-F238E27FC236}">
                <a16:creationId xmlns:a16="http://schemas.microsoft.com/office/drawing/2014/main" id="{628C535E-DBA1-4B62-973E-B4CA4E8C469A}"/>
              </a:ext>
            </a:extLst>
          </p:cNvPr>
          <p:cNvSpPr/>
          <p:nvPr userDrawn="1"/>
        </p:nvSpPr>
        <p:spPr>
          <a:xfrm>
            <a:off x="3802251" y="373576"/>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#4</a:t>
            </a:r>
          </a:p>
        </p:txBody>
      </p:sp>
      <p:sp>
        <p:nvSpPr>
          <p:cNvPr id="33" name="직사각형 32">
            <a:extLst>
              <a:ext uri="{FF2B5EF4-FFF2-40B4-BE49-F238E27FC236}">
                <a16:creationId xmlns:a16="http://schemas.microsoft.com/office/drawing/2014/main" id="{B6937744-167A-4F0C-AA18-A222F0E6BD10}"/>
              </a:ext>
            </a:extLst>
          </p:cNvPr>
          <p:cNvSpPr/>
          <p:nvPr userDrawn="1"/>
        </p:nvSpPr>
        <p:spPr>
          <a:xfrm>
            <a:off x="4595602" y="371000"/>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#5</a:t>
            </a:r>
          </a:p>
        </p:txBody>
      </p:sp>
      <p:sp>
        <p:nvSpPr>
          <p:cNvPr id="34" name="직사각형 33">
            <a:extLst>
              <a:ext uri="{FF2B5EF4-FFF2-40B4-BE49-F238E27FC236}">
                <a16:creationId xmlns:a16="http://schemas.microsoft.com/office/drawing/2014/main" id="{3DD847D4-5E3F-435B-8353-D4D4B13D30DF}"/>
              </a:ext>
            </a:extLst>
          </p:cNvPr>
          <p:cNvSpPr/>
          <p:nvPr userDrawn="1"/>
        </p:nvSpPr>
        <p:spPr>
          <a:xfrm>
            <a:off x="5428208" y="370468"/>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#6</a:t>
            </a:r>
          </a:p>
        </p:txBody>
      </p:sp>
      <p:sp>
        <p:nvSpPr>
          <p:cNvPr id="35" name="직사각형 34">
            <a:extLst>
              <a:ext uri="{FF2B5EF4-FFF2-40B4-BE49-F238E27FC236}">
                <a16:creationId xmlns:a16="http://schemas.microsoft.com/office/drawing/2014/main" id="{1D3B1BD3-9AC8-4B3B-931E-24DCA51BAA08}"/>
              </a:ext>
            </a:extLst>
          </p:cNvPr>
          <p:cNvSpPr/>
          <p:nvPr userDrawn="1"/>
        </p:nvSpPr>
        <p:spPr>
          <a:xfrm>
            <a:off x="6227402" y="366689"/>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#7</a:t>
            </a:r>
          </a:p>
        </p:txBody>
      </p:sp>
      <p:sp>
        <p:nvSpPr>
          <p:cNvPr id="36" name="직사각형 35">
            <a:extLst>
              <a:ext uri="{FF2B5EF4-FFF2-40B4-BE49-F238E27FC236}">
                <a16:creationId xmlns:a16="http://schemas.microsoft.com/office/drawing/2014/main" id="{1E97A3AF-8536-4A78-884A-EA3667CF61E8}"/>
              </a:ext>
            </a:extLst>
          </p:cNvPr>
          <p:cNvSpPr/>
          <p:nvPr userDrawn="1"/>
        </p:nvSpPr>
        <p:spPr>
          <a:xfrm>
            <a:off x="7020753" y="364113"/>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#8</a:t>
            </a:r>
          </a:p>
        </p:txBody>
      </p:sp>
      <p:sp>
        <p:nvSpPr>
          <p:cNvPr id="37" name="직사각형 36">
            <a:extLst>
              <a:ext uri="{FF2B5EF4-FFF2-40B4-BE49-F238E27FC236}">
                <a16:creationId xmlns:a16="http://schemas.microsoft.com/office/drawing/2014/main" id="{C8661482-00DC-4253-A3CD-43FDA4003B5B}"/>
              </a:ext>
            </a:extLst>
          </p:cNvPr>
          <p:cNvSpPr/>
          <p:nvPr userDrawn="1"/>
        </p:nvSpPr>
        <p:spPr>
          <a:xfrm>
            <a:off x="37416" y="6328089"/>
            <a:ext cx="1315664" cy="296437"/>
          </a:xfrm>
          <a:prstGeom prst="rect">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미구마켓</a:t>
            </a:r>
          </a:p>
        </p:txBody>
      </p:sp>
      <p:sp>
        <p:nvSpPr>
          <p:cNvPr id="38" name="직사각형 37">
            <a:extLst>
              <a:ext uri="{FF2B5EF4-FFF2-40B4-BE49-F238E27FC236}">
                <a16:creationId xmlns:a16="http://schemas.microsoft.com/office/drawing/2014/main" id="{CE18BADB-A909-42E1-B40F-CAE39461FCA9}"/>
              </a:ext>
            </a:extLst>
          </p:cNvPr>
          <p:cNvSpPr/>
          <p:nvPr userDrawn="1"/>
        </p:nvSpPr>
        <p:spPr>
          <a:xfrm>
            <a:off x="1347788" y="621732"/>
            <a:ext cx="8763514" cy="600094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9" name="TextBox 38">
            <a:extLst>
              <a:ext uri="{FF2B5EF4-FFF2-40B4-BE49-F238E27FC236}">
                <a16:creationId xmlns:a16="http://schemas.microsoft.com/office/drawing/2014/main" id="{9D7F5C49-033A-4240-A0F7-86F8D56E7A80}"/>
              </a:ext>
            </a:extLst>
          </p:cNvPr>
          <p:cNvSpPr txBox="1"/>
          <p:nvPr userDrawn="1"/>
        </p:nvSpPr>
        <p:spPr>
          <a:xfrm>
            <a:off x="1463866" y="2644760"/>
            <a:ext cx="957313" cy="230832"/>
          </a:xfrm>
          <a:prstGeom prst="rect">
            <a:avLst/>
          </a:prstGeom>
          <a:noFill/>
        </p:spPr>
        <p:txBody>
          <a:bodyPr wrap="none" rtlCol="0">
            <a:spAutoFit/>
          </a:bodyPr>
          <a:lstStyle/>
          <a:p>
            <a:r>
              <a:rPr lang="ko-KR" altLang="en-US" sz="900" b="1" dirty="0"/>
              <a:t>○ 갤러리 제목</a:t>
            </a:r>
          </a:p>
        </p:txBody>
      </p:sp>
      <p:grpSp>
        <p:nvGrpSpPr>
          <p:cNvPr id="40" name="그룹 39">
            <a:extLst>
              <a:ext uri="{FF2B5EF4-FFF2-40B4-BE49-F238E27FC236}">
                <a16:creationId xmlns:a16="http://schemas.microsoft.com/office/drawing/2014/main" id="{E93502F5-E0CD-417A-A7C3-33F0568DD3ED}"/>
              </a:ext>
            </a:extLst>
          </p:cNvPr>
          <p:cNvGrpSpPr/>
          <p:nvPr userDrawn="1"/>
        </p:nvGrpSpPr>
        <p:grpSpPr>
          <a:xfrm>
            <a:off x="3976501" y="5676741"/>
            <a:ext cx="3506087" cy="187725"/>
            <a:chOff x="3987692" y="5516678"/>
            <a:chExt cx="3506087" cy="187725"/>
          </a:xfrm>
        </p:grpSpPr>
        <p:sp>
          <p:nvSpPr>
            <p:cNvPr id="41" name="직사각형 40">
              <a:extLst>
                <a:ext uri="{FF2B5EF4-FFF2-40B4-BE49-F238E27FC236}">
                  <a16:creationId xmlns:a16="http://schemas.microsoft.com/office/drawing/2014/main" id="{F55CED0E-7046-4E75-8555-48A12D7D1389}"/>
                </a:ext>
              </a:extLst>
            </p:cNvPr>
            <p:cNvSpPr/>
            <p:nvPr/>
          </p:nvSpPr>
          <p:spPr>
            <a:xfrm>
              <a:off x="4868726" y="5516678"/>
              <a:ext cx="193780" cy="187725"/>
            </a:xfrm>
            <a:prstGeom prst="rect">
              <a:avLst/>
            </a:prstGeom>
            <a:solidFill>
              <a:srgbClr val="0000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b="1" dirty="0">
                  <a:solidFill>
                    <a:schemeClr val="bg1"/>
                  </a:solidFill>
                </a:rPr>
                <a:t>1</a:t>
              </a:r>
              <a:endParaRPr lang="ko-KR" altLang="en-US" sz="600" b="1" dirty="0">
                <a:solidFill>
                  <a:schemeClr val="bg1"/>
                </a:solidFill>
              </a:endParaRPr>
            </a:p>
          </p:txBody>
        </p:sp>
        <p:sp>
          <p:nvSpPr>
            <p:cNvPr id="42" name="직사각형 41">
              <a:extLst>
                <a:ext uri="{FF2B5EF4-FFF2-40B4-BE49-F238E27FC236}">
                  <a16:creationId xmlns:a16="http://schemas.microsoft.com/office/drawing/2014/main" id="{8B8C8022-5B92-45A0-925E-2B958C13C5EA}"/>
                </a:ext>
              </a:extLst>
            </p:cNvPr>
            <p:cNvSpPr/>
            <p:nvPr/>
          </p:nvSpPr>
          <p:spPr>
            <a:xfrm>
              <a:off x="506250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2</a:t>
              </a:r>
              <a:endParaRPr lang="ko-KR" altLang="en-US" sz="600" dirty="0">
                <a:solidFill>
                  <a:schemeClr val="tx1"/>
                </a:solidFill>
              </a:endParaRPr>
            </a:p>
          </p:txBody>
        </p:sp>
        <p:sp>
          <p:nvSpPr>
            <p:cNvPr id="43" name="직사각형 42">
              <a:extLst>
                <a:ext uri="{FF2B5EF4-FFF2-40B4-BE49-F238E27FC236}">
                  <a16:creationId xmlns:a16="http://schemas.microsoft.com/office/drawing/2014/main" id="{7924BAB2-89EC-41E6-9491-18645178184C}"/>
                </a:ext>
              </a:extLst>
            </p:cNvPr>
            <p:cNvSpPr/>
            <p:nvPr/>
          </p:nvSpPr>
          <p:spPr>
            <a:xfrm>
              <a:off x="525628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3</a:t>
              </a:r>
              <a:endParaRPr lang="ko-KR" altLang="en-US" sz="600" dirty="0">
                <a:solidFill>
                  <a:schemeClr val="tx1"/>
                </a:solidFill>
              </a:endParaRPr>
            </a:p>
          </p:txBody>
        </p:sp>
        <p:sp>
          <p:nvSpPr>
            <p:cNvPr id="44" name="직사각형 43">
              <a:extLst>
                <a:ext uri="{FF2B5EF4-FFF2-40B4-BE49-F238E27FC236}">
                  <a16:creationId xmlns:a16="http://schemas.microsoft.com/office/drawing/2014/main" id="{C3511663-71A9-45B0-A70F-C7BD31D84A49}"/>
                </a:ext>
              </a:extLst>
            </p:cNvPr>
            <p:cNvSpPr/>
            <p:nvPr/>
          </p:nvSpPr>
          <p:spPr>
            <a:xfrm>
              <a:off x="545006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4</a:t>
              </a:r>
              <a:endParaRPr lang="ko-KR" altLang="en-US" sz="600" dirty="0">
                <a:solidFill>
                  <a:schemeClr val="tx1"/>
                </a:solidFill>
              </a:endParaRPr>
            </a:p>
          </p:txBody>
        </p:sp>
        <p:sp>
          <p:nvSpPr>
            <p:cNvPr id="45" name="직사각형 44">
              <a:extLst>
                <a:ext uri="{FF2B5EF4-FFF2-40B4-BE49-F238E27FC236}">
                  <a16:creationId xmlns:a16="http://schemas.microsoft.com/office/drawing/2014/main" id="{21207585-A4AA-46B3-9764-AB30A4777D5D}"/>
                </a:ext>
              </a:extLst>
            </p:cNvPr>
            <p:cNvSpPr/>
            <p:nvPr/>
          </p:nvSpPr>
          <p:spPr>
            <a:xfrm>
              <a:off x="564384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5</a:t>
              </a:r>
              <a:endParaRPr lang="ko-KR" altLang="en-US" sz="600" dirty="0">
                <a:solidFill>
                  <a:schemeClr val="tx1"/>
                </a:solidFill>
              </a:endParaRPr>
            </a:p>
          </p:txBody>
        </p:sp>
        <p:sp>
          <p:nvSpPr>
            <p:cNvPr id="46" name="직사각형 45">
              <a:extLst>
                <a:ext uri="{FF2B5EF4-FFF2-40B4-BE49-F238E27FC236}">
                  <a16:creationId xmlns:a16="http://schemas.microsoft.com/office/drawing/2014/main" id="{7E040562-70D1-455A-BA7C-D2D074868C59}"/>
                </a:ext>
              </a:extLst>
            </p:cNvPr>
            <p:cNvSpPr/>
            <p:nvPr/>
          </p:nvSpPr>
          <p:spPr>
            <a:xfrm>
              <a:off x="583762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6</a:t>
              </a:r>
              <a:endParaRPr lang="ko-KR" altLang="en-US" sz="600" dirty="0">
                <a:solidFill>
                  <a:schemeClr val="tx1"/>
                </a:solidFill>
              </a:endParaRPr>
            </a:p>
          </p:txBody>
        </p:sp>
        <p:sp>
          <p:nvSpPr>
            <p:cNvPr id="47" name="직사각형 46">
              <a:extLst>
                <a:ext uri="{FF2B5EF4-FFF2-40B4-BE49-F238E27FC236}">
                  <a16:creationId xmlns:a16="http://schemas.microsoft.com/office/drawing/2014/main" id="{60C8F45F-9EC7-49AA-BC6B-471030C20BC9}"/>
                </a:ext>
              </a:extLst>
            </p:cNvPr>
            <p:cNvSpPr/>
            <p:nvPr/>
          </p:nvSpPr>
          <p:spPr>
            <a:xfrm>
              <a:off x="603140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7</a:t>
              </a:r>
              <a:endParaRPr lang="ko-KR" altLang="en-US" sz="600" dirty="0">
                <a:solidFill>
                  <a:schemeClr val="tx1"/>
                </a:solidFill>
              </a:endParaRPr>
            </a:p>
          </p:txBody>
        </p:sp>
        <p:sp>
          <p:nvSpPr>
            <p:cNvPr id="48" name="직사각형 47">
              <a:extLst>
                <a:ext uri="{FF2B5EF4-FFF2-40B4-BE49-F238E27FC236}">
                  <a16:creationId xmlns:a16="http://schemas.microsoft.com/office/drawing/2014/main" id="{E34F9B25-BB01-44FD-824B-64318F385CAB}"/>
                </a:ext>
              </a:extLst>
            </p:cNvPr>
            <p:cNvSpPr/>
            <p:nvPr/>
          </p:nvSpPr>
          <p:spPr>
            <a:xfrm>
              <a:off x="622518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8</a:t>
              </a:r>
              <a:endParaRPr lang="ko-KR" altLang="en-US" sz="600" dirty="0">
                <a:solidFill>
                  <a:schemeClr val="tx1"/>
                </a:solidFill>
              </a:endParaRPr>
            </a:p>
          </p:txBody>
        </p:sp>
        <p:sp>
          <p:nvSpPr>
            <p:cNvPr id="49" name="직사각형 48">
              <a:extLst>
                <a:ext uri="{FF2B5EF4-FFF2-40B4-BE49-F238E27FC236}">
                  <a16:creationId xmlns:a16="http://schemas.microsoft.com/office/drawing/2014/main" id="{CD3AB93A-6245-4202-AEE3-1269FD2FDF56}"/>
                </a:ext>
              </a:extLst>
            </p:cNvPr>
            <p:cNvSpPr/>
            <p:nvPr/>
          </p:nvSpPr>
          <p:spPr>
            <a:xfrm>
              <a:off x="641896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9</a:t>
              </a:r>
              <a:endParaRPr lang="ko-KR" altLang="en-US" sz="600" dirty="0">
                <a:solidFill>
                  <a:schemeClr val="tx1"/>
                </a:solidFill>
              </a:endParaRPr>
            </a:p>
          </p:txBody>
        </p:sp>
        <p:sp>
          <p:nvSpPr>
            <p:cNvPr id="50" name="직사각형 49">
              <a:extLst>
                <a:ext uri="{FF2B5EF4-FFF2-40B4-BE49-F238E27FC236}">
                  <a16:creationId xmlns:a16="http://schemas.microsoft.com/office/drawing/2014/main" id="{D7513A44-8B11-417B-9EAB-55CF1F6A6E2F}"/>
                </a:ext>
              </a:extLst>
            </p:cNvPr>
            <p:cNvSpPr/>
            <p:nvPr/>
          </p:nvSpPr>
          <p:spPr>
            <a:xfrm>
              <a:off x="6612745" y="5516678"/>
              <a:ext cx="440518"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500" dirty="0">
                  <a:solidFill>
                    <a:schemeClr val="tx1"/>
                  </a:solidFill>
                </a:rPr>
                <a:t>NEXT </a:t>
              </a:r>
              <a:r>
                <a:rPr lang="ko-KR" altLang="en-US" sz="500" b="1" dirty="0">
                  <a:solidFill>
                    <a:srgbClr val="FF0000"/>
                  </a:solidFill>
                </a:rPr>
                <a:t>＞</a:t>
              </a:r>
            </a:p>
          </p:txBody>
        </p:sp>
        <p:sp>
          <p:nvSpPr>
            <p:cNvPr id="51" name="직사각형 50">
              <a:extLst>
                <a:ext uri="{FF2B5EF4-FFF2-40B4-BE49-F238E27FC236}">
                  <a16:creationId xmlns:a16="http://schemas.microsoft.com/office/drawing/2014/main" id="{ED3AE41B-5DFF-4341-9D32-BD6E970F9483}"/>
                </a:ext>
              </a:extLst>
            </p:cNvPr>
            <p:cNvSpPr/>
            <p:nvPr/>
          </p:nvSpPr>
          <p:spPr>
            <a:xfrm>
              <a:off x="7053262" y="5516678"/>
              <a:ext cx="440517"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500" dirty="0">
                  <a:solidFill>
                    <a:schemeClr val="tx1"/>
                  </a:solidFill>
                </a:rPr>
                <a:t>LAST </a:t>
              </a:r>
              <a:r>
                <a:rPr lang="ko-KR" altLang="en-US" sz="500" b="1" dirty="0">
                  <a:solidFill>
                    <a:srgbClr val="FF0000"/>
                  </a:solidFill>
                </a:rPr>
                <a:t>≫</a:t>
              </a:r>
            </a:p>
          </p:txBody>
        </p:sp>
        <p:sp>
          <p:nvSpPr>
            <p:cNvPr id="52" name="직사각형 51">
              <a:extLst>
                <a:ext uri="{FF2B5EF4-FFF2-40B4-BE49-F238E27FC236}">
                  <a16:creationId xmlns:a16="http://schemas.microsoft.com/office/drawing/2014/main" id="{4A1AF58E-CC30-479B-A7AD-38D009E48522}"/>
                </a:ext>
              </a:extLst>
            </p:cNvPr>
            <p:cNvSpPr/>
            <p:nvPr/>
          </p:nvSpPr>
          <p:spPr>
            <a:xfrm>
              <a:off x="3987692" y="5516678"/>
              <a:ext cx="440518"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500" b="1" dirty="0">
                  <a:solidFill>
                    <a:srgbClr val="FF0000"/>
                  </a:solidFill>
                </a:rPr>
                <a:t>≪</a:t>
              </a:r>
              <a:r>
                <a:rPr lang="ko-KR" altLang="en-US" sz="500" dirty="0">
                  <a:solidFill>
                    <a:schemeClr val="tx1"/>
                  </a:solidFill>
                </a:rPr>
                <a:t> </a:t>
              </a:r>
              <a:r>
                <a:rPr lang="en-US" altLang="ko-KR" sz="500" dirty="0">
                  <a:solidFill>
                    <a:schemeClr val="tx1"/>
                  </a:solidFill>
                </a:rPr>
                <a:t>FIRST</a:t>
              </a:r>
              <a:endParaRPr lang="ko-KR" altLang="en-US" sz="500" b="1" dirty="0">
                <a:solidFill>
                  <a:srgbClr val="FF0000"/>
                </a:solidFill>
              </a:endParaRPr>
            </a:p>
          </p:txBody>
        </p:sp>
        <p:sp>
          <p:nvSpPr>
            <p:cNvPr id="53" name="직사각형 52">
              <a:extLst>
                <a:ext uri="{FF2B5EF4-FFF2-40B4-BE49-F238E27FC236}">
                  <a16:creationId xmlns:a16="http://schemas.microsoft.com/office/drawing/2014/main" id="{3EE53F89-0A62-4268-AB4F-D09BC22308CE}"/>
                </a:ext>
              </a:extLst>
            </p:cNvPr>
            <p:cNvSpPr/>
            <p:nvPr/>
          </p:nvSpPr>
          <p:spPr>
            <a:xfrm>
              <a:off x="4428209" y="5516678"/>
              <a:ext cx="440517"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500" b="1" dirty="0">
                  <a:solidFill>
                    <a:srgbClr val="FF0000"/>
                  </a:solidFill>
                </a:rPr>
                <a:t>＜ </a:t>
              </a:r>
              <a:r>
                <a:rPr lang="en-US" altLang="ko-KR" sz="500" dirty="0">
                  <a:solidFill>
                    <a:schemeClr val="tx1"/>
                  </a:solidFill>
                </a:rPr>
                <a:t>PREV</a:t>
              </a:r>
              <a:endParaRPr lang="ko-KR" altLang="en-US" sz="500" b="1" dirty="0">
                <a:solidFill>
                  <a:srgbClr val="FF0000"/>
                </a:solidFill>
              </a:endParaRPr>
            </a:p>
          </p:txBody>
        </p:sp>
      </p:grpSp>
      <p:sp>
        <p:nvSpPr>
          <p:cNvPr id="54" name="직사각형 53">
            <a:extLst>
              <a:ext uri="{FF2B5EF4-FFF2-40B4-BE49-F238E27FC236}">
                <a16:creationId xmlns:a16="http://schemas.microsoft.com/office/drawing/2014/main" id="{6A57992A-EF03-4748-AB26-F309A65AE557}"/>
              </a:ext>
            </a:extLst>
          </p:cNvPr>
          <p:cNvSpPr/>
          <p:nvPr userDrawn="1"/>
        </p:nvSpPr>
        <p:spPr>
          <a:xfrm>
            <a:off x="2797158" y="1216819"/>
            <a:ext cx="693212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55" name="직사각형 54">
            <a:extLst>
              <a:ext uri="{FF2B5EF4-FFF2-40B4-BE49-F238E27FC236}">
                <a16:creationId xmlns:a16="http://schemas.microsoft.com/office/drawing/2014/main" id="{FFCDB0E4-C050-4D5A-9FC4-45D5DC78DFA6}"/>
              </a:ext>
            </a:extLst>
          </p:cNvPr>
          <p:cNvSpPr/>
          <p:nvPr userDrawn="1"/>
        </p:nvSpPr>
        <p:spPr>
          <a:xfrm>
            <a:off x="2797158" y="1423402"/>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56" name="직사각형 55">
            <a:extLst>
              <a:ext uri="{FF2B5EF4-FFF2-40B4-BE49-F238E27FC236}">
                <a16:creationId xmlns:a16="http://schemas.microsoft.com/office/drawing/2014/main" id="{DA351432-EA28-4AAF-BC4B-97C6E3C8DB56}"/>
              </a:ext>
            </a:extLst>
          </p:cNvPr>
          <p:cNvSpPr/>
          <p:nvPr userDrawn="1"/>
        </p:nvSpPr>
        <p:spPr>
          <a:xfrm>
            <a:off x="3626465" y="1423402"/>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graphicFrame>
        <p:nvGraphicFramePr>
          <p:cNvPr id="57" name="표 63">
            <a:extLst>
              <a:ext uri="{FF2B5EF4-FFF2-40B4-BE49-F238E27FC236}">
                <a16:creationId xmlns:a16="http://schemas.microsoft.com/office/drawing/2014/main" id="{8F9A20B2-FC9E-4946-94E7-BCBF49C096BE}"/>
              </a:ext>
            </a:extLst>
          </p:cNvPr>
          <p:cNvGraphicFramePr>
            <a:graphicFrameLocks noGrp="1"/>
          </p:cNvGraphicFramePr>
          <p:nvPr userDrawn="1">
            <p:extLst>
              <p:ext uri="{D42A27DB-BD31-4B8C-83A1-F6EECF244321}">
                <p14:modId xmlns:p14="http://schemas.microsoft.com/office/powerpoint/2010/main" val="3268675408"/>
              </p:ext>
            </p:extLst>
          </p:nvPr>
        </p:nvGraphicFramePr>
        <p:xfrm>
          <a:off x="1537561" y="1201123"/>
          <a:ext cx="8439879" cy="853440"/>
        </p:xfrm>
        <a:graphic>
          <a:graphicData uri="http://schemas.openxmlformats.org/drawingml/2006/table">
            <a:tbl>
              <a:tblPr firstRow="1" bandRow="1">
                <a:tableStyleId>{5940675A-B579-460E-94D1-54222C63F5DA}</a:tableStyleId>
              </a:tblPr>
              <a:tblGrid>
                <a:gridCol w="543652">
                  <a:extLst>
                    <a:ext uri="{9D8B030D-6E8A-4147-A177-3AD203B41FA5}">
                      <a16:colId xmlns:a16="http://schemas.microsoft.com/office/drawing/2014/main" val="336195525"/>
                    </a:ext>
                  </a:extLst>
                </a:gridCol>
                <a:gridCol w="609601">
                  <a:extLst>
                    <a:ext uri="{9D8B030D-6E8A-4147-A177-3AD203B41FA5}">
                      <a16:colId xmlns:a16="http://schemas.microsoft.com/office/drawing/2014/main" val="3701388552"/>
                    </a:ext>
                  </a:extLst>
                </a:gridCol>
                <a:gridCol w="3309938">
                  <a:extLst>
                    <a:ext uri="{9D8B030D-6E8A-4147-A177-3AD203B41FA5}">
                      <a16:colId xmlns:a16="http://schemas.microsoft.com/office/drawing/2014/main" val="339215266"/>
                    </a:ext>
                  </a:extLst>
                </a:gridCol>
                <a:gridCol w="681038">
                  <a:extLst>
                    <a:ext uri="{9D8B030D-6E8A-4147-A177-3AD203B41FA5}">
                      <a16:colId xmlns:a16="http://schemas.microsoft.com/office/drawing/2014/main" val="246205619"/>
                    </a:ext>
                  </a:extLst>
                </a:gridCol>
                <a:gridCol w="3295650">
                  <a:extLst>
                    <a:ext uri="{9D8B030D-6E8A-4147-A177-3AD203B41FA5}">
                      <a16:colId xmlns:a16="http://schemas.microsoft.com/office/drawing/2014/main" val="852871710"/>
                    </a:ext>
                  </a:extLst>
                </a:gridCol>
              </a:tblGrid>
              <a:tr h="0">
                <a:tc rowSpan="4">
                  <a:txBody>
                    <a:bodyPr/>
                    <a:lstStyle/>
                    <a:p>
                      <a:pPr algn="ctr" latinLnBrk="1"/>
                      <a:r>
                        <a:rPr lang="ko-KR" altLang="en-US" sz="800" dirty="0"/>
                        <a:t>검색</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r>
                        <a:rPr lang="ko-KR" altLang="en-US" sz="800" dirty="0"/>
                        <a:t>상품명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v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r>
                        <a:rPr lang="ko-KR" altLang="en-US" sz="800" dirty="0"/>
                        <a:t>상품분류</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944867"/>
                  </a:ext>
                </a:extLst>
              </a:tr>
              <a:tr h="0">
                <a:tc v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r>
                        <a:rPr lang="ko-KR" altLang="en-US" sz="800" dirty="0"/>
                        <a:t>상품상태</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판매범위</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52891665"/>
                  </a:ext>
                </a:extLst>
              </a:tr>
              <a:tr h="0">
                <a:tc v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r>
                        <a:rPr lang="ko-KR" altLang="en-US" sz="800" dirty="0"/>
                        <a:t>날짜검색</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88622143"/>
                  </a:ext>
                </a:extLst>
              </a:tr>
            </a:tbl>
          </a:graphicData>
        </a:graphic>
      </p:graphicFrame>
      <p:sp>
        <p:nvSpPr>
          <p:cNvPr id="58" name="직사각형 57">
            <a:extLst>
              <a:ext uri="{FF2B5EF4-FFF2-40B4-BE49-F238E27FC236}">
                <a16:creationId xmlns:a16="http://schemas.microsoft.com/office/drawing/2014/main" id="{1E05CE19-8BDB-4607-B86B-127147C0EE83}"/>
              </a:ext>
            </a:extLst>
          </p:cNvPr>
          <p:cNvSpPr/>
          <p:nvPr userDrawn="1"/>
        </p:nvSpPr>
        <p:spPr>
          <a:xfrm>
            <a:off x="6009039" y="2140148"/>
            <a:ext cx="721249" cy="192328"/>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bg1"/>
                </a:solidFill>
              </a:rPr>
              <a:t>EXCEL</a:t>
            </a:r>
          </a:p>
        </p:txBody>
      </p:sp>
      <p:sp>
        <p:nvSpPr>
          <p:cNvPr id="59" name="직사각형 58">
            <a:extLst>
              <a:ext uri="{FF2B5EF4-FFF2-40B4-BE49-F238E27FC236}">
                <a16:creationId xmlns:a16="http://schemas.microsoft.com/office/drawing/2014/main" id="{10B88B37-48B8-45C4-81E0-5FF335AB7E82}"/>
              </a:ext>
            </a:extLst>
          </p:cNvPr>
          <p:cNvSpPr/>
          <p:nvPr userDrawn="1"/>
        </p:nvSpPr>
        <p:spPr>
          <a:xfrm>
            <a:off x="6713364" y="1616344"/>
            <a:ext cx="2481770" cy="215444"/>
          </a:xfrm>
          <a:prstGeom prst="rect">
            <a:avLst/>
          </a:prstGeom>
        </p:spPr>
        <p:txBody>
          <a:bodyPr wrap="none">
            <a:spAutoFit/>
          </a:bodyPr>
          <a:lstStyle/>
          <a:p>
            <a:r>
              <a:rPr lang="ko-KR" altLang="en-US" sz="800" dirty="0">
                <a:solidFill>
                  <a:schemeClr val="tx1">
                    <a:lumMod val="50000"/>
                    <a:lumOff val="50000"/>
                  </a:schemeClr>
                </a:solidFill>
              </a:rPr>
              <a:t>●</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자사상품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공개상품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부분공개상품 </a:t>
            </a:r>
            <a:endParaRPr lang="en-US" altLang="ko-KR" sz="800" dirty="0">
              <a:solidFill>
                <a:schemeClr val="tx1">
                  <a:lumMod val="50000"/>
                  <a:lumOff val="50000"/>
                </a:schemeClr>
              </a:solidFill>
            </a:endParaRPr>
          </a:p>
        </p:txBody>
      </p:sp>
      <p:sp>
        <p:nvSpPr>
          <p:cNvPr id="60" name="직사각형 59">
            <a:extLst>
              <a:ext uri="{FF2B5EF4-FFF2-40B4-BE49-F238E27FC236}">
                <a16:creationId xmlns:a16="http://schemas.microsoft.com/office/drawing/2014/main" id="{9A2E8B75-000A-48CB-9399-1E9B9638CA95}"/>
              </a:ext>
            </a:extLst>
          </p:cNvPr>
          <p:cNvSpPr/>
          <p:nvPr userDrawn="1"/>
        </p:nvSpPr>
        <p:spPr>
          <a:xfrm>
            <a:off x="2714484" y="1622238"/>
            <a:ext cx="1997663" cy="215444"/>
          </a:xfrm>
          <a:prstGeom prst="rect">
            <a:avLst/>
          </a:prstGeom>
        </p:spPr>
        <p:txBody>
          <a:bodyPr wrap="none">
            <a:spAutoFit/>
          </a:bodyPr>
          <a:lstStyle/>
          <a:p>
            <a:r>
              <a:rPr lang="en-US" altLang="ko-KR" sz="800" dirty="0">
                <a:solidFill>
                  <a:schemeClr val="tx1">
                    <a:lumMod val="50000"/>
                    <a:lumOff val="50000"/>
                  </a:schemeClr>
                </a:solidFill>
              </a:rPr>
              <a:t>□ </a:t>
            </a:r>
            <a:r>
              <a:rPr lang="ko-KR" altLang="en-US" sz="800" dirty="0">
                <a:solidFill>
                  <a:schemeClr val="tx1">
                    <a:lumMod val="50000"/>
                    <a:lumOff val="50000"/>
                  </a:schemeClr>
                </a:solidFill>
              </a:rPr>
              <a:t>판매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중지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판매중지예고</a:t>
            </a:r>
            <a:endParaRPr lang="en-US" altLang="ko-KR" sz="800" dirty="0">
              <a:solidFill>
                <a:schemeClr val="tx1">
                  <a:lumMod val="50000"/>
                  <a:lumOff val="50000"/>
                </a:schemeClr>
              </a:solidFill>
            </a:endParaRPr>
          </a:p>
        </p:txBody>
      </p:sp>
      <p:sp>
        <p:nvSpPr>
          <p:cNvPr id="61" name="직사각형 60">
            <a:extLst>
              <a:ext uri="{FF2B5EF4-FFF2-40B4-BE49-F238E27FC236}">
                <a16:creationId xmlns:a16="http://schemas.microsoft.com/office/drawing/2014/main" id="{430EEDBF-06A9-479C-B3C8-EED9AD81FAB8}"/>
              </a:ext>
            </a:extLst>
          </p:cNvPr>
          <p:cNvSpPr/>
          <p:nvPr userDrawn="1"/>
        </p:nvSpPr>
        <p:spPr>
          <a:xfrm>
            <a:off x="4455772" y="1417466"/>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세분류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62" name="직사각형 61">
            <a:extLst>
              <a:ext uri="{FF2B5EF4-FFF2-40B4-BE49-F238E27FC236}">
                <a16:creationId xmlns:a16="http://schemas.microsoft.com/office/drawing/2014/main" id="{6D470B34-A314-429B-B75F-FE0586717B1B}"/>
              </a:ext>
            </a:extLst>
          </p:cNvPr>
          <p:cNvSpPr/>
          <p:nvPr userDrawn="1"/>
        </p:nvSpPr>
        <p:spPr>
          <a:xfrm>
            <a:off x="5212274" y="2140148"/>
            <a:ext cx="721249" cy="192328"/>
          </a:xfrm>
          <a:prstGeom prst="rect">
            <a:avLst/>
          </a:prstGeom>
          <a:solidFill>
            <a:schemeClr val="tx1">
              <a:lumMod val="50000"/>
              <a:lumOff val="50000"/>
            </a:schemeClr>
          </a:solidFill>
          <a:ln w="6350">
            <a:solidFill>
              <a:schemeClr val="tx1">
                <a:lumMod val="50000"/>
                <a:lumOff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초기화</a:t>
            </a:r>
            <a:endParaRPr lang="en-US" altLang="ko-KR" sz="800" dirty="0">
              <a:solidFill>
                <a:schemeClr val="bg1"/>
              </a:solidFill>
            </a:endParaRPr>
          </a:p>
        </p:txBody>
      </p:sp>
      <p:sp>
        <p:nvSpPr>
          <p:cNvPr id="63" name="직사각형 62">
            <a:extLst>
              <a:ext uri="{FF2B5EF4-FFF2-40B4-BE49-F238E27FC236}">
                <a16:creationId xmlns:a16="http://schemas.microsoft.com/office/drawing/2014/main" id="{91832852-539D-4133-B3E7-C456A7EF9F8C}"/>
              </a:ext>
            </a:extLst>
          </p:cNvPr>
          <p:cNvSpPr/>
          <p:nvPr userDrawn="1"/>
        </p:nvSpPr>
        <p:spPr>
          <a:xfrm>
            <a:off x="4415509" y="2144155"/>
            <a:ext cx="721249" cy="192328"/>
          </a:xfrm>
          <a:prstGeom prst="rect">
            <a:avLst/>
          </a:prstGeom>
          <a:solidFill>
            <a:schemeClr val="accent5">
              <a:lumMod val="75000"/>
            </a:schemeClr>
          </a:solidFill>
          <a:ln w="6350">
            <a:solidFill>
              <a:schemeClr val="accent5">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64" name="TextBox 63">
            <a:extLst>
              <a:ext uri="{FF2B5EF4-FFF2-40B4-BE49-F238E27FC236}">
                <a16:creationId xmlns:a16="http://schemas.microsoft.com/office/drawing/2014/main" id="{0A556276-34A3-4070-9EA4-39B860B10918}"/>
              </a:ext>
            </a:extLst>
          </p:cNvPr>
          <p:cNvSpPr txBox="1"/>
          <p:nvPr userDrawn="1"/>
        </p:nvSpPr>
        <p:spPr>
          <a:xfrm>
            <a:off x="1469294" y="914433"/>
            <a:ext cx="1459054" cy="230832"/>
          </a:xfrm>
          <a:prstGeom prst="rect">
            <a:avLst/>
          </a:prstGeom>
          <a:noFill/>
        </p:spPr>
        <p:txBody>
          <a:bodyPr wrap="none" rtlCol="0">
            <a:spAutoFit/>
          </a:bodyPr>
          <a:lstStyle/>
          <a:p>
            <a:r>
              <a:rPr lang="ko-KR" altLang="en-US" sz="900" b="1" dirty="0"/>
              <a:t>○ 갤러리 </a:t>
            </a:r>
            <a:r>
              <a:rPr lang="ko-KR" altLang="en-US" sz="900" b="1" dirty="0" err="1"/>
              <a:t>검색창</a:t>
            </a:r>
            <a:r>
              <a:rPr lang="ko-KR" altLang="en-US" sz="900" b="1" dirty="0"/>
              <a:t> 타이틀</a:t>
            </a:r>
          </a:p>
        </p:txBody>
      </p:sp>
      <p:sp>
        <p:nvSpPr>
          <p:cNvPr id="65" name="직사각형 64">
            <a:extLst>
              <a:ext uri="{FF2B5EF4-FFF2-40B4-BE49-F238E27FC236}">
                <a16:creationId xmlns:a16="http://schemas.microsoft.com/office/drawing/2014/main" id="{A124038E-2304-4269-9E20-926F3511F748}"/>
              </a:ext>
            </a:extLst>
          </p:cNvPr>
          <p:cNvSpPr/>
          <p:nvPr userDrawn="1"/>
        </p:nvSpPr>
        <p:spPr>
          <a:xfrm>
            <a:off x="9294761" y="2874986"/>
            <a:ext cx="721249" cy="192328"/>
          </a:xfrm>
          <a:prstGeom prst="rect">
            <a:avLst/>
          </a:prstGeom>
          <a:solidFill>
            <a:schemeClr val="accent5">
              <a:lumMod val="75000"/>
            </a:schemeClr>
          </a:solidFill>
          <a:ln w="6350">
            <a:solidFill>
              <a:schemeClr val="accent5">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등록</a:t>
            </a:r>
            <a:endParaRPr lang="en-US" altLang="ko-KR" sz="800" dirty="0">
              <a:solidFill>
                <a:schemeClr val="bg1"/>
              </a:solidFill>
            </a:endParaRPr>
          </a:p>
        </p:txBody>
      </p:sp>
      <p:sp>
        <p:nvSpPr>
          <p:cNvPr id="66" name="TextBox 65">
            <a:extLst>
              <a:ext uri="{FF2B5EF4-FFF2-40B4-BE49-F238E27FC236}">
                <a16:creationId xmlns:a16="http://schemas.microsoft.com/office/drawing/2014/main" id="{678A918F-C33E-4ABB-A043-67D79802AF42}"/>
              </a:ext>
            </a:extLst>
          </p:cNvPr>
          <p:cNvSpPr txBox="1"/>
          <p:nvPr userDrawn="1"/>
        </p:nvSpPr>
        <p:spPr>
          <a:xfrm>
            <a:off x="1469294" y="2888809"/>
            <a:ext cx="1072730" cy="215444"/>
          </a:xfrm>
          <a:prstGeom prst="rect">
            <a:avLst/>
          </a:prstGeom>
          <a:noFill/>
        </p:spPr>
        <p:txBody>
          <a:bodyPr wrap="none" rtlCol="0">
            <a:spAutoFit/>
          </a:bodyPr>
          <a:lstStyle/>
          <a:p>
            <a:r>
              <a:rPr lang="ko-KR" altLang="en-US" sz="800" b="1" dirty="0"/>
              <a:t>◎ 총 </a:t>
            </a:r>
            <a:r>
              <a:rPr lang="en-US" altLang="ko-KR" sz="800" b="1" dirty="0"/>
              <a:t>1,223,443 </a:t>
            </a:r>
            <a:r>
              <a:rPr lang="ko-KR" altLang="en-US" sz="800" b="1" dirty="0"/>
              <a:t>개</a:t>
            </a:r>
          </a:p>
        </p:txBody>
      </p:sp>
      <p:sp>
        <p:nvSpPr>
          <p:cNvPr id="67" name="직사각형 66">
            <a:extLst>
              <a:ext uri="{FF2B5EF4-FFF2-40B4-BE49-F238E27FC236}">
                <a16:creationId xmlns:a16="http://schemas.microsoft.com/office/drawing/2014/main" id="{EF98C3CF-A0F5-4FAE-A027-B78331F318FB}"/>
              </a:ext>
            </a:extLst>
          </p:cNvPr>
          <p:cNvSpPr/>
          <p:nvPr userDrawn="1"/>
        </p:nvSpPr>
        <p:spPr>
          <a:xfrm>
            <a:off x="2797158" y="1882972"/>
            <a:ext cx="792089"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68" name="직사각형 67">
            <a:extLst>
              <a:ext uri="{FF2B5EF4-FFF2-40B4-BE49-F238E27FC236}">
                <a16:creationId xmlns:a16="http://schemas.microsoft.com/office/drawing/2014/main" id="{F960CBC4-DA75-4AC6-90E0-6AA13ADF3AD5}"/>
              </a:ext>
            </a:extLst>
          </p:cNvPr>
          <p:cNvSpPr/>
          <p:nvPr userDrawn="1"/>
        </p:nvSpPr>
        <p:spPr>
          <a:xfrm>
            <a:off x="3904470" y="1882972"/>
            <a:ext cx="654027"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시 선택▼</a:t>
            </a:r>
            <a:endParaRPr lang="en-US" altLang="ko-KR" sz="800" dirty="0">
              <a:solidFill>
                <a:schemeClr val="tx1">
                  <a:lumMod val="50000"/>
                  <a:lumOff val="50000"/>
                </a:schemeClr>
              </a:solidFill>
            </a:endParaRPr>
          </a:p>
        </p:txBody>
      </p:sp>
      <p:sp>
        <p:nvSpPr>
          <p:cNvPr id="69" name="TextBox 68">
            <a:extLst>
              <a:ext uri="{FF2B5EF4-FFF2-40B4-BE49-F238E27FC236}">
                <a16:creationId xmlns:a16="http://schemas.microsoft.com/office/drawing/2014/main" id="{3A658534-7879-4304-BCC8-A90886D1938C}"/>
              </a:ext>
            </a:extLst>
          </p:cNvPr>
          <p:cNvSpPr txBox="1"/>
          <p:nvPr userDrawn="1"/>
        </p:nvSpPr>
        <p:spPr>
          <a:xfrm>
            <a:off x="4534020" y="1826074"/>
            <a:ext cx="264816" cy="230832"/>
          </a:xfrm>
          <a:prstGeom prst="rect">
            <a:avLst/>
          </a:prstGeom>
          <a:noFill/>
        </p:spPr>
        <p:txBody>
          <a:bodyPr wrap="none" rtlCol="0">
            <a:spAutoFit/>
          </a:bodyPr>
          <a:lstStyle/>
          <a:p>
            <a:r>
              <a:rPr lang="en-US" altLang="ko-KR" sz="900" dirty="0"/>
              <a:t>~</a:t>
            </a:r>
            <a:endParaRPr lang="ko-KR" altLang="en-US" sz="900" dirty="0"/>
          </a:p>
        </p:txBody>
      </p:sp>
      <p:sp>
        <p:nvSpPr>
          <p:cNvPr id="70" name="직사각형 69">
            <a:extLst>
              <a:ext uri="{FF2B5EF4-FFF2-40B4-BE49-F238E27FC236}">
                <a16:creationId xmlns:a16="http://schemas.microsoft.com/office/drawing/2014/main" id="{A036DE41-4AAB-45C7-B803-0E134F5D0090}"/>
              </a:ext>
            </a:extLst>
          </p:cNvPr>
          <p:cNvSpPr/>
          <p:nvPr userDrawn="1"/>
        </p:nvSpPr>
        <p:spPr>
          <a:xfrm>
            <a:off x="4792002" y="1882972"/>
            <a:ext cx="792089"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71" name="직사각형 70">
            <a:extLst>
              <a:ext uri="{FF2B5EF4-FFF2-40B4-BE49-F238E27FC236}">
                <a16:creationId xmlns:a16="http://schemas.microsoft.com/office/drawing/2014/main" id="{5B50F6D9-9506-4FFF-A824-2D6E85CB191E}"/>
              </a:ext>
            </a:extLst>
          </p:cNvPr>
          <p:cNvSpPr/>
          <p:nvPr userDrawn="1"/>
        </p:nvSpPr>
        <p:spPr>
          <a:xfrm>
            <a:off x="5899314" y="1882972"/>
            <a:ext cx="654027"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시 선택▼</a:t>
            </a:r>
            <a:endParaRPr lang="en-US" altLang="ko-KR" sz="800" dirty="0">
              <a:solidFill>
                <a:schemeClr val="tx1">
                  <a:lumMod val="50000"/>
                  <a:lumOff val="50000"/>
                </a:schemeClr>
              </a:solidFill>
            </a:endParaRPr>
          </a:p>
        </p:txBody>
      </p:sp>
      <p:pic>
        <p:nvPicPr>
          <p:cNvPr id="72" name="그림 71">
            <a:extLst>
              <a:ext uri="{FF2B5EF4-FFF2-40B4-BE49-F238E27FC236}">
                <a16:creationId xmlns:a16="http://schemas.microsoft.com/office/drawing/2014/main" id="{F6D95801-0E5C-4B25-A81E-3DC270AC809D}"/>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3633702" y="1861863"/>
            <a:ext cx="163130" cy="168846"/>
          </a:xfrm>
          <a:prstGeom prst="rect">
            <a:avLst/>
          </a:prstGeom>
          <a:ln w="6350">
            <a:noFill/>
          </a:ln>
        </p:spPr>
      </p:pic>
      <p:pic>
        <p:nvPicPr>
          <p:cNvPr id="73" name="그림 72">
            <a:extLst>
              <a:ext uri="{FF2B5EF4-FFF2-40B4-BE49-F238E27FC236}">
                <a16:creationId xmlns:a16="http://schemas.microsoft.com/office/drawing/2014/main" id="{2787D3B8-C520-4BC7-9891-566ECE9EC8D5}"/>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5631126" y="1855382"/>
            <a:ext cx="163130" cy="168846"/>
          </a:xfrm>
          <a:prstGeom prst="rect">
            <a:avLst/>
          </a:prstGeom>
          <a:ln w="6350">
            <a:noFill/>
          </a:ln>
        </p:spPr>
      </p:pic>
      <p:cxnSp>
        <p:nvCxnSpPr>
          <p:cNvPr id="74" name="직선 연결선 73">
            <a:extLst>
              <a:ext uri="{FF2B5EF4-FFF2-40B4-BE49-F238E27FC236}">
                <a16:creationId xmlns:a16="http://schemas.microsoft.com/office/drawing/2014/main" id="{38D7B825-D293-426F-A52A-A027BA7C5B1F}"/>
              </a:ext>
            </a:extLst>
          </p:cNvPr>
          <p:cNvCxnSpPr>
            <a:cxnSpLocks/>
          </p:cNvCxnSpPr>
          <p:nvPr userDrawn="1"/>
        </p:nvCxnSpPr>
        <p:spPr>
          <a:xfrm>
            <a:off x="1544403" y="3177540"/>
            <a:ext cx="843303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5" name="직사각형 74">
            <a:extLst>
              <a:ext uri="{FF2B5EF4-FFF2-40B4-BE49-F238E27FC236}">
                <a16:creationId xmlns:a16="http://schemas.microsoft.com/office/drawing/2014/main" id="{5B627CBE-EB64-4F37-A105-37EE309D5622}"/>
              </a:ext>
            </a:extLst>
          </p:cNvPr>
          <p:cNvSpPr/>
          <p:nvPr userDrawn="1"/>
        </p:nvSpPr>
        <p:spPr>
          <a:xfrm>
            <a:off x="1544403" y="3368040"/>
            <a:ext cx="1304990" cy="100704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6" name="직사각형 75">
            <a:extLst>
              <a:ext uri="{FF2B5EF4-FFF2-40B4-BE49-F238E27FC236}">
                <a16:creationId xmlns:a16="http://schemas.microsoft.com/office/drawing/2014/main" id="{A72342F4-67D1-44C1-BFF1-CA2C5FDD7EAE}"/>
              </a:ext>
            </a:extLst>
          </p:cNvPr>
          <p:cNvSpPr/>
          <p:nvPr userDrawn="1"/>
        </p:nvSpPr>
        <p:spPr>
          <a:xfrm>
            <a:off x="1544403" y="4375082"/>
            <a:ext cx="1304990" cy="190499"/>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7" name="그룹 76">
            <a:extLst>
              <a:ext uri="{FF2B5EF4-FFF2-40B4-BE49-F238E27FC236}">
                <a16:creationId xmlns:a16="http://schemas.microsoft.com/office/drawing/2014/main" id="{28772FD0-EE13-4EA4-809B-350A6665E461}"/>
              </a:ext>
            </a:extLst>
          </p:cNvPr>
          <p:cNvGrpSpPr/>
          <p:nvPr userDrawn="1"/>
        </p:nvGrpSpPr>
        <p:grpSpPr>
          <a:xfrm>
            <a:off x="1566860" y="3389839"/>
            <a:ext cx="1258718" cy="969108"/>
            <a:chOff x="2843808" y="1955121"/>
            <a:chExt cx="1674813" cy="596970"/>
          </a:xfrm>
        </p:grpSpPr>
        <p:sp>
          <p:nvSpPr>
            <p:cNvPr id="78" name="Border">
              <a:extLst>
                <a:ext uri="{FF2B5EF4-FFF2-40B4-BE49-F238E27FC236}">
                  <a16:creationId xmlns:a16="http://schemas.microsoft.com/office/drawing/2014/main" id="{764194B9-36D7-46CC-BA21-407DD3C11389}"/>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9" name="Line 2">
              <a:extLst>
                <a:ext uri="{FF2B5EF4-FFF2-40B4-BE49-F238E27FC236}">
                  <a16:creationId xmlns:a16="http://schemas.microsoft.com/office/drawing/2014/main" id="{D59230C3-5D5D-4406-B219-C33D8208416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0" name="Line 1">
              <a:extLst>
                <a:ext uri="{FF2B5EF4-FFF2-40B4-BE49-F238E27FC236}">
                  <a16:creationId xmlns:a16="http://schemas.microsoft.com/office/drawing/2014/main" id="{13226E35-DA97-42B2-8385-003755288B40}"/>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1" name="TextBox 80">
              <a:extLst>
                <a:ext uri="{FF2B5EF4-FFF2-40B4-BE49-F238E27FC236}">
                  <a16:creationId xmlns:a16="http://schemas.microsoft.com/office/drawing/2014/main" id="{85255715-BEB3-4789-96E3-EDFE9DACF3ED}"/>
                </a:ext>
              </a:extLst>
            </p:cNvPr>
            <p:cNvSpPr txBox="1"/>
            <p:nvPr/>
          </p:nvSpPr>
          <p:spPr>
            <a:xfrm>
              <a:off x="3378847" y="2188584"/>
              <a:ext cx="657873" cy="132713"/>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82" name="직사각형 81">
            <a:extLst>
              <a:ext uri="{FF2B5EF4-FFF2-40B4-BE49-F238E27FC236}">
                <a16:creationId xmlns:a16="http://schemas.microsoft.com/office/drawing/2014/main" id="{56636F82-A5FE-47F1-8235-19166FE1173D}"/>
              </a:ext>
            </a:extLst>
          </p:cNvPr>
          <p:cNvSpPr/>
          <p:nvPr userDrawn="1"/>
        </p:nvSpPr>
        <p:spPr>
          <a:xfrm>
            <a:off x="1520413" y="4371318"/>
            <a:ext cx="1378586" cy="215444"/>
          </a:xfrm>
          <a:prstGeom prst="rect">
            <a:avLst/>
          </a:prstGeom>
        </p:spPr>
        <p:txBody>
          <a:bodyPr wrap="square">
            <a:spAutoFit/>
          </a:bodyPr>
          <a:lstStyle/>
          <a:p>
            <a:r>
              <a:rPr lang="ko-KR" altLang="en-US" sz="800" b="1" dirty="0"/>
              <a:t>제목 </a:t>
            </a:r>
            <a:r>
              <a:rPr lang="en-US" altLang="ko-KR" sz="800" b="1" dirty="0"/>
              <a:t>Title 0123445455…</a:t>
            </a:r>
            <a:endParaRPr lang="ko-KR" altLang="en-US" sz="800" b="1" dirty="0"/>
          </a:p>
        </p:txBody>
      </p:sp>
      <p:sp>
        <p:nvSpPr>
          <p:cNvPr id="83" name="직사각형 82">
            <a:extLst>
              <a:ext uri="{FF2B5EF4-FFF2-40B4-BE49-F238E27FC236}">
                <a16:creationId xmlns:a16="http://schemas.microsoft.com/office/drawing/2014/main" id="{F746DE1A-E9D1-4C8C-B7B1-7E5FF47871D2}"/>
              </a:ext>
            </a:extLst>
          </p:cNvPr>
          <p:cNvSpPr/>
          <p:nvPr userDrawn="1"/>
        </p:nvSpPr>
        <p:spPr>
          <a:xfrm>
            <a:off x="2296737" y="4585320"/>
            <a:ext cx="656050" cy="215444"/>
          </a:xfrm>
          <a:prstGeom prst="rect">
            <a:avLst/>
          </a:prstGeom>
        </p:spPr>
        <p:txBody>
          <a:bodyPr wrap="square">
            <a:spAutoFit/>
          </a:bodyPr>
          <a:lstStyle/>
          <a:p>
            <a:r>
              <a:rPr lang="en-US" altLang="ko-KR" sz="800" b="0" i="1" dirty="0"/>
              <a:t>25-08-30</a:t>
            </a:r>
            <a:endParaRPr lang="ko-KR" altLang="en-US" sz="800" b="0" i="1" dirty="0"/>
          </a:p>
        </p:txBody>
      </p:sp>
      <p:sp>
        <p:nvSpPr>
          <p:cNvPr id="84" name="직사각형 83">
            <a:extLst>
              <a:ext uri="{FF2B5EF4-FFF2-40B4-BE49-F238E27FC236}">
                <a16:creationId xmlns:a16="http://schemas.microsoft.com/office/drawing/2014/main" id="{F316528E-09B5-4A98-AD21-323D78AE53F3}"/>
              </a:ext>
            </a:extLst>
          </p:cNvPr>
          <p:cNvSpPr/>
          <p:nvPr userDrawn="1"/>
        </p:nvSpPr>
        <p:spPr>
          <a:xfrm>
            <a:off x="1544403" y="4854335"/>
            <a:ext cx="388737"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85" name="직사각형 84">
            <a:extLst>
              <a:ext uri="{FF2B5EF4-FFF2-40B4-BE49-F238E27FC236}">
                <a16:creationId xmlns:a16="http://schemas.microsoft.com/office/drawing/2014/main" id="{DEC3673F-3317-4CAC-872B-3329F3D75BA7}"/>
              </a:ext>
            </a:extLst>
          </p:cNvPr>
          <p:cNvSpPr/>
          <p:nvPr userDrawn="1"/>
        </p:nvSpPr>
        <p:spPr>
          <a:xfrm>
            <a:off x="2003902" y="4854335"/>
            <a:ext cx="388737"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86" name="직사각형 85">
            <a:extLst>
              <a:ext uri="{FF2B5EF4-FFF2-40B4-BE49-F238E27FC236}">
                <a16:creationId xmlns:a16="http://schemas.microsoft.com/office/drawing/2014/main" id="{8320A9E6-4EB2-4658-B135-F47E054A9BF8}"/>
              </a:ext>
            </a:extLst>
          </p:cNvPr>
          <p:cNvSpPr/>
          <p:nvPr userDrawn="1"/>
        </p:nvSpPr>
        <p:spPr>
          <a:xfrm>
            <a:off x="2463401" y="4854335"/>
            <a:ext cx="388737"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87" name="직사각형 86">
            <a:extLst>
              <a:ext uri="{FF2B5EF4-FFF2-40B4-BE49-F238E27FC236}">
                <a16:creationId xmlns:a16="http://schemas.microsoft.com/office/drawing/2014/main" id="{83C44A53-4CD2-40EC-96BB-DB88D6ABDD43}"/>
              </a:ext>
            </a:extLst>
          </p:cNvPr>
          <p:cNvSpPr/>
          <p:nvPr userDrawn="1"/>
        </p:nvSpPr>
        <p:spPr>
          <a:xfrm>
            <a:off x="3336085" y="3369979"/>
            <a:ext cx="1304990" cy="100704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8" name="직사각형 87">
            <a:extLst>
              <a:ext uri="{FF2B5EF4-FFF2-40B4-BE49-F238E27FC236}">
                <a16:creationId xmlns:a16="http://schemas.microsoft.com/office/drawing/2014/main" id="{F329A754-46A6-4A49-A397-1FC7B0E81B88}"/>
              </a:ext>
            </a:extLst>
          </p:cNvPr>
          <p:cNvSpPr/>
          <p:nvPr userDrawn="1"/>
        </p:nvSpPr>
        <p:spPr>
          <a:xfrm>
            <a:off x="3336085" y="4377021"/>
            <a:ext cx="1304990" cy="190499"/>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9" name="그룹 88">
            <a:extLst>
              <a:ext uri="{FF2B5EF4-FFF2-40B4-BE49-F238E27FC236}">
                <a16:creationId xmlns:a16="http://schemas.microsoft.com/office/drawing/2014/main" id="{ADA7456C-A2FB-4CFE-97FC-C794385286B5}"/>
              </a:ext>
            </a:extLst>
          </p:cNvPr>
          <p:cNvGrpSpPr/>
          <p:nvPr userDrawn="1"/>
        </p:nvGrpSpPr>
        <p:grpSpPr>
          <a:xfrm>
            <a:off x="3358542" y="3391778"/>
            <a:ext cx="1258718" cy="969108"/>
            <a:chOff x="2843808" y="1955121"/>
            <a:chExt cx="1674813" cy="596970"/>
          </a:xfrm>
        </p:grpSpPr>
        <p:sp>
          <p:nvSpPr>
            <p:cNvPr id="90" name="Border">
              <a:extLst>
                <a:ext uri="{FF2B5EF4-FFF2-40B4-BE49-F238E27FC236}">
                  <a16:creationId xmlns:a16="http://schemas.microsoft.com/office/drawing/2014/main" id="{F3ABFD5D-2397-467D-83A4-2B08BB96AA6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1" name="Line 2">
              <a:extLst>
                <a:ext uri="{FF2B5EF4-FFF2-40B4-BE49-F238E27FC236}">
                  <a16:creationId xmlns:a16="http://schemas.microsoft.com/office/drawing/2014/main" id="{65427955-0575-4592-BFEE-35AABC5745CD}"/>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2" name="Line 1">
              <a:extLst>
                <a:ext uri="{FF2B5EF4-FFF2-40B4-BE49-F238E27FC236}">
                  <a16:creationId xmlns:a16="http://schemas.microsoft.com/office/drawing/2014/main" id="{B00A00DE-1420-495D-822B-A4FC254DBC3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3" name="TextBox 92">
              <a:extLst>
                <a:ext uri="{FF2B5EF4-FFF2-40B4-BE49-F238E27FC236}">
                  <a16:creationId xmlns:a16="http://schemas.microsoft.com/office/drawing/2014/main" id="{034F6FA8-5C9E-4D8F-A5BB-09C70870D5D6}"/>
                </a:ext>
              </a:extLst>
            </p:cNvPr>
            <p:cNvSpPr txBox="1"/>
            <p:nvPr/>
          </p:nvSpPr>
          <p:spPr>
            <a:xfrm>
              <a:off x="3378847" y="2188584"/>
              <a:ext cx="657873" cy="132713"/>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94" name="직사각형 93">
            <a:extLst>
              <a:ext uri="{FF2B5EF4-FFF2-40B4-BE49-F238E27FC236}">
                <a16:creationId xmlns:a16="http://schemas.microsoft.com/office/drawing/2014/main" id="{436D109D-2229-4A1F-82B0-44FAB7FF40C6}"/>
              </a:ext>
            </a:extLst>
          </p:cNvPr>
          <p:cNvSpPr/>
          <p:nvPr userDrawn="1"/>
        </p:nvSpPr>
        <p:spPr>
          <a:xfrm>
            <a:off x="3312095" y="4373257"/>
            <a:ext cx="1378586" cy="215444"/>
          </a:xfrm>
          <a:prstGeom prst="rect">
            <a:avLst/>
          </a:prstGeom>
        </p:spPr>
        <p:txBody>
          <a:bodyPr wrap="square">
            <a:spAutoFit/>
          </a:bodyPr>
          <a:lstStyle/>
          <a:p>
            <a:r>
              <a:rPr lang="ko-KR" altLang="en-US" sz="800" b="1" dirty="0"/>
              <a:t>제목 </a:t>
            </a:r>
            <a:r>
              <a:rPr lang="en-US" altLang="ko-KR" sz="800" b="1" dirty="0"/>
              <a:t>Title 0123445455…</a:t>
            </a:r>
            <a:endParaRPr lang="ko-KR" altLang="en-US" sz="800" b="1" dirty="0"/>
          </a:p>
        </p:txBody>
      </p:sp>
      <p:sp>
        <p:nvSpPr>
          <p:cNvPr id="95" name="직사각형 94">
            <a:extLst>
              <a:ext uri="{FF2B5EF4-FFF2-40B4-BE49-F238E27FC236}">
                <a16:creationId xmlns:a16="http://schemas.microsoft.com/office/drawing/2014/main" id="{2FE64279-842C-4048-B101-9DD4AA8F3D5B}"/>
              </a:ext>
            </a:extLst>
          </p:cNvPr>
          <p:cNvSpPr/>
          <p:nvPr userDrawn="1"/>
        </p:nvSpPr>
        <p:spPr>
          <a:xfrm>
            <a:off x="4088419" y="4587259"/>
            <a:ext cx="656050" cy="215444"/>
          </a:xfrm>
          <a:prstGeom prst="rect">
            <a:avLst/>
          </a:prstGeom>
        </p:spPr>
        <p:txBody>
          <a:bodyPr wrap="square">
            <a:spAutoFit/>
          </a:bodyPr>
          <a:lstStyle/>
          <a:p>
            <a:r>
              <a:rPr lang="en-US" altLang="ko-KR" sz="800" b="0" i="1" dirty="0"/>
              <a:t>25-08-30</a:t>
            </a:r>
            <a:endParaRPr lang="ko-KR" altLang="en-US" sz="800" b="0" i="1" dirty="0"/>
          </a:p>
        </p:txBody>
      </p:sp>
      <p:sp>
        <p:nvSpPr>
          <p:cNvPr id="96" name="직사각형 95">
            <a:extLst>
              <a:ext uri="{FF2B5EF4-FFF2-40B4-BE49-F238E27FC236}">
                <a16:creationId xmlns:a16="http://schemas.microsoft.com/office/drawing/2014/main" id="{47AA9494-E917-44FD-8CD8-B28D29BCB066}"/>
              </a:ext>
            </a:extLst>
          </p:cNvPr>
          <p:cNvSpPr/>
          <p:nvPr userDrawn="1"/>
        </p:nvSpPr>
        <p:spPr>
          <a:xfrm>
            <a:off x="3336085" y="4856274"/>
            <a:ext cx="388737"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97" name="직사각형 96">
            <a:extLst>
              <a:ext uri="{FF2B5EF4-FFF2-40B4-BE49-F238E27FC236}">
                <a16:creationId xmlns:a16="http://schemas.microsoft.com/office/drawing/2014/main" id="{7D9AF705-1CBC-487D-8102-55B65C27A943}"/>
              </a:ext>
            </a:extLst>
          </p:cNvPr>
          <p:cNvSpPr/>
          <p:nvPr userDrawn="1"/>
        </p:nvSpPr>
        <p:spPr>
          <a:xfrm>
            <a:off x="3795584" y="4856274"/>
            <a:ext cx="388737"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98" name="직사각형 97">
            <a:extLst>
              <a:ext uri="{FF2B5EF4-FFF2-40B4-BE49-F238E27FC236}">
                <a16:creationId xmlns:a16="http://schemas.microsoft.com/office/drawing/2014/main" id="{DB75F17F-81E8-4700-8B9E-17755481AD6C}"/>
              </a:ext>
            </a:extLst>
          </p:cNvPr>
          <p:cNvSpPr/>
          <p:nvPr userDrawn="1"/>
        </p:nvSpPr>
        <p:spPr>
          <a:xfrm>
            <a:off x="4255083" y="4856274"/>
            <a:ext cx="388737"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99" name="직사각형 98">
            <a:extLst>
              <a:ext uri="{FF2B5EF4-FFF2-40B4-BE49-F238E27FC236}">
                <a16:creationId xmlns:a16="http://schemas.microsoft.com/office/drawing/2014/main" id="{8FB1BACB-D879-49D2-96F0-8972CDE33F2E}"/>
              </a:ext>
            </a:extLst>
          </p:cNvPr>
          <p:cNvSpPr/>
          <p:nvPr userDrawn="1"/>
        </p:nvSpPr>
        <p:spPr>
          <a:xfrm>
            <a:off x="5081030" y="3369039"/>
            <a:ext cx="1304990" cy="100704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0" name="직사각형 99">
            <a:extLst>
              <a:ext uri="{FF2B5EF4-FFF2-40B4-BE49-F238E27FC236}">
                <a16:creationId xmlns:a16="http://schemas.microsoft.com/office/drawing/2014/main" id="{49D6BBFD-08EC-405D-8C8D-98D42BF22AB6}"/>
              </a:ext>
            </a:extLst>
          </p:cNvPr>
          <p:cNvSpPr/>
          <p:nvPr userDrawn="1"/>
        </p:nvSpPr>
        <p:spPr>
          <a:xfrm>
            <a:off x="5081030" y="4376081"/>
            <a:ext cx="1304990" cy="190499"/>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1" name="그룹 100">
            <a:extLst>
              <a:ext uri="{FF2B5EF4-FFF2-40B4-BE49-F238E27FC236}">
                <a16:creationId xmlns:a16="http://schemas.microsoft.com/office/drawing/2014/main" id="{1E33CBAD-B174-4F0C-9C3D-B6BBBCC2A54A}"/>
              </a:ext>
            </a:extLst>
          </p:cNvPr>
          <p:cNvGrpSpPr/>
          <p:nvPr userDrawn="1"/>
        </p:nvGrpSpPr>
        <p:grpSpPr>
          <a:xfrm>
            <a:off x="5103487" y="3390838"/>
            <a:ext cx="1258718" cy="969108"/>
            <a:chOff x="2843808" y="1955121"/>
            <a:chExt cx="1674813" cy="596970"/>
          </a:xfrm>
        </p:grpSpPr>
        <p:sp>
          <p:nvSpPr>
            <p:cNvPr id="102" name="Border">
              <a:extLst>
                <a:ext uri="{FF2B5EF4-FFF2-40B4-BE49-F238E27FC236}">
                  <a16:creationId xmlns:a16="http://schemas.microsoft.com/office/drawing/2014/main" id="{871DEE7B-D095-4EBF-AF04-00C5546D208D}"/>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3" name="Line 2">
              <a:extLst>
                <a:ext uri="{FF2B5EF4-FFF2-40B4-BE49-F238E27FC236}">
                  <a16:creationId xmlns:a16="http://schemas.microsoft.com/office/drawing/2014/main" id="{37AFFC5D-EB22-49EA-9883-599ACC4458C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4" name="Line 1">
              <a:extLst>
                <a:ext uri="{FF2B5EF4-FFF2-40B4-BE49-F238E27FC236}">
                  <a16:creationId xmlns:a16="http://schemas.microsoft.com/office/drawing/2014/main" id="{CFA5F23C-590F-4A3C-B978-F2F87F0D277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5" name="TextBox 104">
              <a:extLst>
                <a:ext uri="{FF2B5EF4-FFF2-40B4-BE49-F238E27FC236}">
                  <a16:creationId xmlns:a16="http://schemas.microsoft.com/office/drawing/2014/main" id="{83E0F152-BD25-450C-B93C-B7FA50E72D65}"/>
                </a:ext>
              </a:extLst>
            </p:cNvPr>
            <p:cNvSpPr txBox="1"/>
            <p:nvPr/>
          </p:nvSpPr>
          <p:spPr>
            <a:xfrm>
              <a:off x="3378847" y="2188584"/>
              <a:ext cx="657873" cy="132713"/>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06" name="직사각형 105">
            <a:extLst>
              <a:ext uri="{FF2B5EF4-FFF2-40B4-BE49-F238E27FC236}">
                <a16:creationId xmlns:a16="http://schemas.microsoft.com/office/drawing/2014/main" id="{A9FB2C01-FC80-44B1-8160-27BE2E8C1C84}"/>
              </a:ext>
            </a:extLst>
          </p:cNvPr>
          <p:cNvSpPr/>
          <p:nvPr userDrawn="1"/>
        </p:nvSpPr>
        <p:spPr>
          <a:xfrm>
            <a:off x="5057040" y="4372317"/>
            <a:ext cx="1378586" cy="215444"/>
          </a:xfrm>
          <a:prstGeom prst="rect">
            <a:avLst/>
          </a:prstGeom>
        </p:spPr>
        <p:txBody>
          <a:bodyPr wrap="square">
            <a:spAutoFit/>
          </a:bodyPr>
          <a:lstStyle/>
          <a:p>
            <a:r>
              <a:rPr lang="ko-KR" altLang="en-US" sz="800" b="1" dirty="0"/>
              <a:t>제목 </a:t>
            </a:r>
            <a:r>
              <a:rPr lang="en-US" altLang="ko-KR" sz="800" b="1" dirty="0"/>
              <a:t>Title 0123445455…</a:t>
            </a:r>
            <a:endParaRPr lang="ko-KR" altLang="en-US" sz="800" b="1" dirty="0"/>
          </a:p>
        </p:txBody>
      </p:sp>
      <p:sp>
        <p:nvSpPr>
          <p:cNvPr id="107" name="직사각형 106">
            <a:extLst>
              <a:ext uri="{FF2B5EF4-FFF2-40B4-BE49-F238E27FC236}">
                <a16:creationId xmlns:a16="http://schemas.microsoft.com/office/drawing/2014/main" id="{8EE45AA5-FB8B-476C-823E-48397363BE42}"/>
              </a:ext>
            </a:extLst>
          </p:cNvPr>
          <p:cNvSpPr/>
          <p:nvPr userDrawn="1"/>
        </p:nvSpPr>
        <p:spPr>
          <a:xfrm>
            <a:off x="5833364" y="4586319"/>
            <a:ext cx="656050" cy="215444"/>
          </a:xfrm>
          <a:prstGeom prst="rect">
            <a:avLst/>
          </a:prstGeom>
        </p:spPr>
        <p:txBody>
          <a:bodyPr wrap="square">
            <a:spAutoFit/>
          </a:bodyPr>
          <a:lstStyle/>
          <a:p>
            <a:r>
              <a:rPr lang="en-US" altLang="ko-KR" sz="800" b="0" i="1" dirty="0"/>
              <a:t>25-08-30</a:t>
            </a:r>
            <a:endParaRPr lang="ko-KR" altLang="en-US" sz="800" b="0" i="1" dirty="0"/>
          </a:p>
        </p:txBody>
      </p:sp>
      <p:sp>
        <p:nvSpPr>
          <p:cNvPr id="108" name="직사각형 107">
            <a:extLst>
              <a:ext uri="{FF2B5EF4-FFF2-40B4-BE49-F238E27FC236}">
                <a16:creationId xmlns:a16="http://schemas.microsoft.com/office/drawing/2014/main" id="{067E6018-3D33-4257-9EBD-1B9549AC8BEF}"/>
              </a:ext>
            </a:extLst>
          </p:cNvPr>
          <p:cNvSpPr/>
          <p:nvPr userDrawn="1"/>
        </p:nvSpPr>
        <p:spPr>
          <a:xfrm>
            <a:off x="5081030" y="4855334"/>
            <a:ext cx="388737"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109" name="직사각형 108">
            <a:extLst>
              <a:ext uri="{FF2B5EF4-FFF2-40B4-BE49-F238E27FC236}">
                <a16:creationId xmlns:a16="http://schemas.microsoft.com/office/drawing/2014/main" id="{66100E16-C315-48F0-9C84-668DFA8995BF}"/>
              </a:ext>
            </a:extLst>
          </p:cNvPr>
          <p:cNvSpPr/>
          <p:nvPr userDrawn="1"/>
        </p:nvSpPr>
        <p:spPr>
          <a:xfrm>
            <a:off x="5540529" y="4855334"/>
            <a:ext cx="388737"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110" name="직사각형 109">
            <a:extLst>
              <a:ext uri="{FF2B5EF4-FFF2-40B4-BE49-F238E27FC236}">
                <a16:creationId xmlns:a16="http://schemas.microsoft.com/office/drawing/2014/main" id="{246FAC88-68DF-4AF8-BDE8-BEADBCCEDA41}"/>
              </a:ext>
            </a:extLst>
          </p:cNvPr>
          <p:cNvSpPr/>
          <p:nvPr userDrawn="1"/>
        </p:nvSpPr>
        <p:spPr>
          <a:xfrm>
            <a:off x="6000028" y="4855334"/>
            <a:ext cx="388737"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111" name="직사각형 110">
            <a:extLst>
              <a:ext uri="{FF2B5EF4-FFF2-40B4-BE49-F238E27FC236}">
                <a16:creationId xmlns:a16="http://schemas.microsoft.com/office/drawing/2014/main" id="{4123ACED-7C97-4448-A635-68C585F5B435}"/>
              </a:ext>
            </a:extLst>
          </p:cNvPr>
          <p:cNvSpPr/>
          <p:nvPr userDrawn="1"/>
        </p:nvSpPr>
        <p:spPr>
          <a:xfrm>
            <a:off x="6887606" y="3364276"/>
            <a:ext cx="1304990" cy="100704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2" name="직사각형 111">
            <a:extLst>
              <a:ext uri="{FF2B5EF4-FFF2-40B4-BE49-F238E27FC236}">
                <a16:creationId xmlns:a16="http://schemas.microsoft.com/office/drawing/2014/main" id="{53093E49-F290-4161-AD72-71D113FFCE31}"/>
              </a:ext>
            </a:extLst>
          </p:cNvPr>
          <p:cNvSpPr/>
          <p:nvPr userDrawn="1"/>
        </p:nvSpPr>
        <p:spPr>
          <a:xfrm>
            <a:off x="6887606" y="4371318"/>
            <a:ext cx="1304990" cy="190499"/>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3" name="그룹 112">
            <a:extLst>
              <a:ext uri="{FF2B5EF4-FFF2-40B4-BE49-F238E27FC236}">
                <a16:creationId xmlns:a16="http://schemas.microsoft.com/office/drawing/2014/main" id="{362B9C33-3450-4C82-8924-965D3652B367}"/>
              </a:ext>
            </a:extLst>
          </p:cNvPr>
          <p:cNvGrpSpPr/>
          <p:nvPr userDrawn="1"/>
        </p:nvGrpSpPr>
        <p:grpSpPr>
          <a:xfrm>
            <a:off x="6910063" y="3386075"/>
            <a:ext cx="1258718" cy="969108"/>
            <a:chOff x="2843808" y="1955121"/>
            <a:chExt cx="1674813" cy="596970"/>
          </a:xfrm>
        </p:grpSpPr>
        <p:sp>
          <p:nvSpPr>
            <p:cNvPr id="114" name="Border">
              <a:extLst>
                <a:ext uri="{FF2B5EF4-FFF2-40B4-BE49-F238E27FC236}">
                  <a16:creationId xmlns:a16="http://schemas.microsoft.com/office/drawing/2014/main" id="{E68161D1-84C7-4095-92B1-059E16565A9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5" name="Line 2">
              <a:extLst>
                <a:ext uri="{FF2B5EF4-FFF2-40B4-BE49-F238E27FC236}">
                  <a16:creationId xmlns:a16="http://schemas.microsoft.com/office/drawing/2014/main" id="{12C3F29E-1DEE-4D75-A11F-839719B619FB}"/>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6" name="Line 1">
              <a:extLst>
                <a:ext uri="{FF2B5EF4-FFF2-40B4-BE49-F238E27FC236}">
                  <a16:creationId xmlns:a16="http://schemas.microsoft.com/office/drawing/2014/main" id="{8541833B-6D99-4BA9-B614-21678B0DA2E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7" name="TextBox 116">
              <a:extLst>
                <a:ext uri="{FF2B5EF4-FFF2-40B4-BE49-F238E27FC236}">
                  <a16:creationId xmlns:a16="http://schemas.microsoft.com/office/drawing/2014/main" id="{D7CD63DC-38B4-4BBF-947C-B196CCDC0B8B}"/>
                </a:ext>
              </a:extLst>
            </p:cNvPr>
            <p:cNvSpPr txBox="1"/>
            <p:nvPr/>
          </p:nvSpPr>
          <p:spPr>
            <a:xfrm>
              <a:off x="3378847" y="2188584"/>
              <a:ext cx="657873" cy="132713"/>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18" name="직사각형 117">
            <a:extLst>
              <a:ext uri="{FF2B5EF4-FFF2-40B4-BE49-F238E27FC236}">
                <a16:creationId xmlns:a16="http://schemas.microsoft.com/office/drawing/2014/main" id="{9CE96A2D-4868-4022-8107-D4A7F52A75F1}"/>
              </a:ext>
            </a:extLst>
          </p:cNvPr>
          <p:cNvSpPr/>
          <p:nvPr userDrawn="1"/>
        </p:nvSpPr>
        <p:spPr>
          <a:xfrm>
            <a:off x="6863616" y="4367554"/>
            <a:ext cx="1378586" cy="215444"/>
          </a:xfrm>
          <a:prstGeom prst="rect">
            <a:avLst/>
          </a:prstGeom>
        </p:spPr>
        <p:txBody>
          <a:bodyPr wrap="square">
            <a:spAutoFit/>
          </a:bodyPr>
          <a:lstStyle/>
          <a:p>
            <a:r>
              <a:rPr lang="ko-KR" altLang="en-US" sz="800" b="1" dirty="0"/>
              <a:t>제목 </a:t>
            </a:r>
            <a:r>
              <a:rPr lang="en-US" altLang="ko-KR" sz="800" b="1" dirty="0"/>
              <a:t>Title 0123445455…</a:t>
            </a:r>
            <a:endParaRPr lang="ko-KR" altLang="en-US" sz="800" b="1" dirty="0"/>
          </a:p>
        </p:txBody>
      </p:sp>
      <p:sp>
        <p:nvSpPr>
          <p:cNvPr id="119" name="직사각형 118">
            <a:extLst>
              <a:ext uri="{FF2B5EF4-FFF2-40B4-BE49-F238E27FC236}">
                <a16:creationId xmlns:a16="http://schemas.microsoft.com/office/drawing/2014/main" id="{004E44D3-C01B-479E-B5A8-F93952606110}"/>
              </a:ext>
            </a:extLst>
          </p:cNvPr>
          <p:cNvSpPr/>
          <p:nvPr userDrawn="1"/>
        </p:nvSpPr>
        <p:spPr>
          <a:xfrm>
            <a:off x="7639940" y="4581556"/>
            <a:ext cx="656050" cy="215444"/>
          </a:xfrm>
          <a:prstGeom prst="rect">
            <a:avLst/>
          </a:prstGeom>
        </p:spPr>
        <p:txBody>
          <a:bodyPr wrap="square">
            <a:spAutoFit/>
          </a:bodyPr>
          <a:lstStyle/>
          <a:p>
            <a:r>
              <a:rPr lang="en-US" altLang="ko-KR" sz="800" b="0" i="1" dirty="0"/>
              <a:t>25-08-30</a:t>
            </a:r>
            <a:endParaRPr lang="ko-KR" altLang="en-US" sz="800" b="0" i="1" dirty="0"/>
          </a:p>
        </p:txBody>
      </p:sp>
      <p:sp>
        <p:nvSpPr>
          <p:cNvPr id="120" name="직사각형 119">
            <a:extLst>
              <a:ext uri="{FF2B5EF4-FFF2-40B4-BE49-F238E27FC236}">
                <a16:creationId xmlns:a16="http://schemas.microsoft.com/office/drawing/2014/main" id="{D7C46064-E891-4A42-A129-E9C4113427A6}"/>
              </a:ext>
            </a:extLst>
          </p:cNvPr>
          <p:cNvSpPr/>
          <p:nvPr userDrawn="1"/>
        </p:nvSpPr>
        <p:spPr>
          <a:xfrm>
            <a:off x="6887606" y="4850571"/>
            <a:ext cx="388737"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121" name="직사각형 120">
            <a:extLst>
              <a:ext uri="{FF2B5EF4-FFF2-40B4-BE49-F238E27FC236}">
                <a16:creationId xmlns:a16="http://schemas.microsoft.com/office/drawing/2014/main" id="{E85E1E38-2342-4C4D-A940-B8DA00CA14DB}"/>
              </a:ext>
            </a:extLst>
          </p:cNvPr>
          <p:cNvSpPr/>
          <p:nvPr userDrawn="1"/>
        </p:nvSpPr>
        <p:spPr>
          <a:xfrm>
            <a:off x="7347105" y="4850571"/>
            <a:ext cx="388737"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122" name="직사각형 121">
            <a:extLst>
              <a:ext uri="{FF2B5EF4-FFF2-40B4-BE49-F238E27FC236}">
                <a16:creationId xmlns:a16="http://schemas.microsoft.com/office/drawing/2014/main" id="{461F7FBD-A042-46A4-8848-32C4A2384B69}"/>
              </a:ext>
            </a:extLst>
          </p:cNvPr>
          <p:cNvSpPr/>
          <p:nvPr userDrawn="1"/>
        </p:nvSpPr>
        <p:spPr>
          <a:xfrm>
            <a:off x="7806604" y="4850571"/>
            <a:ext cx="388737"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123" name="직사각형 122">
            <a:extLst>
              <a:ext uri="{FF2B5EF4-FFF2-40B4-BE49-F238E27FC236}">
                <a16:creationId xmlns:a16="http://schemas.microsoft.com/office/drawing/2014/main" id="{D2D3D809-B4E4-4FC8-823B-32201E0F7902}"/>
              </a:ext>
            </a:extLst>
          </p:cNvPr>
          <p:cNvSpPr/>
          <p:nvPr userDrawn="1"/>
        </p:nvSpPr>
        <p:spPr>
          <a:xfrm>
            <a:off x="8681982" y="3368040"/>
            <a:ext cx="1304990" cy="100704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직사각형 123">
            <a:extLst>
              <a:ext uri="{FF2B5EF4-FFF2-40B4-BE49-F238E27FC236}">
                <a16:creationId xmlns:a16="http://schemas.microsoft.com/office/drawing/2014/main" id="{F91EA425-C5C0-425E-B953-11031A114983}"/>
              </a:ext>
            </a:extLst>
          </p:cNvPr>
          <p:cNvSpPr/>
          <p:nvPr userDrawn="1"/>
        </p:nvSpPr>
        <p:spPr>
          <a:xfrm>
            <a:off x="8681982" y="4375082"/>
            <a:ext cx="1304990" cy="190499"/>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5" name="그룹 124">
            <a:extLst>
              <a:ext uri="{FF2B5EF4-FFF2-40B4-BE49-F238E27FC236}">
                <a16:creationId xmlns:a16="http://schemas.microsoft.com/office/drawing/2014/main" id="{24D6D185-6F25-404C-AA3A-1392009FD1BB}"/>
              </a:ext>
            </a:extLst>
          </p:cNvPr>
          <p:cNvGrpSpPr/>
          <p:nvPr userDrawn="1"/>
        </p:nvGrpSpPr>
        <p:grpSpPr>
          <a:xfrm>
            <a:off x="8704439" y="3389839"/>
            <a:ext cx="1258718" cy="969108"/>
            <a:chOff x="2843808" y="1955121"/>
            <a:chExt cx="1674813" cy="596970"/>
          </a:xfrm>
        </p:grpSpPr>
        <p:sp>
          <p:nvSpPr>
            <p:cNvPr id="126" name="Border">
              <a:extLst>
                <a:ext uri="{FF2B5EF4-FFF2-40B4-BE49-F238E27FC236}">
                  <a16:creationId xmlns:a16="http://schemas.microsoft.com/office/drawing/2014/main" id="{D430F0C1-4D1D-4752-9795-D9987DEC61F9}"/>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7" name="Line 2">
              <a:extLst>
                <a:ext uri="{FF2B5EF4-FFF2-40B4-BE49-F238E27FC236}">
                  <a16:creationId xmlns:a16="http://schemas.microsoft.com/office/drawing/2014/main" id="{A58E2365-C81E-48CC-A9BF-DC66C621040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8" name="Line 1">
              <a:extLst>
                <a:ext uri="{FF2B5EF4-FFF2-40B4-BE49-F238E27FC236}">
                  <a16:creationId xmlns:a16="http://schemas.microsoft.com/office/drawing/2014/main" id="{F3CB1814-29C1-4CB2-96CD-4BBCE2F18FC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9" name="TextBox 128">
              <a:extLst>
                <a:ext uri="{FF2B5EF4-FFF2-40B4-BE49-F238E27FC236}">
                  <a16:creationId xmlns:a16="http://schemas.microsoft.com/office/drawing/2014/main" id="{5DF4CEB9-6667-4F7D-A814-D76BFF0F2763}"/>
                </a:ext>
              </a:extLst>
            </p:cNvPr>
            <p:cNvSpPr txBox="1"/>
            <p:nvPr/>
          </p:nvSpPr>
          <p:spPr>
            <a:xfrm>
              <a:off x="3378847" y="2188584"/>
              <a:ext cx="657873" cy="132713"/>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30" name="직사각형 129">
            <a:extLst>
              <a:ext uri="{FF2B5EF4-FFF2-40B4-BE49-F238E27FC236}">
                <a16:creationId xmlns:a16="http://schemas.microsoft.com/office/drawing/2014/main" id="{44CF18AE-77D2-4B76-9D14-1EECB2B09249}"/>
              </a:ext>
            </a:extLst>
          </p:cNvPr>
          <p:cNvSpPr/>
          <p:nvPr userDrawn="1"/>
        </p:nvSpPr>
        <p:spPr>
          <a:xfrm>
            <a:off x="8657992" y="4371318"/>
            <a:ext cx="1378586" cy="215444"/>
          </a:xfrm>
          <a:prstGeom prst="rect">
            <a:avLst/>
          </a:prstGeom>
        </p:spPr>
        <p:txBody>
          <a:bodyPr wrap="square">
            <a:spAutoFit/>
          </a:bodyPr>
          <a:lstStyle/>
          <a:p>
            <a:r>
              <a:rPr lang="ko-KR" altLang="en-US" sz="800" b="1" dirty="0"/>
              <a:t>제목 </a:t>
            </a:r>
            <a:r>
              <a:rPr lang="en-US" altLang="ko-KR" sz="800" b="1" dirty="0"/>
              <a:t>Title 0123445455…</a:t>
            </a:r>
            <a:endParaRPr lang="ko-KR" altLang="en-US" sz="800" b="1" dirty="0"/>
          </a:p>
        </p:txBody>
      </p:sp>
      <p:sp>
        <p:nvSpPr>
          <p:cNvPr id="131" name="직사각형 130">
            <a:extLst>
              <a:ext uri="{FF2B5EF4-FFF2-40B4-BE49-F238E27FC236}">
                <a16:creationId xmlns:a16="http://schemas.microsoft.com/office/drawing/2014/main" id="{40E8778E-AF37-4ECA-81D2-C68E2946FC02}"/>
              </a:ext>
            </a:extLst>
          </p:cNvPr>
          <p:cNvSpPr/>
          <p:nvPr userDrawn="1"/>
        </p:nvSpPr>
        <p:spPr>
          <a:xfrm>
            <a:off x="9434316" y="4585320"/>
            <a:ext cx="656050" cy="215444"/>
          </a:xfrm>
          <a:prstGeom prst="rect">
            <a:avLst/>
          </a:prstGeom>
        </p:spPr>
        <p:txBody>
          <a:bodyPr wrap="square">
            <a:spAutoFit/>
          </a:bodyPr>
          <a:lstStyle/>
          <a:p>
            <a:r>
              <a:rPr lang="en-US" altLang="ko-KR" sz="800" b="0" i="1" dirty="0"/>
              <a:t>25-08-30</a:t>
            </a:r>
            <a:endParaRPr lang="ko-KR" altLang="en-US" sz="800" b="0" i="1" dirty="0"/>
          </a:p>
        </p:txBody>
      </p:sp>
      <p:sp>
        <p:nvSpPr>
          <p:cNvPr id="132" name="직사각형 131">
            <a:extLst>
              <a:ext uri="{FF2B5EF4-FFF2-40B4-BE49-F238E27FC236}">
                <a16:creationId xmlns:a16="http://schemas.microsoft.com/office/drawing/2014/main" id="{9E241379-105E-45B2-B423-1D298284B2C1}"/>
              </a:ext>
            </a:extLst>
          </p:cNvPr>
          <p:cNvSpPr/>
          <p:nvPr userDrawn="1"/>
        </p:nvSpPr>
        <p:spPr>
          <a:xfrm>
            <a:off x="8681982" y="4854335"/>
            <a:ext cx="388737"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133" name="직사각형 132">
            <a:extLst>
              <a:ext uri="{FF2B5EF4-FFF2-40B4-BE49-F238E27FC236}">
                <a16:creationId xmlns:a16="http://schemas.microsoft.com/office/drawing/2014/main" id="{9542E267-E75B-49D3-8ACB-2DCD95C44781}"/>
              </a:ext>
            </a:extLst>
          </p:cNvPr>
          <p:cNvSpPr/>
          <p:nvPr userDrawn="1"/>
        </p:nvSpPr>
        <p:spPr>
          <a:xfrm>
            <a:off x="9141481" y="4854335"/>
            <a:ext cx="388737"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134" name="직사각형 133">
            <a:extLst>
              <a:ext uri="{FF2B5EF4-FFF2-40B4-BE49-F238E27FC236}">
                <a16:creationId xmlns:a16="http://schemas.microsoft.com/office/drawing/2014/main" id="{3337D434-D07B-460E-AE6A-105B896CEC1B}"/>
              </a:ext>
            </a:extLst>
          </p:cNvPr>
          <p:cNvSpPr/>
          <p:nvPr userDrawn="1"/>
        </p:nvSpPr>
        <p:spPr>
          <a:xfrm>
            <a:off x="9600980" y="4854335"/>
            <a:ext cx="388737"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Tree>
    <p:extLst>
      <p:ext uri="{BB962C8B-B14F-4D97-AF65-F5344CB8AC3E}">
        <p14:creationId xmlns:p14="http://schemas.microsoft.com/office/powerpoint/2010/main" val="1808007263"/>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18_사용자 지정 레이아웃">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6B42F6BA-2E18-49E7-9846-D69D9590B80F}"/>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03EF678D-3E1E-4207-B3B9-8A5BECBE75EE}"/>
              </a:ext>
            </a:extLst>
          </p:cNvPr>
          <p:cNvSpPr/>
          <p:nvPr userDrawn="1"/>
        </p:nvSpPr>
        <p:spPr>
          <a:xfrm>
            <a:off x="1347788" y="621731"/>
            <a:ext cx="8763514" cy="1126546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1D6C1CFA-C907-4FE0-A30B-49E32D32A870}"/>
              </a:ext>
            </a:extLst>
          </p:cNvPr>
          <p:cNvSpPr/>
          <p:nvPr userDrawn="1"/>
        </p:nvSpPr>
        <p:spPr>
          <a:xfrm>
            <a:off x="1346993" y="617990"/>
            <a:ext cx="8765104" cy="246221"/>
          </a:xfrm>
          <a:prstGeom prst="rect">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700" dirty="0">
                <a:solidFill>
                  <a:schemeClr val="bg1">
                    <a:lumMod val="50000"/>
                  </a:schemeClr>
                </a:solidFill>
              </a:rPr>
              <a:t>Home &gt; </a:t>
            </a:r>
            <a:r>
              <a:rPr lang="ko-KR" altLang="en-US" sz="700" dirty="0">
                <a:solidFill>
                  <a:schemeClr val="bg1">
                    <a:lumMod val="50000"/>
                  </a:schemeClr>
                </a:solidFill>
              </a:rPr>
              <a:t>대분류 </a:t>
            </a:r>
            <a:r>
              <a:rPr lang="en-US" altLang="ko-KR" sz="700" dirty="0">
                <a:solidFill>
                  <a:schemeClr val="bg1">
                    <a:lumMod val="50000"/>
                  </a:schemeClr>
                </a:solidFill>
              </a:rPr>
              <a:t>#1 &gt; </a:t>
            </a:r>
            <a:r>
              <a:rPr lang="ko-KR" altLang="en-US" sz="700" dirty="0">
                <a:solidFill>
                  <a:schemeClr val="bg1">
                    <a:lumMod val="50000"/>
                  </a:schemeClr>
                </a:solidFill>
              </a:rPr>
              <a:t>중분류 </a:t>
            </a:r>
            <a:r>
              <a:rPr lang="en-US" altLang="ko-KR" sz="700" dirty="0">
                <a:solidFill>
                  <a:schemeClr val="bg1">
                    <a:lumMod val="50000"/>
                  </a:schemeClr>
                </a:solidFill>
              </a:rPr>
              <a:t>#3 &gt; </a:t>
            </a:r>
            <a:r>
              <a:rPr lang="ko-KR" altLang="en-US" sz="700" b="1" dirty="0">
                <a:solidFill>
                  <a:schemeClr val="tx1"/>
                </a:solidFill>
              </a:rPr>
              <a:t>소분류 </a:t>
            </a:r>
            <a:r>
              <a:rPr lang="en-US" altLang="ko-KR" sz="700" b="1" dirty="0">
                <a:solidFill>
                  <a:schemeClr val="tx1"/>
                </a:solidFill>
              </a:rPr>
              <a:t>#1</a:t>
            </a:r>
            <a:endParaRPr lang="ko-KR" altLang="en-US" sz="700" b="1" dirty="0">
              <a:solidFill>
                <a:schemeClr val="tx1"/>
              </a:solidFill>
            </a:endParaRPr>
          </a:p>
        </p:txBody>
      </p:sp>
      <p:sp>
        <p:nvSpPr>
          <p:cNvPr id="6" name="직사각형 5">
            <a:extLst>
              <a:ext uri="{FF2B5EF4-FFF2-40B4-BE49-F238E27FC236}">
                <a16:creationId xmlns:a16="http://schemas.microsoft.com/office/drawing/2014/main" id="{8FA3025E-BCCF-4DA4-A45D-915DFA4E5A12}"/>
              </a:ext>
            </a:extLst>
          </p:cNvPr>
          <p:cNvSpPr/>
          <p:nvPr userDrawn="1"/>
        </p:nvSpPr>
        <p:spPr>
          <a:xfrm>
            <a:off x="48090" y="3000124"/>
            <a:ext cx="1304990" cy="20692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 name="그룹 6">
            <a:extLst>
              <a:ext uri="{FF2B5EF4-FFF2-40B4-BE49-F238E27FC236}">
                <a16:creationId xmlns:a16="http://schemas.microsoft.com/office/drawing/2014/main" id="{C7647CD7-D7AC-4889-84F3-4E0DA730C140}"/>
              </a:ext>
            </a:extLst>
          </p:cNvPr>
          <p:cNvGrpSpPr/>
          <p:nvPr userDrawn="1"/>
        </p:nvGrpSpPr>
        <p:grpSpPr>
          <a:xfrm>
            <a:off x="178017" y="61416"/>
            <a:ext cx="988764" cy="230583"/>
            <a:chOff x="2843808" y="1955121"/>
            <a:chExt cx="1674813" cy="596970"/>
          </a:xfrm>
          <a:solidFill>
            <a:schemeClr val="bg1">
              <a:lumMod val="95000"/>
            </a:schemeClr>
          </a:solidFill>
        </p:grpSpPr>
        <p:sp>
          <p:nvSpPr>
            <p:cNvPr id="8" name="Border">
              <a:extLst>
                <a:ext uri="{FF2B5EF4-FFF2-40B4-BE49-F238E27FC236}">
                  <a16:creationId xmlns:a16="http://schemas.microsoft.com/office/drawing/2014/main" id="{047EECC1-FFDD-426B-8CBA-32B4D60BC989}"/>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2">
              <a:extLst>
                <a:ext uri="{FF2B5EF4-FFF2-40B4-BE49-F238E27FC236}">
                  <a16:creationId xmlns:a16="http://schemas.microsoft.com/office/drawing/2014/main" id="{5DC27D7D-1435-43E6-BF92-AD7803D66B3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Line 1">
              <a:extLst>
                <a:ext uri="{FF2B5EF4-FFF2-40B4-BE49-F238E27FC236}">
                  <a16:creationId xmlns:a16="http://schemas.microsoft.com/office/drawing/2014/main" id="{7F567169-3F3C-48EF-8B59-2B2DC4568A07}"/>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 name="TextBox 10">
              <a:extLst>
                <a:ext uri="{FF2B5EF4-FFF2-40B4-BE49-F238E27FC236}">
                  <a16:creationId xmlns:a16="http://schemas.microsoft.com/office/drawing/2014/main" id="{4A118656-586A-4FD0-B14E-6A7B149DA73A}"/>
                </a:ext>
              </a:extLst>
            </p:cNvPr>
            <p:cNvSpPr txBox="1"/>
            <p:nvPr/>
          </p:nvSpPr>
          <p:spPr>
            <a:xfrm>
              <a:off x="3163636" y="1988907"/>
              <a:ext cx="1035156" cy="438251"/>
            </a:xfrm>
            <a:prstGeom prst="rect">
              <a:avLst/>
            </a:prstGeom>
            <a:solidFill>
              <a:schemeClr val="bg1"/>
            </a:solidFill>
            <a:ln>
              <a:noFill/>
            </a:ln>
          </p:spPr>
          <p:txBody>
            <a:bodyPr wrap="square" rtlCol="0">
              <a:spAutoFit/>
            </a:bodyPr>
            <a:lstStyle/>
            <a:p>
              <a:pPr algn="ctr"/>
              <a:r>
                <a:rPr lang="en-US" altLang="ko-KR" sz="500" dirty="0">
                  <a:solidFill>
                    <a:schemeClr val="tx1">
                      <a:lumMod val="50000"/>
                      <a:lumOff val="50000"/>
                    </a:schemeClr>
                  </a:solidFill>
                </a:rPr>
                <a:t>LOGO</a:t>
              </a:r>
              <a:endParaRPr lang="ko-KR" altLang="en-US" sz="500" dirty="0">
                <a:solidFill>
                  <a:schemeClr val="tx1">
                    <a:lumMod val="50000"/>
                    <a:lumOff val="50000"/>
                  </a:schemeClr>
                </a:solidFill>
              </a:endParaRPr>
            </a:p>
          </p:txBody>
        </p:sp>
      </p:grpSp>
      <p:sp>
        <p:nvSpPr>
          <p:cNvPr id="12" name="직사각형 11">
            <a:extLst>
              <a:ext uri="{FF2B5EF4-FFF2-40B4-BE49-F238E27FC236}">
                <a16:creationId xmlns:a16="http://schemas.microsoft.com/office/drawing/2014/main" id="{70F92530-3A17-40C9-A48C-0143FDCD6C7A}"/>
              </a:ext>
            </a:extLst>
          </p:cNvPr>
          <p:cNvSpPr/>
          <p:nvPr userDrawn="1"/>
        </p:nvSpPr>
        <p:spPr>
          <a:xfrm>
            <a:off x="7135932" y="59073"/>
            <a:ext cx="2933097" cy="253211"/>
          </a:xfrm>
          <a:prstGeom prst="rect">
            <a:avLst/>
          </a:prstGeom>
        </p:spPr>
        <p:txBody>
          <a:bodyPr wrap="square">
            <a:spAutoFit/>
          </a:bodyPr>
          <a:lstStyle/>
          <a:p>
            <a:pPr algn="r">
              <a:lnSpc>
                <a:spcPct val="150000"/>
              </a:lnSpc>
            </a:pPr>
            <a:r>
              <a:rPr lang="en-US" altLang="ko-KR" sz="800" dirty="0">
                <a:solidFill>
                  <a:schemeClr val="bg1">
                    <a:lumMod val="75000"/>
                  </a:schemeClr>
                </a:solidFill>
                <a:latin typeface="+mj-ea"/>
                <a:ea typeface="+mj-ea"/>
              </a:rPr>
              <a:t> </a:t>
            </a:r>
            <a:r>
              <a:rPr lang="en-US" altLang="ko-KR" sz="800" b="1" dirty="0">
                <a:solidFill>
                  <a:schemeClr val="tx1"/>
                </a:solidFill>
                <a:latin typeface="+mj-ea"/>
                <a:ea typeface="+mj-ea"/>
              </a:rPr>
              <a:t>[ </a:t>
            </a:r>
            <a:r>
              <a:rPr lang="ko-KR" altLang="en-US" sz="800" b="1" dirty="0">
                <a:solidFill>
                  <a:schemeClr val="tx1"/>
                </a:solidFill>
                <a:latin typeface="+mj-ea"/>
                <a:ea typeface="+mj-ea"/>
              </a:rPr>
              <a:t>최고관리자 </a:t>
            </a:r>
            <a:r>
              <a:rPr lang="en-US" altLang="ko-KR" sz="800" b="1" dirty="0">
                <a:solidFill>
                  <a:schemeClr val="tx1"/>
                </a:solidFill>
                <a:latin typeface="+mj-ea"/>
                <a:ea typeface="+mj-ea"/>
              </a:rPr>
              <a:t>]    </a:t>
            </a:r>
            <a:r>
              <a:rPr lang="ko-KR" altLang="en-US" sz="800" dirty="0" err="1">
                <a:latin typeface="+mj-ea"/>
                <a:ea typeface="+mj-ea"/>
              </a:rPr>
              <a:t>회원명</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sp>
        <p:nvSpPr>
          <p:cNvPr id="13" name="직사각형 12">
            <a:extLst>
              <a:ext uri="{FF2B5EF4-FFF2-40B4-BE49-F238E27FC236}">
                <a16:creationId xmlns:a16="http://schemas.microsoft.com/office/drawing/2014/main" id="{00E19202-3606-49B5-B961-43683AB76500}"/>
              </a:ext>
            </a:extLst>
          </p:cNvPr>
          <p:cNvSpPr/>
          <p:nvPr userDrawn="1"/>
        </p:nvSpPr>
        <p:spPr>
          <a:xfrm>
            <a:off x="41208" y="322274"/>
            <a:ext cx="1304991" cy="6300406"/>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 name="직사각형 13">
            <a:extLst>
              <a:ext uri="{FF2B5EF4-FFF2-40B4-BE49-F238E27FC236}">
                <a16:creationId xmlns:a16="http://schemas.microsoft.com/office/drawing/2014/main" id="{72BE661B-EB6E-4762-95A7-AEFC5E0B2712}"/>
              </a:ext>
            </a:extLst>
          </p:cNvPr>
          <p:cNvSpPr/>
          <p:nvPr userDrawn="1"/>
        </p:nvSpPr>
        <p:spPr>
          <a:xfrm>
            <a:off x="40495" y="41286"/>
            <a:ext cx="10070807" cy="28098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 name="직사각형 14">
            <a:extLst>
              <a:ext uri="{FF2B5EF4-FFF2-40B4-BE49-F238E27FC236}">
                <a16:creationId xmlns:a16="http://schemas.microsoft.com/office/drawing/2014/main" id="{5456A89A-70A2-4BDD-86DF-E0B281B58825}"/>
              </a:ext>
            </a:extLst>
          </p:cNvPr>
          <p:cNvSpPr/>
          <p:nvPr userDrawn="1"/>
        </p:nvSpPr>
        <p:spPr>
          <a:xfrm>
            <a:off x="48089" y="321810"/>
            <a:ext cx="1298111" cy="296437"/>
          </a:xfrm>
          <a:prstGeom prst="rect">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대분류 </a:t>
            </a:r>
            <a:r>
              <a:rPr lang="en-US" altLang="ko-KR" sz="800" b="1" dirty="0">
                <a:solidFill>
                  <a:schemeClr val="bg1"/>
                </a:solidFill>
              </a:rPr>
              <a:t>#1</a:t>
            </a:r>
            <a:endParaRPr lang="ko-KR" altLang="en-US" sz="800" b="1" dirty="0">
              <a:solidFill>
                <a:schemeClr val="bg1"/>
              </a:solidFill>
            </a:endParaRPr>
          </a:p>
        </p:txBody>
      </p:sp>
      <p:sp>
        <p:nvSpPr>
          <p:cNvPr id="16" name="직사각형 15">
            <a:extLst>
              <a:ext uri="{FF2B5EF4-FFF2-40B4-BE49-F238E27FC236}">
                <a16:creationId xmlns:a16="http://schemas.microsoft.com/office/drawing/2014/main" id="{971B2738-46C7-42D4-AD13-66949F3383A4}"/>
              </a:ext>
            </a:extLst>
          </p:cNvPr>
          <p:cNvSpPr/>
          <p:nvPr userDrawn="1"/>
        </p:nvSpPr>
        <p:spPr>
          <a:xfrm>
            <a:off x="1347788" y="321810"/>
            <a:ext cx="8763514" cy="296437"/>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 name="직사각형 16">
            <a:extLst>
              <a:ext uri="{FF2B5EF4-FFF2-40B4-BE49-F238E27FC236}">
                <a16:creationId xmlns:a16="http://schemas.microsoft.com/office/drawing/2014/main" id="{87444396-68D3-41EB-BC1A-A99608BD2CBE}"/>
              </a:ext>
            </a:extLst>
          </p:cNvPr>
          <p:cNvSpPr/>
          <p:nvPr userDrawn="1"/>
        </p:nvSpPr>
        <p:spPr>
          <a:xfrm>
            <a:off x="1414766" y="377318"/>
            <a:ext cx="726373" cy="183015"/>
          </a:xfrm>
          <a:prstGeom prst="rect">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대분류 </a:t>
            </a:r>
            <a:r>
              <a:rPr lang="en-US" altLang="ko-KR" sz="800" dirty="0">
                <a:solidFill>
                  <a:schemeClr val="bg1"/>
                </a:solidFill>
              </a:rPr>
              <a:t>#1</a:t>
            </a:r>
          </a:p>
        </p:txBody>
      </p:sp>
      <p:sp>
        <p:nvSpPr>
          <p:cNvPr id="18" name="직사각형 17">
            <a:extLst>
              <a:ext uri="{FF2B5EF4-FFF2-40B4-BE49-F238E27FC236}">
                <a16:creationId xmlns:a16="http://schemas.microsoft.com/office/drawing/2014/main" id="{BC960F3C-F087-4A98-84D5-19BC03D0A344}"/>
              </a:ext>
            </a:extLst>
          </p:cNvPr>
          <p:cNvSpPr/>
          <p:nvPr userDrawn="1"/>
        </p:nvSpPr>
        <p:spPr>
          <a:xfrm>
            <a:off x="2209706" y="379931"/>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#2</a:t>
            </a:r>
          </a:p>
        </p:txBody>
      </p:sp>
      <p:sp>
        <p:nvSpPr>
          <p:cNvPr id="19" name="직사각형 18">
            <a:extLst>
              <a:ext uri="{FF2B5EF4-FFF2-40B4-BE49-F238E27FC236}">
                <a16:creationId xmlns:a16="http://schemas.microsoft.com/office/drawing/2014/main" id="{C55E892E-DFD1-4C37-B517-22869F26E351}"/>
              </a:ext>
            </a:extLst>
          </p:cNvPr>
          <p:cNvSpPr/>
          <p:nvPr userDrawn="1"/>
        </p:nvSpPr>
        <p:spPr>
          <a:xfrm>
            <a:off x="172122" y="3064908"/>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0" name="직사각형 19">
            <a:extLst>
              <a:ext uri="{FF2B5EF4-FFF2-40B4-BE49-F238E27FC236}">
                <a16:creationId xmlns:a16="http://schemas.microsoft.com/office/drawing/2014/main" id="{D8372E3D-E97C-4701-A06A-F40F6704B820}"/>
              </a:ext>
            </a:extLst>
          </p:cNvPr>
          <p:cNvSpPr/>
          <p:nvPr userDrawn="1"/>
        </p:nvSpPr>
        <p:spPr>
          <a:xfrm>
            <a:off x="177784" y="3304561"/>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1" name="직사각형 20">
            <a:extLst>
              <a:ext uri="{FF2B5EF4-FFF2-40B4-BE49-F238E27FC236}">
                <a16:creationId xmlns:a16="http://schemas.microsoft.com/office/drawing/2014/main" id="{720CA59E-7E26-4F8E-B9BF-057FE63D19E1}"/>
              </a:ext>
            </a:extLst>
          </p:cNvPr>
          <p:cNvSpPr/>
          <p:nvPr userDrawn="1"/>
        </p:nvSpPr>
        <p:spPr>
          <a:xfrm>
            <a:off x="172355" y="3535155"/>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2" name="직사각형 21">
            <a:extLst>
              <a:ext uri="{FF2B5EF4-FFF2-40B4-BE49-F238E27FC236}">
                <a16:creationId xmlns:a16="http://schemas.microsoft.com/office/drawing/2014/main" id="{7BFCEA69-38B8-4441-8982-D5C571C52234}"/>
              </a:ext>
            </a:extLst>
          </p:cNvPr>
          <p:cNvSpPr/>
          <p:nvPr userDrawn="1"/>
        </p:nvSpPr>
        <p:spPr>
          <a:xfrm>
            <a:off x="178017" y="3770045"/>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3" name="직사각형 22">
            <a:extLst>
              <a:ext uri="{FF2B5EF4-FFF2-40B4-BE49-F238E27FC236}">
                <a16:creationId xmlns:a16="http://schemas.microsoft.com/office/drawing/2014/main" id="{2FC4F465-15D1-4AF7-8B65-FBB4750179F3}"/>
              </a:ext>
            </a:extLst>
          </p:cNvPr>
          <p:cNvSpPr/>
          <p:nvPr userDrawn="1"/>
        </p:nvSpPr>
        <p:spPr>
          <a:xfrm>
            <a:off x="166227" y="4000311"/>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4" name="직사각형 23">
            <a:extLst>
              <a:ext uri="{FF2B5EF4-FFF2-40B4-BE49-F238E27FC236}">
                <a16:creationId xmlns:a16="http://schemas.microsoft.com/office/drawing/2014/main" id="{9C7C1FF3-BB03-48F8-9211-6040213E7C82}"/>
              </a:ext>
            </a:extLst>
          </p:cNvPr>
          <p:cNvSpPr/>
          <p:nvPr userDrawn="1"/>
        </p:nvSpPr>
        <p:spPr>
          <a:xfrm>
            <a:off x="171889" y="4235201"/>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5" name="직사각형 24">
            <a:extLst>
              <a:ext uri="{FF2B5EF4-FFF2-40B4-BE49-F238E27FC236}">
                <a16:creationId xmlns:a16="http://schemas.microsoft.com/office/drawing/2014/main" id="{BED28FDE-A4A0-46DD-B219-15D188E0A42F}"/>
              </a:ext>
            </a:extLst>
          </p:cNvPr>
          <p:cNvSpPr/>
          <p:nvPr userDrawn="1"/>
        </p:nvSpPr>
        <p:spPr>
          <a:xfrm>
            <a:off x="166460" y="4465795"/>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6" name="직사각형 25">
            <a:extLst>
              <a:ext uri="{FF2B5EF4-FFF2-40B4-BE49-F238E27FC236}">
                <a16:creationId xmlns:a16="http://schemas.microsoft.com/office/drawing/2014/main" id="{E5998CF4-5A25-4C61-861A-3FF605396F71}"/>
              </a:ext>
            </a:extLst>
          </p:cNvPr>
          <p:cNvSpPr/>
          <p:nvPr userDrawn="1"/>
        </p:nvSpPr>
        <p:spPr>
          <a:xfrm>
            <a:off x="172122" y="4695922"/>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7" name="직사각형 26">
            <a:extLst>
              <a:ext uri="{FF2B5EF4-FFF2-40B4-BE49-F238E27FC236}">
                <a16:creationId xmlns:a16="http://schemas.microsoft.com/office/drawing/2014/main" id="{027C7592-FE4F-4ACB-91C0-DA12912951C5}"/>
              </a:ext>
            </a:extLst>
          </p:cNvPr>
          <p:cNvSpPr/>
          <p:nvPr userDrawn="1"/>
        </p:nvSpPr>
        <p:spPr>
          <a:xfrm>
            <a:off x="38129" y="2697455"/>
            <a:ext cx="1315664" cy="296437"/>
          </a:xfrm>
          <a:prstGeom prst="rect">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바로가기 </a:t>
            </a:r>
            <a:r>
              <a:rPr lang="en-US" altLang="ko-KR" sz="600" b="1" dirty="0">
                <a:solidFill>
                  <a:schemeClr val="bg1"/>
                </a:solidFill>
              </a:rPr>
              <a:t>(8/10)</a:t>
            </a:r>
            <a:endParaRPr lang="ko-KR" altLang="en-US" sz="600" b="1" dirty="0">
              <a:solidFill>
                <a:schemeClr val="bg1"/>
              </a:solidFill>
            </a:endParaRPr>
          </a:p>
        </p:txBody>
      </p:sp>
      <p:sp>
        <p:nvSpPr>
          <p:cNvPr id="28" name="직사각형 27">
            <a:extLst>
              <a:ext uri="{FF2B5EF4-FFF2-40B4-BE49-F238E27FC236}">
                <a16:creationId xmlns:a16="http://schemas.microsoft.com/office/drawing/2014/main" id="{5E5B0938-3715-4C92-A898-273CD42C5B5C}"/>
              </a:ext>
            </a:extLst>
          </p:cNvPr>
          <p:cNvSpPr/>
          <p:nvPr userDrawn="1"/>
        </p:nvSpPr>
        <p:spPr>
          <a:xfrm>
            <a:off x="3003057" y="377355"/>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#3</a:t>
            </a:r>
          </a:p>
        </p:txBody>
      </p:sp>
      <p:sp>
        <p:nvSpPr>
          <p:cNvPr id="29" name="직사각형 28">
            <a:extLst>
              <a:ext uri="{FF2B5EF4-FFF2-40B4-BE49-F238E27FC236}">
                <a16:creationId xmlns:a16="http://schemas.microsoft.com/office/drawing/2014/main" id="{050E114F-A771-4CEC-89AF-8DCEDC2BABC4}"/>
              </a:ext>
            </a:extLst>
          </p:cNvPr>
          <p:cNvSpPr/>
          <p:nvPr userDrawn="1"/>
        </p:nvSpPr>
        <p:spPr>
          <a:xfrm>
            <a:off x="3802251" y="373576"/>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#4</a:t>
            </a:r>
          </a:p>
        </p:txBody>
      </p:sp>
      <p:sp>
        <p:nvSpPr>
          <p:cNvPr id="30" name="직사각형 29">
            <a:extLst>
              <a:ext uri="{FF2B5EF4-FFF2-40B4-BE49-F238E27FC236}">
                <a16:creationId xmlns:a16="http://schemas.microsoft.com/office/drawing/2014/main" id="{01681AAD-0144-4F8F-94CC-126D631B5190}"/>
              </a:ext>
            </a:extLst>
          </p:cNvPr>
          <p:cNvSpPr/>
          <p:nvPr userDrawn="1"/>
        </p:nvSpPr>
        <p:spPr>
          <a:xfrm>
            <a:off x="4595602" y="371000"/>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#5</a:t>
            </a:r>
          </a:p>
        </p:txBody>
      </p:sp>
      <p:sp>
        <p:nvSpPr>
          <p:cNvPr id="31" name="직사각형 30">
            <a:extLst>
              <a:ext uri="{FF2B5EF4-FFF2-40B4-BE49-F238E27FC236}">
                <a16:creationId xmlns:a16="http://schemas.microsoft.com/office/drawing/2014/main" id="{77D554EF-1754-4552-9D74-BE99FEED071C}"/>
              </a:ext>
            </a:extLst>
          </p:cNvPr>
          <p:cNvSpPr/>
          <p:nvPr userDrawn="1"/>
        </p:nvSpPr>
        <p:spPr>
          <a:xfrm>
            <a:off x="5428208" y="370468"/>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#6</a:t>
            </a:r>
          </a:p>
        </p:txBody>
      </p:sp>
      <p:sp>
        <p:nvSpPr>
          <p:cNvPr id="32" name="직사각형 31">
            <a:extLst>
              <a:ext uri="{FF2B5EF4-FFF2-40B4-BE49-F238E27FC236}">
                <a16:creationId xmlns:a16="http://schemas.microsoft.com/office/drawing/2014/main" id="{C2594106-9085-48AC-A127-AB1B1F49278A}"/>
              </a:ext>
            </a:extLst>
          </p:cNvPr>
          <p:cNvSpPr/>
          <p:nvPr userDrawn="1"/>
        </p:nvSpPr>
        <p:spPr>
          <a:xfrm>
            <a:off x="6227402" y="366689"/>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#7</a:t>
            </a:r>
          </a:p>
        </p:txBody>
      </p:sp>
      <p:sp>
        <p:nvSpPr>
          <p:cNvPr id="33" name="직사각형 32">
            <a:extLst>
              <a:ext uri="{FF2B5EF4-FFF2-40B4-BE49-F238E27FC236}">
                <a16:creationId xmlns:a16="http://schemas.microsoft.com/office/drawing/2014/main" id="{B018C610-C40D-4D46-9FE9-0632D1CC54E6}"/>
              </a:ext>
            </a:extLst>
          </p:cNvPr>
          <p:cNvSpPr/>
          <p:nvPr userDrawn="1"/>
        </p:nvSpPr>
        <p:spPr>
          <a:xfrm>
            <a:off x="7020753" y="364113"/>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#8</a:t>
            </a:r>
          </a:p>
        </p:txBody>
      </p:sp>
      <p:sp>
        <p:nvSpPr>
          <p:cNvPr id="34" name="직사각형 33">
            <a:extLst>
              <a:ext uri="{FF2B5EF4-FFF2-40B4-BE49-F238E27FC236}">
                <a16:creationId xmlns:a16="http://schemas.microsoft.com/office/drawing/2014/main" id="{79A67FA8-C7AB-4305-9AEE-F75559F2E1F4}"/>
              </a:ext>
            </a:extLst>
          </p:cNvPr>
          <p:cNvSpPr/>
          <p:nvPr userDrawn="1"/>
        </p:nvSpPr>
        <p:spPr>
          <a:xfrm>
            <a:off x="37416" y="6328089"/>
            <a:ext cx="1315664" cy="296437"/>
          </a:xfrm>
          <a:prstGeom prst="rect">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미구마켓</a:t>
            </a:r>
          </a:p>
        </p:txBody>
      </p:sp>
      <p:graphicFrame>
        <p:nvGraphicFramePr>
          <p:cNvPr id="35" name="표 20">
            <a:extLst>
              <a:ext uri="{FF2B5EF4-FFF2-40B4-BE49-F238E27FC236}">
                <a16:creationId xmlns:a16="http://schemas.microsoft.com/office/drawing/2014/main" id="{FF251EF5-5DDC-4A2E-BF34-AB9A2694A49A}"/>
              </a:ext>
            </a:extLst>
          </p:cNvPr>
          <p:cNvGraphicFramePr>
            <a:graphicFrameLocks noGrp="1"/>
          </p:cNvGraphicFramePr>
          <p:nvPr userDrawn="1">
            <p:extLst>
              <p:ext uri="{D42A27DB-BD31-4B8C-83A1-F6EECF244321}">
                <p14:modId xmlns:p14="http://schemas.microsoft.com/office/powerpoint/2010/main" val="3043977720"/>
              </p:ext>
            </p:extLst>
          </p:nvPr>
        </p:nvGraphicFramePr>
        <p:xfrm>
          <a:off x="48089" y="621940"/>
          <a:ext cx="1305704" cy="2079562"/>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정보관리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서브관리자관리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b="1" dirty="0">
                          <a:solidFill>
                            <a:schemeClr val="tx2">
                              <a:lumMod val="75000"/>
                            </a:schemeClr>
                          </a:solidFill>
                        </a:rPr>
                        <a:t>○ 발주담당관리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accent5">
                        <a:lumMod val="40000"/>
                        <a:lumOff val="60000"/>
                      </a:schemeClr>
                    </a:solidFill>
                  </a:tcPr>
                </a:tc>
                <a:extLst>
                  <a:ext uri="{0D108BD9-81ED-4DB2-BD59-A6C34878D82A}">
                    <a16:rowId xmlns:a16="http://schemas.microsoft.com/office/drawing/2014/main" val="3279320490"/>
                  </a:ext>
                </a:extLst>
              </a:tr>
              <a:tr h="0">
                <a:tc>
                  <a:txBody>
                    <a:bodyPr/>
                    <a:lstStyle/>
                    <a:p>
                      <a:pPr latinLnBrk="1">
                        <a:lnSpc>
                          <a:spcPct val="150000"/>
                        </a:lnSpc>
                      </a:pPr>
                      <a:r>
                        <a:rPr lang="en-US" altLang="ko-KR" sz="800" dirty="0"/>
                        <a:t>    - </a:t>
                      </a:r>
                      <a:r>
                        <a:rPr lang="ko-KR" altLang="en-US" sz="800" dirty="0"/>
                        <a:t>세부메뉴 </a:t>
                      </a:r>
                      <a:r>
                        <a:rPr lang="en-US" altLang="ko-KR" sz="800" dirty="0"/>
                        <a:t>001</a:t>
                      </a:r>
                      <a:br>
                        <a:rPr lang="en-US" altLang="ko-KR" sz="800" dirty="0"/>
                      </a:br>
                      <a:r>
                        <a:rPr lang="en-US" altLang="ko-KR" sz="800" dirty="0"/>
                        <a:t>    - </a:t>
                      </a:r>
                      <a:r>
                        <a:rPr lang="ko-KR" altLang="en-US" sz="800" dirty="0"/>
                        <a:t>세부메뉴 </a:t>
                      </a:r>
                      <a:r>
                        <a:rPr lang="en-US" altLang="ko-KR" sz="800" dirty="0"/>
                        <a:t>002</a:t>
                      </a:r>
                      <a:br>
                        <a:rPr lang="en-US" altLang="ko-KR" sz="800" dirty="0"/>
                      </a:br>
                      <a:r>
                        <a:rPr lang="en-US" altLang="ko-KR" sz="800" dirty="0"/>
                        <a:t>    - </a:t>
                      </a:r>
                      <a:r>
                        <a:rPr lang="ko-KR" altLang="en-US" sz="800" dirty="0"/>
                        <a:t>세부메뉴 </a:t>
                      </a:r>
                      <a:r>
                        <a:rPr lang="en-US" altLang="ko-KR" sz="800" dirty="0"/>
                        <a:t>003</a:t>
                      </a:r>
                    </a:p>
                    <a:p>
                      <a:pPr latinLnBrk="1">
                        <a:lnSpc>
                          <a:spcPct val="150000"/>
                        </a:lnSpc>
                      </a:pP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497803673"/>
                  </a:ext>
                </a:extLst>
              </a:tr>
              <a:tr h="0">
                <a:tc>
                  <a:txBody>
                    <a:bodyPr/>
                    <a:lstStyle/>
                    <a:p>
                      <a:pPr latinLnBrk="1"/>
                      <a:r>
                        <a:rPr lang="ko-KR" altLang="en-US" sz="800" dirty="0"/>
                        <a:t>○ 포인트관리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a:t>
                      </a:r>
                      <a:r>
                        <a:rPr lang="ko-KR" altLang="en-US" sz="800" dirty="0" err="1"/>
                        <a:t>배송비설정</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취소</a:t>
                      </a:r>
                      <a:r>
                        <a:rPr lang="en-US" altLang="ko-KR" sz="800" dirty="0"/>
                        <a:t>/</a:t>
                      </a:r>
                      <a:r>
                        <a:rPr lang="ko-KR" altLang="en-US" sz="800" dirty="0"/>
                        <a:t>환불안내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bl>
          </a:graphicData>
        </a:graphic>
      </p:graphicFrame>
      <p:sp>
        <p:nvSpPr>
          <p:cNvPr id="36" name="TextBox 35">
            <a:extLst>
              <a:ext uri="{FF2B5EF4-FFF2-40B4-BE49-F238E27FC236}">
                <a16:creationId xmlns:a16="http://schemas.microsoft.com/office/drawing/2014/main" id="{545E2ADF-CEA7-4298-8A80-C07149260CD6}"/>
              </a:ext>
            </a:extLst>
          </p:cNvPr>
          <p:cNvSpPr txBox="1"/>
          <p:nvPr userDrawn="1"/>
        </p:nvSpPr>
        <p:spPr>
          <a:xfrm rot="10800000">
            <a:off x="1123949" y="829992"/>
            <a:ext cx="276038" cy="246221"/>
          </a:xfrm>
          <a:prstGeom prst="rect">
            <a:avLst/>
          </a:prstGeom>
          <a:noFill/>
        </p:spPr>
        <p:txBody>
          <a:bodyPr wrap="none" rtlCol="0">
            <a:spAutoFit/>
          </a:bodyPr>
          <a:lstStyle/>
          <a:p>
            <a:r>
              <a:rPr lang="ko-KR" altLang="en-US" sz="1000" b="1" dirty="0"/>
              <a:t>∨</a:t>
            </a:r>
          </a:p>
        </p:txBody>
      </p:sp>
      <p:sp>
        <p:nvSpPr>
          <p:cNvPr id="37" name="TextBox 36">
            <a:extLst>
              <a:ext uri="{FF2B5EF4-FFF2-40B4-BE49-F238E27FC236}">
                <a16:creationId xmlns:a16="http://schemas.microsoft.com/office/drawing/2014/main" id="{510BB13A-30E1-4DE6-A68F-F6B141CE54A1}"/>
              </a:ext>
            </a:extLst>
          </p:cNvPr>
          <p:cNvSpPr txBox="1"/>
          <p:nvPr userDrawn="1"/>
        </p:nvSpPr>
        <p:spPr>
          <a:xfrm>
            <a:off x="1123948" y="1042903"/>
            <a:ext cx="276038" cy="246221"/>
          </a:xfrm>
          <a:prstGeom prst="rect">
            <a:avLst/>
          </a:prstGeom>
          <a:noFill/>
        </p:spPr>
        <p:txBody>
          <a:bodyPr wrap="none" rtlCol="0">
            <a:spAutoFit/>
          </a:bodyPr>
          <a:lstStyle/>
          <a:p>
            <a:r>
              <a:rPr lang="ko-KR" altLang="en-US" sz="1000" b="1" dirty="0"/>
              <a:t>∨</a:t>
            </a:r>
          </a:p>
        </p:txBody>
      </p:sp>
      <p:sp>
        <p:nvSpPr>
          <p:cNvPr id="38" name="TextBox 37">
            <a:extLst>
              <a:ext uri="{FF2B5EF4-FFF2-40B4-BE49-F238E27FC236}">
                <a16:creationId xmlns:a16="http://schemas.microsoft.com/office/drawing/2014/main" id="{F35B8F83-9017-474D-B3E6-F6195E6EA4C7}"/>
              </a:ext>
            </a:extLst>
          </p:cNvPr>
          <p:cNvSpPr txBox="1"/>
          <p:nvPr userDrawn="1"/>
        </p:nvSpPr>
        <p:spPr>
          <a:xfrm>
            <a:off x="1485551" y="929784"/>
            <a:ext cx="864339"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a:t>
            </a:r>
            <a:r>
              <a:rPr lang="ko-KR" altLang="en-US" sz="900" b="1" dirty="0" err="1">
                <a:latin typeface="맑은 고딕" panose="020B0503020000020004" pitchFamily="50" charset="-127"/>
                <a:ea typeface="맑은 고딕" panose="020B0503020000020004" pitchFamily="50" charset="-127"/>
              </a:rPr>
              <a:t>대제목</a:t>
            </a:r>
            <a:r>
              <a:rPr lang="ko-KR" altLang="en-US" sz="900" b="1" dirty="0">
                <a:latin typeface="맑은 고딕" panose="020B0503020000020004" pitchFamily="50" charset="-127"/>
                <a:ea typeface="맑은 고딕" panose="020B0503020000020004" pitchFamily="50" charset="-127"/>
              </a:rPr>
              <a:t> </a:t>
            </a:r>
            <a:r>
              <a:rPr lang="en-US" altLang="ko-KR" sz="900" b="1" dirty="0">
                <a:latin typeface="맑은 고딕" panose="020B0503020000020004" pitchFamily="50" charset="-127"/>
                <a:ea typeface="맑은 고딕" panose="020B0503020000020004" pitchFamily="50" charset="-127"/>
              </a:rPr>
              <a:t>#1</a:t>
            </a:r>
            <a:endParaRPr lang="ko-KR" altLang="en-US" sz="900" dirty="0"/>
          </a:p>
        </p:txBody>
      </p:sp>
      <p:sp>
        <p:nvSpPr>
          <p:cNvPr id="39" name="TextBox 38">
            <a:extLst>
              <a:ext uri="{FF2B5EF4-FFF2-40B4-BE49-F238E27FC236}">
                <a16:creationId xmlns:a16="http://schemas.microsoft.com/office/drawing/2014/main" id="{68013F08-C4A6-43A3-BEE4-4D8C07456D5D}"/>
              </a:ext>
            </a:extLst>
          </p:cNvPr>
          <p:cNvSpPr txBox="1"/>
          <p:nvPr userDrawn="1"/>
        </p:nvSpPr>
        <p:spPr>
          <a:xfrm>
            <a:off x="1702381" y="1264735"/>
            <a:ext cx="2100255" cy="215444"/>
          </a:xfrm>
          <a:prstGeom prst="rect">
            <a:avLst/>
          </a:prstGeom>
          <a:noFill/>
        </p:spPr>
        <p:txBody>
          <a:bodyPr wrap="none" rtlCol="0">
            <a:spAutoFit/>
          </a:bodyPr>
          <a:lstStyle/>
          <a:p>
            <a:r>
              <a:rPr lang="en-US" altLang="ko-KR" sz="800" b="1" dirty="0">
                <a:latin typeface="맑은 고딕" panose="020B0503020000020004" pitchFamily="50" charset="-127"/>
                <a:ea typeface="맑은 고딕" panose="020B0503020000020004" pitchFamily="50" charset="-127"/>
              </a:rPr>
              <a:t>Date</a:t>
            </a:r>
            <a:r>
              <a:rPr lang="en-US" altLang="ko-KR" sz="800" dirty="0">
                <a:latin typeface="맑은 고딕" panose="020B0503020000020004" pitchFamily="50" charset="-127"/>
                <a:ea typeface="맑은 고딕" panose="020B0503020000020004" pitchFamily="50" charset="-127"/>
              </a:rPr>
              <a:t> . </a:t>
            </a:r>
            <a:r>
              <a:rPr lang="en-US" altLang="ko-KR" sz="800" i="1" dirty="0">
                <a:latin typeface="맑은 고딕" panose="020B0503020000020004" pitchFamily="50" charset="-127"/>
                <a:ea typeface="맑은 고딕" panose="020B0503020000020004" pitchFamily="50" charset="-127"/>
              </a:rPr>
              <a:t>2025-08-01    </a:t>
            </a:r>
            <a:r>
              <a:rPr lang="en-US" altLang="ko-KR" sz="800" b="1" dirty="0">
                <a:latin typeface="맑은 고딕" panose="020B0503020000020004" pitchFamily="50" charset="-127"/>
                <a:ea typeface="맑은 고딕" panose="020B0503020000020004" pitchFamily="50" charset="-127"/>
              </a:rPr>
              <a:t>/    Hit</a:t>
            </a:r>
            <a:r>
              <a:rPr lang="en-US" altLang="ko-KR" sz="800" dirty="0">
                <a:latin typeface="맑은 고딕" panose="020B0503020000020004" pitchFamily="50" charset="-127"/>
                <a:ea typeface="맑은 고딕" panose="020B0503020000020004" pitchFamily="50" charset="-127"/>
              </a:rPr>
              <a:t> . 1,000,332</a:t>
            </a:r>
            <a:r>
              <a:rPr lang="en-US" altLang="ko-KR" sz="800" i="1" dirty="0">
                <a:latin typeface="맑은 고딕" panose="020B0503020000020004" pitchFamily="50" charset="-127"/>
                <a:ea typeface="맑은 고딕" panose="020B0503020000020004" pitchFamily="50" charset="-127"/>
              </a:rPr>
              <a:t> </a:t>
            </a:r>
            <a:endParaRPr lang="ko-KR" altLang="en-US" sz="800" i="1" dirty="0"/>
          </a:p>
        </p:txBody>
      </p:sp>
      <p:sp>
        <p:nvSpPr>
          <p:cNvPr id="40" name="TextBox 39">
            <a:extLst>
              <a:ext uri="{FF2B5EF4-FFF2-40B4-BE49-F238E27FC236}">
                <a16:creationId xmlns:a16="http://schemas.microsoft.com/office/drawing/2014/main" id="{BCAF402E-421D-4811-855B-2352CEBD0DD2}"/>
              </a:ext>
            </a:extLst>
          </p:cNvPr>
          <p:cNvSpPr txBox="1"/>
          <p:nvPr userDrawn="1"/>
        </p:nvSpPr>
        <p:spPr>
          <a:xfrm>
            <a:off x="8257857" y="1264735"/>
            <a:ext cx="1568058" cy="215444"/>
          </a:xfrm>
          <a:prstGeom prst="rect">
            <a:avLst/>
          </a:prstGeom>
          <a:noFill/>
        </p:spPr>
        <p:txBody>
          <a:bodyPr wrap="none" rtlCol="0">
            <a:spAutoFit/>
          </a:bodyPr>
          <a:lstStyle/>
          <a:p>
            <a:r>
              <a:rPr lang="en-US" altLang="ko-KR" sz="800" b="1" dirty="0">
                <a:latin typeface="맑은 고딕" panose="020B0503020000020004" pitchFamily="50" charset="-127"/>
                <a:ea typeface="맑은 고딕" panose="020B0503020000020004" pitchFamily="50" charset="-127"/>
              </a:rPr>
              <a:t>Writer</a:t>
            </a:r>
            <a:r>
              <a:rPr lang="en-US" altLang="ko-KR" sz="800" dirty="0">
                <a:latin typeface="맑은 고딕" panose="020B0503020000020004" pitchFamily="50" charset="-127"/>
                <a:ea typeface="맑은 고딕" panose="020B0503020000020004" pitchFamily="50" charset="-127"/>
              </a:rPr>
              <a:t> . </a:t>
            </a:r>
            <a:r>
              <a:rPr lang="ko-KR" altLang="en-US" sz="800" dirty="0">
                <a:latin typeface="맑은 고딕" panose="020B0503020000020004" pitchFamily="50" charset="-127"/>
                <a:ea typeface="맑은 고딕" panose="020B0503020000020004" pitchFamily="50" charset="-127"/>
              </a:rPr>
              <a:t>최고관리자 </a:t>
            </a:r>
            <a:r>
              <a:rPr lang="en-US" altLang="ko-KR" sz="800" dirty="0">
                <a:latin typeface="맑은 고딕" panose="020B0503020000020004" pitchFamily="50" charset="-127"/>
                <a:ea typeface="맑은 고딕" panose="020B0503020000020004" pitchFamily="50" charset="-127"/>
              </a:rPr>
              <a:t>( admin</a:t>
            </a:r>
            <a:r>
              <a:rPr lang="ko-KR" altLang="en-US" sz="800" dirty="0">
                <a:latin typeface="맑은 고딕" panose="020B0503020000020004" pitchFamily="50" charset="-127"/>
                <a:ea typeface="맑은 고딕" panose="020B0503020000020004" pitchFamily="50" charset="-127"/>
              </a:rPr>
              <a:t> </a:t>
            </a:r>
            <a:r>
              <a:rPr lang="en-US" altLang="ko-KR" sz="800" dirty="0">
                <a:latin typeface="맑은 고딕" panose="020B0503020000020004" pitchFamily="50" charset="-127"/>
                <a:ea typeface="맑은 고딕" panose="020B0503020000020004" pitchFamily="50" charset="-127"/>
              </a:rPr>
              <a:t>)</a:t>
            </a:r>
            <a:endParaRPr lang="ko-KR" altLang="en-US" sz="800" i="1" dirty="0"/>
          </a:p>
        </p:txBody>
      </p:sp>
      <p:sp>
        <p:nvSpPr>
          <p:cNvPr id="41" name="TextBox 40">
            <a:extLst>
              <a:ext uri="{FF2B5EF4-FFF2-40B4-BE49-F238E27FC236}">
                <a16:creationId xmlns:a16="http://schemas.microsoft.com/office/drawing/2014/main" id="{221ACD57-60C8-4611-AE65-7946CC56476A}"/>
              </a:ext>
            </a:extLst>
          </p:cNvPr>
          <p:cNvSpPr txBox="1"/>
          <p:nvPr userDrawn="1"/>
        </p:nvSpPr>
        <p:spPr>
          <a:xfrm>
            <a:off x="1702381" y="4552950"/>
            <a:ext cx="8040984" cy="1692771"/>
          </a:xfrm>
          <a:prstGeom prst="rect">
            <a:avLst/>
          </a:prstGeom>
          <a:noFill/>
        </p:spPr>
        <p:txBody>
          <a:bodyPr wrap="none" rtlCol="0">
            <a:spAutoFit/>
          </a:bodyPr>
          <a:lstStyle/>
          <a:p>
            <a:r>
              <a:rPr lang="ko-KR" altLang="en-US" sz="800" dirty="0"/>
              <a:t>내용 입력 입니다</a:t>
            </a:r>
            <a:r>
              <a:rPr lang="en-US" altLang="ko-KR" sz="800" dirty="0"/>
              <a:t>. </a:t>
            </a:r>
            <a:r>
              <a:rPr lang="ko-KR" altLang="en-US" sz="800" dirty="0"/>
              <a:t>안녕하세요 내용입니다</a:t>
            </a:r>
            <a:r>
              <a:rPr lang="en-US" altLang="ko-KR" sz="800" dirty="0"/>
              <a:t>.</a:t>
            </a:r>
          </a:p>
          <a:p>
            <a:endParaRPr lang="en-US" altLang="ko-KR" sz="800" dirty="0"/>
          </a:p>
          <a:p>
            <a:r>
              <a:rPr lang="ko-KR" altLang="en-US" sz="800" dirty="0"/>
              <a:t>내용 입력 입니다</a:t>
            </a:r>
            <a:r>
              <a:rPr lang="en-US" altLang="ko-KR" sz="800" dirty="0"/>
              <a:t>. </a:t>
            </a:r>
            <a:r>
              <a:rPr lang="ko-KR" altLang="en-US" sz="800" dirty="0"/>
              <a:t>안녕하세요 내용입니다</a:t>
            </a:r>
            <a:r>
              <a:rPr lang="en-US" altLang="ko-KR" sz="800" dirty="0"/>
              <a:t>.</a:t>
            </a:r>
            <a:endParaRPr lang="ko-KR" altLang="en-US" sz="800" dirty="0"/>
          </a:p>
          <a:p>
            <a:endParaRPr lang="en-US" altLang="ko-KR" sz="800" dirty="0"/>
          </a:p>
          <a:p>
            <a:r>
              <a:rPr lang="ko-KR" altLang="en-US" sz="800" dirty="0"/>
              <a:t>내용 입력 입니다</a:t>
            </a:r>
            <a:r>
              <a:rPr lang="en-US" altLang="ko-KR" sz="800" dirty="0"/>
              <a:t>. </a:t>
            </a:r>
            <a:r>
              <a:rPr lang="ko-KR" altLang="en-US" sz="800" dirty="0"/>
              <a:t>안녕하세요 내용입니다</a:t>
            </a:r>
            <a:r>
              <a:rPr lang="en-US" altLang="ko-KR" sz="800" dirty="0"/>
              <a:t>.</a:t>
            </a:r>
            <a:endParaRPr lang="ko-KR" altLang="en-US" sz="800" dirty="0"/>
          </a:p>
          <a:p>
            <a:endParaRPr lang="en-US" altLang="ko-KR" sz="800" dirty="0"/>
          </a:p>
          <a:p>
            <a:r>
              <a:rPr lang="ko-KR" altLang="en-US" sz="800" dirty="0"/>
              <a:t>내용 입력 입니다</a:t>
            </a:r>
            <a:r>
              <a:rPr lang="en-US" altLang="ko-KR" sz="800" dirty="0"/>
              <a:t>. </a:t>
            </a:r>
            <a:r>
              <a:rPr lang="ko-KR" altLang="en-US" sz="800" dirty="0"/>
              <a:t>안녕하세요 내용입니다</a:t>
            </a:r>
            <a:r>
              <a:rPr lang="en-US" altLang="ko-KR" sz="800" dirty="0"/>
              <a:t>. </a:t>
            </a:r>
            <a:r>
              <a:rPr lang="ko-KR" altLang="en-US" sz="800" dirty="0"/>
              <a:t>내용 입력 입니다</a:t>
            </a:r>
            <a:r>
              <a:rPr lang="en-US" altLang="ko-KR" sz="800" dirty="0"/>
              <a:t>. </a:t>
            </a:r>
            <a:r>
              <a:rPr lang="ko-KR" altLang="en-US" sz="800" dirty="0"/>
              <a:t>안녕하세요 내용입니다</a:t>
            </a:r>
            <a:r>
              <a:rPr lang="en-US" altLang="ko-KR" sz="800" dirty="0"/>
              <a:t>. </a:t>
            </a:r>
            <a:r>
              <a:rPr lang="ko-KR" altLang="en-US" sz="800" dirty="0"/>
              <a:t>내용 입력 입니다</a:t>
            </a:r>
            <a:r>
              <a:rPr lang="en-US" altLang="ko-KR" sz="800" dirty="0"/>
              <a:t>. </a:t>
            </a:r>
            <a:r>
              <a:rPr lang="ko-KR" altLang="en-US" sz="800" dirty="0"/>
              <a:t>안녕하세요 내용입니다</a:t>
            </a:r>
            <a:r>
              <a:rPr lang="en-US" altLang="ko-KR" sz="800" dirty="0"/>
              <a:t>.</a:t>
            </a:r>
            <a:endParaRPr lang="ko-KR" altLang="en-US" sz="800" dirty="0"/>
          </a:p>
          <a:p>
            <a:endParaRPr lang="en-US" altLang="ko-KR" sz="800" dirty="0"/>
          </a:p>
          <a:p>
            <a:r>
              <a:rPr lang="ko-KR" altLang="en-US" sz="800" dirty="0"/>
              <a:t>내용 입력 입니다</a:t>
            </a:r>
            <a:r>
              <a:rPr lang="en-US" altLang="ko-KR" sz="800" dirty="0"/>
              <a:t>. </a:t>
            </a:r>
            <a:r>
              <a:rPr lang="ko-KR" altLang="en-US" sz="800" dirty="0"/>
              <a:t>안녕하세요 내용입니다</a:t>
            </a:r>
            <a:r>
              <a:rPr lang="en-US" altLang="ko-KR" sz="800" dirty="0"/>
              <a:t>. </a:t>
            </a:r>
            <a:r>
              <a:rPr lang="ko-KR" altLang="en-US" sz="800" dirty="0"/>
              <a:t>내용 입력 입니다</a:t>
            </a:r>
            <a:r>
              <a:rPr lang="en-US" altLang="ko-KR" sz="800" dirty="0"/>
              <a:t>. </a:t>
            </a:r>
            <a:r>
              <a:rPr lang="ko-KR" altLang="en-US" sz="800" dirty="0"/>
              <a:t>안녕하세요 내용입니다</a:t>
            </a:r>
            <a:r>
              <a:rPr lang="en-US" altLang="ko-KR" sz="800" dirty="0"/>
              <a:t>.</a:t>
            </a:r>
            <a:endParaRPr lang="ko-KR" altLang="en-US" sz="800" dirty="0"/>
          </a:p>
          <a:p>
            <a:endParaRPr lang="en-US" altLang="ko-KR" sz="800" dirty="0"/>
          </a:p>
          <a:p>
            <a:r>
              <a:rPr lang="ko-KR" altLang="en-US" sz="800" dirty="0"/>
              <a:t>내용 입력 입니다</a:t>
            </a:r>
            <a:r>
              <a:rPr lang="en-US" altLang="ko-KR" sz="800" dirty="0"/>
              <a:t>. </a:t>
            </a:r>
            <a:r>
              <a:rPr lang="ko-KR" altLang="en-US" sz="800" dirty="0"/>
              <a:t>안녕하세요 내용입니다</a:t>
            </a:r>
            <a:r>
              <a:rPr lang="en-US" altLang="ko-KR" sz="800" dirty="0"/>
              <a:t>.</a:t>
            </a:r>
            <a:r>
              <a:rPr lang="ko-KR" altLang="en-US" sz="800" dirty="0"/>
              <a:t> 내용 입력 입니다</a:t>
            </a:r>
            <a:r>
              <a:rPr lang="en-US" altLang="ko-KR" sz="800" dirty="0"/>
              <a:t>. </a:t>
            </a:r>
            <a:r>
              <a:rPr lang="ko-KR" altLang="en-US" sz="800" dirty="0"/>
              <a:t>안녕하세요 내용입니다</a:t>
            </a:r>
            <a:r>
              <a:rPr lang="en-US" altLang="ko-KR" sz="800" dirty="0"/>
              <a:t>.</a:t>
            </a:r>
            <a:r>
              <a:rPr lang="ko-KR" altLang="en-US" sz="800" dirty="0"/>
              <a:t> 내용 입력 입니다</a:t>
            </a:r>
            <a:r>
              <a:rPr lang="en-US" altLang="ko-KR" sz="800" dirty="0"/>
              <a:t>. </a:t>
            </a:r>
            <a:r>
              <a:rPr lang="ko-KR" altLang="en-US" sz="800" dirty="0"/>
              <a:t>안녕하세요 내용입니다</a:t>
            </a:r>
            <a:r>
              <a:rPr lang="en-US" altLang="ko-KR" sz="800" dirty="0"/>
              <a:t>. </a:t>
            </a:r>
            <a:r>
              <a:rPr lang="ko-KR" altLang="en-US" sz="800" dirty="0"/>
              <a:t>내용 입력 입니다</a:t>
            </a:r>
            <a:r>
              <a:rPr lang="en-US" altLang="ko-KR" sz="800" dirty="0"/>
              <a:t>. </a:t>
            </a:r>
            <a:r>
              <a:rPr lang="ko-KR" altLang="en-US" sz="800" dirty="0"/>
              <a:t>안녕하세요 내용입니다</a:t>
            </a:r>
            <a:r>
              <a:rPr lang="en-US" altLang="ko-KR" sz="800" dirty="0"/>
              <a:t>.</a:t>
            </a:r>
          </a:p>
          <a:p>
            <a:endParaRPr lang="ko-KR" altLang="en-US" sz="800" dirty="0"/>
          </a:p>
          <a:p>
            <a:r>
              <a:rPr lang="ko-KR" altLang="en-US" sz="800" dirty="0"/>
              <a:t>내용 입력 입니다</a:t>
            </a:r>
            <a:r>
              <a:rPr lang="en-US" altLang="ko-KR" sz="800" dirty="0"/>
              <a:t>. </a:t>
            </a:r>
            <a:r>
              <a:rPr lang="ko-KR" altLang="en-US" sz="800" dirty="0"/>
              <a:t>안녕하세요 내용입니다</a:t>
            </a:r>
            <a:r>
              <a:rPr lang="en-US" altLang="ko-KR" sz="800" dirty="0"/>
              <a:t>. </a:t>
            </a:r>
            <a:r>
              <a:rPr lang="ko-KR" altLang="en-US" sz="800" dirty="0"/>
              <a:t>내용 입력 입니다</a:t>
            </a:r>
            <a:r>
              <a:rPr lang="en-US" altLang="ko-KR" sz="800" dirty="0"/>
              <a:t>. </a:t>
            </a:r>
            <a:r>
              <a:rPr lang="ko-KR" altLang="en-US" sz="800" dirty="0"/>
              <a:t>안녕하세요 내용입니다</a:t>
            </a:r>
            <a:r>
              <a:rPr lang="en-US" altLang="ko-KR" sz="800" dirty="0"/>
              <a:t>.</a:t>
            </a:r>
            <a:endParaRPr lang="ko-KR" altLang="en-US" sz="800" dirty="0"/>
          </a:p>
        </p:txBody>
      </p:sp>
      <p:pic>
        <p:nvPicPr>
          <p:cNvPr id="42" name="그림 41">
            <a:extLst>
              <a:ext uri="{FF2B5EF4-FFF2-40B4-BE49-F238E27FC236}">
                <a16:creationId xmlns:a16="http://schemas.microsoft.com/office/drawing/2014/main" id="{FF462472-C5B0-45D4-A3EC-CB5541CD5CD8}"/>
              </a:ext>
            </a:extLst>
          </p:cNvPr>
          <p:cNvPicPr>
            <a:picLocks noChangeAspect="1"/>
          </p:cNvPicPr>
          <p:nvPr userDrawn="1"/>
        </p:nvPicPr>
        <p:blipFill>
          <a:blip r:embed="rId2"/>
          <a:stretch>
            <a:fillRect/>
          </a:stretch>
        </p:blipFill>
        <p:spPr>
          <a:xfrm>
            <a:off x="1797070" y="2275539"/>
            <a:ext cx="5632430" cy="2011192"/>
          </a:xfrm>
          <a:prstGeom prst="rect">
            <a:avLst/>
          </a:prstGeom>
        </p:spPr>
      </p:pic>
      <p:cxnSp>
        <p:nvCxnSpPr>
          <p:cNvPr id="43" name="직선 연결선 42">
            <a:extLst>
              <a:ext uri="{FF2B5EF4-FFF2-40B4-BE49-F238E27FC236}">
                <a16:creationId xmlns:a16="http://schemas.microsoft.com/office/drawing/2014/main" id="{2AB773A2-FE6A-46BA-94C1-985023C2F7C0}"/>
              </a:ext>
            </a:extLst>
          </p:cNvPr>
          <p:cNvCxnSpPr/>
          <p:nvPr userDrawn="1"/>
        </p:nvCxnSpPr>
        <p:spPr>
          <a:xfrm>
            <a:off x="1724890" y="10874032"/>
            <a:ext cx="794629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직사각형 43">
            <a:extLst>
              <a:ext uri="{FF2B5EF4-FFF2-40B4-BE49-F238E27FC236}">
                <a16:creationId xmlns:a16="http://schemas.microsoft.com/office/drawing/2014/main" id="{33E39C36-A835-48A4-8FF2-807A9113B13E}"/>
              </a:ext>
            </a:extLst>
          </p:cNvPr>
          <p:cNvSpPr/>
          <p:nvPr userDrawn="1"/>
        </p:nvSpPr>
        <p:spPr>
          <a:xfrm>
            <a:off x="1666557" y="6709897"/>
            <a:ext cx="1358901" cy="296205"/>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목록 버튼 </a:t>
            </a:r>
            <a:endParaRPr lang="en-US" altLang="ko-KR" sz="800" dirty="0">
              <a:solidFill>
                <a:schemeClr val="bg1"/>
              </a:solidFill>
            </a:endParaRPr>
          </a:p>
        </p:txBody>
      </p:sp>
      <p:sp>
        <p:nvSpPr>
          <p:cNvPr id="45" name="직사각형 44">
            <a:extLst>
              <a:ext uri="{FF2B5EF4-FFF2-40B4-BE49-F238E27FC236}">
                <a16:creationId xmlns:a16="http://schemas.microsoft.com/office/drawing/2014/main" id="{20C446D1-80C8-48EF-9243-A8E39111A808}"/>
              </a:ext>
            </a:extLst>
          </p:cNvPr>
          <p:cNvSpPr/>
          <p:nvPr userDrawn="1"/>
        </p:nvSpPr>
        <p:spPr>
          <a:xfrm>
            <a:off x="3132267" y="6709897"/>
            <a:ext cx="1358901" cy="296205"/>
          </a:xfrm>
          <a:prstGeom prst="rect">
            <a:avLst/>
          </a:prstGeom>
          <a:solidFill>
            <a:srgbClr val="0070C0"/>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수정 버튼</a:t>
            </a:r>
            <a:endParaRPr lang="en-US" altLang="ko-KR" sz="800" dirty="0">
              <a:solidFill>
                <a:schemeClr val="bg1"/>
              </a:solidFill>
            </a:endParaRPr>
          </a:p>
        </p:txBody>
      </p:sp>
      <p:sp>
        <p:nvSpPr>
          <p:cNvPr id="46" name="직사각형 45">
            <a:extLst>
              <a:ext uri="{FF2B5EF4-FFF2-40B4-BE49-F238E27FC236}">
                <a16:creationId xmlns:a16="http://schemas.microsoft.com/office/drawing/2014/main" id="{22A5B89C-591F-4FA9-AAB7-611DF56E8502}"/>
              </a:ext>
            </a:extLst>
          </p:cNvPr>
          <p:cNvSpPr/>
          <p:nvPr userDrawn="1"/>
        </p:nvSpPr>
        <p:spPr>
          <a:xfrm>
            <a:off x="4597977" y="6709897"/>
            <a:ext cx="1358901" cy="29620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삭제 버튼</a:t>
            </a:r>
            <a:endParaRPr lang="en-US" altLang="ko-KR" sz="800" dirty="0">
              <a:solidFill>
                <a:schemeClr val="bg1"/>
              </a:solidFill>
            </a:endParaRPr>
          </a:p>
        </p:txBody>
      </p:sp>
      <p:sp>
        <p:nvSpPr>
          <p:cNvPr id="47" name="직사각형 46">
            <a:extLst>
              <a:ext uri="{FF2B5EF4-FFF2-40B4-BE49-F238E27FC236}">
                <a16:creationId xmlns:a16="http://schemas.microsoft.com/office/drawing/2014/main" id="{C7F492F3-22CB-4E8A-8BDD-643A57C12C7D}"/>
              </a:ext>
            </a:extLst>
          </p:cNvPr>
          <p:cNvSpPr/>
          <p:nvPr userDrawn="1"/>
        </p:nvSpPr>
        <p:spPr>
          <a:xfrm>
            <a:off x="6063687" y="6709897"/>
            <a:ext cx="1358901" cy="29620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bg1"/>
                </a:solidFill>
              </a:rPr>
              <a:t>Excel </a:t>
            </a:r>
            <a:r>
              <a:rPr lang="ko-KR" altLang="en-US" sz="800" dirty="0">
                <a:solidFill>
                  <a:schemeClr val="bg1"/>
                </a:solidFill>
              </a:rPr>
              <a:t>버튼</a:t>
            </a:r>
            <a:endParaRPr lang="en-US" altLang="ko-KR" sz="800" dirty="0">
              <a:solidFill>
                <a:schemeClr val="bg1"/>
              </a:solidFill>
            </a:endParaRPr>
          </a:p>
        </p:txBody>
      </p:sp>
      <p:cxnSp>
        <p:nvCxnSpPr>
          <p:cNvPr id="48" name="직선 연결선 47">
            <a:extLst>
              <a:ext uri="{FF2B5EF4-FFF2-40B4-BE49-F238E27FC236}">
                <a16:creationId xmlns:a16="http://schemas.microsoft.com/office/drawing/2014/main" id="{6068BBFA-AE71-40C9-BC28-90592258959C}"/>
              </a:ext>
            </a:extLst>
          </p:cNvPr>
          <p:cNvCxnSpPr>
            <a:cxnSpLocks/>
          </p:cNvCxnSpPr>
          <p:nvPr userDrawn="1"/>
        </p:nvCxnSpPr>
        <p:spPr>
          <a:xfrm>
            <a:off x="1738737" y="1564640"/>
            <a:ext cx="800462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직선 연결선 48">
            <a:extLst>
              <a:ext uri="{FF2B5EF4-FFF2-40B4-BE49-F238E27FC236}">
                <a16:creationId xmlns:a16="http://schemas.microsoft.com/office/drawing/2014/main" id="{DB045E20-5863-46FD-9091-C98DFD3935FE}"/>
              </a:ext>
            </a:extLst>
          </p:cNvPr>
          <p:cNvCxnSpPr>
            <a:cxnSpLocks/>
          </p:cNvCxnSpPr>
          <p:nvPr userDrawn="1"/>
        </p:nvCxnSpPr>
        <p:spPr>
          <a:xfrm>
            <a:off x="1666557" y="6543040"/>
            <a:ext cx="8004628"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pic>
        <p:nvPicPr>
          <p:cNvPr id="50" name="그림 49">
            <a:extLst>
              <a:ext uri="{FF2B5EF4-FFF2-40B4-BE49-F238E27FC236}">
                <a16:creationId xmlns:a16="http://schemas.microsoft.com/office/drawing/2014/main" id="{6CC46114-6051-4CCC-9900-0934916B19B5}"/>
              </a:ext>
            </a:extLst>
          </p:cNvPr>
          <p:cNvPicPr>
            <a:picLocks noChangeAspect="1"/>
          </p:cNvPicPr>
          <p:nvPr userDrawn="1"/>
        </p:nvPicPr>
        <p:blipFill>
          <a:blip r:embed="rId3"/>
          <a:stretch>
            <a:fillRect/>
          </a:stretch>
        </p:blipFill>
        <p:spPr>
          <a:xfrm>
            <a:off x="1789133" y="1638157"/>
            <a:ext cx="208120" cy="192704"/>
          </a:xfrm>
          <a:prstGeom prst="rect">
            <a:avLst/>
          </a:prstGeom>
        </p:spPr>
      </p:pic>
      <p:sp>
        <p:nvSpPr>
          <p:cNvPr id="51" name="TextBox 50">
            <a:extLst>
              <a:ext uri="{FF2B5EF4-FFF2-40B4-BE49-F238E27FC236}">
                <a16:creationId xmlns:a16="http://schemas.microsoft.com/office/drawing/2014/main" id="{5246A544-3FEB-46C7-8F29-29E7E167F42D}"/>
              </a:ext>
            </a:extLst>
          </p:cNvPr>
          <p:cNvSpPr txBox="1"/>
          <p:nvPr userDrawn="1"/>
        </p:nvSpPr>
        <p:spPr>
          <a:xfrm>
            <a:off x="1997253" y="1615416"/>
            <a:ext cx="1999265" cy="215444"/>
          </a:xfrm>
          <a:prstGeom prst="rect">
            <a:avLst/>
          </a:prstGeom>
          <a:noFill/>
        </p:spPr>
        <p:txBody>
          <a:bodyPr wrap="none" rtlCol="0">
            <a:spAutoFit/>
          </a:bodyPr>
          <a:lstStyle/>
          <a:p>
            <a:r>
              <a:rPr lang="en-US" altLang="ko-KR" sz="800" b="1" dirty="0">
                <a:latin typeface="맑은 고딕" panose="020B0503020000020004" pitchFamily="50" charset="-127"/>
                <a:ea typeface="맑은 고딕" panose="020B0503020000020004" pitchFamily="50" charset="-127"/>
              </a:rPr>
              <a:t>Obj-001.zip  /</a:t>
            </a:r>
            <a:r>
              <a:rPr lang="en-US" altLang="ko-KR" sz="800" dirty="0">
                <a:latin typeface="맑은 고딕" panose="020B0503020000020004" pitchFamily="50" charset="-127"/>
                <a:ea typeface="맑은 고딕" panose="020B0503020000020004" pitchFamily="50" charset="-127"/>
              </a:rPr>
              <a:t>  file size : 54,222 byte </a:t>
            </a:r>
            <a:endParaRPr lang="ko-KR" altLang="en-US" sz="800" i="1" dirty="0"/>
          </a:p>
        </p:txBody>
      </p:sp>
      <p:pic>
        <p:nvPicPr>
          <p:cNvPr id="52" name="그림 51">
            <a:extLst>
              <a:ext uri="{FF2B5EF4-FFF2-40B4-BE49-F238E27FC236}">
                <a16:creationId xmlns:a16="http://schemas.microsoft.com/office/drawing/2014/main" id="{4C400BAC-7D86-4861-A75B-A927F4667E1E}"/>
              </a:ext>
            </a:extLst>
          </p:cNvPr>
          <p:cNvPicPr>
            <a:picLocks noChangeAspect="1"/>
          </p:cNvPicPr>
          <p:nvPr userDrawn="1"/>
        </p:nvPicPr>
        <p:blipFill>
          <a:blip r:embed="rId3"/>
          <a:stretch>
            <a:fillRect/>
          </a:stretch>
        </p:blipFill>
        <p:spPr>
          <a:xfrm>
            <a:off x="1797070" y="1927116"/>
            <a:ext cx="208120" cy="192704"/>
          </a:xfrm>
          <a:prstGeom prst="rect">
            <a:avLst/>
          </a:prstGeom>
        </p:spPr>
      </p:pic>
      <p:sp>
        <p:nvSpPr>
          <p:cNvPr id="53" name="TextBox 52">
            <a:extLst>
              <a:ext uri="{FF2B5EF4-FFF2-40B4-BE49-F238E27FC236}">
                <a16:creationId xmlns:a16="http://schemas.microsoft.com/office/drawing/2014/main" id="{64BB7323-41EF-4B17-B406-3FBE6AA93231}"/>
              </a:ext>
            </a:extLst>
          </p:cNvPr>
          <p:cNvSpPr txBox="1"/>
          <p:nvPr userDrawn="1"/>
        </p:nvSpPr>
        <p:spPr>
          <a:xfrm>
            <a:off x="2005190" y="1904375"/>
            <a:ext cx="1962397" cy="215444"/>
          </a:xfrm>
          <a:prstGeom prst="rect">
            <a:avLst/>
          </a:prstGeom>
          <a:noFill/>
        </p:spPr>
        <p:txBody>
          <a:bodyPr wrap="none" rtlCol="0">
            <a:spAutoFit/>
          </a:bodyPr>
          <a:lstStyle/>
          <a:p>
            <a:r>
              <a:rPr lang="en-US" altLang="ko-KR" sz="800" b="1" dirty="0">
                <a:latin typeface="맑은 고딕" panose="020B0503020000020004" pitchFamily="50" charset="-127"/>
                <a:ea typeface="맑은 고딕" panose="020B0503020000020004" pitchFamily="50" charset="-127"/>
              </a:rPr>
              <a:t>Obj-002.zip  /</a:t>
            </a:r>
            <a:r>
              <a:rPr lang="en-US" altLang="ko-KR" sz="800" dirty="0">
                <a:latin typeface="맑은 고딕" panose="020B0503020000020004" pitchFamily="50" charset="-127"/>
                <a:ea typeface="맑은 고딕" panose="020B0503020000020004" pitchFamily="50" charset="-127"/>
              </a:rPr>
              <a:t>  file size : 54,222 byte </a:t>
            </a:r>
            <a:endParaRPr lang="ko-KR" altLang="en-US" sz="800" i="1" dirty="0"/>
          </a:p>
        </p:txBody>
      </p:sp>
      <p:cxnSp>
        <p:nvCxnSpPr>
          <p:cNvPr id="54" name="직선 연결선 53">
            <a:extLst>
              <a:ext uri="{FF2B5EF4-FFF2-40B4-BE49-F238E27FC236}">
                <a16:creationId xmlns:a16="http://schemas.microsoft.com/office/drawing/2014/main" id="{D69CA84F-6B07-44F3-9F14-2E0A5D3AA9B4}"/>
              </a:ext>
            </a:extLst>
          </p:cNvPr>
          <p:cNvCxnSpPr/>
          <p:nvPr userDrawn="1"/>
        </p:nvCxnSpPr>
        <p:spPr>
          <a:xfrm>
            <a:off x="1721431" y="1871020"/>
            <a:ext cx="8004628" cy="0"/>
          </a:xfrm>
          <a:prstGeom prst="line">
            <a:avLst/>
          </a:prstGeom>
          <a:ln>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sp>
        <p:nvSpPr>
          <p:cNvPr id="55" name="직사각형 54">
            <a:extLst>
              <a:ext uri="{FF2B5EF4-FFF2-40B4-BE49-F238E27FC236}">
                <a16:creationId xmlns:a16="http://schemas.microsoft.com/office/drawing/2014/main" id="{AFC09D10-512B-4217-BCFB-A25390A4AA6D}"/>
              </a:ext>
            </a:extLst>
          </p:cNvPr>
          <p:cNvSpPr/>
          <p:nvPr userDrawn="1"/>
        </p:nvSpPr>
        <p:spPr>
          <a:xfrm>
            <a:off x="1666557" y="7445359"/>
            <a:ext cx="8004628" cy="941418"/>
          </a:xfrm>
          <a:prstGeom prst="rect">
            <a:avLst/>
          </a:prstGeom>
          <a:solidFill>
            <a:schemeClr val="bg1">
              <a:lumMod val="95000"/>
            </a:schemeClr>
          </a:solid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6" name="직사각형 55">
            <a:extLst>
              <a:ext uri="{FF2B5EF4-FFF2-40B4-BE49-F238E27FC236}">
                <a16:creationId xmlns:a16="http://schemas.microsoft.com/office/drawing/2014/main" id="{E8953393-C457-45AE-9AB8-6BEFFEAB6A9C}"/>
              </a:ext>
            </a:extLst>
          </p:cNvPr>
          <p:cNvSpPr/>
          <p:nvPr userDrawn="1"/>
        </p:nvSpPr>
        <p:spPr>
          <a:xfrm>
            <a:off x="1821013" y="7698870"/>
            <a:ext cx="6851989" cy="575180"/>
          </a:xfrm>
          <a:prstGeom prst="rect">
            <a:avLst/>
          </a:prstGeom>
          <a:solidFill>
            <a:schemeClr val="bg1"/>
          </a:solid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7" name="직사각형 56">
            <a:extLst>
              <a:ext uri="{FF2B5EF4-FFF2-40B4-BE49-F238E27FC236}">
                <a16:creationId xmlns:a16="http://schemas.microsoft.com/office/drawing/2014/main" id="{DF41A3EE-B57F-4CA4-9930-F9AF8152C310}"/>
              </a:ext>
            </a:extLst>
          </p:cNvPr>
          <p:cNvSpPr/>
          <p:nvPr userDrawn="1"/>
        </p:nvSpPr>
        <p:spPr>
          <a:xfrm>
            <a:off x="8673002" y="7698870"/>
            <a:ext cx="838200" cy="575180"/>
          </a:xfrm>
          <a:prstGeom prst="rect">
            <a:avLst/>
          </a:prstGeom>
          <a:solidFill>
            <a:schemeClr val="tx1"/>
          </a:solid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t>댓글 입력</a:t>
            </a:r>
          </a:p>
        </p:txBody>
      </p:sp>
      <p:sp>
        <p:nvSpPr>
          <p:cNvPr id="58" name="TextBox 57">
            <a:extLst>
              <a:ext uri="{FF2B5EF4-FFF2-40B4-BE49-F238E27FC236}">
                <a16:creationId xmlns:a16="http://schemas.microsoft.com/office/drawing/2014/main" id="{146715F8-C61B-4265-8FC7-44A034129F9D}"/>
              </a:ext>
            </a:extLst>
          </p:cNvPr>
          <p:cNvSpPr txBox="1"/>
          <p:nvPr userDrawn="1"/>
        </p:nvSpPr>
        <p:spPr>
          <a:xfrm>
            <a:off x="1775820" y="7465052"/>
            <a:ext cx="798617"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댓글 </a:t>
            </a:r>
            <a:r>
              <a:rPr lang="ko-KR" altLang="en-US" sz="800" b="1" dirty="0" err="1">
                <a:latin typeface="맑은 고딕" panose="020B0503020000020004" pitchFamily="50" charset="-127"/>
                <a:ea typeface="맑은 고딕" panose="020B0503020000020004" pitchFamily="50" charset="-127"/>
              </a:rPr>
              <a:t>입력창</a:t>
            </a:r>
            <a:r>
              <a:rPr lang="ko-KR" altLang="en-US" sz="800" b="1" dirty="0">
                <a:latin typeface="맑은 고딕" panose="020B0503020000020004" pitchFamily="50" charset="-127"/>
                <a:ea typeface="맑은 고딕" panose="020B0503020000020004" pitchFamily="50" charset="-127"/>
              </a:rPr>
              <a:t> </a:t>
            </a:r>
            <a:r>
              <a:rPr lang="en-US" altLang="ko-KR" sz="800" b="1" dirty="0">
                <a:latin typeface="맑은 고딕" panose="020B0503020000020004" pitchFamily="50" charset="-127"/>
                <a:ea typeface="맑은 고딕" panose="020B0503020000020004" pitchFamily="50" charset="-127"/>
              </a:rPr>
              <a:t>:</a:t>
            </a:r>
            <a:endParaRPr lang="ko-KR" altLang="en-US" sz="800" i="1" dirty="0"/>
          </a:p>
        </p:txBody>
      </p:sp>
      <p:grpSp>
        <p:nvGrpSpPr>
          <p:cNvPr id="59" name="그룹 58">
            <a:extLst>
              <a:ext uri="{FF2B5EF4-FFF2-40B4-BE49-F238E27FC236}">
                <a16:creationId xmlns:a16="http://schemas.microsoft.com/office/drawing/2014/main" id="{73ABA39D-F1AF-4288-A9F3-0C4C22B13DA7}"/>
              </a:ext>
            </a:extLst>
          </p:cNvPr>
          <p:cNvGrpSpPr/>
          <p:nvPr userDrawn="1"/>
        </p:nvGrpSpPr>
        <p:grpSpPr>
          <a:xfrm>
            <a:off x="4203834" y="10982601"/>
            <a:ext cx="3506087" cy="187725"/>
            <a:chOff x="3987692" y="5516678"/>
            <a:chExt cx="3506087" cy="187725"/>
          </a:xfrm>
        </p:grpSpPr>
        <p:sp>
          <p:nvSpPr>
            <p:cNvPr id="60" name="직사각형 59">
              <a:extLst>
                <a:ext uri="{FF2B5EF4-FFF2-40B4-BE49-F238E27FC236}">
                  <a16:creationId xmlns:a16="http://schemas.microsoft.com/office/drawing/2014/main" id="{45F319C7-0679-49F2-8CA5-854CA5C5C445}"/>
                </a:ext>
              </a:extLst>
            </p:cNvPr>
            <p:cNvSpPr/>
            <p:nvPr/>
          </p:nvSpPr>
          <p:spPr>
            <a:xfrm>
              <a:off x="4868726" y="5516678"/>
              <a:ext cx="193780" cy="187725"/>
            </a:xfrm>
            <a:prstGeom prst="rect">
              <a:avLst/>
            </a:prstGeom>
            <a:solidFill>
              <a:srgbClr val="0000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b="1" dirty="0">
                  <a:solidFill>
                    <a:schemeClr val="bg1"/>
                  </a:solidFill>
                </a:rPr>
                <a:t>1</a:t>
              </a:r>
              <a:endParaRPr lang="ko-KR" altLang="en-US" sz="600" b="1" dirty="0">
                <a:solidFill>
                  <a:schemeClr val="bg1"/>
                </a:solidFill>
              </a:endParaRPr>
            </a:p>
          </p:txBody>
        </p:sp>
        <p:sp>
          <p:nvSpPr>
            <p:cNvPr id="61" name="직사각형 60">
              <a:extLst>
                <a:ext uri="{FF2B5EF4-FFF2-40B4-BE49-F238E27FC236}">
                  <a16:creationId xmlns:a16="http://schemas.microsoft.com/office/drawing/2014/main" id="{446633A9-1287-4E2F-80B5-F1F4D0C43B6D}"/>
                </a:ext>
              </a:extLst>
            </p:cNvPr>
            <p:cNvSpPr/>
            <p:nvPr/>
          </p:nvSpPr>
          <p:spPr>
            <a:xfrm>
              <a:off x="506250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2</a:t>
              </a:r>
              <a:endParaRPr lang="ko-KR" altLang="en-US" sz="600" dirty="0">
                <a:solidFill>
                  <a:schemeClr val="tx1"/>
                </a:solidFill>
              </a:endParaRPr>
            </a:p>
          </p:txBody>
        </p:sp>
        <p:sp>
          <p:nvSpPr>
            <p:cNvPr id="62" name="직사각형 61">
              <a:extLst>
                <a:ext uri="{FF2B5EF4-FFF2-40B4-BE49-F238E27FC236}">
                  <a16:creationId xmlns:a16="http://schemas.microsoft.com/office/drawing/2014/main" id="{685570A9-A2CE-4BDF-97EA-FE66BCB36921}"/>
                </a:ext>
              </a:extLst>
            </p:cNvPr>
            <p:cNvSpPr/>
            <p:nvPr/>
          </p:nvSpPr>
          <p:spPr>
            <a:xfrm>
              <a:off x="525628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3</a:t>
              </a:r>
              <a:endParaRPr lang="ko-KR" altLang="en-US" sz="600" dirty="0">
                <a:solidFill>
                  <a:schemeClr val="tx1"/>
                </a:solidFill>
              </a:endParaRPr>
            </a:p>
          </p:txBody>
        </p:sp>
        <p:sp>
          <p:nvSpPr>
            <p:cNvPr id="63" name="직사각형 62">
              <a:extLst>
                <a:ext uri="{FF2B5EF4-FFF2-40B4-BE49-F238E27FC236}">
                  <a16:creationId xmlns:a16="http://schemas.microsoft.com/office/drawing/2014/main" id="{9684557E-0FB2-46B1-908E-47D48985427A}"/>
                </a:ext>
              </a:extLst>
            </p:cNvPr>
            <p:cNvSpPr/>
            <p:nvPr/>
          </p:nvSpPr>
          <p:spPr>
            <a:xfrm>
              <a:off x="545006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4</a:t>
              </a:r>
              <a:endParaRPr lang="ko-KR" altLang="en-US" sz="600" dirty="0">
                <a:solidFill>
                  <a:schemeClr val="tx1"/>
                </a:solidFill>
              </a:endParaRPr>
            </a:p>
          </p:txBody>
        </p:sp>
        <p:sp>
          <p:nvSpPr>
            <p:cNvPr id="64" name="직사각형 63">
              <a:extLst>
                <a:ext uri="{FF2B5EF4-FFF2-40B4-BE49-F238E27FC236}">
                  <a16:creationId xmlns:a16="http://schemas.microsoft.com/office/drawing/2014/main" id="{0968910F-C048-41A5-B09E-67A5F0CC46E3}"/>
                </a:ext>
              </a:extLst>
            </p:cNvPr>
            <p:cNvSpPr/>
            <p:nvPr/>
          </p:nvSpPr>
          <p:spPr>
            <a:xfrm>
              <a:off x="564384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5</a:t>
              </a:r>
              <a:endParaRPr lang="ko-KR" altLang="en-US" sz="600" dirty="0">
                <a:solidFill>
                  <a:schemeClr val="tx1"/>
                </a:solidFill>
              </a:endParaRPr>
            </a:p>
          </p:txBody>
        </p:sp>
        <p:sp>
          <p:nvSpPr>
            <p:cNvPr id="65" name="직사각형 64">
              <a:extLst>
                <a:ext uri="{FF2B5EF4-FFF2-40B4-BE49-F238E27FC236}">
                  <a16:creationId xmlns:a16="http://schemas.microsoft.com/office/drawing/2014/main" id="{2B9C35F0-C6FF-46AC-9E9F-D8DEC54BD539}"/>
                </a:ext>
              </a:extLst>
            </p:cNvPr>
            <p:cNvSpPr/>
            <p:nvPr/>
          </p:nvSpPr>
          <p:spPr>
            <a:xfrm>
              <a:off x="583762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6</a:t>
              </a:r>
              <a:endParaRPr lang="ko-KR" altLang="en-US" sz="600" dirty="0">
                <a:solidFill>
                  <a:schemeClr val="tx1"/>
                </a:solidFill>
              </a:endParaRPr>
            </a:p>
          </p:txBody>
        </p:sp>
        <p:sp>
          <p:nvSpPr>
            <p:cNvPr id="66" name="직사각형 65">
              <a:extLst>
                <a:ext uri="{FF2B5EF4-FFF2-40B4-BE49-F238E27FC236}">
                  <a16:creationId xmlns:a16="http://schemas.microsoft.com/office/drawing/2014/main" id="{99915256-730E-4D1B-9D64-801D0C1346A6}"/>
                </a:ext>
              </a:extLst>
            </p:cNvPr>
            <p:cNvSpPr/>
            <p:nvPr/>
          </p:nvSpPr>
          <p:spPr>
            <a:xfrm>
              <a:off x="603140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7</a:t>
              </a:r>
              <a:endParaRPr lang="ko-KR" altLang="en-US" sz="600" dirty="0">
                <a:solidFill>
                  <a:schemeClr val="tx1"/>
                </a:solidFill>
              </a:endParaRPr>
            </a:p>
          </p:txBody>
        </p:sp>
        <p:sp>
          <p:nvSpPr>
            <p:cNvPr id="67" name="직사각형 66">
              <a:extLst>
                <a:ext uri="{FF2B5EF4-FFF2-40B4-BE49-F238E27FC236}">
                  <a16:creationId xmlns:a16="http://schemas.microsoft.com/office/drawing/2014/main" id="{6B1FABD1-A31E-424A-8780-869139763B5F}"/>
                </a:ext>
              </a:extLst>
            </p:cNvPr>
            <p:cNvSpPr/>
            <p:nvPr/>
          </p:nvSpPr>
          <p:spPr>
            <a:xfrm>
              <a:off x="622518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8</a:t>
              </a:r>
              <a:endParaRPr lang="ko-KR" altLang="en-US" sz="600" dirty="0">
                <a:solidFill>
                  <a:schemeClr val="tx1"/>
                </a:solidFill>
              </a:endParaRPr>
            </a:p>
          </p:txBody>
        </p:sp>
        <p:sp>
          <p:nvSpPr>
            <p:cNvPr id="68" name="직사각형 67">
              <a:extLst>
                <a:ext uri="{FF2B5EF4-FFF2-40B4-BE49-F238E27FC236}">
                  <a16:creationId xmlns:a16="http://schemas.microsoft.com/office/drawing/2014/main" id="{77FE50D7-54B1-40B8-92F9-E95486CC48D8}"/>
                </a:ext>
              </a:extLst>
            </p:cNvPr>
            <p:cNvSpPr/>
            <p:nvPr/>
          </p:nvSpPr>
          <p:spPr>
            <a:xfrm>
              <a:off x="641896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9</a:t>
              </a:r>
              <a:endParaRPr lang="ko-KR" altLang="en-US" sz="600" dirty="0">
                <a:solidFill>
                  <a:schemeClr val="tx1"/>
                </a:solidFill>
              </a:endParaRPr>
            </a:p>
          </p:txBody>
        </p:sp>
        <p:sp>
          <p:nvSpPr>
            <p:cNvPr id="69" name="직사각형 68">
              <a:extLst>
                <a:ext uri="{FF2B5EF4-FFF2-40B4-BE49-F238E27FC236}">
                  <a16:creationId xmlns:a16="http://schemas.microsoft.com/office/drawing/2014/main" id="{B097735F-C080-4DEA-A86D-2559B112FE3F}"/>
                </a:ext>
              </a:extLst>
            </p:cNvPr>
            <p:cNvSpPr/>
            <p:nvPr/>
          </p:nvSpPr>
          <p:spPr>
            <a:xfrm>
              <a:off x="6612745" y="5516678"/>
              <a:ext cx="440518"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500" dirty="0">
                  <a:solidFill>
                    <a:schemeClr val="tx1"/>
                  </a:solidFill>
                </a:rPr>
                <a:t>NEXT </a:t>
              </a:r>
              <a:r>
                <a:rPr lang="ko-KR" altLang="en-US" sz="500" b="1" dirty="0">
                  <a:solidFill>
                    <a:srgbClr val="FF0000"/>
                  </a:solidFill>
                </a:rPr>
                <a:t>＞</a:t>
              </a:r>
            </a:p>
          </p:txBody>
        </p:sp>
        <p:sp>
          <p:nvSpPr>
            <p:cNvPr id="70" name="직사각형 69">
              <a:extLst>
                <a:ext uri="{FF2B5EF4-FFF2-40B4-BE49-F238E27FC236}">
                  <a16:creationId xmlns:a16="http://schemas.microsoft.com/office/drawing/2014/main" id="{402ADEB4-0D81-466A-9287-BF8F4152F8BB}"/>
                </a:ext>
              </a:extLst>
            </p:cNvPr>
            <p:cNvSpPr/>
            <p:nvPr/>
          </p:nvSpPr>
          <p:spPr>
            <a:xfrm>
              <a:off x="7053262" y="5516678"/>
              <a:ext cx="440517"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500" dirty="0">
                  <a:solidFill>
                    <a:schemeClr val="tx1"/>
                  </a:solidFill>
                </a:rPr>
                <a:t>LAST </a:t>
              </a:r>
              <a:r>
                <a:rPr lang="ko-KR" altLang="en-US" sz="500" b="1" dirty="0">
                  <a:solidFill>
                    <a:srgbClr val="FF0000"/>
                  </a:solidFill>
                </a:rPr>
                <a:t>≫</a:t>
              </a:r>
            </a:p>
          </p:txBody>
        </p:sp>
        <p:sp>
          <p:nvSpPr>
            <p:cNvPr id="71" name="직사각형 70">
              <a:extLst>
                <a:ext uri="{FF2B5EF4-FFF2-40B4-BE49-F238E27FC236}">
                  <a16:creationId xmlns:a16="http://schemas.microsoft.com/office/drawing/2014/main" id="{99B58963-BE4E-4750-B14F-BB714881339B}"/>
                </a:ext>
              </a:extLst>
            </p:cNvPr>
            <p:cNvSpPr/>
            <p:nvPr/>
          </p:nvSpPr>
          <p:spPr>
            <a:xfrm>
              <a:off x="3987692" y="5516678"/>
              <a:ext cx="440518"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500" b="1" dirty="0">
                  <a:solidFill>
                    <a:srgbClr val="FF0000"/>
                  </a:solidFill>
                </a:rPr>
                <a:t>≪</a:t>
              </a:r>
              <a:r>
                <a:rPr lang="ko-KR" altLang="en-US" sz="500" dirty="0">
                  <a:solidFill>
                    <a:schemeClr val="tx1"/>
                  </a:solidFill>
                </a:rPr>
                <a:t> </a:t>
              </a:r>
              <a:r>
                <a:rPr lang="en-US" altLang="ko-KR" sz="500" dirty="0">
                  <a:solidFill>
                    <a:schemeClr val="tx1"/>
                  </a:solidFill>
                </a:rPr>
                <a:t>FIRST</a:t>
              </a:r>
              <a:endParaRPr lang="ko-KR" altLang="en-US" sz="500" b="1" dirty="0">
                <a:solidFill>
                  <a:srgbClr val="FF0000"/>
                </a:solidFill>
              </a:endParaRPr>
            </a:p>
          </p:txBody>
        </p:sp>
        <p:sp>
          <p:nvSpPr>
            <p:cNvPr id="72" name="직사각형 71">
              <a:extLst>
                <a:ext uri="{FF2B5EF4-FFF2-40B4-BE49-F238E27FC236}">
                  <a16:creationId xmlns:a16="http://schemas.microsoft.com/office/drawing/2014/main" id="{F6DCC5C5-5951-477A-8B1F-7753FBC11A90}"/>
                </a:ext>
              </a:extLst>
            </p:cNvPr>
            <p:cNvSpPr/>
            <p:nvPr/>
          </p:nvSpPr>
          <p:spPr>
            <a:xfrm>
              <a:off x="4428209" y="5516678"/>
              <a:ext cx="440517"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500" b="1" dirty="0">
                  <a:solidFill>
                    <a:srgbClr val="FF0000"/>
                  </a:solidFill>
                </a:rPr>
                <a:t>＜ </a:t>
              </a:r>
              <a:r>
                <a:rPr lang="en-US" altLang="ko-KR" sz="500" dirty="0">
                  <a:solidFill>
                    <a:schemeClr val="tx1"/>
                  </a:solidFill>
                </a:rPr>
                <a:t>PREV</a:t>
              </a:r>
              <a:endParaRPr lang="ko-KR" altLang="en-US" sz="500" b="1" dirty="0">
                <a:solidFill>
                  <a:srgbClr val="FF0000"/>
                </a:solidFill>
              </a:endParaRPr>
            </a:p>
          </p:txBody>
        </p:sp>
      </p:grpSp>
      <p:sp>
        <p:nvSpPr>
          <p:cNvPr id="73" name="TextBox 72">
            <a:extLst>
              <a:ext uri="{FF2B5EF4-FFF2-40B4-BE49-F238E27FC236}">
                <a16:creationId xmlns:a16="http://schemas.microsoft.com/office/drawing/2014/main" id="{474F5437-90BE-4AF0-AADA-F71289991913}"/>
              </a:ext>
            </a:extLst>
          </p:cNvPr>
          <p:cNvSpPr txBox="1"/>
          <p:nvPr userDrawn="1"/>
        </p:nvSpPr>
        <p:spPr>
          <a:xfrm>
            <a:off x="1923070" y="8636000"/>
            <a:ext cx="3028393" cy="215444"/>
          </a:xfrm>
          <a:prstGeom prst="rect">
            <a:avLst/>
          </a:prstGeom>
          <a:noFill/>
        </p:spPr>
        <p:txBody>
          <a:bodyPr wrap="none" rtlCol="0">
            <a:spAutoFit/>
          </a:bodyPr>
          <a:lstStyle/>
          <a:p>
            <a:r>
              <a:rPr lang="en-US" altLang="ko-KR" sz="800" dirty="0"/>
              <a:t>91.  </a:t>
            </a:r>
            <a:r>
              <a:rPr lang="ko-KR" altLang="en-US" sz="800" dirty="0"/>
              <a:t>아무개 </a:t>
            </a:r>
            <a:r>
              <a:rPr lang="en-US" altLang="ko-KR" sz="800" dirty="0"/>
              <a:t>( abc123@gmail.com )   </a:t>
            </a:r>
            <a:r>
              <a:rPr lang="en-US" altLang="ko-KR" sz="800" i="1" dirty="0"/>
              <a:t>2025. 05. 30 11:12:22    </a:t>
            </a:r>
            <a:endParaRPr lang="ko-KR" altLang="en-US" sz="800" i="1" dirty="0"/>
          </a:p>
        </p:txBody>
      </p:sp>
      <p:sp>
        <p:nvSpPr>
          <p:cNvPr id="74" name="직사각형 73">
            <a:extLst>
              <a:ext uri="{FF2B5EF4-FFF2-40B4-BE49-F238E27FC236}">
                <a16:creationId xmlns:a16="http://schemas.microsoft.com/office/drawing/2014/main" id="{9A1F697C-7E60-4D4B-B39F-93D27EEA7A4B}"/>
              </a:ext>
            </a:extLst>
          </p:cNvPr>
          <p:cNvSpPr/>
          <p:nvPr userDrawn="1"/>
        </p:nvSpPr>
        <p:spPr>
          <a:xfrm>
            <a:off x="2201445" y="8878467"/>
            <a:ext cx="7329060" cy="589278"/>
          </a:xfrm>
          <a:prstGeom prst="rect">
            <a:avLst/>
          </a:pr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ko-KR" altLang="en-US" sz="800" dirty="0">
                <a:solidFill>
                  <a:schemeClr val="tx1"/>
                </a:solidFill>
              </a:rPr>
              <a:t>댓글 내용 입력하였습니다</a:t>
            </a:r>
            <a:r>
              <a:rPr lang="en-US" altLang="ko-KR" sz="800" dirty="0">
                <a:solidFill>
                  <a:schemeClr val="tx1"/>
                </a:solidFill>
              </a:rPr>
              <a:t>. </a:t>
            </a:r>
            <a:r>
              <a:rPr lang="ko-KR" altLang="en-US" sz="800" dirty="0">
                <a:solidFill>
                  <a:schemeClr val="tx1"/>
                </a:solidFill>
              </a:rPr>
              <a:t>댓글 내용 입력하였습니다</a:t>
            </a:r>
            <a:r>
              <a:rPr lang="en-US" altLang="ko-KR" sz="800" dirty="0">
                <a:solidFill>
                  <a:schemeClr val="tx1"/>
                </a:solidFill>
              </a:rPr>
              <a:t>. </a:t>
            </a:r>
            <a:r>
              <a:rPr lang="ko-KR" altLang="en-US" sz="800" dirty="0">
                <a:solidFill>
                  <a:schemeClr val="tx1"/>
                </a:solidFill>
              </a:rPr>
              <a:t>댓글 내용 입력하였습니다</a:t>
            </a:r>
            <a:r>
              <a:rPr lang="en-US" altLang="ko-KR" sz="800" dirty="0">
                <a:solidFill>
                  <a:schemeClr val="tx1"/>
                </a:solidFill>
              </a:rPr>
              <a:t>. </a:t>
            </a:r>
          </a:p>
          <a:p>
            <a:endParaRPr lang="en-US" altLang="ko-KR" sz="800" dirty="0">
              <a:solidFill>
                <a:schemeClr val="tx1"/>
              </a:solidFill>
            </a:endParaRPr>
          </a:p>
          <a:p>
            <a:r>
              <a:rPr lang="ko-KR" altLang="en-US" sz="800" dirty="0">
                <a:solidFill>
                  <a:schemeClr val="tx1"/>
                </a:solidFill>
              </a:rPr>
              <a:t>댓글 내용 입력하였습니다</a:t>
            </a:r>
            <a:r>
              <a:rPr lang="en-US" altLang="ko-KR" sz="800" dirty="0">
                <a:solidFill>
                  <a:schemeClr val="tx1"/>
                </a:solidFill>
              </a:rPr>
              <a:t>. </a:t>
            </a:r>
            <a:r>
              <a:rPr lang="ko-KR" altLang="en-US" sz="800" dirty="0">
                <a:solidFill>
                  <a:schemeClr val="tx1"/>
                </a:solidFill>
              </a:rPr>
              <a:t>댓글 내용 입력하였습니다</a:t>
            </a:r>
            <a:r>
              <a:rPr lang="en-US" altLang="ko-KR" sz="800" dirty="0">
                <a:solidFill>
                  <a:schemeClr val="tx1"/>
                </a:solidFill>
              </a:rPr>
              <a:t>. </a:t>
            </a:r>
            <a:endParaRPr lang="ko-KR" altLang="en-US" sz="800" dirty="0">
              <a:solidFill>
                <a:schemeClr val="tx1"/>
              </a:solidFill>
            </a:endParaRPr>
          </a:p>
          <a:p>
            <a:endParaRPr lang="ko-KR" altLang="en-US" sz="800" dirty="0">
              <a:solidFill>
                <a:schemeClr val="tx1"/>
              </a:solidFill>
            </a:endParaRPr>
          </a:p>
          <a:p>
            <a:r>
              <a:rPr lang="ko-KR" altLang="en-US" sz="800" dirty="0">
                <a:solidFill>
                  <a:schemeClr val="tx1"/>
                </a:solidFill>
              </a:rPr>
              <a:t> </a:t>
            </a:r>
          </a:p>
          <a:p>
            <a:endParaRPr lang="ko-KR" altLang="en-US" sz="800" dirty="0">
              <a:solidFill>
                <a:schemeClr val="tx1"/>
              </a:solidFill>
            </a:endParaRPr>
          </a:p>
        </p:txBody>
      </p:sp>
      <p:sp>
        <p:nvSpPr>
          <p:cNvPr id="75" name="직사각형 74">
            <a:extLst>
              <a:ext uri="{FF2B5EF4-FFF2-40B4-BE49-F238E27FC236}">
                <a16:creationId xmlns:a16="http://schemas.microsoft.com/office/drawing/2014/main" id="{4B4E8180-753A-4A73-BFF6-8A3517AE8320}"/>
              </a:ext>
            </a:extLst>
          </p:cNvPr>
          <p:cNvSpPr/>
          <p:nvPr userDrawn="1"/>
        </p:nvSpPr>
        <p:spPr>
          <a:xfrm>
            <a:off x="4816151" y="8678851"/>
            <a:ext cx="388737"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76" name="직사각형 75">
            <a:extLst>
              <a:ext uri="{FF2B5EF4-FFF2-40B4-BE49-F238E27FC236}">
                <a16:creationId xmlns:a16="http://schemas.microsoft.com/office/drawing/2014/main" id="{2BD0F168-FD82-424E-9C9E-A027C09F26A6}"/>
              </a:ext>
            </a:extLst>
          </p:cNvPr>
          <p:cNvSpPr/>
          <p:nvPr userDrawn="1"/>
        </p:nvSpPr>
        <p:spPr>
          <a:xfrm>
            <a:off x="5275650" y="8678851"/>
            <a:ext cx="388737"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77" name="직사각형 76">
            <a:extLst>
              <a:ext uri="{FF2B5EF4-FFF2-40B4-BE49-F238E27FC236}">
                <a16:creationId xmlns:a16="http://schemas.microsoft.com/office/drawing/2014/main" id="{0642E8F4-FC9F-4A04-AEE8-4EF14389091E}"/>
              </a:ext>
            </a:extLst>
          </p:cNvPr>
          <p:cNvSpPr/>
          <p:nvPr userDrawn="1"/>
        </p:nvSpPr>
        <p:spPr>
          <a:xfrm>
            <a:off x="9444889" y="8908109"/>
            <a:ext cx="62168" cy="282783"/>
          </a:xfrm>
          <a:prstGeom prst="rect">
            <a:avLst/>
          </a:prstGeom>
          <a:solidFill>
            <a:schemeClr val="bg1"/>
          </a:solid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TextBox 77">
            <a:extLst>
              <a:ext uri="{FF2B5EF4-FFF2-40B4-BE49-F238E27FC236}">
                <a16:creationId xmlns:a16="http://schemas.microsoft.com/office/drawing/2014/main" id="{9DA92659-E9AB-4938-9DB4-8522732BFFB5}"/>
              </a:ext>
            </a:extLst>
          </p:cNvPr>
          <p:cNvSpPr txBox="1"/>
          <p:nvPr userDrawn="1"/>
        </p:nvSpPr>
        <p:spPr>
          <a:xfrm>
            <a:off x="1923070" y="9670014"/>
            <a:ext cx="3028393" cy="215444"/>
          </a:xfrm>
          <a:prstGeom prst="rect">
            <a:avLst/>
          </a:prstGeom>
          <a:noFill/>
        </p:spPr>
        <p:txBody>
          <a:bodyPr wrap="none" rtlCol="0">
            <a:spAutoFit/>
          </a:bodyPr>
          <a:lstStyle/>
          <a:p>
            <a:r>
              <a:rPr lang="en-US" altLang="ko-KR" sz="800" dirty="0"/>
              <a:t>90.  </a:t>
            </a:r>
            <a:r>
              <a:rPr lang="ko-KR" altLang="en-US" sz="800" dirty="0"/>
              <a:t>아무개 </a:t>
            </a:r>
            <a:r>
              <a:rPr lang="en-US" altLang="ko-KR" sz="800" dirty="0"/>
              <a:t>( abc123@gmail.com )   </a:t>
            </a:r>
            <a:r>
              <a:rPr lang="en-US" altLang="ko-KR" sz="800" i="1" dirty="0"/>
              <a:t>2025. 05. 30 11:12:22    </a:t>
            </a:r>
            <a:endParaRPr lang="ko-KR" altLang="en-US" sz="800" i="1" dirty="0"/>
          </a:p>
        </p:txBody>
      </p:sp>
      <p:sp>
        <p:nvSpPr>
          <p:cNvPr id="79" name="직사각형 78">
            <a:extLst>
              <a:ext uri="{FF2B5EF4-FFF2-40B4-BE49-F238E27FC236}">
                <a16:creationId xmlns:a16="http://schemas.microsoft.com/office/drawing/2014/main" id="{D7138EC4-52F1-41F3-A122-C9205D2FCC7D}"/>
              </a:ext>
            </a:extLst>
          </p:cNvPr>
          <p:cNvSpPr/>
          <p:nvPr userDrawn="1"/>
        </p:nvSpPr>
        <p:spPr>
          <a:xfrm>
            <a:off x="2201445" y="9912481"/>
            <a:ext cx="7329060" cy="589278"/>
          </a:xfrm>
          <a:prstGeom prst="rect">
            <a:avLst/>
          </a:pr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ko-KR" altLang="en-US" sz="800" dirty="0">
                <a:solidFill>
                  <a:schemeClr val="tx1"/>
                </a:solidFill>
              </a:rPr>
              <a:t>댓글 내용 입력하였습니다</a:t>
            </a:r>
            <a:r>
              <a:rPr lang="en-US" altLang="ko-KR" sz="800" dirty="0">
                <a:solidFill>
                  <a:schemeClr val="tx1"/>
                </a:solidFill>
              </a:rPr>
              <a:t>. </a:t>
            </a:r>
            <a:r>
              <a:rPr lang="ko-KR" altLang="en-US" sz="800" dirty="0">
                <a:solidFill>
                  <a:schemeClr val="tx1"/>
                </a:solidFill>
              </a:rPr>
              <a:t>댓글 내용 입력하였습니다</a:t>
            </a:r>
            <a:r>
              <a:rPr lang="en-US" altLang="ko-KR" sz="800" dirty="0">
                <a:solidFill>
                  <a:schemeClr val="tx1"/>
                </a:solidFill>
              </a:rPr>
              <a:t>. </a:t>
            </a:r>
            <a:r>
              <a:rPr lang="ko-KR" altLang="en-US" sz="800" dirty="0">
                <a:solidFill>
                  <a:schemeClr val="tx1"/>
                </a:solidFill>
              </a:rPr>
              <a:t>댓글 내용 입력하였습니다</a:t>
            </a:r>
            <a:r>
              <a:rPr lang="en-US" altLang="ko-KR" sz="800" dirty="0">
                <a:solidFill>
                  <a:schemeClr val="tx1"/>
                </a:solidFill>
              </a:rPr>
              <a:t>. </a:t>
            </a:r>
          </a:p>
          <a:p>
            <a:endParaRPr lang="en-US" altLang="ko-KR" sz="800" dirty="0">
              <a:solidFill>
                <a:schemeClr val="tx1"/>
              </a:solidFill>
            </a:endParaRPr>
          </a:p>
          <a:p>
            <a:r>
              <a:rPr lang="ko-KR" altLang="en-US" sz="800" dirty="0">
                <a:solidFill>
                  <a:schemeClr val="tx1"/>
                </a:solidFill>
              </a:rPr>
              <a:t>댓글 내용 입력하였습니다</a:t>
            </a:r>
            <a:r>
              <a:rPr lang="en-US" altLang="ko-KR" sz="800" dirty="0">
                <a:solidFill>
                  <a:schemeClr val="tx1"/>
                </a:solidFill>
              </a:rPr>
              <a:t>. </a:t>
            </a:r>
            <a:r>
              <a:rPr lang="ko-KR" altLang="en-US" sz="800" dirty="0">
                <a:solidFill>
                  <a:schemeClr val="tx1"/>
                </a:solidFill>
              </a:rPr>
              <a:t>댓글 내용 입력하였습니다</a:t>
            </a:r>
            <a:r>
              <a:rPr lang="en-US" altLang="ko-KR" sz="800" dirty="0">
                <a:solidFill>
                  <a:schemeClr val="tx1"/>
                </a:solidFill>
              </a:rPr>
              <a:t>. </a:t>
            </a:r>
            <a:endParaRPr lang="ko-KR" altLang="en-US" sz="800" dirty="0">
              <a:solidFill>
                <a:schemeClr val="tx1"/>
              </a:solidFill>
            </a:endParaRPr>
          </a:p>
          <a:p>
            <a:endParaRPr lang="ko-KR" altLang="en-US" sz="800" dirty="0">
              <a:solidFill>
                <a:schemeClr val="tx1"/>
              </a:solidFill>
            </a:endParaRPr>
          </a:p>
          <a:p>
            <a:r>
              <a:rPr lang="ko-KR" altLang="en-US" sz="800" dirty="0">
                <a:solidFill>
                  <a:schemeClr val="tx1"/>
                </a:solidFill>
              </a:rPr>
              <a:t> </a:t>
            </a:r>
          </a:p>
          <a:p>
            <a:endParaRPr lang="ko-KR" altLang="en-US" sz="800" dirty="0">
              <a:solidFill>
                <a:schemeClr val="tx1"/>
              </a:solidFill>
            </a:endParaRPr>
          </a:p>
        </p:txBody>
      </p:sp>
      <p:sp>
        <p:nvSpPr>
          <p:cNvPr id="80" name="직사각형 79">
            <a:extLst>
              <a:ext uri="{FF2B5EF4-FFF2-40B4-BE49-F238E27FC236}">
                <a16:creationId xmlns:a16="http://schemas.microsoft.com/office/drawing/2014/main" id="{5691B6F9-B435-4AB4-9D80-F2D033154A7F}"/>
              </a:ext>
            </a:extLst>
          </p:cNvPr>
          <p:cNvSpPr/>
          <p:nvPr userDrawn="1"/>
        </p:nvSpPr>
        <p:spPr>
          <a:xfrm>
            <a:off x="4816151" y="9712865"/>
            <a:ext cx="388737"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81" name="직사각형 80">
            <a:extLst>
              <a:ext uri="{FF2B5EF4-FFF2-40B4-BE49-F238E27FC236}">
                <a16:creationId xmlns:a16="http://schemas.microsoft.com/office/drawing/2014/main" id="{31E128FA-1EC2-492E-9410-6B3794CB863B}"/>
              </a:ext>
            </a:extLst>
          </p:cNvPr>
          <p:cNvSpPr/>
          <p:nvPr userDrawn="1"/>
        </p:nvSpPr>
        <p:spPr>
          <a:xfrm>
            <a:off x="5275650" y="9712865"/>
            <a:ext cx="388737"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82" name="직사각형 81">
            <a:extLst>
              <a:ext uri="{FF2B5EF4-FFF2-40B4-BE49-F238E27FC236}">
                <a16:creationId xmlns:a16="http://schemas.microsoft.com/office/drawing/2014/main" id="{8018C10D-70CE-460B-B89C-068678088D01}"/>
              </a:ext>
            </a:extLst>
          </p:cNvPr>
          <p:cNvSpPr/>
          <p:nvPr userDrawn="1"/>
        </p:nvSpPr>
        <p:spPr>
          <a:xfrm>
            <a:off x="9444889" y="9942123"/>
            <a:ext cx="62168" cy="282783"/>
          </a:xfrm>
          <a:prstGeom prst="rect">
            <a:avLst/>
          </a:prstGeom>
          <a:solidFill>
            <a:schemeClr val="bg1"/>
          </a:solid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066036698"/>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16_사용자 지정 레이아웃">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C3093453-8C73-4FC9-B935-0B01D460BF5D}"/>
              </a:ext>
            </a:extLst>
          </p:cNvPr>
          <p:cNvSpPr/>
          <p:nvPr userDrawn="1"/>
        </p:nvSpPr>
        <p:spPr>
          <a:xfrm>
            <a:off x="1346993" y="617990"/>
            <a:ext cx="8765104" cy="246221"/>
          </a:xfrm>
          <a:prstGeom prst="rect">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700" dirty="0">
                <a:solidFill>
                  <a:schemeClr val="bg1">
                    <a:lumMod val="50000"/>
                  </a:schemeClr>
                </a:solidFill>
              </a:rPr>
              <a:t>Home &gt; </a:t>
            </a:r>
            <a:r>
              <a:rPr lang="ko-KR" altLang="en-US" sz="700" dirty="0">
                <a:solidFill>
                  <a:schemeClr val="bg1">
                    <a:lumMod val="50000"/>
                  </a:schemeClr>
                </a:solidFill>
              </a:rPr>
              <a:t>대분류 </a:t>
            </a:r>
            <a:r>
              <a:rPr lang="en-US" altLang="ko-KR" sz="700" dirty="0">
                <a:solidFill>
                  <a:schemeClr val="bg1">
                    <a:lumMod val="50000"/>
                  </a:schemeClr>
                </a:solidFill>
              </a:rPr>
              <a:t>#1 &gt; </a:t>
            </a:r>
            <a:r>
              <a:rPr lang="ko-KR" altLang="en-US" sz="700" dirty="0">
                <a:solidFill>
                  <a:schemeClr val="bg1">
                    <a:lumMod val="50000"/>
                  </a:schemeClr>
                </a:solidFill>
              </a:rPr>
              <a:t>중분류 </a:t>
            </a:r>
            <a:r>
              <a:rPr lang="en-US" altLang="ko-KR" sz="700" dirty="0">
                <a:solidFill>
                  <a:schemeClr val="bg1">
                    <a:lumMod val="50000"/>
                  </a:schemeClr>
                </a:solidFill>
              </a:rPr>
              <a:t>#3 &gt; </a:t>
            </a:r>
            <a:r>
              <a:rPr lang="ko-KR" altLang="en-US" sz="700" b="1" dirty="0">
                <a:solidFill>
                  <a:schemeClr val="tx1"/>
                </a:solidFill>
              </a:rPr>
              <a:t>소분류 </a:t>
            </a:r>
            <a:r>
              <a:rPr lang="en-US" altLang="ko-KR" sz="700" b="1" dirty="0">
                <a:solidFill>
                  <a:schemeClr val="tx1"/>
                </a:solidFill>
              </a:rPr>
              <a:t>#1</a:t>
            </a:r>
            <a:endParaRPr lang="ko-KR" altLang="en-US" sz="700" b="1" dirty="0">
              <a:solidFill>
                <a:schemeClr val="tx1"/>
              </a:solidFill>
            </a:endParaRPr>
          </a:p>
        </p:txBody>
      </p:sp>
      <p:sp>
        <p:nvSpPr>
          <p:cNvPr id="4" name="직사각형 3">
            <a:extLst>
              <a:ext uri="{FF2B5EF4-FFF2-40B4-BE49-F238E27FC236}">
                <a16:creationId xmlns:a16="http://schemas.microsoft.com/office/drawing/2014/main" id="{FA422F1D-30BC-457C-B07D-B6265C1665E7}"/>
              </a:ext>
            </a:extLst>
          </p:cNvPr>
          <p:cNvSpPr/>
          <p:nvPr userDrawn="1"/>
        </p:nvSpPr>
        <p:spPr>
          <a:xfrm>
            <a:off x="48090" y="3000124"/>
            <a:ext cx="1304990" cy="20692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A47A65EA-911F-4C55-9BAA-890031C80A6F}"/>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a:extLst>
              <a:ext uri="{FF2B5EF4-FFF2-40B4-BE49-F238E27FC236}">
                <a16:creationId xmlns:a16="http://schemas.microsoft.com/office/drawing/2014/main" id="{570AEC3F-6AC4-478B-BA47-6749682A2082}"/>
              </a:ext>
            </a:extLst>
          </p:cNvPr>
          <p:cNvGrpSpPr/>
          <p:nvPr userDrawn="1"/>
        </p:nvGrpSpPr>
        <p:grpSpPr>
          <a:xfrm>
            <a:off x="178017" y="61416"/>
            <a:ext cx="988764" cy="230583"/>
            <a:chOff x="2843808" y="1955121"/>
            <a:chExt cx="1674813" cy="596970"/>
          </a:xfrm>
          <a:solidFill>
            <a:schemeClr val="bg1">
              <a:lumMod val="95000"/>
            </a:schemeClr>
          </a:solidFill>
        </p:grpSpPr>
        <p:sp>
          <p:nvSpPr>
            <p:cNvPr id="7" name="Border">
              <a:extLst>
                <a:ext uri="{FF2B5EF4-FFF2-40B4-BE49-F238E27FC236}">
                  <a16:creationId xmlns:a16="http://schemas.microsoft.com/office/drawing/2014/main" id="{DA7600EE-9A8A-4061-9812-FB7B587C297B}"/>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A47199FC-44D6-4542-BA86-8E3FCD443DAF}"/>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98313CF4-4DBB-4113-9ECE-AB115D5C0801}"/>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TextBox 9">
              <a:extLst>
                <a:ext uri="{FF2B5EF4-FFF2-40B4-BE49-F238E27FC236}">
                  <a16:creationId xmlns:a16="http://schemas.microsoft.com/office/drawing/2014/main" id="{102ED350-250B-4845-902F-BCA1DC6E845D}"/>
                </a:ext>
              </a:extLst>
            </p:cNvPr>
            <p:cNvSpPr txBox="1"/>
            <p:nvPr/>
          </p:nvSpPr>
          <p:spPr>
            <a:xfrm>
              <a:off x="3163636" y="1988907"/>
              <a:ext cx="1035156" cy="438251"/>
            </a:xfrm>
            <a:prstGeom prst="rect">
              <a:avLst/>
            </a:prstGeom>
            <a:solidFill>
              <a:schemeClr val="bg1"/>
            </a:solidFill>
            <a:ln>
              <a:noFill/>
            </a:ln>
          </p:spPr>
          <p:txBody>
            <a:bodyPr wrap="square" rtlCol="0">
              <a:spAutoFit/>
            </a:bodyPr>
            <a:lstStyle/>
            <a:p>
              <a:pPr algn="ctr"/>
              <a:r>
                <a:rPr lang="en-US" altLang="ko-KR" sz="500" dirty="0">
                  <a:solidFill>
                    <a:schemeClr val="tx1">
                      <a:lumMod val="50000"/>
                      <a:lumOff val="50000"/>
                    </a:schemeClr>
                  </a:solidFill>
                </a:rPr>
                <a:t>LOGO</a:t>
              </a:r>
              <a:endParaRPr lang="ko-KR" altLang="en-US" sz="500" dirty="0">
                <a:solidFill>
                  <a:schemeClr val="tx1">
                    <a:lumMod val="50000"/>
                    <a:lumOff val="50000"/>
                  </a:schemeClr>
                </a:solidFill>
              </a:endParaRPr>
            </a:p>
          </p:txBody>
        </p:sp>
      </p:grpSp>
      <p:sp>
        <p:nvSpPr>
          <p:cNvPr id="11" name="직사각형 10">
            <a:extLst>
              <a:ext uri="{FF2B5EF4-FFF2-40B4-BE49-F238E27FC236}">
                <a16:creationId xmlns:a16="http://schemas.microsoft.com/office/drawing/2014/main" id="{525FF45D-04A1-4DAB-80D8-8C8630E66694}"/>
              </a:ext>
            </a:extLst>
          </p:cNvPr>
          <p:cNvSpPr/>
          <p:nvPr userDrawn="1"/>
        </p:nvSpPr>
        <p:spPr>
          <a:xfrm>
            <a:off x="7135932" y="59073"/>
            <a:ext cx="2933097" cy="253211"/>
          </a:xfrm>
          <a:prstGeom prst="rect">
            <a:avLst/>
          </a:prstGeom>
        </p:spPr>
        <p:txBody>
          <a:bodyPr wrap="square">
            <a:spAutoFit/>
          </a:bodyPr>
          <a:lstStyle/>
          <a:p>
            <a:pPr algn="r">
              <a:lnSpc>
                <a:spcPct val="150000"/>
              </a:lnSpc>
            </a:pPr>
            <a:r>
              <a:rPr lang="en-US" altLang="ko-KR" sz="800" dirty="0">
                <a:solidFill>
                  <a:schemeClr val="bg1">
                    <a:lumMod val="75000"/>
                  </a:schemeClr>
                </a:solidFill>
                <a:latin typeface="+mj-ea"/>
                <a:ea typeface="+mj-ea"/>
              </a:rPr>
              <a:t> </a:t>
            </a:r>
            <a:r>
              <a:rPr lang="en-US" altLang="ko-KR" sz="800" b="1" dirty="0">
                <a:solidFill>
                  <a:schemeClr val="tx1"/>
                </a:solidFill>
                <a:latin typeface="+mj-ea"/>
                <a:ea typeface="+mj-ea"/>
              </a:rPr>
              <a:t>[ </a:t>
            </a:r>
            <a:r>
              <a:rPr lang="ko-KR" altLang="en-US" sz="800" b="1" dirty="0">
                <a:solidFill>
                  <a:schemeClr val="tx1"/>
                </a:solidFill>
                <a:latin typeface="+mj-ea"/>
                <a:ea typeface="+mj-ea"/>
              </a:rPr>
              <a:t>최고관리자 </a:t>
            </a:r>
            <a:r>
              <a:rPr lang="en-US" altLang="ko-KR" sz="800" b="1" dirty="0">
                <a:solidFill>
                  <a:schemeClr val="tx1"/>
                </a:solidFill>
                <a:latin typeface="+mj-ea"/>
                <a:ea typeface="+mj-ea"/>
              </a:rPr>
              <a:t>]    </a:t>
            </a:r>
            <a:r>
              <a:rPr lang="ko-KR" altLang="en-US" sz="800" dirty="0" err="1">
                <a:latin typeface="+mj-ea"/>
                <a:ea typeface="+mj-ea"/>
              </a:rPr>
              <a:t>회원명</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sp>
        <p:nvSpPr>
          <p:cNvPr id="12" name="직사각형 11">
            <a:extLst>
              <a:ext uri="{FF2B5EF4-FFF2-40B4-BE49-F238E27FC236}">
                <a16:creationId xmlns:a16="http://schemas.microsoft.com/office/drawing/2014/main" id="{228D9207-5B06-447D-A71A-6A45FB4A65C6}"/>
              </a:ext>
            </a:extLst>
          </p:cNvPr>
          <p:cNvSpPr/>
          <p:nvPr userDrawn="1"/>
        </p:nvSpPr>
        <p:spPr>
          <a:xfrm>
            <a:off x="41208" y="322274"/>
            <a:ext cx="1304991" cy="6300406"/>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 name="직사각형 12">
            <a:extLst>
              <a:ext uri="{FF2B5EF4-FFF2-40B4-BE49-F238E27FC236}">
                <a16:creationId xmlns:a16="http://schemas.microsoft.com/office/drawing/2014/main" id="{08F4E42E-1D47-4D8B-9D4E-BA4301E49694}"/>
              </a:ext>
            </a:extLst>
          </p:cNvPr>
          <p:cNvSpPr/>
          <p:nvPr userDrawn="1"/>
        </p:nvSpPr>
        <p:spPr>
          <a:xfrm>
            <a:off x="40495" y="41286"/>
            <a:ext cx="10070807" cy="28098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 name="직사각형 13">
            <a:extLst>
              <a:ext uri="{FF2B5EF4-FFF2-40B4-BE49-F238E27FC236}">
                <a16:creationId xmlns:a16="http://schemas.microsoft.com/office/drawing/2014/main" id="{CA45CEE4-DD4B-4898-B695-72749E6EDA95}"/>
              </a:ext>
            </a:extLst>
          </p:cNvPr>
          <p:cNvSpPr/>
          <p:nvPr userDrawn="1"/>
        </p:nvSpPr>
        <p:spPr>
          <a:xfrm>
            <a:off x="48089" y="321810"/>
            <a:ext cx="1298111" cy="296437"/>
          </a:xfrm>
          <a:prstGeom prst="rect">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대분류 </a:t>
            </a:r>
            <a:r>
              <a:rPr lang="en-US" altLang="ko-KR" sz="800" b="1" dirty="0">
                <a:solidFill>
                  <a:schemeClr val="bg1"/>
                </a:solidFill>
              </a:rPr>
              <a:t>#1</a:t>
            </a:r>
            <a:endParaRPr lang="ko-KR" altLang="en-US" sz="800" b="1" dirty="0">
              <a:solidFill>
                <a:schemeClr val="bg1"/>
              </a:solidFill>
            </a:endParaRPr>
          </a:p>
        </p:txBody>
      </p:sp>
      <p:sp>
        <p:nvSpPr>
          <p:cNvPr id="15" name="직사각형 14">
            <a:extLst>
              <a:ext uri="{FF2B5EF4-FFF2-40B4-BE49-F238E27FC236}">
                <a16:creationId xmlns:a16="http://schemas.microsoft.com/office/drawing/2014/main" id="{0A2887FC-8480-4678-B496-CD36B3DAE5A7}"/>
              </a:ext>
            </a:extLst>
          </p:cNvPr>
          <p:cNvSpPr/>
          <p:nvPr userDrawn="1"/>
        </p:nvSpPr>
        <p:spPr>
          <a:xfrm>
            <a:off x="1347788" y="321810"/>
            <a:ext cx="8763514" cy="296437"/>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 name="직사각형 15">
            <a:extLst>
              <a:ext uri="{FF2B5EF4-FFF2-40B4-BE49-F238E27FC236}">
                <a16:creationId xmlns:a16="http://schemas.microsoft.com/office/drawing/2014/main" id="{DE1DD13B-9264-47E3-88A2-4E99F904ED7D}"/>
              </a:ext>
            </a:extLst>
          </p:cNvPr>
          <p:cNvSpPr/>
          <p:nvPr userDrawn="1"/>
        </p:nvSpPr>
        <p:spPr>
          <a:xfrm>
            <a:off x="1414766" y="377318"/>
            <a:ext cx="726373" cy="183015"/>
          </a:xfrm>
          <a:prstGeom prst="rect">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대분류 </a:t>
            </a:r>
            <a:r>
              <a:rPr lang="en-US" altLang="ko-KR" sz="800" dirty="0">
                <a:solidFill>
                  <a:schemeClr val="bg1"/>
                </a:solidFill>
              </a:rPr>
              <a:t>#1</a:t>
            </a:r>
          </a:p>
        </p:txBody>
      </p:sp>
      <p:sp>
        <p:nvSpPr>
          <p:cNvPr id="17" name="직사각형 16">
            <a:extLst>
              <a:ext uri="{FF2B5EF4-FFF2-40B4-BE49-F238E27FC236}">
                <a16:creationId xmlns:a16="http://schemas.microsoft.com/office/drawing/2014/main" id="{65B660F1-DFDF-497F-A09B-4AE98B31DD4B}"/>
              </a:ext>
            </a:extLst>
          </p:cNvPr>
          <p:cNvSpPr/>
          <p:nvPr userDrawn="1"/>
        </p:nvSpPr>
        <p:spPr>
          <a:xfrm>
            <a:off x="2209706" y="379931"/>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#2</a:t>
            </a:r>
          </a:p>
        </p:txBody>
      </p:sp>
      <p:sp>
        <p:nvSpPr>
          <p:cNvPr id="18" name="직사각형 17">
            <a:extLst>
              <a:ext uri="{FF2B5EF4-FFF2-40B4-BE49-F238E27FC236}">
                <a16:creationId xmlns:a16="http://schemas.microsoft.com/office/drawing/2014/main" id="{F7037A6B-12CE-4A6A-B243-24A569E39081}"/>
              </a:ext>
            </a:extLst>
          </p:cNvPr>
          <p:cNvSpPr/>
          <p:nvPr userDrawn="1"/>
        </p:nvSpPr>
        <p:spPr>
          <a:xfrm>
            <a:off x="172122" y="3064908"/>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19" name="직사각형 18">
            <a:extLst>
              <a:ext uri="{FF2B5EF4-FFF2-40B4-BE49-F238E27FC236}">
                <a16:creationId xmlns:a16="http://schemas.microsoft.com/office/drawing/2014/main" id="{777CF74B-D7A4-4D44-A6F4-C14DA6F9EEF8}"/>
              </a:ext>
            </a:extLst>
          </p:cNvPr>
          <p:cNvSpPr/>
          <p:nvPr userDrawn="1"/>
        </p:nvSpPr>
        <p:spPr>
          <a:xfrm>
            <a:off x="177784" y="3304561"/>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0" name="직사각형 19">
            <a:extLst>
              <a:ext uri="{FF2B5EF4-FFF2-40B4-BE49-F238E27FC236}">
                <a16:creationId xmlns:a16="http://schemas.microsoft.com/office/drawing/2014/main" id="{70FDCCB7-C27D-4358-B1AE-451EB8EAFEDF}"/>
              </a:ext>
            </a:extLst>
          </p:cNvPr>
          <p:cNvSpPr/>
          <p:nvPr userDrawn="1"/>
        </p:nvSpPr>
        <p:spPr>
          <a:xfrm>
            <a:off x="172355" y="3535155"/>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1" name="직사각형 20">
            <a:extLst>
              <a:ext uri="{FF2B5EF4-FFF2-40B4-BE49-F238E27FC236}">
                <a16:creationId xmlns:a16="http://schemas.microsoft.com/office/drawing/2014/main" id="{1054C311-97CF-4619-957D-AFB583EB0093}"/>
              </a:ext>
            </a:extLst>
          </p:cNvPr>
          <p:cNvSpPr/>
          <p:nvPr userDrawn="1"/>
        </p:nvSpPr>
        <p:spPr>
          <a:xfrm>
            <a:off x="178017" y="3770045"/>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2" name="직사각형 21">
            <a:extLst>
              <a:ext uri="{FF2B5EF4-FFF2-40B4-BE49-F238E27FC236}">
                <a16:creationId xmlns:a16="http://schemas.microsoft.com/office/drawing/2014/main" id="{47F7828E-36C1-4B53-AD52-7D8FB647B1A0}"/>
              </a:ext>
            </a:extLst>
          </p:cNvPr>
          <p:cNvSpPr/>
          <p:nvPr userDrawn="1"/>
        </p:nvSpPr>
        <p:spPr>
          <a:xfrm>
            <a:off x="166227" y="4000311"/>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3" name="직사각형 22">
            <a:extLst>
              <a:ext uri="{FF2B5EF4-FFF2-40B4-BE49-F238E27FC236}">
                <a16:creationId xmlns:a16="http://schemas.microsoft.com/office/drawing/2014/main" id="{20DBD3AA-9EC2-4C79-9C91-2270E7F61556}"/>
              </a:ext>
            </a:extLst>
          </p:cNvPr>
          <p:cNvSpPr/>
          <p:nvPr userDrawn="1"/>
        </p:nvSpPr>
        <p:spPr>
          <a:xfrm>
            <a:off x="171889" y="4235201"/>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4" name="직사각형 23">
            <a:extLst>
              <a:ext uri="{FF2B5EF4-FFF2-40B4-BE49-F238E27FC236}">
                <a16:creationId xmlns:a16="http://schemas.microsoft.com/office/drawing/2014/main" id="{E271F83E-A4F6-4430-954A-CC6F14A0B6B8}"/>
              </a:ext>
            </a:extLst>
          </p:cNvPr>
          <p:cNvSpPr/>
          <p:nvPr userDrawn="1"/>
        </p:nvSpPr>
        <p:spPr>
          <a:xfrm>
            <a:off x="166460" y="4465795"/>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5" name="직사각형 24">
            <a:extLst>
              <a:ext uri="{FF2B5EF4-FFF2-40B4-BE49-F238E27FC236}">
                <a16:creationId xmlns:a16="http://schemas.microsoft.com/office/drawing/2014/main" id="{0C738BCC-28D8-495D-AA86-4E3FE9EDF051}"/>
              </a:ext>
            </a:extLst>
          </p:cNvPr>
          <p:cNvSpPr/>
          <p:nvPr userDrawn="1"/>
        </p:nvSpPr>
        <p:spPr>
          <a:xfrm>
            <a:off x="172122" y="4695922"/>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6" name="직사각형 25">
            <a:extLst>
              <a:ext uri="{FF2B5EF4-FFF2-40B4-BE49-F238E27FC236}">
                <a16:creationId xmlns:a16="http://schemas.microsoft.com/office/drawing/2014/main" id="{393A49C7-2B2A-41D4-9C4B-A56AF61E84E1}"/>
              </a:ext>
            </a:extLst>
          </p:cNvPr>
          <p:cNvSpPr/>
          <p:nvPr userDrawn="1"/>
        </p:nvSpPr>
        <p:spPr>
          <a:xfrm>
            <a:off x="38129" y="2697455"/>
            <a:ext cx="1315664" cy="296437"/>
          </a:xfrm>
          <a:prstGeom prst="rect">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바로가기 </a:t>
            </a:r>
            <a:r>
              <a:rPr lang="en-US" altLang="ko-KR" sz="600" b="1" dirty="0">
                <a:solidFill>
                  <a:schemeClr val="bg1"/>
                </a:solidFill>
              </a:rPr>
              <a:t>(8/10)</a:t>
            </a:r>
            <a:endParaRPr lang="ko-KR" altLang="en-US" sz="600" b="1" dirty="0">
              <a:solidFill>
                <a:schemeClr val="bg1"/>
              </a:solidFill>
            </a:endParaRPr>
          </a:p>
        </p:txBody>
      </p:sp>
      <p:sp>
        <p:nvSpPr>
          <p:cNvPr id="27" name="직사각형 26">
            <a:extLst>
              <a:ext uri="{FF2B5EF4-FFF2-40B4-BE49-F238E27FC236}">
                <a16:creationId xmlns:a16="http://schemas.microsoft.com/office/drawing/2014/main" id="{FCD7BA70-EB96-47DA-8D0E-D8AF92D09D34}"/>
              </a:ext>
            </a:extLst>
          </p:cNvPr>
          <p:cNvSpPr/>
          <p:nvPr userDrawn="1"/>
        </p:nvSpPr>
        <p:spPr>
          <a:xfrm>
            <a:off x="3003057" y="377355"/>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#3</a:t>
            </a:r>
          </a:p>
        </p:txBody>
      </p:sp>
      <p:sp>
        <p:nvSpPr>
          <p:cNvPr id="28" name="직사각형 27">
            <a:extLst>
              <a:ext uri="{FF2B5EF4-FFF2-40B4-BE49-F238E27FC236}">
                <a16:creationId xmlns:a16="http://schemas.microsoft.com/office/drawing/2014/main" id="{7E7421E1-A9EC-4780-B452-48DBC9273C8A}"/>
              </a:ext>
            </a:extLst>
          </p:cNvPr>
          <p:cNvSpPr/>
          <p:nvPr userDrawn="1"/>
        </p:nvSpPr>
        <p:spPr>
          <a:xfrm>
            <a:off x="3802251" y="373576"/>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#4</a:t>
            </a:r>
          </a:p>
        </p:txBody>
      </p:sp>
      <p:sp>
        <p:nvSpPr>
          <p:cNvPr id="29" name="직사각형 28">
            <a:extLst>
              <a:ext uri="{FF2B5EF4-FFF2-40B4-BE49-F238E27FC236}">
                <a16:creationId xmlns:a16="http://schemas.microsoft.com/office/drawing/2014/main" id="{DC4B5ED3-AF80-475C-81ED-C9A347960CC4}"/>
              </a:ext>
            </a:extLst>
          </p:cNvPr>
          <p:cNvSpPr/>
          <p:nvPr userDrawn="1"/>
        </p:nvSpPr>
        <p:spPr>
          <a:xfrm>
            <a:off x="4595602" y="371000"/>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#5</a:t>
            </a:r>
          </a:p>
        </p:txBody>
      </p:sp>
      <p:sp>
        <p:nvSpPr>
          <p:cNvPr id="30" name="직사각형 29">
            <a:extLst>
              <a:ext uri="{FF2B5EF4-FFF2-40B4-BE49-F238E27FC236}">
                <a16:creationId xmlns:a16="http://schemas.microsoft.com/office/drawing/2014/main" id="{1AB5D6D6-0F53-4978-9E13-0287085709D3}"/>
              </a:ext>
            </a:extLst>
          </p:cNvPr>
          <p:cNvSpPr/>
          <p:nvPr userDrawn="1"/>
        </p:nvSpPr>
        <p:spPr>
          <a:xfrm>
            <a:off x="5428208" y="370468"/>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#6</a:t>
            </a:r>
          </a:p>
        </p:txBody>
      </p:sp>
      <p:sp>
        <p:nvSpPr>
          <p:cNvPr id="31" name="직사각형 30">
            <a:extLst>
              <a:ext uri="{FF2B5EF4-FFF2-40B4-BE49-F238E27FC236}">
                <a16:creationId xmlns:a16="http://schemas.microsoft.com/office/drawing/2014/main" id="{34FA9976-6979-4924-9D25-47A3837D3875}"/>
              </a:ext>
            </a:extLst>
          </p:cNvPr>
          <p:cNvSpPr/>
          <p:nvPr userDrawn="1"/>
        </p:nvSpPr>
        <p:spPr>
          <a:xfrm>
            <a:off x="6227402" y="366689"/>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#7</a:t>
            </a:r>
          </a:p>
        </p:txBody>
      </p:sp>
      <p:sp>
        <p:nvSpPr>
          <p:cNvPr id="32" name="직사각형 31">
            <a:extLst>
              <a:ext uri="{FF2B5EF4-FFF2-40B4-BE49-F238E27FC236}">
                <a16:creationId xmlns:a16="http://schemas.microsoft.com/office/drawing/2014/main" id="{3F97630D-8D2C-4868-8C0D-6C483B157CFD}"/>
              </a:ext>
            </a:extLst>
          </p:cNvPr>
          <p:cNvSpPr/>
          <p:nvPr userDrawn="1"/>
        </p:nvSpPr>
        <p:spPr>
          <a:xfrm>
            <a:off x="7020753" y="364113"/>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#8</a:t>
            </a:r>
          </a:p>
        </p:txBody>
      </p:sp>
      <p:sp>
        <p:nvSpPr>
          <p:cNvPr id="33" name="직사각형 32">
            <a:extLst>
              <a:ext uri="{FF2B5EF4-FFF2-40B4-BE49-F238E27FC236}">
                <a16:creationId xmlns:a16="http://schemas.microsoft.com/office/drawing/2014/main" id="{F2479E45-D829-4D7A-96F5-3E28E428D1EB}"/>
              </a:ext>
            </a:extLst>
          </p:cNvPr>
          <p:cNvSpPr/>
          <p:nvPr userDrawn="1"/>
        </p:nvSpPr>
        <p:spPr>
          <a:xfrm>
            <a:off x="37416" y="6328089"/>
            <a:ext cx="1315664" cy="296437"/>
          </a:xfrm>
          <a:prstGeom prst="rect">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미구마켓</a:t>
            </a:r>
          </a:p>
        </p:txBody>
      </p:sp>
      <p:sp>
        <p:nvSpPr>
          <p:cNvPr id="34" name="직사각형 33">
            <a:extLst>
              <a:ext uri="{FF2B5EF4-FFF2-40B4-BE49-F238E27FC236}">
                <a16:creationId xmlns:a16="http://schemas.microsoft.com/office/drawing/2014/main" id="{F802D3EB-8CBA-4D92-A008-2A0B0D9443E5}"/>
              </a:ext>
            </a:extLst>
          </p:cNvPr>
          <p:cNvSpPr/>
          <p:nvPr userDrawn="1"/>
        </p:nvSpPr>
        <p:spPr>
          <a:xfrm>
            <a:off x="1347788" y="621732"/>
            <a:ext cx="8763514" cy="600094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35" name="표 20">
            <a:extLst>
              <a:ext uri="{FF2B5EF4-FFF2-40B4-BE49-F238E27FC236}">
                <a16:creationId xmlns:a16="http://schemas.microsoft.com/office/drawing/2014/main" id="{F02874C1-80D3-4FD4-927C-AF7D6A14CDC9}"/>
              </a:ext>
            </a:extLst>
          </p:cNvPr>
          <p:cNvGraphicFramePr>
            <a:graphicFrameLocks noGrp="1"/>
          </p:cNvGraphicFramePr>
          <p:nvPr userDrawn="1">
            <p:extLst>
              <p:ext uri="{D42A27DB-BD31-4B8C-83A1-F6EECF244321}">
                <p14:modId xmlns:p14="http://schemas.microsoft.com/office/powerpoint/2010/main" val="16533869"/>
              </p:ext>
            </p:extLst>
          </p:nvPr>
        </p:nvGraphicFramePr>
        <p:xfrm>
          <a:off x="48089" y="621940"/>
          <a:ext cx="1305704" cy="2079562"/>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정보관리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서브관리자관리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b="1" dirty="0">
                          <a:solidFill>
                            <a:schemeClr val="tx2">
                              <a:lumMod val="75000"/>
                            </a:schemeClr>
                          </a:solidFill>
                        </a:rPr>
                        <a:t>○ 발주담당관리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accent5">
                        <a:lumMod val="40000"/>
                        <a:lumOff val="60000"/>
                      </a:schemeClr>
                    </a:solidFill>
                  </a:tcPr>
                </a:tc>
                <a:extLst>
                  <a:ext uri="{0D108BD9-81ED-4DB2-BD59-A6C34878D82A}">
                    <a16:rowId xmlns:a16="http://schemas.microsoft.com/office/drawing/2014/main" val="3279320490"/>
                  </a:ext>
                </a:extLst>
              </a:tr>
              <a:tr h="0">
                <a:tc>
                  <a:txBody>
                    <a:bodyPr/>
                    <a:lstStyle/>
                    <a:p>
                      <a:pPr latinLnBrk="1">
                        <a:lnSpc>
                          <a:spcPct val="150000"/>
                        </a:lnSpc>
                      </a:pPr>
                      <a:r>
                        <a:rPr lang="en-US" altLang="ko-KR" sz="800" dirty="0"/>
                        <a:t>    - </a:t>
                      </a:r>
                      <a:r>
                        <a:rPr lang="ko-KR" altLang="en-US" sz="800" dirty="0"/>
                        <a:t>세부메뉴 </a:t>
                      </a:r>
                      <a:r>
                        <a:rPr lang="en-US" altLang="ko-KR" sz="800" dirty="0"/>
                        <a:t>001</a:t>
                      </a:r>
                      <a:br>
                        <a:rPr lang="en-US" altLang="ko-KR" sz="800" dirty="0"/>
                      </a:br>
                      <a:r>
                        <a:rPr lang="en-US" altLang="ko-KR" sz="800" dirty="0"/>
                        <a:t>    - </a:t>
                      </a:r>
                      <a:r>
                        <a:rPr lang="ko-KR" altLang="en-US" sz="800" dirty="0"/>
                        <a:t>세부메뉴 </a:t>
                      </a:r>
                      <a:r>
                        <a:rPr lang="en-US" altLang="ko-KR" sz="800" dirty="0"/>
                        <a:t>002</a:t>
                      </a:r>
                      <a:br>
                        <a:rPr lang="en-US" altLang="ko-KR" sz="800" dirty="0"/>
                      </a:br>
                      <a:r>
                        <a:rPr lang="en-US" altLang="ko-KR" sz="800" dirty="0"/>
                        <a:t>    - </a:t>
                      </a:r>
                      <a:r>
                        <a:rPr lang="ko-KR" altLang="en-US" sz="800" dirty="0"/>
                        <a:t>세부메뉴 </a:t>
                      </a:r>
                      <a:r>
                        <a:rPr lang="en-US" altLang="ko-KR" sz="800" dirty="0"/>
                        <a:t>003</a:t>
                      </a:r>
                    </a:p>
                    <a:p>
                      <a:pPr latinLnBrk="1">
                        <a:lnSpc>
                          <a:spcPct val="150000"/>
                        </a:lnSpc>
                      </a:pP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497803673"/>
                  </a:ext>
                </a:extLst>
              </a:tr>
              <a:tr h="0">
                <a:tc>
                  <a:txBody>
                    <a:bodyPr/>
                    <a:lstStyle/>
                    <a:p>
                      <a:pPr latinLnBrk="1"/>
                      <a:r>
                        <a:rPr lang="ko-KR" altLang="en-US" sz="800" dirty="0"/>
                        <a:t>○ 포인트관리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a:t>
                      </a:r>
                      <a:r>
                        <a:rPr lang="ko-KR" altLang="en-US" sz="800" dirty="0" err="1"/>
                        <a:t>배송비설정</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취소</a:t>
                      </a:r>
                      <a:r>
                        <a:rPr lang="en-US" altLang="ko-KR" sz="800" dirty="0"/>
                        <a:t>/</a:t>
                      </a:r>
                      <a:r>
                        <a:rPr lang="ko-KR" altLang="en-US" sz="800" dirty="0"/>
                        <a:t>환불안내</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bl>
          </a:graphicData>
        </a:graphic>
      </p:graphicFrame>
      <p:sp>
        <p:nvSpPr>
          <p:cNvPr id="36" name="TextBox 35">
            <a:extLst>
              <a:ext uri="{FF2B5EF4-FFF2-40B4-BE49-F238E27FC236}">
                <a16:creationId xmlns:a16="http://schemas.microsoft.com/office/drawing/2014/main" id="{E28E2AC5-A47F-4778-B32A-F794BDBB65E8}"/>
              </a:ext>
            </a:extLst>
          </p:cNvPr>
          <p:cNvSpPr txBox="1"/>
          <p:nvPr userDrawn="1"/>
        </p:nvSpPr>
        <p:spPr>
          <a:xfrm rot="10800000">
            <a:off x="1123949" y="829992"/>
            <a:ext cx="276038" cy="246221"/>
          </a:xfrm>
          <a:prstGeom prst="rect">
            <a:avLst/>
          </a:prstGeom>
          <a:noFill/>
        </p:spPr>
        <p:txBody>
          <a:bodyPr wrap="none" rtlCol="0">
            <a:spAutoFit/>
          </a:bodyPr>
          <a:lstStyle/>
          <a:p>
            <a:r>
              <a:rPr lang="ko-KR" altLang="en-US" sz="1000" b="1" dirty="0"/>
              <a:t>∨</a:t>
            </a:r>
          </a:p>
        </p:txBody>
      </p:sp>
      <p:sp>
        <p:nvSpPr>
          <p:cNvPr id="37" name="TextBox 36">
            <a:extLst>
              <a:ext uri="{FF2B5EF4-FFF2-40B4-BE49-F238E27FC236}">
                <a16:creationId xmlns:a16="http://schemas.microsoft.com/office/drawing/2014/main" id="{FF44658C-8132-47B6-8414-FF48B743F41A}"/>
              </a:ext>
            </a:extLst>
          </p:cNvPr>
          <p:cNvSpPr txBox="1"/>
          <p:nvPr userDrawn="1"/>
        </p:nvSpPr>
        <p:spPr>
          <a:xfrm>
            <a:off x="1123948" y="1042903"/>
            <a:ext cx="276038" cy="246221"/>
          </a:xfrm>
          <a:prstGeom prst="rect">
            <a:avLst/>
          </a:prstGeom>
          <a:noFill/>
        </p:spPr>
        <p:txBody>
          <a:bodyPr wrap="none" rtlCol="0">
            <a:spAutoFit/>
          </a:bodyPr>
          <a:lstStyle/>
          <a:p>
            <a:r>
              <a:rPr lang="ko-KR" altLang="en-US" sz="1000" b="1" dirty="0"/>
              <a:t>∨</a:t>
            </a:r>
          </a:p>
        </p:txBody>
      </p:sp>
    </p:spTree>
    <p:extLst>
      <p:ext uri="{BB962C8B-B14F-4D97-AF65-F5344CB8AC3E}">
        <p14:creationId xmlns:p14="http://schemas.microsoft.com/office/powerpoint/2010/main" val="2410145293"/>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20_사용자 지정 레이아웃">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6D8C9EA2-569D-4622-83BA-D24A07F5D9A4}"/>
              </a:ext>
            </a:extLst>
          </p:cNvPr>
          <p:cNvSpPr/>
          <p:nvPr userDrawn="1"/>
        </p:nvSpPr>
        <p:spPr>
          <a:xfrm>
            <a:off x="1346993" y="617990"/>
            <a:ext cx="8765104" cy="246221"/>
          </a:xfrm>
          <a:prstGeom prst="rect">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700" dirty="0">
                <a:solidFill>
                  <a:schemeClr val="bg1">
                    <a:lumMod val="50000"/>
                  </a:schemeClr>
                </a:solidFill>
              </a:rPr>
              <a:t>Home &gt; </a:t>
            </a:r>
            <a:r>
              <a:rPr lang="ko-KR" altLang="en-US" sz="700" dirty="0">
                <a:solidFill>
                  <a:schemeClr val="bg1">
                    <a:lumMod val="50000"/>
                  </a:schemeClr>
                </a:solidFill>
              </a:rPr>
              <a:t>대분류 </a:t>
            </a:r>
            <a:r>
              <a:rPr lang="en-US" altLang="ko-KR" sz="700" dirty="0">
                <a:solidFill>
                  <a:schemeClr val="bg1">
                    <a:lumMod val="50000"/>
                  </a:schemeClr>
                </a:solidFill>
              </a:rPr>
              <a:t>#1 &gt; </a:t>
            </a:r>
            <a:r>
              <a:rPr lang="ko-KR" altLang="en-US" sz="700" dirty="0">
                <a:solidFill>
                  <a:schemeClr val="bg1">
                    <a:lumMod val="50000"/>
                  </a:schemeClr>
                </a:solidFill>
              </a:rPr>
              <a:t>중분류 </a:t>
            </a:r>
            <a:r>
              <a:rPr lang="en-US" altLang="ko-KR" sz="700" dirty="0">
                <a:solidFill>
                  <a:schemeClr val="bg1">
                    <a:lumMod val="50000"/>
                  </a:schemeClr>
                </a:solidFill>
              </a:rPr>
              <a:t>#3 &gt; </a:t>
            </a:r>
            <a:r>
              <a:rPr lang="ko-KR" altLang="en-US" sz="700" b="1" dirty="0">
                <a:solidFill>
                  <a:schemeClr val="tx1"/>
                </a:solidFill>
              </a:rPr>
              <a:t>소분류 </a:t>
            </a:r>
            <a:r>
              <a:rPr lang="en-US" altLang="ko-KR" sz="700" b="1" dirty="0">
                <a:solidFill>
                  <a:schemeClr val="tx1"/>
                </a:solidFill>
              </a:rPr>
              <a:t>#1</a:t>
            </a:r>
            <a:endParaRPr lang="ko-KR" altLang="en-US" sz="700" b="1" dirty="0">
              <a:solidFill>
                <a:schemeClr val="tx1"/>
              </a:solidFill>
            </a:endParaRPr>
          </a:p>
        </p:txBody>
      </p:sp>
      <p:sp>
        <p:nvSpPr>
          <p:cNvPr id="4" name="직사각형 3">
            <a:extLst>
              <a:ext uri="{FF2B5EF4-FFF2-40B4-BE49-F238E27FC236}">
                <a16:creationId xmlns:a16="http://schemas.microsoft.com/office/drawing/2014/main" id="{1153250B-2D85-46A4-8B44-F62B9079570B}"/>
              </a:ext>
            </a:extLst>
          </p:cNvPr>
          <p:cNvSpPr/>
          <p:nvPr userDrawn="1"/>
        </p:nvSpPr>
        <p:spPr>
          <a:xfrm>
            <a:off x="48090" y="3000124"/>
            <a:ext cx="1304990" cy="20692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3C4F10E9-B81C-45EB-8BD9-14DF1F5B87C1}"/>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직사각형 5">
            <a:extLst>
              <a:ext uri="{FF2B5EF4-FFF2-40B4-BE49-F238E27FC236}">
                <a16:creationId xmlns:a16="http://schemas.microsoft.com/office/drawing/2014/main" id="{CB2FE13A-F778-4202-A97A-E01EADF2EBE3}"/>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 name="그룹 6">
            <a:extLst>
              <a:ext uri="{FF2B5EF4-FFF2-40B4-BE49-F238E27FC236}">
                <a16:creationId xmlns:a16="http://schemas.microsoft.com/office/drawing/2014/main" id="{003C7F80-3E37-4FC7-B261-038041CB0362}"/>
              </a:ext>
            </a:extLst>
          </p:cNvPr>
          <p:cNvGrpSpPr/>
          <p:nvPr userDrawn="1"/>
        </p:nvGrpSpPr>
        <p:grpSpPr>
          <a:xfrm>
            <a:off x="178017" y="61416"/>
            <a:ext cx="988764" cy="230583"/>
            <a:chOff x="2843808" y="1955121"/>
            <a:chExt cx="1674813" cy="596970"/>
          </a:xfrm>
          <a:solidFill>
            <a:schemeClr val="bg1">
              <a:lumMod val="95000"/>
            </a:schemeClr>
          </a:solidFill>
        </p:grpSpPr>
        <p:sp>
          <p:nvSpPr>
            <p:cNvPr id="8" name="Border">
              <a:extLst>
                <a:ext uri="{FF2B5EF4-FFF2-40B4-BE49-F238E27FC236}">
                  <a16:creationId xmlns:a16="http://schemas.microsoft.com/office/drawing/2014/main" id="{6AD8777D-9B53-4995-921E-FA112FA2F8FE}"/>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2">
              <a:extLst>
                <a:ext uri="{FF2B5EF4-FFF2-40B4-BE49-F238E27FC236}">
                  <a16:creationId xmlns:a16="http://schemas.microsoft.com/office/drawing/2014/main" id="{BE88830C-4A40-4127-ACD8-D65C9C47F01F}"/>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Line 1">
              <a:extLst>
                <a:ext uri="{FF2B5EF4-FFF2-40B4-BE49-F238E27FC236}">
                  <a16:creationId xmlns:a16="http://schemas.microsoft.com/office/drawing/2014/main" id="{6D0C4B81-626A-4D48-ABF3-A52B7FDF2FE1}"/>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 name="TextBox 10">
              <a:extLst>
                <a:ext uri="{FF2B5EF4-FFF2-40B4-BE49-F238E27FC236}">
                  <a16:creationId xmlns:a16="http://schemas.microsoft.com/office/drawing/2014/main" id="{26066D1D-7338-4A5E-879D-F8C8334AE76F}"/>
                </a:ext>
              </a:extLst>
            </p:cNvPr>
            <p:cNvSpPr txBox="1"/>
            <p:nvPr/>
          </p:nvSpPr>
          <p:spPr>
            <a:xfrm>
              <a:off x="3163636" y="1988907"/>
              <a:ext cx="1035156" cy="438251"/>
            </a:xfrm>
            <a:prstGeom prst="rect">
              <a:avLst/>
            </a:prstGeom>
            <a:solidFill>
              <a:schemeClr val="bg1"/>
            </a:solidFill>
            <a:ln>
              <a:noFill/>
            </a:ln>
          </p:spPr>
          <p:txBody>
            <a:bodyPr wrap="square" rtlCol="0">
              <a:spAutoFit/>
            </a:bodyPr>
            <a:lstStyle/>
            <a:p>
              <a:pPr algn="ctr"/>
              <a:r>
                <a:rPr lang="en-US" altLang="ko-KR" sz="500" dirty="0">
                  <a:solidFill>
                    <a:schemeClr val="tx1">
                      <a:lumMod val="50000"/>
                      <a:lumOff val="50000"/>
                    </a:schemeClr>
                  </a:solidFill>
                </a:rPr>
                <a:t>LOGO</a:t>
              </a:r>
              <a:endParaRPr lang="ko-KR" altLang="en-US" sz="500" dirty="0">
                <a:solidFill>
                  <a:schemeClr val="tx1">
                    <a:lumMod val="50000"/>
                    <a:lumOff val="50000"/>
                  </a:schemeClr>
                </a:solidFill>
              </a:endParaRPr>
            </a:p>
          </p:txBody>
        </p:sp>
      </p:grpSp>
      <p:sp>
        <p:nvSpPr>
          <p:cNvPr id="12" name="직사각형 11">
            <a:extLst>
              <a:ext uri="{FF2B5EF4-FFF2-40B4-BE49-F238E27FC236}">
                <a16:creationId xmlns:a16="http://schemas.microsoft.com/office/drawing/2014/main" id="{77EA9B74-58A9-4FA4-BE4E-134D8758A804}"/>
              </a:ext>
            </a:extLst>
          </p:cNvPr>
          <p:cNvSpPr/>
          <p:nvPr userDrawn="1"/>
        </p:nvSpPr>
        <p:spPr>
          <a:xfrm>
            <a:off x="7135932" y="59073"/>
            <a:ext cx="2933097" cy="253211"/>
          </a:xfrm>
          <a:prstGeom prst="rect">
            <a:avLst/>
          </a:prstGeom>
        </p:spPr>
        <p:txBody>
          <a:bodyPr wrap="square">
            <a:spAutoFit/>
          </a:bodyPr>
          <a:lstStyle/>
          <a:p>
            <a:pPr algn="r">
              <a:lnSpc>
                <a:spcPct val="150000"/>
              </a:lnSpc>
            </a:pPr>
            <a:r>
              <a:rPr lang="en-US" altLang="ko-KR" sz="800" dirty="0">
                <a:solidFill>
                  <a:schemeClr val="bg1">
                    <a:lumMod val="75000"/>
                  </a:schemeClr>
                </a:solidFill>
                <a:latin typeface="+mj-ea"/>
                <a:ea typeface="+mj-ea"/>
              </a:rPr>
              <a:t> </a:t>
            </a:r>
            <a:r>
              <a:rPr lang="en-US" altLang="ko-KR" sz="800" b="1" dirty="0">
                <a:solidFill>
                  <a:schemeClr val="tx1"/>
                </a:solidFill>
                <a:latin typeface="+mj-ea"/>
                <a:ea typeface="+mj-ea"/>
              </a:rPr>
              <a:t>[ </a:t>
            </a:r>
            <a:r>
              <a:rPr lang="ko-KR" altLang="en-US" sz="800" b="1" dirty="0">
                <a:solidFill>
                  <a:schemeClr val="tx1"/>
                </a:solidFill>
                <a:latin typeface="+mj-ea"/>
                <a:ea typeface="+mj-ea"/>
              </a:rPr>
              <a:t>최고관리자 </a:t>
            </a:r>
            <a:r>
              <a:rPr lang="en-US" altLang="ko-KR" sz="800" b="1" dirty="0">
                <a:solidFill>
                  <a:schemeClr val="tx1"/>
                </a:solidFill>
                <a:latin typeface="+mj-ea"/>
                <a:ea typeface="+mj-ea"/>
              </a:rPr>
              <a:t>]    </a:t>
            </a:r>
            <a:r>
              <a:rPr lang="ko-KR" altLang="en-US" sz="800" dirty="0" err="1">
                <a:latin typeface="+mj-ea"/>
                <a:ea typeface="+mj-ea"/>
              </a:rPr>
              <a:t>회원명</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graphicFrame>
        <p:nvGraphicFramePr>
          <p:cNvPr id="13" name="표 20">
            <a:extLst>
              <a:ext uri="{FF2B5EF4-FFF2-40B4-BE49-F238E27FC236}">
                <a16:creationId xmlns:a16="http://schemas.microsoft.com/office/drawing/2014/main" id="{D5F16BBB-3040-454B-8449-BB11A7CEAC7F}"/>
              </a:ext>
            </a:extLst>
          </p:cNvPr>
          <p:cNvGraphicFramePr>
            <a:graphicFrameLocks noGrp="1"/>
          </p:cNvGraphicFramePr>
          <p:nvPr userDrawn="1">
            <p:extLst>
              <p:ext uri="{D42A27DB-BD31-4B8C-83A1-F6EECF244321}">
                <p14:modId xmlns:p14="http://schemas.microsoft.com/office/powerpoint/2010/main" val="3920621575"/>
              </p:ext>
            </p:extLst>
          </p:nvPr>
        </p:nvGraphicFramePr>
        <p:xfrm>
          <a:off x="48089" y="621940"/>
          <a:ext cx="1305704" cy="2079562"/>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중분류 </a:t>
                      </a:r>
                      <a:r>
                        <a:rPr lang="en-US" altLang="ko-KR" sz="800" dirty="0"/>
                        <a:t>#1</a:t>
                      </a:r>
                      <a:r>
                        <a:rPr lang="ko-KR" altLang="en-US" sz="800" dirty="0"/>
                        <a:t>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중분류 </a:t>
                      </a:r>
                      <a:r>
                        <a:rPr lang="en-US" altLang="ko-KR" sz="800" dirty="0"/>
                        <a:t>#2</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a:t>
                      </a:r>
                      <a:r>
                        <a:rPr lang="ko-KR" altLang="en-US" sz="800" b="1" dirty="0">
                          <a:solidFill>
                            <a:schemeClr val="accent1">
                              <a:lumMod val="75000"/>
                            </a:schemeClr>
                          </a:solidFill>
                        </a:rPr>
                        <a:t>중분류 </a:t>
                      </a:r>
                      <a:r>
                        <a:rPr lang="en-US" altLang="ko-KR" sz="800" b="1" dirty="0">
                          <a:solidFill>
                            <a:schemeClr val="accent1">
                              <a:lumMod val="75000"/>
                            </a:schemeClr>
                          </a:solidFill>
                        </a:rPr>
                        <a:t>#3</a:t>
                      </a:r>
                      <a:endParaRPr lang="ko-KR" altLang="en-US" sz="800" b="1" dirty="0">
                        <a:solidFill>
                          <a:schemeClr val="accent1">
                            <a:lumMod val="75000"/>
                          </a:schemeClr>
                        </a:solidFill>
                      </a:endParaRP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accent1">
                        <a:lumMod val="40000"/>
                        <a:lumOff val="60000"/>
                      </a:schemeClr>
                    </a:solidFill>
                  </a:tcPr>
                </a:tc>
                <a:extLst>
                  <a:ext uri="{0D108BD9-81ED-4DB2-BD59-A6C34878D82A}">
                    <a16:rowId xmlns:a16="http://schemas.microsoft.com/office/drawing/2014/main" val="3279320490"/>
                  </a:ext>
                </a:extLst>
              </a:tr>
              <a:tr h="0">
                <a:tc>
                  <a:txBody>
                    <a:bodyPr/>
                    <a:lstStyle/>
                    <a:p>
                      <a:pPr latinLnBrk="1">
                        <a:lnSpc>
                          <a:spcPct val="150000"/>
                        </a:lnSpc>
                      </a:pPr>
                      <a:r>
                        <a:rPr lang="en-US" altLang="ko-KR" sz="800" dirty="0"/>
                        <a:t>    - </a:t>
                      </a:r>
                      <a:r>
                        <a:rPr lang="ko-KR" altLang="en-US" sz="800" dirty="0"/>
                        <a:t>소분류 </a:t>
                      </a:r>
                      <a:r>
                        <a:rPr lang="en-US" altLang="ko-KR" sz="800" dirty="0"/>
                        <a:t>#1</a:t>
                      </a:r>
                    </a:p>
                    <a:p>
                      <a:pPr latinLnBrk="1">
                        <a:lnSpc>
                          <a:spcPct val="150000"/>
                        </a:lnSpc>
                      </a:pPr>
                      <a:r>
                        <a:rPr lang="en-US" altLang="ko-KR" sz="800" dirty="0"/>
                        <a:t>    - </a:t>
                      </a:r>
                      <a:r>
                        <a:rPr lang="ko-KR" altLang="en-US" sz="800" dirty="0"/>
                        <a:t>소분류 </a:t>
                      </a:r>
                      <a:r>
                        <a:rPr lang="en-US" altLang="ko-KR" sz="800" dirty="0"/>
                        <a:t>#2</a:t>
                      </a:r>
                    </a:p>
                    <a:p>
                      <a:pPr latinLnBrk="1">
                        <a:lnSpc>
                          <a:spcPct val="150000"/>
                        </a:lnSpc>
                      </a:pPr>
                      <a:r>
                        <a:rPr lang="en-US" altLang="ko-KR" sz="800" dirty="0"/>
                        <a:t>    - </a:t>
                      </a:r>
                      <a:r>
                        <a:rPr lang="ko-KR" altLang="en-US" sz="800" dirty="0"/>
                        <a:t>소분류 </a:t>
                      </a:r>
                      <a:r>
                        <a:rPr lang="en-US" altLang="ko-KR" sz="800" dirty="0"/>
                        <a:t>#3</a:t>
                      </a:r>
                    </a:p>
                    <a:p>
                      <a:pPr latinLnBrk="1">
                        <a:lnSpc>
                          <a:spcPct val="150000"/>
                        </a:lnSpc>
                      </a:pP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384446707"/>
                  </a:ext>
                </a:extLst>
              </a:tr>
              <a:tr h="0">
                <a:tc>
                  <a:txBody>
                    <a:bodyPr/>
                    <a:lstStyle/>
                    <a:p>
                      <a:pPr latinLnBrk="1"/>
                      <a:r>
                        <a:rPr lang="ko-KR" altLang="en-US" sz="800" dirty="0"/>
                        <a:t>○ 중분류 </a:t>
                      </a:r>
                      <a:r>
                        <a:rPr lang="en-US" altLang="ko-KR" sz="800" dirty="0"/>
                        <a:t>#4</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중분류 </a:t>
                      </a:r>
                      <a:r>
                        <a:rPr lang="en-US" altLang="ko-KR" sz="800" dirty="0"/>
                        <a:t>#5</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중분류 </a:t>
                      </a:r>
                      <a:r>
                        <a:rPr lang="en-US" altLang="ko-KR" sz="800" dirty="0"/>
                        <a:t>#6</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bl>
          </a:graphicData>
        </a:graphic>
      </p:graphicFrame>
      <p:sp>
        <p:nvSpPr>
          <p:cNvPr id="14" name="TextBox 13">
            <a:extLst>
              <a:ext uri="{FF2B5EF4-FFF2-40B4-BE49-F238E27FC236}">
                <a16:creationId xmlns:a16="http://schemas.microsoft.com/office/drawing/2014/main" id="{30CD0F5E-79D1-4F32-A1A3-DC5C400D781F}"/>
              </a:ext>
            </a:extLst>
          </p:cNvPr>
          <p:cNvSpPr txBox="1"/>
          <p:nvPr userDrawn="1"/>
        </p:nvSpPr>
        <p:spPr>
          <a:xfrm rot="10800000">
            <a:off x="1123949" y="829992"/>
            <a:ext cx="276038" cy="246221"/>
          </a:xfrm>
          <a:prstGeom prst="rect">
            <a:avLst/>
          </a:prstGeom>
          <a:noFill/>
        </p:spPr>
        <p:txBody>
          <a:bodyPr wrap="none" rtlCol="0">
            <a:spAutoFit/>
          </a:bodyPr>
          <a:lstStyle/>
          <a:p>
            <a:r>
              <a:rPr lang="ko-KR" altLang="en-US" sz="1000" b="1" dirty="0"/>
              <a:t>∨</a:t>
            </a:r>
          </a:p>
        </p:txBody>
      </p:sp>
      <p:sp>
        <p:nvSpPr>
          <p:cNvPr id="15" name="직사각형 14">
            <a:extLst>
              <a:ext uri="{FF2B5EF4-FFF2-40B4-BE49-F238E27FC236}">
                <a16:creationId xmlns:a16="http://schemas.microsoft.com/office/drawing/2014/main" id="{968B6C6C-6E42-426E-922E-B71EBDBE37DE}"/>
              </a:ext>
            </a:extLst>
          </p:cNvPr>
          <p:cNvSpPr/>
          <p:nvPr userDrawn="1"/>
        </p:nvSpPr>
        <p:spPr>
          <a:xfrm>
            <a:off x="41208" y="322274"/>
            <a:ext cx="1304991" cy="6300406"/>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 name="직사각형 15">
            <a:extLst>
              <a:ext uri="{FF2B5EF4-FFF2-40B4-BE49-F238E27FC236}">
                <a16:creationId xmlns:a16="http://schemas.microsoft.com/office/drawing/2014/main" id="{1E1531FB-212E-41E0-A5E2-3906896F621D}"/>
              </a:ext>
            </a:extLst>
          </p:cNvPr>
          <p:cNvSpPr/>
          <p:nvPr userDrawn="1"/>
        </p:nvSpPr>
        <p:spPr>
          <a:xfrm>
            <a:off x="40495" y="41286"/>
            <a:ext cx="10070807" cy="28098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 name="직사각형 16">
            <a:extLst>
              <a:ext uri="{FF2B5EF4-FFF2-40B4-BE49-F238E27FC236}">
                <a16:creationId xmlns:a16="http://schemas.microsoft.com/office/drawing/2014/main" id="{9B697868-0C46-481D-A293-1734460F9810}"/>
              </a:ext>
            </a:extLst>
          </p:cNvPr>
          <p:cNvSpPr/>
          <p:nvPr userDrawn="1"/>
        </p:nvSpPr>
        <p:spPr>
          <a:xfrm>
            <a:off x="48089" y="321810"/>
            <a:ext cx="1298111" cy="296437"/>
          </a:xfrm>
          <a:prstGeom prst="rect">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대분류 </a:t>
            </a:r>
            <a:r>
              <a:rPr lang="en-US" altLang="ko-KR" sz="800" b="1" dirty="0">
                <a:solidFill>
                  <a:schemeClr val="bg1"/>
                </a:solidFill>
              </a:rPr>
              <a:t>#1</a:t>
            </a:r>
            <a:endParaRPr lang="ko-KR" altLang="en-US" sz="800" b="1" dirty="0">
              <a:solidFill>
                <a:schemeClr val="bg1"/>
              </a:solidFill>
            </a:endParaRPr>
          </a:p>
        </p:txBody>
      </p:sp>
      <p:sp>
        <p:nvSpPr>
          <p:cNvPr id="18" name="직사각형 17">
            <a:extLst>
              <a:ext uri="{FF2B5EF4-FFF2-40B4-BE49-F238E27FC236}">
                <a16:creationId xmlns:a16="http://schemas.microsoft.com/office/drawing/2014/main" id="{7D267C55-2559-4704-9276-58019A4209E3}"/>
              </a:ext>
            </a:extLst>
          </p:cNvPr>
          <p:cNvSpPr/>
          <p:nvPr userDrawn="1"/>
        </p:nvSpPr>
        <p:spPr>
          <a:xfrm>
            <a:off x="1347788" y="321810"/>
            <a:ext cx="8763514" cy="296437"/>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3E07EB78-018E-46CD-B421-B7D73234AB87}"/>
              </a:ext>
            </a:extLst>
          </p:cNvPr>
          <p:cNvSpPr/>
          <p:nvPr userDrawn="1"/>
        </p:nvSpPr>
        <p:spPr>
          <a:xfrm>
            <a:off x="1414766" y="377318"/>
            <a:ext cx="726373" cy="183015"/>
          </a:xfrm>
          <a:prstGeom prst="rect">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대분류 </a:t>
            </a:r>
            <a:r>
              <a:rPr lang="en-US" altLang="ko-KR" sz="800" dirty="0">
                <a:solidFill>
                  <a:schemeClr val="bg1"/>
                </a:solidFill>
              </a:rPr>
              <a:t>#1</a:t>
            </a:r>
          </a:p>
        </p:txBody>
      </p:sp>
      <p:sp>
        <p:nvSpPr>
          <p:cNvPr id="20" name="직사각형 19">
            <a:extLst>
              <a:ext uri="{FF2B5EF4-FFF2-40B4-BE49-F238E27FC236}">
                <a16:creationId xmlns:a16="http://schemas.microsoft.com/office/drawing/2014/main" id="{B7753031-1609-4A9E-AC0A-00EE5FA8A492}"/>
              </a:ext>
            </a:extLst>
          </p:cNvPr>
          <p:cNvSpPr/>
          <p:nvPr userDrawn="1"/>
        </p:nvSpPr>
        <p:spPr>
          <a:xfrm>
            <a:off x="2209706" y="379931"/>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#2</a:t>
            </a:r>
          </a:p>
        </p:txBody>
      </p:sp>
      <p:sp>
        <p:nvSpPr>
          <p:cNvPr id="21" name="직사각형 20">
            <a:extLst>
              <a:ext uri="{FF2B5EF4-FFF2-40B4-BE49-F238E27FC236}">
                <a16:creationId xmlns:a16="http://schemas.microsoft.com/office/drawing/2014/main" id="{CE6ABDD0-CA6D-4D7C-BB58-2568EC769B1B}"/>
              </a:ext>
            </a:extLst>
          </p:cNvPr>
          <p:cNvSpPr/>
          <p:nvPr userDrawn="1"/>
        </p:nvSpPr>
        <p:spPr>
          <a:xfrm>
            <a:off x="172122" y="3064908"/>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2" name="직사각형 21">
            <a:extLst>
              <a:ext uri="{FF2B5EF4-FFF2-40B4-BE49-F238E27FC236}">
                <a16:creationId xmlns:a16="http://schemas.microsoft.com/office/drawing/2014/main" id="{641D48DF-776D-4644-B976-AA1B246CB461}"/>
              </a:ext>
            </a:extLst>
          </p:cNvPr>
          <p:cNvSpPr/>
          <p:nvPr userDrawn="1"/>
        </p:nvSpPr>
        <p:spPr>
          <a:xfrm>
            <a:off x="177784" y="3304561"/>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3" name="직사각형 22">
            <a:extLst>
              <a:ext uri="{FF2B5EF4-FFF2-40B4-BE49-F238E27FC236}">
                <a16:creationId xmlns:a16="http://schemas.microsoft.com/office/drawing/2014/main" id="{098ED4BE-22E7-4109-A532-7EAA54AF389E}"/>
              </a:ext>
            </a:extLst>
          </p:cNvPr>
          <p:cNvSpPr/>
          <p:nvPr userDrawn="1"/>
        </p:nvSpPr>
        <p:spPr>
          <a:xfrm>
            <a:off x="172355" y="3535155"/>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4" name="직사각형 23">
            <a:extLst>
              <a:ext uri="{FF2B5EF4-FFF2-40B4-BE49-F238E27FC236}">
                <a16:creationId xmlns:a16="http://schemas.microsoft.com/office/drawing/2014/main" id="{3B8F9192-755D-4F80-9106-42BD4490A671}"/>
              </a:ext>
            </a:extLst>
          </p:cNvPr>
          <p:cNvSpPr/>
          <p:nvPr userDrawn="1"/>
        </p:nvSpPr>
        <p:spPr>
          <a:xfrm>
            <a:off x="178017" y="3770045"/>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5" name="직사각형 24">
            <a:extLst>
              <a:ext uri="{FF2B5EF4-FFF2-40B4-BE49-F238E27FC236}">
                <a16:creationId xmlns:a16="http://schemas.microsoft.com/office/drawing/2014/main" id="{15FDF914-CB7B-4D38-9C75-086345F1929A}"/>
              </a:ext>
            </a:extLst>
          </p:cNvPr>
          <p:cNvSpPr/>
          <p:nvPr userDrawn="1"/>
        </p:nvSpPr>
        <p:spPr>
          <a:xfrm>
            <a:off x="166227" y="4000311"/>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6" name="직사각형 25">
            <a:extLst>
              <a:ext uri="{FF2B5EF4-FFF2-40B4-BE49-F238E27FC236}">
                <a16:creationId xmlns:a16="http://schemas.microsoft.com/office/drawing/2014/main" id="{EF8EE9BF-491C-4273-B4A6-6016E6FAAFF0}"/>
              </a:ext>
            </a:extLst>
          </p:cNvPr>
          <p:cNvSpPr/>
          <p:nvPr userDrawn="1"/>
        </p:nvSpPr>
        <p:spPr>
          <a:xfrm>
            <a:off x="171889" y="4235201"/>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7" name="직사각형 26">
            <a:extLst>
              <a:ext uri="{FF2B5EF4-FFF2-40B4-BE49-F238E27FC236}">
                <a16:creationId xmlns:a16="http://schemas.microsoft.com/office/drawing/2014/main" id="{469B2F4E-3B71-477D-8A0F-34FF5706D696}"/>
              </a:ext>
            </a:extLst>
          </p:cNvPr>
          <p:cNvSpPr/>
          <p:nvPr userDrawn="1"/>
        </p:nvSpPr>
        <p:spPr>
          <a:xfrm>
            <a:off x="166460" y="4465795"/>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8" name="직사각형 27">
            <a:extLst>
              <a:ext uri="{FF2B5EF4-FFF2-40B4-BE49-F238E27FC236}">
                <a16:creationId xmlns:a16="http://schemas.microsoft.com/office/drawing/2014/main" id="{14BB9B38-6C2C-430E-AB34-33E78DCEE040}"/>
              </a:ext>
            </a:extLst>
          </p:cNvPr>
          <p:cNvSpPr/>
          <p:nvPr userDrawn="1"/>
        </p:nvSpPr>
        <p:spPr>
          <a:xfrm>
            <a:off x="172122" y="4695922"/>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9" name="TextBox 28">
            <a:extLst>
              <a:ext uri="{FF2B5EF4-FFF2-40B4-BE49-F238E27FC236}">
                <a16:creationId xmlns:a16="http://schemas.microsoft.com/office/drawing/2014/main" id="{19A70B72-5A6F-40A6-A84E-A2EC2148C608}"/>
              </a:ext>
            </a:extLst>
          </p:cNvPr>
          <p:cNvSpPr txBox="1"/>
          <p:nvPr userDrawn="1"/>
        </p:nvSpPr>
        <p:spPr>
          <a:xfrm>
            <a:off x="1123948" y="1042903"/>
            <a:ext cx="276038" cy="246221"/>
          </a:xfrm>
          <a:prstGeom prst="rect">
            <a:avLst/>
          </a:prstGeom>
          <a:noFill/>
        </p:spPr>
        <p:txBody>
          <a:bodyPr wrap="none" rtlCol="0">
            <a:spAutoFit/>
          </a:bodyPr>
          <a:lstStyle/>
          <a:p>
            <a:r>
              <a:rPr lang="ko-KR" altLang="en-US" sz="1000" b="1" dirty="0"/>
              <a:t>∨</a:t>
            </a:r>
          </a:p>
        </p:txBody>
      </p:sp>
      <p:sp>
        <p:nvSpPr>
          <p:cNvPr id="30" name="직사각형 29">
            <a:extLst>
              <a:ext uri="{FF2B5EF4-FFF2-40B4-BE49-F238E27FC236}">
                <a16:creationId xmlns:a16="http://schemas.microsoft.com/office/drawing/2014/main" id="{796F6008-7232-4984-89CF-5555AA4527D8}"/>
              </a:ext>
            </a:extLst>
          </p:cNvPr>
          <p:cNvSpPr/>
          <p:nvPr userDrawn="1"/>
        </p:nvSpPr>
        <p:spPr>
          <a:xfrm>
            <a:off x="38129" y="2697455"/>
            <a:ext cx="1315664" cy="296437"/>
          </a:xfrm>
          <a:prstGeom prst="rect">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바로가기 </a:t>
            </a:r>
            <a:r>
              <a:rPr lang="en-US" altLang="ko-KR" sz="600" b="1" dirty="0">
                <a:solidFill>
                  <a:schemeClr val="bg1"/>
                </a:solidFill>
              </a:rPr>
              <a:t>(8/10)</a:t>
            </a:r>
            <a:endParaRPr lang="ko-KR" altLang="en-US" sz="600" b="1" dirty="0">
              <a:solidFill>
                <a:schemeClr val="bg1"/>
              </a:solidFill>
            </a:endParaRPr>
          </a:p>
        </p:txBody>
      </p:sp>
      <p:sp>
        <p:nvSpPr>
          <p:cNvPr id="31" name="직사각형 30">
            <a:extLst>
              <a:ext uri="{FF2B5EF4-FFF2-40B4-BE49-F238E27FC236}">
                <a16:creationId xmlns:a16="http://schemas.microsoft.com/office/drawing/2014/main" id="{E85E340D-DA0B-4E88-8647-B14CFCCCE80B}"/>
              </a:ext>
            </a:extLst>
          </p:cNvPr>
          <p:cNvSpPr/>
          <p:nvPr userDrawn="1"/>
        </p:nvSpPr>
        <p:spPr>
          <a:xfrm>
            <a:off x="3003057" y="377355"/>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#3</a:t>
            </a:r>
          </a:p>
        </p:txBody>
      </p:sp>
      <p:sp>
        <p:nvSpPr>
          <p:cNvPr id="32" name="직사각형 31">
            <a:extLst>
              <a:ext uri="{FF2B5EF4-FFF2-40B4-BE49-F238E27FC236}">
                <a16:creationId xmlns:a16="http://schemas.microsoft.com/office/drawing/2014/main" id="{A633B06C-F25E-4A02-BAA3-F7AD476A0613}"/>
              </a:ext>
            </a:extLst>
          </p:cNvPr>
          <p:cNvSpPr/>
          <p:nvPr userDrawn="1"/>
        </p:nvSpPr>
        <p:spPr>
          <a:xfrm>
            <a:off x="3802251" y="373576"/>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#4</a:t>
            </a:r>
          </a:p>
        </p:txBody>
      </p:sp>
      <p:sp>
        <p:nvSpPr>
          <p:cNvPr id="33" name="직사각형 32">
            <a:extLst>
              <a:ext uri="{FF2B5EF4-FFF2-40B4-BE49-F238E27FC236}">
                <a16:creationId xmlns:a16="http://schemas.microsoft.com/office/drawing/2014/main" id="{87B198A2-B260-4CE6-9564-D4AF858EA53B}"/>
              </a:ext>
            </a:extLst>
          </p:cNvPr>
          <p:cNvSpPr/>
          <p:nvPr userDrawn="1"/>
        </p:nvSpPr>
        <p:spPr>
          <a:xfrm>
            <a:off x="4595602" y="371000"/>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#5</a:t>
            </a:r>
          </a:p>
        </p:txBody>
      </p:sp>
      <p:sp>
        <p:nvSpPr>
          <p:cNvPr id="34" name="직사각형 33">
            <a:extLst>
              <a:ext uri="{FF2B5EF4-FFF2-40B4-BE49-F238E27FC236}">
                <a16:creationId xmlns:a16="http://schemas.microsoft.com/office/drawing/2014/main" id="{865225D0-EF10-4635-A696-3980510C4D9F}"/>
              </a:ext>
            </a:extLst>
          </p:cNvPr>
          <p:cNvSpPr/>
          <p:nvPr userDrawn="1"/>
        </p:nvSpPr>
        <p:spPr>
          <a:xfrm>
            <a:off x="5428208" y="370468"/>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#6</a:t>
            </a:r>
          </a:p>
        </p:txBody>
      </p:sp>
      <p:sp>
        <p:nvSpPr>
          <p:cNvPr id="35" name="직사각형 34">
            <a:extLst>
              <a:ext uri="{FF2B5EF4-FFF2-40B4-BE49-F238E27FC236}">
                <a16:creationId xmlns:a16="http://schemas.microsoft.com/office/drawing/2014/main" id="{C1AFFD19-8695-4F6E-8082-375919467FB1}"/>
              </a:ext>
            </a:extLst>
          </p:cNvPr>
          <p:cNvSpPr/>
          <p:nvPr userDrawn="1"/>
        </p:nvSpPr>
        <p:spPr>
          <a:xfrm>
            <a:off x="6227402" y="366689"/>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#7</a:t>
            </a:r>
          </a:p>
        </p:txBody>
      </p:sp>
      <p:sp>
        <p:nvSpPr>
          <p:cNvPr id="36" name="직사각형 35">
            <a:extLst>
              <a:ext uri="{FF2B5EF4-FFF2-40B4-BE49-F238E27FC236}">
                <a16:creationId xmlns:a16="http://schemas.microsoft.com/office/drawing/2014/main" id="{E08E50CE-D951-4EFF-8948-A9A118DB7E7A}"/>
              </a:ext>
            </a:extLst>
          </p:cNvPr>
          <p:cNvSpPr/>
          <p:nvPr userDrawn="1"/>
        </p:nvSpPr>
        <p:spPr>
          <a:xfrm>
            <a:off x="7020753" y="364113"/>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#8</a:t>
            </a:r>
          </a:p>
        </p:txBody>
      </p:sp>
      <p:sp>
        <p:nvSpPr>
          <p:cNvPr id="37" name="직사각형 36">
            <a:extLst>
              <a:ext uri="{FF2B5EF4-FFF2-40B4-BE49-F238E27FC236}">
                <a16:creationId xmlns:a16="http://schemas.microsoft.com/office/drawing/2014/main" id="{EA80A618-4590-4156-8390-0F5B06DE3770}"/>
              </a:ext>
            </a:extLst>
          </p:cNvPr>
          <p:cNvSpPr/>
          <p:nvPr userDrawn="1"/>
        </p:nvSpPr>
        <p:spPr>
          <a:xfrm>
            <a:off x="37416" y="6328089"/>
            <a:ext cx="1315664" cy="296437"/>
          </a:xfrm>
          <a:prstGeom prst="rect">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미구마켓</a:t>
            </a:r>
          </a:p>
        </p:txBody>
      </p:sp>
      <p:sp>
        <p:nvSpPr>
          <p:cNvPr id="38" name="직사각형 37">
            <a:extLst>
              <a:ext uri="{FF2B5EF4-FFF2-40B4-BE49-F238E27FC236}">
                <a16:creationId xmlns:a16="http://schemas.microsoft.com/office/drawing/2014/main" id="{7D9AED49-0AB2-4074-997D-59292A3F482A}"/>
              </a:ext>
            </a:extLst>
          </p:cNvPr>
          <p:cNvSpPr/>
          <p:nvPr userDrawn="1"/>
        </p:nvSpPr>
        <p:spPr>
          <a:xfrm>
            <a:off x="1347788" y="621732"/>
            <a:ext cx="8763514" cy="600094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39" name="표 36">
            <a:extLst>
              <a:ext uri="{FF2B5EF4-FFF2-40B4-BE49-F238E27FC236}">
                <a16:creationId xmlns:a16="http://schemas.microsoft.com/office/drawing/2014/main" id="{1834B4F9-78E2-4178-8A27-26FA0369BACA}"/>
              </a:ext>
            </a:extLst>
          </p:cNvPr>
          <p:cNvGraphicFramePr>
            <a:graphicFrameLocks noGrp="1"/>
          </p:cNvGraphicFramePr>
          <p:nvPr userDrawn="1">
            <p:extLst>
              <p:ext uri="{D42A27DB-BD31-4B8C-83A1-F6EECF244321}">
                <p14:modId xmlns:p14="http://schemas.microsoft.com/office/powerpoint/2010/main" val="2218385269"/>
              </p:ext>
            </p:extLst>
          </p:nvPr>
        </p:nvGraphicFramePr>
        <p:xfrm>
          <a:off x="1537561" y="3113671"/>
          <a:ext cx="8478450" cy="1920240"/>
        </p:xfrm>
        <a:graphic>
          <a:graphicData uri="http://schemas.openxmlformats.org/drawingml/2006/table">
            <a:tbl>
              <a:tblPr firstRow="1" bandRow="1">
                <a:tableStyleId>{5940675A-B579-460E-94D1-54222C63F5DA}</a:tableStyleId>
              </a:tblPr>
              <a:tblGrid>
                <a:gridCol w="303351">
                  <a:extLst>
                    <a:ext uri="{9D8B030D-6E8A-4147-A177-3AD203B41FA5}">
                      <a16:colId xmlns:a16="http://schemas.microsoft.com/office/drawing/2014/main" val="4144047296"/>
                    </a:ext>
                  </a:extLst>
                </a:gridCol>
                <a:gridCol w="1328655">
                  <a:extLst>
                    <a:ext uri="{9D8B030D-6E8A-4147-A177-3AD203B41FA5}">
                      <a16:colId xmlns:a16="http://schemas.microsoft.com/office/drawing/2014/main" val="481273397"/>
                    </a:ext>
                  </a:extLst>
                </a:gridCol>
                <a:gridCol w="816003">
                  <a:extLst>
                    <a:ext uri="{9D8B030D-6E8A-4147-A177-3AD203B41FA5}">
                      <a16:colId xmlns:a16="http://schemas.microsoft.com/office/drawing/2014/main" val="2437239160"/>
                    </a:ext>
                  </a:extLst>
                </a:gridCol>
                <a:gridCol w="816003">
                  <a:extLst>
                    <a:ext uri="{9D8B030D-6E8A-4147-A177-3AD203B41FA5}">
                      <a16:colId xmlns:a16="http://schemas.microsoft.com/office/drawing/2014/main" val="2229458322"/>
                    </a:ext>
                  </a:extLst>
                </a:gridCol>
                <a:gridCol w="854385">
                  <a:extLst>
                    <a:ext uri="{9D8B030D-6E8A-4147-A177-3AD203B41FA5}">
                      <a16:colId xmlns:a16="http://schemas.microsoft.com/office/drawing/2014/main" val="563767623"/>
                    </a:ext>
                  </a:extLst>
                </a:gridCol>
                <a:gridCol w="859899">
                  <a:extLst>
                    <a:ext uri="{9D8B030D-6E8A-4147-A177-3AD203B41FA5}">
                      <a16:colId xmlns:a16="http://schemas.microsoft.com/office/drawing/2014/main" val="3785393943"/>
                    </a:ext>
                  </a:extLst>
                </a:gridCol>
                <a:gridCol w="920456">
                  <a:extLst>
                    <a:ext uri="{9D8B030D-6E8A-4147-A177-3AD203B41FA5}">
                      <a16:colId xmlns:a16="http://schemas.microsoft.com/office/drawing/2014/main" val="4183156515"/>
                    </a:ext>
                  </a:extLst>
                </a:gridCol>
                <a:gridCol w="1035512">
                  <a:extLst>
                    <a:ext uri="{9D8B030D-6E8A-4147-A177-3AD203B41FA5}">
                      <a16:colId xmlns:a16="http://schemas.microsoft.com/office/drawing/2014/main" val="3386512266"/>
                    </a:ext>
                  </a:extLst>
                </a:gridCol>
                <a:gridCol w="1544186">
                  <a:extLst>
                    <a:ext uri="{9D8B030D-6E8A-4147-A177-3AD203B41FA5}">
                      <a16:colId xmlns:a16="http://schemas.microsoft.com/office/drawing/2014/main" val="4069410094"/>
                    </a:ext>
                  </a:extLst>
                </a:gridCol>
              </a:tblGrid>
              <a:tr h="0">
                <a:tc>
                  <a:txBody>
                    <a:bodyPr/>
                    <a:lstStyle/>
                    <a:p>
                      <a:pPr algn="ctr" latinLnBrk="1"/>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bg1"/>
                          </a:solidFill>
                        </a:rPr>
                        <a:t>Name #1</a:t>
                      </a:r>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bg1"/>
                          </a:solidFill>
                        </a:rPr>
                        <a:t>Name #2</a:t>
                      </a:r>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bg1"/>
                          </a:solidFill>
                        </a:rPr>
                        <a:t>Name #3</a:t>
                      </a:r>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bg1"/>
                          </a:solidFill>
                        </a:rPr>
                        <a:t>Name #4</a:t>
                      </a:r>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bg1"/>
                          </a:solidFill>
                        </a:rPr>
                        <a:t>Name #5</a:t>
                      </a:r>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bg1"/>
                          </a:solidFill>
                        </a:rPr>
                        <a:t>Name #6</a:t>
                      </a:r>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bg1"/>
                          </a:solidFill>
                        </a:rPr>
                        <a:t>Name #7</a:t>
                      </a:r>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algn="ctr" latinLnBrk="1"/>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extLst>
                  <a:ext uri="{0D108BD9-81ED-4DB2-BD59-A6C34878D82A}">
                    <a16:rowId xmlns:a16="http://schemas.microsoft.com/office/drawing/2014/main" val="1284176532"/>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 내용입니다</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latinLnBrk="1"/>
                      <a:r>
                        <a:rPr lang="en-US" altLang="ko-KR" sz="800" dirty="0"/>
                        <a:t>1900-01-01</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23825482"/>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 내용입니다</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t>1900-01-01</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75616143"/>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 내용입니다</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latinLnBrk="1"/>
                      <a:r>
                        <a:rPr lang="en-US" altLang="ko-KR" sz="800" dirty="0"/>
                        <a:t>1900-01-01</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15690310"/>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 내용입니다</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t>1900-01-01</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224885749"/>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 내용입니다</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latinLnBrk="1"/>
                      <a:r>
                        <a:rPr lang="en-US" altLang="ko-KR" sz="800" dirty="0"/>
                        <a:t>1900-01-01</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090970345"/>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 내용입니다</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t>1900-01-01</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97480063"/>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 내용입니다</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latinLnBrk="1"/>
                      <a:r>
                        <a:rPr lang="en-US" altLang="ko-KR" sz="800" dirty="0"/>
                        <a:t>1900-01-01</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96286388"/>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 내용입니다</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t>1900-01-01</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8517106"/>
                  </a:ext>
                </a:extLst>
              </a:tr>
            </a:tbl>
          </a:graphicData>
        </a:graphic>
      </p:graphicFrame>
      <p:sp>
        <p:nvSpPr>
          <p:cNvPr id="40" name="TextBox 39">
            <a:extLst>
              <a:ext uri="{FF2B5EF4-FFF2-40B4-BE49-F238E27FC236}">
                <a16:creationId xmlns:a16="http://schemas.microsoft.com/office/drawing/2014/main" id="{71415A57-7537-46D8-8C2A-B29F7BF0F33A}"/>
              </a:ext>
            </a:extLst>
          </p:cNvPr>
          <p:cNvSpPr txBox="1"/>
          <p:nvPr userDrawn="1"/>
        </p:nvSpPr>
        <p:spPr>
          <a:xfrm>
            <a:off x="1463866" y="2644760"/>
            <a:ext cx="957313" cy="230832"/>
          </a:xfrm>
          <a:prstGeom prst="rect">
            <a:avLst/>
          </a:prstGeom>
          <a:noFill/>
        </p:spPr>
        <p:txBody>
          <a:bodyPr wrap="none" rtlCol="0">
            <a:spAutoFit/>
          </a:bodyPr>
          <a:lstStyle/>
          <a:p>
            <a:r>
              <a:rPr lang="ko-KR" altLang="en-US" sz="900" b="1" dirty="0"/>
              <a:t>○ 게시글 제목</a:t>
            </a:r>
          </a:p>
        </p:txBody>
      </p:sp>
      <p:sp>
        <p:nvSpPr>
          <p:cNvPr id="41" name="직사각형 40">
            <a:extLst>
              <a:ext uri="{FF2B5EF4-FFF2-40B4-BE49-F238E27FC236}">
                <a16:creationId xmlns:a16="http://schemas.microsoft.com/office/drawing/2014/main" id="{CFF7152B-F5E9-474B-9C0E-DAC8076892BC}"/>
              </a:ext>
            </a:extLst>
          </p:cNvPr>
          <p:cNvSpPr/>
          <p:nvPr userDrawn="1"/>
        </p:nvSpPr>
        <p:spPr>
          <a:xfrm>
            <a:off x="1622909" y="3156063"/>
            <a:ext cx="127169" cy="1332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2" name="직사각형 41">
            <a:extLst>
              <a:ext uri="{FF2B5EF4-FFF2-40B4-BE49-F238E27FC236}">
                <a16:creationId xmlns:a16="http://schemas.microsoft.com/office/drawing/2014/main" id="{8ED6A48D-AD40-43EF-83F6-C83FF44E3F87}"/>
              </a:ext>
            </a:extLst>
          </p:cNvPr>
          <p:cNvSpPr/>
          <p:nvPr userDrawn="1"/>
        </p:nvSpPr>
        <p:spPr>
          <a:xfrm>
            <a:off x="1617858" y="3369019"/>
            <a:ext cx="127169" cy="1332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3" name="직사각형 42">
            <a:extLst>
              <a:ext uri="{FF2B5EF4-FFF2-40B4-BE49-F238E27FC236}">
                <a16:creationId xmlns:a16="http://schemas.microsoft.com/office/drawing/2014/main" id="{C5B00C45-0F5C-48A6-9C2B-E0F564C61438}"/>
              </a:ext>
            </a:extLst>
          </p:cNvPr>
          <p:cNvSpPr/>
          <p:nvPr userDrawn="1"/>
        </p:nvSpPr>
        <p:spPr>
          <a:xfrm>
            <a:off x="1617862" y="3574914"/>
            <a:ext cx="127169" cy="1332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4" name="직사각형 43">
            <a:extLst>
              <a:ext uri="{FF2B5EF4-FFF2-40B4-BE49-F238E27FC236}">
                <a16:creationId xmlns:a16="http://schemas.microsoft.com/office/drawing/2014/main" id="{E1303140-7A2A-4275-BACE-4C6002ED80E6}"/>
              </a:ext>
            </a:extLst>
          </p:cNvPr>
          <p:cNvSpPr/>
          <p:nvPr userDrawn="1"/>
        </p:nvSpPr>
        <p:spPr>
          <a:xfrm>
            <a:off x="1617854" y="3798256"/>
            <a:ext cx="127169" cy="1332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5" name="직사각형 44">
            <a:extLst>
              <a:ext uri="{FF2B5EF4-FFF2-40B4-BE49-F238E27FC236}">
                <a16:creationId xmlns:a16="http://schemas.microsoft.com/office/drawing/2014/main" id="{36900F80-7235-4EE4-A83B-96D3EA7FB8EA}"/>
              </a:ext>
            </a:extLst>
          </p:cNvPr>
          <p:cNvSpPr/>
          <p:nvPr userDrawn="1"/>
        </p:nvSpPr>
        <p:spPr>
          <a:xfrm>
            <a:off x="1617858" y="4004151"/>
            <a:ext cx="127169" cy="1332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6" name="직사각형 45">
            <a:extLst>
              <a:ext uri="{FF2B5EF4-FFF2-40B4-BE49-F238E27FC236}">
                <a16:creationId xmlns:a16="http://schemas.microsoft.com/office/drawing/2014/main" id="{D0A88FD2-A303-483F-8307-1F9C29A37099}"/>
              </a:ext>
            </a:extLst>
          </p:cNvPr>
          <p:cNvSpPr/>
          <p:nvPr userDrawn="1"/>
        </p:nvSpPr>
        <p:spPr>
          <a:xfrm>
            <a:off x="1617850" y="4227493"/>
            <a:ext cx="127169" cy="1332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7" name="직사각형 46">
            <a:extLst>
              <a:ext uri="{FF2B5EF4-FFF2-40B4-BE49-F238E27FC236}">
                <a16:creationId xmlns:a16="http://schemas.microsoft.com/office/drawing/2014/main" id="{F4E1F778-F873-4B62-901B-C3E3F7078C24}"/>
              </a:ext>
            </a:extLst>
          </p:cNvPr>
          <p:cNvSpPr/>
          <p:nvPr userDrawn="1"/>
        </p:nvSpPr>
        <p:spPr>
          <a:xfrm>
            <a:off x="1617854" y="4433388"/>
            <a:ext cx="127169" cy="1332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8" name="직사각형 47">
            <a:extLst>
              <a:ext uri="{FF2B5EF4-FFF2-40B4-BE49-F238E27FC236}">
                <a16:creationId xmlns:a16="http://schemas.microsoft.com/office/drawing/2014/main" id="{FD31609D-7CDA-4233-9FA3-B5020365D3F8}"/>
              </a:ext>
            </a:extLst>
          </p:cNvPr>
          <p:cNvSpPr/>
          <p:nvPr userDrawn="1"/>
        </p:nvSpPr>
        <p:spPr>
          <a:xfrm>
            <a:off x="1617846" y="4656730"/>
            <a:ext cx="127169" cy="1332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9" name="직사각형 48">
            <a:extLst>
              <a:ext uri="{FF2B5EF4-FFF2-40B4-BE49-F238E27FC236}">
                <a16:creationId xmlns:a16="http://schemas.microsoft.com/office/drawing/2014/main" id="{60D6803F-15D8-4081-8D49-301EC5101268}"/>
              </a:ext>
            </a:extLst>
          </p:cNvPr>
          <p:cNvSpPr/>
          <p:nvPr userDrawn="1"/>
        </p:nvSpPr>
        <p:spPr>
          <a:xfrm>
            <a:off x="1617850" y="4862625"/>
            <a:ext cx="127169" cy="1332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0" name="직사각형 49">
            <a:extLst>
              <a:ext uri="{FF2B5EF4-FFF2-40B4-BE49-F238E27FC236}">
                <a16:creationId xmlns:a16="http://schemas.microsoft.com/office/drawing/2014/main" id="{D28DD552-4DE3-4C58-97F6-9509E732343D}"/>
              </a:ext>
            </a:extLst>
          </p:cNvPr>
          <p:cNvSpPr/>
          <p:nvPr userDrawn="1"/>
        </p:nvSpPr>
        <p:spPr>
          <a:xfrm>
            <a:off x="8556613" y="3369019"/>
            <a:ext cx="429950"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51" name="직사각형 50">
            <a:extLst>
              <a:ext uri="{FF2B5EF4-FFF2-40B4-BE49-F238E27FC236}">
                <a16:creationId xmlns:a16="http://schemas.microsoft.com/office/drawing/2014/main" id="{8CAB953A-AA33-4082-ADD5-7812E8812BEA}"/>
              </a:ext>
            </a:extLst>
          </p:cNvPr>
          <p:cNvSpPr/>
          <p:nvPr userDrawn="1"/>
        </p:nvSpPr>
        <p:spPr>
          <a:xfrm>
            <a:off x="9036015" y="3369019"/>
            <a:ext cx="429950"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52" name="직사각형 51">
            <a:extLst>
              <a:ext uri="{FF2B5EF4-FFF2-40B4-BE49-F238E27FC236}">
                <a16:creationId xmlns:a16="http://schemas.microsoft.com/office/drawing/2014/main" id="{79F8B0D4-A284-49EC-AD43-8C670941E558}"/>
              </a:ext>
            </a:extLst>
          </p:cNvPr>
          <p:cNvSpPr/>
          <p:nvPr userDrawn="1"/>
        </p:nvSpPr>
        <p:spPr>
          <a:xfrm>
            <a:off x="9522472" y="3369019"/>
            <a:ext cx="429950"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53" name="직사각형 52">
            <a:extLst>
              <a:ext uri="{FF2B5EF4-FFF2-40B4-BE49-F238E27FC236}">
                <a16:creationId xmlns:a16="http://schemas.microsoft.com/office/drawing/2014/main" id="{6E1389C0-15CC-4839-83D1-D4D9BF2692D3}"/>
              </a:ext>
            </a:extLst>
          </p:cNvPr>
          <p:cNvSpPr/>
          <p:nvPr userDrawn="1"/>
        </p:nvSpPr>
        <p:spPr>
          <a:xfrm>
            <a:off x="8563676" y="3574914"/>
            <a:ext cx="429950"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54" name="직사각형 53">
            <a:extLst>
              <a:ext uri="{FF2B5EF4-FFF2-40B4-BE49-F238E27FC236}">
                <a16:creationId xmlns:a16="http://schemas.microsoft.com/office/drawing/2014/main" id="{16303F2C-B4E0-4F4E-A71E-08B36694B1AB}"/>
              </a:ext>
            </a:extLst>
          </p:cNvPr>
          <p:cNvSpPr/>
          <p:nvPr userDrawn="1"/>
        </p:nvSpPr>
        <p:spPr>
          <a:xfrm>
            <a:off x="9043078" y="3574914"/>
            <a:ext cx="429950"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55" name="직사각형 54">
            <a:extLst>
              <a:ext uri="{FF2B5EF4-FFF2-40B4-BE49-F238E27FC236}">
                <a16:creationId xmlns:a16="http://schemas.microsoft.com/office/drawing/2014/main" id="{DD8883B0-C9CC-4E0D-9EA5-367D5A984F1F}"/>
              </a:ext>
            </a:extLst>
          </p:cNvPr>
          <p:cNvSpPr/>
          <p:nvPr userDrawn="1"/>
        </p:nvSpPr>
        <p:spPr>
          <a:xfrm>
            <a:off x="9529535" y="3574914"/>
            <a:ext cx="429950"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56" name="직사각형 55">
            <a:extLst>
              <a:ext uri="{FF2B5EF4-FFF2-40B4-BE49-F238E27FC236}">
                <a16:creationId xmlns:a16="http://schemas.microsoft.com/office/drawing/2014/main" id="{801DE286-27A6-4627-BEA4-187B9DA715BD}"/>
              </a:ext>
            </a:extLst>
          </p:cNvPr>
          <p:cNvSpPr/>
          <p:nvPr userDrawn="1"/>
        </p:nvSpPr>
        <p:spPr>
          <a:xfrm>
            <a:off x="8556613" y="3798256"/>
            <a:ext cx="429950"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57" name="직사각형 56">
            <a:extLst>
              <a:ext uri="{FF2B5EF4-FFF2-40B4-BE49-F238E27FC236}">
                <a16:creationId xmlns:a16="http://schemas.microsoft.com/office/drawing/2014/main" id="{9380CADE-D9B9-4545-8B30-C2EC384F652F}"/>
              </a:ext>
            </a:extLst>
          </p:cNvPr>
          <p:cNvSpPr/>
          <p:nvPr userDrawn="1"/>
        </p:nvSpPr>
        <p:spPr>
          <a:xfrm>
            <a:off x="9036015" y="3798256"/>
            <a:ext cx="429950"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58" name="직사각형 57">
            <a:extLst>
              <a:ext uri="{FF2B5EF4-FFF2-40B4-BE49-F238E27FC236}">
                <a16:creationId xmlns:a16="http://schemas.microsoft.com/office/drawing/2014/main" id="{1E63E061-45E0-45A3-A50F-0A0ACBC68CD3}"/>
              </a:ext>
            </a:extLst>
          </p:cNvPr>
          <p:cNvSpPr/>
          <p:nvPr userDrawn="1"/>
        </p:nvSpPr>
        <p:spPr>
          <a:xfrm>
            <a:off x="9522472" y="3798256"/>
            <a:ext cx="429950"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59" name="직사각형 58">
            <a:extLst>
              <a:ext uri="{FF2B5EF4-FFF2-40B4-BE49-F238E27FC236}">
                <a16:creationId xmlns:a16="http://schemas.microsoft.com/office/drawing/2014/main" id="{6E25EC0A-707E-4844-AE4A-C56D49A8FFE5}"/>
              </a:ext>
            </a:extLst>
          </p:cNvPr>
          <p:cNvSpPr/>
          <p:nvPr userDrawn="1"/>
        </p:nvSpPr>
        <p:spPr>
          <a:xfrm>
            <a:off x="8563676" y="4004151"/>
            <a:ext cx="429950"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60" name="직사각형 59">
            <a:extLst>
              <a:ext uri="{FF2B5EF4-FFF2-40B4-BE49-F238E27FC236}">
                <a16:creationId xmlns:a16="http://schemas.microsoft.com/office/drawing/2014/main" id="{1C9DC51A-AC9B-4E4B-AF9B-4A77CBCAAC92}"/>
              </a:ext>
            </a:extLst>
          </p:cNvPr>
          <p:cNvSpPr/>
          <p:nvPr userDrawn="1"/>
        </p:nvSpPr>
        <p:spPr>
          <a:xfrm>
            <a:off x="9043078" y="4004151"/>
            <a:ext cx="429950"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61" name="직사각형 60">
            <a:extLst>
              <a:ext uri="{FF2B5EF4-FFF2-40B4-BE49-F238E27FC236}">
                <a16:creationId xmlns:a16="http://schemas.microsoft.com/office/drawing/2014/main" id="{487C6CF2-0439-4078-9824-E973F4DC5ECE}"/>
              </a:ext>
            </a:extLst>
          </p:cNvPr>
          <p:cNvSpPr/>
          <p:nvPr userDrawn="1"/>
        </p:nvSpPr>
        <p:spPr>
          <a:xfrm>
            <a:off x="9529535" y="4004151"/>
            <a:ext cx="429950"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62" name="직사각형 61">
            <a:extLst>
              <a:ext uri="{FF2B5EF4-FFF2-40B4-BE49-F238E27FC236}">
                <a16:creationId xmlns:a16="http://schemas.microsoft.com/office/drawing/2014/main" id="{A1AE95FB-F08A-499F-BF54-4818C36CA925}"/>
              </a:ext>
            </a:extLst>
          </p:cNvPr>
          <p:cNvSpPr/>
          <p:nvPr userDrawn="1"/>
        </p:nvSpPr>
        <p:spPr>
          <a:xfrm>
            <a:off x="8556613" y="4216048"/>
            <a:ext cx="429950"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63" name="직사각형 62">
            <a:extLst>
              <a:ext uri="{FF2B5EF4-FFF2-40B4-BE49-F238E27FC236}">
                <a16:creationId xmlns:a16="http://schemas.microsoft.com/office/drawing/2014/main" id="{0D77F589-6236-414F-B74B-42D9DE795EFA}"/>
              </a:ext>
            </a:extLst>
          </p:cNvPr>
          <p:cNvSpPr/>
          <p:nvPr userDrawn="1"/>
        </p:nvSpPr>
        <p:spPr>
          <a:xfrm>
            <a:off x="9036015" y="4216048"/>
            <a:ext cx="429950"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64" name="직사각형 63">
            <a:extLst>
              <a:ext uri="{FF2B5EF4-FFF2-40B4-BE49-F238E27FC236}">
                <a16:creationId xmlns:a16="http://schemas.microsoft.com/office/drawing/2014/main" id="{730E66B2-43AD-48B0-920F-025120ABD043}"/>
              </a:ext>
            </a:extLst>
          </p:cNvPr>
          <p:cNvSpPr/>
          <p:nvPr userDrawn="1"/>
        </p:nvSpPr>
        <p:spPr>
          <a:xfrm>
            <a:off x="9522472" y="4216048"/>
            <a:ext cx="429950"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65" name="직사각형 64">
            <a:extLst>
              <a:ext uri="{FF2B5EF4-FFF2-40B4-BE49-F238E27FC236}">
                <a16:creationId xmlns:a16="http://schemas.microsoft.com/office/drawing/2014/main" id="{B04BEFA5-6A7C-404D-8679-22FE8FF594AA}"/>
              </a:ext>
            </a:extLst>
          </p:cNvPr>
          <p:cNvSpPr/>
          <p:nvPr userDrawn="1"/>
        </p:nvSpPr>
        <p:spPr>
          <a:xfrm>
            <a:off x="8563676" y="4421943"/>
            <a:ext cx="429950"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66" name="직사각형 65">
            <a:extLst>
              <a:ext uri="{FF2B5EF4-FFF2-40B4-BE49-F238E27FC236}">
                <a16:creationId xmlns:a16="http://schemas.microsoft.com/office/drawing/2014/main" id="{70EEF3B7-F55F-4968-9A80-7C52514BF91B}"/>
              </a:ext>
            </a:extLst>
          </p:cNvPr>
          <p:cNvSpPr/>
          <p:nvPr userDrawn="1"/>
        </p:nvSpPr>
        <p:spPr>
          <a:xfrm>
            <a:off x="9043078" y="4421943"/>
            <a:ext cx="429950"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67" name="직사각형 66">
            <a:extLst>
              <a:ext uri="{FF2B5EF4-FFF2-40B4-BE49-F238E27FC236}">
                <a16:creationId xmlns:a16="http://schemas.microsoft.com/office/drawing/2014/main" id="{A4C36AF4-9358-4C06-826B-18472F45A1F1}"/>
              </a:ext>
            </a:extLst>
          </p:cNvPr>
          <p:cNvSpPr/>
          <p:nvPr userDrawn="1"/>
        </p:nvSpPr>
        <p:spPr>
          <a:xfrm>
            <a:off x="9529535" y="4421943"/>
            <a:ext cx="429950"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68" name="직사각형 67">
            <a:extLst>
              <a:ext uri="{FF2B5EF4-FFF2-40B4-BE49-F238E27FC236}">
                <a16:creationId xmlns:a16="http://schemas.microsoft.com/office/drawing/2014/main" id="{5990FC70-F826-428C-B55A-8D7F425C0E25}"/>
              </a:ext>
            </a:extLst>
          </p:cNvPr>
          <p:cNvSpPr/>
          <p:nvPr userDrawn="1"/>
        </p:nvSpPr>
        <p:spPr>
          <a:xfrm>
            <a:off x="8556613" y="4645285"/>
            <a:ext cx="429950"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69" name="직사각형 68">
            <a:extLst>
              <a:ext uri="{FF2B5EF4-FFF2-40B4-BE49-F238E27FC236}">
                <a16:creationId xmlns:a16="http://schemas.microsoft.com/office/drawing/2014/main" id="{4629F063-12A0-45CF-BC44-A25C32F0A18F}"/>
              </a:ext>
            </a:extLst>
          </p:cNvPr>
          <p:cNvSpPr/>
          <p:nvPr userDrawn="1"/>
        </p:nvSpPr>
        <p:spPr>
          <a:xfrm>
            <a:off x="9036015" y="4645285"/>
            <a:ext cx="429950"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70" name="직사각형 69">
            <a:extLst>
              <a:ext uri="{FF2B5EF4-FFF2-40B4-BE49-F238E27FC236}">
                <a16:creationId xmlns:a16="http://schemas.microsoft.com/office/drawing/2014/main" id="{6AD8C2EF-2EE7-455A-968B-4F255F71A9FA}"/>
              </a:ext>
            </a:extLst>
          </p:cNvPr>
          <p:cNvSpPr/>
          <p:nvPr userDrawn="1"/>
        </p:nvSpPr>
        <p:spPr>
          <a:xfrm>
            <a:off x="9522472" y="4645285"/>
            <a:ext cx="429950"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71" name="직사각형 70">
            <a:extLst>
              <a:ext uri="{FF2B5EF4-FFF2-40B4-BE49-F238E27FC236}">
                <a16:creationId xmlns:a16="http://schemas.microsoft.com/office/drawing/2014/main" id="{ADD3B613-EAA2-4B3C-8ECA-A1383FD30917}"/>
              </a:ext>
            </a:extLst>
          </p:cNvPr>
          <p:cNvSpPr/>
          <p:nvPr userDrawn="1"/>
        </p:nvSpPr>
        <p:spPr>
          <a:xfrm>
            <a:off x="8563676" y="4851180"/>
            <a:ext cx="429950"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72" name="직사각형 71">
            <a:extLst>
              <a:ext uri="{FF2B5EF4-FFF2-40B4-BE49-F238E27FC236}">
                <a16:creationId xmlns:a16="http://schemas.microsoft.com/office/drawing/2014/main" id="{CE2F910C-725F-4D9B-A0A5-977698161332}"/>
              </a:ext>
            </a:extLst>
          </p:cNvPr>
          <p:cNvSpPr/>
          <p:nvPr userDrawn="1"/>
        </p:nvSpPr>
        <p:spPr>
          <a:xfrm>
            <a:off x="9043078" y="4851180"/>
            <a:ext cx="429950"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73" name="직사각형 72">
            <a:extLst>
              <a:ext uri="{FF2B5EF4-FFF2-40B4-BE49-F238E27FC236}">
                <a16:creationId xmlns:a16="http://schemas.microsoft.com/office/drawing/2014/main" id="{CA0EB1B1-430E-4FED-9DAF-83E09A8C9C4B}"/>
              </a:ext>
            </a:extLst>
          </p:cNvPr>
          <p:cNvSpPr/>
          <p:nvPr userDrawn="1"/>
        </p:nvSpPr>
        <p:spPr>
          <a:xfrm>
            <a:off x="9529535" y="4851180"/>
            <a:ext cx="429950"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74" name="직사각형 73">
            <a:extLst>
              <a:ext uri="{FF2B5EF4-FFF2-40B4-BE49-F238E27FC236}">
                <a16:creationId xmlns:a16="http://schemas.microsoft.com/office/drawing/2014/main" id="{606A1742-6820-49AA-827E-E4E351AC5E8B}"/>
              </a:ext>
            </a:extLst>
          </p:cNvPr>
          <p:cNvSpPr/>
          <p:nvPr userDrawn="1"/>
        </p:nvSpPr>
        <p:spPr>
          <a:xfrm>
            <a:off x="2602991" y="5104782"/>
            <a:ext cx="748002" cy="154273"/>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a:t>일괄수정</a:t>
            </a:r>
            <a:endParaRPr lang="ko-KR" altLang="en-US" sz="700" b="1" dirty="0"/>
          </a:p>
        </p:txBody>
      </p:sp>
      <p:sp>
        <p:nvSpPr>
          <p:cNvPr id="75" name="직사각형 74">
            <a:extLst>
              <a:ext uri="{FF2B5EF4-FFF2-40B4-BE49-F238E27FC236}">
                <a16:creationId xmlns:a16="http://schemas.microsoft.com/office/drawing/2014/main" id="{E6CDBBC9-EC10-4035-8EDF-F6D94B71AB55}"/>
              </a:ext>
            </a:extLst>
          </p:cNvPr>
          <p:cNvSpPr/>
          <p:nvPr userDrawn="1"/>
        </p:nvSpPr>
        <p:spPr>
          <a:xfrm>
            <a:off x="1533736" y="5107660"/>
            <a:ext cx="968906"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은행선택  ▼</a:t>
            </a:r>
          </a:p>
        </p:txBody>
      </p:sp>
      <p:grpSp>
        <p:nvGrpSpPr>
          <p:cNvPr id="76" name="그룹 75">
            <a:extLst>
              <a:ext uri="{FF2B5EF4-FFF2-40B4-BE49-F238E27FC236}">
                <a16:creationId xmlns:a16="http://schemas.microsoft.com/office/drawing/2014/main" id="{BDBB4C11-513D-446C-B275-68E89EF6014C}"/>
              </a:ext>
            </a:extLst>
          </p:cNvPr>
          <p:cNvGrpSpPr/>
          <p:nvPr userDrawn="1"/>
        </p:nvGrpSpPr>
        <p:grpSpPr>
          <a:xfrm>
            <a:off x="4023742" y="5434598"/>
            <a:ext cx="3506087" cy="187725"/>
            <a:chOff x="3987692" y="5516678"/>
            <a:chExt cx="3506087" cy="187725"/>
          </a:xfrm>
        </p:grpSpPr>
        <p:sp>
          <p:nvSpPr>
            <p:cNvPr id="77" name="직사각형 76">
              <a:extLst>
                <a:ext uri="{FF2B5EF4-FFF2-40B4-BE49-F238E27FC236}">
                  <a16:creationId xmlns:a16="http://schemas.microsoft.com/office/drawing/2014/main" id="{6FCEA5A6-F0F3-426D-AA62-75701DCB6536}"/>
                </a:ext>
              </a:extLst>
            </p:cNvPr>
            <p:cNvSpPr/>
            <p:nvPr/>
          </p:nvSpPr>
          <p:spPr>
            <a:xfrm>
              <a:off x="4868726" y="5516678"/>
              <a:ext cx="193780" cy="187725"/>
            </a:xfrm>
            <a:prstGeom prst="rect">
              <a:avLst/>
            </a:prstGeom>
            <a:solidFill>
              <a:srgbClr val="0000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b="1" dirty="0">
                  <a:solidFill>
                    <a:schemeClr val="bg1"/>
                  </a:solidFill>
                </a:rPr>
                <a:t>1</a:t>
              </a:r>
              <a:endParaRPr lang="ko-KR" altLang="en-US" sz="600" b="1" dirty="0">
                <a:solidFill>
                  <a:schemeClr val="bg1"/>
                </a:solidFill>
              </a:endParaRPr>
            </a:p>
          </p:txBody>
        </p:sp>
        <p:sp>
          <p:nvSpPr>
            <p:cNvPr id="78" name="직사각형 77">
              <a:extLst>
                <a:ext uri="{FF2B5EF4-FFF2-40B4-BE49-F238E27FC236}">
                  <a16:creationId xmlns:a16="http://schemas.microsoft.com/office/drawing/2014/main" id="{743E3404-B69C-48F3-9B96-11B4D71AD339}"/>
                </a:ext>
              </a:extLst>
            </p:cNvPr>
            <p:cNvSpPr/>
            <p:nvPr/>
          </p:nvSpPr>
          <p:spPr>
            <a:xfrm>
              <a:off x="506250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2</a:t>
              </a:r>
              <a:endParaRPr lang="ko-KR" altLang="en-US" sz="600" dirty="0">
                <a:solidFill>
                  <a:schemeClr val="tx1"/>
                </a:solidFill>
              </a:endParaRPr>
            </a:p>
          </p:txBody>
        </p:sp>
        <p:sp>
          <p:nvSpPr>
            <p:cNvPr id="79" name="직사각형 78">
              <a:extLst>
                <a:ext uri="{FF2B5EF4-FFF2-40B4-BE49-F238E27FC236}">
                  <a16:creationId xmlns:a16="http://schemas.microsoft.com/office/drawing/2014/main" id="{9761BCDB-8121-45FA-B7D8-DF0654FDDBF5}"/>
                </a:ext>
              </a:extLst>
            </p:cNvPr>
            <p:cNvSpPr/>
            <p:nvPr/>
          </p:nvSpPr>
          <p:spPr>
            <a:xfrm>
              <a:off x="525628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3</a:t>
              </a:r>
              <a:endParaRPr lang="ko-KR" altLang="en-US" sz="600" dirty="0">
                <a:solidFill>
                  <a:schemeClr val="tx1"/>
                </a:solidFill>
              </a:endParaRPr>
            </a:p>
          </p:txBody>
        </p:sp>
        <p:sp>
          <p:nvSpPr>
            <p:cNvPr id="80" name="직사각형 79">
              <a:extLst>
                <a:ext uri="{FF2B5EF4-FFF2-40B4-BE49-F238E27FC236}">
                  <a16:creationId xmlns:a16="http://schemas.microsoft.com/office/drawing/2014/main" id="{1CBC8638-2987-4CA2-8209-60EC881E0E66}"/>
                </a:ext>
              </a:extLst>
            </p:cNvPr>
            <p:cNvSpPr/>
            <p:nvPr/>
          </p:nvSpPr>
          <p:spPr>
            <a:xfrm>
              <a:off x="545006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4</a:t>
              </a:r>
              <a:endParaRPr lang="ko-KR" altLang="en-US" sz="600" dirty="0">
                <a:solidFill>
                  <a:schemeClr val="tx1"/>
                </a:solidFill>
              </a:endParaRPr>
            </a:p>
          </p:txBody>
        </p:sp>
        <p:sp>
          <p:nvSpPr>
            <p:cNvPr id="81" name="직사각형 80">
              <a:extLst>
                <a:ext uri="{FF2B5EF4-FFF2-40B4-BE49-F238E27FC236}">
                  <a16:creationId xmlns:a16="http://schemas.microsoft.com/office/drawing/2014/main" id="{5D81A937-F115-4F98-B170-76A7C7BA7EFE}"/>
                </a:ext>
              </a:extLst>
            </p:cNvPr>
            <p:cNvSpPr/>
            <p:nvPr/>
          </p:nvSpPr>
          <p:spPr>
            <a:xfrm>
              <a:off x="564384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5</a:t>
              </a:r>
              <a:endParaRPr lang="ko-KR" altLang="en-US" sz="600" dirty="0">
                <a:solidFill>
                  <a:schemeClr val="tx1"/>
                </a:solidFill>
              </a:endParaRPr>
            </a:p>
          </p:txBody>
        </p:sp>
        <p:sp>
          <p:nvSpPr>
            <p:cNvPr id="82" name="직사각형 81">
              <a:extLst>
                <a:ext uri="{FF2B5EF4-FFF2-40B4-BE49-F238E27FC236}">
                  <a16:creationId xmlns:a16="http://schemas.microsoft.com/office/drawing/2014/main" id="{BE6D7BCA-C1A2-47DD-A63A-2129490271BC}"/>
                </a:ext>
              </a:extLst>
            </p:cNvPr>
            <p:cNvSpPr/>
            <p:nvPr/>
          </p:nvSpPr>
          <p:spPr>
            <a:xfrm>
              <a:off x="583762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6</a:t>
              </a:r>
              <a:endParaRPr lang="ko-KR" altLang="en-US" sz="600" dirty="0">
                <a:solidFill>
                  <a:schemeClr val="tx1"/>
                </a:solidFill>
              </a:endParaRPr>
            </a:p>
          </p:txBody>
        </p:sp>
        <p:sp>
          <p:nvSpPr>
            <p:cNvPr id="83" name="직사각형 82">
              <a:extLst>
                <a:ext uri="{FF2B5EF4-FFF2-40B4-BE49-F238E27FC236}">
                  <a16:creationId xmlns:a16="http://schemas.microsoft.com/office/drawing/2014/main" id="{7460F33F-1A6A-4029-B375-218C1FD46D31}"/>
                </a:ext>
              </a:extLst>
            </p:cNvPr>
            <p:cNvSpPr/>
            <p:nvPr/>
          </p:nvSpPr>
          <p:spPr>
            <a:xfrm>
              <a:off x="603140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7</a:t>
              </a:r>
              <a:endParaRPr lang="ko-KR" altLang="en-US" sz="600" dirty="0">
                <a:solidFill>
                  <a:schemeClr val="tx1"/>
                </a:solidFill>
              </a:endParaRPr>
            </a:p>
          </p:txBody>
        </p:sp>
        <p:sp>
          <p:nvSpPr>
            <p:cNvPr id="84" name="직사각형 83">
              <a:extLst>
                <a:ext uri="{FF2B5EF4-FFF2-40B4-BE49-F238E27FC236}">
                  <a16:creationId xmlns:a16="http://schemas.microsoft.com/office/drawing/2014/main" id="{D26EF50C-BD48-4BE9-91C8-752EDFD7040E}"/>
                </a:ext>
              </a:extLst>
            </p:cNvPr>
            <p:cNvSpPr/>
            <p:nvPr/>
          </p:nvSpPr>
          <p:spPr>
            <a:xfrm>
              <a:off x="622518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8</a:t>
              </a:r>
              <a:endParaRPr lang="ko-KR" altLang="en-US" sz="600" dirty="0">
                <a:solidFill>
                  <a:schemeClr val="tx1"/>
                </a:solidFill>
              </a:endParaRPr>
            </a:p>
          </p:txBody>
        </p:sp>
        <p:sp>
          <p:nvSpPr>
            <p:cNvPr id="85" name="직사각형 84">
              <a:extLst>
                <a:ext uri="{FF2B5EF4-FFF2-40B4-BE49-F238E27FC236}">
                  <a16:creationId xmlns:a16="http://schemas.microsoft.com/office/drawing/2014/main" id="{E614E0DA-7905-4C02-B2C7-AF0AB5BD1772}"/>
                </a:ext>
              </a:extLst>
            </p:cNvPr>
            <p:cNvSpPr/>
            <p:nvPr/>
          </p:nvSpPr>
          <p:spPr>
            <a:xfrm>
              <a:off x="641896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9</a:t>
              </a:r>
              <a:endParaRPr lang="ko-KR" altLang="en-US" sz="600" dirty="0">
                <a:solidFill>
                  <a:schemeClr val="tx1"/>
                </a:solidFill>
              </a:endParaRPr>
            </a:p>
          </p:txBody>
        </p:sp>
        <p:sp>
          <p:nvSpPr>
            <p:cNvPr id="86" name="직사각형 85">
              <a:extLst>
                <a:ext uri="{FF2B5EF4-FFF2-40B4-BE49-F238E27FC236}">
                  <a16:creationId xmlns:a16="http://schemas.microsoft.com/office/drawing/2014/main" id="{0FC1C154-17A3-4BD2-A469-A8CEE2F940EF}"/>
                </a:ext>
              </a:extLst>
            </p:cNvPr>
            <p:cNvSpPr/>
            <p:nvPr/>
          </p:nvSpPr>
          <p:spPr>
            <a:xfrm>
              <a:off x="6612745" y="5516678"/>
              <a:ext cx="440518"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500" dirty="0">
                  <a:solidFill>
                    <a:schemeClr val="tx1"/>
                  </a:solidFill>
                </a:rPr>
                <a:t>NEXT </a:t>
              </a:r>
              <a:r>
                <a:rPr lang="ko-KR" altLang="en-US" sz="500" b="1" dirty="0">
                  <a:solidFill>
                    <a:srgbClr val="FF0000"/>
                  </a:solidFill>
                </a:rPr>
                <a:t>＞</a:t>
              </a:r>
            </a:p>
          </p:txBody>
        </p:sp>
        <p:sp>
          <p:nvSpPr>
            <p:cNvPr id="87" name="직사각형 86">
              <a:extLst>
                <a:ext uri="{FF2B5EF4-FFF2-40B4-BE49-F238E27FC236}">
                  <a16:creationId xmlns:a16="http://schemas.microsoft.com/office/drawing/2014/main" id="{8640D3D9-746A-4673-AA11-DB9EBFA68D39}"/>
                </a:ext>
              </a:extLst>
            </p:cNvPr>
            <p:cNvSpPr/>
            <p:nvPr/>
          </p:nvSpPr>
          <p:spPr>
            <a:xfrm>
              <a:off x="7053262" y="5516678"/>
              <a:ext cx="440517"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500" dirty="0">
                  <a:solidFill>
                    <a:schemeClr val="tx1"/>
                  </a:solidFill>
                </a:rPr>
                <a:t>LAST </a:t>
              </a:r>
              <a:r>
                <a:rPr lang="ko-KR" altLang="en-US" sz="500" b="1" dirty="0">
                  <a:solidFill>
                    <a:srgbClr val="FF0000"/>
                  </a:solidFill>
                </a:rPr>
                <a:t>≫</a:t>
              </a:r>
            </a:p>
          </p:txBody>
        </p:sp>
        <p:sp>
          <p:nvSpPr>
            <p:cNvPr id="88" name="직사각형 87">
              <a:extLst>
                <a:ext uri="{FF2B5EF4-FFF2-40B4-BE49-F238E27FC236}">
                  <a16:creationId xmlns:a16="http://schemas.microsoft.com/office/drawing/2014/main" id="{FBC15A4E-EEB6-4CB1-A497-DF417C2BE96D}"/>
                </a:ext>
              </a:extLst>
            </p:cNvPr>
            <p:cNvSpPr/>
            <p:nvPr/>
          </p:nvSpPr>
          <p:spPr>
            <a:xfrm>
              <a:off x="3987692" y="5516678"/>
              <a:ext cx="440518"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500" b="1" dirty="0">
                  <a:solidFill>
                    <a:srgbClr val="FF0000"/>
                  </a:solidFill>
                </a:rPr>
                <a:t>≪</a:t>
              </a:r>
              <a:r>
                <a:rPr lang="ko-KR" altLang="en-US" sz="500" dirty="0">
                  <a:solidFill>
                    <a:schemeClr val="tx1"/>
                  </a:solidFill>
                </a:rPr>
                <a:t> </a:t>
              </a:r>
              <a:r>
                <a:rPr lang="en-US" altLang="ko-KR" sz="500" dirty="0">
                  <a:solidFill>
                    <a:schemeClr val="tx1"/>
                  </a:solidFill>
                </a:rPr>
                <a:t>FIRST</a:t>
              </a:r>
              <a:endParaRPr lang="ko-KR" altLang="en-US" sz="500" b="1" dirty="0">
                <a:solidFill>
                  <a:srgbClr val="FF0000"/>
                </a:solidFill>
              </a:endParaRPr>
            </a:p>
          </p:txBody>
        </p:sp>
        <p:sp>
          <p:nvSpPr>
            <p:cNvPr id="89" name="직사각형 88">
              <a:extLst>
                <a:ext uri="{FF2B5EF4-FFF2-40B4-BE49-F238E27FC236}">
                  <a16:creationId xmlns:a16="http://schemas.microsoft.com/office/drawing/2014/main" id="{8A987872-4402-4D9A-B780-49D891C3081C}"/>
                </a:ext>
              </a:extLst>
            </p:cNvPr>
            <p:cNvSpPr/>
            <p:nvPr/>
          </p:nvSpPr>
          <p:spPr>
            <a:xfrm>
              <a:off x="4428209" y="5516678"/>
              <a:ext cx="440517"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500" b="1" dirty="0">
                  <a:solidFill>
                    <a:srgbClr val="FF0000"/>
                  </a:solidFill>
                </a:rPr>
                <a:t>＜ </a:t>
              </a:r>
              <a:r>
                <a:rPr lang="en-US" altLang="ko-KR" sz="500" dirty="0">
                  <a:solidFill>
                    <a:schemeClr val="tx1"/>
                  </a:solidFill>
                </a:rPr>
                <a:t>PREV</a:t>
              </a:r>
              <a:endParaRPr lang="ko-KR" altLang="en-US" sz="500" b="1" dirty="0">
                <a:solidFill>
                  <a:srgbClr val="FF0000"/>
                </a:solidFill>
              </a:endParaRPr>
            </a:p>
          </p:txBody>
        </p:sp>
      </p:grpSp>
      <p:sp>
        <p:nvSpPr>
          <p:cNvPr id="90" name="직사각형 89">
            <a:extLst>
              <a:ext uri="{FF2B5EF4-FFF2-40B4-BE49-F238E27FC236}">
                <a16:creationId xmlns:a16="http://schemas.microsoft.com/office/drawing/2014/main" id="{7E00A454-CF80-47A7-9E57-EA6683C47D1D}"/>
              </a:ext>
            </a:extLst>
          </p:cNvPr>
          <p:cNvSpPr/>
          <p:nvPr userDrawn="1"/>
        </p:nvSpPr>
        <p:spPr>
          <a:xfrm>
            <a:off x="2797158" y="1216819"/>
            <a:ext cx="693212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91" name="직사각형 90">
            <a:extLst>
              <a:ext uri="{FF2B5EF4-FFF2-40B4-BE49-F238E27FC236}">
                <a16:creationId xmlns:a16="http://schemas.microsoft.com/office/drawing/2014/main" id="{2AF8F05B-9D9A-4D5C-AB68-A0C349EB189B}"/>
              </a:ext>
            </a:extLst>
          </p:cNvPr>
          <p:cNvSpPr/>
          <p:nvPr userDrawn="1"/>
        </p:nvSpPr>
        <p:spPr>
          <a:xfrm>
            <a:off x="2797158" y="1423402"/>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92" name="직사각형 91">
            <a:extLst>
              <a:ext uri="{FF2B5EF4-FFF2-40B4-BE49-F238E27FC236}">
                <a16:creationId xmlns:a16="http://schemas.microsoft.com/office/drawing/2014/main" id="{868E02D3-21B9-4778-AA1B-C8728647BFDF}"/>
              </a:ext>
            </a:extLst>
          </p:cNvPr>
          <p:cNvSpPr/>
          <p:nvPr userDrawn="1"/>
        </p:nvSpPr>
        <p:spPr>
          <a:xfrm>
            <a:off x="3626465" y="1423402"/>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graphicFrame>
        <p:nvGraphicFramePr>
          <p:cNvPr id="93" name="표 63">
            <a:extLst>
              <a:ext uri="{FF2B5EF4-FFF2-40B4-BE49-F238E27FC236}">
                <a16:creationId xmlns:a16="http://schemas.microsoft.com/office/drawing/2014/main" id="{99A28A5B-EAB4-4D8A-AD9A-64BD2340C310}"/>
              </a:ext>
            </a:extLst>
          </p:cNvPr>
          <p:cNvGraphicFramePr>
            <a:graphicFrameLocks noGrp="1"/>
          </p:cNvGraphicFramePr>
          <p:nvPr userDrawn="1">
            <p:extLst>
              <p:ext uri="{D42A27DB-BD31-4B8C-83A1-F6EECF244321}">
                <p14:modId xmlns:p14="http://schemas.microsoft.com/office/powerpoint/2010/main" val="506274618"/>
              </p:ext>
            </p:extLst>
          </p:nvPr>
        </p:nvGraphicFramePr>
        <p:xfrm>
          <a:off x="1537561" y="1201123"/>
          <a:ext cx="8439879" cy="853440"/>
        </p:xfrm>
        <a:graphic>
          <a:graphicData uri="http://schemas.openxmlformats.org/drawingml/2006/table">
            <a:tbl>
              <a:tblPr firstRow="1" bandRow="1">
                <a:tableStyleId>{5940675A-B579-460E-94D1-54222C63F5DA}</a:tableStyleId>
              </a:tblPr>
              <a:tblGrid>
                <a:gridCol w="543652">
                  <a:extLst>
                    <a:ext uri="{9D8B030D-6E8A-4147-A177-3AD203B41FA5}">
                      <a16:colId xmlns:a16="http://schemas.microsoft.com/office/drawing/2014/main" val="336195525"/>
                    </a:ext>
                  </a:extLst>
                </a:gridCol>
                <a:gridCol w="609601">
                  <a:extLst>
                    <a:ext uri="{9D8B030D-6E8A-4147-A177-3AD203B41FA5}">
                      <a16:colId xmlns:a16="http://schemas.microsoft.com/office/drawing/2014/main" val="3701388552"/>
                    </a:ext>
                  </a:extLst>
                </a:gridCol>
                <a:gridCol w="3309938">
                  <a:extLst>
                    <a:ext uri="{9D8B030D-6E8A-4147-A177-3AD203B41FA5}">
                      <a16:colId xmlns:a16="http://schemas.microsoft.com/office/drawing/2014/main" val="339215266"/>
                    </a:ext>
                  </a:extLst>
                </a:gridCol>
                <a:gridCol w="681038">
                  <a:extLst>
                    <a:ext uri="{9D8B030D-6E8A-4147-A177-3AD203B41FA5}">
                      <a16:colId xmlns:a16="http://schemas.microsoft.com/office/drawing/2014/main" val="246205619"/>
                    </a:ext>
                  </a:extLst>
                </a:gridCol>
                <a:gridCol w="3295650">
                  <a:extLst>
                    <a:ext uri="{9D8B030D-6E8A-4147-A177-3AD203B41FA5}">
                      <a16:colId xmlns:a16="http://schemas.microsoft.com/office/drawing/2014/main" val="852871710"/>
                    </a:ext>
                  </a:extLst>
                </a:gridCol>
              </a:tblGrid>
              <a:tr h="0">
                <a:tc rowSpan="4">
                  <a:txBody>
                    <a:bodyPr/>
                    <a:lstStyle/>
                    <a:p>
                      <a:pPr algn="ctr" latinLnBrk="1"/>
                      <a:r>
                        <a:rPr lang="ko-KR" altLang="en-US" sz="800" dirty="0"/>
                        <a:t>검색</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r>
                        <a:rPr lang="ko-KR" altLang="en-US" sz="800" dirty="0"/>
                        <a:t>상품명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v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r>
                        <a:rPr lang="ko-KR" altLang="en-US" sz="800" dirty="0"/>
                        <a:t>상품분류</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944867"/>
                  </a:ext>
                </a:extLst>
              </a:tr>
              <a:tr h="0">
                <a:tc v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r>
                        <a:rPr lang="ko-KR" altLang="en-US" sz="800" dirty="0"/>
                        <a:t>상품상태</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판매범위</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52891665"/>
                  </a:ext>
                </a:extLst>
              </a:tr>
              <a:tr h="0">
                <a:tc v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r>
                        <a:rPr lang="ko-KR" altLang="en-US" sz="800" dirty="0"/>
                        <a:t>날짜검색</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88622143"/>
                  </a:ext>
                </a:extLst>
              </a:tr>
            </a:tbl>
          </a:graphicData>
        </a:graphic>
      </p:graphicFrame>
      <p:sp>
        <p:nvSpPr>
          <p:cNvPr id="94" name="직사각형 93">
            <a:extLst>
              <a:ext uri="{FF2B5EF4-FFF2-40B4-BE49-F238E27FC236}">
                <a16:creationId xmlns:a16="http://schemas.microsoft.com/office/drawing/2014/main" id="{33855F8B-5F1C-4AF5-ABDC-FB36FF03496F}"/>
              </a:ext>
            </a:extLst>
          </p:cNvPr>
          <p:cNvSpPr/>
          <p:nvPr userDrawn="1"/>
        </p:nvSpPr>
        <p:spPr>
          <a:xfrm>
            <a:off x="6009039" y="2140148"/>
            <a:ext cx="721249" cy="192328"/>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bg1"/>
                </a:solidFill>
              </a:rPr>
              <a:t>EXCEL</a:t>
            </a:r>
          </a:p>
        </p:txBody>
      </p:sp>
      <p:sp>
        <p:nvSpPr>
          <p:cNvPr id="95" name="직사각형 94">
            <a:extLst>
              <a:ext uri="{FF2B5EF4-FFF2-40B4-BE49-F238E27FC236}">
                <a16:creationId xmlns:a16="http://schemas.microsoft.com/office/drawing/2014/main" id="{74E64FAB-FF27-4828-8771-16342D511F30}"/>
              </a:ext>
            </a:extLst>
          </p:cNvPr>
          <p:cNvSpPr/>
          <p:nvPr userDrawn="1"/>
        </p:nvSpPr>
        <p:spPr>
          <a:xfrm>
            <a:off x="6713364" y="1616344"/>
            <a:ext cx="2481770" cy="215444"/>
          </a:xfrm>
          <a:prstGeom prst="rect">
            <a:avLst/>
          </a:prstGeom>
        </p:spPr>
        <p:txBody>
          <a:bodyPr wrap="none">
            <a:spAutoFit/>
          </a:bodyPr>
          <a:lstStyle/>
          <a:p>
            <a:r>
              <a:rPr lang="ko-KR" altLang="en-US" sz="800" dirty="0">
                <a:solidFill>
                  <a:schemeClr val="tx1">
                    <a:lumMod val="50000"/>
                    <a:lumOff val="50000"/>
                  </a:schemeClr>
                </a:solidFill>
              </a:rPr>
              <a:t>●</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자사상품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공개상품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부분공개상품 </a:t>
            </a:r>
            <a:endParaRPr lang="en-US" altLang="ko-KR" sz="800" dirty="0">
              <a:solidFill>
                <a:schemeClr val="tx1">
                  <a:lumMod val="50000"/>
                  <a:lumOff val="50000"/>
                </a:schemeClr>
              </a:solidFill>
            </a:endParaRPr>
          </a:p>
        </p:txBody>
      </p:sp>
      <p:sp>
        <p:nvSpPr>
          <p:cNvPr id="96" name="직사각형 95">
            <a:extLst>
              <a:ext uri="{FF2B5EF4-FFF2-40B4-BE49-F238E27FC236}">
                <a16:creationId xmlns:a16="http://schemas.microsoft.com/office/drawing/2014/main" id="{B922DA6C-A434-4E32-8456-84AF5A0096B0}"/>
              </a:ext>
            </a:extLst>
          </p:cNvPr>
          <p:cNvSpPr/>
          <p:nvPr userDrawn="1"/>
        </p:nvSpPr>
        <p:spPr>
          <a:xfrm>
            <a:off x="2714484" y="1622238"/>
            <a:ext cx="1997663" cy="215444"/>
          </a:xfrm>
          <a:prstGeom prst="rect">
            <a:avLst/>
          </a:prstGeom>
        </p:spPr>
        <p:txBody>
          <a:bodyPr wrap="none">
            <a:spAutoFit/>
          </a:bodyPr>
          <a:lstStyle/>
          <a:p>
            <a:r>
              <a:rPr lang="en-US" altLang="ko-KR" sz="800" dirty="0">
                <a:solidFill>
                  <a:schemeClr val="tx1">
                    <a:lumMod val="50000"/>
                    <a:lumOff val="50000"/>
                  </a:schemeClr>
                </a:solidFill>
              </a:rPr>
              <a:t>□ </a:t>
            </a:r>
            <a:r>
              <a:rPr lang="ko-KR" altLang="en-US" sz="800" dirty="0">
                <a:solidFill>
                  <a:schemeClr val="tx1">
                    <a:lumMod val="50000"/>
                    <a:lumOff val="50000"/>
                  </a:schemeClr>
                </a:solidFill>
              </a:rPr>
              <a:t>판매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중지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판매중지예고</a:t>
            </a:r>
            <a:endParaRPr lang="en-US" altLang="ko-KR" sz="800" dirty="0">
              <a:solidFill>
                <a:schemeClr val="tx1">
                  <a:lumMod val="50000"/>
                  <a:lumOff val="50000"/>
                </a:schemeClr>
              </a:solidFill>
            </a:endParaRPr>
          </a:p>
        </p:txBody>
      </p:sp>
      <p:sp>
        <p:nvSpPr>
          <p:cNvPr id="97" name="직사각형 96">
            <a:extLst>
              <a:ext uri="{FF2B5EF4-FFF2-40B4-BE49-F238E27FC236}">
                <a16:creationId xmlns:a16="http://schemas.microsoft.com/office/drawing/2014/main" id="{F1F370D3-389C-480C-9067-AB8C439F7C89}"/>
              </a:ext>
            </a:extLst>
          </p:cNvPr>
          <p:cNvSpPr/>
          <p:nvPr userDrawn="1"/>
        </p:nvSpPr>
        <p:spPr>
          <a:xfrm>
            <a:off x="4455772" y="1417466"/>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세분류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98" name="직사각형 97">
            <a:extLst>
              <a:ext uri="{FF2B5EF4-FFF2-40B4-BE49-F238E27FC236}">
                <a16:creationId xmlns:a16="http://schemas.microsoft.com/office/drawing/2014/main" id="{B0F76433-D332-47EA-942D-849B4D94775B}"/>
              </a:ext>
            </a:extLst>
          </p:cNvPr>
          <p:cNvSpPr/>
          <p:nvPr userDrawn="1"/>
        </p:nvSpPr>
        <p:spPr>
          <a:xfrm>
            <a:off x="5212274" y="2140148"/>
            <a:ext cx="721249" cy="192328"/>
          </a:xfrm>
          <a:prstGeom prst="rect">
            <a:avLst/>
          </a:prstGeom>
          <a:solidFill>
            <a:schemeClr val="tx1">
              <a:lumMod val="50000"/>
              <a:lumOff val="50000"/>
            </a:schemeClr>
          </a:solidFill>
          <a:ln w="6350">
            <a:solidFill>
              <a:schemeClr val="tx1">
                <a:lumMod val="50000"/>
                <a:lumOff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초기화</a:t>
            </a:r>
            <a:endParaRPr lang="en-US" altLang="ko-KR" sz="800" dirty="0">
              <a:solidFill>
                <a:schemeClr val="bg1"/>
              </a:solidFill>
            </a:endParaRPr>
          </a:p>
        </p:txBody>
      </p:sp>
      <p:sp>
        <p:nvSpPr>
          <p:cNvPr id="99" name="직사각형 98">
            <a:extLst>
              <a:ext uri="{FF2B5EF4-FFF2-40B4-BE49-F238E27FC236}">
                <a16:creationId xmlns:a16="http://schemas.microsoft.com/office/drawing/2014/main" id="{916F08D7-224C-44EE-A224-6A57353DF9B5}"/>
              </a:ext>
            </a:extLst>
          </p:cNvPr>
          <p:cNvSpPr/>
          <p:nvPr userDrawn="1"/>
        </p:nvSpPr>
        <p:spPr>
          <a:xfrm>
            <a:off x="4415509" y="2144155"/>
            <a:ext cx="721249" cy="192328"/>
          </a:xfrm>
          <a:prstGeom prst="rect">
            <a:avLst/>
          </a:prstGeom>
          <a:solidFill>
            <a:schemeClr val="accent5">
              <a:lumMod val="75000"/>
            </a:schemeClr>
          </a:solidFill>
          <a:ln w="6350">
            <a:solidFill>
              <a:schemeClr val="accent5">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100" name="TextBox 99">
            <a:extLst>
              <a:ext uri="{FF2B5EF4-FFF2-40B4-BE49-F238E27FC236}">
                <a16:creationId xmlns:a16="http://schemas.microsoft.com/office/drawing/2014/main" id="{740B54A2-4E70-424E-BAD6-06021507587C}"/>
              </a:ext>
            </a:extLst>
          </p:cNvPr>
          <p:cNvSpPr txBox="1"/>
          <p:nvPr userDrawn="1"/>
        </p:nvSpPr>
        <p:spPr>
          <a:xfrm>
            <a:off x="1469294" y="914433"/>
            <a:ext cx="1459054" cy="230832"/>
          </a:xfrm>
          <a:prstGeom prst="rect">
            <a:avLst/>
          </a:prstGeom>
          <a:noFill/>
        </p:spPr>
        <p:txBody>
          <a:bodyPr wrap="none" rtlCol="0">
            <a:spAutoFit/>
          </a:bodyPr>
          <a:lstStyle/>
          <a:p>
            <a:r>
              <a:rPr lang="ko-KR" altLang="en-US" sz="900" b="1" dirty="0"/>
              <a:t>○ 게시글 </a:t>
            </a:r>
            <a:r>
              <a:rPr lang="ko-KR" altLang="en-US" sz="900" b="1" dirty="0" err="1"/>
              <a:t>검색창</a:t>
            </a:r>
            <a:r>
              <a:rPr lang="ko-KR" altLang="en-US" sz="900" b="1" dirty="0"/>
              <a:t> 타이틀</a:t>
            </a:r>
          </a:p>
        </p:txBody>
      </p:sp>
      <p:sp>
        <p:nvSpPr>
          <p:cNvPr id="101" name="직사각형 100">
            <a:extLst>
              <a:ext uri="{FF2B5EF4-FFF2-40B4-BE49-F238E27FC236}">
                <a16:creationId xmlns:a16="http://schemas.microsoft.com/office/drawing/2014/main" id="{F1DEA5F0-23B0-418E-A683-E47B9909143D}"/>
              </a:ext>
            </a:extLst>
          </p:cNvPr>
          <p:cNvSpPr/>
          <p:nvPr userDrawn="1"/>
        </p:nvSpPr>
        <p:spPr>
          <a:xfrm>
            <a:off x="9294761" y="2874986"/>
            <a:ext cx="721249" cy="192328"/>
          </a:xfrm>
          <a:prstGeom prst="rect">
            <a:avLst/>
          </a:prstGeom>
          <a:solidFill>
            <a:schemeClr val="accent5">
              <a:lumMod val="75000"/>
            </a:schemeClr>
          </a:solidFill>
          <a:ln w="6350">
            <a:solidFill>
              <a:schemeClr val="accent5">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등록</a:t>
            </a:r>
            <a:endParaRPr lang="en-US" altLang="ko-KR" sz="800" dirty="0">
              <a:solidFill>
                <a:schemeClr val="bg1"/>
              </a:solidFill>
            </a:endParaRPr>
          </a:p>
        </p:txBody>
      </p:sp>
      <p:sp>
        <p:nvSpPr>
          <p:cNvPr id="102" name="직사각형 101">
            <a:extLst>
              <a:ext uri="{FF2B5EF4-FFF2-40B4-BE49-F238E27FC236}">
                <a16:creationId xmlns:a16="http://schemas.microsoft.com/office/drawing/2014/main" id="{DE03A3A2-3BB1-4981-8883-ECC48C3FDBEA}"/>
              </a:ext>
            </a:extLst>
          </p:cNvPr>
          <p:cNvSpPr/>
          <p:nvPr userDrawn="1"/>
        </p:nvSpPr>
        <p:spPr>
          <a:xfrm>
            <a:off x="9295778" y="5085753"/>
            <a:ext cx="721249" cy="192328"/>
          </a:xfrm>
          <a:prstGeom prst="rect">
            <a:avLst/>
          </a:prstGeom>
          <a:solidFill>
            <a:schemeClr val="accent5">
              <a:lumMod val="75000"/>
            </a:schemeClr>
          </a:solidFill>
          <a:ln w="6350">
            <a:solidFill>
              <a:schemeClr val="accent5">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등록</a:t>
            </a:r>
            <a:endParaRPr lang="en-US" altLang="ko-KR" sz="800" dirty="0">
              <a:solidFill>
                <a:schemeClr val="bg1"/>
              </a:solidFill>
            </a:endParaRPr>
          </a:p>
        </p:txBody>
      </p:sp>
      <p:sp>
        <p:nvSpPr>
          <p:cNvPr id="103" name="TextBox 102">
            <a:extLst>
              <a:ext uri="{FF2B5EF4-FFF2-40B4-BE49-F238E27FC236}">
                <a16:creationId xmlns:a16="http://schemas.microsoft.com/office/drawing/2014/main" id="{44836AB1-F652-4B51-B8DC-619AC737A433}"/>
              </a:ext>
            </a:extLst>
          </p:cNvPr>
          <p:cNvSpPr txBox="1"/>
          <p:nvPr userDrawn="1"/>
        </p:nvSpPr>
        <p:spPr>
          <a:xfrm>
            <a:off x="1469294" y="2888809"/>
            <a:ext cx="1072730" cy="215444"/>
          </a:xfrm>
          <a:prstGeom prst="rect">
            <a:avLst/>
          </a:prstGeom>
          <a:noFill/>
        </p:spPr>
        <p:txBody>
          <a:bodyPr wrap="none" rtlCol="0">
            <a:spAutoFit/>
          </a:bodyPr>
          <a:lstStyle/>
          <a:p>
            <a:r>
              <a:rPr lang="ko-KR" altLang="en-US" sz="800" b="1" dirty="0"/>
              <a:t>◎ 총 </a:t>
            </a:r>
            <a:r>
              <a:rPr lang="en-US" altLang="ko-KR" sz="800" b="1" dirty="0"/>
              <a:t>1,223,443 </a:t>
            </a:r>
            <a:r>
              <a:rPr lang="ko-KR" altLang="en-US" sz="800" b="1" dirty="0"/>
              <a:t>개</a:t>
            </a:r>
          </a:p>
        </p:txBody>
      </p:sp>
      <p:sp>
        <p:nvSpPr>
          <p:cNvPr id="104" name="직사각형 103">
            <a:extLst>
              <a:ext uri="{FF2B5EF4-FFF2-40B4-BE49-F238E27FC236}">
                <a16:creationId xmlns:a16="http://schemas.microsoft.com/office/drawing/2014/main" id="{978FCA84-BD8E-448F-8BAE-6F498DB4EC43}"/>
              </a:ext>
            </a:extLst>
          </p:cNvPr>
          <p:cNvSpPr/>
          <p:nvPr userDrawn="1"/>
        </p:nvSpPr>
        <p:spPr>
          <a:xfrm>
            <a:off x="2797158" y="1882972"/>
            <a:ext cx="792089"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05" name="직사각형 104">
            <a:extLst>
              <a:ext uri="{FF2B5EF4-FFF2-40B4-BE49-F238E27FC236}">
                <a16:creationId xmlns:a16="http://schemas.microsoft.com/office/drawing/2014/main" id="{7F9D7960-C912-4A30-850E-AF5615B48B8D}"/>
              </a:ext>
            </a:extLst>
          </p:cNvPr>
          <p:cNvSpPr/>
          <p:nvPr userDrawn="1"/>
        </p:nvSpPr>
        <p:spPr>
          <a:xfrm>
            <a:off x="3904470" y="1882972"/>
            <a:ext cx="654027"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시 선택▼</a:t>
            </a:r>
            <a:endParaRPr lang="en-US" altLang="ko-KR" sz="800" dirty="0">
              <a:solidFill>
                <a:schemeClr val="tx1">
                  <a:lumMod val="50000"/>
                  <a:lumOff val="50000"/>
                </a:schemeClr>
              </a:solidFill>
            </a:endParaRPr>
          </a:p>
        </p:txBody>
      </p:sp>
      <p:sp>
        <p:nvSpPr>
          <p:cNvPr id="106" name="TextBox 105">
            <a:extLst>
              <a:ext uri="{FF2B5EF4-FFF2-40B4-BE49-F238E27FC236}">
                <a16:creationId xmlns:a16="http://schemas.microsoft.com/office/drawing/2014/main" id="{4CF87043-3717-45E3-AF0C-DD97AF0838D9}"/>
              </a:ext>
            </a:extLst>
          </p:cNvPr>
          <p:cNvSpPr txBox="1"/>
          <p:nvPr userDrawn="1"/>
        </p:nvSpPr>
        <p:spPr>
          <a:xfrm>
            <a:off x="4534020" y="1826074"/>
            <a:ext cx="264816" cy="230832"/>
          </a:xfrm>
          <a:prstGeom prst="rect">
            <a:avLst/>
          </a:prstGeom>
          <a:noFill/>
        </p:spPr>
        <p:txBody>
          <a:bodyPr wrap="none" rtlCol="0">
            <a:spAutoFit/>
          </a:bodyPr>
          <a:lstStyle/>
          <a:p>
            <a:r>
              <a:rPr lang="en-US" altLang="ko-KR" sz="900" dirty="0"/>
              <a:t>~</a:t>
            </a:r>
            <a:endParaRPr lang="ko-KR" altLang="en-US" sz="900" dirty="0"/>
          </a:p>
        </p:txBody>
      </p:sp>
      <p:sp>
        <p:nvSpPr>
          <p:cNvPr id="107" name="직사각형 106">
            <a:extLst>
              <a:ext uri="{FF2B5EF4-FFF2-40B4-BE49-F238E27FC236}">
                <a16:creationId xmlns:a16="http://schemas.microsoft.com/office/drawing/2014/main" id="{A440DCE3-1419-4F8A-B9F1-396B16A7C346}"/>
              </a:ext>
            </a:extLst>
          </p:cNvPr>
          <p:cNvSpPr/>
          <p:nvPr userDrawn="1"/>
        </p:nvSpPr>
        <p:spPr>
          <a:xfrm>
            <a:off x="4792002" y="1882972"/>
            <a:ext cx="792089"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08" name="직사각형 107">
            <a:extLst>
              <a:ext uri="{FF2B5EF4-FFF2-40B4-BE49-F238E27FC236}">
                <a16:creationId xmlns:a16="http://schemas.microsoft.com/office/drawing/2014/main" id="{1390BD53-18AA-4B45-9EB5-C99FCB976A8D}"/>
              </a:ext>
            </a:extLst>
          </p:cNvPr>
          <p:cNvSpPr/>
          <p:nvPr userDrawn="1"/>
        </p:nvSpPr>
        <p:spPr>
          <a:xfrm>
            <a:off x="5899314" y="1882972"/>
            <a:ext cx="654027"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시 선택▼</a:t>
            </a:r>
            <a:endParaRPr lang="en-US" altLang="ko-KR" sz="800" dirty="0">
              <a:solidFill>
                <a:schemeClr val="tx1">
                  <a:lumMod val="50000"/>
                  <a:lumOff val="50000"/>
                </a:schemeClr>
              </a:solidFill>
            </a:endParaRPr>
          </a:p>
        </p:txBody>
      </p:sp>
      <p:pic>
        <p:nvPicPr>
          <p:cNvPr id="109" name="그림 108">
            <a:extLst>
              <a:ext uri="{FF2B5EF4-FFF2-40B4-BE49-F238E27FC236}">
                <a16:creationId xmlns:a16="http://schemas.microsoft.com/office/drawing/2014/main" id="{F919D1D7-15BE-4D9D-83D7-E95CBC53E9CF}"/>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3633702" y="1861863"/>
            <a:ext cx="163130" cy="168846"/>
          </a:xfrm>
          <a:prstGeom prst="rect">
            <a:avLst/>
          </a:prstGeom>
          <a:ln w="6350">
            <a:noFill/>
          </a:ln>
        </p:spPr>
      </p:pic>
      <p:pic>
        <p:nvPicPr>
          <p:cNvPr id="110" name="그림 109">
            <a:extLst>
              <a:ext uri="{FF2B5EF4-FFF2-40B4-BE49-F238E27FC236}">
                <a16:creationId xmlns:a16="http://schemas.microsoft.com/office/drawing/2014/main" id="{7F639714-EFE2-4300-A618-C7AD1A7767A4}"/>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5631126" y="1855382"/>
            <a:ext cx="163130" cy="168846"/>
          </a:xfrm>
          <a:prstGeom prst="rect">
            <a:avLst/>
          </a:prstGeom>
          <a:ln w="6350">
            <a:noFill/>
          </a:ln>
        </p:spPr>
      </p:pic>
    </p:spTree>
    <p:extLst>
      <p:ext uri="{BB962C8B-B14F-4D97-AF65-F5344CB8AC3E}">
        <p14:creationId xmlns:p14="http://schemas.microsoft.com/office/powerpoint/2010/main" val="2683412985"/>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19_사용자 지정 레이아웃">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7AA6FF2F-9E60-4620-8706-386E2CB1545E}"/>
              </a:ext>
            </a:extLst>
          </p:cNvPr>
          <p:cNvSpPr/>
          <p:nvPr userDrawn="1"/>
        </p:nvSpPr>
        <p:spPr>
          <a:xfrm>
            <a:off x="1346993" y="617990"/>
            <a:ext cx="8765104" cy="246221"/>
          </a:xfrm>
          <a:prstGeom prst="rect">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700" dirty="0">
                <a:solidFill>
                  <a:schemeClr val="bg1">
                    <a:lumMod val="50000"/>
                  </a:schemeClr>
                </a:solidFill>
              </a:rPr>
              <a:t>Home &gt; </a:t>
            </a:r>
            <a:r>
              <a:rPr lang="ko-KR" altLang="en-US" sz="700" dirty="0">
                <a:solidFill>
                  <a:schemeClr val="bg1">
                    <a:lumMod val="50000"/>
                  </a:schemeClr>
                </a:solidFill>
              </a:rPr>
              <a:t>대분류 </a:t>
            </a:r>
            <a:r>
              <a:rPr lang="en-US" altLang="ko-KR" sz="700" dirty="0">
                <a:solidFill>
                  <a:schemeClr val="bg1">
                    <a:lumMod val="50000"/>
                  </a:schemeClr>
                </a:solidFill>
              </a:rPr>
              <a:t>#1 &gt; </a:t>
            </a:r>
            <a:r>
              <a:rPr lang="ko-KR" altLang="en-US" sz="700" dirty="0">
                <a:solidFill>
                  <a:schemeClr val="bg1">
                    <a:lumMod val="50000"/>
                  </a:schemeClr>
                </a:solidFill>
              </a:rPr>
              <a:t>중분류 </a:t>
            </a:r>
            <a:r>
              <a:rPr lang="en-US" altLang="ko-KR" sz="700" dirty="0">
                <a:solidFill>
                  <a:schemeClr val="bg1">
                    <a:lumMod val="50000"/>
                  </a:schemeClr>
                </a:solidFill>
              </a:rPr>
              <a:t>#3 &gt; </a:t>
            </a:r>
            <a:r>
              <a:rPr lang="ko-KR" altLang="en-US" sz="700" b="1" dirty="0">
                <a:solidFill>
                  <a:schemeClr val="tx1"/>
                </a:solidFill>
              </a:rPr>
              <a:t>소분류 </a:t>
            </a:r>
            <a:r>
              <a:rPr lang="en-US" altLang="ko-KR" sz="700" b="1" dirty="0">
                <a:solidFill>
                  <a:schemeClr val="tx1"/>
                </a:solidFill>
              </a:rPr>
              <a:t>#1</a:t>
            </a:r>
            <a:endParaRPr lang="ko-KR" altLang="en-US" sz="700" b="1" dirty="0">
              <a:solidFill>
                <a:schemeClr val="tx1"/>
              </a:solidFill>
            </a:endParaRPr>
          </a:p>
        </p:txBody>
      </p:sp>
      <p:sp>
        <p:nvSpPr>
          <p:cNvPr id="4" name="직사각형 3">
            <a:extLst>
              <a:ext uri="{FF2B5EF4-FFF2-40B4-BE49-F238E27FC236}">
                <a16:creationId xmlns:a16="http://schemas.microsoft.com/office/drawing/2014/main" id="{044D9984-E4B4-4406-BD72-5301016B1A0A}"/>
              </a:ext>
            </a:extLst>
          </p:cNvPr>
          <p:cNvSpPr/>
          <p:nvPr userDrawn="1"/>
        </p:nvSpPr>
        <p:spPr>
          <a:xfrm>
            <a:off x="48090" y="3000124"/>
            <a:ext cx="1304990" cy="20692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a:extLst>
              <a:ext uri="{FF2B5EF4-FFF2-40B4-BE49-F238E27FC236}">
                <a16:creationId xmlns:a16="http://schemas.microsoft.com/office/drawing/2014/main" id="{69848041-6152-4104-9C0B-53B0A66D8855}"/>
              </a:ext>
            </a:extLst>
          </p:cNvPr>
          <p:cNvSpPr/>
          <p:nvPr userDrawn="1"/>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직사각형 5">
            <a:extLst>
              <a:ext uri="{FF2B5EF4-FFF2-40B4-BE49-F238E27FC236}">
                <a16:creationId xmlns:a16="http://schemas.microsoft.com/office/drawing/2014/main" id="{83FF0353-B27E-4B0C-9A71-E7ADF77BFD96}"/>
              </a:ext>
            </a:extLst>
          </p:cNvPr>
          <p:cNvSpPr/>
          <p:nvPr userDrawn="1"/>
        </p:nvSpPr>
        <p:spPr>
          <a:xfrm>
            <a:off x="33614" y="40344"/>
            <a:ext cx="10078574"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 name="그룹 6">
            <a:extLst>
              <a:ext uri="{FF2B5EF4-FFF2-40B4-BE49-F238E27FC236}">
                <a16:creationId xmlns:a16="http://schemas.microsoft.com/office/drawing/2014/main" id="{11D3BD9D-60C3-4E33-803D-FE328AC551C3}"/>
              </a:ext>
            </a:extLst>
          </p:cNvPr>
          <p:cNvGrpSpPr/>
          <p:nvPr userDrawn="1"/>
        </p:nvGrpSpPr>
        <p:grpSpPr>
          <a:xfrm>
            <a:off x="178017" y="61416"/>
            <a:ext cx="988764" cy="230583"/>
            <a:chOff x="2843808" y="1955121"/>
            <a:chExt cx="1674813" cy="596970"/>
          </a:xfrm>
          <a:solidFill>
            <a:schemeClr val="bg1">
              <a:lumMod val="95000"/>
            </a:schemeClr>
          </a:solidFill>
        </p:grpSpPr>
        <p:sp>
          <p:nvSpPr>
            <p:cNvPr id="8" name="Border">
              <a:extLst>
                <a:ext uri="{FF2B5EF4-FFF2-40B4-BE49-F238E27FC236}">
                  <a16:creationId xmlns:a16="http://schemas.microsoft.com/office/drawing/2014/main" id="{34A08251-A80D-4CF0-9416-16209735A94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2">
              <a:extLst>
                <a:ext uri="{FF2B5EF4-FFF2-40B4-BE49-F238E27FC236}">
                  <a16:creationId xmlns:a16="http://schemas.microsoft.com/office/drawing/2014/main" id="{1B6BA3BD-8D54-4D8B-A907-0B203ADF8370}"/>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Line 1">
              <a:extLst>
                <a:ext uri="{FF2B5EF4-FFF2-40B4-BE49-F238E27FC236}">
                  <a16:creationId xmlns:a16="http://schemas.microsoft.com/office/drawing/2014/main" id="{2BEB40DD-F08C-474F-B4CA-6BD43533469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 name="TextBox 10">
              <a:extLst>
                <a:ext uri="{FF2B5EF4-FFF2-40B4-BE49-F238E27FC236}">
                  <a16:creationId xmlns:a16="http://schemas.microsoft.com/office/drawing/2014/main" id="{9A7B72FD-8478-4651-A28C-108385E16F82}"/>
                </a:ext>
              </a:extLst>
            </p:cNvPr>
            <p:cNvSpPr txBox="1"/>
            <p:nvPr/>
          </p:nvSpPr>
          <p:spPr>
            <a:xfrm>
              <a:off x="3163636" y="1988907"/>
              <a:ext cx="1035156" cy="438251"/>
            </a:xfrm>
            <a:prstGeom prst="rect">
              <a:avLst/>
            </a:prstGeom>
            <a:solidFill>
              <a:schemeClr val="bg1"/>
            </a:solidFill>
            <a:ln>
              <a:noFill/>
            </a:ln>
          </p:spPr>
          <p:txBody>
            <a:bodyPr wrap="square" rtlCol="0">
              <a:spAutoFit/>
            </a:bodyPr>
            <a:lstStyle/>
            <a:p>
              <a:pPr algn="ctr"/>
              <a:r>
                <a:rPr lang="en-US" altLang="ko-KR" sz="500" dirty="0">
                  <a:solidFill>
                    <a:schemeClr val="tx1">
                      <a:lumMod val="50000"/>
                      <a:lumOff val="50000"/>
                    </a:schemeClr>
                  </a:solidFill>
                </a:rPr>
                <a:t>LOGO</a:t>
              </a:r>
              <a:endParaRPr lang="ko-KR" altLang="en-US" sz="500" dirty="0">
                <a:solidFill>
                  <a:schemeClr val="tx1">
                    <a:lumMod val="50000"/>
                    <a:lumOff val="50000"/>
                  </a:schemeClr>
                </a:solidFill>
              </a:endParaRPr>
            </a:p>
          </p:txBody>
        </p:sp>
      </p:grpSp>
      <p:sp>
        <p:nvSpPr>
          <p:cNvPr id="12" name="직사각형 11">
            <a:extLst>
              <a:ext uri="{FF2B5EF4-FFF2-40B4-BE49-F238E27FC236}">
                <a16:creationId xmlns:a16="http://schemas.microsoft.com/office/drawing/2014/main" id="{F7912F38-4FD2-4145-8B26-9756116D72EA}"/>
              </a:ext>
            </a:extLst>
          </p:cNvPr>
          <p:cNvSpPr/>
          <p:nvPr userDrawn="1"/>
        </p:nvSpPr>
        <p:spPr>
          <a:xfrm>
            <a:off x="7135932" y="59073"/>
            <a:ext cx="2933097" cy="253211"/>
          </a:xfrm>
          <a:prstGeom prst="rect">
            <a:avLst/>
          </a:prstGeom>
        </p:spPr>
        <p:txBody>
          <a:bodyPr wrap="square">
            <a:spAutoFit/>
          </a:bodyPr>
          <a:lstStyle/>
          <a:p>
            <a:pPr algn="r">
              <a:lnSpc>
                <a:spcPct val="150000"/>
              </a:lnSpc>
            </a:pPr>
            <a:r>
              <a:rPr lang="en-US" altLang="ko-KR" sz="800" dirty="0">
                <a:solidFill>
                  <a:schemeClr val="bg1">
                    <a:lumMod val="75000"/>
                  </a:schemeClr>
                </a:solidFill>
                <a:latin typeface="+mj-ea"/>
                <a:ea typeface="+mj-ea"/>
              </a:rPr>
              <a:t> </a:t>
            </a:r>
            <a:r>
              <a:rPr lang="en-US" altLang="ko-KR" sz="800" b="1" dirty="0">
                <a:solidFill>
                  <a:schemeClr val="tx1"/>
                </a:solidFill>
                <a:latin typeface="+mj-ea"/>
                <a:ea typeface="+mj-ea"/>
              </a:rPr>
              <a:t>[ </a:t>
            </a:r>
            <a:r>
              <a:rPr lang="ko-KR" altLang="en-US" sz="800" b="1" dirty="0">
                <a:solidFill>
                  <a:schemeClr val="tx1"/>
                </a:solidFill>
                <a:latin typeface="+mj-ea"/>
                <a:ea typeface="+mj-ea"/>
              </a:rPr>
              <a:t>최고관리자 </a:t>
            </a:r>
            <a:r>
              <a:rPr lang="en-US" altLang="ko-KR" sz="800" b="1" dirty="0">
                <a:solidFill>
                  <a:schemeClr val="tx1"/>
                </a:solidFill>
                <a:latin typeface="+mj-ea"/>
                <a:ea typeface="+mj-ea"/>
              </a:rPr>
              <a:t>]    </a:t>
            </a:r>
            <a:r>
              <a:rPr lang="ko-KR" altLang="en-US" sz="800" dirty="0" err="1">
                <a:latin typeface="+mj-ea"/>
                <a:ea typeface="+mj-ea"/>
              </a:rPr>
              <a:t>회원명</a:t>
            </a:r>
            <a:r>
              <a:rPr lang="en-US" altLang="ko-KR" sz="800" dirty="0">
                <a:latin typeface="+mj-ea"/>
                <a:ea typeface="+mj-ea"/>
              </a:rPr>
              <a:t>   </a:t>
            </a:r>
            <a:r>
              <a:rPr lang="en-US" altLang="ko-KR" sz="800" dirty="0">
                <a:solidFill>
                  <a:schemeClr val="bg1">
                    <a:lumMod val="75000"/>
                  </a:schemeClr>
                </a:solidFill>
                <a:latin typeface="+mj-ea"/>
                <a:ea typeface="+mj-ea"/>
              </a:rPr>
              <a:t>|  </a:t>
            </a:r>
            <a:r>
              <a:rPr lang="en-US" altLang="ko-KR" sz="800" dirty="0">
                <a:latin typeface="+mj-ea"/>
                <a:ea typeface="+mj-ea"/>
              </a:rPr>
              <a:t> </a:t>
            </a:r>
            <a:r>
              <a:rPr lang="ko-KR" altLang="en-US" sz="800" dirty="0">
                <a:latin typeface="+mj-ea"/>
                <a:ea typeface="+mj-ea"/>
              </a:rPr>
              <a:t>로그아웃</a:t>
            </a:r>
          </a:p>
        </p:txBody>
      </p:sp>
      <p:graphicFrame>
        <p:nvGraphicFramePr>
          <p:cNvPr id="13" name="표 20">
            <a:extLst>
              <a:ext uri="{FF2B5EF4-FFF2-40B4-BE49-F238E27FC236}">
                <a16:creationId xmlns:a16="http://schemas.microsoft.com/office/drawing/2014/main" id="{BEBB3907-B156-4E6F-8195-9FD5AD776286}"/>
              </a:ext>
            </a:extLst>
          </p:cNvPr>
          <p:cNvGraphicFramePr>
            <a:graphicFrameLocks noGrp="1"/>
          </p:cNvGraphicFramePr>
          <p:nvPr userDrawn="1">
            <p:extLst>
              <p:ext uri="{D42A27DB-BD31-4B8C-83A1-F6EECF244321}">
                <p14:modId xmlns:p14="http://schemas.microsoft.com/office/powerpoint/2010/main" val="4073669003"/>
              </p:ext>
            </p:extLst>
          </p:nvPr>
        </p:nvGraphicFramePr>
        <p:xfrm>
          <a:off x="48089" y="621940"/>
          <a:ext cx="1305704" cy="2079562"/>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중분류 </a:t>
                      </a:r>
                      <a:r>
                        <a:rPr lang="en-US" altLang="ko-KR" sz="800" dirty="0"/>
                        <a:t>#1</a:t>
                      </a:r>
                      <a:r>
                        <a:rPr lang="ko-KR" altLang="en-US" sz="800" dirty="0"/>
                        <a:t>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r>
                        <a:rPr lang="ko-KR" altLang="en-US" sz="800" dirty="0"/>
                        <a:t>○ 중분류 </a:t>
                      </a:r>
                      <a:r>
                        <a:rPr lang="en-US" altLang="ko-KR" sz="800" dirty="0"/>
                        <a:t>#2</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r>
                        <a:rPr lang="ko-KR" altLang="en-US" sz="800" dirty="0"/>
                        <a:t>○ 중분류 </a:t>
                      </a:r>
                      <a:r>
                        <a:rPr lang="en-US" altLang="ko-KR" sz="800" dirty="0"/>
                        <a:t>#3</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latinLnBrk="1">
                        <a:lnSpc>
                          <a:spcPct val="150000"/>
                        </a:lnSpc>
                      </a:pPr>
                      <a:r>
                        <a:rPr lang="en-US" altLang="ko-KR" sz="800" dirty="0"/>
                        <a:t>    - </a:t>
                      </a:r>
                      <a:r>
                        <a:rPr lang="ko-KR" altLang="en-US" sz="800" dirty="0"/>
                        <a:t>소분류 </a:t>
                      </a:r>
                      <a:r>
                        <a:rPr lang="en-US" altLang="ko-KR" sz="800" dirty="0"/>
                        <a:t>#1</a:t>
                      </a:r>
                    </a:p>
                    <a:p>
                      <a:pPr latinLnBrk="1">
                        <a:lnSpc>
                          <a:spcPct val="150000"/>
                        </a:lnSpc>
                      </a:pPr>
                      <a:r>
                        <a:rPr lang="en-US" altLang="ko-KR" sz="800" dirty="0"/>
                        <a:t>    - </a:t>
                      </a:r>
                      <a:r>
                        <a:rPr lang="ko-KR" altLang="en-US" sz="800" dirty="0"/>
                        <a:t>소분류 </a:t>
                      </a:r>
                      <a:r>
                        <a:rPr lang="en-US" altLang="ko-KR" sz="800" dirty="0"/>
                        <a:t>#2</a:t>
                      </a:r>
                    </a:p>
                    <a:p>
                      <a:pPr latinLnBrk="1">
                        <a:lnSpc>
                          <a:spcPct val="150000"/>
                        </a:lnSpc>
                      </a:pPr>
                      <a:r>
                        <a:rPr lang="en-US" altLang="ko-KR" sz="800" dirty="0"/>
                        <a:t>    - </a:t>
                      </a:r>
                      <a:r>
                        <a:rPr lang="ko-KR" altLang="en-US" sz="800" dirty="0"/>
                        <a:t>소분류 </a:t>
                      </a:r>
                      <a:r>
                        <a:rPr lang="en-US" altLang="ko-KR" sz="800" dirty="0"/>
                        <a:t>#3</a:t>
                      </a:r>
                    </a:p>
                    <a:p>
                      <a:pPr latinLnBrk="1">
                        <a:lnSpc>
                          <a:spcPct val="150000"/>
                        </a:lnSpc>
                      </a:pP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384446707"/>
                  </a:ext>
                </a:extLst>
              </a:tr>
              <a:tr h="0">
                <a:tc>
                  <a:txBody>
                    <a:bodyPr/>
                    <a:lstStyle/>
                    <a:p>
                      <a:pPr latinLnBrk="1"/>
                      <a:r>
                        <a:rPr lang="ko-KR" altLang="en-US" sz="800" dirty="0"/>
                        <a:t>○ 중분류 </a:t>
                      </a:r>
                      <a:r>
                        <a:rPr lang="en-US" altLang="ko-KR" sz="800" dirty="0"/>
                        <a:t>#4</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2025799"/>
                  </a:ext>
                </a:extLst>
              </a:tr>
              <a:tr h="0">
                <a:tc>
                  <a:txBody>
                    <a:bodyPr/>
                    <a:lstStyle/>
                    <a:p>
                      <a:pPr latinLnBrk="1"/>
                      <a:r>
                        <a:rPr lang="ko-KR" altLang="en-US" sz="800" dirty="0"/>
                        <a:t>○ 중분류 </a:t>
                      </a:r>
                      <a:r>
                        <a:rPr lang="en-US" altLang="ko-KR" sz="800" dirty="0"/>
                        <a:t>#5</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r>
                        <a:rPr lang="ko-KR" altLang="en-US" sz="800" dirty="0"/>
                        <a:t>○ 중분류 </a:t>
                      </a:r>
                      <a:r>
                        <a:rPr lang="en-US" altLang="ko-KR" sz="800" dirty="0"/>
                        <a:t>#6</a:t>
                      </a:r>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186852"/>
                  </a:ext>
                </a:extLst>
              </a:tr>
            </a:tbl>
          </a:graphicData>
        </a:graphic>
      </p:graphicFrame>
      <p:sp>
        <p:nvSpPr>
          <p:cNvPr id="14" name="TextBox 13">
            <a:extLst>
              <a:ext uri="{FF2B5EF4-FFF2-40B4-BE49-F238E27FC236}">
                <a16:creationId xmlns:a16="http://schemas.microsoft.com/office/drawing/2014/main" id="{115ADC9C-9CD0-45F6-BE62-3CA653B6132E}"/>
              </a:ext>
            </a:extLst>
          </p:cNvPr>
          <p:cNvSpPr txBox="1"/>
          <p:nvPr userDrawn="1"/>
        </p:nvSpPr>
        <p:spPr>
          <a:xfrm rot="10800000">
            <a:off x="1123949" y="829992"/>
            <a:ext cx="276038" cy="246221"/>
          </a:xfrm>
          <a:prstGeom prst="rect">
            <a:avLst/>
          </a:prstGeom>
          <a:noFill/>
        </p:spPr>
        <p:txBody>
          <a:bodyPr wrap="none" rtlCol="0">
            <a:spAutoFit/>
          </a:bodyPr>
          <a:lstStyle/>
          <a:p>
            <a:r>
              <a:rPr lang="ko-KR" altLang="en-US" sz="1000" b="1" dirty="0"/>
              <a:t>∨</a:t>
            </a:r>
          </a:p>
        </p:txBody>
      </p:sp>
      <p:sp>
        <p:nvSpPr>
          <p:cNvPr id="15" name="직사각형 14">
            <a:extLst>
              <a:ext uri="{FF2B5EF4-FFF2-40B4-BE49-F238E27FC236}">
                <a16:creationId xmlns:a16="http://schemas.microsoft.com/office/drawing/2014/main" id="{BDADD20A-D997-4D8A-B309-292F805ABBDF}"/>
              </a:ext>
            </a:extLst>
          </p:cNvPr>
          <p:cNvSpPr/>
          <p:nvPr userDrawn="1"/>
        </p:nvSpPr>
        <p:spPr>
          <a:xfrm>
            <a:off x="41208" y="322274"/>
            <a:ext cx="1304991" cy="6300406"/>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 name="직사각형 15">
            <a:extLst>
              <a:ext uri="{FF2B5EF4-FFF2-40B4-BE49-F238E27FC236}">
                <a16:creationId xmlns:a16="http://schemas.microsoft.com/office/drawing/2014/main" id="{6D55AB35-539B-48EF-8CB7-1550CF0C060F}"/>
              </a:ext>
            </a:extLst>
          </p:cNvPr>
          <p:cNvSpPr/>
          <p:nvPr userDrawn="1"/>
        </p:nvSpPr>
        <p:spPr>
          <a:xfrm>
            <a:off x="40495" y="41286"/>
            <a:ext cx="10070807" cy="28098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 name="직사각형 16">
            <a:extLst>
              <a:ext uri="{FF2B5EF4-FFF2-40B4-BE49-F238E27FC236}">
                <a16:creationId xmlns:a16="http://schemas.microsoft.com/office/drawing/2014/main" id="{34EFEA28-ECD7-46CB-8F25-C9352AD53334}"/>
              </a:ext>
            </a:extLst>
          </p:cNvPr>
          <p:cNvSpPr/>
          <p:nvPr userDrawn="1"/>
        </p:nvSpPr>
        <p:spPr>
          <a:xfrm>
            <a:off x="48089" y="321810"/>
            <a:ext cx="1298111" cy="296437"/>
          </a:xfrm>
          <a:prstGeom prst="rect">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대분류 </a:t>
            </a:r>
            <a:r>
              <a:rPr lang="en-US" altLang="ko-KR" sz="800" b="1" dirty="0">
                <a:solidFill>
                  <a:schemeClr val="bg1"/>
                </a:solidFill>
              </a:rPr>
              <a:t>#1</a:t>
            </a:r>
            <a:endParaRPr lang="ko-KR" altLang="en-US" sz="800" b="1" dirty="0">
              <a:solidFill>
                <a:schemeClr val="bg1"/>
              </a:solidFill>
            </a:endParaRPr>
          </a:p>
        </p:txBody>
      </p:sp>
      <p:sp>
        <p:nvSpPr>
          <p:cNvPr id="18" name="직사각형 17">
            <a:extLst>
              <a:ext uri="{FF2B5EF4-FFF2-40B4-BE49-F238E27FC236}">
                <a16:creationId xmlns:a16="http://schemas.microsoft.com/office/drawing/2014/main" id="{CE97DB66-D67D-4E2C-A403-E2E188FB3AA0}"/>
              </a:ext>
            </a:extLst>
          </p:cNvPr>
          <p:cNvSpPr/>
          <p:nvPr userDrawn="1"/>
        </p:nvSpPr>
        <p:spPr>
          <a:xfrm>
            <a:off x="1347788" y="321810"/>
            <a:ext cx="8763514" cy="296437"/>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9DAF987E-86C7-4731-84D3-C716EF5FCAC6}"/>
              </a:ext>
            </a:extLst>
          </p:cNvPr>
          <p:cNvSpPr/>
          <p:nvPr userDrawn="1"/>
        </p:nvSpPr>
        <p:spPr>
          <a:xfrm>
            <a:off x="1414766" y="377318"/>
            <a:ext cx="726373" cy="183015"/>
          </a:xfrm>
          <a:prstGeom prst="rect">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대분류 </a:t>
            </a:r>
            <a:r>
              <a:rPr lang="en-US" altLang="ko-KR" sz="800" dirty="0">
                <a:solidFill>
                  <a:schemeClr val="bg1"/>
                </a:solidFill>
              </a:rPr>
              <a:t>#1</a:t>
            </a:r>
          </a:p>
        </p:txBody>
      </p:sp>
      <p:sp>
        <p:nvSpPr>
          <p:cNvPr id="20" name="직사각형 19">
            <a:extLst>
              <a:ext uri="{FF2B5EF4-FFF2-40B4-BE49-F238E27FC236}">
                <a16:creationId xmlns:a16="http://schemas.microsoft.com/office/drawing/2014/main" id="{DBA0285C-017E-496C-B409-A7383866A8F9}"/>
              </a:ext>
            </a:extLst>
          </p:cNvPr>
          <p:cNvSpPr/>
          <p:nvPr userDrawn="1"/>
        </p:nvSpPr>
        <p:spPr>
          <a:xfrm>
            <a:off x="2209706" y="379931"/>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#2</a:t>
            </a:r>
          </a:p>
        </p:txBody>
      </p:sp>
      <p:sp>
        <p:nvSpPr>
          <p:cNvPr id="21" name="직사각형 20">
            <a:extLst>
              <a:ext uri="{FF2B5EF4-FFF2-40B4-BE49-F238E27FC236}">
                <a16:creationId xmlns:a16="http://schemas.microsoft.com/office/drawing/2014/main" id="{709BCEF1-EDBB-4EA9-8D62-2C040C88DADD}"/>
              </a:ext>
            </a:extLst>
          </p:cNvPr>
          <p:cNvSpPr/>
          <p:nvPr userDrawn="1"/>
        </p:nvSpPr>
        <p:spPr>
          <a:xfrm>
            <a:off x="172122" y="3064908"/>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2" name="직사각형 21">
            <a:extLst>
              <a:ext uri="{FF2B5EF4-FFF2-40B4-BE49-F238E27FC236}">
                <a16:creationId xmlns:a16="http://schemas.microsoft.com/office/drawing/2014/main" id="{02227410-089C-4F44-8AB3-93F425F996A3}"/>
              </a:ext>
            </a:extLst>
          </p:cNvPr>
          <p:cNvSpPr/>
          <p:nvPr userDrawn="1"/>
        </p:nvSpPr>
        <p:spPr>
          <a:xfrm>
            <a:off x="177784" y="3304561"/>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3" name="직사각형 22">
            <a:extLst>
              <a:ext uri="{FF2B5EF4-FFF2-40B4-BE49-F238E27FC236}">
                <a16:creationId xmlns:a16="http://schemas.microsoft.com/office/drawing/2014/main" id="{5E7F5B3E-0A51-431D-BF0E-A815B5B409C9}"/>
              </a:ext>
            </a:extLst>
          </p:cNvPr>
          <p:cNvSpPr/>
          <p:nvPr userDrawn="1"/>
        </p:nvSpPr>
        <p:spPr>
          <a:xfrm>
            <a:off x="172355" y="3535155"/>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4" name="직사각형 23">
            <a:extLst>
              <a:ext uri="{FF2B5EF4-FFF2-40B4-BE49-F238E27FC236}">
                <a16:creationId xmlns:a16="http://schemas.microsoft.com/office/drawing/2014/main" id="{B892770C-43AE-495A-A68B-6F821B57DB07}"/>
              </a:ext>
            </a:extLst>
          </p:cNvPr>
          <p:cNvSpPr/>
          <p:nvPr userDrawn="1"/>
        </p:nvSpPr>
        <p:spPr>
          <a:xfrm>
            <a:off x="178017" y="3770045"/>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5" name="직사각형 24">
            <a:extLst>
              <a:ext uri="{FF2B5EF4-FFF2-40B4-BE49-F238E27FC236}">
                <a16:creationId xmlns:a16="http://schemas.microsoft.com/office/drawing/2014/main" id="{C9366FC6-3AFB-4B3A-8D3C-E144B57178E7}"/>
              </a:ext>
            </a:extLst>
          </p:cNvPr>
          <p:cNvSpPr/>
          <p:nvPr userDrawn="1"/>
        </p:nvSpPr>
        <p:spPr>
          <a:xfrm>
            <a:off x="166227" y="4000311"/>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6" name="직사각형 25">
            <a:extLst>
              <a:ext uri="{FF2B5EF4-FFF2-40B4-BE49-F238E27FC236}">
                <a16:creationId xmlns:a16="http://schemas.microsoft.com/office/drawing/2014/main" id="{5EBA1D71-4C23-4E2E-8B52-2712774E7AA1}"/>
              </a:ext>
            </a:extLst>
          </p:cNvPr>
          <p:cNvSpPr/>
          <p:nvPr userDrawn="1"/>
        </p:nvSpPr>
        <p:spPr>
          <a:xfrm>
            <a:off x="171889" y="4235201"/>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7" name="직사각형 26">
            <a:extLst>
              <a:ext uri="{FF2B5EF4-FFF2-40B4-BE49-F238E27FC236}">
                <a16:creationId xmlns:a16="http://schemas.microsoft.com/office/drawing/2014/main" id="{14A15ADD-E230-4B63-93CF-14407E7545B3}"/>
              </a:ext>
            </a:extLst>
          </p:cNvPr>
          <p:cNvSpPr/>
          <p:nvPr userDrawn="1"/>
        </p:nvSpPr>
        <p:spPr>
          <a:xfrm>
            <a:off x="166460" y="4465795"/>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8" name="직사각형 27">
            <a:extLst>
              <a:ext uri="{FF2B5EF4-FFF2-40B4-BE49-F238E27FC236}">
                <a16:creationId xmlns:a16="http://schemas.microsoft.com/office/drawing/2014/main" id="{650FE191-A6E7-4F63-AE11-7B8C14453E07}"/>
              </a:ext>
            </a:extLst>
          </p:cNvPr>
          <p:cNvSpPr/>
          <p:nvPr userDrawn="1"/>
        </p:nvSpPr>
        <p:spPr>
          <a:xfrm>
            <a:off x="172122" y="4695922"/>
            <a:ext cx="1041917"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바로가기 메뉴</a:t>
            </a:r>
            <a:endParaRPr lang="en-US" altLang="ko-KR" sz="800" dirty="0">
              <a:solidFill>
                <a:schemeClr val="tx1"/>
              </a:solidFill>
            </a:endParaRPr>
          </a:p>
        </p:txBody>
      </p:sp>
      <p:sp>
        <p:nvSpPr>
          <p:cNvPr id="29" name="TextBox 28">
            <a:extLst>
              <a:ext uri="{FF2B5EF4-FFF2-40B4-BE49-F238E27FC236}">
                <a16:creationId xmlns:a16="http://schemas.microsoft.com/office/drawing/2014/main" id="{2A2D5829-78FE-4F68-96D0-D69E0A07E91A}"/>
              </a:ext>
            </a:extLst>
          </p:cNvPr>
          <p:cNvSpPr txBox="1"/>
          <p:nvPr userDrawn="1"/>
        </p:nvSpPr>
        <p:spPr>
          <a:xfrm rot="10800000">
            <a:off x="1123948" y="1042903"/>
            <a:ext cx="276038" cy="246221"/>
          </a:xfrm>
          <a:prstGeom prst="rect">
            <a:avLst/>
          </a:prstGeom>
          <a:noFill/>
        </p:spPr>
        <p:txBody>
          <a:bodyPr wrap="none" rtlCol="0">
            <a:spAutoFit/>
          </a:bodyPr>
          <a:lstStyle/>
          <a:p>
            <a:r>
              <a:rPr lang="ko-KR" altLang="en-US" sz="1000" b="1" dirty="0"/>
              <a:t>∨</a:t>
            </a:r>
          </a:p>
        </p:txBody>
      </p:sp>
      <p:sp>
        <p:nvSpPr>
          <p:cNvPr id="30" name="직사각형 29">
            <a:extLst>
              <a:ext uri="{FF2B5EF4-FFF2-40B4-BE49-F238E27FC236}">
                <a16:creationId xmlns:a16="http://schemas.microsoft.com/office/drawing/2014/main" id="{CDD067B1-45EB-4D8E-83F4-968022BE25B0}"/>
              </a:ext>
            </a:extLst>
          </p:cNvPr>
          <p:cNvSpPr/>
          <p:nvPr userDrawn="1"/>
        </p:nvSpPr>
        <p:spPr>
          <a:xfrm>
            <a:off x="38129" y="2697455"/>
            <a:ext cx="1315664" cy="296437"/>
          </a:xfrm>
          <a:prstGeom prst="rect">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바로가기 </a:t>
            </a:r>
            <a:r>
              <a:rPr lang="en-US" altLang="ko-KR" sz="600" b="1" dirty="0">
                <a:solidFill>
                  <a:schemeClr val="bg1"/>
                </a:solidFill>
              </a:rPr>
              <a:t>(8/10)</a:t>
            </a:r>
            <a:endParaRPr lang="ko-KR" altLang="en-US" sz="600" b="1" dirty="0">
              <a:solidFill>
                <a:schemeClr val="bg1"/>
              </a:solidFill>
            </a:endParaRPr>
          </a:p>
        </p:txBody>
      </p:sp>
      <p:sp>
        <p:nvSpPr>
          <p:cNvPr id="31" name="직사각형 30">
            <a:extLst>
              <a:ext uri="{FF2B5EF4-FFF2-40B4-BE49-F238E27FC236}">
                <a16:creationId xmlns:a16="http://schemas.microsoft.com/office/drawing/2014/main" id="{B8810898-54E9-4387-84F5-32098BFF8470}"/>
              </a:ext>
            </a:extLst>
          </p:cNvPr>
          <p:cNvSpPr/>
          <p:nvPr userDrawn="1"/>
        </p:nvSpPr>
        <p:spPr>
          <a:xfrm>
            <a:off x="3003057" y="377355"/>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#3</a:t>
            </a:r>
          </a:p>
        </p:txBody>
      </p:sp>
      <p:sp>
        <p:nvSpPr>
          <p:cNvPr id="32" name="직사각형 31">
            <a:extLst>
              <a:ext uri="{FF2B5EF4-FFF2-40B4-BE49-F238E27FC236}">
                <a16:creationId xmlns:a16="http://schemas.microsoft.com/office/drawing/2014/main" id="{614C8335-65CD-4981-8898-F8294642CB5D}"/>
              </a:ext>
            </a:extLst>
          </p:cNvPr>
          <p:cNvSpPr/>
          <p:nvPr userDrawn="1"/>
        </p:nvSpPr>
        <p:spPr>
          <a:xfrm>
            <a:off x="3802251" y="373576"/>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#4</a:t>
            </a:r>
          </a:p>
        </p:txBody>
      </p:sp>
      <p:sp>
        <p:nvSpPr>
          <p:cNvPr id="33" name="직사각형 32">
            <a:extLst>
              <a:ext uri="{FF2B5EF4-FFF2-40B4-BE49-F238E27FC236}">
                <a16:creationId xmlns:a16="http://schemas.microsoft.com/office/drawing/2014/main" id="{AE807B59-B67B-4132-8B5F-DFD2EFDF211F}"/>
              </a:ext>
            </a:extLst>
          </p:cNvPr>
          <p:cNvSpPr/>
          <p:nvPr userDrawn="1"/>
        </p:nvSpPr>
        <p:spPr>
          <a:xfrm>
            <a:off x="4595602" y="371000"/>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#5</a:t>
            </a:r>
          </a:p>
        </p:txBody>
      </p:sp>
      <p:sp>
        <p:nvSpPr>
          <p:cNvPr id="34" name="직사각형 33">
            <a:extLst>
              <a:ext uri="{FF2B5EF4-FFF2-40B4-BE49-F238E27FC236}">
                <a16:creationId xmlns:a16="http://schemas.microsoft.com/office/drawing/2014/main" id="{A7B77B13-86A6-485D-8EBC-44BB5825140A}"/>
              </a:ext>
            </a:extLst>
          </p:cNvPr>
          <p:cNvSpPr/>
          <p:nvPr userDrawn="1"/>
        </p:nvSpPr>
        <p:spPr>
          <a:xfrm>
            <a:off x="5428208" y="370468"/>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#6</a:t>
            </a:r>
          </a:p>
        </p:txBody>
      </p:sp>
      <p:sp>
        <p:nvSpPr>
          <p:cNvPr id="35" name="직사각형 34">
            <a:extLst>
              <a:ext uri="{FF2B5EF4-FFF2-40B4-BE49-F238E27FC236}">
                <a16:creationId xmlns:a16="http://schemas.microsoft.com/office/drawing/2014/main" id="{08B619B2-C1B7-40E1-A056-5E82FF1146BD}"/>
              </a:ext>
            </a:extLst>
          </p:cNvPr>
          <p:cNvSpPr/>
          <p:nvPr userDrawn="1"/>
        </p:nvSpPr>
        <p:spPr>
          <a:xfrm>
            <a:off x="6227402" y="366689"/>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#7</a:t>
            </a:r>
          </a:p>
        </p:txBody>
      </p:sp>
      <p:sp>
        <p:nvSpPr>
          <p:cNvPr id="36" name="직사각형 35">
            <a:extLst>
              <a:ext uri="{FF2B5EF4-FFF2-40B4-BE49-F238E27FC236}">
                <a16:creationId xmlns:a16="http://schemas.microsoft.com/office/drawing/2014/main" id="{C8B068B3-2C76-42E5-BC4D-7438C147F837}"/>
              </a:ext>
            </a:extLst>
          </p:cNvPr>
          <p:cNvSpPr/>
          <p:nvPr userDrawn="1"/>
        </p:nvSpPr>
        <p:spPr>
          <a:xfrm>
            <a:off x="7020753" y="364113"/>
            <a:ext cx="726373" cy="18301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대분류 </a:t>
            </a:r>
            <a:r>
              <a:rPr lang="en-US" altLang="ko-KR" sz="800" dirty="0">
                <a:solidFill>
                  <a:schemeClr val="tx1"/>
                </a:solidFill>
              </a:rPr>
              <a:t>#8</a:t>
            </a:r>
          </a:p>
        </p:txBody>
      </p:sp>
      <p:sp>
        <p:nvSpPr>
          <p:cNvPr id="37" name="직사각형 36">
            <a:extLst>
              <a:ext uri="{FF2B5EF4-FFF2-40B4-BE49-F238E27FC236}">
                <a16:creationId xmlns:a16="http://schemas.microsoft.com/office/drawing/2014/main" id="{ABF88631-5A3C-442B-A7A1-1DB521E4F7C1}"/>
              </a:ext>
            </a:extLst>
          </p:cNvPr>
          <p:cNvSpPr/>
          <p:nvPr userDrawn="1"/>
        </p:nvSpPr>
        <p:spPr>
          <a:xfrm>
            <a:off x="37416" y="6328089"/>
            <a:ext cx="1315664" cy="296437"/>
          </a:xfrm>
          <a:prstGeom prst="rect">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미구마켓</a:t>
            </a:r>
          </a:p>
        </p:txBody>
      </p:sp>
      <p:sp>
        <p:nvSpPr>
          <p:cNvPr id="38" name="직사각형 37">
            <a:extLst>
              <a:ext uri="{FF2B5EF4-FFF2-40B4-BE49-F238E27FC236}">
                <a16:creationId xmlns:a16="http://schemas.microsoft.com/office/drawing/2014/main" id="{1C0DB575-E3BB-4219-917E-C66EB467B05F}"/>
              </a:ext>
            </a:extLst>
          </p:cNvPr>
          <p:cNvSpPr/>
          <p:nvPr userDrawn="1"/>
        </p:nvSpPr>
        <p:spPr>
          <a:xfrm>
            <a:off x="1347788" y="621732"/>
            <a:ext cx="8763514" cy="600094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39" name="표 36">
            <a:extLst>
              <a:ext uri="{FF2B5EF4-FFF2-40B4-BE49-F238E27FC236}">
                <a16:creationId xmlns:a16="http://schemas.microsoft.com/office/drawing/2014/main" id="{2C6074B7-282C-49D5-906E-EBB8C8BF4211}"/>
              </a:ext>
            </a:extLst>
          </p:cNvPr>
          <p:cNvGraphicFramePr>
            <a:graphicFrameLocks noGrp="1"/>
          </p:cNvGraphicFramePr>
          <p:nvPr userDrawn="1">
            <p:extLst>
              <p:ext uri="{D42A27DB-BD31-4B8C-83A1-F6EECF244321}">
                <p14:modId xmlns:p14="http://schemas.microsoft.com/office/powerpoint/2010/main" val="926476269"/>
              </p:ext>
            </p:extLst>
          </p:nvPr>
        </p:nvGraphicFramePr>
        <p:xfrm>
          <a:off x="1537561" y="3113671"/>
          <a:ext cx="8478450" cy="1920240"/>
        </p:xfrm>
        <a:graphic>
          <a:graphicData uri="http://schemas.openxmlformats.org/drawingml/2006/table">
            <a:tbl>
              <a:tblPr firstRow="1" bandRow="1">
                <a:tableStyleId>{5940675A-B579-460E-94D1-54222C63F5DA}</a:tableStyleId>
              </a:tblPr>
              <a:tblGrid>
                <a:gridCol w="303351">
                  <a:extLst>
                    <a:ext uri="{9D8B030D-6E8A-4147-A177-3AD203B41FA5}">
                      <a16:colId xmlns:a16="http://schemas.microsoft.com/office/drawing/2014/main" val="4144047296"/>
                    </a:ext>
                  </a:extLst>
                </a:gridCol>
                <a:gridCol w="1328655">
                  <a:extLst>
                    <a:ext uri="{9D8B030D-6E8A-4147-A177-3AD203B41FA5}">
                      <a16:colId xmlns:a16="http://schemas.microsoft.com/office/drawing/2014/main" val="481273397"/>
                    </a:ext>
                  </a:extLst>
                </a:gridCol>
                <a:gridCol w="816003">
                  <a:extLst>
                    <a:ext uri="{9D8B030D-6E8A-4147-A177-3AD203B41FA5}">
                      <a16:colId xmlns:a16="http://schemas.microsoft.com/office/drawing/2014/main" val="2437239160"/>
                    </a:ext>
                  </a:extLst>
                </a:gridCol>
                <a:gridCol w="816003">
                  <a:extLst>
                    <a:ext uri="{9D8B030D-6E8A-4147-A177-3AD203B41FA5}">
                      <a16:colId xmlns:a16="http://schemas.microsoft.com/office/drawing/2014/main" val="2229458322"/>
                    </a:ext>
                  </a:extLst>
                </a:gridCol>
                <a:gridCol w="854385">
                  <a:extLst>
                    <a:ext uri="{9D8B030D-6E8A-4147-A177-3AD203B41FA5}">
                      <a16:colId xmlns:a16="http://schemas.microsoft.com/office/drawing/2014/main" val="563767623"/>
                    </a:ext>
                  </a:extLst>
                </a:gridCol>
                <a:gridCol w="859899">
                  <a:extLst>
                    <a:ext uri="{9D8B030D-6E8A-4147-A177-3AD203B41FA5}">
                      <a16:colId xmlns:a16="http://schemas.microsoft.com/office/drawing/2014/main" val="3785393943"/>
                    </a:ext>
                  </a:extLst>
                </a:gridCol>
                <a:gridCol w="920456">
                  <a:extLst>
                    <a:ext uri="{9D8B030D-6E8A-4147-A177-3AD203B41FA5}">
                      <a16:colId xmlns:a16="http://schemas.microsoft.com/office/drawing/2014/main" val="4183156515"/>
                    </a:ext>
                  </a:extLst>
                </a:gridCol>
                <a:gridCol w="1035512">
                  <a:extLst>
                    <a:ext uri="{9D8B030D-6E8A-4147-A177-3AD203B41FA5}">
                      <a16:colId xmlns:a16="http://schemas.microsoft.com/office/drawing/2014/main" val="3386512266"/>
                    </a:ext>
                  </a:extLst>
                </a:gridCol>
                <a:gridCol w="1544186">
                  <a:extLst>
                    <a:ext uri="{9D8B030D-6E8A-4147-A177-3AD203B41FA5}">
                      <a16:colId xmlns:a16="http://schemas.microsoft.com/office/drawing/2014/main" val="4069410094"/>
                    </a:ext>
                  </a:extLst>
                </a:gridCol>
              </a:tblGrid>
              <a:tr h="0">
                <a:tc>
                  <a:txBody>
                    <a:bodyPr/>
                    <a:lstStyle/>
                    <a:p>
                      <a:pPr algn="ctr" latinLnBrk="1"/>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bg1"/>
                          </a:solidFill>
                        </a:rPr>
                        <a:t>Name #1</a:t>
                      </a:r>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bg1"/>
                          </a:solidFill>
                        </a:rPr>
                        <a:t>Name #2</a:t>
                      </a:r>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bg1"/>
                          </a:solidFill>
                        </a:rPr>
                        <a:t>Name #3</a:t>
                      </a:r>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bg1"/>
                          </a:solidFill>
                        </a:rPr>
                        <a:t>Name #4</a:t>
                      </a:r>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bg1"/>
                          </a:solidFill>
                        </a:rPr>
                        <a:t>Name #5</a:t>
                      </a:r>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bg1"/>
                          </a:solidFill>
                        </a:rPr>
                        <a:t>Name #6</a:t>
                      </a:r>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bg1"/>
                          </a:solidFill>
                        </a:rPr>
                        <a:t>Name #7</a:t>
                      </a:r>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algn="ctr" latinLnBrk="1"/>
                      <a:endParaRPr lang="ko-KR" altLang="en-US" sz="800" dirty="0">
                        <a:solidFill>
                          <a:schemeClr val="bg1"/>
                        </a:solidFill>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extLst>
                  <a:ext uri="{0D108BD9-81ED-4DB2-BD59-A6C34878D82A}">
                    <a16:rowId xmlns:a16="http://schemas.microsoft.com/office/drawing/2014/main" val="1284176532"/>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 내용입니다</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latinLnBrk="1"/>
                      <a:r>
                        <a:rPr lang="en-US" altLang="ko-KR" sz="800" dirty="0"/>
                        <a:t>1900-01-01</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23825482"/>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 내용입니다</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t>1900-01-01</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75616143"/>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 내용입니다</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latinLnBrk="1"/>
                      <a:r>
                        <a:rPr lang="en-US" altLang="ko-KR" sz="800" dirty="0"/>
                        <a:t>1900-01-01</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15690310"/>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 내용입니다</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t>1900-01-01</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224885749"/>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 내용입니다</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latinLnBrk="1"/>
                      <a:r>
                        <a:rPr lang="en-US" altLang="ko-KR" sz="800" dirty="0"/>
                        <a:t>1900-01-01</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090970345"/>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 내용입니다</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t>1900-01-01</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97480063"/>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 내용입니다</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latinLnBrk="1"/>
                      <a:r>
                        <a:rPr lang="en-US" altLang="ko-KR" sz="800" dirty="0"/>
                        <a:t>1900-01-01</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96286388"/>
                  </a:ext>
                </a:extLst>
              </a:tr>
              <a:tr h="0">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 내용입니다</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t>1900-01-01</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테스트</a:t>
                      </a:r>
                      <a:r>
                        <a:rPr lang="en-US" altLang="ko-KR" sz="800" dirty="0"/>
                        <a:t>…</a:t>
                      </a: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8517106"/>
                  </a:ext>
                </a:extLst>
              </a:tr>
            </a:tbl>
          </a:graphicData>
        </a:graphic>
      </p:graphicFrame>
      <p:sp>
        <p:nvSpPr>
          <p:cNvPr id="40" name="TextBox 39">
            <a:extLst>
              <a:ext uri="{FF2B5EF4-FFF2-40B4-BE49-F238E27FC236}">
                <a16:creationId xmlns:a16="http://schemas.microsoft.com/office/drawing/2014/main" id="{3E7CCAD9-FF93-484C-BF0F-700AB22EBF24}"/>
              </a:ext>
            </a:extLst>
          </p:cNvPr>
          <p:cNvSpPr txBox="1"/>
          <p:nvPr userDrawn="1"/>
        </p:nvSpPr>
        <p:spPr>
          <a:xfrm>
            <a:off x="1463866" y="2644760"/>
            <a:ext cx="957313" cy="230832"/>
          </a:xfrm>
          <a:prstGeom prst="rect">
            <a:avLst/>
          </a:prstGeom>
          <a:noFill/>
        </p:spPr>
        <p:txBody>
          <a:bodyPr wrap="none" rtlCol="0">
            <a:spAutoFit/>
          </a:bodyPr>
          <a:lstStyle/>
          <a:p>
            <a:r>
              <a:rPr lang="ko-KR" altLang="en-US" sz="900" b="1" dirty="0"/>
              <a:t>○ 게시글 제목</a:t>
            </a:r>
          </a:p>
        </p:txBody>
      </p:sp>
      <p:sp>
        <p:nvSpPr>
          <p:cNvPr id="41" name="직사각형 40">
            <a:extLst>
              <a:ext uri="{FF2B5EF4-FFF2-40B4-BE49-F238E27FC236}">
                <a16:creationId xmlns:a16="http://schemas.microsoft.com/office/drawing/2014/main" id="{A69FE208-4C45-42CF-BA9B-D58426B84779}"/>
              </a:ext>
            </a:extLst>
          </p:cNvPr>
          <p:cNvSpPr/>
          <p:nvPr userDrawn="1"/>
        </p:nvSpPr>
        <p:spPr>
          <a:xfrm>
            <a:off x="1622909" y="3156063"/>
            <a:ext cx="127169" cy="1332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2" name="직사각형 41">
            <a:extLst>
              <a:ext uri="{FF2B5EF4-FFF2-40B4-BE49-F238E27FC236}">
                <a16:creationId xmlns:a16="http://schemas.microsoft.com/office/drawing/2014/main" id="{3CE72A04-66A7-4479-8FB3-F73132DE163F}"/>
              </a:ext>
            </a:extLst>
          </p:cNvPr>
          <p:cNvSpPr/>
          <p:nvPr userDrawn="1"/>
        </p:nvSpPr>
        <p:spPr>
          <a:xfrm>
            <a:off x="1617858" y="3369019"/>
            <a:ext cx="127169" cy="1332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3" name="직사각형 42">
            <a:extLst>
              <a:ext uri="{FF2B5EF4-FFF2-40B4-BE49-F238E27FC236}">
                <a16:creationId xmlns:a16="http://schemas.microsoft.com/office/drawing/2014/main" id="{C342CAE3-02D6-4971-88DC-07744AD4238A}"/>
              </a:ext>
            </a:extLst>
          </p:cNvPr>
          <p:cNvSpPr/>
          <p:nvPr userDrawn="1"/>
        </p:nvSpPr>
        <p:spPr>
          <a:xfrm>
            <a:off x="1617862" y="3574914"/>
            <a:ext cx="127169" cy="1332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4" name="직사각형 43">
            <a:extLst>
              <a:ext uri="{FF2B5EF4-FFF2-40B4-BE49-F238E27FC236}">
                <a16:creationId xmlns:a16="http://schemas.microsoft.com/office/drawing/2014/main" id="{9ADA0316-190F-4A03-84C6-142BB0785C26}"/>
              </a:ext>
            </a:extLst>
          </p:cNvPr>
          <p:cNvSpPr/>
          <p:nvPr userDrawn="1"/>
        </p:nvSpPr>
        <p:spPr>
          <a:xfrm>
            <a:off x="1617854" y="3798256"/>
            <a:ext cx="127169" cy="1332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5" name="직사각형 44">
            <a:extLst>
              <a:ext uri="{FF2B5EF4-FFF2-40B4-BE49-F238E27FC236}">
                <a16:creationId xmlns:a16="http://schemas.microsoft.com/office/drawing/2014/main" id="{4092E521-8BAB-4C6D-B27A-198B60881F0F}"/>
              </a:ext>
            </a:extLst>
          </p:cNvPr>
          <p:cNvSpPr/>
          <p:nvPr userDrawn="1"/>
        </p:nvSpPr>
        <p:spPr>
          <a:xfrm>
            <a:off x="1617858" y="4004151"/>
            <a:ext cx="127169" cy="1332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6" name="직사각형 45">
            <a:extLst>
              <a:ext uri="{FF2B5EF4-FFF2-40B4-BE49-F238E27FC236}">
                <a16:creationId xmlns:a16="http://schemas.microsoft.com/office/drawing/2014/main" id="{C3CA968A-BBDB-416F-B1D8-617C87413F88}"/>
              </a:ext>
            </a:extLst>
          </p:cNvPr>
          <p:cNvSpPr/>
          <p:nvPr userDrawn="1"/>
        </p:nvSpPr>
        <p:spPr>
          <a:xfrm>
            <a:off x="1617850" y="4227493"/>
            <a:ext cx="127169" cy="1332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7" name="직사각형 46">
            <a:extLst>
              <a:ext uri="{FF2B5EF4-FFF2-40B4-BE49-F238E27FC236}">
                <a16:creationId xmlns:a16="http://schemas.microsoft.com/office/drawing/2014/main" id="{B717D234-BBE0-4E37-99B8-8BF83233D3D6}"/>
              </a:ext>
            </a:extLst>
          </p:cNvPr>
          <p:cNvSpPr/>
          <p:nvPr userDrawn="1"/>
        </p:nvSpPr>
        <p:spPr>
          <a:xfrm>
            <a:off x="1617854" y="4433388"/>
            <a:ext cx="127169" cy="1332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8" name="직사각형 47">
            <a:extLst>
              <a:ext uri="{FF2B5EF4-FFF2-40B4-BE49-F238E27FC236}">
                <a16:creationId xmlns:a16="http://schemas.microsoft.com/office/drawing/2014/main" id="{268D7464-CD0B-4241-86E7-0BCAC7C05497}"/>
              </a:ext>
            </a:extLst>
          </p:cNvPr>
          <p:cNvSpPr/>
          <p:nvPr userDrawn="1"/>
        </p:nvSpPr>
        <p:spPr>
          <a:xfrm>
            <a:off x="1617846" y="4656730"/>
            <a:ext cx="127169" cy="1332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9" name="직사각형 48">
            <a:extLst>
              <a:ext uri="{FF2B5EF4-FFF2-40B4-BE49-F238E27FC236}">
                <a16:creationId xmlns:a16="http://schemas.microsoft.com/office/drawing/2014/main" id="{3B1FEA5E-C409-4FC4-AC78-D247FF02044E}"/>
              </a:ext>
            </a:extLst>
          </p:cNvPr>
          <p:cNvSpPr/>
          <p:nvPr userDrawn="1"/>
        </p:nvSpPr>
        <p:spPr>
          <a:xfrm>
            <a:off x="1617850" y="4862625"/>
            <a:ext cx="127169" cy="1332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0" name="직사각형 49">
            <a:extLst>
              <a:ext uri="{FF2B5EF4-FFF2-40B4-BE49-F238E27FC236}">
                <a16:creationId xmlns:a16="http://schemas.microsoft.com/office/drawing/2014/main" id="{BBB59DF9-8094-4BA3-BAE7-AB96F7B6C6C2}"/>
              </a:ext>
            </a:extLst>
          </p:cNvPr>
          <p:cNvSpPr/>
          <p:nvPr userDrawn="1"/>
        </p:nvSpPr>
        <p:spPr>
          <a:xfrm>
            <a:off x="8556613" y="3369019"/>
            <a:ext cx="429950"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51" name="직사각형 50">
            <a:extLst>
              <a:ext uri="{FF2B5EF4-FFF2-40B4-BE49-F238E27FC236}">
                <a16:creationId xmlns:a16="http://schemas.microsoft.com/office/drawing/2014/main" id="{5EFC43C8-BA07-440E-8BA6-1DFDCE8E650E}"/>
              </a:ext>
            </a:extLst>
          </p:cNvPr>
          <p:cNvSpPr/>
          <p:nvPr userDrawn="1"/>
        </p:nvSpPr>
        <p:spPr>
          <a:xfrm>
            <a:off x="9036015" y="3369019"/>
            <a:ext cx="429950"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52" name="직사각형 51">
            <a:extLst>
              <a:ext uri="{FF2B5EF4-FFF2-40B4-BE49-F238E27FC236}">
                <a16:creationId xmlns:a16="http://schemas.microsoft.com/office/drawing/2014/main" id="{62CF94AE-8984-4E57-877A-7D401DB98156}"/>
              </a:ext>
            </a:extLst>
          </p:cNvPr>
          <p:cNvSpPr/>
          <p:nvPr userDrawn="1"/>
        </p:nvSpPr>
        <p:spPr>
          <a:xfrm>
            <a:off x="9522472" y="3369019"/>
            <a:ext cx="429950"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53" name="직사각형 52">
            <a:extLst>
              <a:ext uri="{FF2B5EF4-FFF2-40B4-BE49-F238E27FC236}">
                <a16:creationId xmlns:a16="http://schemas.microsoft.com/office/drawing/2014/main" id="{378915AE-684C-43A0-BF38-DAC81DC1B397}"/>
              </a:ext>
            </a:extLst>
          </p:cNvPr>
          <p:cNvSpPr/>
          <p:nvPr userDrawn="1"/>
        </p:nvSpPr>
        <p:spPr>
          <a:xfrm>
            <a:off x="8563676" y="3574914"/>
            <a:ext cx="429950"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54" name="직사각형 53">
            <a:extLst>
              <a:ext uri="{FF2B5EF4-FFF2-40B4-BE49-F238E27FC236}">
                <a16:creationId xmlns:a16="http://schemas.microsoft.com/office/drawing/2014/main" id="{17A288C3-4B27-4EEE-A2AC-E4E9AB1FA5BB}"/>
              </a:ext>
            </a:extLst>
          </p:cNvPr>
          <p:cNvSpPr/>
          <p:nvPr userDrawn="1"/>
        </p:nvSpPr>
        <p:spPr>
          <a:xfrm>
            <a:off x="9043078" y="3574914"/>
            <a:ext cx="429950"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55" name="직사각형 54">
            <a:extLst>
              <a:ext uri="{FF2B5EF4-FFF2-40B4-BE49-F238E27FC236}">
                <a16:creationId xmlns:a16="http://schemas.microsoft.com/office/drawing/2014/main" id="{A40B0C8D-0FCD-4EE4-B8B4-E8611E3EFF88}"/>
              </a:ext>
            </a:extLst>
          </p:cNvPr>
          <p:cNvSpPr/>
          <p:nvPr userDrawn="1"/>
        </p:nvSpPr>
        <p:spPr>
          <a:xfrm>
            <a:off x="9529535" y="3574914"/>
            <a:ext cx="429950"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56" name="직사각형 55">
            <a:extLst>
              <a:ext uri="{FF2B5EF4-FFF2-40B4-BE49-F238E27FC236}">
                <a16:creationId xmlns:a16="http://schemas.microsoft.com/office/drawing/2014/main" id="{4A31A005-769E-4C65-888F-5285D24C92D0}"/>
              </a:ext>
            </a:extLst>
          </p:cNvPr>
          <p:cNvSpPr/>
          <p:nvPr userDrawn="1"/>
        </p:nvSpPr>
        <p:spPr>
          <a:xfrm>
            <a:off x="8556613" y="3798256"/>
            <a:ext cx="429950"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57" name="직사각형 56">
            <a:extLst>
              <a:ext uri="{FF2B5EF4-FFF2-40B4-BE49-F238E27FC236}">
                <a16:creationId xmlns:a16="http://schemas.microsoft.com/office/drawing/2014/main" id="{C4763B14-6E87-4D39-B827-821FB197B808}"/>
              </a:ext>
            </a:extLst>
          </p:cNvPr>
          <p:cNvSpPr/>
          <p:nvPr userDrawn="1"/>
        </p:nvSpPr>
        <p:spPr>
          <a:xfrm>
            <a:off x="9036015" y="3798256"/>
            <a:ext cx="429950"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58" name="직사각형 57">
            <a:extLst>
              <a:ext uri="{FF2B5EF4-FFF2-40B4-BE49-F238E27FC236}">
                <a16:creationId xmlns:a16="http://schemas.microsoft.com/office/drawing/2014/main" id="{CD2208B9-F97F-4C0F-9E23-D3B71374727F}"/>
              </a:ext>
            </a:extLst>
          </p:cNvPr>
          <p:cNvSpPr/>
          <p:nvPr userDrawn="1"/>
        </p:nvSpPr>
        <p:spPr>
          <a:xfrm>
            <a:off x="9522472" y="3798256"/>
            <a:ext cx="429950"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59" name="직사각형 58">
            <a:extLst>
              <a:ext uri="{FF2B5EF4-FFF2-40B4-BE49-F238E27FC236}">
                <a16:creationId xmlns:a16="http://schemas.microsoft.com/office/drawing/2014/main" id="{15EFE574-2C99-435E-9076-64DB8441E310}"/>
              </a:ext>
            </a:extLst>
          </p:cNvPr>
          <p:cNvSpPr/>
          <p:nvPr userDrawn="1"/>
        </p:nvSpPr>
        <p:spPr>
          <a:xfrm>
            <a:off x="8563676" y="4004151"/>
            <a:ext cx="429950"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60" name="직사각형 59">
            <a:extLst>
              <a:ext uri="{FF2B5EF4-FFF2-40B4-BE49-F238E27FC236}">
                <a16:creationId xmlns:a16="http://schemas.microsoft.com/office/drawing/2014/main" id="{B40EF10F-821E-4E32-8037-A52E25D46780}"/>
              </a:ext>
            </a:extLst>
          </p:cNvPr>
          <p:cNvSpPr/>
          <p:nvPr userDrawn="1"/>
        </p:nvSpPr>
        <p:spPr>
          <a:xfrm>
            <a:off x="9043078" y="4004151"/>
            <a:ext cx="429950"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61" name="직사각형 60">
            <a:extLst>
              <a:ext uri="{FF2B5EF4-FFF2-40B4-BE49-F238E27FC236}">
                <a16:creationId xmlns:a16="http://schemas.microsoft.com/office/drawing/2014/main" id="{6D13997B-185B-4945-A509-EFCF6E7B80E8}"/>
              </a:ext>
            </a:extLst>
          </p:cNvPr>
          <p:cNvSpPr/>
          <p:nvPr userDrawn="1"/>
        </p:nvSpPr>
        <p:spPr>
          <a:xfrm>
            <a:off x="9529535" y="4004151"/>
            <a:ext cx="429950"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62" name="직사각형 61">
            <a:extLst>
              <a:ext uri="{FF2B5EF4-FFF2-40B4-BE49-F238E27FC236}">
                <a16:creationId xmlns:a16="http://schemas.microsoft.com/office/drawing/2014/main" id="{A5B761D7-2A26-4490-B3EC-BD60837DA984}"/>
              </a:ext>
            </a:extLst>
          </p:cNvPr>
          <p:cNvSpPr/>
          <p:nvPr userDrawn="1"/>
        </p:nvSpPr>
        <p:spPr>
          <a:xfrm>
            <a:off x="8556613" y="4216048"/>
            <a:ext cx="429950"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63" name="직사각형 62">
            <a:extLst>
              <a:ext uri="{FF2B5EF4-FFF2-40B4-BE49-F238E27FC236}">
                <a16:creationId xmlns:a16="http://schemas.microsoft.com/office/drawing/2014/main" id="{5AB8F74D-803E-4108-9381-01BBE72448CF}"/>
              </a:ext>
            </a:extLst>
          </p:cNvPr>
          <p:cNvSpPr/>
          <p:nvPr userDrawn="1"/>
        </p:nvSpPr>
        <p:spPr>
          <a:xfrm>
            <a:off x="9036015" y="4216048"/>
            <a:ext cx="429950"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64" name="직사각형 63">
            <a:extLst>
              <a:ext uri="{FF2B5EF4-FFF2-40B4-BE49-F238E27FC236}">
                <a16:creationId xmlns:a16="http://schemas.microsoft.com/office/drawing/2014/main" id="{32A22C14-A127-4A3B-AFE0-593076A37869}"/>
              </a:ext>
            </a:extLst>
          </p:cNvPr>
          <p:cNvSpPr/>
          <p:nvPr userDrawn="1"/>
        </p:nvSpPr>
        <p:spPr>
          <a:xfrm>
            <a:off x="9522472" y="4216048"/>
            <a:ext cx="429950"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65" name="직사각형 64">
            <a:extLst>
              <a:ext uri="{FF2B5EF4-FFF2-40B4-BE49-F238E27FC236}">
                <a16:creationId xmlns:a16="http://schemas.microsoft.com/office/drawing/2014/main" id="{D2D4415C-7EB9-4CE2-B12C-9311F3D3162E}"/>
              </a:ext>
            </a:extLst>
          </p:cNvPr>
          <p:cNvSpPr/>
          <p:nvPr userDrawn="1"/>
        </p:nvSpPr>
        <p:spPr>
          <a:xfrm>
            <a:off x="8563676" y="4421943"/>
            <a:ext cx="429950"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66" name="직사각형 65">
            <a:extLst>
              <a:ext uri="{FF2B5EF4-FFF2-40B4-BE49-F238E27FC236}">
                <a16:creationId xmlns:a16="http://schemas.microsoft.com/office/drawing/2014/main" id="{3FC26046-D474-417E-A382-89780C0FD3D6}"/>
              </a:ext>
            </a:extLst>
          </p:cNvPr>
          <p:cNvSpPr/>
          <p:nvPr userDrawn="1"/>
        </p:nvSpPr>
        <p:spPr>
          <a:xfrm>
            <a:off x="9043078" y="4421943"/>
            <a:ext cx="429950"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67" name="직사각형 66">
            <a:extLst>
              <a:ext uri="{FF2B5EF4-FFF2-40B4-BE49-F238E27FC236}">
                <a16:creationId xmlns:a16="http://schemas.microsoft.com/office/drawing/2014/main" id="{D64878C9-D5BF-431C-AEFE-E39599FA9A47}"/>
              </a:ext>
            </a:extLst>
          </p:cNvPr>
          <p:cNvSpPr/>
          <p:nvPr userDrawn="1"/>
        </p:nvSpPr>
        <p:spPr>
          <a:xfrm>
            <a:off x="9529535" y="4421943"/>
            <a:ext cx="429950"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68" name="직사각형 67">
            <a:extLst>
              <a:ext uri="{FF2B5EF4-FFF2-40B4-BE49-F238E27FC236}">
                <a16:creationId xmlns:a16="http://schemas.microsoft.com/office/drawing/2014/main" id="{3869B026-A7A1-4809-9832-D04FB5E71C41}"/>
              </a:ext>
            </a:extLst>
          </p:cNvPr>
          <p:cNvSpPr/>
          <p:nvPr userDrawn="1"/>
        </p:nvSpPr>
        <p:spPr>
          <a:xfrm>
            <a:off x="8556613" y="4645285"/>
            <a:ext cx="429950"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69" name="직사각형 68">
            <a:extLst>
              <a:ext uri="{FF2B5EF4-FFF2-40B4-BE49-F238E27FC236}">
                <a16:creationId xmlns:a16="http://schemas.microsoft.com/office/drawing/2014/main" id="{0D93511C-FFC7-483F-9204-C32CF70C3926}"/>
              </a:ext>
            </a:extLst>
          </p:cNvPr>
          <p:cNvSpPr/>
          <p:nvPr userDrawn="1"/>
        </p:nvSpPr>
        <p:spPr>
          <a:xfrm>
            <a:off x="9036015" y="4645285"/>
            <a:ext cx="429950"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70" name="직사각형 69">
            <a:extLst>
              <a:ext uri="{FF2B5EF4-FFF2-40B4-BE49-F238E27FC236}">
                <a16:creationId xmlns:a16="http://schemas.microsoft.com/office/drawing/2014/main" id="{19594FD7-EDF6-4C15-AD9B-3C9DCBE4DD1C}"/>
              </a:ext>
            </a:extLst>
          </p:cNvPr>
          <p:cNvSpPr/>
          <p:nvPr userDrawn="1"/>
        </p:nvSpPr>
        <p:spPr>
          <a:xfrm>
            <a:off x="9522472" y="4645285"/>
            <a:ext cx="429950"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71" name="직사각형 70">
            <a:extLst>
              <a:ext uri="{FF2B5EF4-FFF2-40B4-BE49-F238E27FC236}">
                <a16:creationId xmlns:a16="http://schemas.microsoft.com/office/drawing/2014/main" id="{1FF9F10E-0981-4278-AEFC-4CFECE0E4353}"/>
              </a:ext>
            </a:extLst>
          </p:cNvPr>
          <p:cNvSpPr/>
          <p:nvPr userDrawn="1"/>
        </p:nvSpPr>
        <p:spPr>
          <a:xfrm>
            <a:off x="8563676" y="4851180"/>
            <a:ext cx="429950" cy="133224"/>
          </a:xfrm>
          <a:prstGeom prst="rect">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보기</a:t>
            </a:r>
          </a:p>
        </p:txBody>
      </p:sp>
      <p:sp>
        <p:nvSpPr>
          <p:cNvPr id="72" name="직사각형 71">
            <a:extLst>
              <a:ext uri="{FF2B5EF4-FFF2-40B4-BE49-F238E27FC236}">
                <a16:creationId xmlns:a16="http://schemas.microsoft.com/office/drawing/2014/main" id="{BEDDE26E-65FA-4A61-B034-B8A80B6CB524}"/>
              </a:ext>
            </a:extLst>
          </p:cNvPr>
          <p:cNvSpPr/>
          <p:nvPr userDrawn="1"/>
        </p:nvSpPr>
        <p:spPr>
          <a:xfrm>
            <a:off x="9043078" y="4851180"/>
            <a:ext cx="429950" cy="13322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수정</a:t>
            </a:r>
          </a:p>
        </p:txBody>
      </p:sp>
      <p:sp>
        <p:nvSpPr>
          <p:cNvPr id="73" name="직사각형 72">
            <a:extLst>
              <a:ext uri="{FF2B5EF4-FFF2-40B4-BE49-F238E27FC236}">
                <a16:creationId xmlns:a16="http://schemas.microsoft.com/office/drawing/2014/main" id="{D51D857F-1802-4805-B3D2-6D482C66FE5B}"/>
              </a:ext>
            </a:extLst>
          </p:cNvPr>
          <p:cNvSpPr/>
          <p:nvPr userDrawn="1"/>
        </p:nvSpPr>
        <p:spPr>
          <a:xfrm>
            <a:off x="9529535" y="4851180"/>
            <a:ext cx="429950" cy="1332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삭제</a:t>
            </a:r>
          </a:p>
        </p:txBody>
      </p:sp>
      <p:sp>
        <p:nvSpPr>
          <p:cNvPr id="74" name="직사각형 73">
            <a:extLst>
              <a:ext uri="{FF2B5EF4-FFF2-40B4-BE49-F238E27FC236}">
                <a16:creationId xmlns:a16="http://schemas.microsoft.com/office/drawing/2014/main" id="{B1CA7019-8D03-4EA5-A3D0-ED6D10A7669B}"/>
              </a:ext>
            </a:extLst>
          </p:cNvPr>
          <p:cNvSpPr/>
          <p:nvPr userDrawn="1"/>
        </p:nvSpPr>
        <p:spPr>
          <a:xfrm>
            <a:off x="2602991" y="5104782"/>
            <a:ext cx="748002" cy="154273"/>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a:t>일괄수정</a:t>
            </a:r>
            <a:endParaRPr lang="ko-KR" altLang="en-US" sz="700" b="1" dirty="0"/>
          </a:p>
        </p:txBody>
      </p:sp>
      <p:sp>
        <p:nvSpPr>
          <p:cNvPr id="75" name="직사각형 74">
            <a:extLst>
              <a:ext uri="{FF2B5EF4-FFF2-40B4-BE49-F238E27FC236}">
                <a16:creationId xmlns:a16="http://schemas.microsoft.com/office/drawing/2014/main" id="{54339B1E-1C77-4E5A-9D92-C430DEE7538E}"/>
              </a:ext>
            </a:extLst>
          </p:cNvPr>
          <p:cNvSpPr/>
          <p:nvPr userDrawn="1"/>
        </p:nvSpPr>
        <p:spPr>
          <a:xfrm>
            <a:off x="1533736" y="5107660"/>
            <a:ext cx="968906"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은행선택  ▼</a:t>
            </a:r>
          </a:p>
        </p:txBody>
      </p:sp>
      <p:grpSp>
        <p:nvGrpSpPr>
          <p:cNvPr id="76" name="그룹 75">
            <a:extLst>
              <a:ext uri="{FF2B5EF4-FFF2-40B4-BE49-F238E27FC236}">
                <a16:creationId xmlns:a16="http://schemas.microsoft.com/office/drawing/2014/main" id="{08D3045E-2F77-4F6F-8F38-1E2F7594E7FB}"/>
              </a:ext>
            </a:extLst>
          </p:cNvPr>
          <p:cNvGrpSpPr/>
          <p:nvPr userDrawn="1"/>
        </p:nvGrpSpPr>
        <p:grpSpPr>
          <a:xfrm>
            <a:off x="4023742" y="5434598"/>
            <a:ext cx="3506087" cy="187725"/>
            <a:chOff x="3987692" y="5516678"/>
            <a:chExt cx="3506087" cy="187725"/>
          </a:xfrm>
        </p:grpSpPr>
        <p:sp>
          <p:nvSpPr>
            <p:cNvPr id="77" name="직사각형 76">
              <a:extLst>
                <a:ext uri="{FF2B5EF4-FFF2-40B4-BE49-F238E27FC236}">
                  <a16:creationId xmlns:a16="http://schemas.microsoft.com/office/drawing/2014/main" id="{2E74E3F5-4CD9-4A8E-9834-639EB3E2196A}"/>
                </a:ext>
              </a:extLst>
            </p:cNvPr>
            <p:cNvSpPr/>
            <p:nvPr/>
          </p:nvSpPr>
          <p:spPr>
            <a:xfrm>
              <a:off x="4868726" y="5516678"/>
              <a:ext cx="193780" cy="187725"/>
            </a:xfrm>
            <a:prstGeom prst="rect">
              <a:avLst/>
            </a:prstGeom>
            <a:solidFill>
              <a:srgbClr val="0000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b="1" dirty="0">
                  <a:solidFill>
                    <a:schemeClr val="bg1"/>
                  </a:solidFill>
                </a:rPr>
                <a:t>1</a:t>
              </a:r>
              <a:endParaRPr lang="ko-KR" altLang="en-US" sz="600" b="1" dirty="0">
                <a:solidFill>
                  <a:schemeClr val="bg1"/>
                </a:solidFill>
              </a:endParaRPr>
            </a:p>
          </p:txBody>
        </p:sp>
        <p:sp>
          <p:nvSpPr>
            <p:cNvPr id="78" name="직사각형 77">
              <a:extLst>
                <a:ext uri="{FF2B5EF4-FFF2-40B4-BE49-F238E27FC236}">
                  <a16:creationId xmlns:a16="http://schemas.microsoft.com/office/drawing/2014/main" id="{85EE0823-6D0F-4D83-8A52-1576F01AC7FD}"/>
                </a:ext>
              </a:extLst>
            </p:cNvPr>
            <p:cNvSpPr/>
            <p:nvPr/>
          </p:nvSpPr>
          <p:spPr>
            <a:xfrm>
              <a:off x="506250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2</a:t>
              </a:r>
              <a:endParaRPr lang="ko-KR" altLang="en-US" sz="600" dirty="0">
                <a:solidFill>
                  <a:schemeClr val="tx1"/>
                </a:solidFill>
              </a:endParaRPr>
            </a:p>
          </p:txBody>
        </p:sp>
        <p:sp>
          <p:nvSpPr>
            <p:cNvPr id="79" name="직사각형 78">
              <a:extLst>
                <a:ext uri="{FF2B5EF4-FFF2-40B4-BE49-F238E27FC236}">
                  <a16:creationId xmlns:a16="http://schemas.microsoft.com/office/drawing/2014/main" id="{B1A3D6BE-335D-4C91-A549-C88A77BBD6DE}"/>
                </a:ext>
              </a:extLst>
            </p:cNvPr>
            <p:cNvSpPr/>
            <p:nvPr/>
          </p:nvSpPr>
          <p:spPr>
            <a:xfrm>
              <a:off x="525628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3</a:t>
              </a:r>
              <a:endParaRPr lang="ko-KR" altLang="en-US" sz="600" dirty="0">
                <a:solidFill>
                  <a:schemeClr val="tx1"/>
                </a:solidFill>
              </a:endParaRPr>
            </a:p>
          </p:txBody>
        </p:sp>
        <p:sp>
          <p:nvSpPr>
            <p:cNvPr id="80" name="직사각형 79">
              <a:extLst>
                <a:ext uri="{FF2B5EF4-FFF2-40B4-BE49-F238E27FC236}">
                  <a16:creationId xmlns:a16="http://schemas.microsoft.com/office/drawing/2014/main" id="{F44B2F17-8AF7-4BC8-AC27-CDFF41A85D2D}"/>
                </a:ext>
              </a:extLst>
            </p:cNvPr>
            <p:cNvSpPr/>
            <p:nvPr/>
          </p:nvSpPr>
          <p:spPr>
            <a:xfrm>
              <a:off x="545006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4</a:t>
              </a:r>
              <a:endParaRPr lang="ko-KR" altLang="en-US" sz="600" dirty="0">
                <a:solidFill>
                  <a:schemeClr val="tx1"/>
                </a:solidFill>
              </a:endParaRPr>
            </a:p>
          </p:txBody>
        </p:sp>
        <p:sp>
          <p:nvSpPr>
            <p:cNvPr id="81" name="직사각형 80">
              <a:extLst>
                <a:ext uri="{FF2B5EF4-FFF2-40B4-BE49-F238E27FC236}">
                  <a16:creationId xmlns:a16="http://schemas.microsoft.com/office/drawing/2014/main" id="{8224CE24-092C-4EA8-B64E-0EF986DC5E6B}"/>
                </a:ext>
              </a:extLst>
            </p:cNvPr>
            <p:cNvSpPr/>
            <p:nvPr/>
          </p:nvSpPr>
          <p:spPr>
            <a:xfrm>
              <a:off x="564384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5</a:t>
              </a:r>
              <a:endParaRPr lang="ko-KR" altLang="en-US" sz="600" dirty="0">
                <a:solidFill>
                  <a:schemeClr val="tx1"/>
                </a:solidFill>
              </a:endParaRPr>
            </a:p>
          </p:txBody>
        </p:sp>
        <p:sp>
          <p:nvSpPr>
            <p:cNvPr id="82" name="직사각형 81">
              <a:extLst>
                <a:ext uri="{FF2B5EF4-FFF2-40B4-BE49-F238E27FC236}">
                  <a16:creationId xmlns:a16="http://schemas.microsoft.com/office/drawing/2014/main" id="{253A514F-8340-4097-81B8-685E9AB63EC7}"/>
                </a:ext>
              </a:extLst>
            </p:cNvPr>
            <p:cNvSpPr/>
            <p:nvPr/>
          </p:nvSpPr>
          <p:spPr>
            <a:xfrm>
              <a:off x="583762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6</a:t>
              </a:r>
              <a:endParaRPr lang="ko-KR" altLang="en-US" sz="600" dirty="0">
                <a:solidFill>
                  <a:schemeClr val="tx1"/>
                </a:solidFill>
              </a:endParaRPr>
            </a:p>
          </p:txBody>
        </p:sp>
        <p:sp>
          <p:nvSpPr>
            <p:cNvPr id="83" name="직사각형 82">
              <a:extLst>
                <a:ext uri="{FF2B5EF4-FFF2-40B4-BE49-F238E27FC236}">
                  <a16:creationId xmlns:a16="http://schemas.microsoft.com/office/drawing/2014/main" id="{75D8003A-9EBC-4377-8B3A-BE2084EA0F6F}"/>
                </a:ext>
              </a:extLst>
            </p:cNvPr>
            <p:cNvSpPr/>
            <p:nvPr/>
          </p:nvSpPr>
          <p:spPr>
            <a:xfrm>
              <a:off x="603140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7</a:t>
              </a:r>
              <a:endParaRPr lang="ko-KR" altLang="en-US" sz="600" dirty="0">
                <a:solidFill>
                  <a:schemeClr val="tx1"/>
                </a:solidFill>
              </a:endParaRPr>
            </a:p>
          </p:txBody>
        </p:sp>
        <p:sp>
          <p:nvSpPr>
            <p:cNvPr id="84" name="직사각형 83">
              <a:extLst>
                <a:ext uri="{FF2B5EF4-FFF2-40B4-BE49-F238E27FC236}">
                  <a16:creationId xmlns:a16="http://schemas.microsoft.com/office/drawing/2014/main" id="{8FC90729-2937-4FF9-B15D-E74F65AF4C6E}"/>
                </a:ext>
              </a:extLst>
            </p:cNvPr>
            <p:cNvSpPr/>
            <p:nvPr/>
          </p:nvSpPr>
          <p:spPr>
            <a:xfrm>
              <a:off x="622518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8</a:t>
              </a:r>
              <a:endParaRPr lang="ko-KR" altLang="en-US" sz="600" dirty="0">
                <a:solidFill>
                  <a:schemeClr val="tx1"/>
                </a:solidFill>
              </a:endParaRPr>
            </a:p>
          </p:txBody>
        </p:sp>
        <p:sp>
          <p:nvSpPr>
            <p:cNvPr id="85" name="직사각형 84">
              <a:extLst>
                <a:ext uri="{FF2B5EF4-FFF2-40B4-BE49-F238E27FC236}">
                  <a16:creationId xmlns:a16="http://schemas.microsoft.com/office/drawing/2014/main" id="{8B810817-01FF-4FE8-AC84-26C332118E4F}"/>
                </a:ext>
              </a:extLst>
            </p:cNvPr>
            <p:cNvSpPr/>
            <p:nvPr/>
          </p:nvSpPr>
          <p:spPr>
            <a:xfrm>
              <a:off x="6418966" y="5516678"/>
              <a:ext cx="193780"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solidFill>
                    <a:schemeClr val="tx1"/>
                  </a:solidFill>
                </a:rPr>
                <a:t>9</a:t>
              </a:r>
              <a:endParaRPr lang="ko-KR" altLang="en-US" sz="600" dirty="0">
                <a:solidFill>
                  <a:schemeClr val="tx1"/>
                </a:solidFill>
              </a:endParaRPr>
            </a:p>
          </p:txBody>
        </p:sp>
        <p:sp>
          <p:nvSpPr>
            <p:cNvPr id="86" name="직사각형 85">
              <a:extLst>
                <a:ext uri="{FF2B5EF4-FFF2-40B4-BE49-F238E27FC236}">
                  <a16:creationId xmlns:a16="http://schemas.microsoft.com/office/drawing/2014/main" id="{B06FEBE9-00A6-46C0-93B1-09A6BD73E1ED}"/>
                </a:ext>
              </a:extLst>
            </p:cNvPr>
            <p:cNvSpPr/>
            <p:nvPr/>
          </p:nvSpPr>
          <p:spPr>
            <a:xfrm>
              <a:off x="6612745" y="5516678"/>
              <a:ext cx="440518"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500" dirty="0">
                  <a:solidFill>
                    <a:schemeClr val="tx1"/>
                  </a:solidFill>
                </a:rPr>
                <a:t>NEXT </a:t>
              </a:r>
              <a:r>
                <a:rPr lang="ko-KR" altLang="en-US" sz="500" b="1" dirty="0">
                  <a:solidFill>
                    <a:srgbClr val="FF0000"/>
                  </a:solidFill>
                </a:rPr>
                <a:t>＞</a:t>
              </a:r>
            </a:p>
          </p:txBody>
        </p:sp>
        <p:sp>
          <p:nvSpPr>
            <p:cNvPr id="87" name="직사각형 86">
              <a:extLst>
                <a:ext uri="{FF2B5EF4-FFF2-40B4-BE49-F238E27FC236}">
                  <a16:creationId xmlns:a16="http://schemas.microsoft.com/office/drawing/2014/main" id="{9976B5E3-612C-492D-A5E8-03EFCAB4E4EF}"/>
                </a:ext>
              </a:extLst>
            </p:cNvPr>
            <p:cNvSpPr/>
            <p:nvPr/>
          </p:nvSpPr>
          <p:spPr>
            <a:xfrm>
              <a:off x="7053262" y="5516678"/>
              <a:ext cx="440517"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500" dirty="0">
                  <a:solidFill>
                    <a:schemeClr val="tx1"/>
                  </a:solidFill>
                </a:rPr>
                <a:t>LAST </a:t>
              </a:r>
              <a:r>
                <a:rPr lang="ko-KR" altLang="en-US" sz="500" b="1" dirty="0">
                  <a:solidFill>
                    <a:srgbClr val="FF0000"/>
                  </a:solidFill>
                </a:rPr>
                <a:t>≫</a:t>
              </a:r>
            </a:p>
          </p:txBody>
        </p:sp>
        <p:sp>
          <p:nvSpPr>
            <p:cNvPr id="88" name="직사각형 87">
              <a:extLst>
                <a:ext uri="{FF2B5EF4-FFF2-40B4-BE49-F238E27FC236}">
                  <a16:creationId xmlns:a16="http://schemas.microsoft.com/office/drawing/2014/main" id="{FD7B8E9F-AA03-4A89-95E4-852E36C5C737}"/>
                </a:ext>
              </a:extLst>
            </p:cNvPr>
            <p:cNvSpPr/>
            <p:nvPr/>
          </p:nvSpPr>
          <p:spPr>
            <a:xfrm>
              <a:off x="3987692" y="5516678"/>
              <a:ext cx="440518"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500" b="1" dirty="0">
                  <a:solidFill>
                    <a:srgbClr val="FF0000"/>
                  </a:solidFill>
                </a:rPr>
                <a:t>≪</a:t>
              </a:r>
              <a:r>
                <a:rPr lang="ko-KR" altLang="en-US" sz="500" dirty="0">
                  <a:solidFill>
                    <a:schemeClr val="tx1"/>
                  </a:solidFill>
                </a:rPr>
                <a:t> </a:t>
              </a:r>
              <a:r>
                <a:rPr lang="en-US" altLang="ko-KR" sz="500" dirty="0">
                  <a:solidFill>
                    <a:schemeClr val="tx1"/>
                  </a:solidFill>
                </a:rPr>
                <a:t>FIRST</a:t>
              </a:r>
              <a:endParaRPr lang="ko-KR" altLang="en-US" sz="500" b="1" dirty="0">
                <a:solidFill>
                  <a:srgbClr val="FF0000"/>
                </a:solidFill>
              </a:endParaRPr>
            </a:p>
          </p:txBody>
        </p:sp>
        <p:sp>
          <p:nvSpPr>
            <p:cNvPr id="89" name="직사각형 88">
              <a:extLst>
                <a:ext uri="{FF2B5EF4-FFF2-40B4-BE49-F238E27FC236}">
                  <a16:creationId xmlns:a16="http://schemas.microsoft.com/office/drawing/2014/main" id="{D22E4E5C-3B22-4A8B-984F-B5EDDC6135B1}"/>
                </a:ext>
              </a:extLst>
            </p:cNvPr>
            <p:cNvSpPr/>
            <p:nvPr/>
          </p:nvSpPr>
          <p:spPr>
            <a:xfrm>
              <a:off x="4428209" y="5516678"/>
              <a:ext cx="440517" cy="187725"/>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500" b="1" dirty="0">
                  <a:solidFill>
                    <a:srgbClr val="FF0000"/>
                  </a:solidFill>
                </a:rPr>
                <a:t>＜ </a:t>
              </a:r>
              <a:r>
                <a:rPr lang="en-US" altLang="ko-KR" sz="500" dirty="0">
                  <a:solidFill>
                    <a:schemeClr val="tx1"/>
                  </a:solidFill>
                </a:rPr>
                <a:t>PREV</a:t>
              </a:r>
              <a:endParaRPr lang="ko-KR" altLang="en-US" sz="500" b="1" dirty="0">
                <a:solidFill>
                  <a:srgbClr val="FF0000"/>
                </a:solidFill>
              </a:endParaRPr>
            </a:p>
          </p:txBody>
        </p:sp>
      </p:grpSp>
      <p:sp>
        <p:nvSpPr>
          <p:cNvPr id="90" name="직사각형 89">
            <a:extLst>
              <a:ext uri="{FF2B5EF4-FFF2-40B4-BE49-F238E27FC236}">
                <a16:creationId xmlns:a16="http://schemas.microsoft.com/office/drawing/2014/main" id="{3067BDD8-4FEC-45D1-A06F-510E95663881}"/>
              </a:ext>
            </a:extLst>
          </p:cNvPr>
          <p:cNvSpPr/>
          <p:nvPr userDrawn="1"/>
        </p:nvSpPr>
        <p:spPr>
          <a:xfrm>
            <a:off x="2797158" y="1216819"/>
            <a:ext cx="693212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91" name="직사각형 90">
            <a:extLst>
              <a:ext uri="{FF2B5EF4-FFF2-40B4-BE49-F238E27FC236}">
                <a16:creationId xmlns:a16="http://schemas.microsoft.com/office/drawing/2014/main" id="{A93A0F38-DB7F-47B7-90BA-DCCBBA7E92DC}"/>
              </a:ext>
            </a:extLst>
          </p:cNvPr>
          <p:cNvSpPr/>
          <p:nvPr userDrawn="1"/>
        </p:nvSpPr>
        <p:spPr>
          <a:xfrm>
            <a:off x="2797158" y="1423402"/>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92" name="직사각형 91">
            <a:extLst>
              <a:ext uri="{FF2B5EF4-FFF2-40B4-BE49-F238E27FC236}">
                <a16:creationId xmlns:a16="http://schemas.microsoft.com/office/drawing/2014/main" id="{EF3B98FD-D1EB-4C8E-A1A8-BF8C70CD7B4D}"/>
              </a:ext>
            </a:extLst>
          </p:cNvPr>
          <p:cNvSpPr/>
          <p:nvPr userDrawn="1"/>
        </p:nvSpPr>
        <p:spPr>
          <a:xfrm>
            <a:off x="3626465" y="1423402"/>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graphicFrame>
        <p:nvGraphicFramePr>
          <p:cNvPr id="93" name="표 63">
            <a:extLst>
              <a:ext uri="{FF2B5EF4-FFF2-40B4-BE49-F238E27FC236}">
                <a16:creationId xmlns:a16="http://schemas.microsoft.com/office/drawing/2014/main" id="{DE00A85D-CE64-4421-A568-501ED0AB9209}"/>
              </a:ext>
            </a:extLst>
          </p:cNvPr>
          <p:cNvGraphicFramePr>
            <a:graphicFrameLocks noGrp="1"/>
          </p:cNvGraphicFramePr>
          <p:nvPr userDrawn="1">
            <p:extLst>
              <p:ext uri="{D42A27DB-BD31-4B8C-83A1-F6EECF244321}">
                <p14:modId xmlns:p14="http://schemas.microsoft.com/office/powerpoint/2010/main" val="14525984"/>
              </p:ext>
            </p:extLst>
          </p:nvPr>
        </p:nvGraphicFramePr>
        <p:xfrm>
          <a:off x="1537561" y="1201123"/>
          <a:ext cx="8439879" cy="853440"/>
        </p:xfrm>
        <a:graphic>
          <a:graphicData uri="http://schemas.openxmlformats.org/drawingml/2006/table">
            <a:tbl>
              <a:tblPr firstRow="1" bandRow="1">
                <a:tableStyleId>{5940675A-B579-460E-94D1-54222C63F5DA}</a:tableStyleId>
              </a:tblPr>
              <a:tblGrid>
                <a:gridCol w="543652">
                  <a:extLst>
                    <a:ext uri="{9D8B030D-6E8A-4147-A177-3AD203B41FA5}">
                      <a16:colId xmlns:a16="http://schemas.microsoft.com/office/drawing/2014/main" val="336195525"/>
                    </a:ext>
                  </a:extLst>
                </a:gridCol>
                <a:gridCol w="609601">
                  <a:extLst>
                    <a:ext uri="{9D8B030D-6E8A-4147-A177-3AD203B41FA5}">
                      <a16:colId xmlns:a16="http://schemas.microsoft.com/office/drawing/2014/main" val="3701388552"/>
                    </a:ext>
                  </a:extLst>
                </a:gridCol>
                <a:gridCol w="3309938">
                  <a:extLst>
                    <a:ext uri="{9D8B030D-6E8A-4147-A177-3AD203B41FA5}">
                      <a16:colId xmlns:a16="http://schemas.microsoft.com/office/drawing/2014/main" val="339215266"/>
                    </a:ext>
                  </a:extLst>
                </a:gridCol>
                <a:gridCol w="681038">
                  <a:extLst>
                    <a:ext uri="{9D8B030D-6E8A-4147-A177-3AD203B41FA5}">
                      <a16:colId xmlns:a16="http://schemas.microsoft.com/office/drawing/2014/main" val="246205619"/>
                    </a:ext>
                  </a:extLst>
                </a:gridCol>
                <a:gridCol w="3295650">
                  <a:extLst>
                    <a:ext uri="{9D8B030D-6E8A-4147-A177-3AD203B41FA5}">
                      <a16:colId xmlns:a16="http://schemas.microsoft.com/office/drawing/2014/main" val="852871710"/>
                    </a:ext>
                  </a:extLst>
                </a:gridCol>
              </a:tblGrid>
              <a:tr h="0">
                <a:tc rowSpan="4">
                  <a:txBody>
                    <a:bodyPr/>
                    <a:lstStyle/>
                    <a:p>
                      <a:pPr algn="ctr" latinLnBrk="1"/>
                      <a:r>
                        <a:rPr lang="ko-KR" altLang="en-US" sz="800" dirty="0"/>
                        <a:t>검색</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r>
                        <a:rPr lang="ko-KR" altLang="en-US" sz="800" dirty="0"/>
                        <a:t>상품명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v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r>
                        <a:rPr lang="ko-KR" altLang="en-US" sz="800" dirty="0"/>
                        <a:t>상품분류</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944867"/>
                  </a:ext>
                </a:extLst>
              </a:tr>
              <a:tr h="0">
                <a:tc v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r>
                        <a:rPr lang="ko-KR" altLang="en-US" sz="800" dirty="0"/>
                        <a:t>상품상태</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판매범위</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52891665"/>
                  </a:ext>
                </a:extLst>
              </a:tr>
              <a:tr h="0">
                <a:tc v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r>
                        <a:rPr lang="ko-KR" altLang="en-US" sz="800" dirty="0"/>
                        <a:t>날짜검색</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88622143"/>
                  </a:ext>
                </a:extLst>
              </a:tr>
            </a:tbl>
          </a:graphicData>
        </a:graphic>
      </p:graphicFrame>
      <p:sp>
        <p:nvSpPr>
          <p:cNvPr id="94" name="직사각형 93">
            <a:extLst>
              <a:ext uri="{FF2B5EF4-FFF2-40B4-BE49-F238E27FC236}">
                <a16:creationId xmlns:a16="http://schemas.microsoft.com/office/drawing/2014/main" id="{9A60D188-DDAE-49D1-9676-7F2995B5CD3A}"/>
              </a:ext>
            </a:extLst>
          </p:cNvPr>
          <p:cNvSpPr/>
          <p:nvPr userDrawn="1"/>
        </p:nvSpPr>
        <p:spPr>
          <a:xfrm>
            <a:off x="6009039" y="2140148"/>
            <a:ext cx="721249" cy="192328"/>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bg1"/>
                </a:solidFill>
              </a:rPr>
              <a:t>EXCEL</a:t>
            </a:r>
          </a:p>
        </p:txBody>
      </p:sp>
      <p:sp>
        <p:nvSpPr>
          <p:cNvPr id="95" name="직사각형 94">
            <a:extLst>
              <a:ext uri="{FF2B5EF4-FFF2-40B4-BE49-F238E27FC236}">
                <a16:creationId xmlns:a16="http://schemas.microsoft.com/office/drawing/2014/main" id="{30D4A0A2-03B6-4E8A-B89B-17BAE0E81FC3}"/>
              </a:ext>
            </a:extLst>
          </p:cNvPr>
          <p:cNvSpPr/>
          <p:nvPr userDrawn="1"/>
        </p:nvSpPr>
        <p:spPr>
          <a:xfrm>
            <a:off x="6713364" y="1616344"/>
            <a:ext cx="2481770" cy="215444"/>
          </a:xfrm>
          <a:prstGeom prst="rect">
            <a:avLst/>
          </a:prstGeom>
        </p:spPr>
        <p:txBody>
          <a:bodyPr wrap="none">
            <a:spAutoFit/>
          </a:bodyPr>
          <a:lstStyle/>
          <a:p>
            <a:r>
              <a:rPr lang="ko-KR" altLang="en-US" sz="800" dirty="0">
                <a:solidFill>
                  <a:schemeClr val="tx1">
                    <a:lumMod val="50000"/>
                    <a:lumOff val="50000"/>
                  </a:schemeClr>
                </a:solidFill>
              </a:rPr>
              <a:t>●</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자사상품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공개상품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부분공개상품 </a:t>
            </a:r>
            <a:endParaRPr lang="en-US" altLang="ko-KR" sz="800" dirty="0">
              <a:solidFill>
                <a:schemeClr val="tx1">
                  <a:lumMod val="50000"/>
                  <a:lumOff val="50000"/>
                </a:schemeClr>
              </a:solidFill>
            </a:endParaRPr>
          </a:p>
        </p:txBody>
      </p:sp>
      <p:sp>
        <p:nvSpPr>
          <p:cNvPr id="96" name="직사각형 95">
            <a:extLst>
              <a:ext uri="{FF2B5EF4-FFF2-40B4-BE49-F238E27FC236}">
                <a16:creationId xmlns:a16="http://schemas.microsoft.com/office/drawing/2014/main" id="{E7E9A161-599C-486C-A10D-DE48D8A66253}"/>
              </a:ext>
            </a:extLst>
          </p:cNvPr>
          <p:cNvSpPr/>
          <p:nvPr userDrawn="1"/>
        </p:nvSpPr>
        <p:spPr>
          <a:xfrm>
            <a:off x="2714484" y="1622238"/>
            <a:ext cx="1997663" cy="215444"/>
          </a:xfrm>
          <a:prstGeom prst="rect">
            <a:avLst/>
          </a:prstGeom>
        </p:spPr>
        <p:txBody>
          <a:bodyPr wrap="none">
            <a:spAutoFit/>
          </a:bodyPr>
          <a:lstStyle/>
          <a:p>
            <a:r>
              <a:rPr lang="en-US" altLang="ko-KR" sz="800" dirty="0">
                <a:solidFill>
                  <a:schemeClr val="tx1">
                    <a:lumMod val="50000"/>
                    <a:lumOff val="50000"/>
                  </a:schemeClr>
                </a:solidFill>
              </a:rPr>
              <a:t>□ </a:t>
            </a:r>
            <a:r>
              <a:rPr lang="ko-KR" altLang="en-US" sz="800" dirty="0">
                <a:solidFill>
                  <a:schemeClr val="tx1">
                    <a:lumMod val="50000"/>
                    <a:lumOff val="50000"/>
                  </a:schemeClr>
                </a:solidFill>
              </a:rPr>
              <a:t>판매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중지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판매중지예고</a:t>
            </a:r>
            <a:endParaRPr lang="en-US" altLang="ko-KR" sz="800" dirty="0">
              <a:solidFill>
                <a:schemeClr val="tx1">
                  <a:lumMod val="50000"/>
                  <a:lumOff val="50000"/>
                </a:schemeClr>
              </a:solidFill>
            </a:endParaRPr>
          </a:p>
        </p:txBody>
      </p:sp>
      <p:sp>
        <p:nvSpPr>
          <p:cNvPr id="97" name="직사각형 96">
            <a:extLst>
              <a:ext uri="{FF2B5EF4-FFF2-40B4-BE49-F238E27FC236}">
                <a16:creationId xmlns:a16="http://schemas.microsoft.com/office/drawing/2014/main" id="{2DEE8993-25CE-4278-88FC-D4AD03409788}"/>
              </a:ext>
            </a:extLst>
          </p:cNvPr>
          <p:cNvSpPr/>
          <p:nvPr userDrawn="1"/>
        </p:nvSpPr>
        <p:spPr>
          <a:xfrm>
            <a:off x="4455772" y="1417466"/>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세분류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98" name="직사각형 97">
            <a:extLst>
              <a:ext uri="{FF2B5EF4-FFF2-40B4-BE49-F238E27FC236}">
                <a16:creationId xmlns:a16="http://schemas.microsoft.com/office/drawing/2014/main" id="{79FEF433-EBA6-47FD-8CA8-685D61647A10}"/>
              </a:ext>
            </a:extLst>
          </p:cNvPr>
          <p:cNvSpPr/>
          <p:nvPr userDrawn="1"/>
        </p:nvSpPr>
        <p:spPr>
          <a:xfrm>
            <a:off x="5212274" y="2140148"/>
            <a:ext cx="721249" cy="192328"/>
          </a:xfrm>
          <a:prstGeom prst="rect">
            <a:avLst/>
          </a:prstGeom>
          <a:solidFill>
            <a:schemeClr val="tx1">
              <a:lumMod val="50000"/>
              <a:lumOff val="50000"/>
            </a:schemeClr>
          </a:solidFill>
          <a:ln w="6350">
            <a:solidFill>
              <a:schemeClr val="tx1">
                <a:lumMod val="50000"/>
                <a:lumOff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초기화</a:t>
            </a:r>
            <a:endParaRPr lang="en-US" altLang="ko-KR" sz="800" dirty="0">
              <a:solidFill>
                <a:schemeClr val="bg1"/>
              </a:solidFill>
            </a:endParaRPr>
          </a:p>
        </p:txBody>
      </p:sp>
      <p:sp>
        <p:nvSpPr>
          <p:cNvPr id="99" name="직사각형 98">
            <a:extLst>
              <a:ext uri="{FF2B5EF4-FFF2-40B4-BE49-F238E27FC236}">
                <a16:creationId xmlns:a16="http://schemas.microsoft.com/office/drawing/2014/main" id="{B5B1D019-7FDF-4A6F-9676-C61C475F68CE}"/>
              </a:ext>
            </a:extLst>
          </p:cNvPr>
          <p:cNvSpPr/>
          <p:nvPr userDrawn="1"/>
        </p:nvSpPr>
        <p:spPr>
          <a:xfrm>
            <a:off x="4415509" y="2144155"/>
            <a:ext cx="721249" cy="192328"/>
          </a:xfrm>
          <a:prstGeom prst="rect">
            <a:avLst/>
          </a:prstGeom>
          <a:solidFill>
            <a:schemeClr val="accent5">
              <a:lumMod val="75000"/>
            </a:schemeClr>
          </a:solidFill>
          <a:ln w="6350">
            <a:solidFill>
              <a:schemeClr val="accent5">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100" name="TextBox 99">
            <a:extLst>
              <a:ext uri="{FF2B5EF4-FFF2-40B4-BE49-F238E27FC236}">
                <a16:creationId xmlns:a16="http://schemas.microsoft.com/office/drawing/2014/main" id="{ACF6D326-CBF0-4341-989F-DF132780545D}"/>
              </a:ext>
            </a:extLst>
          </p:cNvPr>
          <p:cNvSpPr txBox="1"/>
          <p:nvPr userDrawn="1"/>
        </p:nvSpPr>
        <p:spPr>
          <a:xfrm>
            <a:off x="1469294" y="914433"/>
            <a:ext cx="1459054" cy="230832"/>
          </a:xfrm>
          <a:prstGeom prst="rect">
            <a:avLst/>
          </a:prstGeom>
          <a:noFill/>
        </p:spPr>
        <p:txBody>
          <a:bodyPr wrap="none" rtlCol="0">
            <a:spAutoFit/>
          </a:bodyPr>
          <a:lstStyle/>
          <a:p>
            <a:r>
              <a:rPr lang="ko-KR" altLang="en-US" sz="900" b="1" dirty="0"/>
              <a:t>○ 게시글 </a:t>
            </a:r>
            <a:r>
              <a:rPr lang="ko-KR" altLang="en-US" sz="900" b="1" dirty="0" err="1"/>
              <a:t>검색창</a:t>
            </a:r>
            <a:r>
              <a:rPr lang="ko-KR" altLang="en-US" sz="900" b="1" dirty="0"/>
              <a:t> 타이틀</a:t>
            </a:r>
          </a:p>
        </p:txBody>
      </p:sp>
      <p:sp>
        <p:nvSpPr>
          <p:cNvPr id="101" name="직사각형 100">
            <a:extLst>
              <a:ext uri="{FF2B5EF4-FFF2-40B4-BE49-F238E27FC236}">
                <a16:creationId xmlns:a16="http://schemas.microsoft.com/office/drawing/2014/main" id="{B7C6B1D1-0A4E-470D-A036-4BA2EF678D8B}"/>
              </a:ext>
            </a:extLst>
          </p:cNvPr>
          <p:cNvSpPr/>
          <p:nvPr userDrawn="1"/>
        </p:nvSpPr>
        <p:spPr>
          <a:xfrm>
            <a:off x="9294761" y="2874986"/>
            <a:ext cx="721249" cy="192328"/>
          </a:xfrm>
          <a:prstGeom prst="rect">
            <a:avLst/>
          </a:prstGeom>
          <a:solidFill>
            <a:schemeClr val="accent5">
              <a:lumMod val="75000"/>
            </a:schemeClr>
          </a:solidFill>
          <a:ln w="6350">
            <a:solidFill>
              <a:schemeClr val="accent5">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등록</a:t>
            </a:r>
            <a:endParaRPr lang="en-US" altLang="ko-KR" sz="800" dirty="0">
              <a:solidFill>
                <a:schemeClr val="bg1"/>
              </a:solidFill>
            </a:endParaRPr>
          </a:p>
        </p:txBody>
      </p:sp>
      <p:sp>
        <p:nvSpPr>
          <p:cNvPr id="102" name="직사각형 101">
            <a:extLst>
              <a:ext uri="{FF2B5EF4-FFF2-40B4-BE49-F238E27FC236}">
                <a16:creationId xmlns:a16="http://schemas.microsoft.com/office/drawing/2014/main" id="{C0D085F5-B04C-4F90-AA5B-2AA6A28CBF26}"/>
              </a:ext>
            </a:extLst>
          </p:cNvPr>
          <p:cNvSpPr/>
          <p:nvPr userDrawn="1"/>
        </p:nvSpPr>
        <p:spPr>
          <a:xfrm>
            <a:off x="9295778" y="5085753"/>
            <a:ext cx="721249" cy="192328"/>
          </a:xfrm>
          <a:prstGeom prst="rect">
            <a:avLst/>
          </a:prstGeom>
          <a:solidFill>
            <a:schemeClr val="accent5">
              <a:lumMod val="75000"/>
            </a:schemeClr>
          </a:solidFill>
          <a:ln w="6350">
            <a:solidFill>
              <a:schemeClr val="accent5">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등록</a:t>
            </a:r>
            <a:endParaRPr lang="en-US" altLang="ko-KR" sz="800" dirty="0">
              <a:solidFill>
                <a:schemeClr val="bg1"/>
              </a:solidFill>
            </a:endParaRPr>
          </a:p>
        </p:txBody>
      </p:sp>
      <p:sp>
        <p:nvSpPr>
          <p:cNvPr id="103" name="TextBox 102">
            <a:extLst>
              <a:ext uri="{FF2B5EF4-FFF2-40B4-BE49-F238E27FC236}">
                <a16:creationId xmlns:a16="http://schemas.microsoft.com/office/drawing/2014/main" id="{540DB2BC-6588-44F9-B0B6-682C1658EF22}"/>
              </a:ext>
            </a:extLst>
          </p:cNvPr>
          <p:cNvSpPr txBox="1"/>
          <p:nvPr userDrawn="1"/>
        </p:nvSpPr>
        <p:spPr>
          <a:xfrm>
            <a:off x="1469294" y="2888809"/>
            <a:ext cx="1072730" cy="215444"/>
          </a:xfrm>
          <a:prstGeom prst="rect">
            <a:avLst/>
          </a:prstGeom>
          <a:noFill/>
        </p:spPr>
        <p:txBody>
          <a:bodyPr wrap="none" rtlCol="0">
            <a:spAutoFit/>
          </a:bodyPr>
          <a:lstStyle/>
          <a:p>
            <a:r>
              <a:rPr lang="ko-KR" altLang="en-US" sz="800" b="1" dirty="0"/>
              <a:t>◎ 총 </a:t>
            </a:r>
            <a:r>
              <a:rPr lang="en-US" altLang="ko-KR" sz="800" b="1" dirty="0"/>
              <a:t>1,223,443 </a:t>
            </a:r>
            <a:r>
              <a:rPr lang="ko-KR" altLang="en-US" sz="800" b="1" dirty="0"/>
              <a:t>개</a:t>
            </a:r>
          </a:p>
        </p:txBody>
      </p:sp>
      <p:sp>
        <p:nvSpPr>
          <p:cNvPr id="104" name="직사각형 103">
            <a:extLst>
              <a:ext uri="{FF2B5EF4-FFF2-40B4-BE49-F238E27FC236}">
                <a16:creationId xmlns:a16="http://schemas.microsoft.com/office/drawing/2014/main" id="{D052A6DC-23A7-435F-A791-F6F5FF6F2262}"/>
              </a:ext>
            </a:extLst>
          </p:cNvPr>
          <p:cNvSpPr/>
          <p:nvPr userDrawn="1"/>
        </p:nvSpPr>
        <p:spPr>
          <a:xfrm>
            <a:off x="2797158" y="1882972"/>
            <a:ext cx="792089"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105" name="그림 104">
            <a:extLst>
              <a:ext uri="{FF2B5EF4-FFF2-40B4-BE49-F238E27FC236}">
                <a16:creationId xmlns:a16="http://schemas.microsoft.com/office/drawing/2014/main" id="{2A42E2E6-A1C6-4312-9C90-ADEB3DACB9A2}"/>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3649700" y="1876013"/>
            <a:ext cx="146839" cy="146839"/>
          </a:xfrm>
          <a:prstGeom prst="rect">
            <a:avLst/>
          </a:prstGeom>
        </p:spPr>
      </p:pic>
      <p:sp>
        <p:nvSpPr>
          <p:cNvPr id="106" name="직사각형 105">
            <a:extLst>
              <a:ext uri="{FF2B5EF4-FFF2-40B4-BE49-F238E27FC236}">
                <a16:creationId xmlns:a16="http://schemas.microsoft.com/office/drawing/2014/main" id="{02C7CFDD-F22D-445C-82B5-D25EB4FFC46F}"/>
              </a:ext>
            </a:extLst>
          </p:cNvPr>
          <p:cNvSpPr/>
          <p:nvPr userDrawn="1"/>
        </p:nvSpPr>
        <p:spPr>
          <a:xfrm>
            <a:off x="3904470" y="1882972"/>
            <a:ext cx="654027"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시 선택▼</a:t>
            </a:r>
            <a:endParaRPr lang="en-US" altLang="ko-KR" sz="800" dirty="0">
              <a:solidFill>
                <a:schemeClr val="tx1">
                  <a:lumMod val="50000"/>
                  <a:lumOff val="50000"/>
                </a:schemeClr>
              </a:solidFill>
            </a:endParaRPr>
          </a:p>
        </p:txBody>
      </p:sp>
      <p:sp>
        <p:nvSpPr>
          <p:cNvPr id="107" name="TextBox 106">
            <a:extLst>
              <a:ext uri="{FF2B5EF4-FFF2-40B4-BE49-F238E27FC236}">
                <a16:creationId xmlns:a16="http://schemas.microsoft.com/office/drawing/2014/main" id="{D69657C2-D516-498C-B440-1FCF966AEAF7}"/>
              </a:ext>
            </a:extLst>
          </p:cNvPr>
          <p:cNvSpPr txBox="1"/>
          <p:nvPr userDrawn="1"/>
        </p:nvSpPr>
        <p:spPr>
          <a:xfrm>
            <a:off x="4534020" y="1826074"/>
            <a:ext cx="264816" cy="230832"/>
          </a:xfrm>
          <a:prstGeom prst="rect">
            <a:avLst/>
          </a:prstGeom>
          <a:noFill/>
        </p:spPr>
        <p:txBody>
          <a:bodyPr wrap="none" rtlCol="0">
            <a:spAutoFit/>
          </a:bodyPr>
          <a:lstStyle/>
          <a:p>
            <a:r>
              <a:rPr lang="en-US" altLang="ko-KR" sz="900" dirty="0"/>
              <a:t>~</a:t>
            </a:r>
            <a:endParaRPr lang="ko-KR" altLang="en-US" sz="900" dirty="0"/>
          </a:p>
        </p:txBody>
      </p:sp>
      <p:sp>
        <p:nvSpPr>
          <p:cNvPr id="108" name="직사각형 107">
            <a:extLst>
              <a:ext uri="{FF2B5EF4-FFF2-40B4-BE49-F238E27FC236}">
                <a16:creationId xmlns:a16="http://schemas.microsoft.com/office/drawing/2014/main" id="{0DD70FC8-D838-4CB1-B187-CB65C52CED4D}"/>
              </a:ext>
            </a:extLst>
          </p:cNvPr>
          <p:cNvSpPr/>
          <p:nvPr userDrawn="1"/>
        </p:nvSpPr>
        <p:spPr>
          <a:xfrm>
            <a:off x="4792002" y="1882972"/>
            <a:ext cx="792089"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109" name="그림 108">
            <a:extLst>
              <a:ext uri="{FF2B5EF4-FFF2-40B4-BE49-F238E27FC236}">
                <a16:creationId xmlns:a16="http://schemas.microsoft.com/office/drawing/2014/main" id="{E8B9C50B-3C3C-4B3D-B3FE-D1946B3F3FE5}"/>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5644544" y="1876013"/>
            <a:ext cx="146839" cy="146839"/>
          </a:xfrm>
          <a:prstGeom prst="rect">
            <a:avLst/>
          </a:prstGeom>
        </p:spPr>
      </p:pic>
      <p:sp>
        <p:nvSpPr>
          <p:cNvPr id="110" name="직사각형 109">
            <a:extLst>
              <a:ext uri="{FF2B5EF4-FFF2-40B4-BE49-F238E27FC236}">
                <a16:creationId xmlns:a16="http://schemas.microsoft.com/office/drawing/2014/main" id="{7F04F49C-266A-4828-967B-EFAA46140216}"/>
              </a:ext>
            </a:extLst>
          </p:cNvPr>
          <p:cNvSpPr/>
          <p:nvPr userDrawn="1"/>
        </p:nvSpPr>
        <p:spPr>
          <a:xfrm>
            <a:off x="5899314" y="1882972"/>
            <a:ext cx="654027"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시 선택▼</a:t>
            </a:r>
            <a:endParaRPr lang="en-US" altLang="ko-KR" sz="800" dirty="0">
              <a:solidFill>
                <a:schemeClr val="tx1">
                  <a:lumMod val="50000"/>
                  <a:lumOff val="50000"/>
                </a:schemeClr>
              </a:solidFill>
            </a:endParaRPr>
          </a:p>
        </p:txBody>
      </p:sp>
      <p:sp>
        <p:nvSpPr>
          <p:cNvPr id="111" name="직사각형 110">
            <a:extLst>
              <a:ext uri="{FF2B5EF4-FFF2-40B4-BE49-F238E27FC236}">
                <a16:creationId xmlns:a16="http://schemas.microsoft.com/office/drawing/2014/main" id="{53A1B390-BE2F-40B0-98B3-E94C93599DC0}"/>
              </a:ext>
            </a:extLst>
          </p:cNvPr>
          <p:cNvSpPr/>
          <p:nvPr userDrawn="1"/>
        </p:nvSpPr>
        <p:spPr>
          <a:xfrm>
            <a:off x="33614" y="40344"/>
            <a:ext cx="10070807" cy="6582336"/>
          </a:xfrm>
          <a:prstGeom prst="rect">
            <a:avLst/>
          </a:prstGeom>
          <a:solidFill>
            <a:srgbClr val="000000">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207171916"/>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22_사용자 지정 레이아웃">
    <p:spTree>
      <p:nvGrpSpPr>
        <p:cNvPr id="1" name=""/>
        <p:cNvGrpSpPr/>
        <p:nvPr/>
      </p:nvGrpSpPr>
      <p:grpSpPr>
        <a:xfrm>
          <a:off x="0" y="0"/>
          <a:ext cx="0" cy="0"/>
          <a:chOff x="0" y="0"/>
          <a:chExt cx="0" cy="0"/>
        </a:xfrm>
      </p:grpSpPr>
      <p:sp>
        <p:nvSpPr>
          <p:cNvPr id="2" name="제목 1">
            <a:extLst>
              <a:ext uri="{FF2B5EF4-FFF2-40B4-BE49-F238E27FC236}">
                <a16:creationId xmlns:a16="http://schemas.microsoft.com/office/drawing/2014/main" id="{59800761-6411-430D-85C6-6DB9324CB295}"/>
              </a:ext>
            </a:extLst>
          </p:cNvPr>
          <p:cNvSpPr>
            <a:spLocks noGrp="1"/>
          </p:cNvSpPr>
          <p:nvPr>
            <p:ph type="title"/>
          </p:nvPr>
        </p:nvSpPr>
        <p:spPr>
          <a:xfrm>
            <a:off x="838200" y="365125"/>
            <a:ext cx="10515600" cy="1325563"/>
          </a:xfrm>
          <a:prstGeom prst="rect">
            <a:avLst/>
          </a:prstGeom>
        </p:spPr>
        <p:txBody>
          <a:bodyPr/>
          <a:lstStyle/>
          <a:p>
            <a:r>
              <a:rPr lang="ko-KR" altLang="en-US"/>
              <a:t>마스터 제목 스타일 편집</a:t>
            </a:r>
          </a:p>
        </p:txBody>
      </p:sp>
    </p:spTree>
    <p:extLst>
      <p:ext uri="{BB962C8B-B14F-4D97-AF65-F5344CB8AC3E}">
        <p14:creationId xmlns:p14="http://schemas.microsoft.com/office/powerpoint/2010/main" val="174219184"/>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21_사용자 지정 레이아웃">
    <p:spTree>
      <p:nvGrpSpPr>
        <p:cNvPr id="1" name=""/>
        <p:cNvGrpSpPr/>
        <p:nvPr/>
      </p:nvGrpSpPr>
      <p:grpSpPr>
        <a:xfrm>
          <a:off x="0" y="0"/>
          <a:ext cx="0" cy="0"/>
          <a:chOff x="0" y="0"/>
          <a:chExt cx="0" cy="0"/>
        </a:xfrm>
      </p:grpSpPr>
      <p:sp>
        <p:nvSpPr>
          <p:cNvPr id="2" name="제목 1">
            <a:extLst>
              <a:ext uri="{FF2B5EF4-FFF2-40B4-BE49-F238E27FC236}">
                <a16:creationId xmlns:a16="http://schemas.microsoft.com/office/drawing/2014/main" id="{35BB4E49-C51E-42F5-863B-F4848D4112AF}"/>
              </a:ext>
            </a:extLst>
          </p:cNvPr>
          <p:cNvSpPr>
            <a:spLocks noGrp="1"/>
          </p:cNvSpPr>
          <p:nvPr>
            <p:ph type="title"/>
          </p:nvPr>
        </p:nvSpPr>
        <p:spPr>
          <a:xfrm>
            <a:off x="838200" y="365125"/>
            <a:ext cx="10515600" cy="1325563"/>
          </a:xfrm>
          <a:prstGeom prst="rect">
            <a:avLst/>
          </a:prstGeom>
        </p:spPr>
        <p:txBody>
          <a:bodyPr/>
          <a:lstStyle/>
          <a:p>
            <a:r>
              <a:rPr lang="ko-KR" altLang="en-US"/>
              <a:t>마스터 제목 스타일 편집</a:t>
            </a:r>
          </a:p>
        </p:txBody>
      </p:sp>
    </p:spTree>
    <p:extLst>
      <p:ext uri="{BB962C8B-B14F-4D97-AF65-F5344CB8AC3E}">
        <p14:creationId xmlns:p14="http://schemas.microsoft.com/office/powerpoint/2010/main" val="2088953596"/>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17_사용자 지정 레이아웃">
    <p:spTree>
      <p:nvGrpSpPr>
        <p:cNvPr id="1" name=""/>
        <p:cNvGrpSpPr/>
        <p:nvPr/>
      </p:nvGrpSpPr>
      <p:grpSpPr>
        <a:xfrm>
          <a:off x="0" y="0"/>
          <a:ext cx="0" cy="0"/>
          <a:chOff x="0" y="0"/>
          <a:chExt cx="0" cy="0"/>
        </a:xfrm>
      </p:grpSpPr>
      <p:sp>
        <p:nvSpPr>
          <p:cNvPr id="2" name="제목 1">
            <a:extLst>
              <a:ext uri="{FF2B5EF4-FFF2-40B4-BE49-F238E27FC236}">
                <a16:creationId xmlns:a16="http://schemas.microsoft.com/office/drawing/2014/main" id="{D58EF787-ACE8-4F21-B5E9-5977C9240BAE}"/>
              </a:ext>
            </a:extLst>
          </p:cNvPr>
          <p:cNvSpPr>
            <a:spLocks noGrp="1"/>
          </p:cNvSpPr>
          <p:nvPr>
            <p:ph type="title"/>
          </p:nvPr>
        </p:nvSpPr>
        <p:spPr>
          <a:xfrm>
            <a:off x="838200" y="365125"/>
            <a:ext cx="10515600" cy="1325563"/>
          </a:xfrm>
          <a:prstGeom prst="rect">
            <a:avLst/>
          </a:prstGeom>
        </p:spPr>
        <p:txBody>
          <a:bodyPr/>
          <a:lstStyle/>
          <a:p>
            <a:r>
              <a:rPr lang="ko-KR" altLang="en-US"/>
              <a:t>마스터 제목 스타일 편집</a:t>
            </a:r>
          </a:p>
        </p:txBody>
      </p:sp>
    </p:spTree>
    <p:extLst>
      <p:ext uri="{BB962C8B-B14F-4D97-AF65-F5344CB8AC3E}">
        <p14:creationId xmlns:p14="http://schemas.microsoft.com/office/powerpoint/2010/main" val="319397865"/>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26" Type="http://schemas.openxmlformats.org/officeDocument/2006/relationships/slideLayout" Target="../slideLayouts/slideLayout37.xml"/><Relationship Id="rId21" Type="http://schemas.openxmlformats.org/officeDocument/2006/relationships/slideLayout" Target="../slideLayouts/slideLayout32.xml"/><Relationship Id="rId42" Type="http://schemas.openxmlformats.org/officeDocument/2006/relationships/slideLayout" Target="../slideLayouts/slideLayout53.xml"/><Relationship Id="rId47" Type="http://schemas.openxmlformats.org/officeDocument/2006/relationships/slideLayout" Target="../slideLayouts/slideLayout58.xml"/><Relationship Id="rId63" Type="http://schemas.openxmlformats.org/officeDocument/2006/relationships/slideLayout" Target="../slideLayouts/slideLayout74.xml"/><Relationship Id="rId68" Type="http://schemas.openxmlformats.org/officeDocument/2006/relationships/slideLayout" Target="../slideLayouts/slideLayout79.xml"/><Relationship Id="rId16" Type="http://schemas.openxmlformats.org/officeDocument/2006/relationships/slideLayout" Target="../slideLayouts/slideLayout27.xml"/><Relationship Id="rId11" Type="http://schemas.openxmlformats.org/officeDocument/2006/relationships/slideLayout" Target="../slideLayouts/slideLayout22.xml"/><Relationship Id="rId24" Type="http://schemas.openxmlformats.org/officeDocument/2006/relationships/slideLayout" Target="../slideLayouts/slideLayout35.xml"/><Relationship Id="rId32" Type="http://schemas.openxmlformats.org/officeDocument/2006/relationships/slideLayout" Target="../slideLayouts/slideLayout43.xml"/><Relationship Id="rId37" Type="http://schemas.openxmlformats.org/officeDocument/2006/relationships/slideLayout" Target="../slideLayouts/slideLayout48.xml"/><Relationship Id="rId40" Type="http://schemas.openxmlformats.org/officeDocument/2006/relationships/slideLayout" Target="../slideLayouts/slideLayout51.xml"/><Relationship Id="rId45" Type="http://schemas.openxmlformats.org/officeDocument/2006/relationships/slideLayout" Target="../slideLayouts/slideLayout56.xml"/><Relationship Id="rId53" Type="http://schemas.openxmlformats.org/officeDocument/2006/relationships/slideLayout" Target="../slideLayouts/slideLayout64.xml"/><Relationship Id="rId58" Type="http://schemas.openxmlformats.org/officeDocument/2006/relationships/slideLayout" Target="../slideLayouts/slideLayout69.xml"/><Relationship Id="rId66" Type="http://schemas.openxmlformats.org/officeDocument/2006/relationships/slideLayout" Target="../slideLayouts/slideLayout77.xml"/><Relationship Id="rId74" Type="http://schemas.openxmlformats.org/officeDocument/2006/relationships/slideLayout" Target="../slideLayouts/slideLayout85.xml"/><Relationship Id="rId5" Type="http://schemas.openxmlformats.org/officeDocument/2006/relationships/slideLayout" Target="../slideLayouts/slideLayout16.xml"/><Relationship Id="rId61" Type="http://schemas.openxmlformats.org/officeDocument/2006/relationships/slideLayout" Target="../slideLayouts/slideLayout72.xml"/><Relationship Id="rId19" Type="http://schemas.openxmlformats.org/officeDocument/2006/relationships/slideLayout" Target="../slideLayouts/slideLayout30.xml"/><Relationship Id="rId14" Type="http://schemas.openxmlformats.org/officeDocument/2006/relationships/slideLayout" Target="../slideLayouts/slideLayout25.xml"/><Relationship Id="rId22" Type="http://schemas.openxmlformats.org/officeDocument/2006/relationships/slideLayout" Target="../slideLayouts/slideLayout33.xml"/><Relationship Id="rId27" Type="http://schemas.openxmlformats.org/officeDocument/2006/relationships/slideLayout" Target="../slideLayouts/slideLayout38.xml"/><Relationship Id="rId30" Type="http://schemas.openxmlformats.org/officeDocument/2006/relationships/slideLayout" Target="../slideLayouts/slideLayout41.xml"/><Relationship Id="rId35" Type="http://schemas.openxmlformats.org/officeDocument/2006/relationships/slideLayout" Target="../slideLayouts/slideLayout46.xml"/><Relationship Id="rId43" Type="http://schemas.openxmlformats.org/officeDocument/2006/relationships/slideLayout" Target="../slideLayouts/slideLayout54.xml"/><Relationship Id="rId48" Type="http://schemas.openxmlformats.org/officeDocument/2006/relationships/slideLayout" Target="../slideLayouts/slideLayout59.xml"/><Relationship Id="rId56" Type="http://schemas.openxmlformats.org/officeDocument/2006/relationships/slideLayout" Target="../slideLayouts/slideLayout67.xml"/><Relationship Id="rId64" Type="http://schemas.openxmlformats.org/officeDocument/2006/relationships/slideLayout" Target="../slideLayouts/slideLayout75.xml"/><Relationship Id="rId69" Type="http://schemas.openxmlformats.org/officeDocument/2006/relationships/slideLayout" Target="../slideLayouts/slideLayout80.xml"/><Relationship Id="rId77" Type="http://schemas.openxmlformats.org/officeDocument/2006/relationships/theme" Target="../theme/theme2.xml"/><Relationship Id="rId8" Type="http://schemas.openxmlformats.org/officeDocument/2006/relationships/slideLayout" Target="../slideLayouts/slideLayout19.xml"/><Relationship Id="rId51" Type="http://schemas.openxmlformats.org/officeDocument/2006/relationships/slideLayout" Target="../slideLayouts/slideLayout62.xml"/><Relationship Id="rId72" Type="http://schemas.openxmlformats.org/officeDocument/2006/relationships/slideLayout" Target="../slideLayouts/slideLayout83.xml"/><Relationship Id="rId3" Type="http://schemas.openxmlformats.org/officeDocument/2006/relationships/slideLayout" Target="../slideLayouts/slideLayout14.xml"/><Relationship Id="rId12" Type="http://schemas.openxmlformats.org/officeDocument/2006/relationships/slideLayout" Target="../slideLayouts/slideLayout23.xml"/><Relationship Id="rId17" Type="http://schemas.openxmlformats.org/officeDocument/2006/relationships/slideLayout" Target="../slideLayouts/slideLayout28.xml"/><Relationship Id="rId25" Type="http://schemas.openxmlformats.org/officeDocument/2006/relationships/slideLayout" Target="../slideLayouts/slideLayout36.xml"/><Relationship Id="rId33" Type="http://schemas.openxmlformats.org/officeDocument/2006/relationships/slideLayout" Target="../slideLayouts/slideLayout44.xml"/><Relationship Id="rId38" Type="http://schemas.openxmlformats.org/officeDocument/2006/relationships/slideLayout" Target="../slideLayouts/slideLayout49.xml"/><Relationship Id="rId46" Type="http://schemas.openxmlformats.org/officeDocument/2006/relationships/slideLayout" Target="../slideLayouts/slideLayout57.xml"/><Relationship Id="rId59" Type="http://schemas.openxmlformats.org/officeDocument/2006/relationships/slideLayout" Target="../slideLayouts/slideLayout70.xml"/><Relationship Id="rId67" Type="http://schemas.openxmlformats.org/officeDocument/2006/relationships/slideLayout" Target="../slideLayouts/slideLayout78.xml"/><Relationship Id="rId20" Type="http://schemas.openxmlformats.org/officeDocument/2006/relationships/slideLayout" Target="../slideLayouts/slideLayout31.xml"/><Relationship Id="rId41" Type="http://schemas.openxmlformats.org/officeDocument/2006/relationships/slideLayout" Target="../slideLayouts/slideLayout52.xml"/><Relationship Id="rId54" Type="http://schemas.openxmlformats.org/officeDocument/2006/relationships/slideLayout" Target="../slideLayouts/slideLayout65.xml"/><Relationship Id="rId62" Type="http://schemas.openxmlformats.org/officeDocument/2006/relationships/slideLayout" Target="../slideLayouts/slideLayout73.xml"/><Relationship Id="rId70" Type="http://schemas.openxmlformats.org/officeDocument/2006/relationships/slideLayout" Target="../slideLayouts/slideLayout81.xml"/><Relationship Id="rId75" Type="http://schemas.openxmlformats.org/officeDocument/2006/relationships/slideLayout" Target="../slideLayouts/slideLayout86.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5" Type="http://schemas.openxmlformats.org/officeDocument/2006/relationships/slideLayout" Target="../slideLayouts/slideLayout26.xml"/><Relationship Id="rId23" Type="http://schemas.openxmlformats.org/officeDocument/2006/relationships/slideLayout" Target="../slideLayouts/slideLayout34.xml"/><Relationship Id="rId28" Type="http://schemas.openxmlformats.org/officeDocument/2006/relationships/slideLayout" Target="../slideLayouts/slideLayout39.xml"/><Relationship Id="rId36" Type="http://schemas.openxmlformats.org/officeDocument/2006/relationships/slideLayout" Target="../slideLayouts/slideLayout47.xml"/><Relationship Id="rId49" Type="http://schemas.openxmlformats.org/officeDocument/2006/relationships/slideLayout" Target="../slideLayouts/slideLayout60.xml"/><Relationship Id="rId57" Type="http://schemas.openxmlformats.org/officeDocument/2006/relationships/slideLayout" Target="../slideLayouts/slideLayout68.xml"/><Relationship Id="rId10" Type="http://schemas.openxmlformats.org/officeDocument/2006/relationships/slideLayout" Target="../slideLayouts/slideLayout21.xml"/><Relationship Id="rId31" Type="http://schemas.openxmlformats.org/officeDocument/2006/relationships/slideLayout" Target="../slideLayouts/slideLayout42.xml"/><Relationship Id="rId44" Type="http://schemas.openxmlformats.org/officeDocument/2006/relationships/slideLayout" Target="../slideLayouts/slideLayout55.xml"/><Relationship Id="rId52" Type="http://schemas.openxmlformats.org/officeDocument/2006/relationships/slideLayout" Target="../slideLayouts/slideLayout63.xml"/><Relationship Id="rId60" Type="http://schemas.openxmlformats.org/officeDocument/2006/relationships/slideLayout" Target="../slideLayouts/slideLayout71.xml"/><Relationship Id="rId65" Type="http://schemas.openxmlformats.org/officeDocument/2006/relationships/slideLayout" Target="../slideLayouts/slideLayout76.xml"/><Relationship Id="rId73" Type="http://schemas.openxmlformats.org/officeDocument/2006/relationships/slideLayout" Target="../slideLayouts/slideLayout84.xml"/><Relationship Id="rId78" Type="http://schemas.openxmlformats.org/officeDocument/2006/relationships/image" Target="../media/image2.png"/><Relationship Id="rId4" Type="http://schemas.openxmlformats.org/officeDocument/2006/relationships/slideLayout" Target="../slideLayouts/slideLayout15.xml"/><Relationship Id="rId9" Type="http://schemas.openxmlformats.org/officeDocument/2006/relationships/slideLayout" Target="../slideLayouts/slideLayout20.xml"/><Relationship Id="rId13" Type="http://schemas.openxmlformats.org/officeDocument/2006/relationships/slideLayout" Target="../slideLayouts/slideLayout24.xml"/><Relationship Id="rId18" Type="http://schemas.openxmlformats.org/officeDocument/2006/relationships/slideLayout" Target="../slideLayouts/slideLayout29.xml"/><Relationship Id="rId39" Type="http://schemas.openxmlformats.org/officeDocument/2006/relationships/slideLayout" Target="../slideLayouts/slideLayout50.xml"/><Relationship Id="rId34" Type="http://schemas.openxmlformats.org/officeDocument/2006/relationships/slideLayout" Target="../slideLayouts/slideLayout45.xml"/><Relationship Id="rId50" Type="http://schemas.openxmlformats.org/officeDocument/2006/relationships/slideLayout" Target="../slideLayouts/slideLayout61.xml"/><Relationship Id="rId55" Type="http://schemas.openxmlformats.org/officeDocument/2006/relationships/slideLayout" Target="../slideLayouts/slideLayout66.xml"/><Relationship Id="rId76" Type="http://schemas.openxmlformats.org/officeDocument/2006/relationships/slideLayout" Target="../slideLayouts/slideLayout87.xml"/><Relationship Id="rId7" Type="http://schemas.openxmlformats.org/officeDocument/2006/relationships/slideLayout" Target="../slideLayouts/slideLayout18.xml"/><Relationship Id="rId71" Type="http://schemas.openxmlformats.org/officeDocument/2006/relationships/slideLayout" Target="../slideLayouts/slideLayout82.xml"/><Relationship Id="rId2" Type="http://schemas.openxmlformats.org/officeDocument/2006/relationships/slideLayout" Target="../slideLayouts/slideLayout13.xml"/><Relationship Id="rId29" Type="http://schemas.openxmlformats.org/officeDocument/2006/relationships/slideLayout" Target="../slideLayouts/slideLayout40.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25406674"/>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3" r:id="rId4"/>
    <p:sldLayoutId id="2147483741" r:id="rId5"/>
    <p:sldLayoutId id="2147483742" r:id="rId6"/>
    <p:sldLayoutId id="2147483743" r:id="rId7"/>
    <p:sldLayoutId id="2147483744" r:id="rId8"/>
    <p:sldLayoutId id="2147483748" r:id="rId9"/>
    <p:sldLayoutId id="2147483766" r:id="rId10"/>
    <p:sldLayoutId id="2147483651" r:id="rId11"/>
  </p:sldLayoutIdLst>
  <p:txStyles>
    <p:titleStyle>
      <a:lvl1pPr algn="l" defTabSz="914400" rtl="0" eaLnBrk="1" latinLnBrk="1"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1"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1"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1"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cxnSp>
        <p:nvCxnSpPr>
          <p:cNvPr id="7" name="직선 연결선 6">
            <a:extLst>
              <a:ext uri="{FF2B5EF4-FFF2-40B4-BE49-F238E27FC236}">
                <a16:creationId xmlns:a16="http://schemas.microsoft.com/office/drawing/2014/main" id="{875E5D52-1313-89F8-4617-49CFDB0E4FE6}"/>
              </a:ext>
            </a:extLst>
          </p:cNvPr>
          <p:cNvCxnSpPr>
            <a:cxnSpLocks/>
          </p:cNvCxnSpPr>
          <p:nvPr userDrawn="1"/>
        </p:nvCxnSpPr>
        <p:spPr>
          <a:xfrm>
            <a:off x="-5644" y="6649155"/>
            <a:ext cx="12192000" cy="0"/>
          </a:xfrm>
          <a:prstGeom prst="line">
            <a:avLst/>
          </a:prstGeom>
          <a:ln w="3175">
            <a:solidFill>
              <a:schemeClr val="bg1">
                <a:lumMod val="75000"/>
              </a:schemeClr>
            </a:solidFill>
          </a:ln>
        </p:spPr>
        <p:style>
          <a:lnRef idx="1">
            <a:schemeClr val="dk1"/>
          </a:lnRef>
          <a:fillRef idx="0">
            <a:schemeClr val="dk1"/>
          </a:fillRef>
          <a:effectRef idx="0">
            <a:schemeClr val="dk1"/>
          </a:effectRef>
          <a:fontRef idx="minor">
            <a:schemeClr val="tx1"/>
          </a:fontRef>
        </p:style>
      </p:cxnSp>
      <p:sp>
        <p:nvSpPr>
          <p:cNvPr id="9" name="TextBox 8">
            <a:extLst>
              <a:ext uri="{FF2B5EF4-FFF2-40B4-BE49-F238E27FC236}">
                <a16:creationId xmlns:a16="http://schemas.microsoft.com/office/drawing/2014/main" id="{E1F1DAB9-60A5-DA47-1439-A51354E21981}"/>
              </a:ext>
            </a:extLst>
          </p:cNvPr>
          <p:cNvSpPr txBox="1"/>
          <p:nvPr userDrawn="1"/>
        </p:nvSpPr>
        <p:spPr>
          <a:xfrm>
            <a:off x="10368507" y="6642894"/>
            <a:ext cx="1280152" cy="215444"/>
          </a:xfrm>
          <a:prstGeom prst="rect">
            <a:avLst/>
          </a:prstGeom>
          <a:noFill/>
        </p:spPr>
        <p:txBody>
          <a:bodyPr wrap="square" rtlCol="0">
            <a:spAutoFit/>
          </a:bodyPr>
          <a:lstStyle/>
          <a:p>
            <a:r>
              <a:rPr lang="en-US" altLang="ko-KR" sz="800" b="1" dirty="0">
                <a:solidFill>
                  <a:schemeClr val="bg1">
                    <a:lumMod val="65000"/>
                  </a:schemeClr>
                </a:solidFill>
              </a:rPr>
              <a:t>Me9 Market</a:t>
            </a:r>
            <a:r>
              <a:rPr lang="ko-KR" altLang="en-US" sz="800" b="1" dirty="0">
                <a:solidFill>
                  <a:schemeClr val="bg1">
                    <a:lumMod val="65000"/>
                  </a:schemeClr>
                </a:solidFill>
              </a:rPr>
              <a:t> </a:t>
            </a:r>
            <a:r>
              <a:rPr lang="en-US" altLang="ko-KR" sz="800" b="1" dirty="0">
                <a:solidFill>
                  <a:schemeClr val="bg1">
                    <a:lumMod val="65000"/>
                  </a:schemeClr>
                </a:solidFill>
              </a:rPr>
              <a:t>Project</a:t>
            </a:r>
            <a:endParaRPr lang="ko-KR" altLang="en-US" sz="800" b="1" dirty="0">
              <a:solidFill>
                <a:schemeClr val="bg1">
                  <a:lumMod val="65000"/>
                </a:schemeClr>
              </a:solidFill>
            </a:endParaRPr>
          </a:p>
        </p:txBody>
      </p:sp>
      <p:cxnSp>
        <p:nvCxnSpPr>
          <p:cNvPr id="10" name="직선 연결선 9">
            <a:extLst>
              <a:ext uri="{FF2B5EF4-FFF2-40B4-BE49-F238E27FC236}">
                <a16:creationId xmlns:a16="http://schemas.microsoft.com/office/drawing/2014/main" id="{D93745FB-6A70-E72C-2E5C-BB0C748F796E}"/>
              </a:ext>
            </a:extLst>
          </p:cNvPr>
          <p:cNvCxnSpPr>
            <a:cxnSpLocks/>
          </p:cNvCxnSpPr>
          <p:nvPr userDrawn="1"/>
        </p:nvCxnSpPr>
        <p:spPr>
          <a:xfrm>
            <a:off x="11723601" y="6675842"/>
            <a:ext cx="0" cy="158348"/>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pic>
        <p:nvPicPr>
          <p:cNvPr id="6" name="그림 5">
            <a:extLst>
              <a:ext uri="{FF2B5EF4-FFF2-40B4-BE49-F238E27FC236}">
                <a16:creationId xmlns:a16="http://schemas.microsoft.com/office/drawing/2014/main" id="{1D544D1C-F587-4219-A866-8D7F646D58F5}"/>
              </a:ext>
            </a:extLst>
          </p:cNvPr>
          <p:cNvPicPr>
            <a:picLocks noChangeAspect="1"/>
          </p:cNvPicPr>
          <p:nvPr userDrawn="1"/>
        </p:nvPicPr>
        <p:blipFill>
          <a:blip r:embed="rId78"/>
          <a:stretch>
            <a:fillRect/>
          </a:stretch>
        </p:blipFill>
        <p:spPr>
          <a:xfrm>
            <a:off x="132520" y="6685684"/>
            <a:ext cx="506688" cy="136125"/>
          </a:xfrm>
          <a:prstGeom prst="rect">
            <a:avLst/>
          </a:prstGeom>
        </p:spPr>
      </p:pic>
    </p:spTree>
    <p:extLst>
      <p:ext uri="{BB962C8B-B14F-4D97-AF65-F5344CB8AC3E}">
        <p14:creationId xmlns:p14="http://schemas.microsoft.com/office/powerpoint/2010/main" val="892588193"/>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89" r:id="rId3"/>
    <p:sldLayoutId id="2147483690" r:id="rId4"/>
    <p:sldLayoutId id="2147483691" r:id="rId5"/>
    <p:sldLayoutId id="2147483727" r:id="rId6"/>
    <p:sldLayoutId id="2147483692" r:id="rId7"/>
    <p:sldLayoutId id="2147483693" r:id="rId8"/>
    <p:sldLayoutId id="2147483694" r:id="rId9"/>
    <p:sldLayoutId id="2147483695" r:id="rId10"/>
    <p:sldLayoutId id="2147483698" r:id="rId11"/>
    <p:sldLayoutId id="2147483699" r:id="rId12"/>
    <p:sldLayoutId id="2147483758" r:id="rId13"/>
    <p:sldLayoutId id="2147483747" r:id="rId14"/>
    <p:sldLayoutId id="2147483764" r:id="rId15"/>
    <p:sldLayoutId id="2147483760" r:id="rId16"/>
    <p:sldLayoutId id="2147483761" r:id="rId17"/>
    <p:sldLayoutId id="2147483759" r:id="rId18"/>
    <p:sldLayoutId id="2147483762" r:id="rId19"/>
    <p:sldLayoutId id="2147483746" r:id="rId20"/>
    <p:sldLayoutId id="2147483696" r:id="rId21"/>
    <p:sldLayoutId id="2147483697" r:id="rId22"/>
    <p:sldLayoutId id="2147483763" r:id="rId23"/>
    <p:sldLayoutId id="2147483702" r:id="rId24"/>
    <p:sldLayoutId id="2147483729" r:id="rId25"/>
    <p:sldLayoutId id="2147483730" r:id="rId26"/>
    <p:sldLayoutId id="2147483735" r:id="rId27"/>
    <p:sldLayoutId id="2147483731" r:id="rId28"/>
    <p:sldLayoutId id="2147483700" r:id="rId29"/>
    <p:sldLayoutId id="2147483703" r:id="rId30"/>
    <p:sldLayoutId id="2147483708" r:id="rId31"/>
    <p:sldLayoutId id="2147483736" r:id="rId32"/>
    <p:sldLayoutId id="2147483737" r:id="rId33"/>
    <p:sldLayoutId id="2147483738" r:id="rId34"/>
    <p:sldLayoutId id="2147483739" r:id="rId35"/>
    <p:sldLayoutId id="2147483740" r:id="rId36"/>
    <p:sldLayoutId id="2147483704" r:id="rId37"/>
    <p:sldLayoutId id="2147483701" r:id="rId38"/>
    <p:sldLayoutId id="2147483705" r:id="rId39"/>
    <p:sldLayoutId id="2147483765" r:id="rId40"/>
    <p:sldLayoutId id="2147483706" r:id="rId41"/>
    <p:sldLayoutId id="2147483769" r:id="rId42"/>
    <p:sldLayoutId id="2147483707" r:id="rId43"/>
    <p:sldLayoutId id="2147483709" r:id="rId44"/>
    <p:sldLayoutId id="2147483728" r:id="rId45"/>
    <p:sldLayoutId id="2147483710" r:id="rId46"/>
    <p:sldLayoutId id="2147483711" r:id="rId47"/>
    <p:sldLayoutId id="2147483712" r:id="rId48"/>
    <p:sldLayoutId id="2147483713" r:id="rId49"/>
    <p:sldLayoutId id="2147483714" r:id="rId50"/>
    <p:sldLayoutId id="2147483726" r:id="rId51"/>
    <p:sldLayoutId id="2147483725" r:id="rId52"/>
    <p:sldLayoutId id="2147483767" r:id="rId53"/>
    <p:sldLayoutId id="2147483768" r:id="rId54"/>
    <p:sldLayoutId id="2147483715" r:id="rId55"/>
    <p:sldLayoutId id="2147483716" r:id="rId56"/>
    <p:sldLayoutId id="2147483717" r:id="rId57"/>
    <p:sldLayoutId id="2147483718" r:id="rId58"/>
    <p:sldLayoutId id="2147483719" r:id="rId59"/>
    <p:sldLayoutId id="2147483720" r:id="rId60"/>
    <p:sldLayoutId id="2147483721" r:id="rId61"/>
    <p:sldLayoutId id="2147483722" r:id="rId62"/>
    <p:sldLayoutId id="2147483723" r:id="rId63"/>
    <p:sldLayoutId id="2147483724" r:id="rId64"/>
    <p:sldLayoutId id="2147483733" r:id="rId65"/>
    <p:sldLayoutId id="2147483734" r:id="rId66"/>
    <p:sldLayoutId id="2147483745" r:id="rId67"/>
    <p:sldLayoutId id="2147483749" r:id="rId68"/>
    <p:sldLayoutId id="2147483750" r:id="rId69"/>
    <p:sldLayoutId id="2147483753" r:id="rId70"/>
    <p:sldLayoutId id="2147483751" r:id="rId71"/>
    <p:sldLayoutId id="2147483755" r:id="rId72"/>
    <p:sldLayoutId id="2147483754" r:id="rId73"/>
    <p:sldLayoutId id="2147483757" r:id="rId74"/>
    <p:sldLayoutId id="2147483756" r:id="rId75"/>
    <p:sldLayoutId id="2147483752" r:id="rId76"/>
  </p:sldLayoutIdLst>
  <p:txStyles>
    <p:titleStyle>
      <a:lvl1pPr algn="l" defTabSz="914400" rtl="0" eaLnBrk="1" latinLnBrk="1"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1"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1"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1"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7.xml.rels><?xml version="1.0" encoding="UTF-8" standalone="yes"?>
<Relationships xmlns="http://schemas.openxmlformats.org/package/2006/relationships"><Relationship Id="rId3" Type="http://schemas.openxmlformats.org/officeDocument/2006/relationships/hyperlink" Target="https://www.piocomm.com/" TargetMode="External"/><Relationship Id="rId2" Type="http://schemas.openxmlformats.org/officeDocument/2006/relationships/hyperlink" Target="https://www.setaprint.ch/en" TargetMode="External"/><Relationship Id="rId1" Type="http://schemas.openxmlformats.org/officeDocument/2006/relationships/slideLayout" Target="../slideLayouts/slideLayout15.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5.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28.png"/><Relationship Id="rId1" Type="http://schemas.openxmlformats.org/officeDocument/2006/relationships/slideLayout" Target="../slideLayouts/slideLayout16.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17.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28.png"/><Relationship Id="rId1" Type="http://schemas.openxmlformats.org/officeDocument/2006/relationships/slideLayout" Target="../slideLayouts/slideLayout16.xml"/></Relationships>
</file>

<file path=ppt/slides/_rels/slide18.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image" Target="../media/image22.jpeg"/><Relationship Id="rId1" Type="http://schemas.openxmlformats.org/officeDocument/2006/relationships/slideLayout" Target="../slideLayouts/slideLayout16.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21.xml.rels><?xml version="1.0" encoding="UTF-8" standalone="yes"?>
<Relationships xmlns="http://schemas.openxmlformats.org/package/2006/relationships"><Relationship Id="rId2" Type="http://schemas.openxmlformats.org/officeDocument/2006/relationships/hyperlink" Target="mailto:test1234@naver.com" TargetMode="External"/><Relationship Id="rId1" Type="http://schemas.openxmlformats.org/officeDocument/2006/relationships/slideLayout" Target="../slideLayouts/slideLayout17.xml"/></Relationships>
</file>

<file path=ppt/slides/_rels/slide22.xml.rels><?xml version="1.0" encoding="UTF-8" standalone="yes"?>
<Relationships xmlns="http://schemas.openxmlformats.org/package/2006/relationships"><Relationship Id="rId2" Type="http://schemas.openxmlformats.org/officeDocument/2006/relationships/hyperlink" Target="mailto:test1234@naver.com" TargetMode="External"/><Relationship Id="rId1" Type="http://schemas.openxmlformats.org/officeDocument/2006/relationships/slideLayout" Target="../slideLayouts/slideLayout17.xml"/></Relationships>
</file>

<file path=ppt/slides/_rels/slide23.xml.rels><?xml version="1.0" encoding="UTF-8" standalone="yes"?>
<Relationships xmlns="http://schemas.openxmlformats.org/package/2006/relationships"><Relationship Id="rId2" Type="http://schemas.openxmlformats.org/officeDocument/2006/relationships/hyperlink" Target="mailto:test1234@naver.com" TargetMode="External"/><Relationship Id="rId1" Type="http://schemas.openxmlformats.org/officeDocument/2006/relationships/slideLayout" Target="../slideLayouts/slideLayout17.xml"/></Relationships>
</file>

<file path=ppt/slides/_rels/slide24.xml.rels><?xml version="1.0" encoding="UTF-8" standalone="yes"?>
<Relationships xmlns="http://schemas.openxmlformats.org/package/2006/relationships"><Relationship Id="rId2" Type="http://schemas.openxmlformats.org/officeDocument/2006/relationships/hyperlink" Target="mailto:test1234@naver.com" TargetMode="External"/><Relationship Id="rId1" Type="http://schemas.openxmlformats.org/officeDocument/2006/relationships/slideLayout" Target="../slideLayouts/slideLayout17.xml"/></Relationships>
</file>

<file path=ppt/slides/_rels/slide25.xml.rels><?xml version="1.0" encoding="UTF-8" standalone="yes"?>
<Relationships xmlns="http://schemas.openxmlformats.org/package/2006/relationships"><Relationship Id="rId2" Type="http://schemas.openxmlformats.org/officeDocument/2006/relationships/hyperlink" Target="mailto:test1234@naver.com" TargetMode="External"/><Relationship Id="rId1" Type="http://schemas.openxmlformats.org/officeDocument/2006/relationships/slideLayout" Target="../slideLayouts/slideLayout17.xml"/></Relationships>
</file>

<file path=ppt/slides/_rels/slide26.xml.rels><?xml version="1.0" encoding="UTF-8" standalone="yes"?>
<Relationships xmlns="http://schemas.openxmlformats.org/package/2006/relationships"><Relationship Id="rId2" Type="http://schemas.openxmlformats.org/officeDocument/2006/relationships/hyperlink" Target="mailto:test1234@naver.com" TargetMode="External"/><Relationship Id="rId1" Type="http://schemas.openxmlformats.org/officeDocument/2006/relationships/slideLayout" Target="../slideLayouts/slideLayout17.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31.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Layout" Target="../slideLayouts/slideLayout19.xml"/></Relationships>
</file>

<file path=ppt/slides/_rels/slide32.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Layout" Target="../slideLayouts/slideLayout19.xml"/></Relationships>
</file>

<file path=ppt/slides/_rels/slide33.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Layout" Target="../slideLayouts/slideLayout19.xml"/></Relationships>
</file>

<file path=ppt/slides/_rels/slide34.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Layout" Target="../slideLayouts/slideLayout19.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38.xml.rels><?xml version="1.0" encoding="UTF-8" standalone="yes"?>
<Relationships xmlns="http://schemas.openxmlformats.org/package/2006/relationships"><Relationship Id="rId3" Type="http://schemas.openxmlformats.org/officeDocument/2006/relationships/image" Target="../media/image22.jpeg"/><Relationship Id="rId2" Type="http://schemas.openxmlformats.org/officeDocument/2006/relationships/notesSlide" Target="../notesSlides/notesSlide1.xml"/><Relationship Id="rId1" Type="http://schemas.openxmlformats.org/officeDocument/2006/relationships/slideLayout" Target="../slideLayouts/slideLayout23.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42.xml.rels><?xml version="1.0" encoding="UTF-8" standalone="yes"?>
<Relationships xmlns="http://schemas.openxmlformats.org/package/2006/relationships"><Relationship Id="rId3" Type="http://schemas.openxmlformats.org/officeDocument/2006/relationships/slideLayout" Target="../slideLayouts/slideLayout25.xml"/><Relationship Id="rId2" Type="http://schemas.openxmlformats.org/officeDocument/2006/relationships/tags" Target="../tags/tag2.xml"/><Relationship Id="rId1" Type="http://schemas.openxmlformats.org/officeDocument/2006/relationships/tags" Target="../tags/tag1.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44.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Layout" Target="../slideLayouts/slideLayout25.xml"/></Relationships>
</file>

<file path=ppt/slides/_rels/slide45.xml.rels><?xml version="1.0" encoding="UTF-8" standalone="yes"?>
<Relationships xmlns="http://schemas.openxmlformats.org/package/2006/relationships"><Relationship Id="rId3" Type="http://schemas.openxmlformats.org/officeDocument/2006/relationships/slideLayout" Target="../slideLayouts/slideLayout25.xml"/><Relationship Id="rId2" Type="http://schemas.openxmlformats.org/officeDocument/2006/relationships/tags" Target="../tags/tag4.xml"/><Relationship Id="rId1" Type="http://schemas.openxmlformats.org/officeDocument/2006/relationships/tags" Target="../tags/tag3.xml"/><Relationship Id="rId4" Type="http://schemas.openxmlformats.org/officeDocument/2006/relationships/image" Target="../media/image22.jpeg"/></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4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21.png"/><Relationship Id="rId1" Type="http://schemas.openxmlformats.org/officeDocument/2006/relationships/slideLayout" Target="../slideLayouts/slideLayout25.xml"/></Relationships>
</file>

<file path=ppt/slides/_rels/slide48.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21.png"/><Relationship Id="rId1" Type="http://schemas.openxmlformats.org/officeDocument/2006/relationships/slideLayout" Target="../slideLayouts/slideLayout25.xml"/></Relationships>
</file>

<file path=ppt/slides/_rels/slide49.xml.rels><?xml version="1.0" encoding="UTF-8" standalone="yes"?>
<Relationships xmlns="http://schemas.openxmlformats.org/package/2006/relationships"><Relationship Id="rId3" Type="http://schemas.openxmlformats.org/officeDocument/2006/relationships/slideLayout" Target="../slideLayouts/slideLayout26.xml"/><Relationship Id="rId2" Type="http://schemas.openxmlformats.org/officeDocument/2006/relationships/tags" Target="../tags/tag6.xml"/><Relationship Id="rId1" Type="http://schemas.openxmlformats.org/officeDocument/2006/relationships/tags" Target="../tags/tag5.xml"/><Relationship Id="rId4" Type="http://schemas.openxmlformats.org/officeDocument/2006/relationships/image" Target="../media/image21.png"/></Relationships>
</file>

<file path=ppt/slides/_rels/slide50.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21.png"/><Relationship Id="rId1" Type="http://schemas.openxmlformats.org/officeDocument/2006/relationships/slideLayout" Target="../slideLayouts/slideLayout26.xml"/></Relationships>
</file>

<file path=ppt/slides/_rels/slide51.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image" Target="../media/image21.png"/><Relationship Id="rId1" Type="http://schemas.openxmlformats.org/officeDocument/2006/relationships/slideLayout" Target="../slideLayouts/slideLayout26.xml"/></Relationships>
</file>

<file path=ppt/slides/_rels/slide52.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21.png"/><Relationship Id="rId1" Type="http://schemas.openxmlformats.org/officeDocument/2006/relationships/slideLayout" Target="../slideLayouts/slideLayout25.xml"/></Relationships>
</file>

<file path=ppt/slides/_rels/slide53.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21.png"/><Relationship Id="rId1" Type="http://schemas.openxmlformats.org/officeDocument/2006/relationships/slideLayout" Target="../slideLayouts/slideLayout25.xml"/></Relationships>
</file>

<file path=ppt/slides/_rels/slide54.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Layout" Target="../slideLayouts/slideLayout25.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27.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30.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png"/><Relationship Id="rId1" Type="http://schemas.openxmlformats.org/officeDocument/2006/relationships/slideLayout" Target="../slideLayouts/slideLayout13.xml"/><Relationship Id="rId4" Type="http://schemas.openxmlformats.org/officeDocument/2006/relationships/image" Target="../media/image7.png"/></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2.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Layout" Target="../slideLayouts/slideLayout34.xml"/></Relationships>
</file>

<file path=ppt/slides/_rels/slide73.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Layout" Target="../slideLayouts/slideLayout34.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50.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50.xml"/></Relationships>
</file>

<file path=ppt/slides/_rels/slide77.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Layout" Target="../slideLayouts/slideLayout50.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79.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Layout" Target="../slideLayouts/slideLayout52.xml"/></Relationships>
</file>

<file path=ppt/slides/_rels/slide80.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Layout" Target="../slideLayouts/slideLayout52.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53.xml"/></Relationships>
</file>

<file path=ppt/slides/_rels/slide82.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5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52.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52.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52.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52.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52.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52.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54.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55.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56.xml"/></Relationships>
</file>

<file path=ppt/slides/_rels/slide94.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Layout" Target="../slideLayouts/slideLayout55.xml"/></Relationships>
</file>

<file path=ppt/slides/_rels/slide95.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3.xml"/><Relationship Id="rId1" Type="http://schemas.openxmlformats.org/officeDocument/2006/relationships/slideLayout" Target="../slideLayouts/slideLayout55.xml"/></Relationships>
</file>

<file path=ppt/slides/_rels/slide96.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Layout" Target="../slideLayouts/slideLayout55.xml"/></Relationships>
</file>

<file path=ppt/slides/_rels/slide97.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4.xml"/><Relationship Id="rId1" Type="http://schemas.openxmlformats.org/officeDocument/2006/relationships/slideLayout" Target="../slideLayouts/slideLayout55.xml"/></Relationships>
</file>

<file path=ppt/slides/_rels/slide98.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Layout" Target="../slideLayouts/slideLayout55.xml"/></Relationships>
</file>

<file path=ppt/slides/_rels/slide99.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Layout" Target="../slideLayouts/slideLayout55.xml"/></Relationships>
</file>

<file path=ppt/slides/_rels/slide100.xml.rels><?xml version="1.0" encoding="UTF-8" standalone="yes"?>
<Relationships xmlns="http://schemas.openxmlformats.org/package/2006/relationships"><Relationship Id="rId3" Type="http://schemas.openxmlformats.org/officeDocument/2006/relationships/image" Target="NULL"/><Relationship Id="rId2" Type="http://schemas.openxmlformats.org/officeDocument/2006/relationships/notesSlide" Target="../notesSlides/notesSlide5.xml"/><Relationship Id="rId1" Type="http://schemas.openxmlformats.org/officeDocument/2006/relationships/slideLayout" Target="../slideLayouts/slideLayout55.xml"/></Relationships>
</file>

<file path=ppt/slides/_rels/slide101.xml.rels><?xml version="1.0" encoding="UTF-8" standalone="yes"?>
<Relationships xmlns="http://schemas.openxmlformats.org/package/2006/relationships"><Relationship Id="rId2" Type="http://schemas.openxmlformats.org/officeDocument/2006/relationships/image" Target="NULL"/><Relationship Id="rId1" Type="http://schemas.openxmlformats.org/officeDocument/2006/relationships/slideLayout" Target="../slideLayouts/slideLayout55.xml"/></Relationships>
</file>

<file path=ppt/slides/_rels/slide102.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NULL"/><Relationship Id="rId1" Type="http://schemas.openxmlformats.org/officeDocument/2006/relationships/slideLayout" Target="../slideLayouts/slideLayout55.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55.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56.xml"/></Relationships>
</file>

<file path=ppt/slides/_rels/slide105.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28.png"/><Relationship Id="rId1" Type="http://schemas.openxmlformats.org/officeDocument/2006/relationships/slideLayout" Target="../slideLayouts/slideLayout40.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40.xml"/></Relationships>
</file>

<file path=ppt/slides/_rels/slide107.xml.rels><?xml version="1.0" encoding="UTF-8" standalone="yes"?>
<Relationships xmlns="http://schemas.openxmlformats.org/package/2006/relationships"><Relationship Id="rId2" Type="http://schemas.openxmlformats.org/officeDocument/2006/relationships/image" Target="../media/image40.png"/><Relationship Id="rId1" Type="http://schemas.openxmlformats.org/officeDocument/2006/relationships/slideLayout" Target="../slideLayouts/slideLayout40.xml"/></Relationships>
</file>

<file path=ppt/slides/_rels/slide108.xml.rels><?xml version="1.0" encoding="UTF-8" standalone="yes"?>
<Relationships xmlns="http://schemas.openxmlformats.org/package/2006/relationships"><Relationship Id="rId2" Type="http://schemas.openxmlformats.org/officeDocument/2006/relationships/image" Target="../media/image40.png"/><Relationship Id="rId1" Type="http://schemas.openxmlformats.org/officeDocument/2006/relationships/slideLayout" Target="../slideLayouts/slideLayout40.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49.xml"/></Relationships>
</file>

<file path=ppt/slides/_rels/slide112.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Layout" Target="../slideLayouts/slideLayout49.xml"/></Relationships>
</file>

<file path=ppt/slides/_rels/slide113.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20.png"/><Relationship Id="rId1" Type="http://schemas.openxmlformats.org/officeDocument/2006/relationships/slideLayout" Target="../slideLayouts/slideLayout49.xml"/></Relationships>
</file>

<file path=ppt/slides/_rels/slide114.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Layout" Target="../slideLayouts/slideLayout49.xml"/></Relationships>
</file>

<file path=ppt/slides/_rels/slide115.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21.png"/><Relationship Id="rId1" Type="http://schemas.openxmlformats.org/officeDocument/2006/relationships/slideLayout" Target="../slideLayouts/slideLayout49.xml"/></Relationships>
</file>

<file path=ppt/slides/_rels/slide116.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3.png"/><Relationship Id="rId1" Type="http://schemas.openxmlformats.org/officeDocument/2006/relationships/slideLayout" Target="../slideLayouts/slideLayout42.xml"/></Relationships>
</file>

<file path=ppt/slides/_rels/slide117.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3.png"/><Relationship Id="rId1" Type="http://schemas.openxmlformats.org/officeDocument/2006/relationships/slideLayout" Target="../slideLayouts/slideLayout41.xml"/></Relationships>
</file>

<file path=ppt/slides/_rels/slide118.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3.png"/><Relationship Id="rId1" Type="http://schemas.openxmlformats.org/officeDocument/2006/relationships/slideLayout" Target="../slideLayouts/slideLayout48.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48.xml"/></Relationships>
</file>

<file path=ppt/slides/_rels/slide120.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Layout" Target="../slideLayouts/slideLayout48.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48.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48.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60.xml"/></Relationships>
</file>

<file path=ppt/slides/_rels/slide124.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Layout" Target="../slideLayouts/slideLayout60.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61.xml"/></Relationships>
</file>

<file path=ppt/slides/_rels/slide126.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Layout" Target="../slideLayouts/slideLayout61.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51.xml"/></Relationships>
</file>

<file path=ppt/slides/_rels/slide129.xml.rels><?xml version="1.0" encoding="UTF-8" standalone="yes"?>
<Relationships xmlns="http://schemas.openxmlformats.org/package/2006/relationships"><Relationship Id="rId3" Type="http://schemas.openxmlformats.org/officeDocument/2006/relationships/slideLayout" Target="../slideLayouts/slideLayout51.xml"/><Relationship Id="rId2" Type="http://schemas.openxmlformats.org/officeDocument/2006/relationships/tags" Target="../tags/tag8.xml"/><Relationship Id="rId1" Type="http://schemas.openxmlformats.org/officeDocument/2006/relationships/tags" Target="../tags/tag7.xml"/><Relationship Id="rId4" Type="http://schemas.openxmlformats.org/officeDocument/2006/relationships/image" Target="../media/image20.png"/></Relationships>
</file>

<file path=ppt/slides/_rels/slide130.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3.png"/><Relationship Id="rId1" Type="http://schemas.openxmlformats.org/officeDocument/2006/relationships/slideLayout" Target="../slideLayouts/slideLayout42.xml"/></Relationships>
</file>

<file path=ppt/slides/_rels/slide131.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3.png"/><Relationship Id="rId1" Type="http://schemas.openxmlformats.org/officeDocument/2006/relationships/slideLayout" Target="../slideLayouts/slideLayout42.xml"/></Relationships>
</file>

<file path=ppt/slides/_rels/slide13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3.png"/><Relationship Id="rId1" Type="http://schemas.openxmlformats.org/officeDocument/2006/relationships/slideLayout" Target="../slideLayouts/slideLayout42.xml"/></Relationships>
</file>

<file path=ppt/slides/_rels/slide133.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3.png"/><Relationship Id="rId1" Type="http://schemas.openxmlformats.org/officeDocument/2006/relationships/slideLayout" Target="../slideLayouts/slideLayout42.xml"/></Relationships>
</file>

<file path=ppt/slides/_rels/slide13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3.png"/><Relationship Id="rId1" Type="http://schemas.openxmlformats.org/officeDocument/2006/relationships/slideLayout" Target="../slideLayouts/slideLayout42.xml"/></Relationships>
</file>

<file path=ppt/slides/_rels/slide135.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3.png"/><Relationship Id="rId1" Type="http://schemas.openxmlformats.org/officeDocument/2006/relationships/slideLayout" Target="../slideLayouts/slideLayout42.xml"/></Relationships>
</file>

<file path=ppt/slides/_rels/slide136.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3.png"/><Relationship Id="rId1" Type="http://schemas.openxmlformats.org/officeDocument/2006/relationships/slideLayout" Target="../slideLayouts/slideLayout42.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8.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Layout" Target="../slideLayouts/slideLayout43.xml"/></Relationships>
</file>

<file path=ppt/slides/_rels/slide139.xml.rels><?xml version="1.0" encoding="UTF-8" standalone="yes"?>
<Relationships xmlns="http://schemas.openxmlformats.org/package/2006/relationships"><Relationship Id="rId3" Type="http://schemas.openxmlformats.org/officeDocument/2006/relationships/hyperlink" Target="http://admin.replyer.co.kr/goods/manage/view/48" TargetMode="External"/><Relationship Id="rId2" Type="http://schemas.openxmlformats.org/officeDocument/2006/relationships/hyperlink" Target="http://admin.replyer.co.kr/goods/manage/view/49" TargetMode="External"/><Relationship Id="rId1" Type="http://schemas.openxmlformats.org/officeDocument/2006/relationships/slideLayout" Target="../slideLayouts/slideLayout43.xml"/><Relationship Id="rId4" Type="http://schemas.openxmlformats.org/officeDocument/2006/relationships/hyperlink" Target="http://admin.replyer.co.kr/goods/manage/view/397" TargetMode="External"/></Relationships>
</file>

<file path=ppt/slides/_rels/slide140.xml.rels><?xml version="1.0" encoding="UTF-8" standalone="yes"?>
<Relationships xmlns="http://schemas.openxmlformats.org/package/2006/relationships"><Relationship Id="rId3" Type="http://schemas.openxmlformats.org/officeDocument/2006/relationships/hyperlink" Target="http://admin.replyer.co.kr/goods/manage/view/48" TargetMode="External"/><Relationship Id="rId2" Type="http://schemas.openxmlformats.org/officeDocument/2006/relationships/hyperlink" Target="http://admin.replyer.co.kr/goods/manage/view/49" TargetMode="External"/><Relationship Id="rId1" Type="http://schemas.openxmlformats.org/officeDocument/2006/relationships/slideLayout" Target="../slideLayouts/slideLayout43.xml"/><Relationship Id="rId5" Type="http://schemas.openxmlformats.org/officeDocument/2006/relationships/image" Target="../media/image42.png"/><Relationship Id="rId4" Type="http://schemas.openxmlformats.org/officeDocument/2006/relationships/hyperlink" Target="mailto:user@domain.com" TargetMode="External"/></Relationships>
</file>

<file path=ppt/slides/_rels/slide141.xml.rels><?xml version="1.0" encoding="UTF-8" standalone="yes"?>
<Relationships xmlns="http://schemas.openxmlformats.org/package/2006/relationships"><Relationship Id="rId3" Type="http://schemas.openxmlformats.org/officeDocument/2006/relationships/hyperlink" Target="http://admin.replyer.co.kr/goods/manage/view/49" TargetMode="External"/><Relationship Id="rId2" Type="http://schemas.openxmlformats.org/officeDocument/2006/relationships/hyperlink" Target="mailto:user@domain.com" TargetMode="External"/><Relationship Id="rId1" Type="http://schemas.openxmlformats.org/officeDocument/2006/relationships/slideLayout" Target="../slideLayouts/slideLayout43.xml"/><Relationship Id="rId5" Type="http://schemas.openxmlformats.org/officeDocument/2006/relationships/image" Target="../media/image42.png"/><Relationship Id="rId4" Type="http://schemas.openxmlformats.org/officeDocument/2006/relationships/hyperlink" Target="http://admin.replyer.co.kr/goods/manage/view/48" TargetMode="External"/></Relationships>
</file>

<file path=ppt/slides/_rels/slide142.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Layout" Target="../slideLayouts/slideLayout44.xml"/></Relationships>
</file>

<file path=ppt/slides/_rels/slide143.xml.rels><?xml version="1.0" encoding="UTF-8" standalone="yes"?>
<Relationships xmlns="http://schemas.openxmlformats.org/package/2006/relationships"><Relationship Id="rId3" Type="http://schemas.openxmlformats.org/officeDocument/2006/relationships/tags" Target="../tags/tag11.xml"/><Relationship Id="rId2" Type="http://schemas.openxmlformats.org/officeDocument/2006/relationships/tags" Target="../tags/tag10.xml"/><Relationship Id="rId1" Type="http://schemas.openxmlformats.org/officeDocument/2006/relationships/tags" Target="../tags/tag9.xml"/><Relationship Id="rId6" Type="http://schemas.openxmlformats.org/officeDocument/2006/relationships/image" Target="../media/image42.png"/><Relationship Id="rId5" Type="http://schemas.openxmlformats.org/officeDocument/2006/relationships/slideLayout" Target="../slideLayouts/slideLayout44.xml"/><Relationship Id="rId4" Type="http://schemas.openxmlformats.org/officeDocument/2006/relationships/tags" Target="../tags/tag12.xml"/></Relationships>
</file>

<file path=ppt/slides/_rels/slide144.xml.rels><?xml version="1.0" encoding="UTF-8" standalone="yes"?>
<Relationships xmlns="http://schemas.openxmlformats.org/package/2006/relationships"><Relationship Id="rId3" Type="http://schemas.openxmlformats.org/officeDocument/2006/relationships/hyperlink" Target="http://admin.replyer.co.kr/goods/manage/view/48" TargetMode="External"/><Relationship Id="rId2" Type="http://schemas.openxmlformats.org/officeDocument/2006/relationships/hyperlink" Target="http://admin.replyer.co.kr/goods/manage/view/49" TargetMode="External"/><Relationship Id="rId1" Type="http://schemas.openxmlformats.org/officeDocument/2006/relationships/slideLayout" Target="../slideLayouts/slideLayout44.xml"/><Relationship Id="rId4" Type="http://schemas.openxmlformats.org/officeDocument/2006/relationships/image" Target="../media/image42.png"/></Relationships>
</file>

<file path=ppt/slides/_rels/slide145.xml.rels><?xml version="1.0" encoding="UTF-8" standalone="yes"?>
<Relationships xmlns="http://schemas.openxmlformats.org/package/2006/relationships"><Relationship Id="rId3" Type="http://schemas.openxmlformats.org/officeDocument/2006/relationships/hyperlink" Target="http://admin.replyer.co.kr/goods/manage/view/48" TargetMode="External"/><Relationship Id="rId2" Type="http://schemas.openxmlformats.org/officeDocument/2006/relationships/hyperlink" Target="http://admin.replyer.co.kr/goods/manage/view/49" TargetMode="External"/><Relationship Id="rId1" Type="http://schemas.openxmlformats.org/officeDocument/2006/relationships/slideLayout" Target="../slideLayouts/slideLayout44.xml"/><Relationship Id="rId4" Type="http://schemas.openxmlformats.org/officeDocument/2006/relationships/image" Target="../media/image42.png"/></Relationships>
</file>

<file path=ppt/slides/_rels/slide146.xml.rels><?xml version="1.0" encoding="UTF-8" standalone="yes"?>
<Relationships xmlns="http://schemas.openxmlformats.org/package/2006/relationships"><Relationship Id="rId3" Type="http://schemas.openxmlformats.org/officeDocument/2006/relationships/hyperlink" Target="http://admin.replyer.co.kr/goods/manage/view/48" TargetMode="External"/><Relationship Id="rId2" Type="http://schemas.openxmlformats.org/officeDocument/2006/relationships/hyperlink" Target="http://admin.replyer.co.kr/goods/manage/view/49" TargetMode="External"/><Relationship Id="rId1" Type="http://schemas.openxmlformats.org/officeDocument/2006/relationships/slideLayout" Target="../slideLayouts/slideLayout44.xml"/><Relationship Id="rId4" Type="http://schemas.openxmlformats.org/officeDocument/2006/relationships/image" Target="../media/image42.png"/></Relationships>
</file>

<file path=ppt/slides/_rels/slide147.xml.rels><?xml version="1.0" encoding="UTF-8" standalone="yes"?>
<Relationships xmlns="http://schemas.openxmlformats.org/package/2006/relationships"><Relationship Id="rId3" Type="http://schemas.openxmlformats.org/officeDocument/2006/relationships/hyperlink" Target="http://admin.replyer.co.kr/goods/manage/view/48" TargetMode="External"/><Relationship Id="rId2" Type="http://schemas.openxmlformats.org/officeDocument/2006/relationships/hyperlink" Target="http://admin.replyer.co.kr/goods/manage/view/49" TargetMode="External"/><Relationship Id="rId1" Type="http://schemas.openxmlformats.org/officeDocument/2006/relationships/slideLayout" Target="../slideLayouts/slideLayout44.xml"/><Relationship Id="rId4" Type="http://schemas.openxmlformats.org/officeDocument/2006/relationships/image" Target="../media/image42.png"/></Relationships>
</file>

<file path=ppt/slides/_rels/slide148.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Layout" Target="../slideLayouts/slideLayout45.xml"/></Relationships>
</file>

<file path=ppt/slides/_rels/slide149.xml.rels><?xml version="1.0" encoding="UTF-8" standalone="yes"?>
<Relationships xmlns="http://schemas.openxmlformats.org/package/2006/relationships"><Relationship Id="rId8" Type="http://schemas.openxmlformats.org/officeDocument/2006/relationships/tags" Target="../tags/tag20.xml"/><Relationship Id="rId3" Type="http://schemas.openxmlformats.org/officeDocument/2006/relationships/tags" Target="../tags/tag15.xml"/><Relationship Id="rId7" Type="http://schemas.openxmlformats.org/officeDocument/2006/relationships/tags" Target="../tags/tag19.xml"/><Relationship Id="rId2" Type="http://schemas.openxmlformats.org/officeDocument/2006/relationships/tags" Target="../tags/tag14.xml"/><Relationship Id="rId1" Type="http://schemas.openxmlformats.org/officeDocument/2006/relationships/tags" Target="../tags/tag13.xml"/><Relationship Id="rId6" Type="http://schemas.openxmlformats.org/officeDocument/2006/relationships/tags" Target="../tags/tag18.xml"/><Relationship Id="rId5" Type="http://schemas.openxmlformats.org/officeDocument/2006/relationships/tags" Target="../tags/tag17.xml"/><Relationship Id="rId10" Type="http://schemas.openxmlformats.org/officeDocument/2006/relationships/image" Target="../media/image42.png"/><Relationship Id="rId4" Type="http://schemas.openxmlformats.org/officeDocument/2006/relationships/tags" Target="../tags/tag16.xml"/><Relationship Id="rId9" Type="http://schemas.openxmlformats.org/officeDocument/2006/relationships/slideLayout" Target="../slideLayouts/slideLayout45.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46.xml"/></Relationships>
</file>

<file path=ppt/slides/_rels/slide151.xml.rels><?xml version="1.0" encoding="UTF-8" standalone="yes"?>
<Relationships xmlns="http://schemas.openxmlformats.org/package/2006/relationships"><Relationship Id="rId8" Type="http://schemas.openxmlformats.org/officeDocument/2006/relationships/tags" Target="../tags/tag28.xml"/><Relationship Id="rId3" Type="http://schemas.openxmlformats.org/officeDocument/2006/relationships/tags" Target="../tags/tag23.xml"/><Relationship Id="rId7" Type="http://schemas.openxmlformats.org/officeDocument/2006/relationships/tags" Target="../tags/tag27.xml"/><Relationship Id="rId2" Type="http://schemas.openxmlformats.org/officeDocument/2006/relationships/tags" Target="../tags/tag22.xml"/><Relationship Id="rId1" Type="http://schemas.openxmlformats.org/officeDocument/2006/relationships/tags" Target="../tags/tag21.xml"/><Relationship Id="rId6" Type="http://schemas.openxmlformats.org/officeDocument/2006/relationships/tags" Target="../tags/tag26.xml"/><Relationship Id="rId5" Type="http://schemas.openxmlformats.org/officeDocument/2006/relationships/tags" Target="../tags/tag25.xml"/><Relationship Id="rId4" Type="http://schemas.openxmlformats.org/officeDocument/2006/relationships/tags" Target="../tags/tag24.xml"/><Relationship Id="rId9" Type="http://schemas.openxmlformats.org/officeDocument/2006/relationships/slideLayout" Target="../slideLayouts/slideLayout46.xml"/></Relationships>
</file>

<file path=ppt/slides/_rels/slide152.xml.rels><?xml version="1.0" encoding="UTF-8" standalone="yes"?>
<Relationships xmlns="http://schemas.openxmlformats.org/package/2006/relationships"><Relationship Id="rId8" Type="http://schemas.openxmlformats.org/officeDocument/2006/relationships/hyperlink" Target="http://admin.replyer.co.kr/goods/manage/view/49" TargetMode="External"/><Relationship Id="rId3" Type="http://schemas.openxmlformats.org/officeDocument/2006/relationships/tags" Target="../tags/tag31.xml"/><Relationship Id="rId7" Type="http://schemas.openxmlformats.org/officeDocument/2006/relationships/slideLayout" Target="../slideLayouts/slideLayout46.xml"/><Relationship Id="rId2" Type="http://schemas.openxmlformats.org/officeDocument/2006/relationships/tags" Target="../tags/tag30.xml"/><Relationship Id="rId1" Type="http://schemas.openxmlformats.org/officeDocument/2006/relationships/tags" Target="../tags/tag29.xml"/><Relationship Id="rId6" Type="http://schemas.openxmlformats.org/officeDocument/2006/relationships/tags" Target="../tags/tag34.xml"/><Relationship Id="rId5" Type="http://schemas.openxmlformats.org/officeDocument/2006/relationships/tags" Target="../tags/tag33.xml"/><Relationship Id="rId4" Type="http://schemas.openxmlformats.org/officeDocument/2006/relationships/tags" Target="../tags/tag3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46.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47.xml"/></Relationships>
</file>

<file path=ppt/slides/_rels/slide155.xml.rels><?xml version="1.0" encoding="UTF-8" standalone="yes"?>
<Relationships xmlns="http://schemas.openxmlformats.org/package/2006/relationships"><Relationship Id="rId3" Type="http://schemas.openxmlformats.org/officeDocument/2006/relationships/tags" Target="../tags/tag37.xml"/><Relationship Id="rId2" Type="http://schemas.openxmlformats.org/officeDocument/2006/relationships/tags" Target="../tags/tag36.xml"/><Relationship Id="rId1" Type="http://schemas.openxmlformats.org/officeDocument/2006/relationships/tags" Target="../tags/tag35.xml"/><Relationship Id="rId5" Type="http://schemas.openxmlformats.org/officeDocument/2006/relationships/slideLayout" Target="../slideLayouts/slideLayout47.xml"/><Relationship Id="rId4" Type="http://schemas.openxmlformats.org/officeDocument/2006/relationships/tags" Target="../tags/tag38.xml"/></Relationships>
</file>

<file path=ppt/slides/_rels/slide156.xml.rels><?xml version="1.0" encoding="UTF-8" standalone="yes"?>
<Relationships xmlns="http://schemas.openxmlformats.org/package/2006/relationships"><Relationship Id="rId3" Type="http://schemas.openxmlformats.org/officeDocument/2006/relationships/slideLayout" Target="../slideLayouts/slideLayout47.xml"/><Relationship Id="rId2" Type="http://schemas.openxmlformats.org/officeDocument/2006/relationships/tags" Target="../tags/tag40.xml"/><Relationship Id="rId1" Type="http://schemas.openxmlformats.org/officeDocument/2006/relationships/tags" Target="../tags/tag39.xml"/><Relationship Id="rId4" Type="http://schemas.openxmlformats.org/officeDocument/2006/relationships/hyperlink" Target="http://admin.replyer.co.kr/goods/manage/view/49" TargetMode="External"/></Relationships>
</file>

<file path=ppt/slides/_rels/slide157.xml.rels><?xml version="1.0" encoding="UTF-8" standalone="yes"?>
<Relationships xmlns="http://schemas.openxmlformats.org/package/2006/relationships"><Relationship Id="rId3" Type="http://schemas.openxmlformats.org/officeDocument/2006/relationships/tags" Target="../tags/tag43.xml"/><Relationship Id="rId2" Type="http://schemas.openxmlformats.org/officeDocument/2006/relationships/tags" Target="../tags/tag42.xml"/><Relationship Id="rId1" Type="http://schemas.openxmlformats.org/officeDocument/2006/relationships/tags" Target="../tags/tag41.xml"/><Relationship Id="rId5" Type="http://schemas.openxmlformats.org/officeDocument/2006/relationships/slideLayout" Target="../slideLayouts/slideLayout47.xml"/><Relationship Id="rId4" Type="http://schemas.openxmlformats.org/officeDocument/2006/relationships/tags" Target="../tags/tag44.xml"/></Relationships>
</file>

<file path=ppt/slides/_rels/slide158.xml.rels><?xml version="1.0" encoding="UTF-8" standalone="yes"?>
<Relationships xmlns="http://schemas.openxmlformats.org/package/2006/relationships"><Relationship Id="rId3" Type="http://schemas.openxmlformats.org/officeDocument/2006/relationships/tags" Target="../tags/tag47.xml"/><Relationship Id="rId2" Type="http://schemas.openxmlformats.org/officeDocument/2006/relationships/tags" Target="../tags/tag46.xml"/><Relationship Id="rId1" Type="http://schemas.openxmlformats.org/officeDocument/2006/relationships/tags" Target="../tags/tag45.xml"/><Relationship Id="rId5" Type="http://schemas.openxmlformats.org/officeDocument/2006/relationships/slideLayout" Target="../slideLayouts/slideLayout47.xml"/><Relationship Id="rId4" Type="http://schemas.openxmlformats.org/officeDocument/2006/relationships/tags" Target="../tags/tag48.xml"/></Relationships>
</file>

<file path=ppt/slides/_rels/slide159.xml.rels><?xml version="1.0" encoding="UTF-8" standalone="yes"?>
<Relationships xmlns="http://schemas.openxmlformats.org/package/2006/relationships"><Relationship Id="rId3" Type="http://schemas.openxmlformats.org/officeDocument/2006/relationships/tags" Target="../tags/tag51.xml"/><Relationship Id="rId2" Type="http://schemas.openxmlformats.org/officeDocument/2006/relationships/tags" Target="../tags/tag50.xml"/><Relationship Id="rId1" Type="http://schemas.openxmlformats.org/officeDocument/2006/relationships/tags" Target="../tags/tag49.xml"/><Relationship Id="rId5" Type="http://schemas.openxmlformats.org/officeDocument/2006/relationships/slideLayout" Target="../slideLayouts/slideLayout47.xml"/><Relationship Id="rId4" Type="http://schemas.openxmlformats.org/officeDocument/2006/relationships/tags" Target="../tags/tag52.xml"/></Relationships>
</file>

<file path=ppt/slides/_rels/slide160.xml.rels><?xml version="1.0" encoding="UTF-8" standalone="yes"?>
<Relationships xmlns="http://schemas.openxmlformats.org/package/2006/relationships"><Relationship Id="rId3" Type="http://schemas.openxmlformats.org/officeDocument/2006/relationships/slideLayout" Target="../slideLayouts/slideLayout47.xml"/><Relationship Id="rId2" Type="http://schemas.openxmlformats.org/officeDocument/2006/relationships/tags" Target="../tags/tag54.xml"/><Relationship Id="rId1" Type="http://schemas.openxmlformats.org/officeDocument/2006/relationships/tags" Target="../tags/tag53.xml"/><Relationship Id="rId4" Type="http://schemas.openxmlformats.org/officeDocument/2006/relationships/hyperlink" Target="http://admin.replyer.co.kr/goods/manage/view/49" TargetMode="External"/></Relationships>
</file>

<file path=ppt/slides/_rels/slide161.xml.rels><?xml version="1.0" encoding="UTF-8" standalone="yes"?>
<Relationships xmlns="http://schemas.openxmlformats.org/package/2006/relationships"><Relationship Id="rId3" Type="http://schemas.openxmlformats.org/officeDocument/2006/relationships/tags" Target="../tags/tag57.xml"/><Relationship Id="rId2" Type="http://schemas.openxmlformats.org/officeDocument/2006/relationships/tags" Target="../tags/tag56.xml"/><Relationship Id="rId1" Type="http://schemas.openxmlformats.org/officeDocument/2006/relationships/tags" Target="../tags/tag55.xml"/><Relationship Id="rId5" Type="http://schemas.openxmlformats.org/officeDocument/2006/relationships/slideLayout" Target="../slideLayouts/slideLayout47.xml"/><Relationship Id="rId4" Type="http://schemas.openxmlformats.org/officeDocument/2006/relationships/tags" Target="../tags/tag58.xml"/></Relationships>
</file>

<file path=ppt/slides/_rels/slide162.xml.rels><?xml version="1.0" encoding="UTF-8" standalone="yes"?>
<Relationships xmlns="http://schemas.openxmlformats.org/package/2006/relationships"><Relationship Id="rId3" Type="http://schemas.openxmlformats.org/officeDocument/2006/relationships/hyperlink" Target="http://admin.replyer.co.kr/goods/manage/view/48" TargetMode="External"/><Relationship Id="rId2" Type="http://schemas.openxmlformats.org/officeDocument/2006/relationships/hyperlink" Target="http://admin.replyer.co.kr/goods/manage/view/49" TargetMode="External"/><Relationship Id="rId1" Type="http://schemas.openxmlformats.org/officeDocument/2006/relationships/slideLayout" Target="../slideLayouts/slideLayout47.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47.xml"/></Relationships>
</file>

<file path=ppt/slides/_rels/slide164.xml.rels><?xml version="1.0" encoding="UTF-8" standalone="yes"?>
<Relationships xmlns="http://schemas.openxmlformats.org/package/2006/relationships"><Relationship Id="rId3" Type="http://schemas.openxmlformats.org/officeDocument/2006/relationships/hyperlink" Target="http://admin.replyer.co.kr/goods/manage/view/49" TargetMode="External"/><Relationship Id="rId2" Type="http://schemas.openxmlformats.org/officeDocument/2006/relationships/image" Target="../media/image21.png"/><Relationship Id="rId1" Type="http://schemas.openxmlformats.org/officeDocument/2006/relationships/slideLayout" Target="../slideLayouts/slideLayout40.xml"/><Relationship Id="rId5" Type="http://schemas.openxmlformats.org/officeDocument/2006/relationships/hyperlink" Target="http://admin.replyer.co.kr/goods/manage/view/397" TargetMode="External"/><Relationship Id="rId4" Type="http://schemas.openxmlformats.org/officeDocument/2006/relationships/hyperlink" Target="http://admin.replyer.co.kr/goods/manage/view/48" TargetMode="External"/></Relationships>
</file>

<file path=ppt/slides/_rels/slide165.xml.rels><?xml version="1.0" encoding="UTF-8" standalone="yes"?>
<Relationships xmlns="http://schemas.openxmlformats.org/package/2006/relationships"><Relationship Id="rId3" Type="http://schemas.openxmlformats.org/officeDocument/2006/relationships/hyperlink" Target="http://admin.replyer.co.kr/goods/manage/view/49" TargetMode="External"/><Relationship Id="rId2" Type="http://schemas.openxmlformats.org/officeDocument/2006/relationships/image" Target="../media/image21.png"/><Relationship Id="rId1" Type="http://schemas.openxmlformats.org/officeDocument/2006/relationships/slideLayout" Target="../slideLayouts/slideLayout40.xml"/><Relationship Id="rId5" Type="http://schemas.openxmlformats.org/officeDocument/2006/relationships/hyperlink" Target="http://admin.replyer.co.kr/goods/manage/view/397" TargetMode="External"/><Relationship Id="rId4" Type="http://schemas.openxmlformats.org/officeDocument/2006/relationships/hyperlink" Target="http://admin.replyer.co.kr/goods/manage/view/48" TargetMode="External"/></Relationships>
</file>

<file path=ppt/slides/_rels/slide166.xml.rels><?xml version="1.0" encoding="UTF-8" standalone="yes"?>
<Relationships xmlns="http://schemas.openxmlformats.org/package/2006/relationships"><Relationship Id="rId3" Type="http://schemas.openxmlformats.org/officeDocument/2006/relationships/hyperlink" Target="http://admin.replyer.co.kr/goods/manage/view/49" TargetMode="External"/><Relationship Id="rId2" Type="http://schemas.openxmlformats.org/officeDocument/2006/relationships/image" Target="../media/image21.png"/><Relationship Id="rId1" Type="http://schemas.openxmlformats.org/officeDocument/2006/relationships/slideLayout" Target="../slideLayouts/slideLayout40.xml"/><Relationship Id="rId5" Type="http://schemas.openxmlformats.org/officeDocument/2006/relationships/hyperlink" Target="http://admin.replyer.co.kr/goods/manage/view/397" TargetMode="External"/><Relationship Id="rId4" Type="http://schemas.openxmlformats.org/officeDocument/2006/relationships/hyperlink" Target="http://admin.replyer.co.kr/goods/manage/view/48" TargetMode="Externa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40.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40.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64.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64.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64.xml"/></Relationships>
</file>

<file path=ppt/slides/_rels/slide173.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Layout" Target="../slideLayouts/slideLayout13.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65.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65.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65.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38.xml"/></Relationships>
</file>

<file path=ppt/slides/_rels/slide179.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hyperlink" Target="mailto:test@test.com" TargetMode="External"/><Relationship Id="rId1" Type="http://schemas.openxmlformats.org/officeDocument/2006/relationships/slideLayout" Target="../slideLayouts/slideLayout38.xml"/></Relationships>
</file>

<file path=ppt/slides/_rels/slide180.xml.rels><?xml version="1.0" encoding="UTF-8" standalone="yes"?>
<Relationships xmlns="http://schemas.openxmlformats.org/package/2006/relationships"><Relationship Id="rId2" Type="http://schemas.openxmlformats.org/officeDocument/2006/relationships/hyperlink" Target="mailto:test@test.com" TargetMode="External"/><Relationship Id="rId1" Type="http://schemas.openxmlformats.org/officeDocument/2006/relationships/slideLayout" Target="../slideLayouts/slideLayout38.xml"/></Relationships>
</file>

<file path=ppt/slides/_rels/slide181.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hyperlink" Target="mailto:test@test.com" TargetMode="External"/><Relationship Id="rId1" Type="http://schemas.openxmlformats.org/officeDocument/2006/relationships/slideLayout" Target="../slideLayouts/slideLayout38.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39.xml"/></Relationships>
</file>

<file path=ppt/slides/_rels/slide184.xml.rels><?xml version="1.0" encoding="UTF-8" standalone="yes"?>
<Relationships xmlns="http://schemas.openxmlformats.org/package/2006/relationships"><Relationship Id="rId3" Type="http://schemas.openxmlformats.org/officeDocument/2006/relationships/slideLayout" Target="../slideLayouts/slideLayout39.xml"/><Relationship Id="rId2" Type="http://schemas.openxmlformats.org/officeDocument/2006/relationships/tags" Target="../tags/tag60.xml"/><Relationship Id="rId1" Type="http://schemas.openxmlformats.org/officeDocument/2006/relationships/tags" Target="../tags/tag59.xml"/><Relationship Id="rId4" Type="http://schemas.openxmlformats.org/officeDocument/2006/relationships/image" Target="../media/image26.png"/></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39.xml"/></Relationships>
</file>

<file path=ppt/slides/_rels/slide186.xml.rels><?xml version="1.0" encoding="UTF-8" standalone="yes"?>
<Relationships xmlns="http://schemas.openxmlformats.org/package/2006/relationships"><Relationship Id="rId3" Type="http://schemas.openxmlformats.org/officeDocument/2006/relationships/slideLayout" Target="../slideLayouts/slideLayout39.xml"/><Relationship Id="rId2" Type="http://schemas.openxmlformats.org/officeDocument/2006/relationships/tags" Target="../tags/tag62.xml"/><Relationship Id="rId1" Type="http://schemas.openxmlformats.org/officeDocument/2006/relationships/tags" Target="../tags/tag61.xml"/><Relationship Id="rId4" Type="http://schemas.openxmlformats.org/officeDocument/2006/relationships/image" Target="../media/image26.png"/></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88.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image" Target="../media/image21.png"/><Relationship Id="rId1" Type="http://schemas.openxmlformats.org/officeDocument/2006/relationships/slideLayout" Target="../slideLayouts/slideLayout33.xml"/></Relationships>
</file>

<file path=ppt/slides/_rels/slide189.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hyperlink" Target="http://admin.replyer.co.kr/goods/manage/view/49" TargetMode="External"/><Relationship Id="rId1" Type="http://schemas.openxmlformats.org/officeDocument/2006/relationships/slideLayout" Target="../slideLayouts/slideLayout33.xml"/><Relationship Id="rId4" Type="http://schemas.openxmlformats.org/officeDocument/2006/relationships/image" Target="../media/image20.png"/></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37.xml"/></Relationships>
</file>

<file path=ppt/slides/_rels/slide206.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6.xml"/><Relationship Id="rId1" Type="http://schemas.openxmlformats.org/officeDocument/2006/relationships/slideLayout" Target="../slideLayouts/slideLayout37.xml"/></Relationships>
</file>

<file path=ppt/slides/_rels/slide207.xml.rels><?xml version="1.0" encoding="UTF-8" standalone="yes"?>
<Relationships xmlns="http://schemas.openxmlformats.org/package/2006/relationships"><Relationship Id="rId2" Type="http://schemas.openxmlformats.org/officeDocument/2006/relationships/image" Target="../media/image40.png"/><Relationship Id="rId1" Type="http://schemas.openxmlformats.org/officeDocument/2006/relationships/slideLayout" Target="../slideLayouts/slideLayout37.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37.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1.xml.rels><?xml version="1.0" encoding="UTF-8" standalone="yes"?>
<Relationships xmlns="http://schemas.openxmlformats.org/package/2006/relationships"><Relationship Id="rId3" Type="http://schemas.openxmlformats.org/officeDocument/2006/relationships/slideLayout" Target="../slideLayouts/slideLayout13.xml"/><Relationship Id="rId2" Type="http://schemas.openxmlformats.org/officeDocument/2006/relationships/tags" Target="../tags/tag64.xml"/><Relationship Id="rId1" Type="http://schemas.openxmlformats.org/officeDocument/2006/relationships/tags" Target="../tags/tag63.xml"/></Relationships>
</file>

<file path=ppt/slides/_rels/slide212.xml.rels><?xml version="1.0" encoding="UTF-8" standalone="yes"?>
<Relationships xmlns="http://schemas.openxmlformats.org/package/2006/relationships"><Relationship Id="rId3" Type="http://schemas.openxmlformats.org/officeDocument/2006/relationships/slideLayout" Target="../slideLayouts/slideLayout13.xml"/><Relationship Id="rId2" Type="http://schemas.openxmlformats.org/officeDocument/2006/relationships/tags" Target="../tags/tag66.xml"/><Relationship Id="rId1" Type="http://schemas.openxmlformats.org/officeDocument/2006/relationships/tags" Target="../tags/tag65.xml"/></Relationships>
</file>

<file path=ppt/slides/_rels/slide213.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png"/><Relationship Id="rId1" Type="http://schemas.openxmlformats.org/officeDocument/2006/relationships/slideLayout" Target="../slideLayouts/slideLayout13.xml"/><Relationship Id="rId4" Type="http://schemas.openxmlformats.org/officeDocument/2006/relationships/image" Target="../media/image7.png"/></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66.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9.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image" Target="../media/image28.png"/><Relationship Id="rId1" Type="http://schemas.openxmlformats.org/officeDocument/2006/relationships/slideLayout" Target="../slideLayouts/slideLayout67.xml"/><Relationship Id="rId4" Type="http://schemas.openxmlformats.org/officeDocument/2006/relationships/image" Target="../media/image21.png"/></Relationships>
</file>

<file path=ppt/slides/_rels/slide220.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image" Target="../media/image39.png"/><Relationship Id="rId1" Type="http://schemas.openxmlformats.org/officeDocument/2006/relationships/slideLayout" Target="../slideLayouts/slideLayout68.xml"/></Relationships>
</file>

<file path=ppt/slides/_rels/slide221.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image" Target="../media/image39.png"/><Relationship Id="rId1" Type="http://schemas.openxmlformats.org/officeDocument/2006/relationships/slideLayout" Target="../slideLayouts/slideLayout68.xml"/><Relationship Id="rId4" Type="http://schemas.openxmlformats.org/officeDocument/2006/relationships/image" Target="../media/image44.png"/></Relationships>
</file>

<file path=ppt/slides/_rels/slide222.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image" Target="../media/image39.png"/><Relationship Id="rId1" Type="http://schemas.openxmlformats.org/officeDocument/2006/relationships/slideLayout" Target="../slideLayouts/slideLayout68.xml"/><Relationship Id="rId4" Type="http://schemas.openxmlformats.org/officeDocument/2006/relationships/image" Target="../media/image45.png"/></Relationships>
</file>

<file path=ppt/slides/_rels/slide223.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image" Target="../media/image39.png"/><Relationship Id="rId1" Type="http://schemas.openxmlformats.org/officeDocument/2006/relationships/slideLayout" Target="../slideLayouts/slideLayout68.xml"/><Relationship Id="rId4" Type="http://schemas.openxmlformats.org/officeDocument/2006/relationships/image" Target="../media/image46.png"/></Relationships>
</file>

<file path=ppt/slides/_rels/slide224.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image" Target="../media/image39.png"/><Relationship Id="rId1" Type="http://schemas.openxmlformats.org/officeDocument/2006/relationships/slideLayout" Target="../slideLayouts/slideLayout68.xml"/><Relationship Id="rId4" Type="http://schemas.openxmlformats.org/officeDocument/2006/relationships/image" Target="../media/image46.png"/></Relationships>
</file>

<file path=ppt/slides/_rels/slide225.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image" Target="../media/image39.png"/><Relationship Id="rId1" Type="http://schemas.openxmlformats.org/officeDocument/2006/relationships/slideLayout" Target="../slideLayouts/slideLayout68.xml"/><Relationship Id="rId4" Type="http://schemas.openxmlformats.org/officeDocument/2006/relationships/image" Target="../media/image46.png"/></Relationships>
</file>

<file path=ppt/slides/_rels/slide226.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image" Target="../media/image28.png"/><Relationship Id="rId1" Type="http://schemas.openxmlformats.org/officeDocument/2006/relationships/slideLayout" Target="../slideLayouts/slideLayout68.xml"/><Relationship Id="rId4" Type="http://schemas.openxmlformats.org/officeDocument/2006/relationships/image" Target="../media/image21.png"/></Relationships>
</file>

<file path=ppt/slides/_rels/slide227.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43.png"/><Relationship Id="rId1" Type="http://schemas.openxmlformats.org/officeDocument/2006/relationships/slideLayout" Target="../slideLayouts/slideLayout68.xml"/></Relationships>
</file>

<file path=ppt/slides/_rels/slide228.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image" Target="../media/image47.png"/><Relationship Id="rId1" Type="http://schemas.openxmlformats.org/officeDocument/2006/relationships/slideLayout" Target="../slideLayouts/slideLayout68.xml"/><Relationship Id="rId4" Type="http://schemas.openxmlformats.org/officeDocument/2006/relationships/image" Target="../media/image49.png"/></Relationships>
</file>

<file path=ppt/slides/_rels/slide229.xml.rels><?xml version="1.0" encoding="UTF-8" standalone="yes"?>
<Relationships xmlns="http://schemas.openxmlformats.org/package/2006/relationships"><Relationship Id="rId3" Type="http://schemas.openxmlformats.org/officeDocument/2006/relationships/hyperlink" Target="mailto:abcde1234@naver.com" TargetMode="External"/><Relationship Id="rId2" Type="http://schemas.openxmlformats.org/officeDocument/2006/relationships/image" Target="../media/image50.png"/><Relationship Id="rId1" Type="http://schemas.openxmlformats.org/officeDocument/2006/relationships/slideLayout" Target="../slideLayouts/slideLayout69.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67.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67.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71.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71.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71.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71.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71.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71.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72.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73.xml"/></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74.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75.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5.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28.png"/><Relationship Id="rId1" Type="http://schemas.openxmlformats.org/officeDocument/2006/relationships/slideLayout" Target="../slideLayouts/slideLayout67.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67.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6.xml"/></Relationships>
</file>

<file path=ppt/slides/_rels/slide252.xml.rels><?xml version="1.0" encoding="UTF-8" standalone="yes"?>
<Relationships xmlns="http://schemas.openxmlformats.org/package/2006/relationships"><Relationship Id="rId2" Type="http://schemas.openxmlformats.org/officeDocument/2006/relationships/image" Target="../media/image51.png"/><Relationship Id="rId1" Type="http://schemas.openxmlformats.org/officeDocument/2006/relationships/slideLayout" Target="../slideLayouts/slideLayout76.xml"/></Relationships>
</file>

<file path=ppt/slides/_rels/slide253.xml.rels><?xml version="1.0" encoding="UTF-8" standalone="yes"?>
<Relationships xmlns="http://schemas.openxmlformats.org/package/2006/relationships"><Relationship Id="rId2" Type="http://schemas.openxmlformats.org/officeDocument/2006/relationships/hyperlink" Target="http://admin.replyer.co.kr/goods/manage/view/49" TargetMode="External"/><Relationship Id="rId1" Type="http://schemas.openxmlformats.org/officeDocument/2006/relationships/slideLayout" Target="../slideLayouts/slideLayout76.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77.xml"/></Relationships>
</file>

<file path=ppt/slides/_rels/slide255.xml.rels><?xml version="1.0" encoding="UTF-8" standalone="yes"?>
<Relationships xmlns="http://schemas.openxmlformats.org/package/2006/relationships"><Relationship Id="rId2" Type="http://schemas.openxmlformats.org/officeDocument/2006/relationships/hyperlink" Target="http://admin.replyer.co.kr/goods/manage/view/49" TargetMode="External"/><Relationship Id="rId1" Type="http://schemas.openxmlformats.org/officeDocument/2006/relationships/slideLayout" Target="../slideLayouts/slideLayout77.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78.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79.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80.xml"/></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81.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81.xml"/></Relationships>
</file>

<file path=ppt/slides/_rels/slide265.xml.rels><?xml version="1.0" encoding="UTF-8" standalone="yes"?>
<Relationships xmlns="http://schemas.openxmlformats.org/package/2006/relationships"><Relationship Id="rId2" Type="http://schemas.openxmlformats.org/officeDocument/2006/relationships/hyperlink" Target="mailto:test1234@naver.com" TargetMode="External"/><Relationship Id="rId1" Type="http://schemas.openxmlformats.org/officeDocument/2006/relationships/slideLayout" Target="../slideLayouts/slideLayout82.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83.xml"/></Relationships>
</file>

<file path=ppt/slides/_rels/slide267.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82.xml"/></Relationships>
</file>

<file path=ppt/slides/_rels/slide268.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83.xml"/></Relationships>
</file>

<file path=ppt/slides/_rels/slide269.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84.xml"/></Relationships>
</file>

<file path=ppt/slides/_rels/slide270.xml.rels><?xml version="1.0" encoding="UTF-8" standalone="yes"?>
<Relationships xmlns="http://schemas.openxmlformats.org/package/2006/relationships"><Relationship Id="rId3" Type="http://schemas.openxmlformats.org/officeDocument/2006/relationships/image" Target="../media/image53.svg"/><Relationship Id="rId2" Type="http://schemas.openxmlformats.org/officeDocument/2006/relationships/image" Target="../media/image52.png"/><Relationship Id="rId1" Type="http://schemas.openxmlformats.org/officeDocument/2006/relationships/slideLayout" Target="../slideLayouts/slideLayout83.xml"/></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03AE9651-3F11-79D2-CBD0-ABD1AAA732C5}"/>
              </a:ext>
            </a:extLst>
          </p:cNvPr>
          <p:cNvSpPr txBox="1"/>
          <p:nvPr/>
        </p:nvSpPr>
        <p:spPr>
          <a:xfrm>
            <a:off x="8476404" y="2233718"/>
            <a:ext cx="3467616" cy="523220"/>
          </a:xfrm>
          <a:prstGeom prst="rect">
            <a:avLst/>
          </a:prstGeom>
          <a:noFill/>
        </p:spPr>
        <p:txBody>
          <a:bodyPr wrap="none" rtlCol="0">
            <a:spAutoFit/>
          </a:bodyPr>
          <a:lstStyle/>
          <a:p>
            <a:r>
              <a:rPr lang="en-US" altLang="ko-KR" sz="2800" b="1" dirty="0">
                <a:latin typeface="굴림" panose="020B0600000101010101" pitchFamily="50" charset="-127"/>
                <a:ea typeface="굴림" panose="020B0600000101010101" pitchFamily="50" charset="-127"/>
              </a:rPr>
              <a:t>Me9 Market</a:t>
            </a:r>
            <a:r>
              <a:rPr lang="ko-KR" altLang="en-US" sz="2800" b="1" dirty="0">
                <a:latin typeface="굴림" panose="020B0600000101010101" pitchFamily="50" charset="-127"/>
                <a:ea typeface="굴림" panose="020B0600000101010101" pitchFamily="50" charset="-127"/>
              </a:rPr>
              <a:t> </a:t>
            </a:r>
            <a:r>
              <a:rPr lang="en-US" altLang="ko-KR" sz="2800" b="1" dirty="0">
                <a:latin typeface="굴림" panose="020B0600000101010101" pitchFamily="50" charset="-127"/>
                <a:ea typeface="굴림" panose="020B0600000101010101" pitchFamily="50" charset="-127"/>
              </a:rPr>
              <a:t>Project</a:t>
            </a:r>
            <a:endParaRPr lang="ko-KR" altLang="en-US" sz="2800" b="1" dirty="0">
              <a:latin typeface="굴림" panose="020B0600000101010101" pitchFamily="50" charset="-127"/>
              <a:ea typeface="굴림" panose="020B0600000101010101" pitchFamily="50" charset="-127"/>
            </a:endParaRPr>
          </a:p>
        </p:txBody>
      </p:sp>
      <p:sp>
        <p:nvSpPr>
          <p:cNvPr id="3" name="TextBox 2">
            <a:extLst>
              <a:ext uri="{FF2B5EF4-FFF2-40B4-BE49-F238E27FC236}">
                <a16:creationId xmlns:a16="http://schemas.microsoft.com/office/drawing/2014/main" id="{F7ED1EC7-A1B7-48C0-9B37-06AB8BBD5948}"/>
              </a:ext>
            </a:extLst>
          </p:cNvPr>
          <p:cNvSpPr txBox="1"/>
          <p:nvPr/>
        </p:nvSpPr>
        <p:spPr>
          <a:xfrm>
            <a:off x="10912745" y="2756938"/>
            <a:ext cx="911981" cy="339132"/>
          </a:xfrm>
          <a:prstGeom prst="rect">
            <a:avLst/>
          </a:prstGeom>
          <a:noFill/>
        </p:spPr>
        <p:txBody>
          <a:bodyPr wrap="none" rtlCol="0">
            <a:spAutoFit/>
          </a:bodyPr>
          <a:lstStyle/>
          <a:p>
            <a:pPr>
              <a:lnSpc>
                <a:spcPct val="150000"/>
              </a:lnSpc>
            </a:pPr>
            <a:r>
              <a:rPr lang="en-US" altLang="ko-KR" sz="1200" b="1" dirty="0">
                <a:solidFill>
                  <a:schemeClr val="bg1">
                    <a:lumMod val="50000"/>
                  </a:schemeClr>
                </a:solidFill>
                <a:latin typeface="Arial Black" panose="020B0A04020102020204" pitchFamily="34" charset="0"/>
              </a:rPr>
              <a:t>Ver.</a:t>
            </a:r>
            <a:r>
              <a:rPr lang="en-US" altLang="ko-KR" sz="1200" b="1" dirty="0">
                <a:solidFill>
                  <a:schemeClr val="bg1">
                    <a:lumMod val="50000"/>
                  </a:schemeClr>
                </a:solidFill>
                <a:latin typeface="+mn-ea"/>
              </a:rPr>
              <a:t> 3.0.0</a:t>
            </a:r>
          </a:p>
        </p:txBody>
      </p:sp>
    </p:spTree>
    <p:extLst>
      <p:ext uri="{BB962C8B-B14F-4D97-AF65-F5344CB8AC3E}">
        <p14:creationId xmlns:p14="http://schemas.microsoft.com/office/powerpoint/2010/main" val="345317473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491E2DBF-6C81-4DEB-B00A-3D6F9A71A72F}"/>
              </a:ext>
            </a:extLst>
          </p:cNvPr>
          <p:cNvSpPr/>
          <p:nvPr/>
        </p:nvSpPr>
        <p:spPr>
          <a:xfrm>
            <a:off x="0" y="2734176"/>
            <a:ext cx="12191999" cy="138964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3000" b="1" dirty="0">
                <a:solidFill>
                  <a:schemeClr val="bg1"/>
                </a:solidFill>
                <a:latin typeface="+mj-ea"/>
                <a:ea typeface="+mj-ea"/>
              </a:rPr>
              <a:t>개정이력</a:t>
            </a:r>
          </a:p>
        </p:txBody>
      </p:sp>
    </p:spTree>
    <p:extLst>
      <p:ext uri="{BB962C8B-B14F-4D97-AF65-F5344CB8AC3E}">
        <p14:creationId xmlns:p14="http://schemas.microsoft.com/office/powerpoint/2010/main" val="2167076124"/>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2">
            <a:extLst>
              <a:ext uri="{FF2B5EF4-FFF2-40B4-BE49-F238E27FC236}">
                <a16:creationId xmlns:a16="http://schemas.microsoft.com/office/drawing/2014/main" id="{45A82955-B2B6-4F18-8C53-6B29739F6BDB}"/>
              </a:ext>
            </a:extLst>
          </p:cNvPr>
          <p:cNvGraphicFramePr>
            <a:graphicFrameLocks noGrp="1"/>
          </p:cNvGraphicFramePr>
          <p:nvPr>
            <p:extLst>
              <p:ext uri="{D42A27DB-BD31-4B8C-83A1-F6EECF244321}">
                <p14:modId xmlns:p14="http://schemas.microsoft.com/office/powerpoint/2010/main" val="4095513735"/>
              </p:ext>
            </p:extLst>
          </p:nvPr>
        </p:nvGraphicFramePr>
        <p:xfrm>
          <a:off x="574945" y="668037"/>
          <a:ext cx="11042108" cy="5370720"/>
        </p:xfrm>
        <a:graphic>
          <a:graphicData uri="http://schemas.openxmlformats.org/drawingml/2006/table">
            <a:tbl>
              <a:tblPr firstRow="1" bandRow="1">
                <a:tableStyleId>{5940675A-B579-460E-94D1-54222C63F5DA}</a:tableStyleId>
              </a:tblPr>
              <a:tblGrid>
                <a:gridCol w="618014">
                  <a:extLst>
                    <a:ext uri="{9D8B030D-6E8A-4147-A177-3AD203B41FA5}">
                      <a16:colId xmlns:a16="http://schemas.microsoft.com/office/drawing/2014/main" val="3974465490"/>
                    </a:ext>
                  </a:extLst>
                </a:gridCol>
                <a:gridCol w="896233">
                  <a:extLst>
                    <a:ext uri="{9D8B030D-6E8A-4147-A177-3AD203B41FA5}">
                      <a16:colId xmlns:a16="http://schemas.microsoft.com/office/drawing/2014/main" val="2498347245"/>
                    </a:ext>
                  </a:extLst>
                </a:gridCol>
                <a:gridCol w="890178">
                  <a:extLst>
                    <a:ext uri="{9D8B030D-6E8A-4147-A177-3AD203B41FA5}">
                      <a16:colId xmlns:a16="http://schemas.microsoft.com/office/drawing/2014/main" val="1711927250"/>
                    </a:ext>
                  </a:extLst>
                </a:gridCol>
                <a:gridCol w="1217980">
                  <a:extLst>
                    <a:ext uri="{9D8B030D-6E8A-4147-A177-3AD203B41FA5}">
                      <a16:colId xmlns:a16="http://schemas.microsoft.com/office/drawing/2014/main" val="1278027280"/>
                    </a:ext>
                  </a:extLst>
                </a:gridCol>
                <a:gridCol w="5679381">
                  <a:extLst>
                    <a:ext uri="{9D8B030D-6E8A-4147-A177-3AD203B41FA5}">
                      <a16:colId xmlns:a16="http://schemas.microsoft.com/office/drawing/2014/main" val="1771077391"/>
                    </a:ext>
                  </a:extLst>
                </a:gridCol>
                <a:gridCol w="884122">
                  <a:extLst>
                    <a:ext uri="{9D8B030D-6E8A-4147-A177-3AD203B41FA5}">
                      <a16:colId xmlns:a16="http://schemas.microsoft.com/office/drawing/2014/main" val="1427664614"/>
                    </a:ext>
                  </a:extLst>
                </a:gridCol>
                <a:gridCol w="856200">
                  <a:extLst>
                    <a:ext uri="{9D8B030D-6E8A-4147-A177-3AD203B41FA5}">
                      <a16:colId xmlns:a16="http://schemas.microsoft.com/office/drawing/2014/main" val="1710484670"/>
                    </a:ext>
                  </a:extLst>
                </a:gridCol>
              </a:tblGrid>
              <a:tr h="0">
                <a:tc rowSpan="2">
                  <a:txBody>
                    <a:bodyPr/>
                    <a:lstStyle/>
                    <a:p>
                      <a:pPr algn="ctr" latinLnBrk="1"/>
                      <a:r>
                        <a:rPr lang="ko-KR" altLang="en-US" sz="1000" b="1" dirty="0"/>
                        <a:t>버전</a:t>
                      </a:r>
                    </a:p>
                  </a:txBody>
                  <a:tcPr anchor="ctr">
                    <a:lnL w="9525" cap="flat" cmpd="sng" algn="ctr">
                      <a:solidFill>
                        <a:schemeClr val="bg1"/>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1000" b="1" dirty="0"/>
                        <a:t>개정일자</a:t>
                      </a:r>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solidFill>
                      <a:schemeClr val="bg1">
                        <a:lumMod val="95000"/>
                      </a:schemeClr>
                    </a:solidFill>
                  </a:tcPr>
                </a:tc>
                <a:tc rowSpan="2">
                  <a:txBody>
                    <a:bodyPr/>
                    <a:lstStyle/>
                    <a:p>
                      <a:pPr algn="ctr" latinLnBrk="1"/>
                      <a:r>
                        <a:rPr lang="en-US" altLang="ko-KR" sz="1000" b="1" baseline="30000" dirty="0"/>
                        <a:t>[1] </a:t>
                      </a:r>
                      <a:r>
                        <a:rPr lang="ko-KR" altLang="en-US" sz="1000" b="1" dirty="0"/>
                        <a:t>개정사유</a:t>
                      </a:r>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solidFill>
                      <a:schemeClr val="bg1">
                        <a:lumMod val="95000"/>
                      </a:schemeClr>
                    </a:solidFill>
                  </a:tcPr>
                </a:tc>
                <a:tc gridSpan="2">
                  <a:txBody>
                    <a:bodyPr/>
                    <a:lstStyle/>
                    <a:p>
                      <a:pPr algn="ctr" latinLnBrk="1"/>
                      <a:r>
                        <a:rPr lang="en-US" altLang="ko-KR" sz="1000" b="1" baseline="30000" dirty="0"/>
                        <a:t>[2] </a:t>
                      </a:r>
                      <a:r>
                        <a:rPr lang="ko-KR" altLang="en-US" sz="1000" b="1" dirty="0"/>
                        <a:t>개정내역</a:t>
                      </a:r>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solidFill>
                      <a:schemeClr val="bg1">
                        <a:lumMod val="95000"/>
                      </a:schemeClr>
                    </a:solidFill>
                  </a:tcPr>
                </a:tc>
                <a:tc hMerge="1">
                  <a:txBody>
                    <a:bodyPr/>
                    <a:lstStyle/>
                    <a:p>
                      <a:pPr algn="ctr" latinLnBrk="1"/>
                      <a:r>
                        <a:rPr lang="en-US" altLang="ko-KR" sz="1000" dirty="0"/>
                        <a:t>[2]</a:t>
                      </a:r>
                      <a:r>
                        <a:rPr lang="ko-KR" altLang="en-US" sz="1000" dirty="0"/>
                        <a:t>개정내역</a:t>
                      </a: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algn="ctr" latinLnBrk="1"/>
                      <a:r>
                        <a:rPr lang="ko-KR" altLang="en-US" sz="1000" b="1" dirty="0"/>
                        <a:t>작성자</a:t>
                      </a:r>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1000" b="1" dirty="0"/>
                        <a:t>승인자</a:t>
                      </a:r>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672243541"/>
                  </a:ext>
                </a:extLst>
              </a:tr>
              <a:tr h="0">
                <a:tc vMerge="1">
                  <a:txBody>
                    <a:bodyPr/>
                    <a:lstStyle/>
                    <a:p>
                      <a:pPr latinLnBrk="1"/>
                      <a:endParaRPr lang="ko-KR" altLang="en-US" sz="1000" dirty="0"/>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solidFill>
                      <a:schemeClr val="bg1"/>
                    </a:solidFill>
                  </a:tcPr>
                </a:tc>
                <a:tc vMerge="1">
                  <a:txBody>
                    <a:bodyPr/>
                    <a:lstStyle/>
                    <a:p>
                      <a:pPr latinLnBrk="1"/>
                      <a:endParaRPr lang="ko-KR" altLang="en-US" sz="1000" dirty="0"/>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solidFill>
                      <a:schemeClr val="bg1"/>
                    </a:solidFill>
                  </a:tcPr>
                </a:tc>
                <a:tc vMerge="1">
                  <a:txBody>
                    <a:bodyPr/>
                    <a:lstStyle/>
                    <a:p>
                      <a:pPr latinLnBrk="1"/>
                      <a:endParaRPr lang="ko-KR" altLang="en-US" sz="1000" dirty="0"/>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ko-KR" altLang="en-US" sz="1000" b="1" dirty="0"/>
                        <a:t>위치</a:t>
                      </a:r>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1000" b="1" dirty="0"/>
                        <a:t>변경내용</a:t>
                      </a:r>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solidFill>
                      <a:schemeClr val="bg1">
                        <a:lumMod val="95000"/>
                      </a:schemeClr>
                    </a:solidFill>
                  </a:tcPr>
                </a:tc>
                <a:tc vMerge="1">
                  <a:txBody>
                    <a:bodyPr/>
                    <a:lstStyle/>
                    <a:p>
                      <a:pPr latinLnBrk="1"/>
                      <a:endParaRPr lang="ko-KR" altLang="en-US" sz="1000" dirty="0"/>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solidFill>
                      <a:schemeClr val="bg1"/>
                    </a:solidFill>
                  </a:tcPr>
                </a:tc>
                <a:tc vMerge="1">
                  <a:txBody>
                    <a:bodyPr/>
                    <a:lstStyle/>
                    <a:p>
                      <a:pPr latinLnBrk="1"/>
                      <a:endParaRPr lang="ko-KR" altLang="en-US" sz="1000" dirty="0"/>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071146182"/>
                  </a:ext>
                </a:extLst>
              </a:tr>
              <a:tr h="0">
                <a:tc>
                  <a:txBody>
                    <a:bodyPr/>
                    <a:lstStyle/>
                    <a:p>
                      <a:pPr algn="ctr" latinLnBrk="1"/>
                      <a:r>
                        <a:rPr lang="en-US" altLang="ko-KR" sz="800" dirty="0">
                          <a:latin typeface="+mn-ea"/>
                          <a:ea typeface="+mn-ea"/>
                        </a:rPr>
                        <a:t>1.0.0</a:t>
                      </a:r>
                      <a:endParaRPr lang="ko-KR" altLang="en-US" sz="800" dirty="0">
                        <a:latin typeface="+mn-ea"/>
                        <a:ea typeface="+mn-ea"/>
                      </a:endParaRPr>
                    </a:p>
                  </a:txBody>
                  <a:tcPr marL="90000" marR="90000" marT="46800" marB="46800">
                    <a:lnL w="9525" cap="flat" cmpd="sng" algn="ctr">
                      <a:solidFill>
                        <a:schemeClr val="bg1"/>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2025.04.01</a:t>
                      </a:r>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latinLnBrk="1"/>
                      <a:r>
                        <a:rPr lang="ko-KR" altLang="en-US" sz="800" dirty="0">
                          <a:latin typeface="+mn-ea"/>
                          <a:ea typeface="+mn-ea"/>
                        </a:rPr>
                        <a:t>제정</a:t>
                      </a: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l" latinLnBrk="1"/>
                      <a:r>
                        <a:rPr lang="ko-KR" altLang="en-US" sz="800" dirty="0">
                          <a:latin typeface="+mn-ea"/>
                          <a:ea typeface="+mn-ea"/>
                        </a:rPr>
                        <a:t>스토리보드 전체</a:t>
                      </a:r>
                      <a:endParaRPr lang="en-US" altLang="ko-KR"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latinLnBrk="1"/>
                      <a:r>
                        <a:rPr lang="ko-KR" altLang="en-US" sz="800" dirty="0">
                          <a:latin typeface="+mn-ea"/>
                          <a:ea typeface="+mn-ea"/>
                        </a:rPr>
                        <a:t>최초작성</a:t>
                      </a:r>
                      <a:endParaRPr lang="en-US" altLang="ko-KR"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latinLnBrk="1"/>
                      <a:r>
                        <a:rPr lang="ko-KR" altLang="en-US" sz="800" dirty="0">
                          <a:latin typeface="+mn-ea"/>
                          <a:ea typeface="+mn-ea"/>
                        </a:rPr>
                        <a:t>김대호</a:t>
                      </a: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latinLnBrk="1"/>
                      <a:r>
                        <a:rPr lang="ko-KR" altLang="en-US" sz="800" dirty="0" err="1">
                          <a:latin typeface="+mn-ea"/>
                          <a:ea typeface="+mn-ea"/>
                        </a:rPr>
                        <a:t>박봉걸</a:t>
                      </a:r>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091208484"/>
                  </a:ext>
                </a:extLst>
              </a:tr>
              <a:tr h="0">
                <a:tc rowSpan="16">
                  <a:txBody>
                    <a:bodyPr/>
                    <a:lstStyle/>
                    <a:p>
                      <a:pPr algn="ctr" latinLnBrk="1"/>
                      <a:r>
                        <a:rPr lang="en-US" altLang="ko-KR" sz="800" dirty="0">
                          <a:latin typeface="+mn-ea"/>
                          <a:ea typeface="+mn-ea"/>
                        </a:rPr>
                        <a:t>3.0.0</a:t>
                      </a:r>
                      <a:endParaRPr lang="ko-KR" altLang="en-US" sz="800" dirty="0">
                        <a:latin typeface="+mn-ea"/>
                        <a:ea typeface="+mn-ea"/>
                      </a:endParaRPr>
                    </a:p>
                  </a:txBody>
                  <a:tcPr marL="90000" marR="90000" marT="46800" marB="46800">
                    <a:lnL w="9525" cap="flat" cmpd="sng" algn="ctr">
                      <a:solidFill>
                        <a:schemeClr val="bg1"/>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rowSpan="16">
                  <a:txBody>
                    <a:bodyPr/>
                    <a:lstStyle/>
                    <a:p>
                      <a:pPr algn="ctr" latinLnBrk="1"/>
                      <a:r>
                        <a:rPr lang="en-US" altLang="ko-KR" sz="800" dirty="0">
                          <a:latin typeface="+mn-ea"/>
                          <a:ea typeface="+mn-ea"/>
                        </a:rPr>
                        <a:t>2026.07.22</a:t>
                      </a:r>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rowSpan="16">
                  <a:txBody>
                    <a:bodyPr/>
                    <a:lstStyle/>
                    <a:p>
                      <a:pPr algn="ctr" latinLnBrk="1"/>
                      <a:r>
                        <a:rPr lang="ko-KR" altLang="en-US" sz="800" dirty="0">
                          <a:latin typeface="+mn-ea"/>
                          <a:ea typeface="+mn-ea"/>
                        </a:rPr>
                        <a:t>개정</a:t>
                      </a: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algn="l" rtl="0" fontAlgn="t"/>
                      <a:r>
                        <a:rPr lang="en-US" sz="800" dirty="0">
                          <a:effectLst/>
                          <a:latin typeface="+mn-ea"/>
                          <a:ea typeface="+mn-ea"/>
                        </a:rPr>
                        <a:t>RF-01-07-10</a:t>
                      </a: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rtl="0" fontAlgn="t"/>
                      <a:r>
                        <a:rPr lang="ko-KR" altLang="en-US" sz="800" dirty="0">
                          <a:effectLst/>
                          <a:latin typeface="+mn-ea"/>
                          <a:ea typeface="+mn-ea"/>
                        </a:rPr>
                        <a:t>채널 관리자의 설정에서 판매인증을 완료했을 경우에는 자사물건을 판매할 수 있으며</a:t>
                      </a:r>
                      <a:r>
                        <a:rPr lang="en-US" altLang="ko-KR" sz="800" dirty="0">
                          <a:effectLst/>
                          <a:latin typeface="+mn-ea"/>
                          <a:ea typeface="+mn-ea"/>
                        </a:rPr>
                        <a:t>, </a:t>
                      </a:r>
                      <a:br>
                        <a:rPr lang="en-US" altLang="ko-KR" sz="800" dirty="0">
                          <a:effectLst/>
                          <a:latin typeface="+mn-ea"/>
                          <a:ea typeface="+mn-ea"/>
                        </a:rPr>
                      </a:br>
                      <a:r>
                        <a:rPr lang="ko-KR" altLang="en-US" sz="800" dirty="0">
                          <a:effectLst/>
                          <a:latin typeface="+mn-ea"/>
                          <a:ea typeface="+mn-ea"/>
                        </a:rPr>
                        <a:t>자사의 </a:t>
                      </a:r>
                      <a:r>
                        <a:rPr lang="en-US" altLang="ko-KR" sz="800" dirty="0">
                          <a:effectLst/>
                          <a:latin typeface="+mn-ea"/>
                          <a:ea typeface="+mn-ea"/>
                        </a:rPr>
                        <a:t>PG</a:t>
                      </a:r>
                      <a:r>
                        <a:rPr lang="ko-KR" altLang="en-US" sz="800" dirty="0">
                          <a:effectLst/>
                          <a:latin typeface="+mn-ea"/>
                          <a:ea typeface="+mn-ea"/>
                        </a:rPr>
                        <a:t>를 이용해서 결제 진행하는 부분을 세부표현</a:t>
                      </a: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rowSpan="16">
                  <a:txBody>
                    <a:bodyPr/>
                    <a:lstStyle/>
                    <a:p>
                      <a:pPr algn="ctr" latinLnBrk="1"/>
                      <a:r>
                        <a:rPr lang="ko-KR" altLang="en-US" sz="800" dirty="0">
                          <a:latin typeface="+mn-ea"/>
                          <a:ea typeface="+mn-ea"/>
                        </a:rPr>
                        <a:t>김대호</a:t>
                      </a: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rowSpan="16">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61860318"/>
                  </a:ext>
                </a:extLst>
              </a:tr>
              <a:tr h="0">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l" rtl="0" fontAlgn="t"/>
                      <a:r>
                        <a:rPr lang="en-US" sz="800" dirty="0">
                          <a:effectLst/>
                          <a:latin typeface="+mn-ea"/>
                          <a:ea typeface="+mn-ea"/>
                        </a:rPr>
                        <a:t>RF-01-07-15</a:t>
                      </a: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rtl="0" fontAlgn="t"/>
                      <a:r>
                        <a:rPr lang="ko-KR" altLang="en-US" sz="800" dirty="0">
                          <a:effectLst/>
                          <a:latin typeface="+mn-ea"/>
                          <a:ea typeface="+mn-ea"/>
                        </a:rPr>
                        <a:t>고객의 포인트가 채널 포인트에서 </a:t>
                      </a:r>
                      <a:r>
                        <a:rPr lang="en-US" altLang="ko-KR" sz="800" dirty="0">
                          <a:effectLst/>
                          <a:latin typeface="+mn-ea"/>
                          <a:ea typeface="+mn-ea"/>
                        </a:rPr>
                        <a:t>Me9</a:t>
                      </a:r>
                      <a:r>
                        <a:rPr lang="ko-KR" altLang="en-US" sz="800" dirty="0">
                          <a:effectLst/>
                          <a:latin typeface="+mn-ea"/>
                          <a:ea typeface="+mn-ea"/>
                        </a:rPr>
                        <a:t>포인트로 전환되는 시점을 명시하였다</a:t>
                      </a:r>
                      <a:r>
                        <a:rPr lang="en-US" altLang="ko-KR" sz="800" dirty="0">
                          <a:effectLst/>
                          <a:latin typeface="+mn-ea"/>
                          <a:ea typeface="+mn-ea"/>
                        </a:rPr>
                        <a:t>.</a:t>
                      </a:r>
                      <a:br>
                        <a:rPr lang="en-US" altLang="ko-KR" sz="800" dirty="0">
                          <a:effectLst/>
                          <a:latin typeface="+mn-ea"/>
                          <a:ea typeface="+mn-ea"/>
                        </a:rPr>
                      </a:br>
                      <a:r>
                        <a:rPr lang="en-US" altLang="ko-KR" sz="800" dirty="0">
                          <a:effectLst/>
                          <a:latin typeface="+mn-ea"/>
                          <a:ea typeface="+mn-ea"/>
                        </a:rPr>
                        <a:t>Shop</a:t>
                      </a:r>
                      <a:r>
                        <a:rPr lang="ko-KR" altLang="en-US" sz="800" dirty="0">
                          <a:effectLst/>
                          <a:latin typeface="+mn-ea"/>
                          <a:ea typeface="+mn-ea"/>
                        </a:rPr>
                        <a:t>채널의 운영이 종료될 경우 고객의 채널포인트를 </a:t>
                      </a:r>
                      <a:r>
                        <a:rPr lang="en-US" altLang="ko-KR" sz="800" dirty="0">
                          <a:effectLst/>
                          <a:latin typeface="+mn-ea"/>
                          <a:ea typeface="+mn-ea"/>
                        </a:rPr>
                        <a:t>Me9</a:t>
                      </a:r>
                      <a:r>
                        <a:rPr lang="ko-KR" altLang="en-US" sz="800" dirty="0">
                          <a:effectLst/>
                          <a:latin typeface="+mn-ea"/>
                          <a:ea typeface="+mn-ea"/>
                        </a:rPr>
                        <a:t>포인트로 전환가능</a:t>
                      </a: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501458382"/>
                  </a:ext>
                </a:extLst>
              </a:tr>
              <a:tr h="0">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l" rtl="0" fontAlgn="t"/>
                      <a:r>
                        <a:rPr lang="en-US" sz="800" dirty="0">
                          <a:effectLst/>
                          <a:latin typeface="+mn-ea"/>
                          <a:ea typeface="+mn-ea"/>
                        </a:rPr>
                        <a:t>RF-02-03-01</a:t>
                      </a: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rtl="0" fontAlgn="t"/>
                      <a:r>
                        <a:rPr lang="ko-KR" altLang="en-US" sz="800" dirty="0">
                          <a:effectLst/>
                          <a:latin typeface="+mn-ea"/>
                          <a:ea typeface="+mn-ea"/>
                        </a:rPr>
                        <a:t>채널 관리자의 설정에서 판매인증을 완료했을 경우에는 자사물건을 판매할 수 있으며</a:t>
                      </a:r>
                      <a:r>
                        <a:rPr lang="en-US" altLang="ko-KR" sz="800" dirty="0">
                          <a:effectLst/>
                          <a:latin typeface="+mn-ea"/>
                          <a:ea typeface="+mn-ea"/>
                        </a:rPr>
                        <a:t>, </a:t>
                      </a:r>
                      <a:br>
                        <a:rPr lang="en-US" altLang="ko-KR" sz="800" dirty="0">
                          <a:effectLst/>
                          <a:latin typeface="+mn-ea"/>
                          <a:ea typeface="+mn-ea"/>
                        </a:rPr>
                      </a:br>
                      <a:r>
                        <a:rPr lang="ko-KR" altLang="en-US" sz="800" dirty="0">
                          <a:effectLst/>
                          <a:latin typeface="+mn-ea"/>
                          <a:ea typeface="+mn-ea"/>
                        </a:rPr>
                        <a:t>자사의 </a:t>
                      </a:r>
                      <a:r>
                        <a:rPr lang="en-US" altLang="ko-KR" sz="800" dirty="0">
                          <a:effectLst/>
                          <a:latin typeface="+mn-ea"/>
                          <a:ea typeface="+mn-ea"/>
                        </a:rPr>
                        <a:t>PG</a:t>
                      </a:r>
                      <a:r>
                        <a:rPr lang="ko-KR" altLang="en-US" sz="800" dirty="0">
                          <a:effectLst/>
                          <a:latin typeface="+mn-ea"/>
                          <a:ea typeface="+mn-ea"/>
                        </a:rPr>
                        <a:t>를 이용해서 결제 진행하는 부분을 세부표현</a:t>
                      </a:r>
                      <a:br>
                        <a:rPr lang="ko-KR" altLang="en-US" sz="800" dirty="0">
                          <a:effectLst/>
                          <a:latin typeface="+mn-ea"/>
                          <a:ea typeface="+mn-ea"/>
                        </a:rPr>
                      </a:br>
                      <a:r>
                        <a:rPr lang="ko-KR" altLang="en-US" sz="800" dirty="0">
                          <a:effectLst/>
                          <a:latin typeface="+mn-ea"/>
                          <a:ea typeface="+mn-ea"/>
                        </a:rPr>
                        <a:t>채널판매 수수료에 대한 표시를 추가</a:t>
                      </a: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294430059"/>
                  </a:ext>
                </a:extLst>
              </a:tr>
              <a:tr h="0">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l" rtl="0" fontAlgn="t"/>
                      <a:r>
                        <a:rPr lang="en-US" sz="800" dirty="0">
                          <a:effectLst/>
                          <a:latin typeface="+mn-ea"/>
                          <a:ea typeface="+mn-ea"/>
                        </a:rPr>
                        <a:t>RF-02-03-01-1</a:t>
                      </a: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rtl="0" fontAlgn="t"/>
                      <a:r>
                        <a:rPr lang="ko-KR" altLang="en-US" sz="800" dirty="0">
                          <a:effectLst/>
                          <a:latin typeface="+mn-ea"/>
                          <a:ea typeface="+mn-ea"/>
                        </a:rPr>
                        <a:t>채널운영을 </a:t>
                      </a:r>
                      <a:r>
                        <a:rPr lang="ko-KR" altLang="en-US" sz="800" dirty="0" err="1">
                          <a:effectLst/>
                          <a:latin typeface="+mn-ea"/>
                          <a:ea typeface="+mn-ea"/>
                        </a:rPr>
                        <a:t>중지요청하는</a:t>
                      </a:r>
                      <a:r>
                        <a:rPr lang="ko-KR" altLang="en-US" sz="800" dirty="0">
                          <a:effectLst/>
                          <a:latin typeface="+mn-ea"/>
                          <a:ea typeface="+mn-ea"/>
                        </a:rPr>
                        <a:t> 루틴 추가</a:t>
                      </a: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347559578"/>
                  </a:ext>
                </a:extLst>
              </a:tr>
              <a:tr h="0">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l" defTabSz="914400" rtl="0" eaLnBrk="1" fontAlgn="t" latinLnBrk="1" hangingPunct="1">
                        <a:lnSpc>
                          <a:spcPct val="100000"/>
                        </a:lnSpc>
                        <a:spcBef>
                          <a:spcPts val="0"/>
                        </a:spcBef>
                        <a:spcAft>
                          <a:spcPts val="0"/>
                        </a:spcAft>
                        <a:buClrTx/>
                        <a:buSzTx/>
                        <a:buFontTx/>
                        <a:buNone/>
                        <a:tabLst/>
                        <a:defRPr/>
                      </a:pPr>
                      <a:r>
                        <a:rPr lang="en-US" sz="800" dirty="0">
                          <a:effectLst/>
                          <a:latin typeface="+mn-ea"/>
                          <a:ea typeface="+mn-ea"/>
                        </a:rPr>
                        <a:t>RF-02-04-02</a:t>
                      </a:r>
                      <a:br>
                        <a:rPr lang="en-US" sz="800" dirty="0">
                          <a:effectLst/>
                          <a:latin typeface="+mn-ea"/>
                          <a:ea typeface="+mn-ea"/>
                        </a:rPr>
                      </a:br>
                      <a:r>
                        <a:rPr lang="en-US" altLang="ko-KR" sz="800" dirty="0">
                          <a:effectLst/>
                          <a:latin typeface="+mn-ea"/>
                          <a:ea typeface="+mn-ea"/>
                        </a:rPr>
                        <a:t>RF-02-04-02-8</a:t>
                      </a:r>
                      <a:br>
                        <a:rPr lang="en-US" altLang="ko-KR" sz="800" dirty="0">
                          <a:effectLst/>
                          <a:latin typeface="+mn-ea"/>
                          <a:ea typeface="+mn-ea"/>
                        </a:rPr>
                      </a:br>
                      <a:r>
                        <a:rPr lang="en-US" altLang="ko-KR" sz="800" dirty="0">
                          <a:effectLst/>
                          <a:latin typeface="+mn-ea"/>
                          <a:ea typeface="+mn-ea"/>
                        </a:rPr>
                        <a:t>RF-02-04-03</a:t>
                      </a:r>
                      <a:br>
                        <a:rPr lang="en-US" altLang="ko-KR" sz="800" dirty="0">
                          <a:effectLst/>
                          <a:latin typeface="+mn-ea"/>
                          <a:ea typeface="+mn-ea"/>
                        </a:rPr>
                      </a:br>
                      <a:r>
                        <a:rPr lang="en-US" altLang="ko-KR" sz="800" dirty="0">
                          <a:effectLst/>
                          <a:latin typeface="+mn-ea"/>
                          <a:ea typeface="+mn-ea"/>
                        </a:rPr>
                        <a:t>RF-02-04-04</a:t>
                      </a:r>
                      <a:endParaRPr lang="en-US" sz="800" dirty="0">
                        <a:effectLst/>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rtl="0" fontAlgn="t"/>
                      <a:r>
                        <a:rPr lang="ko-KR" altLang="en-US" sz="800" dirty="0">
                          <a:effectLst/>
                          <a:latin typeface="+mn-ea"/>
                          <a:ea typeface="+mn-ea"/>
                        </a:rPr>
                        <a:t>판매인증을 승인 받은 채널에서 </a:t>
                      </a:r>
                      <a:r>
                        <a:rPr lang="en-US" altLang="ko-KR" sz="800" dirty="0">
                          <a:effectLst/>
                          <a:latin typeface="+mn-ea"/>
                          <a:ea typeface="+mn-ea"/>
                        </a:rPr>
                        <a:t>Shop</a:t>
                      </a:r>
                      <a:r>
                        <a:rPr lang="ko-KR" altLang="en-US" sz="800" dirty="0">
                          <a:effectLst/>
                          <a:latin typeface="+mn-ea"/>
                          <a:ea typeface="+mn-ea"/>
                        </a:rPr>
                        <a:t>채널을 생성할 경우 자사</a:t>
                      </a:r>
                      <a:r>
                        <a:rPr lang="en-US" altLang="ko-KR" sz="800" dirty="0">
                          <a:effectLst/>
                          <a:latin typeface="+mn-ea"/>
                          <a:ea typeface="+mn-ea"/>
                        </a:rPr>
                        <a:t>PG</a:t>
                      </a:r>
                      <a:r>
                        <a:rPr lang="ko-KR" altLang="en-US" sz="800" dirty="0">
                          <a:effectLst/>
                          <a:latin typeface="+mn-ea"/>
                          <a:ea typeface="+mn-ea"/>
                        </a:rPr>
                        <a:t>사 사용여부를 확인하는 영역을 표시</a:t>
                      </a: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203212778"/>
                  </a:ext>
                </a:extLst>
              </a:tr>
              <a:tr h="0">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l" rtl="0" fontAlgn="t"/>
                      <a:r>
                        <a:rPr lang="en-US" sz="800" dirty="0">
                          <a:effectLst/>
                          <a:latin typeface="+mn-ea"/>
                          <a:ea typeface="+mn-ea"/>
                        </a:rPr>
                        <a:t>RF-02-04-02-6-1</a:t>
                      </a: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rtl="0" fontAlgn="t"/>
                      <a:r>
                        <a:rPr lang="ko-KR" altLang="en-US" sz="800" dirty="0">
                          <a:effectLst/>
                          <a:latin typeface="+mn-ea"/>
                          <a:ea typeface="+mn-ea"/>
                        </a:rPr>
                        <a:t>판매인증을 승인 받은 채널에서 </a:t>
                      </a:r>
                      <a:r>
                        <a:rPr lang="en-US" altLang="ko-KR" sz="800" dirty="0">
                          <a:effectLst/>
                          <a:latin typeface="+mn-ea"/>
                          <a:ea typeface="+mn-ea"/>
                        </a:rPr>
                        <a:t>Shop</a:t>
                      </a:r>
                      <a:r>
                        <a:rPr lang="ko-KR" altLang="en-US" sz="800" dirty="0">
                          <a:effectLst/>
                          <a:latin typeface="+mn-ea"/>
                          <a:ea typeface="+mn-ea"/>
                        </a:rPr>
                        <a:t>채널을 생성할 경우 자사</a:t>
                      </a:r>
                      <a:r>
                        <a:rPr lang="en-US" altLang="ko-KR" sz="800" dirty="0">
                          <a:effectLst/>
                          <a:latin typeface="+mn-ea"/>
                          <a:ea typeface="+mn-ea"/>
                        </a:rPr>
                        <a:t>PG</a:t>
                      </a:r>
                      <a:r>
                        <a:rPr lang="ko-KR" altLang="en-US" sz="800" dirty="0">
                          <a:effectLst/>
                          <a:latin typeface="+mn-ea"/>
                          <a:ea typeface="+mn-ea"/>
                        </a:rPr>
                        <a:t>사 사용여부를 확인하는 영역을 표시</a:t>
                      </a:r>
                      <a:br>
                        <a:rPr lang="ko-KR" altLang="en-US" sz="800" dirty="0">
                          <a:effectLst/>
                          <a:latin typeface="+mn-ea"/>
                          <a:ea typeface="+mn-ea"/>
                        </a:rPr>
                      </a:br>
                      <a:r>
                        <a:rPr lang="ko-KR" altLang="en-US" sz="800" dirty="0">
                          <a:effectLst/>
                          <a:latin typeface="+mn-ea"/>
                          <a:ea typeface="+mn-ea"/>
                        </a:rPr>
                        <a:t>자사 </a:t>
                      </a:r>
                      <a:r>
                        <a:rPr lang="en-US" altLang="ko-KR" sz="800" dirty="0">
                          <a:effectLst/>
                          <a:latin typeface="+mn-ea"/>
                          <a:ea typeface="+mn-ea"/>
                        </a:rPr>
                        <a:t>PG</a:t>
                      </a:r>
                      <a:r>
                        <a:rPr lang="ko-KR" altLang="en-US" sz="800" dirty="0">
                          <a:effectLst/>
                          <a:latin typeface="+mn-ea"/>
                          <a:ea typeface="+mn-ea"/>
                        </a:rPr>
                        <a:t>를 사용으로 체크했을 경우 자사제품만 판매할 수 있다는 것을 표시</a:t>
                      </a: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49818138"/>
                  </a:ext>
                </a:extLst>
              </a:tr>
              <a:tr h="0">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l" rtl="0" fontAlgn="t"/>
                      <a:r>
                        <a:rPr lang="en-US" sz="800" dirty="0">
                          <a:effectLst/>
                          <a:latin typeface="+mn-ea"/>
                          <a:ea typeface="+mn-ea"/>
                        </a:rPr>
                        <a:t>RF-02-04-05</a:t>
                      </a: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rtl="0" fontAlgn="t"/>
                      <a:r>
                        <a:rPr lang="ko-KR" altLang="en-US" sz="800" dirty="0">
                          <a:effectLst/>
                          <a:latin typeface="+mn-ea"/>
                          <a:ea typeface="+mn-ea"/>
                        </a:rPr>
                        <a:t>판매상품리스트에서 판매형태와 해당 상품의 이익금을 볼 수 있는 항목을 표시함</a:t>
                      </a: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68627836"/>
                  </a:ext>
                </a:extLst>
              </a:tr>
              <a:tr h="0">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l" rtl="0" fontAlgn="t"/>
                      <a:r>
                        <a:rPr lang="en-US" sz="800" dirty="0">
                          <a:effectLst/>
                          <a:latin typeface="+mn-ea"/>
                          <a:ea typeface="+mn-ea"/>
                        </a:rPr>
                        <a:t>RF-02-04-05-3</a:t>
                      </a: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rtl="0" fontAlgn="t"/>
                      <a:r>
                        <a:rPr lang="ko-KR" altLang="en-US" sz="800" dirty="0">
                          <a:effectLst/>
                          <a:latin typeface="+mn-ea"/>
                          <a:ea typeface="+mn-ea"/>
                        </a:rPr>
                        <a:t>자사상품을 </a:t>
                      </a:r>
                      <a:r>
                        <a:rPr lang="en-US" altLang="ko-KR" sz="800" dirty="0">
                          <a:effectLst/>
                          <a:latin typeface="+mn-ea"/>
                          <a:ea typeface="+mn-ea"/>
                        </a:rPr>
                        <a:t>Shop</a:t>
                      </a:r>
                      <a:r>
                        <a:rPr lang="ko-KR" altLang="en-US" sz="800" dirty="0">
                          <a:effectLst/>
                          <a:latin typeface="+mn-ea"/>
                          <a:ea typeface="+mn-ea"/>
                        </a:rPr>
                        <a:t>채널에 판매물건으로 </a:t>
                      </a:r>
                      <a:r>
                        <a:rPr lang="ko-KR" altLang="en-US" sz="800" dirty="0" err="1">
                          <a:effectLst/>
                          <a:latin typeface="+mn-ea"/>
                          <a:ea typeface="+mn-ea"/>
                        </a:rPr>
                        <a:t>추가할때</a:t>
                      </a:r>
                      <a:r>
                        <a:rPr lang="ko-KR" altLang="en-US" sz="800" dirty="0">
                          <a:effectLst/>
                          <a:latin typeface="+mn-ea"/>
                          <a:ea typeface="+mn-ea"/>
                        </a:rPr>
                        <a:t> 판매가격을 표시하고 자사</a:t>
                      </a:r>
                      <a:r>
                        <a:rPr lang="en-US" altLang="ko-KR" sz="800" dirty="0">
                          <a:effectLst/>
                          <a:latin typeface="+mn-ea"/>
                          <a:ea typeface="+mn-ea"/>
                        </a:rPr>
                        <a:t>PG </a:t>
                      </a:r>
                      <a:r>
                        <a:rPr lang="ko-KR" altLang="en-US" sz="800" dirty="0">
                          <a:effectLst/>
                          <a:latin typeface="+mn-ea"/>
                          <a:ea typeface="+mn-ea"/>
                        </a:rPr>
                        <a:t>사용일 경우에는 지급포인트를 </a:t>
                      </a:r>
                      <a:r>
                        <a:rPr lang="ko-KR" altLang="en-US" sz="800" dirty="0" err="1">
                          <a:effectLst/>
                          <a:latin typeface="+mn-ea"/>
                          <a:ea typeface="+mn-ea"/>
                        </a:rPr>
                        <a:t>사용못한다는</a:t>
                      </a:r>
                      <a:r>
                        <a:rPr lang="ko-KR" altLang="en-US" sz="800" dirty="0">
                          <a:effectLst/>
                          <a:latin typeface="+mn-ea"/>
                          <a:ea typeface="+mn-ea"/>
                        </a:rPr>
                        <a:t> 것과 상품을 추가할 당시 그 시점은 </a:t>
                      </a:r>
                      <a:r>
                        <a:rPr lang="ko-KR" altLang="en-US" sz="800" dirty="0" err="1">
                          <a:effectLst/>
                          <a:latin typeface="+mn-ea"/>
                          <a:ea typeface="+mn-ea"/>
                        </a:rPr>
                        <a:t>채널요율이</a:t>
                      </a:r>
                      <a:r>
                        <a:rPr lang="ko-KR" altLang="en-US" sz="800" dirty="0">
                          <a:effectLst/>
                          <a:latin typeface="+mn-ea"/>
                          <a:ea typeface="+mn-ea"/>
                        </a:rPr>
                        <a:t> 함께 등록되어야 한다는 부분을 표시</a:t>
                      </a: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763079454"/>
                  </a:ext>
                </a:extLst>
              </a:tr>
              <a:tr h="0">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l" rtl="0" fontAlgn="t"/>
                      <a:r>
                        <a:rPr lang="en-US" sz="800" dirty="0">
                          <a:effectLst/>
                          <a:latin typeface="+mn-ea"/>
                          <a:ea typeface="+mn-ea"/>
                        </a:rPr>
                        <a:t>RF-02-04-05-4</a:t>
                      </a:r>
                    </a:p>
                    <a:p>
                      <a:pPr marL="0" marR="0" lvl="0" indent="0" algn="l" defTabSz="914400" rtl="0" eaLnBrk="1" fontAlgn="t" latinLnBrk="1" hangingPunct="1">
                        <a:lnSpc>
                          <a:spcPct val="100000"/>
                        </a:lnSpc>
                        <a:spcBef>
                          <a:spcPts val="0"/>
                        </a:spcBef>
                        <a:spcAft>
                          <a:spcPts val="0"/>
                        </a:spcAft>
                        <a:buClrTx/>
                        <a:buSzTx/>
                        <a:buFontTx/>
                        <a:buNone/>
                        <a:tabLst/>
                        <a:defRPr/>
                      </a:pPr>
                      <a:r>
                        <a:rPr lang="en-US" altLang="ko-KR" sz="800" dirty="0">
                          <a:effectLst/>
                          <a:latin typeface="+mn-ea"/>
                          <a:ea typeface="+mn-ea"/>
                        </a:rPr>
                        <a:t>RF-02-04-05-7</a:t>
                      </a: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rtl="0" fontAlgn="t"/>
                      <a:r>
                        <a:rPr lang="ko-KR" altLang="en-US" sz="800" dirty="0">
                          <a:effectLst/>
                          <a:latin typeface="+mn-ea"/>
                          <a:ea typeface="+mn-ea"/>
                        </a:rPr>
                        <a:t>자사 </a:t>
                      </a:r>
                      <a:r>
                        <a:rPr lang="en-US" altLang="ko-KR" sz="800" dirty="0">
                          <a:effectLst/>
                          <a:latin typeface="+mn-ea"/>
                          <a:ea typeface="+mn-ea"/>
                        </a:rPr>
                        <a:t>PG</a:t>
                      </a:r>
                      <a:r>
                        <a:rPr lang="ko-KR" altLang="en-US" sz="800" dirty="0">
                          <a:effectLst/>
                          <a:latin typeface="+mn-ea"/>
                          <a:ea typeface="+mn-ea"/>
                        </a:rPr>
                        <a:t>를 이용하는 경우 공유상품영역과 제휴상품영역이 제한되는 가이드 내용을 추가</a:t>
                      </a: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432747483"/>
                  </a:ext>
                </a:extLst>
              </a:tr>
              <a:tr h="0">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l" rtl="0" fontAlgn="t"/>
                      <a:r>
                        <a:rPr lang="en-US" sz="800" dirty="0">
                          <a:effectLst/>
                          <a:latin typeface="+mn-ea"/>
                          <a:ea typeface="+mn-ea"/>
                        </a:rPr>
                        <a:t>RF-02-04-05-5</a:t>
                      </a: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rtl="0" fontAlgn="t"/>
                      <a:r>
                        <a:rPr lang="ko-KR" altLang="en-US" sz="800" dirty="0">
                          <a:effectLst/>
                          <a:latin typeface="+mn-ea"/>
                          <a:ea typeface="+mn-ea"/>
                        </a:rPr>
                        <a:t>상품판매일 경우와 위탁판매일 경우 판매조건표시 부분을 표시</a:t>
                      </a: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644394505"/>
                  </a:ext>
                </a:extLst>
              </a:tr>
              <a:tr h="0">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l" rtl="0" fontAlgn="t"/>
                      <a:r>
                        <a:rPr lang="en-US" sz="800" dirty="0">
                          <a:effectLst/>
                          <a:latin typeface="+mn-ea"/>
                          <a:ea typeface="+mn-ea"/>
                        </a:rPr>
                        <a:t>RF-02-04-05-9</a:t>
                      </a: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rtl="0" fontAlgn="t"/>
                      <a:r>
                        <a:rPr lang="ko-KR" altLang="en-US" sz="800" dirty="0">
                          <a:effectLst/>
                          <a:latin typeface="+mn-ea"/>
                          <a:ea typeface="+mn-ea"/>
                        </a:rPr>
                        <a:t>제휴상품 </a:t>
                      </a:r>
                      <a:r>
                        <a:rPr lang="ko-KR" altLang="en-US" sz="800" dirty="0" err="1">
                          <a:effectLst/>
                          <a:latin typeface="+mn-ea"/>
                          <a:ea typeface="+mn-ea"/>
                        </a:rPr>
                        <a:t>신청시</a:t>
                      </a:r>
                      <a:r>
                        <a:rPr lang="ko-KR" altLang="en-US" sz="800" dirty="0">
                          <a:effectLst/>
                          <a:latin typeface="+mn-ea"/>
                          <a:ea typeface="+mn-ea"/>
                        </a:rPr>
                        <a:t> 제시한 금액을 수정할 수 없는 내용을 추가</a:t>
                      </a: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262240767"/>
                  </a:ext>
                </a:extLst>
              </a:tr>
              <a:tr h="0">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rtl="0" fontAlgn="t"/>
                      <a:r>
                        <a:rPr lang="en-US" sz="800" dirty="0">
                          <a:effectLst/>
                          <a:latin typeface="+mn-ea"/>
                          <a:ea typeface="+mn-ea"/>
                        </a:rPr>
                        <a:t>RF-02-05-02</a:t>
                      </a: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rtl="0" fontAlgn="t"/>
                      <a:r>
                        <a:rPr lang="ko-KR" altLang="en-US" sz="800" dirty="0" err="1">
                          <a:effectLst/>
                          <a:latin typeface="+mn-ea"/>
                          <a:ea typeface="+mn-ea"/>
                        </a:rPr>
                        <a:t>상품입력창에서</a:t>
                      </a:r>
                      <a:r>
                        <a:rPr lang="ko-KR" altLang="en-US" sz="800" dirty="0">
                          <a:effectLst/>
                          <a:latin typeface="+mn-ea"/>
                          <a:ea typeface="+mn-ea"/>
                        </a:rPr>
                        <a:t> 판매범위 위치 변경 및 공유구분으로 명칭 변경 표시</a:t>
                      </a: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399594799"/>
                  </a:ext>
                </a:extLst>
              </a:tr>
              <a:tr h="0">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rtl="0" fontAlgn="t"/>
                      <a:r>
                        <a:rPr lang="en-US" sz="800" dirty="0">
                          <a:effectLst/>
                          <a:latin typeface="+mn-ea"/>
                          <a:ea typeface="+mn-ea"/>
                        </a:rPr>
                        <a:t>RF-02-05-02-5</a:t>
                      </a: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rtl="0" fontAlgn="t"/>
                      <a:r>
                        <a:rPr lang="ko-KR" altLang="en-US" sz="800" dirty="0" err="1">
                          <a:effectLst/>
                          <a:latin typeface="+mn-ea"/>
                          <a:ea typeface="+mn-ea"/>
                        </a:rPr>
                        <a:t>상품입력창에서</a:t>
                      </a:r>
                      <a:r>
                        <a:rPr lang="ko-KR" altLang="en-US" sz="800" dirty="0">
                          <a:effectLst/>
                          <a:latin typeface="+mn-ea"/>
                          <a:ea typeface="+mn-ea"/>
                        </a:rPr>
                        <a:t> 판매가격 설정하는 내용수정</a:t>
                      </a: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663523924"/>
                  </a:ext>
                </a:extLst>
              </a:tr>
              <a:tr h="0">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rtl="0" fontAlgn="t"/>
                      <a:r>
                        <a:rPr lang="en-US" sz="800" dirty="0">
                          <a:effectLst/>
                          <a:latin typeface="+mn-ea"/>
                          <a:ea typeface="+mn-ea"/>
                        </a:rPr>
                        <a:t>RF-02-07-01 ~ 09</a:t>
                      </a: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rtl="0" fontAlgn="t"/>
                      <a:r>
                        <a:rPr lang="ko-KR" altLang="en-US" sz="800" dirty="0">
                          <a:effectLst/>
                          <a:latin typeface="+mn-ea"/>
                          <a:ea typeface="+mn-ea"/>
                        </a:rPr>
                        <a:t>주문리스트 항목 표시 방법 현행화</a:t>
                      </a: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49026393"/>
                  </a:ext>
                </a:extLst>
              </a:tr>
              <a:tr h="0">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rtl="0" fontAlgn="t"/>
                      <a:r>
                        <a:rPr lang="en-US" sz="800" dirty="0">
                          <a:effectLst/>
                          <a:latin typeface="+mn-ea"/>
                          <a:ea typeface="+mn-ea"/>
                        </a:rPr>
                        <a:t>RF-02-08-01-2 </a:t>
                      </a: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rtl="0" fontAlgn="t"/>
                      <a:r>
                        <a:rPr lang="ko-KR" altLang="en-US" sz="800" dirty="0">
                          <a:effectLst/>
                          <a:latin typeface="+mn-ea"/>
                          <a:ea typeface="+mn-ea"/>
                        </a:rPr>
                        <a:t>정산 항목을 현행화</a:t>
                      </a: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499189802"/>
                  </a:ext>
                </a:extLst>
              </a:tr>
              <a:tr h="0">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l" latinLnBrk="1"/>
                      <a:r>
                        <a:rPr lang="en-US" altLang="ko-KR" sz="800" dirty="0">
                          <a:latin typeface="+mn-ea"/>
                          <a:ea typeface="+mn-ea"/>
                        </a:rPr>
                        <a:t>RF-02-11-01</a:t>
                      </a: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ko-KR" altLang="en-US" sz="800" dirty="0">
                          <a:latin typeface="+mn-ea"/>
                          <a:ea typeface="+mn-ea"/>
                        </a:rPr>
                        <a:t>포인트 정책 변경으로 화면 재설계</a:t>
                      </a:r>
                      <a:endParaRPr lang="en-US" altLang="ko-KR"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57587311"/>
                  </a:ext>
                </a:extLst>
              </a:tr>
            </a:tbl>
          </a:graphicData>
        </a:graphic>
      </p:graphicFrame>
      <p:sp>
        <p:nvSpPr>
          <p:cNvPr id="3" name="TextBox 2">
            <a:extLst>
              <a:ext uri="{FF2B5EF4-FFF2-40B4-BE49-F238E27FC236}">
                <a16:creationId xmlns:a16="http://schemas.microsoft.com/office/drawing/2014/main" id="{CFE9DA55-40E2-4343-9CE6-1598D735645D}"/>
              </a:ext>
            </a:extLst>
          </p:cNvPr>
          <p:cNvSpPr txBox="1"/>
          <p:nvPr/>
        </p:nvSpPr>
        <p:spPr>
          <a:xfrm>
            <a:off x="574947" y="236169"/>
            <a:ext cx="1144865" cy="307777"/>
          </a:xfrm>
          <a:prstGeom prst="rect">
            <a:avLst/>
          </a:prstGeom>
          <a:noFill/>
        </p:spPr>
        <p:txBody>
          <a:bodyPr wrap="none" rtlCol="0">
            <a:spAutoFit/>
          </a:bodyPr>
          <a:lstStyle/>
          <a:p>
            <a:r>
              <a:rPr lang="ko-KR" altLang="en-US" sz="1400" b="1" dirty="0"/>
              <a:t>● 개정이력</a:t>
            </a:r>
            <a:endParaRPr lang="ko-KR" altLang="en-US" sz="800" b="1" dirty="0"/>
          </a:p>
        </p:txBody>
      </p:sp>
      <p:sp>
        <p:nvSpPr>
          <p:cNvPr id="8" name="TextBox 7">
            <a:extLst>
              <a:ext uri="{FF2B5EF4-FFF2-40B4-BE49-F238E27FC236}">
                <a16:creationId xmlns:a16="http://schemas.microsoft.com/office/drawing/2014/main" id="{271B86A4-F1C5-4911-8550-798BD91013C2}"/>
              </a:ext>
            </a:extLst>
          </p:cNvPr>
          <p:cNvSpPr txBox="1"/>
          <p:nvPr/>
        </p:nvSpPr>
        <p:spPr>
          <a:xfrm>
            <a:off x="574945" y="6108227"/>
            <a:ext cx="4196983" cy="437877"/>
          </a:xfrm>
          <a:prstGeom prst="rect">
            <a:avLst/>
          </a:prstGeom>
          <a:noFill/>
        </p:spPr>
        <p:txBody>
          <a:bodyPr wrap="none" rtlCol="0">
            <a:spAutoFit/>
          </a:bodyPr>
          <a:lstStyle/>
          <a:p>
            <a:pPr>
              <a:lnSpc>
                <a:spcPct val="150000"/>
              </a:lnSpc>
            </a:pPr>
            <a:r>
              <a:rPr lang="en-US" altLang="ko-KR" sz="800" b="1" dirty="0">
                <a:latin typeface="+mn-ea"/>
              </a:rPr>
              <a:t>[1] </a:t>
            </a:r>
            <a:r>
              <a:rPr lang="ko-KR" altLang="en-US" sz="800" b="1" dirty="0">
                <a:latin typeface="+mn-ea"/>
              </a:rPr>
              <a:t>개정 사유 </a:t>
            </a:r>
            <a:r>
              <a:rPr lang="en-US" altLang="ko-KR" sz="800" b="1" dirty="0">
                <a:latin typeface="+mn-ea"/>
              </a:rPr>
              <a:t>: </a:t>
            </a:r>
            <a:r>
              <a:rPr lang="ko-KR" altLang="en-US" sz="800" b="1" dirty="0">
                <a:latin typeface="+mn-ea"/>
              </a:rPr>
              <a:t>제정 또는 개정 내용이 이전 문서에 대해 추가</a:t>
            </a:r>
            <a:r>
              <a:rPr lang="en-US" altLang="ko-KR" sz="800" b="1" dirty="0">
                <a:latin typeface="+mn-ea"/>
              </a:rPr>
              <a:t>/</a:t>
            </a:r>
            <a:r>
              <a:rPr lang="ko-KR" altLang="en-US" sz="800" b="1" dirty="0">
                <a:latin typeface="+mn-ea"/>
              </a:rPr>
              <a:t>수정</a:t>
            </a:r>
            <a:r>
              <a:rPr lang="en-US" altLang="ko-KR" sz="800" b="1" dirty="0">
                <a:latin typeface="+mn-ea"/>
              </a:rPr>
              <a:t>/</a:t>
            </a:r>
            <a:r>
              <a:rPr lang="ko-KR" altLang="en-US" sz="800" b="1" dirty="0">
                <a:latin typeface="+mn-ea"/>
              </a:rPr>
              <a:t>삭제인지 선택 기입</a:t>
            </a:r>
            <a:endParaRPr lang="en-US" altLang="ko-KR" sz="800" b="1" dirty="0">
              <a:latin typeface="+mn-ea"/>
            </a:endParaRPr>
          </a:p>
          <a:p>
            <a:pPr>
              <a:lnSpc>
                <a:spcPct val="150000"/>
              </a:lnSpc>
            </a:pPr>
            <a:r>
              <a:rPr lang="en-US" altLang="ko-KR" sz="800" b="1" dirty="0">
                <a:latin typeface="+mn-ea"/>
              </a:rPr>
              <a:t>[2] </a:t>
            </a:r>
            <a:r>
              <a:rPr lang="ko-KR" altLang="en-US" sz="800" b="1" dirty="0">
                <a:latin typeface="+mn-ea"/>
              </a:rPr>
              <a:t>개정 내역 </a:t>
            </a:r>
            <a:r>
              <a:rPr lang="en-US" altLang="ko-KR" sz="800" b="1" dirty="0">
                <a:latin typeface="+mn-ea"/>
              </a:rPr>
              <a:t>: </a:t>
            </a:r>
            <a:r>
              <a:rPr lang="ko-KR" altLang="en-US" sz="800" b="1" dirty="0">
                <a:latin typeface="+mn-ea"/>
              </a:rPr>
              <a:t>개정이 발생하는 위치와 변경 내용을 기술</a:t>
            </a:r>
          </a:p>
        </p:txBody>
      </p:sp>
      <p:sp>
        <p:nvSpPr>
          <p:cNvPr id="5" name="TextBox 4">
            <a:extLst>
              <a:ext uri="{FF2B5EF4-FFF2-40B4-BE49-F238E27FC236}">
                <a16:creationId xmlns:a16="http://schemas.microsoft.com/office/drawing/2014/main" id="{B043363E-88DE-41FE-8832-C2FC2CB44129}"/>
              </a:ext>
            </a:extLst>
          </p:cNvPr>
          <p:cNvSpPr txBox="1"/>
          <p:nvPr/>
        </p:nvSpPr>
        <p:spPr>
          <a:xfrm>
            <a:off x="11300095" y="390057"/>
            <a:ext cx="391454" cy="253211"/>
          </a:xfrm>
          <a:prstGeom prst="rect">
            <a:avLst/>
          </a:prstGeom>
          <a:noFill/>
        </p:spPr>
        <p:txBody>
          <a:bodyPr wrap="none" rtlCol="0">
            <a:spAutoFit/>
          </a:bodyPr>
          <a:lstStyle/>
          <a:p>
            <a:pPr>
              <a:lnSpc>
                <a:spcPct val="150000"/>
              </a:lnSpc>
            </a:pPr>
            <a:r>
              <a:rPr lang="en-US" altLang="ko-KR" sz="800" dirty="0">
                <a:latin typeface="+mn-ea"/>
              </a:rPr>
              <a:t>( 1 )</a:t>
            </a:r>
            <a:endParaRPr lang="ko-KR" altLang="en-US" sz="800" dirty="0">
              <a:latin typeface="+mn-ea"/>
            </a:endParaRPr>
          </a:p>
        </p:txBody>
      </p:sp>
    </p:spTree>
    <p:extLst>
      <p:ext uri="{BB962C8B-B14F-4D97-AF65-F5344CB8AC3E}">
        <p14:creationId xmlns:p14="http://schemas.microsoft.com/office/powerpoint/2010/main" val="1912750283"/>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CFE9DA55-40E2-4343-9CE6-1598D735645D}"/>
              </a:ext>
            </a:extLst>
          </p:cNvPr>
          <p:cNvSpPr txBox="1"/>
          <p:nvPr/>
        </p:nvSpPr>
        <p:spPr>
          <a:xfrm>
            <a:off x="574947" y="236169"/>
            <a:ext cx="1144865" cy="307777"/>
          </a:xfrm>
          <a:prstGeom prst="rect">
            <a:avLst/>
          </a:prstGeom>
          <a:noFill/>
        </p:spPr>
        <p:txBody>
          <a:bodyPr wrap="none" rtlCol="0">
            <a:spAutoFit/>
          </a:bodyPr>
          <a:lstStyle/>
          <a:p>
            <a:r>
              <a:rPr lang="ko-KR" altLang="en-US" sz="1400" b="1" dirty="0"/>
              <a:t>● 개정이력</a:t>
            </a:r>
          </a:p>
        </p:txBody>
      </p:sp>
      <p:graphicFrame>
        <p:nvGraphicFramePr>
          <p:cNvPr id="5" name="표 2">
            <a:extLst>
              <a:ext uri="{FF2B5EF4-FFF2-40B4-BE49-F238E27FC236}">
                <a16:creationId xmlns:a16="http://schemas.microsoft.com/office/drawing/2014/main" id="{DEFF0490-4466-4FE8-A776-3286D37D44A0}"/>
              </a:ext>
            </a:extLst>
          </p:cNvPr>
          <p:cNvGraphicFramePr>
            <a:graphicFrameLocks noGrp="1"/>
          </p:cNvGraphicFramePr>
          <p:nvPr>
            <p:extLst>
              <p:ext uri="{D42A27DB-BD31-4B8C-83A1-F6EECF244321}">
                <p14:modId xmlns:p14="http://schemas.microsoft.com/office/powerpoint/2010/main" val="2557923576"/>
              </p:ext>
            </p:extLst>
          </p:nvPr>
        </p:nvGraphicFramePr>
        <p:xfrm>
          <a:off x="574945" y="668037"/>
          <a:ext cx="11042108" cy="1837440"/>
        </p:xfrm>
        <a:graphic>
          <a:graphicData uri="http://schemas.openxmlformats.org/drawingml/2006/table">
            <a:tbl>
              <a:tblPr firstRow="1" bandRow="1">
                <a:tableStyleId>{5940675A-B579-460E-94D1-54222C63F5DA}</a:tableStyleId>
              </a:tblPr>
              <a:tblGrid>
                <a:gridCol w="618014">
                  <a:extLst>
                    <a:ext uri="{9D8B030D-6E8A-4147-A177-3AD203B41FA5}">
                      <a16:colId xmlns:a16="http://schemas.microsoft.com/office/drawing/2014/main" val="3974465490"/>
                    </a:ext>
                  </a:extLst>
                </a:gridCol>
                <a:gridCol w="896233">
                  <a:extLst>
                    <a:ext uri="{9D8B030D-6E8A-4147-A177-3AD203B41FA5}">
                      <a16:colId xmlns:a16="http://schemas.microsoft.com/office/drawing/2014/main" val="2498347245"/>
                    </a:ext>
                  </a:extLst>
                </a:gridCol>
                <a:gridCol w="890178">
                  <a:extLst>
                    <a:ext uri="{9D8B030D-6E8A-4147-A177-3AD203B41FA5}">
                      <a16:colId xmlns:a16="http://schemas.microsoft.com/office/drawing/2014/main" val="1711927250"/>
                    </a:ext>
                  </a:extLst>
                </a:gridCol>
                <a:gridCol w="1217980">
                  <a:extLst>
                    <a:ext uri="{9D8B030D-6E8A-4147-A177-3AD203B41FA5}">
                      <a16:colId xmlns:a16="http://schemas.microsoft.com/office/drawing/2014/main" val="1278027280"/>
                    </a:ext>
                  </a:extLst>
                </a:gridCol>
                <a:gridCol w="5679381">
                  <a:extLst>
                    <a:ext uri="{9D8B030D-6E8A-4147-A177-3AD203B41FA5}">
                      <a16:colId xmlns:a16="http://schemas.microsoft.com/office/drawing/2014/main" val="1771077391"/>
                    </a:ext>
                  </a:extLst>
                </a:gridCol>
                <a:gridCol w="884122">
                  <a:extLst>
                    <a:ext uri="{9D8B030D-6E8A-4147-A177-3AD203B41FA5}">
                      <a16:colId xmlns:a16="http://schemas.microsoft.com/office/drawing/2014/main" val="1427664614"/>
                    </a:ext>
                  </a:extLst>
                </a:gridCol>
                <a:gridCol w="856200">
                  <a:extLst>
                    <a:ext uri="{9D8B030D-6E8A-4147-A177-3AD203B41FA5}">
                      <a16:colId xmlns:a16="http://schemas.microsoft.com/office/drawing/2014/main" val="1710484670"/>
                    </a:ext>
                  </a:extLst>
                </a:gridCol>
              </a:tblGrid>
              <a:tr h="0">
                <a:tc rowSpan="2">
                  <a:txBody>
                    <a:bodyPr/>
                    <a:lstStyle/>
                    <a:p>
                      <a:pPr algn="ctr" latinLnBrk="1"/>
                      <a:r>
                        <a:rPr lang="ko-KR" altLang="en-US" sz="1000" b="1" dirty="0"/>
                        <a:t>버전</a:t>
                      </a:r>
                    </a:p>
                  </a:txBody>
                  <a:tcPr anchor="ctr">
                    <a:lnL w="9525" cap="flat" cmpd="sng" algn="ctr">
                      <a:solidFill>
                        <a:schemeClr val="bg1"/>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1000" b="1" dirty="0"/>
                        <a:t>개정일자</a:t>
                      </a:r>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solidFill>
                      <a:schemeClr val="bg1">
                        <a:lumMod val="95000"/>
                      </a:schemeClr>
                    </a:solidFill>
                  </a:tcPr>
                </a:tc>
                <a:tc rowSpan="2">
                  <a:txBody>
                    <a:bodyPr/>
                    <a:lstStyle/>
                    <a:p>
                      <a:pPr algn="ctr" latinLnBrk="1"/>
                      <a:r>
                        <a:rPr lang="en-US" altLang="ko-KR" sz="1000" b="1" baseline="30000" dirty="0"/>
                        <a:t>[1] </a:t>
                      </a:r>
                      <a:r>
                        <a:rPr lang="ko-KR" altLang="en-US" sz="1000" b="1" dirty="0"/>
                        <a:t>개정사유</a:t>
                      </a:r>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solidFill>
                      <a:schemeClr val="bg1">
                        <a:lumMod val="95000"/>
                      </a:schemeClr>
                    </a:solidFill>
                  </a:tcPr>
                </a:tc>
                <a:tc gridSpan="2">
                  <a:txBody>
                    <a:bodyPr/>
                    <a:lstStyle/>
                    <a:p>
                      <a:pPr algn="ctr" latinLnBrk="1"/>
                      <a:r>
                        <a:rPr lang="en-US" altLang="ko-KR" sz="1000" b="1" baseline="30000" dirty="0"/>
                        <a:t>[2] </a:t>
                      </a:r>
                      <a:r>
                        <a:rPr lang="ko-KR" altLang="en-US" sz="1000" b="1" dirty="0"/>
                        <a:t>개정내역</a:t>
                      </a:r>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solidFill>
                      <a:schemeClr val="bg1">
                        <a:lumMod val="95000"/>
                      </a:schemeClr>
                    </a:solidFill>
                  </a:tcPr>
                </a:tc>
                <a:tc hMerge="1">
                  <a:txBody>
                    <a:bodyPr/>
                    <a:lstStyle/>
                    <a:p>
                      <a:pPr algn="ctr" latinLnBrk="1"/>
                      <a:r>
                        <a:rPr lang="en-US" altLang="ko-KR" sz="1000" dirty="0"/>
                        <a:t>[2]</a:t>
                      </a:r>
                      <a:r>
                        <a:rPr lang="ko-KR" altLang="en-US" sz="1000" dirty="0"/>
                        <a:t>개정내역</a:t>
                      </a: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algn="ctr" latinLnBrk="1"/>
                      <a:r>
                        <a:rPr lang="ko-KR" altLang="en-US" sz="1000" b="1" dirty="0"/>
                        <a:t>작성자</a:t>
                      </a:r>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1000" b="1" dirty="0"/>
                        <a:t>승인자</a:t>
                      </a:r>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672243541"/>
                  </a:ext>
                </a:extLst>
              </a:tr>
              <a:tr h="0">
                <a:tc vMerge="1">
                  <a:txBody>
                    <a:bodyPr/>
                    <a:lstStyle/>
                    <a:p>
                      <a:pPr latinLnBrk="1"/>
                      <a:endParaRPr lang="ko-KR" altLang="en-US" sz="1000" dirty="0"/>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solidFill>
                      <a:schemeClr val="bg1"/>
                    </a:solidFill>
                  </a:tcPr>
                </a:tc>
                <a:tc vMerge="1">
                  <a:txBody>
                    <a:bodyPr/>
                    <a:lstStyle/>
                    <a:p>
                      <a:pPr latinLnBrk="1"/>
                      <a:endParaRPr lang="ko-KR" altLang="en-US" sz="1000" dirty="0"/>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solidFill>
                      <a:schemeClr val="bg1"/>
                    </a:solidFill>
                  </a:tcPr>
                </a:tc>
                <a:tc vMerge="1">
                  <a:txBody>
                    <a:bodyPr/>
                    <a:lstStyle/>
                    <a:p>
                      <a:pPr latinLnBrk="1"/>
                      <a:endParaRPr lang="ko-KR" altLang="en-US" sz="1000" dirty="0"/>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ko-KR" altLang="en-US" sz="1000" b="1" dirty="0"/>
                        <a:t>위치</a:t>
                      </a:r>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1000" b="1" dirty="0"/>
                        <a:t>변경내용</a:t>
                      </a:r>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solidFill>
                      <a:schemeClr val="bg1">
                        <a:lumMod val="95000"/>
                      </a:schemeClr>
                    </a:solidFill>
                  </a:tcPr>
                </a:tc>
                <a:tc vMerge="1">
                  <a:txBody>
                    <a:bodyPr/>
                    <a:lstStyle/>
                    <a:p>
                      <a:pPr latinLnBrk="1"/>
                      <a:endParaRPr lang="ko-KR" altLang="en-US" sz="1000" dirty="0"/>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solidFill>
                      <a:schemeClr val="bg1"/>
                    </a:solidFill>
                  </a:tcPr>
                </a:tc>
                <a:tc vMerge="1">
                  <a:txBody>
                    <a:bodyPr/>
                    <a:lstStyle/>
                    <a:p>
                      <a:pPr latinLnBrk="1"/>
                      <a:endParaRPr lang="ko-KR" altLang="en-US" sz="1000" dirty="0"/>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071146182"/>
                  </a:ext>
                </a:extLst>
              </a:tr>
              <a:tr h="0">
                <a:tc rowSpan="4">
                  <a:txBody>
                    <a:bodyPr/>
                    <a:lstStyle/>
                    <a:p>
                      <a:pPr algn="ctr" latinLnBrk="1"/>
                      <a:r>
                        <a:rPr lang="en-US" altLang="ko-KR" sz="800" dirty="0">
                          <a:latin typeface="+mn-ea"/>
                          <a:ea typeface="+mn-ea"/>
                        </a:rPr>
                        <a:t>3.0.0</a:t>
                      </a:r>
                      <a:endParaRPr lang="ko-KR" altLang="en-US" sz="800" dirty="0">
                        <a:latin typeface="+mn-ea"/>
                        <a:ea typeface="+mn-ea"/>
                      </a:endParaRPr>
                    </a:p>
                  </a:txBody>
                  <a:tcPr marL="90000" marR="90000" marT="46800" marB="46800">
                    <a:lnL w="9525" cap="flat" cmpd="sng" algn="ctr">
                      <a:solidFill>
                        <a:schemeClr val="bg1"/>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row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2026.07.22</a:t>
                      </a:r>
                      <a:endParaRPr lang="ko-KR" altLang="en-US" sz="800" dirty="0">
                        <a:latin typeface="+mn-ea"/>
                        <a:ea typeface="+mn-ea"/>
                      </a:endParaRPr>
                    </a:p>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rowSpan="3">
                  <a:txBody>
                    <a:bodyPr/>
                    <a:lstStyle/>
                    <a:p>
                      <a:pPr algn="ctr" latinLnBrk="1"/>
                      <a:r>
                        <a:rPr lang="ko-KR" altLang="en-US" sz="800" dirty="0">
                          <a:latin typeface="+mn-ea"/>
                          <a:ea typeface="+mn-ea"/>
                        </a:rPr>
                        <a:t>추가</a:t>
                      </a: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RF-02-08-01-3</a:t>
                      </a: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rtl="0" fontAlgn="t"/>
                      <a:r>
                        <a:rPr lang="ko-KR" altLang="en-US" sz="800" dirty="0">
                          <a:effectLst/>
                          <a:latin typeface="+mn-ea"/>
                          <a:ea typeface="+mn-ea"/>
                        </a:rPr>
                        <a:t>정산 엑셀 상세 표시 화면 추가</a:t>
                      </a: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rowSpan="4">
                  <a:txBody>
                    <a:bodyPr/>
                    <a:lstStyle/>
                    <a:p>
                      <a:pPr algn="ctr" latinLnBrk="1"/>
                      <a:r>
                        <a:rPr lang="ko-KR" altLang="en-US" sz="800" dirty="0">
                          <a:latin typeface="+mn-ea"/>
                          <a:ea typeface="+mn-ea"/>
                        </a:rPr>
                        <a:t>김대호</a:t>
                      </a: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rowSpan="4">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20243358"/>
                  </a:ext>
                </a:extLst>
              </a:tr>
              <a:tr h="0">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RF-02-08-01-4</a:t>
                      </a: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l" defTabSz="914400" rtl="0" eaLnBrk="1" fontAlgn="t" latinLnBrk="1" hangingPunct="1">
                        <a:lnSpc>
                          <a:spcPct val="100000"/>
                        </a:lnSpc>
                        <a:spcBef>
                          <a:spcPts val="0"/>
                        </a:spcBef>
                        <a:spcAft>
                          <a:spcPts val="0"/>
                        </a:spcAft>
                        <a:buClrTx/>
                        <a:buSzTx/>
                        <a:buFontTx/>
                        <a:buNone/>
                        <a:tabLst/>
                        <a:defRPr/>
                      </a:pPr>
                      <a:r>
                        <a:rPr lang="ko-KR" altLang="en-US" sz="800" dirty="0">
                          <a:effectLst/>
                          <a:latin typeface="+mn-ea"/>
                          <a:ea typeface="+mn-ea"/>
                        </a:rPr>
                        <a:t>추가 배송비 엑셀 상세 표시 화면 추가</a:t>
                      </a: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latinLnBrk="1"/>
                      <a:endParaRPr lang="ko-KR" altLang="en-US"/>
                    </a:p>
                  </a:txBody>
                  <a:tcPr/>
                </a:tc>
                <a:tc vMerge="1">
                  <a:txBody>
                    <a:bodyPr/>
                    <a:lstStyle/>
                    <a:p>
                      <a:pPr latinLnBrk="1"/>
                      <a:endParaRPr lang="ko-KR" altLang="en-US"/>
                    </a:p>
                  </a:txBody>
                  <a:tcPr/>
                </a:tc>
                <a:extLst>
                  <a:ext uri="{0D108BD9-81ED-4DB2-BD59-A6C34878D82A}">
                    <a16:rowId xmlns:a16="http://schemas.microsoft.com/office/drawing/2014/main" val="4230823413"/>
                  </a:ext>
                </a:extLst>
              </a:tr>
              <a:tr h="0">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l" latinLnBrk="1"/>
                      <a:r>
                        <a:rPr lang="en-US" altLang="ko-KR" sz="800" dirty="0">
                          <a:latin typeface="+mn-ea"/>
                          <a:ea typeface="+mn-ea"/>
                        </a:rPr>
                        <a:t>RF-02-08-02-1</a:t>
                      </a:r>
                    </a:p>
                    <a:p>
                      <a:pPr algn="l" latinLnBrk="1"/>
                      <a:r>
                        <a:rPr lang="en-US" altLang="ko-KR" sz="800" dirty="0">
                          <a:latin typeface="+mn-ea"/>
                          <a:ea typeface="+mn-ea"/>
                        </a:rPr>
                        <a:t>RF-02-08-02-2</a:t>
                      </a:r>
                    </a:p>
                    <a:p>
                      <a:pPr algn="l" latinLnBrk="1"/>
                      <a:r>
                        <a:rPr lang="en-US" altLang="ko-KR" sz="800" dirty="0">
                          <a:latin typeface="+mn-ea"/>
                          <a:ea typeface="+mn-ea"/>
                        </a:rPr>
                        <a:t>RF-02-08-02-3</a:t>
                      </a:r>
                    </a:p>
                    <a:p>
                      <a:pPr algn="l" latinLnBrk="1"/>
                      <a:r>
                        <a:rPr lang="en-US" altLang="ko-KR" sz="800" dirty="0">
                          <a:latin typeface="+mn-ea"/>
                          <a:ea typeface="+mn-ea"/>
                        </a:rPr>
                        <a:t>RF-02-08-02-4</a:t>
                      </a: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총괄관리자 정산 관련 화면 추가</a:t>
                      </a:r>
                      <a:endParaRPr lang="en-US" altLang="ko-KR" sz="800" dirty="0">
                        <a:latin typeface="+mn-ea"/>
                        <a:ea typeface="+mn-ea"/>
                      </a:endParaRPr>
                    </a:p>
                    <a:p>
                      <a:pPr latinLnBrk="1"/>
                      <a:endParaRPr lang="en-US" altLang="ko-KR"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42777521"/>
                  </a:ext>
                </a:extLst>
              </a:tr>
              <a:tr h="0">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latinLnBrk="1"/>
                      <a:r>
                        <a:rPr lang="ko-KR" altLang="en-US" sz="800" dirty="0">
                          <a:latin typeface="+mn-ea"/>
                          <a:ea typeface="+mn-ea"/>
                        </a:rPr>
                        <a:t>삭제</a:t>
                      </a: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RF-02-11-01-1</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RF-02-11-01-2</a:t>
                      </a: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포인트 정책 변경으로 화면 삭제</a:t>
                      </a:r>
                      <a:endParaRPr lang="en-US" altLang="ko-KR"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pPr algn="ctr" latinLnBrk="1"/>
                      <a:endParaRPr lang="ko-KR" altLang="en-US" sz="800" dirty="0">
                        <a:latin typeface="+mn-ea"/>
                        <a:ea typeface="+mn-ea"/>
                      </a:endParaRPr>
                    </a:p>
                  </a:txBody>
                  <a:tcPr marL="90000" marR="90000" marT="46800" marB="46800">
                    <a:lnL w="9525" cap="flat" cmpd="sng" algn="ctr">
                      <a:solidFill>
                        <a:schemeClr val="bg1">
                          <a:lumMod val="85000"/>
                        </a:schemeClr>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202170970"/>
                  </a:ext>
                </a:extLst>
              </a:tr>
            </a:tbl>
          </a:graphicData>
        </a:graphic>
      </p:graphicFrame>
      <p:sp>
        <p:nvSpPr>
          <p:cNvPr id="7" name="TextBox 6">
            <a:extLst>
              <a:ext uri="{FF2B5EF4-FFF2-40B4-BE49-F238E27FC236}">
                <a16:creationId xmlns:a16="http://schemas.microsoft.com/office/drawing/2014/main" id="{5B12F50C-C179-4CD0-AAA4-7893C88E4483}"/>
              </a:ext>
            </a:extLst>
          </p:cNvPr>
          <p:cNvSpPr txBox="1"/>
          <p:nvPr/>
        </p:nvSpPr>
        <p:spPr>
          <a:xfrm>
            <a:off x="574945" y="6108227"/>
            <a:ext cx="4196983" cy="437877"/>
          </a:xfrm>
          <a:prstGeom prst="rect">
            <a:avLst/>
          </a:prstGeom>
          <a:noFill/>
        </p:spPr>
        <p:txBody>
          <a:bodyPr wrap="none" rtlCol="0">
            <a:spAutoFit/>
          </a:bodyPr>
          <a:lstStyle/>
          <a:p>
            <a:pPr>
              <a:lnSpc>
                <a:spcPct val="150000"/>
              </a:lnSpc>
            </a:pPr>
            <a:r>
              <a:rPr lang="en-US" altLang="ko-KR" sz="800" b="1" dirty="0">
                <a:latin typeface="+mn-ea"/>
              </a:rPr>
              <a:t>[1] </a:t>
            </a:r>
            <a:r>
              <a:rPr lang="ko-KR" altLang="en-US" sz="800" b="1" dirty="0">
                <a:latin typeface="+mn-ea"/>
              </a:rPr>
              <a:t>개정 사유 </a:t>
            </a:r>
            <a:r>
              <a:rPr lang="en-US" altLang="ko-KR" sz="800" b="1" dirty="0">
                <a:latin typeface="+mn-ea"/>
              </a:rPr>
              <a:t>: </a:t>
            </a:r>
            <a:r>
              <a:rPr lang="ko-KR" altLang="en-US" sz="800" b="1" dirty="0">
                <a:latin typeface="+mn-ea"/>
              </a:rPr>
              <a:t>제정 또는 개정 내용이 이전 문서에 대해 추가</a:t>
            </a:r>
            <a:r>
              <a:rPr lang="en-US" altLang="ko-KR" sz="800" b="1" dirty="0">
                <a:latin typeface="+mn-ea"/>
              </a:rPr>
              <a:t>/</a:t>
            </a:r>
            <a:r>
              <a:rPr lang="ko-KR" altLang="en-US" sz="800" b="1" dirty="0">
                <a:latin typeface="+mn-ea"/>
              </a:rPr>
              <a:t>수정</a:t>
            </a:r>
            <a:r>
              <a:rPr lang="en-US" altLang="ko-KR" sz="800" b="1" dirty="0">
                <a:latin typeface="+mn-ea"/>
              </a:rPr>
              <a:t>/</a:t>
            </a:r>
            <a:r>
              <a:rPr lang="ko-KR" altLang="en-US" sz="800" b="1" dirty="0">
                <a:latin typeface="+mn-ea"/>
              </a:rPr>
              <a:t>삭제인지 선택 기입</a:t>
            </a:r>
            <a:endParaRPr lang="en-US" altLang="ko-KR" sz="800" b="1" dirty="0">
              <a:latin typeface="+mn-ea"/>
            </a:endParaRPr>
          </a:p>
          <a:p>
            <a:pPr>
              <a:lnSpc>
                <a:spcPct val="150000"/>
              </a:lnSpc>
            </a:pPr>
            <a:r>
              <a:rPr lang="en-US" altLang="ko-KR" sz="800" b="1" dirty="0">
                <a:latin typeface="+mn-ea"/>
              </a:rPr>
              <a:t>[2] </a:t>
            </a:r>
            <a:r>
              <a:rPr lang="ko-KR" altLang="en-US" sz="800" b="1" dirty="0">
                <a:latin typeface="+mn-ea"/>
              </a:rPr>
              <a:t>개정 내역 </a:t>
            </a:r>
            <a:r>
              <a:rPr lang="en-US" altLang="ko-KR" sz="800" b="1" dirty="0">
                <a:latin typeface="+mn-ea"/>
              </a:rPr>
              <a:t>: </a:t>
            </a:r>
            <a:r>
              <a:rPr lang="ko-KR" altLang="en-US" sz="800" b="1" dirty="0">
                <a:latin typeface="+mn-ea"/>
              </a:rPr>
              <a:t>개정이 발생하는 위치와 변경 내용을 기술</a:t>
            </a:r>
          </a:p>
        </p:txBody>
      </p:sp>
      <p:sp>
        <p:nvSpPr>
          <p:cNvPr id="9" name="TextBox 8">
            <a:extLst>
              <a:ext uri="{FF2B5EF4-FFF2-40B4-BE49-F238E27FC236}">
                <a16:creationId xmlns:a16="http://schemas.microsoft.com/office/drawing/2014/main" id="{A5DE9DB8-93B6-4EC2-8D93-256F1C9961E4}"/>
              </a:ext>
            </a:extLst>
          </p:cNvPr>
          <p:cNvSpPr txBox="1"/>
          <p:nvPr/>
        </p:nvSpPr>
        <p:spPr>
          <a:xfrm>
            <a:off x="11300095" y="390057"/>
            <a:ext cx="391454" cy="253211"/>
          </a:xfrm>
          <a:prstGeom prst="rect">
            <a:avLst/>
          </a:prstGeom>
          <a:noFill/>
        </p:spPr>
        <p:txBody>
          <a:bodyPr wrap="none" rtlCol="0">
            <a:spAutoFit/>
          </a:bodyPr>
          <a:lstStyle/>
          <a:p>
            <a:pPr>
              <a:lnSpc>
                <a:spcPct val="150000"/>
              </a:lnSpc>
            </a:pPr>
            <a:r>
              <a:rPr lang="en-US" altLang="ko-KR" sz="800" dirty="0">
                <a:latin typeface="+mn-ea"/>
              </a:rPr>
              <a:t>( 2 )</a:t>
            </a:r>
            <a:endParaRPr lang="ko-KR" altLang="en-US" sz="800" dirty="0">
              <a:latin typeface="+mn-ea"/>
            </a:endParaRPr>
          </a:p>
        </p:txBody>
      </p:sp>
    </p:spTree>
    <p:extLst>
      <p:ext uri="{BB962C8B-B14F-4D97-AF65-F5344CB8AC3E}">
        <p14:creationId xmlns:p14="http://schemas.microsoft.com/office/powerpoint/2010/main" val="2303781906"/>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2821899C-E94B-D241-E2D3-BC46663695B4}"/>
              </a:ext>
            </a:extLst>
          </p:cNvPr>
          <p:cNvSpPr/>
          <p:nvPr/>
        </p:nvSpPr>
        <p:spPr>
          <a:xfrm>
            <a:off x="0" y="2734176"/>
            <a:ext cx="12191999" cy="138964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3000" b="1" dirty="0">
                <a:solidFill>
                  <a:schemeClr val="bg1"/>
                </a:solidFill>
                <a:latin typeface="+mj-ea"/>
                <a:ea typeface="+mj-ea"/>
              </a:rPr>
              <a:t>홈페이지</a:t>
            </a:r>
          </a:p>
        </p:txBody>
      </p:sp>
      <p:sp>
        <p:nvSpPr>
          <p:cNvPr id="3" name="TextBox 2">
            <a:extLst>
              <a:ext uri="{FF2B5EF4-FFF2-40B4-BE49-F238E27FC236}">
                <a16:creationId xmlns:a16="http://schemas.microsoft.com/office/drawing/2014/main" id="{1495F045-31A7-2360-24E5-C9FA5ACF4735}"/>
              </a:ext>
            </a:extLst>
          </p:cNvPr>
          <p:cNvSpPr txBox="1"/>
          <p:nvPr/>
        </p:nvSpPr>
        <p:spPr>
          <a:xfrm>
            <a:off x="5733560" y="4211052"/>
            <a:ext cx="724878" cy="338554"/>
          </a:xfrm>
          <a:prstGeom prst="rect">
            <a:avLst/>
          </a:prstGeom>
          <a:noFill/>
        </p:spPr>
        <p:txBody>
          <a:bodyPr wrap="none" rtlCol="0">
            <a:spAutoFit/>
          </a:bodyPr>
          <a:lstStyle/>
          <a:p>
            <a:r>
              <a:rPr lang="en-US" altLang="ko-KR" sz="1600" dirty="0"/>
              <a:t>RF-01</a:t>
            </a:r>
            <a:endParaRPr lang="ko-KR" altLang="en-US" sz="1600" dirty="0"/>
          </a:p>
        </p:txBody>
      </p:sp>
    </p:spTree>
    <p:extLst>
      <p:ext uri="{BB962C8B-B14F-4D97-AF65-F5344CB8AC3E}">
        <p14:creationId xmlns:p14="http://schemas.microsoft.com/office/powerpoint/2010/main" val="661431820"/>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6">
            <a:extLst>
              <a:ext uri="{FF2B5EF4-FFF2-40B4-BE49-F238E27FC236}">
                <a16:creationId xmlns:a16="http://schemas.microsoft.com/office/drawing/2014/main" id="{864787EF-8514-4609-A813-6DEB4D7EBE97}"/>
              </a:ext>
            </a:extLst>
          </p:cNvPr>
          <p:cNvGraphicFramePr>
            <a:graphicFrameLocks noGrp="1"/>
          </p:cNvGraphicFramePr>
          <p:nvPr>
            <p:extLst>
              <p:ext uri="{D42A27DB-BD31-4B8C-83A1-F6EECF244321}">
                <p14:modId xmlns:p14="http://schemas.microsoft.com/office/powerpoint/2010/main" val="926356760"/>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r>
                        <a:rPr lang="ko-KR" altLang="en-US" sz="1800" b="1" dirty="0">
                          <a:solidFill>
                            <a:schemeClr val="tx1"/>
                          </a:solidFill>
                        </a:rPr>
                        <a:t>●  메인</a:t>
                      </a: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299786249"/>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B37D2383-0F14-6DBE-6967-E28592883C07}"/>
              </a:ext>
            </a:extLst>
          </p:cNvPr>
          <p:cNvGraphicFramePr>
            <a:graphicFrameLocks noGrp="1"/>
          </p:cNvGraphicFramePr>
          <p:nvPr>
            <p:extLst>
              <p:ext uri="{D42A27DB-BD31-4B8C-83A1-F6EECF244321}">
                <p14:modId xmlns:p14="http://schemas.microsoft.com/office/powerpoint/2010/main" val="803944568"/>
              </p:ext>
            </p:extLst>
          </p:nvPr>
        </p:nvGraphicFramePr>
        <p:xfrm>
          <a:off x="10171774" y="22159"/>
          <a:ext cx="1979018" cy="702667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메인</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메인 영역별 내용</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1" dirty="0" err="1">
                          <a:solidFill>
                            <a:schemeClr val="tx1"/>
                          </a:solidFill>
                        </a:rPr>
                        <a:t>화면간의</a:t>
                      </a:r>
                      <a:r>
                        <a:rPr lang="ko-KR" altLang="en-US" sz="800" b="1" dirty="0">
                          <a:solidFill>
                            <a:schemeClr val="tx1"/>
                          </a:solidFill>
                        </a:rPr>
                        <a:t> </a:t>
                      </a:r>
                      <a:r>
                        <a:rPr lang="ko-KR" altLang="en-US" sz="800" b="1" dirty="0" err="1">
                          <a:solidFill>
                            <a:schemeClr val="tx1"/>
                          </a:solidFill>
                        </a:rPr>
                        <a:t>전환시</a:t>
                      </a:r>
                      <a:r>
                        <a:rPr lang="ko-KR" altLang="en-US" sz="800" b="1" dirty="0">
                          <a:solidFill>
                            <a:schemeClr val="tx1"/>
                          </a:solidFill>
                        </a:rPr>
                        <a:t> 액션요청</a:t>
                      </a:r>
                      <a:endParaRPr lang="en-US" altLang="ko-KR" sz="800" b="1"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마우스 스크롤 다운으로 화면이 아래로 내려가는 형태는 맞으나 스크롤이 내려가면서 긴 화면이 내려가는 것이 아닌 한 화면에서 전환되는 효과를 요청합니다</a:t>
                      </a:r>
                      <a:r>
                        <a:rPr lang="en-US" altLang="ko-KR" sz="800" b="0" dirty="0">
                          <a:solidFill>
                            <a:schemeClr val="tx1"/>
                          </a:solidFill>
                        </a:rPr>
                        <a:t>.</a:t>
                      </a:r>
                    </a:p>
                    <a:p>
                      <a:pPr marL="171450" marR="0" lvl="0" indent="-171450" algn="l" defTabSz="914400" rtl="0" eaLnBrk="1" fontAlgn="auto" latinLnBrk="1" hangingPunct="1">
                        <a:lnSpc>
                          <a:spcPct val="100000"/>
                        </a:lnSpc>
                        <a:spcBef>
                          <a:spcPts val="0"/>
                        </a:spcBef>
                        <a:spcAft>
                          <a:spcPts val="0"/>
                        </a:spcAft>
                        <a:buClrTx/>
                        <a:buSzTx/>
                        <a:buFontTx/>
                        <a:buChar char="-"/>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예시 사이트</a:t>
                      </a:r>
                      <a:br>
                        <a:rPr lang="en-US" altLang="ko-KR" sz="800" b="0" dirty="0">
                          <a:solidFill>
                            <a:schemeClr val="tx1"/>
                          </a:solidFill>
                        </a:rPr>
                      </a:br>
                      <a:r>
                        <a:rPr lang="en-US" altLang="ko-KR" sz="800" b="0" dirty="0">
                          <a:solidFill>
                            <a:schemeClr val="tx1"/>
                          </a:solidFill>
                          <a:hlinkClick r:id="rId2"/>
                        </a:rPr>
                        <a:t>https://www.setaprint.ch/en</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hlinkClick r:id="rId3"/>
                        </a:rPr>
                        <a:t>https://www.piocomm.com</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헤더 영역</a:t>
                      </a:r>
                      <a:br>
                        <a:rPr lang="en-US" altLang="ko-KR" sz="800" b="1" dirty="0">
                          <a:solidFill>
                            <a:schemeClr val="tx1"/>
                          </a:solidFill>
                        </a:rPr>
                      </a:b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영역내에 요청 컨텐츠</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1) </a:t>
                      </a:r>
                      <a:r>
                        <a:rPr lang="ko-KR" altLang="en-US" sz="800" b="0" dirty="0">
                          <a:solidFill>
                            <a:schemeClr val="tx1"/>
                          </a:solidFill>
                        </a:rPr>
                        <a:t>회사로고</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 </a:t>
                      </a:r>
                      <a:r>
                        <a:rPr lang="ko-KR" altLang="en-US" sz="800" b="0" dirty="0" err="1">
                          <a:solidFill>
                            <a:schemeClr val="tx1"/>
                          </a:solidFill>
                        </a:rPr>
                        <a:t>대메뉴</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3) </a:t>
                      </a:r>
                      <a:r>
                        <a:rPr lang="ko-KR" altLang="en-US" sz="800" b="0" dirty="0">
                          <a:solidFill>
                            <a:schemeClr val="tx1"/>
                          </a:solidFill>
                        </a:rPr>
                        <a:t>회원영역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algn="l" latinLnBrk="1"/>
                      <a:r>
                        <a:rPr lang="ko-KR" altLang="en-US" sz="800" b="1" dirty="0">
                          <a:solidFill>
                            <a:schemeClr val="tx1"/>
                          </a:solidFill>
                        </a:rPr>
                        <a:t>이미지 </a:t>
                      </a:r>
                      <a:r>
                        <a:rPr lang="ko-KR" altLang="en-US" sz="800" b="1" dirty="0" err="1">
                          <a:solidFill>
                            <a:schemeClr val="tx1"/>
                          </a:solidFill>
                        </a:rPr>
                        <a:t>비쥬얼</a:t>
                      </a:r>
                      <a:r>
                        <a:rPr lang="ko-KR" altLang="en-US" sz="800" b="1" dirty="0">
                          <a:solidFill>
                            <a:schemeClr val="tx1"/>
                          </a:solidFill>
                        </a:rPr>
                        <a:t> 영역</a:t>
                      </a:r>
                      <a:endParaRPr lang="en-US" altLang="ko-KR" sz="800" b="1" dirty="0">
                        <a:solidFill>
                          <a:schemeClr val="tx1"/>
                        </a:solidFill>
                      </a:endParaRPr>
                    </a:p>
                    <a:p>
                      <a:pPr algn="l" latinLnBrk="1"/>
                      <a:r>
                        <a:rPr lang="en-US" altLang="ko-KR" sz="800" b="0" dirty="0">
                          <a:solidFill>
                            <a:schemeClr val="tx1"/>
                          </a:solidFill>
                        </a:rPr>
                        <a:t>: </a:t>
                      </a:r>
                      <a:r>
                        <a:rPr lang="ko-KR" altLang="en-US" sz="800" b="0" dirty="0" err="1">
                          <a:solidFill>
                            <a:schemeClr val="tx1"/>
                          </a:solidFill>
                        </a:rPr>
                        <a:t>대표이미지와</a:t>
                      </a:r>
                      <a:r>
                        <a:rPr lang="ko-KR" altLang="en-US" sz="800" b="0" dirty="0">
                          <a:solidFill>
                            <a:schemeClr val="tx1"/>
                          </a:solidFill>
                        </a:rPr>
                        <a:t> 문자정보가 움직이는 영역</a:t>
                      </a:r>
                      <a:br>
                        <a:rPr lang="en-US" altLang="ko-KR" sz="800" b="0" dirty="0">
                          <a:solidFill>
                            <a:schemeClr val="tx1"/>
                          </a:solidFill>
                        </a:rPr>
                      </a:br>
                      <a:br>
                        <a:rPr lang="en-US" altLang="ko-KR" sz="800" b="0" dirty="0">
                          <a:solidFill>
                            <a:schemeClr val="tx1"/>
                          </a:solidFill>
                        </a:rPr>
                      </a:br>
                      <a:r>
                        <a:rPr lang="ko-KR" altLang="en-US" sz="800" b="0" dirty="0">
                          <a:solidFill>
                            <a:schemeClr val="tx1"/>
                          </a:solidFill>
                        </a:rPr>
                        <a:t>영역내에 요청 컨텐츠</a:t>
                      </a:r>
                      <a:br>
                        <a:rPr lang="en-US" altLang="ko-KR" sz="800" b="0" dirty="0">
                          <a:solidFill>
                            <a:schemeClr val="tx1"/>
                          </a:solidFill>
                        </a:rPr>
                      </a:br>
                      <a:r>
                        <a:rPr lang="en-US" altLang="ko-KR" sz="800" b="0" dirty="0">
                          <a:solidFill>
                            <a:schemeClr val="tx1"/>
                          </a:solidFill>
                        </a:rPr>
                        <a:t>1) </a:t>
                      </a:r>
                      <a:r>
                        <a:rPr lang="ko-KR" altLang="en-US" sz="800" b="0" dirty="0">
                          <a:solidFill>
                            <a:schemeClr val="tx1"/>
                          </a:solidFill>
                        </a:rPr>
                        <a:t>회사를 대표할 이미지</a:t>
                      </a:r>
                      <a:endParaRPr lang="en-US" altLang="ko-KR" sz="800" b="0" dirty="0">
                        <a:solidFill>
                          <a:schemeClr val="tx1"/>
                        </a:solidFill>
                      </a:endParaRPr>
                    </a:p>
                    <a:p>
                      <a:pPr algn="l" latinLnBrk="1"/>
                      <a:r>
                        <a:rPr lang="en-US" altLang="ko-KR" sz="800" b="0" dirty="0">
                          <a:solidFill>
                            <a:schemeClr val="tx1"/>
                          </a:solidFill>
                        </a:rPr>
                        <a:t>2) </a:t>
                      </a:r>
                      <a:r>
                        <a:rPr lang="ko-KR" altLang="en-US" sz="800" b="0" dirty="0">
                          <a:solidFill>
                            <a:schemeClr val="tx1"/>
                          </a:solidFill>
                        </a:rPr>
                        <a:t>회사를 대표할 내용</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1" dirty="0">
                          <a:solidFill>
                            <a:schemeClr val="tx1"/>
                          </a:solidFill>
                        </a:rPr>
                        <a:t>회사 소개 영역 </a:t>
                      </a:r>
                      <a:endParaRPr lang="en-US" altLang="ko-KR" sz="800" b="1" dirty="0">
                        <a:solidFill>
                          <a:schemeClr val="tx1"/>
                        </a:solidFill>
                      </a:endParaRPr>
                    </a:p>
                    <a:p>
                      <a:pPr algn="l" latinLnBrk="1"/>
                      <a:r>
                        <a:rPr lang="en-US" altLang="ko-KR" sz="800" b="0" dirty="0">
                          <a:solidFill>
                            <a:schemeClr val="tx1"/>
                          </a:solidFill>
                        </a:rPr>
                        <a:t>: </a:t>
                      </a:r>
                      <a:r>
                        <a:rPr lang="ko-KR" altLang="en-US" sz="800" b="0" dirty="0">
                          <a:solidFill>
                            <a:schemeClr val="tx1"/>
                          </a:solidFill>
                        </a:rPr>
                        <a:t>회사 아이덴티티를 소개하는 영역</a:t>
                      </a:r>
                      <a:endParaRPr lang="en-US" altLang="ko-KR" sz="800" b="0" dirty="0">
                        <a:solidFill>
                          <a:schemeClr val="tx1"/>
                        </a:solidFill>
                      </a:endParaRPr>
                    </a:p>
                    <a:p>
                      <a:pPr algn="l" latinLnBrk="1"/>
                      <a:endParaRPr lang="en-US" altLang="ko-KR" sz="800" b="0" dirty="0">
                        <a:solidFill>
                          <a:schemeClr val="tx1"/>
                        </a:solidFill>
                      </a:endParaRPr>
                    </a:p>
                    <a:p>
                      <a:pPr algn="l" latinLnBrk="1"/>
                      <a:r>
                        <a:rPr lang="ko-KR" altLang="en-US" sz="800" b="0" dirty="0">
                          <a:solidFill>
                            <a:schemeClr val="tx1"/>
                          </a:solidFill>
                        </a:rPr>
                        <a:t>영역내에 요청사항</a:t>
                      </a:r>
                      <a:br>
                        <a:rPr lang="en-US" altLang="ko-KR" sz="800" b="0" dirty="0">
                          <a:solidFill>
                            <a:schemeClr val="tx1"/>
                          </a:solidFill>
                        </a:rPr>
                      </a:br>
                      <a:r>
                        <a:rPr lang="ko-KR" altLang="en-US" sz="800" b="0" dirty="0">
                          <a:solidFill>
                            <a:schemeClr val="tx1"/>
                          </a:solidFill>
                        </a:rPr>
                        <a:t>내용을 기준으로 한 디자인요청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82562567"/>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algn="l" latinLnBrk="1"/>
                      <a:r>
                        <a:rPr lang="ko-KR" altLang="en-US" sz="800" b="1" dirty="0">
                          <a:solidFill>
                            <a:schemeClr val="tx1"/>
                          </a:solidFill>
                        </a:rPr>
                        <a:t> </a:t>
                      </a:r>
                      <a:r>
                        <a:rPr lang="en-US" altLang="ko-KR" sz="800" b="1" dirty="0">
                          <a:solidFill>
                            <a:schemeClr val="tx1"/>
                          </a:solidFill>
                        </a:rPr>
                        <a:t>Me9</a:t>
                      </a:r>
                      <a:r>
                        <a:rPr lang="ko-KR" altLang="en-US" sz="800" b="1" dirty="0">
                          <a:solidFill>
                            <a:schemeClr val="tx1"/>
                          </a:solidFill>
                        </a:rPr>
                        <a:t> 이용방법 설명영역</a:t>
                      </a:r>
                      <a:br>
                        <a:rPr lang="en-US" altLang="ko-KR" sz="800" b="1" dirty="0">
                          <a:solidFill>
                            <a:schemeClr val="tx1"/>
                          </a:solidFill>
                        </a:rPr>
                      </a:br>
                      <a:r>
                        <a:rPr lang="en-US" altLang="ko-KR" sz="800" b="0" dirty="0">
                          <a:solidFill>
                            <a:schemeClr val="tx1"/>
                          </a:solidFill>
                        </a:rPr>
                        <a:t>: </a:t>
                      </a:r>
                      <a:r>
                        <a:rPr lang="ko-KR" altLang="en-US" sz="800" b="0" dirty="0">
                          <a:solidFill>
                            <a:schemeClr val="tx1"/>
                          </a:solidFill>
                        </a:rPr>
                        <a:t>마이페이지 및 </a:t>
                      </a:r>
                      <a:r>
                        <a:rPr lang="ko-KR" altLang="en-US" sz="800" b="0" dirty="0" err="1">
                          <a:solidFill>
                            <a:schemeClr val="tx1"/>
                          </a:solidFill>
                        </a:rPr>
                        <a:t>샵채널</a:t>
                      </a:r>
                      <a:r>
                        <a:rPr lang="ko-KR" altLang="en-US" sz="800" b="0" dirty="0">
                          <a:solidFill>
                            <a:schemeClr val="tx1"/>
                          </a:solidFill>
                        </a:rPr>
                        <a:t> 생성방법을 소개하는 영역</a:t>
                      </a:r>
                      <a:br>
                        <a:rPr lang="en-US" altLang="ko-KR" sz="800" b="0" dirty="0">
                          <a:solidFill>
                            <a:schemeClr val="tx1"/>
                          </a:solidFill>
                        </a:rPr>
                      </a:br>
                      <a:br>
                        <a:rPr lang="en-US" altLang="ko-KR" sz="800" b="0" dirty="0">
                          <a:solidFill>
                            <a:schemeClr val="tx1"/>
                          </a:solidFill>
                        </a:rPr>
                      </a:br>
                      <a:r>
                        <a:rPr lang="ko-KR" altLang="en-US" sz="800" b="0" dirty="0">
                          <a:solidFill>
                            <a:schemeClr val="tx1"/>
                          </a:solidFill>
                        </a:rPr>
                        <a:t>영역내에 요청사항</a:t>
                      </a:r>
                      <a:br>
                        <a:rPr lang="en-US" altLang="ko-KR" sz="800" b="0" dirty="0">
                          <a:solidFill>
                            <a:schemeClr val="tx1"/>
                          </a:solidFill>
                        </a:rPr>
                      </a:br>
                      <a:r>
                        <a:rPr lang="ko-KR" altLang="en-US" sz="800" b="0" dirty="0">
                          <a:solidFill>
                            <a:schemeClr val="tx1"/>
                          </a:solidFill>
                        </a:rPr>
                        <a:t>애니메이션 효과로 요청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441871921"/>
                  </a:ext>
                </a:extLst>
              </a:tr>
              <a:tr h="140746">
                <a:tc>
                  <a:txBody>
                    <a:bodyPr/>
                    <a:lstStyle/>
                    <a:p>
                      <a:pPr algn="ctr" latinLnBrk="1"/>
                      <a:r>
                        <a:rPr lang="en-US" altLang="ko-KR" sz="800" dirty="0"/>
                        <a:t>5</a:t>
                      </a:r>
                      <a:endParaRPr lang="ko-KR" altLang="en-US" sz="800" dirty="0"/>
                    </a:p>
                  </a:txBody>
                  <a:tcPr anchor="ctr">
                    <a:solidFill>
                      <a:schemeClr val="bg1">
                        <a:lumMod val="85000"/>
                      </a:schemeClr>
                    </a:solidFill>
                  </a:tcPr>
                </a:tc>
                <a:tc gridSpan="2">
                  <a:txBody>
                    <a:bodyPr/>
                    <a:lstStyle/>
                    <a:p>
                      <a:pPr algn="l" latinLnBrk="1"/>
                      <a:r>
                        <a:rPr lang="ko-KR" altLang="en-US" sz="800" b="1" dirty="0"/>
                        <a:t>공지사항 및 회사정보</a:t>
                      </a:r>
                      <a:endParaRPr lang="en-US" altLang="ko-KR" sz="800" b="1" dirty="0"/>
                    </a:p>
                    <a:p>
                      <a:pPr algn="l" latinLnBrk="1"/>
                      <a:r>
                        <a:rPr lang="en-US" altLang="ko-KR" sz="800" dirty="0"/>
                        <a:t>: </a:t>
                      </a:r>
                      <a:r>
                        <a:rPr lang="ko-KR" altLang="en-US" sz="800" dirty="0"/>
                        <a:t>공지사항 영역과 하단정보영역</a:t>
                      </a:r>
                      <a:endParaRPr lang="en-US" altLang="ko-KR" sz="800" dirty="0"/>
                    </a:p>
                    <a:p>
                      <a:pPr algn="l" latinLnBrk="1"/>
                      <a:endParaRPr lang="en-US" altLang="ko-KR" sz="800" dirty="0"/>
                    </a:p>
                    <a:p>
                      <a:pPr algn="l" latinLnBrk="1"/>
                      <a:r>
                        <a:rPr lang="ko-KR" altLang="en-US" sz="800" dirty="0"/>
                        <a:t>영역내에 요청사항</a:t>
                      </a:r>
                      <a:endParaRPr lang="en-US" altLang="ko-KR" sz="800" dirty="0"/>
                    </a:p>
                    <a:p>
                      <a:pPr algn="l" latinLnBrk="1"/>
                      <a:r>
                        <a:rPr lang="ko-KR" altLang="en-US" sz="800" dirty="0"/>
                        <a:t>공지사항 추출영역과 회사정보노출 영역</a:t>
                      </a:r>
                      <a:endParaRPr lang="en-US" altLang="ko-KR" sz="800" dirty="0"/>
                    </a:p>
                    <a:p>
                      <a:pPr algn="l" latinLnBrk="1"/>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049658104"/>
                  </a:ext>
                </a:extLst>
              </a:tr>
            </a:tbl>
          </a:graphicData>
        </a:graphic>
      </p:graphicFrame>
      <p:sp>
        <p:nvSpPr>
          <p:cNvPr id="25" name="직사각형 24">
            <a:extLst>
              <a:ext uri="{FF2B5EF4-FFF2-40B4-BE49-F238E27FC236}">
                <a16:creationId xmlns:a16="http://schemas.microsoft.com/office/drawing/2014/main" id="{592A8A31-1D83-4D9F-9DAD-20008D00B7F0}"/>
              </a:ext>
            </a:extLst>
          </p:cNvPr>
          <p:cNvSpPr/>
          <p:nvPr/>
        </p:nvSpPr>
        <p:spPr>
          <a:xfrm>
            <a:off x="662726" y="182032"/>
            <a:ext cx="279400" cy="270934"/>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b="1" dirty="0"/>
              <a:t>1</a:t>
            </a:r>
            <a:endParaRPr lang="ko-KR" altLang="en-US" sz="900" b="1" dirty="0"/>
          </a:p>
        </p:txBody>
      </p:sp>
      <p:sp>
        <p:nvSpPr>
          <p:cNvPr id="43" name="직사각형 42">
            <a:extLst>
              <a:ext uri="{FF2B5EF4-FFF2-40B4-BE49-F238E27FC236}">
                <a16:creationId xmlns:a16="http://schemas.microsoft.com/office/drawing/2014/main" id="{BC578299-9345-4CBC-BC21-BDE631225EA5}"/>
              </a:ext>
            </a:extLst>
          </p:cNvPr>
          <p:cNvSpPr/>
          <p:nvPr/>
        </p:nvSpPr>
        <p:spPr>
          <a:xfrm>
            <a:off x="662726" y="1895944"/>
            <a:ext cx="279400" cy="270934"/>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b="1" dirty="0"/>
              <a:t>2</a:t>
            </a:r>
            <a:endParaRPr lang="ko-KR" altLang="en-US" sz="900" b="1" dirty="0"/>
          </a:p>
        </p:txBody>
      </p:sp>
      <p:sp>
        <p:nvSpPr>
          <p:cNvPr id="44" name="직사각형 43">
            <a:extLst>
              <a:ext uri="{FF2B5EF4-FFF2-40B4-BE49-F238E27FC236}">
                <a16:creationId xmlns:a16="http://schemas.microsoft.com/office/drawing/2014/main" id="{A4658F1C-A76C-467F-970E-399844DE2BD0}"/>
              </a:ext>
            </a:extLst>
          </p:cNvPr>
          <p:cNvSpPr/>
          <p:nvPr/>
        </p:nvSpPr>
        <p:spPr>
          <a:xfrm>
            <a:off x="662726" y="4971755"/>
            <a:ext cx="279400" cy="270934"/>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b="1" dirty="0"/>
              <a:t>3</a:t>
            </a:r>
            <a:endParaRPr lang="ko-KR" altLang="en-US" sz="900" b="1" dirty="0"/>
          </a:p>
        </p:txBody>
      </p:sp>
      <p:sp>
        <p:nvSpPr>
          <p:cNvPr id="45" name="직사각형 44">
            <a:extLst>
              <a:ext uri="{FF2B5EF4-FFF2-40B4-BE49-F238E27FC236}">
                <a16:creationId xmlns:a16="http://schemas.microsoft.com/office/drawing/2014/main" id="{C68569CD-A2B8-4D7C-A772-B5FC203B652A}"/>
              </a:ext>
            </a:extLst>
          </p:cNvPr>
          <p:cNvSpPr/>
          <p:nvPr/>
        </p:nvSpPr>
        <p:spPr>
          <a:xfrm>
            <a:off x="662726" y="8043334"/>
            <a:ext cx="279400" cy="270934"/>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b="1" dirty="0"/>
              <a:t>4</a:t>
            </a:r>
            <a:endParaRPr lang="ko-KR" altLang="en-US" sz="900" b="1" dirty="0"/>
          </a:p>
        </p:txBody>
      </p:sp>
      <p:sp>
        <p:nvSpPr>
          <p:cNvPr id="46" name="직사각형 45">
            <a:extLst>
              <a:ext uri="{FF2B5EF4-FFF2-40B4-BE49-F238E27FC236}">
                <a16:creationId xmlns:a16="http://schemas.microsoft.com/office/drawing/2014/main" id="{54F02087-F3A0-4756-91B3-E2CD516C9D4B}"/>
              </a:ext>
            </a:extLst>
          </p:cNvPr>
          <p:cNvSpPr/>
          <p:nvPr/>
        </p:nvSpPr>
        <p:spPr>
          <a:xfrm>
            <a:off x="662726" y="11256435"/>
            <a:ext cx="279400" cy="270934"/>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b="1" dirty="0"/>
              <a:t>5</a:t>
            </a:r>
            <a:endParaRPr lang="ko-KR" altLang="en-US" sz="900" b="1" dirty="0"/>
          </a:p>
        </p:txBody>
      </p:sp>
    </p:spTree>
    <p:extLst>
      <p:ext uri="{BB962C8B-B14F-4D97-AF65-F5344CB8AC3E}">
        <p14:creationId xmlns:p14="http://schemas.microsoft.com/office/powerpoint/2010/main" val="2460690321"/>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6">
            <a:extLst>
              <a:ext uri="{FF2B5EF4-FFF2-40B4-BE49-F238E27FC236}">
                <a16:creationId xmlns:a16="http://schemas.microsoft.com/office/drawing/2014/main" id="{864787EF-8514-4609-A813-6DEB4D7EBE97}"/>
              </a:ext>
            </a:extLst>
          </p:cNvPr>
          <p:cNvGraphicFramePr>
            <a:graphicFrameLocks noGrp="1"/>
          </p:cNvGraphicFramePr>
          <p:nvPr>
            <p:extLst>
              <p:ext uri="{D42A27DB-BD31-4B8C-83A1-F6EECF244321}">
                <p14:modId xmlns:p14="http://schemas.microsoft.com/office/powerpoint/2010/main" val="3702161925"/>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endParaRPr lang="ko-KR" altLang="en-US" sz="1800" b="1" dirty="0">
                        <a:solidFill>
                          <a:schemeClr val="tx1"/>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b="1" dirty="0">
                          <a:solidFill>
                            <a:schemeClr val="tx1"/>
                          </a:solidFill>
                        </a:rPr>
                        <a:t>●  서비스안내</a:t>
                      </a:r>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3164052107"/>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표 2">
            <a:extLst>
              <a:ext uri="{FF2B5EF4-FFF2-40B4-BE49-F238E27FC236}">
                <a16:creationId xmlns:a16="http://schemas.microsoft.com/office/drawing/2014/main" id="{53F4B41D-2576-4319-B174-DE94AF859B74}"/>
              </a:ext>
            </a:extLst>
          </p:cNvPr>
          <p:cNvGraphicFramePr>
            <a:graphicFrameLocks noGrp="1"/>
          </p:cNvGraphicFramePr>
          <p:nvPr>
            <p:extLst>
              <p:ext uri="{D42A27DB-BD31-4B8C-83A1-F6EECF244321}">
                <p14:modId xmlns:p14="http://schemas.microsoft.com/office/powerpoint/2010/main" val="1026571313"/>
              </p:ext>
            </p:extLst>
          </p:nvPr>
        </p:nvGraphicFramePr>
        <p:xfrm>
          <a:off x="10171774" y="22159"/>
          <a:ext cx="1979018" cy="144883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RF-01-02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algn="l" latinLnBrk="1"/>
                      <a:r>
                        <a:rPr lang="ko-KR" altLang="en-US" sz="800" dirty="0"/>
                        <a:t>서비스안내</a:t>
                      </a:r>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algn="l" latinLnBrk="1"/>
                      <a:r>
                        <a:rPr lang="ko-KR" altLang="en-US" sz="800" dirty="0"/>
                        <a:t>서비스안내 </a:t>
                      </a:r>
                      <a:endParaRPr lang="en-US" altLang="ko-KR" sz="800" dirty="0"/>
                    </a:p>
                    <a:p>
                      <a:pPr algn="l" latinLnBrk="1"/>
                      <a:r>
                        <a:rPr lang="en-US" altLang="ko-KR" sz="800" dirty="0"/>
                        <a:t>- </a:t>
                      </a:r>
                      <a:r>
                        <a:rPr lang="ko-KR" altLang="en-US" sz="800" dirty="0"/>
                        <a:t>소개페이지 화면</a:t>
                      </a:r>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자료를 기반으로 디자인 요청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grpSp>
        <p:nvGrpSpPr>
          <p:cNvPr id="16" name="그룹 15">
            <a:extLst>
              <a:ext uri="{FF2B5EF4-FFF2-40B4-BE49-F238E27FC236}">
                <a16:creationId xmlns:a16="http://schemas.microsoft.com/office/drawing/2014/main" id="{11B42AD7-70B3-4B49-993E-9DCC5A4FC2D0}"/>
              </a:ext>
            </a:extLst>
          </p:cNvPr>
          <p:cNvGrpSpPr/>
          <p:nvPr/>
        </p:nvGrpSpPr>
        <p:grpSpPr>
          <a:xfrm>
            <a:off x="180487" y="1101065"/>
            <a:ext cx="9811301" cy="5402681"/>
            <a:chOff x="2843808" y="1955121"/>
            <a:chExt cx="1674813" cy="596970"/>
          </a:xfrm>
          <a:solidFill>
            <a:schemeClr val="bg1">
              <a:lumMod val="95000"/>
            </a:schemeClr>
          </a:solidFill>
        </p:grpSpPr>
        <p:sp>
          <p:nvSpPr>
            <p:cNvPr id="17" name="Border">
              <a:extLst>
                <a:ext uri="{FF2B5EF4-FFF2-40B4-BE49-F238E27FC236}">
                  <a16:creationId xmlns:a16="http://schemas.microsoft.com/office/drawing/2014/main" id="{BBA1DE3E-DE6D-4C7B-80A0-6743D45797B2}"/>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 name="Line 2">
              <a:extLst>
                <a:ext uri="{FF2B5EF4-FFF2-40B4-BE49-F238E27FC236}">
                  <a16:creationId xmlns:a16="http://schemas.microsoft.com/office/drawing/2014/main" id="{A9717BC5-F164-4893-85F1-76D56D4DE94A}"/>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 name="Line 1">
              <a:extLst>
                <a:ext uri="{FF2B5EF4-FFF2-40B4-BE49-F238E27FC236}">
                  <a16:creationId xmlns:a16="http://schemas.microsoft.com/office/drawing/2014/main" id="{972C7414-FA10-4FE4-9E0E-C1764051852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 name="TextBox 19">
              <a:extLst>
                <a:ext uri="{FF2B5EF4-FFF2-40B4-BE49-F238E27FC236}">
                  <a16:creationId xmlns:a16="http://schemas.microsoft.com/office/drawing/2014/main" id="{330C3C79-4656-4B7C-8C3F-DC69A9B978E6}"/>
                </a:ext>
              </a:extLst>
            </p:cNvPr>
            <p:cNvSpPr txBox="1"/>
            <p:nvPr/>
          </p:nvSpPr>
          <p:spPr>
            <a:xfrm>
              <a:off x="3598424" y="2238210"/>
              <a:ext cx="160202" cy="30791"/>
            </a:xfrm>
            <a:prstGeom prst="rect">
              <a:avLst/>
            </a:prstGeom>
            <a:solidFill>
              <a:schemeClr val="bg1"/>
            </a:solidFill>
            <a:ln>
              <a:noFill/>
            </a:ln>
          </p:spPr>
          <p:txBody>
            <a:bodyPr wrap="none" rtlCol="0">
              <a:spAutoFit/>
            </a:bodyPr>
            <a:lstStyle/>
            <a:p>
              <a:pPr algn="ctr"/>
              <a:r>
                <a:rPr lang="en-US" altLang="ko-KR" sz="900" dirty="0">
                  <a:solidFill>
                    <a:schemeClr val="tx1">
                      <a:lumMod val="50000"/>
                      <a:lumOff val="50000"/>
                    </a:schemeClr>
                  </a:solidFill>
                </a:rPr>
                <a:t>Contents</a:t>
              </a:r>
              <a:endParaRPr lang="ko-KR" altLang="en-US" sz="900" dirty="0">
                <a:solidFill>
                  <a:schemeClr val="tx1">
                    <a:lumMod val="50000"/>
                    <a:lumOff val="50000"/>
                  </a:schemeClr>
                </a:solidFill>
              </a:endParaRPr>
            </a:p>
          </p:txBody>
        </p:sp>
      </p:grpSp>
    </p:spTree>
    <p:extLst>
      <p:ext uri="{BB962C8B-B14F-4D97-AF65-F5344CB8AC3E}">
        <p14:creationId xmlns:p14="http://schemas.microsoft.com/office/powerpoint/2010/main" val="3243360463"/>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6">
            <a:extLst>
              <a:ext uri="{FF2B5EF4-FFF2-40B4-BE49-F238E27FC236}">
                <a16:creationId xmlns:a16="http://schemas.microsoft.com/office/drawing/2014/main" id="{864787EF-8514-4609-A813-6DEB4D7EBE97}"/>
              </a:ext>
            </a:extLst>
          </p:cNvPr>
          <p:cNvGraphicFramePr>
            <a:graphicFrameLocks noGrp="1"/>
          </p:cNvGraphicFramePr>
          <p:nvPr>
            <p:extLst>
              <p:ext uri="{D42A27DB-BD31-4B8C-83A1-F6EECF244321}">
                <p14:modId xmlns:p14="http://schemas.microsoft.com/office/powerpoint/2010/main" val="594428770"/>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endParaRPr lang="ko-KR" altLang="en-US" sz="1800" b="1" dirty="0">
                        <a:solidFill>
                          <a:schemeClr val="tx1"/>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b="1" dirty="0">
                          <a:solidFill>
                            <a:schemeClr val="tx1"/>
                          </a:solidFill>
                        </a:rPr>
                        <a:t>●  주요기능</a:t>
                      </a:r>
                      <a:endParaRPr lang="ko-KR" altLang="en-US" sz="1800" dirty="0">
                        <a:solidFill>
                          <a:schemeClr val="bg1">
                            <a:lumMod val="75000"/>
                          </a:schemeClr>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3246837367"/>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 name="그룹 15">
            <a:extLst>
              <a:ext uri="{FF2B5EF4-FFF2-40B4-BE49-F238E27FC236}">
                <a16:creationId xmlns:a16="http://schemas.microsoft.com/office/drawing/2014/main" id="{11B42AD7-70B3-4B49-993E-9DCC5A4FC2D0}"/>
              </a:ext>
            </a:extLst>
          </p:cNvPr>
          <p:cNvGrpSpPr/>
          <p:nvPr/>
        </p:nvGrpSpPr>
        <p:grpSpPr>
          <a:xfrm>
            <a:off x="180487" y="1101065"/>
            <a:ext cx="9811301" cy="5402681"/>
            <a:chOff x="2843808" y="1955121"/>
            <a:chExt cx="1674813" cy="596970"/>
          </a:xfrm>
          <a:solidFill>
            <a:schemeClr val="bg1">
              <a:lumMod val="95000"/>
            </a:schemeClr>
          </a:solidFill>
        </p:grpSpPr>
        <p:sp>
          <p:nvSpPr>
            <p:cNvPr id="17" name="Border">
              <a:extLst>
                <a:ext uri="{FF2B5EF4-FFF2-40B4-BE49-F238E27FC236}">
                  <a16:creationId xmlns:a16="http://schemas.microsoft.com/office/drawing/2014/main" id="{BBA1DE3E-DE6D-4C7B-80A0-6743D45797B2}"/>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 name="Line 2">
              <a:extLst>
                <a:ext uri="{FF2B5EF4-FFF2-40B4-BE49-F238E27FC236}">
                  <a16:creationId xmlns:a16="http://schemas.microsoft.com/office/drawing/2014/main" id="{A9717BC5-F164-4893-85F1-76D56D4DE94A}"/>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 name="Line 1">
              <a:extLst>
                <a:ext uri="{FF2B5EF4-FFF2-40B4-BE49-F238E27FC236}">
                  <a16:creationId xmlns:a16="http://schemas.microsoft.com/office/drawing/2014/main" id="{972C7414-FA10-4FE4-9E0E-C1764051852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 name="TextBox 19">
              <a:extLst>
                <a:ext uri="{FF2B5EF4-FFF2-40B4-BE49-F238E27FC236}">
                  <a16:creationId xmlns:a16="http://schemas.microsoft.com/office/drawing/2014/main" id="{330C3C79-4656-4B7C-8C3F-DC69A9B978E6}"/>
                </a:ext>
              </a:extLst>
            </p:cNvPr>
            <p:cNvSpPr txBox="1"/>
            <p:nvPr/>
          </p:nvSpPr>
          <p:spPr>
            <a:xfrm>
              <a:off x="3598424" y="2238210"/>
              <a:ext cx="160202" cy="30791"/>
            </a:xfrm>
            <a:prstGeom prst="rect">
              <a:avLst/>
            </a:prstGeom>
            <a:solidFill>
              <a:schemeClr val="bg1"/>
            </a:solidFill>
            <a:ln>
              <a:noFill/>
            </a:ln>
          </p:spPr>
          <p:txBody>
            <a:bodyPr wrap="none" rtlCol="0">
              <a:spAutoFit/>
            </a:bodyPr>
            <a:lstStyle/>
            <a:p>
              <a:pPr algn="ctr"/>
              <a:r>
                <a:rPr lang="en-US" altLang="ko-KR" sz="900" dirty="0">
                  <a:solidFill>
                    <a:schemeClr val="tx1">
                      <a:lumMod val="50000"/>
                      <a:lumOff val="50000"/>
                    </a:schemeClr>
                  </a:solidFill>
                </a:rPr>
                <a:t>Contents</a:t>
              </a:r>
              <a:endParaRPr lang="ko-KR" altLang="en-US" sz="900" dirty="0">
                <a:solidFill>
                  <a:schemeClr val="tx1">
                    <a:lumMod val="50000"/>
                    <a:lumOff val="50000"/>
                  </a:schemeClr>
                </a:solidFill>
              </a:endParaRPr>
            </a:p>
          </p:txBody>
        </p:sp>
      </p:grpSp>
      <p:graphicFrame>
        <p:nvGraphicFramePr>
          <p:cNvPr id="8" name="표 7">
            <a:extLst>
              <a:ext uri="{FF2B5EF4-FFF2-40B4-BE49-F238E27FC236}">
                <a16:creationId xmlns:a16="http://schemas.microsoft.com/office/drawing/2014/main" id="{A08C2CC5-8017-4E88-B68C-F43BFA21DBF5}"/>
              </a:ext>
            </a:extLst>
          </p:cNvPr>
          <p:cNvGraphicFramePr>
            <a:graphicFrameLocks noGrp="1"/>
          </p:cNvGraphicFramePr>
          <p:nvPr>
            <p:extLst>
              <p:ext uri="{D42A27DB-BD31-4B8C-83A1-F6EECF244321}">
                <p14:modId xmlns:p14="http://schemas.microsoft.com/office/powerpoint/2010/main" val="555971542"/>
              </p:ext>
            </p:extLst>
          </p:nvPr>
        </p:nvGraphicFramePr>
        <p:xfrm>
          <a:off x="10171774" y="22159"/>
          <a:ext cx="1979018" cy="144883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RF-01-03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algn="l" latinLnBrk="1"/>
                      <a:r>
                        <a:rPr lang="ko-KR" altLang="en-US" sz="800" dirty="0"/>
                        <a:t>주요기능</a:t>
                      </a:r>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algn="l" latinLnBrk="1"/>
                      <a:r>
                        <a:rPr lang="ko-KR" altLang="en-US" sz="800" dirty="0"/>
                        <a:t>주요기능 </a:t>
                      </a:r>
                      <a:endParaRPr lang="en-US" altLang="ko-KR" sz="800" dirty="0"/>
                    </a:p>
                    <a:p>
                      <a:pPr algn="l" latinLnBrk="1"/>
                      <a:r>
                        <a:rPr lang="en-US" altLang="ko-KR" sz="800" dirty="0"/>
                        <a:t>- </a:t>
                      </a:r>
                      <a:r>
                        <a:rPr lang="ko-KR" altLang="en-US" sz="800" dirty="0"/>
                        <a:t>소개페이지 화면</a:t>
                      </a:r>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자료를 기반으로 디자인 요청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Tree>
    <p:extLst>
      <p:ext uri="{BB962C8B-B14F-4D97-AF65-F5344CB8AC3E}">
        <p14:creationId xmlns:p14="http://schemas.microsoft.com/office/powerpoint/2010/main" val="1868493593"/>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6">
            <a:extLst>
              <a:ext uri="{FF2B5EF4-FFF2-40B4-BE49-F238E27FC236}">
                <a16:creationId xmlns:a16="http://schemas.microsoft.com/office/drawing/2014/main" id="{864787EF-8514-4609-A813-6DEB4D7EBE97}"/>
              </a:ext>
            </a:extLst>
          </p:cNvPr>
          <p:cNvGraphicFramePr>
            <a:graphicFrameLocks noGrp="1"/>
          </p:cNvGraphicFramePr>
          <p:nvPr>
            <p:extLst>
              <p:ext uri="{D42A27DB-BD31-4B8C-83A1-F6EECF244321}">
                <p14:modId xmlns:p14="http://schemas.microsoft.com/office/powerpoint/2010/main" val="2354097724"/>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endParaRPr lang="ko-KR" altLang="en-US" sz="1800" b="1" dirty="0">
                        <a:solidFill>
                          <a:schemeClr val="tx1"/>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b="1" dirty="0">
                          <a:solidFill>
                            <a:schemeClr val="tx1"/>
                          </a:solidFill>
                        </a:rPr>
                        <a:t>●  가입안내</a:t>
                      </a: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1635205295"/>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 name="그룹 15">
            <a:extLst>
              <a:ext uri="{FF2B5EF4-FFF2-40B4-BE49-F238E27FC236}">
                <a16:creationId xmlns:a16="http://schemas.microsoft.com/office/drawing/2014/main" id="{11B42AD7-70B3-4B49-993E-9DCC5A4FC2D0}"/>
              </a:ext>
            </a:extLst>
          </p:cNvPr>
          <p:cNvGrpSpPr/>
          <p:nvPr/>
        </p:nvGrpSpPr>
        <p:grpSpPr>
          <a:xfrm>
            <a:off x="180487" y="1101065"/>
            <a:ext cx="9811301" cy="5402681"/>
            <a:chOff x="2843808" y="1955121"/>
            <a:chExt cx="1674813" cy="596970"/>
          </a:xfrm>
          <a:solidFill>
            <a:schemeClr val="bg1">
              <a:lumMod val="95000"/>
            </a:schemeClr>
          </a:solidFill>
        </p:grpSpPr>
        <p:sp>
          <p:nvSpPr>
            <p:cNvPr id="17" name="Border">
              <a:extLst>
                <a:ext uri="{FF2B5EF4-FFF2-40B4-BE49-F238E27FC236}">
                  <a16:creationId xmlns:a16="http://schemas.microsoft.com/office/drawing/2014/main" id="{BBA1DE3E-DE6D-4C7B-80A0-6743D45797B2}"/>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 name="Line 2">
              <a:extLst>
                <a:ext uri="{FF2B5EF4-FFF2-40B4-BE49-F238E27FC236}">
                  <a16:creationId xmlns:a16="http://schemas.microsoft.com/office/drawing/2014/main" id="{A9717BC5-F164-4893-85F1-76D56D4DE94A}"/>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 name="Line 1">
              <a:extLst>
                <a:ext uri="{FF2B5EF4-FFF2-40B4-BE49-F238E27FC236}">
                  <a16:creationId xmlns:a16="http://schemas.microsoft.com/office/drawing/2014/main" id="{972C7414-FA10-4FE4-9E0E-C1764051852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 name="TextBox 19">
              <a:extLst>
                <a:ext uri="{FF2B5EF4-FFF2-40B4-BE49-F238E27FC236}">
                  <a16:creationId xmlns:a16="http://schemas.microsoft.com/office/drawing/2014/main" id="{330C3C79-4656-4B7C-8C3F-DC69A9B978E6}"/>
                </a:ext>
              </a:extLst>
            </p:cNvPr>
            <p:cNvSpPr txBox="1"/>
            <p:nvPr/>
          </p:nvSpPr>
          <p:spPr>
            <a:xfrm>
              <a:off x="3598424" y="2238210"/>
              <a:ext cx="160202" cy="30791"/>
            </a:xfrm>
            <a:prstGeom prst="rect">
              <a:avLst/>
            </a:prstGeom>
            <a:solidFill>
              <a:schemeClr val="bg1"/>
            </a:solidFill>
            <a:ln>
              <a:noFill/>
            </a:ln>
          </p:spPr>
          <p:txBody>
            <a:bodyPr wrap="none" rtlCol="0">
              <a:spAutoFit/>
            </a:bodyPr>
            <a:lstStyle/>
            <a:p>
              <a:pPr algn="ctr"/>
              <a:r>
                <a:rPr lang="en-US" altLang="ko-KR" sz="900" dirty="0">
                  <a:solidFill>
                    <a:schemeClr val="tx1">
                      <a:lumMod val="50000"/>
                      <a:lumOff val="50000"/>
                    </a:schemeClr>
                  </a:solidFill>
                </a:rPr>
                <a:t>Contents</a:t>
              </a:r>
              <a:endParaRPr lang="ko-KR" altLang="en-US" sz="900" dirty="0">
                <a:solidFill>
                  <a:schemeClr val="tx1">
                    <a:lumMod val="50000"/>
                    <a:lumOff val="50000"/>
                  </a:schemeClr>
                </a:solidFill>
              </a:endParaRPr>
            </a:p>
          </p:txBody>
        </p:sp>
      </p:grpSp>
      <p:graphicFrame>
        <p:nvGraphicFramePr>
          <p:cNvPr id="9" name="표 8">
            <a:extLst>
              <a:ext uri="{FF2B5EF4-FFF2-40B4-BE49-F238E27FC236}">
                <a16:creationId xmlns:a16="http://schemas.microsoft.com/office/drawing/2014/main" id="{453DEB52-0A8E-4381-83BE-B885C2C66098}"/>
              </a:ext>
            </a:extLst>
          </p:cNvPr>
          <p:cNvGraphicFramePr>
            <a:graphicFrameLocks noGrp="1"/>
          </p:cNvGraphicFramePr>
          <p:nvPr>
            <p:extLst>
              <p:ext uri="{D42A27DB-BD31-4B8C-83A1-F6EECF244321}">
                <p14:modId xmlns:p14="http://schemas.microsoft.com/office/powerpoint/2010/main" val="2377689096"/>
              </p:ext>
            </p:extLst>
          </p:nvPr>
        </p:nvGraphicFramePr>
        <p:xfrm>
          <a:off x="10171774" y="22159"/>
          <a:ext cx="1979018" cy="144883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RF-01-04</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algn="l" latinLnBrk="1"/>
                      <a:r>
                        <a:rPr lang="ko-KR" altLang="en-US" sz="800" dirty="0"/>
                        <a:t>가입안내</a:t>
                      </a:r>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algn="l" latinLnBrk="1"/>
                      <a:r>
                        <a:rPr lang="ko-KR" altLang="en-US" sz="800" dirty="0"/>
                        <a:t>가입안내 </a:t>
                      </a:r>
                      <a:endParaRPr lang="en-US" altLang="ko-KR" sz="800" dirty="0"/>
                    </a:p>
                    <a:p>
                      <a:pPr algn="l" latinLnBrk="1"/>
                      <a:r>
                        <a:rPr lang="en-US" altLang="ko-KR" sz="800" dirty="0"/>
                        <a:t>- </a:t>
                      </a:r>
                      <a:r>
                        <a:rPr lang="ko-KR" altLang="en-US" sz="800" dirty="0"/>
                        <a:t>소개페이지 화면</a:t>
                      </a:r>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자료를 기반으로 디자인 요청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Tree>
    <p:extLst>
      <p:ext uri="{BB962C8B-B14F-4D97-AF65-F5344CB8AC3E}">
        <p14:creationId xmlns:p14="http://schemas.microsoft.com/office/powerpoint/2010/main" val="4111152722"/>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6">
            <a:extLst>
              <a:ext uri="{FF2B5EF4-FFF2-40B4-BE49-F238E27FC236}">
                <a16:creationId xmlns:a16="http://schemas.microsoft.com/office/drawing/2014/main" id="{864787EF-8514-4609-A813-6DEB4D7EBE97}"/>
              </a:ext>
            </a:extLst>
          </p:cNvPr>
          <p:cNvGraphicFramePr>
            <a:graphicFrameLocks noGrp="1"/>
          </p:cNvGraphicFramePr>
          <p:nvPr>
            <p:extLst>
              <p:ext uri="{D42A27DB-BD31-4B8C-83A1-F6EECF244321}">
                <p14:modId xmlns:p14="http://schemas.microsoft.com/office/powerpoint/2010/main" val="3458716149"/>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endParaRPr lang="ko-KR" altLang="en-US" sz="1800" b="1" dirty="0">
                        <a:solidFill>
                          <a:schemeClr val="tx1"/>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b="1" dirty="0">
                          <a:solidFill>
                            <a:schemeClr val="tx1"/>
                          </a:solidFill>
                        </a:rPr>
                        <a:t>●  고객센터</a:t>
                      </a:r>
                    </a:p>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3420649940"/>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직사각형 7">
            <a:extLst>
              <a:ext uri="{FF2B5EF4-FFF2-40B4-BE49-F238E27FC236}">
                <a16:creationId xmlns:a16="http://schemas.microsoft.com/office/drawing/2014/main" id="{9AAEE636-8BCB-4E21-B14E-BC4923ADB25C}"/>
              </a:ext>
            </a:extLst>
          </p:cNvPr>
          <p:cNvSpPr/>
          <p:nvPr/>
        </p:nvSpPr>
        <p:spPr>
          <a:xfrm>
            <a:off x="7971157" y="1939410"/>
            <a:ext cx="1828889" cy="254992"/>
          </a:xfrm>
          <a:prstGeom prst="rect">
            <a:avLst/>
          </a:prstGeom>
          <a:solidFill>
            <a:schemeClr val="bg1"/>
          </a:solidFill>
          <a:ln w="6350">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75000"/>
                  </a:schemeClr>
                </a:solidFill>
              </a:rPr>
              <a:t>제목</a:t>
            </a:r>
            <a:r>
              <a:rPr lang="en-US" altLang="ko-KR" sz="800" dirty="0">
                <a:solidFill>
                  <a:schemeClr val="bg1">
                    <a:lumMod val="75000"/>
                  </a:schemeClr>
                </a:solidFill>
              </a:rPr>
              <a:t>, </a:t>
            </a:r>
            <a:r>
              <a:rPr lang="ko-KR" altLang="en-US" sz="800" dirty="0">
                <a:solidFill>
                  <a:schemeClr val="bg1">
                    <a:lumMod val="75000"/>
                  </a:schemeClr>
                </a:solidFill>
              </a:rPr>
              <a:t>내용검색</a:t>
            </a:r>
            <a:endParaRPr lang="ko-KR" altLang="en-US" sz="900" dirty="0">
              <a:solidFill>
                <a:schemeClr val="bg1">
                  <a:lumMod val="75000"/>
                </a:schemeClr>
              </a:solidFill>
            </a:endParaRPr>
          </a:p>
        </p:txBody>
      </p:sp>
      <p:pic>
        <p:nvPicPr>
          <p:cNvPr id="9" name="그림 8">
            <a:extLst>
              <a:ext uri="{FF2B5EF4-FFF2-40B4-BE49-F238E27FC236}">
                <a16:creationId xmlns:a16="http://schemas.microsoft.com/office/drawing/2014/main" id="{49B6559C-ED50-44F7-8217-D574663A144F}"/>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9584023" y="1988156"/>
            <a:ext cx="157211" cy="157211"/>
          </a:xfrm>
          <a:prstGeom prst="rect">
            <a:avLst/>
          </a:prstGeom>
        </p:spPr>
      </p:pic>
      <p:graphicFrame>
        <p:nvGraphicFramePr>
          <p:cNvPr id="10" name="표 9">
            <a:extLst>
              <a:ext uri="{FF2B5EF4-FFF2-40B4-BE49-F238E27FC236}">
                <a16:creationId xmlns:a16="http://schemas.microsoft.com/office/drawing/2014/main" id="{33894B70-C705-4788-AFF8-340490AA1C73}"/>
              </a:ext>
            </a:extLst>
          </p:cNvPr>
          <p:cNvGraphicFramePr>
            <a:graphicFrameLocks noGrp="1"/>
          </p:cNvGraphicFramePr>
          <p:nvPr>
            <p:extLst>
              <p:ext uri="{D42A27DB-BD31-4B8C-83A1-F6EECF244321}">
                <p14:modId xmlns:p14="http://schemas.microsoft.com/office/powerpoint/2010/main" val="4236485732"/>
              </p:ext>
            </p:extLst>
          </p:nvPr>
        </p:nvGraphicFramePr>
        <p:xfrm>
          <a:off x="600444" y="2294613"/>
          <a:ext cx="9199602" cy="2133600"/>
        </p:xfrm>
        <a:graphic>
          <a:graphicData uri="http://schemas.openxmlformats.org/drawingml/2006/table">
            <a:tbl>
              <a:tblPr firstRow="1" bandRow="1">
                <a:tableStyleId>{5C22544A-7EE6-4342-B048-85BDC9FD1C3A}</a:tableStyleId>
              </a:tblPr>
              <a:tblGrid>
                <a:gridCol w="493719">
                  <a:extLst>
                    <a:ext uri="{9D8B030D-6E8A-4147-A177-3AD203B41FA5}">
                      <a16:colId xmlns:a16="http://schemas.microsoft.com/office/drawing/2014/main" val="20000"/>
                    </a:ext>
                  </a:extLst>
                </a:gridCol>
                <a:gridCol w="7724633">
                  <a:extLst>
                    <a:ext uri="{9D8B030D-6E8A-4147-A177-3AD203B41FA5}">
                      <a16:colId xmlns:a16="http://schemas.microsoft.com/office/drawing/2014/main" val="20001"/>
                    </a:ext>
                  </a:extLst>
                </a:gridCol>
                <a:gridCol w="981250">
                  <a:extLst>
                    <a:ext uri="{9D8B030D-6E8A-4147-A177-3AD203B41FA5}">
                      <a16:colId xmlns:a16="http://schemas.microsoft.com/office/drawing/2014/main" val="20004"/>
                    </a:ext>
                  </a:extLst>
                </a:gridCol>
              </a:tblGrid>
              <a:tr h="0">
                <a:tc>
                  <a:txBody>
                    <a:bodyPr/>
                    <a:lstStyle/>
                    <a:p>
                      <a:pPr algn="ctr" latinLnBrk="1"/>
                      <a:r>
                        <a:rPr lang="ko-KR" altLang="en-US" sz="800" b="0" dirty="0">
                          <a:solidFill>
                            <a:schemeClr val="tx1"/>
                          </a:solidFill>
                        </a:rPr>
                        <a:t>번호</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제목</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rPr>
                        <a:t>Date</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99</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ko-KR" altLang="en-US" sz="800" b="0" dirty="0">
                          <a:solidFill>
                            <a:schemeClr val="tx1"/>
                          </a:solidFill>
                        </a:rPr>
                        <a:t>            공지사항 입니다</a:t>
                      </a:r>
                      <a:r>
                        <a:rPr lang="en-US" altLang="ko-KR" sz="800" b="0" dirty="0">
                          <a:solidFill>
                            <a:schemeClr val="tx1"/>
                          </a:solidFill>
                        </a:rPr>
                        <a:t>. </a:t>
                      </a:r>
                      <a:r>
                        <a:rPr lang="ko-KR" altLang="en-US" sz="800" b="0" dirty="0">
                          <a:solidFill>
                            <a:schemeClr val="tx1"/>
                          </a:solidFill>
                        </a:rPr>
                        <a:t>공지사항 입니다</a:t>
                      </a:r>
                      <a:r>
                        <a:rPr lang="en-US" altLang="ko-KR" sz="800" b="0" dirty="0">
                          <a:solidFill>
                            <a:schemeClr val="tx1"/>
                          </a:solidFill>
                        </a:rPr>
                        <a:t>.</a:t>
                      </a:r>
                      <a:r>
                        <a:rPr lang="ko-KR" altLang="en-US" sz="800" b="0" dirty="0">
                          <a:solidFill>
                            <a:schemeClr val="tx1"/>
                          </a:solidFill>
                        </a:rPr>
                        <a:t> 공지사항 입니다</a:t>
                      </a:r>
                      <a:r>
                        <a:rPr lang="en-US" altLang="ko-KR" sz="800" b="0" dirty="0">
                          <a:solidFill>
                            <a:schemeClr val="tx1"/>
                          </a:solidFill>
                        </a:rPr>
                        <a:t>. </a:t>
                      </a:r>
                      <a:r>
                        <a:rPr lang="ko-KR" altLang="en-US" sz="800" b="0" dirty="0">
                          <a:solidFill>
                            <a:schemeClr val="tx1"/>
                          </a:solidFill>
                        </a:rPr>
                        <a:t>공지사항 입니다</a:t>
                      </a:r>
                      <a:r>
                        <a:rPr lang="en-US" altLang="ko-KR" sz="800" b="0" dirty="0">
                          <a:solidFill>
                            <a:schemeClr val="tx1"/>
                          </a:solidFill>
                        </a:rPr>
                        <a:t>.</a:t>
                      </a:r>
                      <a:r>
                        <a:rPr lang="ko-KR" altLang="en-US" sz="800" b="0" dirty="0">
                          <a:solidFill>
                            <a:schemeClr val="tx1"/>
                          </a:solidFill>
                        </a:rPr>
                        <a:t> 공지사항 입니다</a:t>
                      </a:r>
                      <a:r>
                        <a:rPr lang="en-US" altLang="ko-KR" sz="800" b="0" dirty="0">
                          <a:solidFill>
                            <a:schemeClr val="tx1"/>
                          </a:solidFill>
                        </a:rPr>
                        <a:t>. </a:t>
                      </a:r>
                      <a:r>
                        <a:rPr lang="ko-KR" altLang="en-US" sz="800" b="0" dirty="0">
                          <a:solidFill>
                            <a:schemeClr val="tx1"/>
                          </a:solidFill>
                        </a:rPr>
                        <a:t>공지사항 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2024-10-01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98</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ko-KR" altLang="en-US" sz="800" b="0" dirty="0">
                          <a:solidFill>
                            <a:schemeClr val="tx1"/>
                          </a:solidFill>
                        </a:rPr>
                        <a:t>            공지사항 입니다</a:t>
                      </a:r>
                      <a:r>
                        <a:rPr lang="en-US" altLang="ko-KR" sz="800" b="0" dirty="0">
                          <a:solidFill>
                            <a:schemeClr val="tx1"/>
                          </a:solidFill>
                        </a:rPr>
                        <a:t>. </a:t>
                      </a:r>
                      <a:r>
                        <a:rPr lang="ko-KR" altLang="en-US" sz="800" b="0" dirty="0">
                          <a:solidFill>
                            <a:schemeClr val="tx1"/>
                          </a:solidFill>
                        </a:rPr>
                        <a:t>공지사항 입니다</a:t>
                      </a:r>
                      <a:r>
                        <a:rPr lang="en-US" altLang="ko-KR" sz="800" b="0" dirty="0">
                          <a:solidFill>
                            <a:schemeClr val="tx1"/>
                          </a:solidFill>
                        </a:rPr>
                        <a:t>.</a:t>
                      </a:r>
                      <a:r>
                        <a:rPr lang="ko-KR" altLang="en-US" sz="800" b="0" dirty="0">
                          <a:solidFill>
                            <a:schemeClr val="tx1"/>
                          </a:solidFill>
                        </a:rPr>
                        <a:t> 공지사항 입니다</a:t>
                      </a:r>
                      <a:r>
                        <a:rPr lang="en-US" altLang="ko-KR" sz="800" b="0" dirty="0">
                          <a:solidFill>
                            <a:schemeClr val="tx1"/>
                          </a:solidFill>
                        </a:rPr>
                        <a:t>. </a:t>
                      </a:r>
                      <a:r>
                        <a:rPr lang="ko-KR" altLang="en-US" sz="800" b="0" dirty="0">
                          <a:solidFill>
                            <a:schemeClr val="tx1"/>
                          </a:solidFill>
                        </a:rPr>
                        <a:t>공지사항 입니다</a:t>
                      </a:r>
                      <a:r>
                        <a:rPr lang="en-US" altLang="ko-KR" sz="800" b="0" dirty="0">
                          <a:solidFill>
                            <a:schemeClr val="tx1"/>
                          </a:solidFill>
                        </a:rPr>
                        <a:t>.</a:t>
                      </a:r>
                      <a:r>
                        <a:rPr lang="ko-KR" altLang="en-US" sz="800" b="0" dirty="0">
                          <a:solidFill>
                            <a:schemeClr val="tx1"/>
                          </a:solidFill>
                        </a:rPr>
                        <a:t> 공지사항 입니다</a:t>
                      </a:r>
                      <a:r>
                        <a:rPr lang="en-US" altLang="ko-KR" sz="800" b="0" dirty="0">
                          <a:solidFill>
                            <a:schemeClr val="tx1"/>
                          </a:solidFill>
                        </a:rPr>
                        <a:t>. </a:t>
                      </a:r>
                      <a:r>
                        <a:rPr lang="ko-KR" altLang="en-US" sz="800" b="0" dirty="0">
                          <a:solidFill>
                            <a:schemeClr val="tx1"/>
                          </a:solidFill>
                        </a:rPr>
                        <a:t>공지사항 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2024-10-01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97</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r>
                        <a:rPr lang="ko-KR" altLang="en-US" sz="800" b="0" dirty="0">
                          <a:solidFill>
                            <a:schemeClr val="tx1"/>
                          </a:solidFill>
                        </a:rPr>
                        <a:t> 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2024-10-01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algn="ctr" latinLnBrk="1"/>
                      <a:r>
                        <a:rPr lang="en-US" altLang="ko-KR" sz="800" b="0" dirty="0">
                          <a:solidFill>
                            <a:schemeClr val="tx1"/>
                          </a:solidFill>
                        </a:rPr>
                        <a:t>96</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r>
                        <a:rPr lang="ko-KR" altLang="en-US" sz="800" b="0" dirty="0">
                          <a:solidFill>
                            <a:schemeClr val="tx1"/>
                          </a:solidFill>
                        </a:rPr>
                        <a:t> 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2024-10-01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4"/>
                  </a:ext>
                </a:extLst>
              </a:tr>
              <a:tr h="0">
                <a:tc>
                  <a:txBody>
                    <a:bodyPr/>
                    <a:lstStyle/>
                    <a:p>
                      <a:pPr algn="ctr" latinLnBrk="1"/>
                      <a:r>
                        <a:rPr lang="en-US" altLang="ko-KR" sz="800" b="0" dirty="0">
                          <a:solidFill>
                            <a:schemeClr val="tx1"/>
                          </a:solidFill>
                        </a:rPr>
                        <a:t>95</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r>
                        <a:rPr lang="ko-KR" altLang="en-US" sz="800" b="0" dirty="0">
                          <a:solidFill>
                            <a:schemeClr val="tx1"/>
                          </a:solidFill>
                        </a:rPr>
                        <a:t> 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2024-10-01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r h="0">
                <a:tc>
                  <a:txBody>
                    <a:bodyPr/>
                    <a:lstStyle/>
                    <a:p>
                      <a:pPr algn="ctr" latinLnBrk="1"/>
                      <a:r>
                        <a:rPr lang="en-US" altLang="ko-KR" sz="800" b="0" dirty="0">
                          <a:solidFill>
                            <a:schemeClr val="tx1"/>
                          </a:solidFill>
                        </a:rPr>
                        <a:t>94</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r>
                        <a:rPr lang="ko-KR" altLang="en-US" sz="800" b="0" dirty="0">
                          <a:solidFill>
                            <a:schemeClr val="tx1"/>
                          </a:solidFill>
                        </a:rPr>
                        <a:t> 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2024-10-01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6"/>
                  </a:ext>
                </a:extLst>
              </a:tr>
              <a:tr h="0">
                <a:tc>
                  <a:txBody>
                    <a:bodyPr/>
                    <a:lstStyle/>
                    <a:p>
                      <a:pPr algn="ctr" latinLnBrk="1"/>
                      <a:r>
                        <a:rPr lang="en-US" altLang="ko-KR" sz="800" b="0" dirty="0">
                          <a:solidFill>
                            <a:schemeClr val="tx1"/>
                          </a:solidFill>
                        </a:rPr>
                        <a:t>93</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r>
                        <a:rPr lang="ko-KR" altLang="en-US" sz="800" b="0" dirty="0">
                          <a:solidFill>
                            <a:schemeClr val="tx1"/>
                          </a:solidFill>
                        </a:rPr>
                        <a:t> 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2024-10-01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7"/>
                  </a:ext>
                </a:extLst>
              </a:tr>
              <a:tr h="0">
                <a:tc>
                  <a:txBody>
                    <a:bodyPr/>
                    <a:lstStyle/>
                    <a:p>
                      <a:pPr algn="ctr" latinLnBrk="1"/>
                      <a:r>
                        <a:rPr lang="en-US" altLang="ko-KR" sz="800" b="0" dirty="0">
                          <a:solidFill>
                            <a:schemeClr val="tx1"/>
                          </a:solidFill>
                        </a:rPr>
                        <a:t>92</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r>
                        <a:rPr lang="ko-KR" altLang="en-US" sz="800" b="0" dirty="0">
                          <a:solidFill>
                            <a:schemeClr val="tx1"/>
                          </a:solidFill>
                        </a:rPr>
                        <a:t> 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2024-10-01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8"/>
                  </a:ext>
                </a:extLst>
              </a:tr>
              <a:tr h="0">
                <a:tc>
                  <a:txBody>
                    <a:bodyPr/>
                    <a:lstStyle/>
                    <a:p>
                      <a:pPr algn="ctr" latinLnBrk="1"/>
                      <a:r>
                        <a:rPr lang="en-US" altLang="ko-KR" sz="800" b="0" dirty="0">
                          <a:solidFill>
                            <a:schemeClr val="tx1"/>
                          </a:solidFill>
                        </a:rPr>
                        <a:t>91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r>
                        <a:rPr lang="ko-KR" altLang="en-US" sz="800" b="0" dirty="0">
                          <a:solidFill>
                            <a:schemeClr val="tx1"/>
                          </a:solidFill>
                        </a:rPr>
                        <a:t> 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2024-10-01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9"/>
                  </a:ext>
                </a:extLst>
              </a:tr>
            </a:tbl>
          </a:graphicData>
        </a:graphic>
      </p:graphicFrame>
      <p:pic>
        <p:nvPicPr>
          <p:cNvPr id="11" name="Picture 2">
            <a:extLst>
              <a:ext uri="{FF2B5EF4-FFF2-40B4-BE49-F238E27FC236}">
                <a16:creationId xmlns:a16="http://schemas.microsoft.com/office/drawing/2014/main" id="{2C05F860-1116-41C8-A550-D787B86FD2A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183189" y="4938238"/>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2" name="TextBox 11">
            <a:extLst>
              <a:ext uri="{FF2B5EF4-FFF2-40B4-BE49-F238E27FC236}">
                <a16:creationId xmlns:a16="http://schemas.microsoft.com/office/drawing/2014/main" id="{A4BF48C0-16C1-4DA3-A229-12A1B3DC78C5}"/>
              </a:ext>
            </a:extLst>
          </p:cNvPr>
          <p:cNvSpPr txBox="1"/>
          <p:nvPr/>
        </p:nvSpPr>
        <p:spPr>
          <a:xfrm>
            <a:off x="600443" y="2066906"/>
            <a:ext cx="538930" cy="215444"/>
          </a:xfrm>
          <a:prstGeom prst="rect">
            <a:avLst/>
          </a:prstGeom>
          <a:noFill/>
        </p:spPr>
        <p:txBody>
          <a:bodyPr wrap="none" rtlCol="0">
            <a:spAutoFit/>
          </a:bodyPr>
          <a:lstStyle/>
          <a:p>
            <a:r>
              <a:rPr lang="ko-KR" altLang="en-US" sz="800" dirty="0"/>
              <a:t>총 </a:t>
            </a:r>
            <a:r>
              <a:rPr lang="en-US" altLang="ko-KR" sz="800" dirty="0"/>
              <a:t>99</a:t>
            </a:r>
            <a:r>
              <a:rPr lang="ko-KR" altLang="en-US" sz="800" dirty="0"/>
              <a:t>건</a:t>
            </a:r>
          </a:p>
        </p:txBody>
      </p:sp>
      <p:sp>
        <p:nvSpPr>
          <p:cNvPr id="14" name="직사각형 13">
            <a:extLst>
              <a:ext uri="{FF2B5EF4-FFF2-40B4-BE49-F238E27FC236}">
                <a16:creationId xmlns:a16="http://schemas.microsoft.com/office/drawing/2014/main" id="{85B87AEB-8BEA-4058-B6B6-A43B05D30F2E}"/>
              </a:ext>
            </a:extLst>
          </p:cNvPr>
          <p:cNvSpPr/>
          <p:nvPr/>
        </p:nvSpPr>
        <p:spPr>
          <a:xfrm>
            <a:off x="1189696" y="2553689"/>
            <a:ext cx="375314" cy="116006"/>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공지</a:t>
            </a:r>
          </a:p>
        </p:txBody>
      </p:sp>
      <p:sp>
        <p:nvSpPr>
          <p:cNvPr id="15" name="직사각형 14">
            <a:extLst>
              <a:ext uri="{FF2B5EF4-FFF2-40B4-BE49-F238E27FC236}">
                <a16:creationId xmlns:a16="http://schemas.microsoft.com/office/drawing/2014/main" id="{943B61C6-3D92-44F7-8BB0-26F53F31AFC0}"/>
              </a:ext>
            </a:extLst>
          </p:cNvPr>
          <p:cNvSpPr/>
          <p:nvPr/>
        </p:nvSpPr>
        <p:spPr>
          <a:xfrm>
            <a:off x="1189696" y="2766996"/>
            <a:ext cx="375314" cy="116006"/>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공지</a:t>
            </a:r>
          </a:p>
        </p:txBody>
      </p:sp>
      <p:graphicFrame>
        <p:nvGraphicFramePr>
          <p:cNvPr id="2" name="표 3">
            <a:extLst>
              <a:ext uri="{FF2B5EF4-FFF2-40B4-BE49-F238E27FC236}">
                <a16:creationId xmlns:a16="http://schemas.microsoft.com/office/drawing/2014/main" id="{B0C3CBAC-9661-4AC2-AEB9-B7E6900B8D53}"/>
              </a:ext>
            </a:extLst>
          </p:cNvPr>
          <p:cNvGraphicFramePr>
            <a:graphicFrameLocks noGrp="1"/>
          </p:cNvGraphicFramePr>
          <p:nvPr>
            <p:extLst>
              <p:ext uri="{D42A27DB-BD31-4B8C-83A1-F6EECF244321}">
                <p14:modId xmlns:p14="http://schemas.microsoft.com/office/powerpoint/2010/main" val="683933776"/>
              </p:ext>
            </p:extLst>
          </p:nvPr>
        </p:nvGraphicFramePr>
        <p:xfrm>
          <a:off x="600444" y="1285571"/>
          <a:ext cx="9199602" cy="271310"/>
        </p:xfrm>
        <a:graphic>
          <a:graphicData uri="http://schemas.openxmlformats.org/drawingml/2006/table">
            <a:tbl>
              <a:tblPr firstRow="1" bandRow="1">
                <a:tableStyleId>{5940675A-B579-460E-94D1-54222C63F5DA}</a:tableStyleId>
              </a:tblPr>
              <a:tblGrid>
                <a:gridCol w="3066534">
                  <a:extLst>
                    <a:ext uri="{9D8B030D-6E8A-4147-A177-3AD203B41FA5}">
                      <a16:colId xmlns:a16="http://schemas.microsoft.com/office/drawing/2014/main" val="3367096384"/>
                    </a:ext>
                  </a:extLst>
                </a:gridCol>
                <a:gridCol w="3066534">
                  <a:extLst>
                    <a:ext uri="{9D8B030D-6E8A-4147-A177-3AD203B41FA5}">
                      <a16:colId xmlns:a16="http://schemas.microsoft.com/office/drawing/2014/main" val="3296445769"/>
                    </a:ext>
                  </a:extLst>
                </a:gridCol>
                <a:gridCol w="3066534">
                  <a:extLst>
                    <a:ext uri="{9D8B030D-6E8A-4147-A177-3AD203B41FA5}">
                      <a16:colId xmlns:a16="http://schemas.microsoft.com/office/drawing/2014/main" val="2889833251"/>
                    </a:ext>
                  </a:extLst>
                </a:gridCol>
              </a:tblGrid>
              <a:tr h="271310">
                <a:tc>
                  <a:txBody>
                    <a:bodyPr/>
                    <a:lstStyle/>
                    <a:p>
                      <a:pPr algn="ctr" latinLnBrk="1"/>
                      <a:r>
                        <a:rPr lang="ko-KR" altLang="en-US" sz="900" b="1" dirty="0">
                          <a:solidFill>
                            <a:schemeClr val="bg1"/>
                          </a:solidFill>
                        </a:rPr>
                        <a:t>공지사항</a:t>
                      </a:r>
                    </a:p>
                  </a:txBody>
                  <a:tcPr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tx1"/>
                    </a:solidFill>
                  </a:tcPr>
                </a:tc>
                <a:tc>
                  <a:txBody>
                    <a:bodyPr/>
                    <a:lstStyle/>
                    <a:p>
                      <a:pPr algn="ctr" latinLnBrk="1"/>
                      <a:r>
                        <a:rPr lang="ko-KR" altLang="en-US" sz="900" dirty="0" err="1">
                          <a:solidFill>
                            <a:schemeClr val="tx1"/>
                          </a:solidFill>
                        </a:rPr>
                        <a:t>자주묻는질문</a:t>
                      </a:r>
                      <a:endParaRPr lang="ko-KR" altLang="en-US" sz="900" dirty="0">
                        <a:solidFill>
                          <a:schemeClr val="tx1"/>
                        </a:solidFill>
                      </a:endParaRPr>
                    </a:p>
                  </a:txBody>
                  <a:tcPr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tc>
                  <a:txBody>
                    <a:bodyPr/>
                    <a:lstStyle/>
                    <a:p>
                      <a:pPr algn="ctr" latinLnBrk="1"/>
                      <a:r>
                        <a:rPr lang="ko-KR" altLang="en-US" sz="900" dirty="0">
                          <a:solidFill>
                            <a:schemeClr val="tx1"/>
                          </a:solidFill>
                        </a:rPr>
                        <a:t>제휴</a:t>
                      </a:r>
                      <a:r>
                        <a:rPr lang="en-US" altLang="ko-KR" sz="900" dirty="0">
                          <a:solidFill>
                            <a:schemeClr val="tx1"/>
                          </a:solidFill>
                        </a:rPr>
                        <a:t>/</a:t>
                      </a:r>
                      <a:r>
                        <a:rPr lang="ko-KR" altLang="en-US" sz="900" dirty="0">
                          <a:solidFill>
                            <a:schemeClr val="tx1"/>
                          </a:solidFill>
                        </a:rPr>
                        <a:t>문의</a:t>
                      </a:r>
                    </a:p>
                  </a:txBody>
                  <a:tcPr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1854188096"/>
                  </a:ext>
                </a:extLst>
              </a:tr>
            </a:tbl>
          </a:graphicData>
        </a:graphic>
      </p:graphicFrame>
      <p:graphicFrame>
        <p:nvGraphicFramePr>
          <p:cNvPr id="13" name="표 12">
            <a:extLst>
              <a:ext uri="{FF2B5EF4-FFF2-40B4-BE49-F238E27FC236}">
                <a16:creationId xmlns:a16="http://schemas.microsoft.com/office/drawing/2014/main" id="{0DA2E99B-973F-4648-8362-F8E662BFC4A7}"/>
              </a:ext>
            </a:extLst>
          </p:cNvPr>
          <p:cNvGraphicFramePr>
            <a:graphicFrameLocks noGrp="1"/>
          </p:cNvGraphicFramePr>
          <p:nvPr>
            <p:extLst>
              <p:ext uri="{D42A27DB-BD31-4B8C-83A1-F6EECF244321}">
                <p14:modId xmlns:p14="http://schemas.microsoft.com/office/powerpoint/2010/main" val="2140343757"/>
              </p:ext>
            </p:extLst>
          </p:nvPr>
        </p:nvGraphicFramePr>
        <p:xfrm>
          <a:off x="10171774" y="22159"/>
          <a:ext cx="1979018" cy="272899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RF-01-05-01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고객센터</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공지사항 </a:t>
                      </a:r>
                      <a:endParaRPr lang="en-US" altLang="ko-KR" sz="800" dirty="0"/>
                    </a:p>
                    <a:p>
                      <a:pPr algn="l" latinLnBrk="1"/>
                      <a:r>
                        <a:rPr lang="en-US" altLang="ko-KR" sz="800" dirty="0"/>
                        <a:t>- </a:t>
                      </a:r>
                      <a:r>
                        <a:rPr lang="ko-KR" altLang="en-US" sz="800" dirty="0"/>
                        <a:t>목록 페이지</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관리자가 등록한 공지사항들을 표시하는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80100308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탭 버튼</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자주 묻는 질문 </a:t>
                      </a:r>
                      <a:r>
                        <a:rPr lang="en-US" altLang="ko-KR" sz="800" b="0" dirty="0">
                          <a:solidFill>
                            <a:schemeClr val="tx1"/>
                          </a:solidFill>
                        </a:rPr>
                        <a:t>-&gt;</a:t>
                      </a:r>
                      <a:r>
                        <a:rPr lang="en-US" altLang="ko-KR" sz="800" b="0" baseline="0" dirty="0">
                          <a:solidFill>
                            <a:schemeClr val="tx1"/>
                          </a:solidFill>
                        </a:rPr>
                        <a:t> </a:t>
                      </a:r>
                      <a:r>
                        <a:rPr lang="en-US" altLang="ko-KR" sz="800" dirty="0"/>
                        <a:t>RF-01-05-03 </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제휴</a:t>
                      </a:r>
                      <a:r>
                        <a:rPr lang="en-US" altLang="ko-KR" sz="800" b="0" dirty="0">
                          <a:solidFill>
                            <a:schemeClr val="tx1"/>
                          </a:solidFill>
                        </a:rPr>
                        <a:t>/</a:t>
                      </a:r>
                      <a:r>
                        <a:rPr lang="ko-KR" altLang="en-US" sz="800" b="0" dirty="0">
                          <a:solidFill>
                            <a:schemeClr val="tx1"/>
                          </a:solidFill>
                        </a:rPr>
                        <a:t>문의 </a:t>
                      </a:r>
                      <a:r>
                        <a:rPr lang="en-US" altLang="ko-KR" sz="800" b="0" dirty="0">
                          <a:solidFill>
                            <a:schemeClr val="tx1"/>
                          </a:solidFill>
                        </a:rPr>
                        <a:t>-&gt; </a:t>
                      </a:r>
                      <a:r>
                        <a:rPr lang="en-US" altLang="ko-KR" sz="800" dirty="0"/>
                        <a:t>RF-01-05-04</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공지사항 목록</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재목 클릭 시 공지사항 상세 페이지 </a:t>
                      </a:r>
                      <a:r>
                        <a:rPr lang="en-US" altLang="ko-KR" sz="800" dirty="0"/>
                        <a:t>RF-01-05-02</a:t>
                      </a:r>
                      <a:r>
                        <a:rPr lang="ko-KR" altLang="en-US" sz="800" b="0" dirty="0">
                          <a:solidFill>
                            <a:schemeClr val="tx1"/>
                          </a:solidFill>
                        </a:rPr>
                        <a:t>로 이동한다</a:t>
                      </a:r>
                      <a:r>
                        <a:rPr lang="en-US" altLang="ko-KR" sz="800" b="0" dirty="0">
                          <a:solidFill>
                            <a:schemeClr val="tx1"/>
                          </a:solidFill>
                        </a:rPr>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788389401"/>
                  </a:ext>
                </a:extLst>
              </a:tr>
            </a:tbl>
          </a:graphicData>
        </a:graphic>
      </p:graphicFrame>
      <p:sp>
        <p:nvSpPr>
          <p:cNvPr id="16" name="직사각형 15">
            <a:extLst>
              <a:ext uri="{FF2B5EF4-FFF2-40B4-BE49-F238E27FC236}">
                <a16:creationId xmlns:a16="http://schemas.microsoft.com/office/drawing/2014/main" id="{592A8A31-1D83-4D9F-9DAD-20008D00B7F0}"/>
              </a:ext>
            </a:extLst>
          </p:cNvPr>
          <p:cNvSpPr/>
          <p:nvPr/>
        </p:nvSpPr>
        <p:spPr>
          <a:xfrm>
            <a:off x="460743" y="1137841"/>
            <a:ext cx="279400" cy="270934"/>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b="1" dirty="0"/>
              <a:t>1</a:t>
            </a:r>
            <a:endParaRPr lang="ko-KR" altLang="en-US" sz="900" b="1" dirty="0"/>
          </a:p>
        </p:txBody>
      </p:sp>
      <p:sp>
        <p:nvSpPr>
          <p:cNvPr id="17" name="직사각형 16">
            <a:extLst>
              <a:ext uri="{FF2B5EF4-FFF2-40B4-BE49-F238E27FC236}">
                <a16:creationId xmlns:a16="http://schemas.microsoft.com/office/drawing/2014/main" id="{592A8A31-1D83-4D9F-9DAD-20008D00B7F0}"/>
              </a:ext>
            </a:extLst>
          </p:cNvPr>
          <p:cNvSpPr/>
          <p:nvPr/>
        </p:nvSpPr>
        <p:spPr>
          <a:xfrm>
            <a:off x="386640" y="2382561"/>
            <a:ext cx="279400" cy="270934"/>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b="1" dirty="0"/>
              <a:t>2</a:t>
            </a:r>
            <a:endParaRPr lang="ko-KR" altLang="en-US" sz="900" b="1" dirty="0"/>
          </a:p>
        </p:txBody>
      </p:sp>
    </p:spTree>
    <p:extLst>
      <p:ext uri="{BB962C8B-B14F-4D97-AF65-F5344CB8AC3E}">
        <p14:creationId xmlns:p14="http://schemas.microsoft.com/office/powerpoint/2010/main" val="3638943276"/>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직사각형 12">
            <a:extLst>
              <a:ext uri="{FF2B5EF4-FFF2-40B4-BE49-F238E27FC236}">
                <a16:creationId xmlns:a16="http://schemas.microsoft.com/office/drawing/2014/main" id="{5EC59109-E5B5-4671-A057-6C7041F6338B}"/>
              </a:ext>
            </a:extLst>
          </p:cNvPr>
          <p:cNvSpPr/>
          <p:nvPr/>
        </p:nvSpPr>
        <p:spPr>
          <a:xfrm>
            <a:off x="8650213" y="5320506"/>
            <a:ext cx="1055327" cy="281122"/>
          </a:xfrm>
          <a:prstGeom prst="rect">
            <a:avLst/>
          </a:prstGeom>
          <a:solidFill>
            <a:schemeClr val="tx1"/>
          </a:solidFill>
          <a:ln w="3175">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목록</a:t>
            </a:r>
          </a:p>
        </p:txBody>
      </p:sp>
      <p:sp>
        <p:nvSpPr>
          <p:cNvPr id="16" name="TextBox 15">
            <a:extLst>
              <a:ext uri="{FF2B5EF4-FFF2-40B4-BE49-F238E27FC236}">
                <a16:creationId xmlns:a16="http://schemas.microsoft.com/office/drawing/2014/main" id="{7AD62A86-2E00-4AAD-86A9-721E35516E61}"/>
              </a:ext>
            </a:extLst>
          </p:cNvPr>
          <p:cNvSpPr txBox="1"/>
          <p:nvPr/>
        </p:nvSpPr>
        <p:spPr>
          <a:xfrm>
            <a:off x="1218130" y="1906063"/>
            <a:ext cx="4044697" cy="246221"/>
          </a:xfrm>
          <a:prstGeom prst="rect">
            <a:avLst/>
          </a:prstGeom>
          <a:noFill/>
        </p:spPr>
        <p:txBody>
          <a:bodyPr wrap="none" rtlCol="0">
            <a:spAutoFit/>
          </a:bodyPr>
          <a:lstStyle/>
          <a:p>
            <a:r>
              <a:rPr lang="ko-KR" altLang="en-US" sz="1000" b="1" dirty="0"/>
              <a:t>제목노출 제목노출 제목노출 제목노출 제목노출 제목노출 제목노출</a:t>
            </a:r>
          </a:p>
        </p:txBody>
      </p:sp>
      <p:sp>
        <p:nvSpPr>
          <p:cNvPr id="17" name="TextBox 16">
            <a:extLst>
              <a:ext uri="{FF2B5EF4-FFF2-40B4-BE49-F238E27FC236}">
                <a16:creationId xmlns:a16="http://schemas.microsoft.com/office/drawing/2014/main" id="{D321814C-C8D8-46E2-9E7E-F20CB1345149}"/>
              </a:ext>
            </a:extLst>
          </p:cNvPr>
          <p:cNvSpPr txBox="1"/>
          <p:nvPr/>
        </p:nvSpPr>
        <p:spPr>
          <a:xfrm>
            <a:off x="1218130" y="2199859"/>
            <a:ext cx="1220206" cy="230832"/>
          </a:xfrm>
          <a:prstGeom prst="rect">
            <a:avLst/>
          </a:prstGeom>
          <a:noFill/>
        </p:spPr>
        <p:txBody>
          <a:bodyPr wrap="none" rtlCol="0">
            <a:spAutoFit/>
          </a:bodyPr>
          <a:lstStyle/>
          <a:p>
            <a:r>
              <a:rPr lang="ko-KR" altLang="en-US" sz="900" dirty="0">
                <a:solidFill>
                  <a:schemeClr val="tx1">
                    <a:lumMod val="50000"/>
                    <a:lumOff val="50000"/>
                  </a:schemeClr>
                </a:solidFill>
              </a:rPr>
              <a:t>작성일  </a:t>
            </a:r>
            <a:r>
              <a:rPr lang="en-US" altLang="ko-KR" sz="900" dirty="0">
                <a:solidFill>
                  <a:schemeClr val="tx1">
                    <a:lumMod val="50000"/>
                    <a:lumOff val="50000"/>
                  </a:schemeClr>
                </a:solidFill>
              </a:rPr>
              <a:t>2024</a:t>
            </a:r>
            <a:r>
              <a:rPr lang="en-US" altLang="ko-KR" sz="900" dirty="0"/>
              <a:t>-10-01</a:t>
            </a:r>
            <a:endParaRPr lang="ko-KR" altLang="en-US" sz="900" dirty="0"/>
          </a:p>
        </p:txBody>
      </p:sp>
      <p:sp>
        <p:nvSpPr>
          <p:cNvPr id="18" name="TextBox 17">
            <a:extLst>
              <a:ext uri="{FF2B5EF4-FFF2-40B4-BE49-F238E27FC236}">
                <a16:creationId xmlns:a16="http://schemas.microsoft.com/office/drawing/2014/main" id="{AC134B33-2143-43D1-8193-66B07F1E72D2}"/>
              </a:ext>
            </a:extLst>
          </p:cNvPr>
          <p:cNvSpPr txBox="1"/>
          <p:nvPr/>
        </p:nvSpPr>
        <p:spPr>
          <a:xfrm>
            <a:off x="1256602" y="4866363"/>
            <a:ext cx="1181734" cy="230832"/>
          </a:xfrm>
          <a:prstGeom prst="rect">
            <a:avLst/>
          </a:prstGeom>
          <a:noFill/>
        </p:spPr>
        <p:txBody>
          <a:bodyPr wrap="none" rtlCol="0">
            <a:spAutoFit/>
          </a:bodyPr>
          <a:lstStyle/>
          <a:p>
            <a:r>
              <a:rPr lang="ko-KR" altLang="en-US" sz="900" dirty="0">
                <a:solidFill>
                  <a:schemeClr val="tx1">
                    <a:lumMod val="50000"/>
                    <a:lumOff val="50000"/>
                  </a:schemeClr>
                </a:solidFill>
              </a:rPr>
              <a:t>첨부파일  </a:t>
            </a:r>
            <a:r>
              <a:rPr lang="en-US" altLang="ko-KR" sz="900" u="sng" dirty="0">
                <a:solidFill>
                  <a:srgbClr val="0070C0"/>
                </a:solidFill>
              </a:rPr>
              <a:t>abcd.ppt</a:t>
            </a:r>
            <a:endParaRPr lang="ko-KR" altLang="en-US" sz="900" u="sng" dirty="0">
              <a:solidFill>
                <a:srgbClr val="0070C0"/>
              </a:solidFill>
            </a:endParaRPr>
          </a:p>
        </p:txBody>
      </p:sp>
      <p:sp>
        <p:nvSpPr>
          <p:cNvPr id="19" name="TextBox 18">
            <a:extLst>
              <a:ext uri="{FF2B5EF4-FFF2-40B4-BE49-F238E27FC236}">
                <a16:creationId xmlns:a16="http://schemas.microsoft.com/office/drawing/2014/main" id="{CCA67B94-86A2-48B0-8E90-63642922DF06}"/>
              </a:ext>
            </a:extLst>
          </p:cNvPr>
          <p:cNvSpPr txBox="1"/>
          <p:nvPr/>
        </p:nvSpPr>
        <p:spPr>
          <a:xfrm>
            <a:off x="1222779" y="2680498"/>
            <a:ext cx="6989239" cy="1815882"/>
          </a:xfrm>
          <a:prstGeom prst="rect">
            <a:avLst/>
          </a:prstGeom>
          <a:noFill/>
        </p:spPr>
        <p:txBody>
          <a:bodyPr wrap="square" rtlCol="0">
            <a:spAutoFit/>
          </a:bodyPr>
          <a:lstStyle/>
          <a:p>
            <a:r>
              <a:rPr lang="ko-KR" altLang="en-US" sz="800" dirty="0">
                <a:solidFill>
                  <a:schemeClr val="tx1">
                    <a:lumMod val="65000"/>
                    <a:lumOff val="35000"/>
                  </a:schemeClr>
                </a:solidFill>
              </a:rPr>
              <a:t>내용노출 내용노출 내용노출 내용노출 내용노출 내용노출 </a:t>
            </a:r>
            <a:r>
              <a:rPr lang="ko-KR" altLang="en-US" sz="800" dirty="0" err="1">
                <a:solidFill>
                  <a:schemeClr val="tx1">
                    <a:lumMod val="65000"/>
                    <a:lumOff val="35000"/>
                  </a:schemeClr>
                </a:solidFill>
              </a:rPr>
              <a:t>내용노출</a:t>
            </a:r>
            <a:r>
              <a:rPr lang="ko-KR" altLang="en-US" sz="800" dirty="0">
                <a:solidFill>
                  <a:schemeClr val="tx1">
                    <a:lumMod val="65000"/>
                    <a:lumOff val="35000"/>
                  </a:schemeClr>
                </a:solidFill>
              </a:rPr>
              <a:t> </a:t>
            </a:r>
            <a:endParaRPr lang="en-US" altLang="ko-KR" sz="800" dirty="0">
              <a:solidFill>
                <a:schemeClr val="tx1">
                  <a:lumMod val="65000"/>
                  <a:lumOff val="35000"/>
                </a:schemeClr>
              </a:solidFill>
            </a:endParaRPr>
          </a:p>
          <a:p>
            <a:r>
              <a:rPr lang="ko-KR" altLang="en-US" sz="800" dirty="0">
                <a:solidFill>
                  <a:schemeClr val="tx1">
                    <a:lumMod val="65000"/>
                    <a:lumOff val="35000"/>
                  </a:schemeClr>
                </a:solidFill>
              </a:rPr>
              <a:t>내용노출 내용노출 내용노출 내용노출 내용노출 내용노출</a:t>
            </a:r>
            <a:r>
              <a:rPr lang="en-US" altLang="ko-KR" sz="800" dirty="0">
                <a:solidFill>
                  <a:schemeClr val="tx1">
                    <a:lumMod val="65000"/>
                    <a:lumOff val="35000"/>
                  </a:schemeClr>
                </a:solidFill>
              </a:rPr>
              <a:t> </a:t>
            </a:r>
            <a:r>
              <a:rPr lang="ko-KR" altLang="en-US" sz="800" dirty="0">
                <a:solidFill>
                  <a:schemeClr val="tx1">
                    <a:lumMod val="65000"/>
                    <a:lumOff val="35000"/>
                  </a:schemeClr>
                </a:solidFill>
              </a:rPr>
              <a:t>내용노출 내용노출</a:t>
            </a:r>
          </a:p>
          <a:p>
            <a:r>
              <a:rPr lang="ko-KR" altLang="en-US" sz="800" dirty="0">
                <a:solidFill>
                  <a:schemeClr val="tx1">
                    <a:lumMod val="65000"/>
                    <a:lumOff val="35000"/>
                  </a:schemeClr>
                </a:solidFill>
              </a:rPr>
              <a:t>내용노출 내용노출 내용노출 </a:t>
            </a:r>
            <a:r>
              <a:rPr lang="ko-KR" altLang="en-US" sz="800" dirty="0" err="1">
                <a:solidFill>
                  <a:schemeClr val="tx1">
                    <a:lumMod val="65000"/>
                    <a:lumOff val="35000"/>
                  </a:schemeClr>
                </a:solidFill>
              </a:rPr>
              <a:t>내용노출</a:t>
            </a:r>
            <a:r>
              <a:rPr lang="ko-KR" altLang="en-US" sz="800" dirty="0">
                <a:solidFill>
                  <a:schemeClr val="tx1">
                    <a:lumMod val="65000"/>
                    <a:lumOff val="35000"/>
                  </a:schemeClr>
                </a:solidFill>
              </a:rPr>
              <a:t> </a:t>
            </a:r>
            <a:endParaRPr lang="en-US" altLang="ko-KR" sz="800" dirty="0">
              <a:solidFill>
                <a:schemeClr val="tx1">
                  <a:lumMod val="65000"/>
                  <a:lumOff val="35000"/>
                </a:schemeClr>
              </a:solidFill>
            </a:endParaRPr>
          </a:p>
          <a:p>
            <a:endParaRPr lang="en-US" altLang="ko-KR" sz="800" dirty="0">
              <a:solidFill>
                <a:schemeClr val="tx1">
                  <a:lumMod val="65000"/>
                  <a:lumOff val="35000"/>
                </a:schemeClr>
              </a:solidFill>
            </a:endParaRPr>
          </a:p>
          <a:p>
            <a:r>
              <a:rPr lang="ko-KR" altLang="en-US" sz="800" dirty="0">
                <a:solidFill>
                  <a:schemeClr val="tx1">
                    <a:lumMod val="65000"/>
                    <a:lumOff val="35000"/>
                  </a:schemeClr>
                </a:solidFill>
              </a:rPr>
              <a:t>내용노출 내용노출 내용노출 내용노출 내용노출 내용노출 내용노출 내용노출 내용노출</a:t>
            </a:r>
            <a:r>
              <a:rPr lang="en-US" altLang="ko-KR" sz="800" dirty="0">
                <a:solidFill>
                  <a:schemeClr val="tx1">
                    <a:lumMod val="65000"/>
                    <a:lumOff val="35000"/>
                  </a:schemeClr>
                </a:solidFill>
              </a:rPr>
              <a:t> </a:t>
            </a:r>
            <a:r>
              <a:rPr lang="ko-KR" altLang="en-US" sz="800" dirty="0">
                <a:solidFill>
                  <a:schemeClr val="tx1">
                    <a:lumMod val="65000"/>
                    <a:lumOff val="35000"/>
                  </a:schemeClr>
                </a:solidFill>
              </a:rPr>
              <a:t>내용노출 내용노출</a:t>
            </a:r>
            <a:endParaRPr lang="en-US" altLang="ko-KR" sz="800" dirty="0">
              <a:solidFill>
                <a:schemeClr val="tx1">
                  <a:lumMod val="65000"/>
                  <a:lumOff val="35000"/>
                </a:schemeClr>
              </a:solidFill>
            </a:endParaRPr>
          </a:p>
          <a:p>
            <a:r>
              <a:rPr lang="ko-KR" altLang="en-US" sz="800" dirty="0">
                <a:solidFill>
                  <a:schemeClr val="tx1">
                    <a:lumMod val="65000"/>
                    <a:lumOff val="35000"/>
                  </a:schemeClr>
                </a:solidFill>
              </a:rPr>
              <a:t>내용노출 내용노출 </a:t>
            </a:r>
            <a:r>
              <a:rPr lang="ko-KR" altLang="en-US" sz="800" dirty="0" err="1">
                <a:solidFill>
                  <a:schemeClr val="tx1">
                    <a:lumMod val="65000"/>
                    <a:lumOff val="35000"/>
                  </a:schemeClr>
                </a:solidFill>
              </a:rPr>
              <a:t>내용노출</a:t>
            </a:r>
            <a:r>
              <a:rPr lang="ko-KR" altLang="en-US" sz="800" dirty="0">
                <a:solidFill>
                  <a:schemeClr val="tx1">
                    <a:lumMod val="65000"/>
                    <a:lumOff val="35000"/>
                  </a:schemeClr>
                </a:solidFill>
              </a:rPr>
              <a:t> </a:t>
            </a:r>
            <a:endParaRPr lang="en-US" altLang="ko-KR" sz="800" dirty="0">
              <a:solidFill>
                <a:schemeClr val="tx1">
                  <a:lumMod val="65000"/>
                  <a:lumOff val="35000"/>
                </a:schemeClr>
              </a:solidFill>
            </a:endParaRPr>
          </a:p>
          <a:p>
            <a:r>
              <a:rPr lang="ko-KR" altLang="en-US" sz="800" dirty="0">
                <a:solidFill>
                  <a:schemeClr val="tx1">
                    <a:lumMod val="65000"/>
                    <a:lumOff val="35000"/>
                  </a:schemeClr>
                </a:solidFill>
              </a:rPr>
              <a:t>내용노출 내용노출 내용노출 내용노출 내용노출 내용노출 내용노출 내용노출 내용노출 내용노출</a:t>
            </a:r>
            <a:r>
              <a:rPr lang="en-US" altLang="ko-KR" sz="800" dirty="0">
                <a:solidFill>
                  <a:schemeClr val="tx1">
                    <a:lumMod val="65000"/>
                    <a:lumOff val="35000"/>
                  </a:schemeClr>
                </a:solidFill>
              </a:rPr>
              <a:t> </a:t>
            </a:r>
            <a:r>
              <a:rPr lang="ko-KR" altLang="en-US" sz="800" dirty="0">
                <a:solidFill>
                  <a:schemeClr val="tx1">
                    <a:lumMod val="65000"/>
                    <a:lumOff val="35000"/>
                  </a:schemeClr>
                </a:solidFill>
              </a:rPr>
              <a:t>내용노출 내용노출내용노출 내용노출 내용노출 내용노출 내용노출 내용노출 내용노출 내용노출 내용노출 내용노출 내용노출 내용노출 내용노출</a:t>
            </a:r>
            <a:r>
              <a:rPr lang="en-US" altLang="ko-KR" sz="800" dirty="0">
                <a:solidFill>
                  <a:schemeClr val="tx1">
                    <a:lumMod val="65000"/>
                    <a:lumOff val="35000"/>
                  </a:schemeClr>
                </a:solidFill>
              </a:rPr>
              <a:t> </a:t>
            </a:r>
            <a:r>
              <a:rPr lang="ko-KR" altLang="en-US" sz="800" dirty="0">
                <a:solidFill>
                  <a:schemeClr val="tx1">
                    <a:lumMod val="65000"/>
                    <a:lumOff val="35000"/>
                  </a:schemeClr>
                </a:solidFill>
              </a:rPr>
              <a:t>내용노출 </a:t>
            </a:r>
            <a:r>
              <a:rPr lang="ko-KR" altLang="en-US" sz="800" dirty="0" err="1">
                <a:solidFill>
                  <a:schemeClr val="tx1">
                    <a:lumMod val="65000"/>
                    <a:lumOff val="35000"/>
                  </a:schemeClr>
                </a:solidFill>
              </a:rPr>
              <a:t>내용노출</a:t>
            </a:r>
            <a:endParaRPr lang="en-US" altLang="ko-KR" sz="800" dirty="0">
              <a:solidFill>
                <a:schemeClr val="tx1">
                  <a:lumMod val="65000"/>
                  <a:lumOff val="35000"/>
                </a:schemeClr>
              </a:solidFill>
            </a:endParaRPr>
          </a:p>
          <a:p>
            <a:endParaRPr lang="ko-KR" altLang="en-US" sz="800" dirty="0">
              <a:solidFill>
                <a:schemeClr val="tx1">
                  <a:lumMod val="65000"/>
                  <a:lumOff val="35000"/>
                </a:schemeClr>
              </a:solidFill>
            </a:endParaRPr>
          </a:p>
          <a:p>
            <a:r>
              <a:rPr lang="ko-KR" altLang="en-US" sz="800" dirty="0">
                <a:solidFill>
                  <a:schemeClr val="tx1">
                    <a:lumMod val="65000"/>
                    <a:lumOff val="35000"/>
                  </a:schemeClr>
                </a:solidFill>
              </a:rPr>
              <a:t>내용노출 내용노출 내용노출 내용노출 </a:t>
            </a:r>
            <a:r>
              <a:rPr lang="ko-KR" altLang="en-US" sz="800" dirty="0" err="1">
                <a:solidFill>
                  <a:schemeClr val="tx1">
                    <a:lumMod val="65000"/>
                    <a:lumOff val="35000"/>
                  </a:schemeClr>
                </a:solidFill>
              </a:rPr>
              <a:t>내용노출</a:t>
            </a:r>
            <a:r>
              <a:rPr lang="ko-KR" altLang="en-US" sz="800" dirty="0">
                <a:solidFill>
                  <a:schemeClr val="tx1">
                    <a:lumMod val="65000"/>
                    <a:lumOff val="35000"/>
                  </a:schemeClr>
                </a:solidFill>
              </a:rPr>
              <a:t> </a:t>
            </a:r>
            <a:endParaRPr lang="en-US" altLang="ko-KR" sz="800" dirty="0">
              <a:solidFill>
                <a:schemeClr val="tx1">
                  <a:lumMod val="65000"/>
                  <a:lumOff val="35000"/>
                </a:schemeClr>
              </a:solidFill>
            </a:endParaRPr>
          </a:p>
          <a:p>
            <a:r>
              <a:rPr lang="ko-KR" altLang="en-US" sz="800" dirty="0">
                <a:solidFill>
                  <a:schemeClr val="tx1">
                    <a:lumMod val="65000"/>
                    <a:lumOff val="35000"/>
                  </a:schemeClr>
                </a:solidFill>
              </a:rPr>
              <a:t>내용노출 내용노출 내용노출 내용노출 내용노출 내용노출 내용노출 내용노출</a:t>
            </a:r>
            <a:r>
              <a:rPr lang="en-US" altLang="ko-KR" sz="800" dirty="0">
                <a:solidFill>
                  <a:schemeClr val="tx1">
                    <a:lumMod val="65000"/>
                    <a:lumOff val="35000"/>
                  </a:schemeClr>
                </a:solidFill>
              </a:rPr>
              <a:t> </a:t>
            </a:r>
            <a:r>
              <a:rPr lang="ko-KR" altLang="en-US" sz="800" dirty="0">
                <a:solidFill>
                  <a:schemeClr val="tx1">
                    <a:lumMod val="65000"/>
                    <a:lumOff val="35000"/>
                  </a:schemeClr>
                </a:solidFill>
              </a:rPr>
              <a:t>내용노출 내용노출</a:t>
            </a:r>
          </a:p>
          <a:p>
            <a:r>
              <a:rPr lang="ko-KR" altLang="en-US" sz="800" dirty="0">
                <a:solidFill>
                  <a:schemeClr val="tx1">
                    <a:lumMod val="65000"/>
                    <a:lumOff val="35000"/>
                  </a:schemeClr>
                </a:solidFill>
              </a:rPr>
              <a:t>내용노출 내용노출 내용노출 내용노출 내용노출 내용노출 내용노출 </a:t>
            </a:r>
            <a:r>
              <a:rPr lang="ko-KR" altLang="en-US" sz="800" dirty="0" err="1">
                <a:solidFill>
                  <a:schemeClr val="tx1">
                    <a:lumMod val="65000"/>
                    <a:lumOff val="35000"/>
                  </a:schemeClr>
                </a:solidFill>
              </a:rPr>
              <a:t>내용노출</a:t>
            </a:r>
            <a:r>
              <a:rPr lang="ko-KR" altLang="en-US" sz="800" dirty="0">
                <a:solidFill>
                  <a:schemeClr val="tx1">
                    <a:lumMod val="65000"/>
                    <a:lumOff val="35000"/>
                  </a:schemeClr>
                </a:solidFill>
              </a:rPr>
              <a:t> </a:t>
            </a:r>
            <a:endParaRPr lang="en-US" altLang="ko-KR" sz="800" dirty="0">
              <a:solidFill>
                <a:schemeClr val="tx1">
                  <a:lumMod val="65000"/>
                  <a:lumOff val="35000"/>
                </a:schemeClr>
              </a:solidFill>
            </a:endParaRPr>
          </a:p>
          <a:p>
            <a:r>
              <a:rPr lang="ko-KR" altLang="en-US" sz="800" dirty="0">
                <a:solidFill>
                  <a:schemeClr val="tx1">
                    <a:lumMod val="65000"/>
                    <a:lumOff val="35000"/>
                  </a:schemeClr>
                </a:solidFill>
              </a:rPr>
              <a:t>내용노출 내용노출 내용노출 내용노출 내용노출</a:t>
            </a:r>
            <a:r>
              <a:rPr lang="en-US" altLang="ko-KR" sz="800" dirty="0">
                <a:solidFill>
                  <a:schemeClr val="tx1">
                    <a:lumMod val="65000"/>
                    <a:lumOff val="35000"/>
                  </a:schemeClr>
                </a:solidFill>
              </a:rPr>
              <a:t> </a:t>
            </a:r>
            <a:r>
              <a:rPr lang="ko-KR" altLang="en-US" sz="800" dirty="0">
                <a:solidFill>
                  <a:schemeClr val="tx1">
                    <a:lumMod val="65000"/>
                    <a:lumOff val="35000"/>
                  </a:schemeClr>
                </a:solidFill>
              </a:rPr>
              <a:t>내용노출 내용노출</a:t>
            </a:r>
          </a:p>
          <a:p>
            <a:r>
              <a:rPr lang="ko-KR" altLang="en-US" sz="800" dirty="0">
                <a:solidFill>
                  <a:schemeClr val="tx1">
                    <a:lumMod val="65000"/>
                    <a:lumOff val="35000"/>
                  </a:schemeClr>
                </a:solidFill>
              </a:rPr>
              <a:t>내용노출 내용노출 내용노출 내용노출 내용노출 내용노출 </a:t>
            </a:r>
            <a:r>
              <a:rPr lang="ko-KR" altLang="en-US" sz="800" dirty="0" err="1">
                <a:solidFill>
                  <a:schemeClr val="tx1">
                    <a:lumMod val="65000"/>
                    <a:lumOff val="35000"/>
                  </a:schemeClr>
                </a:solidFill>
              </a:rPr>
              <a:t>내용노출</a:t>
            </a:r>
            <a:r>
              <a:rPr lang="ko-KR" altLang="en-US" sz="800" dirty="0">
                <a:solidFill>
                  <a:schemeClr val="tx1">
                    <a:lumMod val="65000"/>
                    <a:lumOff val="35000"/>
                  </a:schemeClr>
                </a:solidFill>
              </a:rPr>
              <a:t> </a:t>
            </a:r>
            <a:r>
              <a:rPr lang="ko-KR" altLang="en-US" sz="800" dirty="0" err="1">
                <a:solidFill>
                  <a:schemeClr val="tx1">
                    <a:lumMod val="65000"/>
                    <a:lumOff val="35000"/>
                  </a:schemeClr>
                </a:solidFill>
              </a:rPr>
              <a:t>내용노출</a:t>
            </a:r>
            <a:endParaRPr lang="ko-KR" altLang="en-US" sz="800" dirty="0">
              <a:solidFill>
                <a:schemeClr val="tx1">
                  <a:lumMod val="65000"/>
                  <a:lumOff val="35000"/>
                </a:schemeClr>
              </a:solidFill>
            </a:endParaRPr>
          </a:p>
        </p:txBody>
      </p:sp>
      <p:cxnSp>
        <p:nvCxnSpPr>
          <p:cNvPr id="20" name="직선 연결선 19">
            <a:extLst>
              <a:ext uri="{FF2B5EF4-FFF2-40B4-BE49-F238E27FC236}">
                <a16:creationId xmlns:a16="http://schemas.microsoft.com/office/drawing/2014/main" id="{6531E2BB-A9BF-40FA-8410-04DC56674373}"/>
              </a:ext>
            </a:extLst>
          </p:cNvPr>
          <p:cNvCxnSpPr>
            <a:cxnSpLocks/>
          </p:cNvCxnSpPr>
          <p:nvPr/>
        </p:nvCxnSpPr>
        <p:spPr>
          <a:xfrm>
            <a:off x="1334673" y="5208850"/>
            <a:ext cx="8370867"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1162CFAF-2F4A-47D3-B169-D085DC403196}"/>
              </a:ext>
            </a:extLst>
          </p:cNvPr>
          <p:cNvSpPr txBox="1"/>
          <p:nvPr/>
        </p:nvSpPr>
        <p:spPr>
          <a:xfrm>
            <a:off x="1334673" y="5840973"/>
            <a:ext cx="569387" cy="246221"/>
          </a:xfrm>
          <a:prstGeom prst="rect">
            <a:avLst/>
          </a:prstGeom>
          <a:noFill/>
        </p:spPr>
        <p:txBody>
          <a:bodyPr wrap="none" rtlCol="0">
            <a:spAutoFit/>
          </a:bodyPr>
          <a:lstStyle/>
          <a:p>
            <a:r>
              <a:rPr lang="ko-KR" altLang="en-US" sz="1000" b="1" dirty="0" err="1"/>
              <a:t>다음글</a:t>
            </a:r>
            <a:endParaRPr lang="ko-KR" altLang="en-US" sz="1000" b="1" dirty="0"/>
          </a:p>
        </p:txBody>
      </p:sp>
      <p:cxnSp>
        <p:nvCxnSpPr>
          <p:cNvPr id="24" name="직선 연결선 23">
            <a:extLst>
              <a:ext uri="{FF2B5EF4-FFF2-40B4-BE49-F238E27FC236}">
                <a16:creationId xmlns:a16="http://schemas.microsoft.com/office/drawing/2014/main" id="{8A02DB07-DC71-41C5-9935-6962EE467985}"/>
              </a:ext>
            </a:extLst>
          </p:cNvPr>
          <p:cNvCxnSpPr>
            <a:cxnSpLocks/>
          </p:cNvCxnSpPr>
          <p:nvPr/>
        </p:nvCxnSpPr>
        <p:spPr>
          <a:xfrm>
            <a:off x="1334672" y="6141605"/>
            <a:ext cx="8370867"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BC6282D9-DA75-4E89-AE72-462495E716EA}"/>
              </a:ext>
            </a:extLst>
          </p:cNvPr>
          <p:cNvSpPr txBox="1"/>
          <p:nvPr/>
        </p:nvSpPr>
        <p:spPr>
          <a:xfrm>
            <a:off x="1337265" y="6196017"/>
            <a:ext cx="569387" cy="246221"/>
          </a:xfrm>
          <a:prstGeom prst="rect">
            <a:avLst/>
          </a:prstGeom>
          <a:noFill/>
        </p:spPr>
        <p:txBody>
          <a:bodyPr wrap="none" rtlCol="0">
            <a:spAutoFit/>
          </a:bodyPr>
          <a:lstStyle/>
          <a:p>
            <a:r>
              <a:rPr lang="ko-KR" altLang="en-US" sz="1000" b="1" dirty="0" err="1"/>
              <a:t>이전글</a:t>
            </a:r>
            <a:endParaRPr lang="ko-KR" altLang="en-US" sz="1000" b="1" dirty="0"/>
          </a:p>
        </p:txBody>
      </p:sp>
      <p:sp>
        <p:nvSpPr>
          <p:cNvPr id="26" name="TextBox 25">
            <a:extLst>
              <a:ext uri="{FF2B5EF4-FFF2-40B4-BE49-F238E27FC236}">
                <a16:creationId xmlns:a16="http://schemas.microsoft.com/office/drawing/2014/main" id="{BE0B2A0F-BD13-4B4C-B9C1-8AC35C1F1903}"/>
              </a:ext>
            </a:extLst>
          </p:cNvPr>
          <p:cNvSpPr txBox="1"/>
          <p:nvPr/>
        </p:nvSpPr>
        <p:spPr>
          <a:xfrm>
            <a:off x="2127481" y="5840972"/>
            <a:ext cx="6544178" cy="230832"/>
          </a:xfrm>
          <a:prstGeom prst="rect">
            <a:avLst/>
          </a:prstGeom>
          <a:noFill/>
        </p:spPr>
        <p:txBody>
          <a:bodyPr wrap="square" rtlCol="0">
            <a:spAutoFit/>
          </a:bodyPr>
          <a:lstStyle/>
          <a:p>
            <a:r>
              <a:rPr lang="ko-KR" altLang="en-US" sz="900" dirty="0" err="1"/>
              <a:t>다음글</a:t>
            </a:r>
            <a:r>
              <a:rPr lang="ko-KR" altLang="en-US" sz="900" dirty="0"/>
              <a:t> 제목 입니다</a:t>
            </a:r>
            <a:r>
              <a:rPr lang="en-US" altLang="ko-KR" sz="900" dirty="0"/>
              <a:t>. </a:t>
            </a:r>
            <a:r>
              <a:rPr lang="ko-KR" altLang="en-US" sz="900" dirty="0" err="1"/>
              <a:t>다음글</a:t>
            </a:r>
            <a:r>
              <a:rPr lang="ko-KR" altLang="en-US" sz="900" dirty="0"/>
              <a:t> 제목 입니다</a:t>
            </a:r>
            <a:r>
              <a:rPr lang="en-US" altLang="ko-KR" sz="900" dirty="0"/>
              <a:t>. </a:t>
            </a:r>
            <a:r>
              <a:rPr lang="ko-KR" altLang="en-US" sz="900" dirty="0" err="1"/>
              <a:t>다음글</a:t>
            </a:r>
            <a:r>
              <a:rPr lang="ko-KR" altLang="en-US" sz="900" dirty="0"/>
              <a:t> 제목 입니다</a:t>
            </a:r>
            <a:r>
              <a:rPr lang="en-US" altLang="ko-KR" sz="900" dirty="0"/>
              <a:t>. </a:t>
            </a:r>
            <a:r>
              <a:rPr lang="ko-KR" altLang="en-US" sz="900" dirty="0" err="1"/>
              <a:t>다음글</a:t>
            </a:r>
            <a:r>
              <a:rPr lang="ko-KR" altLang="en-US" sz="900" dirty="0"/>
              <a:t> 제목 입니다</a:t>
            </a:r>
            <a:r>
              <a:rPr lang="en-US" altLang="ko-KR" sz="900" dirty="0"/>
              <a:t>. </a:t>
            </a:r>
            <a:endParaRPr lang="ko-KR" altLang="en-US" sz="900" dirty="0"/>
          </a:p>
        </p:txBody>
      </p:sp>
      <p:sp>
        <p:nvSpPr>
          <p:cNvPr id="27" name="TextBox 26">
            <a:extLst>
              <a:ext uri="{FF2B5EF4-FFF2-40B4-BE49-F238E27FC236}">
                <a16:creationId xmlns:a16="http://schemas.microsoft.com/office/drawing/2014/main" id="{08D3AF79-3160-4D9B-8A81-D70C1963191C}"/>
              </a:ext>
            </a:extLst>
          </p:cNvPr>
          <p:cNvSpPr txBox="1"/>
          <p:nvPr/>
        </p:nvSpPr>
        <p:spPr>
          <a:xfrm>
            <a:off x="2127481" y="6196017"/>
            <a:ext cx="6544178" cy="230832"/>
          </a:xfrm>
          <a:prstGeom prst="rect">
            <a:avLst/>
          </a:prstGeom>
          <a:noFill/>
        </p:spPr>
        <p:txBody>
          <a:bodyPr wrap="square" rtlCol="0">
            <a:spAutoFit/>
          </a:bodyPr>
          <a:lstStyle/>
          <a:p>
            <a:r>
              <a:rPr lang="ko-KR" altLang="en-US" sz="900" dirty="0" err="1"/>
              <a:t>이전글</a:t>
            </a:r>
            <a:r>
              <a:rPr lang="ko-KR" altLang="en-US" sz="900" dirty="0"/>
              <a:t> 제목 입니다</a:t>
            </a:r>
            <a:r>
              <a:rPr lang="en-US" altLang="ko-KR" sz="900" dirty="0"/>
              <a:t>. </a:t>
            </a:r>
            <a:r>
              <a:rPr lang="ko-KR" altLang="en-US" sz="900" dirty="0" err="1"/>
              <a:t>이전글</a:t>
            </a:r>
            <a:r>
              <a:rPr lang="ko-KR" altLang="en-US" sz="900" dirty="0"/>
              <a:t> 제목 입니다</a:t>
            </a:r>
            <a:r>
              <a:rPr lang="en-US" altLang="ko-KR" sz="900" dirty="0"/>
              <a:t>. </a:t>
            </a:r>
            <a:r>
              <a:rPr lang="ko-KR" altLang="en-US" sz="900" dirty="0" err="1"/>
              <a:t>이전글</a:t>
            </a:r>
            <a:r>
              <a:rPr lang="ko-KR" altLang="en-US" sz="900" dirty="0"/>
              <a:t> 제목 입니다</a:t>
            </a:r>
            <a:r>
              <a:rPr lang="en-US" altLang="ko-KR" sz="900" dirty="0"/>
              <a:t>. </a:t>
            </a:r>
            <a:r>
              <a:rPr lang="ko-KR" altLang="en-US" sz="900" dirty="0" err="1"/>
              <a:t>이전글</a:t>
            </a:r>
            <a:r>
              <a:rPr lang="ko-KR" altLang="en-US" sz="900" dirty="0"/>
              <a:t> 제목 입니다</a:t>
            </a:r>
            <a:r>
              <a:rPr lang="en-US" altLang="ko-KR" sz="900" dirty="0"/>
              <a:t>. </a:t>
            </a:r>
            <a:endParaRPr lang="ko-KR" altLang="en-US" sz="900" dirty="0"/>
          </a:p>
        </p:txBody>
      </p:sp>
      <p:graphicFrame>
        <p:nvGraphicFramePr>
          <p:cNvPr id="28" name="표 3">
            <a:extLst>
              <a:ext uri="{FF2B5EF4-FFF2-40B4-BE49-F238E27FC236}">
                <a16:creationId xmlns:a16="http://schemas.microsoft.com/office/drawing/2014/main" id="{65DDADDF-252D-4151-928F-5415880A8F7C}"/>
              </a:ext>
            </a:extLst>
          </p:cNvPr>
          <p:cNvGraphicFramePr>
            <a:graphicFrameLocks noGrp="1"/>
          </p:cNvGraphicFramePr>
          <p:nvPr>
            <p:extLst>
              <p:ext uri="{D42A27DB-BD31-4B8C-83A1-F6EECF244321}">
                <p14:modId xmlns:p14="http://schemas.microsoft.com/office/powerpoint/2010/main" val="356786594"/>
              </p:ext>
            </p:extLst>
          </p:nvPr>
        </p:nvGraphicFramePr>
        <p:xfrm>
          <a:off x="600444" y="1285571"/>
          <a:ext cx="9199602" cy="271310"/>
        </p:xfrm>
        <a:graphic>
          <a:graphicData uri="http://schemas.openxmlformats.org/drawingml/2006/table">
            <a:tbl>
              <a:tblPr firstRow="1" bandRow="1">
                <a:tableStyleId>{5940675A-B579-460E-94D1-54222C63F5DA}</a:tableStyleId>
              </a:tblPr>
              <a:tblGrid>
                <a:gridCol w="3066534">
                  <a:extLst>
                    <a:ext uri="{9D8B030D-6E8A-4147-A177-3AD203B41FA5}">
                      <a16:colId xmlns:a16="http://schemas.microsoft.com/office/drawing/2014/main" val="3367096384"/>
                    </a:ext>
                  </a:extLst>
                </a:gridCol>
                <a:gridCol w="3066534">
                  <a:extLst>
                    <a:ext uri="{9D8B030D-6E8A-4147-A177-3AD203B41FA5}">
                      <a16:colId xmlns:a16="http://schemas.microsoft.com/office/drawing/2014/main" val="3296445769"/>
                    </a:ext>
                  </a:extLst>
                </a:gridCol>
                <a:gridCol w="3066534">
                  <a:extLst>
                    <a:ext uri="{9D8B030D-6E8A-4147-A177-3AD203B41FA5}">
                      <a16:colId xmlns:a16="http://schemas.microsoft.com/office/drawing/2014/main" val="2889833251"/>
                    </a:ext>
                  </a:extLst>
                </a:gridCol>
              </a:tblGrid>
              <a:tr h="271310">
                <a:tc>
                  <a:txBody>
                    <a:bodyPr/>
                    <a:lstStyle/>
                    <a:p>
                      <a:pPr algn="ctr" latinLnBrk="1"/>
                      <a:r>
                        <a:rPr lang="ko-KR" altLang="en-US" sz="900" b="1" dirty="0">
                          <a:solidFill>
                            <a:schemeClr val="bg1"/>
                          </a:solidFill>
                        </a:rPr>
                        <a:t>공지사항</a:t>
                      </a:r>
                    </a:p>
                  </a:txBody>
                  <a:tcPr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tx1"/>
                    </a:solidFill>
                  </a:tcPr>
                </a:tc>
                <a:tc>
                  <a:txBody>
                    <a:bodyPr/>
                    <a:lstStyle/>
                    <a:p>
                      <a:pPr algn="ctr" latinLnBrk="1"/>
                      <a:r>
                        <a:rPr lang="ko-KR" altLang="en-US" sz="900" dirty="0" err="1">
                          <a:solidFill>
                            <a:schemeClr val="tx1"/>
                          </a:solidFill>
                        </a:rPr>
                        <a:t>자주묻는질문</a:t>
                      </a:r>
                      <a:endParaRPr lang="ko-KR" altLang="en-US" sz="900" dirty="0">
                        <a:solidFill>
                          <a:schemeClr val="tx1"/>
                        </a:solidFill>
                      </a:endParaRPr>
                    </a:p>
                  </a:txBody>
                  <a:tcPr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tc>
                  <a:txBody>
                    <a:bodyPr/>
                    <a:lstStyle/>
                    <a:p>
                      <a:pPr algn="ctr" latinLnBrk="1"/>
                      <a:r>
                        <a:rPr lang="ko-KR" altLang="en-US" sz="900" dirty="0">
                          <a:solidFill>
                            <a:schemeClr val="tx1"/>
                          </a:solidFill>
                        </a:rPr>
                        <a:t>제휴</a:t>
                      </a:r>
                      <a:r>
                        <a:rPr lang="en-US" altLang="ko-KR" sz="900" dirty="0">
                          <a:solidFill>
                            <a:schemeClr val="tx1"/>
                          </a:solidFill>
                        </a:rPr>
                        <a:t>/</a:t>
                      </a:r>
                      <a:r>
                        <a:rPr lang="ko-KR" altLang="en-US" sz="900" dirty="0">
                          <a:solidFill>
                            <a:schemeClr val="tx1"/>
                          </a:solidFill>
                        </a:rPr>
                        <a:t>문의</a:t>
                      </a:r>
                    </a:p>
                  </a:txBody>
                  <a:tcPr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1854188096"/>
                  </a:ext>
                </a:extLst>
              </a:tr>
            </a:tbl>
          </a:graphicData>
        </a:graphic>
      </p:graphicFrame>
      <p:graphicFrame>
        <p:nvGraphicFramePr>
          <p:cNvPr id="15" name="표 14">
            <a:extLst>
              <a:ext uri="{FF2B5EF4-FFF2-40B4-BE49-F238E27FC236}">
                <a16:creationId xmlns:a16="http://schemas.microsoft.com/office/drawing/2014/main" id="{D9AA2EB3-9F51-490E-855A-C1FB69F8A209}"/>
              </a:ext>
            </a:extLst>
          </p:cNvPr>
          <p:cNvGraphicFramePr>
            <a:graphicFrameLocks noGrp="1"/>
          </p:cNvGraphicFramePr>
          <p:nvPr>
            <p:extLst>
              <p:ext uri="{D42A27DB-BD31-4B8C-83A1-F6EECF244321}">
                <p14:modId xmlns:p14="http://schemas.microsoft.com/office/powerpoint/2010/main" val="2868279585"/>
              </p:ext>
            </p:extLst>
          </p:nvPr>
        </p:nvGraphicFramePr>
        <p:xfrm>
          <a:off x="10171774" y="22159"/>
          <a:ext cx="1979018" cy="211939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RF-01-05-02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고객센터</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공지사항 </a:t>
                      </a:r>
                      <a:endParaRPr lang="en-US" altLang="ko-KR" sz="800" dirty="0"/>
                    </a:p>
                    <a:p>
                      <a:pPr algn="l" latinLnBrk="1"/>
                      <a:r>
                        <a:rPr lang="en-US" altLang="ko-KR" sz="800" dirty="0"/>
                        <a:t>- </a:t>
                      </a:r>
                      <a:r>
                        <a:rPr lang="ko-KR" altLang="en-US" sz="800" dirty="0"/>
                        <a:t>보기 페이지</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공지사항 상세 내용을 표시하는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520211539"/>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첨부파일 다운로드</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다음 글 또는 이전 글로 이동할 수 있으며</a:t>
                      </a:r>
                      <a:r>
                        <a:rPr lang="en-US" altLang="ko-KR" sz="800" dirty="0"/>
                        <a:t>, </a:t>
                      </a:r>
                      <a:r>
                        <a:rPr lang="ko-KR" altLang="en-US" sz="800" dirty="0"/>
                        <a:t>해당 글이 없는 경우에는 표시되지 않는다</a:t>
                      </a:r>
                      <a:r>
                        <a:rPr lang="en-US" altLang="ko-KR" sz="800" dirty="0"/>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4196118640"/>
                  </a:ext>
                </a:extLst>
              </a:tr>
            </a:tbl>
          </a:graphicData>
        </a:graphic>
      </p:graphicFrame>
      <p:sp>
        <p:nvSpPr>
          <p:cNvPr id="21" name="직사각형 20">
            <a:extLst>
              <a:ext uri="{FF2B5EF4-FFF2-40B4-BE49-F238E27FC236}">
                <a16:creationId xmlns:a16="http://schemas.microsoft.com/office/drawing/2014/main" id="{592A8A31-1D83-4D9F-9DAD-20008D00B7F0}"/>
              </a:ext>
            </a:extLst>
          </p:cNvPr>
          <p:cNvSpPr/>
          <p:nvPr/>
        </p:nvSpPr>
        <p:spPr>
          <a:xfrm>
            <a:off x="1116902" y="4746187"/>
            <a:ext cx="279400" cy="270934"/>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b="1" dirty="0"/>
              <a:t>1</a:t>
            </a:r>
            <a:endParaRPr lang="ko-KR" altLang="en-US" sz="900" b="1" dirty="0"/>
          </a:p>
        </p:txBody>
      </p:sp>
      <p:sp>
        <p:nvSpPr>
          <p:cNvPr id="22" name="직사각형 21">
            <a:extLst>
              <a:ext uri="{FF2B5EF4-FFF2-40B4-BE49-F238E27FC236}">
                <a16:creationId xmlns:a16="http://schemas.microsoft.com/office/drawing/2014/main" id="{592A8A31-1D83-4D9F-9DAD-20008D00B7F0}"/>
              </a:ext>
            </a:extLst>
          </p:cNvPr>
          <p:cNvSpPr/>
          <p:nvPr/>
        </p:nvSpPr>
        <p:spPr>
          <a:xfrm>
            <a:off x="1188304" y="5651095"/>
            <a:ext cx="279400" cy="270934"/>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b="1" dirty="0"/>
              <a:t>2</a:t>
            </a:r>
            <a:endParaRPr lang="ko-KR" altLang="en-US" sz="900" b="1" dirty="0"/>
          </a:p>
        </p:txBody>
      </p:sp>
    </p:spTree>
    <p:extLst>
      <p:ext uri="{BB962C8B-B14F-4D97-AF65-F5344CB8AC3E}">
        <p14:creationId xmlns:p14="http://schemas.microsoft.com/office/powerpoint/2010/main" val="1812366546"/>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표 3">
            <a:extLst>
              <a:ext uri="{FF2B5EF4-FFF2-40B4-BE49-F238E27FC236}">
                <a16:creationId xmlns:a16="http://schemas.microsoft.com/office/drawing/2014/main" id="{E68B19D6-9F1B-4F6B-9483-4F12892ED62E}"/>
              </a:ext>
            </a:extLst>
          </p:cNvPr>
          <p:cNvGraphicFramePr>
            <a:graphicFrameLocks noGrp="1"/>
          </p:cNvGraphicFramePr>
          <p:nvPr>
            <p:extLst>
              <p:ext uri="{D42A27DB-BD31-4B8C-83A1-F6EECF244321}">
                <p14:modId xmlns:p14="http://schemas.microsoft.com/office/powerpoint/2010/main" val="2163281883"/>
              </p:ext>
            </p:extLst>
          </p:nvPr>
        </p:nvGraphicFramePr>
        <p:xfrm>
          <a:off x="600444" y="1285571"/>
          <a:ext cx="9199602" cy="271310"/>
        </p:xfrm>
        <a:graphic>
          <a:graphicData uri="http://schemas.openxmlformats.org/drawingml/2006/table">
            <a:tbl>
              <a:tblPr firstRow="1" bandRow="1">
                <a:tableStyleId>{5940675A-B579-460E-94D1-54222C63F5DA}</a:tableStyleId>
              </a:tblPr>
              <a:tblGrid>
                <a:gridCol w="3066534">
                  <a:extLst>
                    <a:ext uri="{9D8B030D-6E8A-4147-A177-3AD203B41FA5}">
                      <a16:colId xmlns:a16="http://schemas.microsoft.com/office/drawing/2014/main" val="3367096384"/>
                    </a:ext>
                  </a:extLst>
                </a:gridCol>
                <a:gridCol w="3066534">
                  <a:extLst>
                    <a:ext uri="{9D8B030D-6E8A-4147-A177-3AD203B41FA5}">
                      <a16:colId xmlns:a16="http://schemas.microsoft.com/office/drawing/2014/main" val="3296445769"/>
                    </a:ext>
                  </a:extLst>
                </a:gridCol>
                <a:gridCol w="3066534">
                  <a:extLst>
                    <a:ext uri="{9D8B030D-6E8A-4147-A177-3AD203B41FA5}">
                      <a16:colId xmlns:a16="http://schemas.microsoft.com/office/drawing/2014/main" val="2889833251"/>
                    </a:ext>
                  </a:extLst>
                </a:gridCol>
              </a:tblGrid>
              <a:tr h="271310">
                <a:tc>
                  <a:txBody>
                    <a:bodyPr/>
                    <a:lstStyle/>
                    <a:p>
                      <a:pPr algn="ctr" latinLnBrk="1"/>
                      <a:r>
                        <a:rPr lang="ko-KR" altLang="en-US" sz="900" b="0" dirty="0">
                          <a:solidFill>
                            <a:schemeClr val="tx1"/>
                          </a:solidFill>
                        </a:rPr>
                        <a:t>공지사항</a:t>
                      </a:r>
                    </a:p>
                  </a:txBody>
                  <a:tcPr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ko-KR" altLang="en-US" sz="900" dirty="0" err="1">
                          <a:solidFill>
                            <a:schemeClr val="bg1"/>
                          </a:solidFill>
                        </a:rPr>
                        <a:t>자주묻는질문</a:t>
                      </a:r>
                      <a:endParaRPr lang="ko-KR" altLang="en-US" sz="900" dirty="0">
                        <a:solidFill>
                          <a:schemeClr val="bg1"/>
                        </a:solidFill>
                      </a:endParaRPr>
                    </a:p>
                  </a:txBody>
                  <a:tcPr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tx1"/>
                    </a:solidFill>
                  </a:tcPr>
                </a:tc>
                <a:tc>
                  <a:txBody>
                    <a:bodyPr/>
                    <a:lstStyle/>
                    <a:p>
                      <a:pPr algn="ctr" latinLnBrk="1"/>
                      <a:r>
                        <a:rPr lang="ko-KR" altLang="en-US" sz="900" dirty="0">
                          <a:solidFill>
                            <a:schemeClr val="tx1"/>
                          </a:solidFill>
                        </a:rPr>
                        <a:t>제휴</a:t>
                      </a:r>
                      <a:r>
                        <a:rPr lang="en-US" altLang="ko-KR" sz="900" dirty="0">
                          <a:solidFill>
                            <a:schemeClr val="tx1"/>
                          </a:solidFill>
                        </a:rPr>
                        <a:t>/</a:t>
                      </a:r>
                      <a:r>
                        <a:rPr lang="ko-KR" altLang="en-US" sz="900" dirty="0">
                          <a:solidFill>
                            <a:schemeClr val="tx1"/>
                          </a:solidFill>
                        </a:rPr>
                        <a:t>문의</a:t>
                      </a:r>
                    </a:p>
                  </a:txBody>
                  <a:tcPr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1854188096"/>
                  </a:ext>
                </a:extLst>
              </a:tr>
            </a:tbl>
          </a:graphicData>
        </a:graphic>
      </p:graphicFrame>
      <p:graphicFrame>
        <p:nvGraphicFramePr>
          <p:cNvPr id="15" name="표 14">
            <a:extLst>
              <a:ext uri="{FF2B5EF4-FFF2-40B4-BE49-F238E27FC236}">
                <a16:creationId xmlns:a16="http://schemas.microsoft.com/office/drawing/2014/main" id="{CFFF507E-4208-4CF7-97C1-D6F4F757AA6B}"/>
              </a:ext>
            </a:extLst>
          </p:cNvPr>
          <p:cNvGraphicFramePr>
            <a:graphicFrameLocks noGrp="1"/>
          </p:cNvGraphicFramePr>
          <p:nvPr>
            <p:extLst>
              <p:ext uri="{D42A27DB-BD31-4B8C-83A1-F6EECF244321}">
                <p14:modId xmlns:p14="http://schemas.microsoft.com/office/powerpoint/2010/main" val="4185157739"/>
              </p:ext>
            </p:extLst>
          </p:nvPr>
        </p:nvGraphicFramePr>
        <p:xfrm>
          <a:off x="600445" y="2243620"/>
          <a:ext cx="9199602" cy="3461230"/>
        </p:xfrm>
        <a:graphic>
          <a:graphicData uri="http://schemas.openxmlformats.org/drawingml/2006/table">
            <a:tbl>
              <a:tblPr firstRow="1" bandRow="1">
                <a:tableStyleId>{5C22544A-7EE6-4342-B048-85BDC9FD1C3A}</a:tableStyleId>
              </a:tblPr>
              <a:tblGrid>
                <a:gridCol w="9199602">
                  <a:extLst>
                    <a:ext uri="{9D8B030D-6E8A-4147-A177-3AD203B41FA5}">
                      <a16:colId xmlns:a16="http://schemas.microsoft.com/office/drawing/2014/main" val="20000"/>
                    </a:ext>
                  </a:extLst>
                </a:gridCol>
              </a:tblGrid>
              <a:tr h="275274">
                <a:tc>
                  <a:txBody>
                    <a:bodyPr/>
                    <a:lstStyle/>
                    <a:p>
                      <a:pPr latinLnBrk="1"/>
                      <a:r>
                        <a:rPr lang="en-US" altLang="ko-KR" sz="800" b="1" dirty="0">
                          <a:solidFill>
                            <a:schemeClr val="tx1">
                              <a:lumMod val="75000"/>
                              <a:lumOff val="25000"/>
                            </a:schemeClr>
                          </a:solidFill>
                        </a:rPr>
                        <a:t>[</a:t>
                      </a:r>
                      <a:r>
                        <a:rPr lang="ko-KR" altLang="en-US" sz="800" b="1" dirty="0">
                          <a:solidFill>
                            <a:schemeClr val="tx1">
                              <a:lumMod val="75000"/>
                              <a:lumOff val="25000"/>
                            </a:schemeClr>
                          </a:solidFill>
                        </a:rPr>
                        <a:t>회원관련</a:t>
                      </a:r>
                      <a:r>
                        <a:rPr lang="en-US" altLang="ko-KR" sz="800" b="1" dirty="0">
                          <a:solidFill>
                            <a:schemeClr val="tx1">
                              <a:lumMod val="75000"/>
                              <a:lumOff val="25000"/>
                            </a:schemeClr>
                          </a:solidFill>
                        </a:rPr>
                        <a:t>] </a:t>
                      </a:r>
                      <a:r>
                        <a:rPr lang="ko-KR" altLang="en-US" sz="800" b="1" dirty="0">
                          <a:solidFill>
                            <a:schemeClr val="tx1">
                              <a:lumMod val="75000"/>
                              <a:lumOff val="25000"/>
                            </a:schemeClr>
                          </a:solidFill>
                        </a:rPr>
                        <a:t>제목노출제목노출제목노출제목노출제목노출제목노출제목노출제목노출제목노출제목노출제목노출제목노출제목노출제목노출제목노출제목노출제목노출제목노출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1259038">
                <a:tc>
                  <a:txBody>
                    <a:bodyPr/>
                    <a:lstStyle/>
                    <a:p>
                      <a:pPr latinLnBrk="1"/>
                      <a:r>
                        <a:rPr lang="ko-KR" altLang="en-US" sz="800" b="0" dirty="0" err="1">
                          <a:solidFill>
                            <a:schemeClr val="tx1">
                              <a:lumMod val="75000"/>
                              <a:lumOff val="25000"/>
                            </a:schemeClr>
                          </a:solidFill>
                        </a:rPr>
                        <a:t>내용추출내용추출내용추출내용추출내용추출내용추출내용추출내용추출내용추출내용추출</a:t>
                      </a:r>
                      <a:endParaRPr lang="en-US" altLang="ko-KR" sz="800" b="0" dirty="0">
                        <a:solidFill>
                          <a:schemeClr val="tx1">
                            <a:lumMod val="75000"/>
                            <a:lumOff val="25000"/>
                          </a:schemeClr>
                        </a:solidFill>
                      </a:endParaRPr>
                    </a:p>
                    <a:p>
                      <a:pPr latinLnBrk="1"/>
                      <a:r>
                        <a:rPr lang="ko-KR" altLang="en-US" sz="800" b="0" dirty="0" err="1">
                          <a:solidFill>
                            <a:schemeClr val="tx1">
                              <a:lumMod val="75000"/>
                              <a:lumOff val="25000"/>
                            </a:schemeClr>
                          </a:solidFill>
                        </a:rPr>
                        <a:t>내용추출내용추출내용추출내용추출내용추출</a:t>
                      </a:r>
                      <a:endParaRPr lang="en-US" altLang="ko-KR" sz="800" b="0" dirty="0">
                        <a:solidFill>
                          <a:schemeClr val="tx1">
                            <a:lumMod val="75000"/>
                            <a:lumOff val="25000"/>
                          </a:schemeClr>
                        </a:solidFill>
                      </a:endParaRPr>
                    </a:p>
                    <a:p>
                      <a:pPr latinLnBrk="1"/>
                      <a:r>
                        <a:rPr lang="ko-KR" altLang="en-US" sz="800" b="0" dirty="0" err="1">
                          <a:solidFill>
                            <a:schemeClr val="tx1">
                              <a:lumMod val="75000"/>
                              <a:lumOff val="25000"/>
                            </a:schemeClr>
                          </a:solidFill>
                        </a:rPr>
                        <a:t>내용추출내용추출내용추출내용추출내용추출내용추출내용추출내용추출내용추출</a:t>
                      </a:r>
                      <a:endParaRPr lang="en-US" altLang="ko-KR" sz="800" b="0" dirty="0">
                        <a:solidFill>
                          <a:schemeClr val="tx1">
                            <a:lumMod val="75000"/>
                            <a:lumOff val="25000"/>
                          </a:schemeClr>
                        </a:solidFill>
                      </a:endParaRPr>
                    </a:p>
                    <a:p>
                      <a:pPr latinLnBrk="1"/>
                      <a:r>
                        <a:rPr lang="ko-KR" altLang="en-US" sz="800" b="0" dirty="0" err="1">
                          <a:solidFill>
                            <a:schemeClr val="tx1">
                              <a:lumMod val="75000"/>
                              <a:lumOff val="25000"/>
                            </a:schemeClr>
                          </a:solidFill>
                        </a:rPr>
                        <a:t>내용추출내용추출내용추출내용추출내용추출</a:t>
                      </a:r>
                      <a:endParaRPr lang="en-US" altLang="ko-KR" sz="800" b="0" dirty="0">
                        <a:solidFill>
                          <a:schemeClr val="tx1">
                            <a:lumMod val="75000"/>
                            <a:lumOff val="25000"/>
                          </a:schemeClr>
                        </a:solidFill>
                      </a:endParaRPr>
                    </a:p>
                    <a:p>
                      <a:pPr latinLnBrk="1"/>
                      <a:r>
                        <a:rPr lang="ko-KR" altLang="en-US" sz="800" b="0" dirty="0" err="1">
                          <a:solidFill>
                            <a:schemeClr val="tx1">
                              <a:lumMod val="75000"/>
                              <a:lumOff val="25000"/>
                            </a:schemeClr>
                          </a:solidFill>
                        </a:rPr>
                        <a:t>내용추출내용추출내용추출내용추출내용추출내용추출내용추출내용추출내용추출내용추출내용추출</a:t>
                      </a:r>
                      <a:endParaRPr lang="en-US" altLang="ko-KR" sz="800" b="0" dirty="0">
                        <a:solidFill>
                          <a:schemeClr val="tx1">
                            <a:lumMod val="75000"/>
                            <a:lumOff val="25000"/>
                          </a:schemeClr>
                        </a:solidFill>
                      </a:endParaRPr>
                    </a:p>
                    <a:p>
                      <a:pPr latinLnBrk="1"/>
                      <a:endParaRPr lang="en-US" altLang="ko-KR" sz="800" b="0" dirty="0">
                        <a:solidFill>
                          <a:schemeClr val="tx1">
                            <a:lumMod val="75000"/>
                            <a:lumOff val="25000"/>
                          </a:schemeClr>
                        </a:solidFill>
                      </a:endParaRPr>
                    </a:p>
                    <a:p>
                      <a:pPr latinLnBrk="1"/>
                      <a:r>
                        <a:rPr lang="ko-KR" altLang="en-US" sz="800" b="0" dirty="0" err="1">
                          <a:solidFill>
                            <a:schemeClr val="tx1">
                              <a:lumMod val="75000"/>
                              <a:lumOff val="25000"/>
                            </a:schemeClr>
                          </a:solidFill>
                        </a:rPr>
                        <a:t>내용추출내용추출내용추출내용추출내용추출내용추출내용추출내용추출</a:t>
                      </a:r>
                      <a:endParaRPr lang="en-US" altLang="ko-KR" sz="800" b="0" dirty="0">
                        <a:solidFill>
                          <a:schemeClr val="tx1">
                            <a:lumMod val="75000"/>
                            <a:lumOff val="25000"/>
                          </a:schemeClr>
                        </a:solidFill>
                      </a:endParaRPr>
                    </a:p>
                    <a:p>
                      <a:pPr latinLnBrk="1"/>
                      <a:endParaRPr lang="en-US" altLang="ko-KR" sz="800" b="0" dirty="0">
                        <a:solidFill>
                          <a:schemeClr val="tx1">
                            <a:lumMod val="75000"/>
                            <a:lumOff val="25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275274">
                <a:tc>
                  <a:txBody>
                    <a:bodyPr/>
                    <a:lstStyle/>
                    <a:p>
                      <a:pPr latinLnBrk="1"/>
                      <a:r>
                        <a:rPr lang="en-US" altLang="ko-KR" sz="800" b="1" dirty="0">
                          <a:solidFill>
                            <a:schemeClr val="tx1">
                              <a:lumMod val="75000"/>
                              <a:lumOff val="25000"/>
                            </a:schemeClr>
                          </a:solidFill>
                        </a:rPr>
                        <a:t>[</a:t>
                      </a:r>
                      <a:r>
                        <a:rPr lang="ko-KR" altLang="en-US" sz="800" b="1" dirty="0">
                          <a:solidFill>
                            <a:schemeClr val="tx1">
                              <a:lumMod val="75000"/>
                              <a:lumOff val="25000"/>
                            </a:schemeClr>
                          </a:solidFill>
                        </a:rPr>
                        <a:t>회원관련</a:t>
                      </a:r>
                      <a:r>
                        <a:rPr lang="en-US" altLang="ko-KR" sz="800" b="1" dirty="0">
                          <a:solidFill>
                            <a:schemeClr val="tx1">
                              <a:lumMod val="75000"/>
                              <a:lumOff val="25000"/>
                            </a:schemeClr>
                          </a:solidFill>
                        </a:rPr>
                        <a:t>] </a:t>
                      </a:r>
                      <a:r>
                        <a:rPr lang="ko-KR" altLang="en-US" sz="800" b="1" dirty="0">
                          <a:solidFill>
                            <a:schemeClr val="tx1">
                              <a:lumMod val="75000"/>
                              <a:lumOff val="25000"/>
                            </a:schemeClr>
                          </a:solidFill>
                        </a:rPr>
                        <a:t>제목노출제목노출제목노출제목노출제목노출제목노출제목노출제목노출제목노출제목노출제목노출제목노출제목노출제목노출제목노출제목노출제목노출제목노출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2"/>
                  </a:ext>
                </a:extLst>
              </a:tr>
              <a:tr h="275274">
                <a:tc>
                  <a:txBody>
                    <a:bodyPr/>
                    <a:lstStyle/>
                    <a:p>
                      <a:pPr latinLnBrk="1"/>
                      <a:r>
                        <a:rPr lang="en-US" altLang="ko-KR" sz="800" b="1" dirty="0">
                          <a:solidFill>
                            <a:schemeClr val="tx1">
                              <a:lumMod val="75000"/>
                              <a:lumOff val="25000"/>
                            </a:schemeClr>
                          </a:solidFill>
                        </a:rPr>
                        <a:t>[</a:t>
                      </a:r>
                      <a:r>
                        <a:rPr lang="ko-KR" altLang="en-US" sz="800" b="1" dirty="0">
                          <a:solidFill>
                            <a:schemeClr val="tx1">
                              <a:lumMod val="75000"/>
                              <a:lumOff val="25000"/>
                            </a:schemeClr>
                          </a:solidFill>
                        </a:rPr>
                        <a:t>회원관련</a:t>
                      </a:r>
                      <a:r>
                        <a:rPr lang="en-US" altLang="ko-KR" sz="800" b="1" dirty="0">
                          <a:solidFill>
                            <a:schemeClr val="tx1">
                              <a:lumMod val="75000"/>
                              <a:lumOff val="25000"/>
                            </a:schemeClr>
                          </a:solidFill>
                        </a:rPr>
                        <a:t>] </a:t>
                      </a:r>
                      <a:r>
                        <a:rPr lang="ko-KR" altLang="en-US" sz="800" b="1" dirty="0" err="1">
                          <a:solidFill>
                            <a:schemeClr val="tx1">
                              <a:lumMod val="75000"/>
                              <a:lumOff val="25000"/>
                            </a:schemeClr>
                          </a:solidFill>
                        </a:rPr>
                        <a:t>제목노출제목노출제목노출제목노출제목노출제목노출제목노출제목노출제목노출제목노출제목노출제목노출</a:t>
                      </a:r>
                      <a:endParaRPr lang="ko-KR" altLang="en-US" sz="800" b="1" dirty="0">
                        <a:solidFill>
                          <a:schemeClr val="tx1">
                            <a:lumMod val="75000"/>
                            <a:lumOff val="25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3"/>
                  </a:ext>
                </a:extLst>
              </a:tr>
              <a:tr h="275274">
                <a:tc>
                  <a:txBody>
                    <a:bodyPr/>
                    <a:lstStyle/>
                    <a:p>
                      <a:pPr latinLnBrk="1"/>
                      <a:r>
                        <a:rPr lang="en-US" altLang="ko-KR" sz="800" b="1" dirty="0">
                          <a:solidFill>
                            <a:schemeClr val="tx1">
                              <a:lumMod val="75000"/>
                              <a:lumOff val="25000"/>
                            </a:schemeClr>
                          </a:solidFill>
                        </a:rPr>
                        <a:t>[</a:t>
                      </a:r>
                      <a:r>
                        <a:rPr lang="ko-KR" altLang="en-US" sz="800" b="1" dirty="0">
                          <a:solidFill>
                            <a:schemeClr val="tx1">
                              <a:lumMod val="75000"/>
                              <a:lumOff val="25000"/>
                            </a:schemeClr>
                          </a:solidFill>
                        </a:rPr>
                        <a:t>회원관련</a:t>
                      </a:r>
                      <a:r>
                        <a:rPr lang="en-US" altLang="ko-KR" sz="800" b="1" dirty="0">
                          <a:solidFill>
                            <a:schemeClr val="tx1">
                              <a:lumMod val="75000"/>
                              <a:lumOff val="25000"/>
                            </a:schemeClr>
                          </a:solidFill>
                        </a:rPr>
                        <a:t>] </a:t>
                      </a:r>
                      <a:r>
                        <a:rPr lang="ko-KR" altLang="en-US" sz="800" b="1" dirty="0">
                          <a:solidFill>
                            <a:schemeClr val="tx1">
                              <a:lumMod val="75000"/>
                              <a:lumOff val="25000"/>
                            </a:schemeClr>
                          </a:solidFill>
                        </a:rPr>
                        <a:t>제목노출제목노출제목노출제목노출제목노출제목노출제목노출제목노출제목노출제목노출제목노출제목노출제목노출제목노출제목노출제목노출제목노출제목노출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4"/>
                  </a:ext>
                </a:extLst>
              </a:tr>
              <a:tr h="275274">
                <a:tc>
                  <a:txBody>
                    <a:bodyPr/>
                    <a:lstStyle/>
                    <a:p>
                      <a:pPr latinLnBrk="1"/>
                      <a:r>
                        <a:rPr lang="en-US" altLang="ko-KR" sz="800" b="1" dirty="0">
                          <a:solidFill>
                            <a:schemeClr val="tx1">
                              <a:lumMod val="75000"/>
                              <a:lumOff val="25000"/>
                            </a:schemeClr>
                          </a:solidFill>
                        </a:rPr>
                        <a:t>[</a:t>
                      </a:r>
                      <a:r>
                        <a:rPr lang="ko-KR" altLang="en-US" sz="800" b="1" dirty="0">
                          <a:solidFill>
                            <a:schemeClr val="tx1">
                              <a:lumMod val="75000"/>
                              <a:lumOff val="25000"/>
                            </a:schemeClr>
                          </a:solidFill>
                        </a:rPr>
                        <a:t>포인트관련</a:t>
                      </a:r>
                      <a:r>
                        <a:rPr lang="en-US" altLang="ko-KR" sz="800" b="1" dirty="0">
                          <a:solidFill>
                            <a:schemeClr val="tx1">
                              <a:lumMod val="75000"/>
                              <a:lumOff val="25000"/>
                            </a:schemeClr>
                          </a:solidFill>
                        </a:rPr>
                        <a:t>] </a:t>
                      </a:r>
                      <a:r>
                        <a:rPr lang="ko-KR" altLang="en-US" sz="800" b="1" dirty="0" err="1">
                          <a:solidFill>
                            <a:schemeClr val="tx1">
                              <a:lumMod val="75000"/>
                              <a:lumOff val="25000"/>
                            </a:schemeClr>
                          </a:solidFill>
                        </a:rPr>
                        <a:t>제목노출제목노출제목노출제목노출제목노출제목노출제목노출제목노출제목노출제목노출제목노출제목노출</a:t>
                      </a:r>
                      <a:endParaRPr lang="ko-KR" altLang="en-US" sz="800" b="1" dirty="0">
                        <a:solidFill>
                          <a:schemeClr val="tx1">
                            <a:lumMod val="75000"/>
                            <a:lumOff val="25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5"/>
                  </a:ext>
                </a:extLst>
              </a:tr>
              <a:tr h="275274">
                <a:tc>
                  <a:txBody>
                    <a:bodyPr/>
                    <a:lstStyle/>
                    <a:p>
                      <a:pPr latinLnBrk="1"/>
                      <a:r>
                        <a:rPr lang="en-US" altLang="ko-KR" sz="800" b="1" dirty="0">
                          <a:solidFill>
                            <a:schemeClr val="tx1">
                              <a:lumMod val="75000"/>
                              <a:lumOff val="25000"/>
                            </a:schemeClr>
                          </a:solidFill>
                        </a:rPr>
                        <a:t>[</a:t>
                      </a:r>
                      <a:r>
                        <a:rPr lang="ko-KR" altLang="en-US" sz="800" b="1" dirty="0">
                          <a:solidFill>
                            <a:schemeClr val="tx1">
                              <a:lumMod val="75000"/>
                              <a:lumOff val="25000"/>
                            </a:schemeClr>
                          </a:solidFill>
                        </a:rPr>
                        <a:t>포인트관련</a:t>
                      </a:r>
                      <a:r>
                        <a:rPr lang="en-US" altLang="ko-KR" sz="800" b="1" dirty="0">
                          <a:solidFill>
                            <a:schemeClr val="tx1">
                              <a:lumMod val="75000"/>
                              <a:lumOff val="25000"/>
                            </a:schemeClr>
                          </a:solidFill>
                        </a:rPr>
                        <a:t>] </a:t>
                      </a:r>
                      <a:r>
                        <a:rPr lang="ko-KR" altLang="en-US" sz="800" b="1" dirty="0" err="1">
                          <a:solidFill>
                            <a:schemeClr val="tx1">
                              <a:lumMod val="75000"/>
                              <a:lumOff val="25000"/>
                            </a:schemeClr>
                          </a:solidFill>
                        </a:rPr>
                        <a:t>제목노출제목노출제목노출제목노출제목노출제목노출제목노출제목노출제목노출제목노출제목노출제목노출</a:t>
                      </a:r>
                      <a:endParaRPr lang="ko-KR" altLang="en-US" sz="800" b="1" dirty="0">
                        <a:solidFill>
                          <a:schemeClr val="tx1">
                            <a:lumMod val="75000"/>
                            <a:lumOff val="25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6"/>
                  </a:ext>
                </a:extLst>
              </a:tr>
              <a:tr h="275274">
                <a:tc>
                  <a:txBody>
                    <a:bodyPr/>
                    <a:lstStyle/>
                    <a:p>
                      <a:pPr latinLnBrk="1"/>
                      <a:r>
                        <a:rPr lang="en-US" altLang="ko-KR" sz="800" b="1" dirty="0">
                          <a:solidFill>
                            <a:schemeClr val="tx1">
                              <a:lumMod val="75000"/>
                              <a:lumOff val="25000"/>
                            </a:schemeClr>
                          </a:solidFill>
                        </a:rPr>
                        <a:t>[</a:t>
                      </a:r>
                      <a:r>
                        <a:rPr lang="ko-KR" altLang="en-US" sz="800" b="1" dirty="0">
                          <a:solidFill>
                            <a:schemeClr val="tx1">
                              <a:lumMod val="75000"/>
                              <a:lumOff val="25000"/>
                            </a:schemeClr>
                          </a:solidFill>
                        </a:rPr>
                        <a:t>상품관련</a:t>
                      </a:r>
                      <a:r>
                        <a:rPr lang="en-US" altLang="ko-KR" sz="800" b="1" dirty="0">
                          <a:solidFill>
                            <a:schemeClr val="tx1">
                              <a:lumMod val="75000"/>
                              <a:lumOff val="25000"/>
                            </a:schemeClr>
                          </a:solidFill>
                        </a:rPr>
                        <a:t>] </a:t>
                      </a:r>
                      <a:r>
                        <a:rPr lang="ko-KR" altLang="en-US" sz="800" b="1" dirty="0">
                          <a:solidFill>
                            <a:schemeClr val="tx1">
                              <a:lumMod val="75000"/>
                              <a:lumOff val="25000"/>
                            </a:schemeClr>
                          </a:solidFill>
                        </a:rPr>
                        <a:t>제목노출제목노출제목노출제목노출제목노출제목노출제목노출제목노출제목노출제목노출제목노출제목노출제목노출제목노출제목노출제목노출제목노출제목노출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7"/>
                  </a:ext>
                </a:extLst>
              </a:tr>
              <a:tr h="275274">
                <a:tc>
                  <a:txBody>
                    <a:bodyPr/>
                    <a:lstStyle/>
                    <a:p>
                      <a:pPr latinLnBrk="1"/>
                      <a:r>
                        <a:rPr lang="en-US" altLang="ko-KR" sz="800" b="1" dirty="0">
                          <a:solidFill>
                            <a:schemeClr val="tx1">
                              <a:lumMod val="75000"/>
                              <a:lumOff val="25000"/>
                            </a:schemeClr>
                          </a:solidFill>
                        </a:rPr>
                        <a:t>[</a:t>
                      </a:r>
                      <a:r>
                        <a:rPr lang="ko-KR" altLang="en-US" sz="800" b="1" dirty="0">
                          <a:solidFill>
                            <a:schemeClr val="tx1">
                              <a:lumMod val="75000"/>
                              <a:lumOff val="25000"/>
                            </a:schemeClr>
                          </a:solidFill>
                        </a:rPr>
                        <a:t>상품관련</a:t>
                      </a:r>
                      <a:r>
                        <a:rPr lang="en-US" altLang="ko-KR" sz="800" b="1" dirty="0">
                          <a:solidFill>
                            <a:schemeClr val="tx1">
                              <a:lumMod val="75000"/>
                              <a:lumOff val="25000"/>
                            </a:schemeClr>
                          </a:solidFill>
                        </a:rPr>
                        <a:t>] </a:t>
                      </a:r>
                      <a:r>
                        <a:rPr lang="ko-KR" altLang="en-US" sz="800" b="1" dirty="0" err="1">
                          <a:solidFill>
                            <a:schemeClr val="tx1">
                              <a:lumMod val="75000"/>
                              <a:lumOff val="25000"/>
                            </a:schemeClr>
                          </a:solidFill>
                        </a:rPr>
                        <a:t>제목노출제목노출제목노출제목노출제목노출제목노출제목노출제목노출제목노출제목노출제목노출제목노출</a:t>
                      </a:r>
                      <a:endParaRPr lang="ko-KR" altLang="en-US" sz="800" b="1" dirty="0">
                        <a:solidFill>
                          <a:schemeClr val="tx1">
                            <a:lumMod val="75000"/>
                            <a:lumOff val="25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8"/>
                  </a:ext>
                </a:extLst>
              </a:tr>
            </a:tbl>
          </a:graphicData>
        </a:graphic>
      </p:graphicFrame>
      <p:sp>
        <p:nvSpPr>
          <p:cNvPr id="21" name="직사각형 20">
            <a:extLst>
              <a:ext uri="{FF2B5EF4-FFF2-40B4-BE49-F238E27FC236}">
                <a16:creationId xmlns:a16="http://schemas.microsoft.com/office/drawing/2014/main" id="{FDD54D82-417E-4170-A9B5-8BB290994DC2}"/>
              </a:ext>
            </a:extLst>
          </p:cNvPr>
          <p:cNvSpPr/>
          <p:nvPr/>
        </p:nvSpPr>
        <p:spPr>
          <a:xfrm>
            <a:off x="7971157" y="1879979"/>
            <a:ext cx="1828889" cy="254992"/>
          </a:xfrm>
          <a:prstGeom prst="rect">
            <a:avLst/>
          </a:prstGeom>
          <a:solidFill>
            <a:schemeClr val="bg1"/>
          </a:solidFill>
          <a:ln w="6350">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75000"/>
                  </a:schemeClr>
                </a:solidFill>
              </a:rPr>
              <a:t>제목</a:t>
            </a:r>
            <a:r>
              <a:rPr lang="en-US" altLang="ko-KR" sz="800" dirty="0">
                <a:solidFill>
                  <a:schemeClr val="bg1">
                    <a:lumMod val="75000"/>
                  </a:schemeClr>
                </a:solidFill>
              </a:rPr>
              <a:t>, </a:t>
            </a:r>
            <a:r>
              <a:rPr lang="ko-KR" altLang="en-US" sz="800" dirty="0">
                <a:solidFill>
                  <a:schemeClr val="bg1">
                    <a:lumMod val="75000"/>
                  </a:schemeClr>
                </a:solidFill>
              </a:rPr>
              <a:t>내용검색</a:t>
            </a:r>
            <a:endParaRPr lang="ko-KR" altLang="en-US" sz="900" dirty="0">
              <a:solidFill>
                <a:schemeClr val="bg1">
                  <a:lumMod val="75000"/>
                </a:schemeClr>
              </a:solidFill>
            </a:endParaRPr>
          </a:p>
        </p:txBody>
      </p:sp>
      <p:pic>
        <p:nvPicPr>
          <p:cNvPr id="22" name="그림 21">
            <a:extLst>
              <a:ext uri="{FF2B5EF4-FFF2-40B4-BE49-F238E27FC236}">
                <a16:creationId xmlns:a16="http://schemas.microsoft.com/office/drawing/2014/main" id="{9FD75907-C31A-49DF-873D-63541E9E5FA9}"/>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9592501" y="1928870"/>
            <a:ext cx="157211" cy="157211"/>
          </a:xfrm>
          <a:prstGeom prst="rect">
            <a:avLst/>
          </a:prstGeom>
        </p:spPr>
      </p:pic>
      <p:pic>
        <p:nvPicPr>
          <p:cNvPr id="30" name="Picture 2">
            <a:extLst>
              <a:ext uri="{FF2B5EF4-FFF2-40B4-BE49-F238E27FC236}">
                <a16:creationId xmlns:a16="http://schemas.microsoft.com/office/drawing/2014/main" id="{64C4FCFC-94F9-492C-9AD7-1E91461E835D}"/>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977108" y="5977999"/>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1" name="직사각형 30">
            <a:extLst>
              <a:ext uri="{FF2B5EF4-FFF2-40B4-BE49-F238E27FC236}">
                <a16:creationId xmlns:a16="http://schemas.microsoft.com/office/drawing/2014/main" id="{33EDEE97-90E6-4F85-994B-F5DA054D1047}"/>
              </a:ext>
            </a:extLst>
          </p:cNvPr>
          <p:cNvSpPr/>
          <p:nvPr/>
        </p:nvSpPr>
        <p:spPr>
          <a:xfrm>
            <a:off x="6845070" y="1879979"/>
            <a:ext cx="1075753" cy="254992"/>
          </a:xfrm>
          <a:prstGeom prst="rect">
            <a:avLst/>
          </a:prstGeom>
          <a:solidFill>
            <a:schemeClr val="bg1"/>
          </a:solidFill>
          <a:ln w="6350">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75000"/>
                  </a:schemeClr>
                </a:solidFill>
              </a:rPr>
              <a:t>분류전체         ▼</a:t>
            </a:r>
            <a:endParaRPr lang="ko-KR" altLang="en-US" sz="900" dirty="0">
              <a:solidFill>
                <a:schemeClr val="bg1">
                  <a:lumMod val="75000"/>
                </a:schemeClr>
              </a:solidFill>
            </a:endParaRPr>
          </a:p>
        </p:txBody>
      </p:sp>
      <p:sp>
        <p:nvSpPr>
          <p:cNvPr id="32" name="직사각형 31">
            <a:extLst>
              <a:ext uri="{FF2B5EF4-FFF2-40B4-BE49-F238E27FC236}">
                <a16:creationId xmlns:a16="http://schemas.microsoft.com/office/drawing/2014/main" id="{1225F848-6EB1-4A6B-B1B0-EBD90AA850A9}"/>
              </a:ext>
            </a:extLst>
          </p:cNvPr>
          <p:cNvSpPr/>
          <p:nvPr/>
        </p:nvSpPr>
        <p:spPr>
          <a:xfrm>
            <a:off x="460744" y="2086081"/>
            <a:ext cx="279400" cy="270934"/>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b="1" dirty="0"/>
              <a:t>1</a:t>
            </a:r>
            <a:endParaRPr lang="ko-KR" altLang="en-US" sz="900" b="1" dirty="0"/>
          </a:p>
        </p:txBody>
      </p:sp>
      <p:sp>
        <p:nvSpPr>
          <p:cNvPr id="33" name="직사각형 32">
            <a:extLst>
              <a:ext uri="{FF2B5EF4-FFF2-40B4-BE49-F238E27FC236}">
                <a16:creationId xmlns:a16="http://schemas.microsoft.com/office/drawing/2014/main" id="{205C3B8A-3CED-4A7C-8DB8-310E2A207F33}"/>
              </a:ext>
            </a:extLst>
          </p:cNvPr>
          <p:cNvSpPr/>
          <p:nvPr/>
        </p:nvSpPr>
        <p:spPr>
          <a:xfrm>
            <a:off x="460744" y="2959864"/>
            <a:ext cx="279400" cy="270934"/>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b="1" dirty="0"/>
              <a:t>2</a:t>
            </a:r>
            <a:endParaRPr lang="ko-KR" altLang="en-US" sz="900" b="1" dirty="0"/>
          </a:p>
        </p:txBody>
      </p:sp>
      <p:graphicFrame>
        <p:nvGraphicFramePr>
          <p:cNvPr id="11" name="표 10">
            <a:extLst>
              <a:ext uri="{FF2B5EF4-FFF2-40B4-BE49-F238E27FC236}">
                <a16:creationId xmlns:a16="http://schemas.microsoft.com/office/drawing/2014/main" id="{6CE76BC5-5565-4A9C-A305-D61B8CD38A59}"/>
              </a:ext>
            </a:extLst>
          </p:cNvPr>
          <p:cNvGraphicFramePr>
            <a:graphicFrameLocks noGrp="1"/>
          </p:cNvGraphicFramePr>
          <p:nvPr>
            <p:extLst>
              <p:ext uri="{D42A27DB-BD31-4B8C-83A1-F6EECF244321}">
                <p14:modId xmlns:p14="http://schemas.microsoft.com/office/powerpoint/2010/main" val="2409147002"/>
              </p:ext>
            </p:extLst>
          </p:nvPr>
        </p:nvGraphicFramePr>
        <p:xfrm>
          <a:off x="10171774" y="22159"/>
          <a:ext cx="1979018" cy="211939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RF-01-05-03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고객센터</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err="1"/>
                        <a:t>자주묻는질문</a:t>
                      </a:r>
                      <a:endParaRPr lang="en-US" altLang="ko-KR" sz="800" dirty="0"/>
                    </a:p>
                    <a:p>
                      <a:pPr algn="l" latinLnBrk="1"/>
                      <a:r>
                        <a:rPr lang="en-US" altLang="ko-KR" sz="800" dirty="0"/>
                        <a:t>- </a:t>
                      </a:r>
                      <a:r>
                        <a:rPr lang="ko-KR" altLang="en-US" sz="800" dirty="0"/>
                        <a:t>목록 페이지</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관리자가 등록한 자주</a:t>
                      </a:r>
                      <a:r>
                        <a:rPr lang="ko-KR" altLang="en-US" sz="800" baseline="0" dirty="0"/>
                        <a:t> 묻는 질문들을 표시하는 화면</a:t>
                      </a:r>
                      <a:endParaRPr lang="ko-KR" altLang="en-US" sz="800" dirty="0"/>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75493317"/>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목록의 제목 클릭 시 상세내용 표시되는 아코디언 형태</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상세내용</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937294655"/>
                  </a:ext>
                </a:extLst>
              </a:tr>
            </a:tbl>
          </a:graphicData>
        </a:graphic>
      </p:graphicFrame>
    </p:spTree>
    <p:extLst>
      <p:ext uri="{BB962C8B-B14F-4D97-AF65-F5344CB8AC3E}">
        <p14:creationId xmlns:p14="http://schemas.microsoft.com/office/powerpoint/2010/main" val="3042068858"/>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표 3">
            <a:extLst>
              <a:ext uri="{FF2B5EF4-FFF2-40B4-BE49-F238E27FC236}">
                <a16:creationId xmlns:a16="http://schemas.microsoft.com/office/drawing/2014/main" id="{8BB5E53B-AAD8-419C-B468-3FA79A119557}"/>
              </a:ext>
            </a:extLst>
          </p:cNvPr>
          <p:cNvGraphicFramePr>
            <a:graphicFrameLocks noGrp="1"/>
          </p:cNvGraphicFramePr>
          <p:nvPr>
            <p:extLst>
              <p:ext uri="{D42A27DB-BD31-4B8C-83A1-F6EECF244321}">
                <p14:modId xmlns:p14="http://schemas.microsoft.com/office/powerpoint/2010/main" val="843366486"/>
              </p:ext>
            </p:extLst>
          </p:nvPr>
        </p:nvGraphicFramePr>
        <p:xfrm>
          <a:off x="600444" y="1285571"/>
          <a:ext cx="9199602" cy="271310"/>
        </p:xfrm>
        <a:graphic>
          <a:graphicData uri="http://schemas.openxmlformats.org/drawingml/2006/table">
            <a:tbl>
              <a:tblPr firstRow="1" bandRow="1">
                <a:tableStyleId>{5940675A-B579-460E-94D1-54222C63F5DA}</a:tableStyleId>
              </a:tblPr>
              <a:tblGrid>
                <a:gridCol w="3066534">
                  <a:extLst>
                    <a:ext uri="{9D8B030D-6E8A-4147-A177-3AD203B41FA5}">
                      <a16:colId xmlns:a16="http://schemas.microsoft.com/office/drawing/2014/main" val="3367096384"/>
                    </a:ext>
                  </a:extLst>
                </a:gridCol>
                <a:gridCol w="3066534">
                  <a:extLst>
                    <a:ext uri="{9D8B030D-6E8A-4147-A177-3AD203B41FA5}">
                      <a16:colId xmlns:a16="http://schemas.microsoft.com/office/drawing/2014/main" val="3296445769"/>
                    </a:ext>
                  </a:extLst>
                </a:gridCol>
                <a:gridCol w="3066534">
                  <a:extLst>
                    <a:ext uri="{9D8B030D-6E8A-4147-A177-3AD203B41FA5}">
                      <a16:colId xmlns:a16="http://schemas.microsoft.com/office/drawing/2014/main" val="2889833251"/>
                    </a:ext>
                  </a:extLst>
                </a:gridCol>
              </a:tblGrid>
              <a:tr h="271310">
                <a:tc>
                  <a:txBody>
                    <a:bodyPr/>
                    <a:lstStyle/>
                    <a:p>
                      <a:pPr algn="ctr" latinLnBrk="1"/>
                      <a:r>
                        <a:rPr lang="ko-KR" altLang="en-US" sz="900" b="0" dirty="0">
                          <a:solidFill>
                            <a:schemeClr val="tx1"/>
                          </a:solidFill>
                        </a:rPr>
                        <a:t>공지사항</a:t>
                      </a:r>
                    </a:p>
                  </a:txBody>
                  <a:tcPr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ko-KR" altLang="en-US" sz="900" dirty="0" err="1">
                          <a:solidFill>
                            <a:schemeClr val="tx1"/>
                          </a:solidFill>
                        </a:rPr>
                        <a:t>자주묻는질문</a:t>
                      </a:r>
                      <a:endParaRPr lang="ko-KR" altLang="en-US" sz="900" dirty="0">
                        <a:solidFill>
                          <a:schemeClr val="tx1"/>
                        </a:solidFill>
                      </a:endParaRPr>
                    </a:p>
                  </a:txBody>
                  <a:tcPr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ko-KR" altLang="en-US" sz="900" b="1" dirty="0">
                          <a:solidFill>
                            <a:schemeClr val="bg1"/>
                          </a:solidFill>
                        </a:rPr>
                        <a:t>제휴</a:t>
                      </a:r>
                      <a:r>
                        <a:rPr lang="en-US" altLang="ko-KR" sz="900" b="1" dirty="0">
                          <a:solidFill>
                            <a:schemeClr val="bg1"/>
                          </a:solidFill>
                        </a:rPr>
                        <a:t>/</a:t>
                      </a:r>
                      <a:r>
                        <a:rPr lang="ko-KR" altLang="en-US" sz="900" b="1" dirty="0">
                          <a:solidFill>
                            <a:schemeClr val="bg1"/>
                          </a:solidFill>
                        </a:rPr>
                        <a:t>문의</a:t>
                      </a:r>
                    </a:p>
                  </a:txBody>
                  <a:tcPr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tx1"/>
                    </a:solidFill>
                  </a:tcPr>
                </a:tc>
                <a:extLst>
                  <a:ext uri="{0D108BD9-81ED-4DB2-BD59-A6C34878D82A}">
                    <a16:rowId xmlns:a16="http://schemas.microsoft.com/office/drawing/2014/main" val="1854188096"/>
                  </a:ext>
                </a:extLst>
              </a:tr>
            </a:tbl>
          </a:graphicData>
        </a:graphic>
      </p:graphicFrame>
      <p:graphicFrame>
        <p:nvGraphicFramePr>
          <p:cNvPr id="15" name="표 14">
            <a:extLst>
              <a:ext uri="{FF2B5EF4-FFF2-40B4-BE49-F238E27FC236}">
                <a16:creationId xmlns:a16="http://schemas.microsoft.com/office/drawing/2014/main" id="{9192C3E4-FA3F-4C4E-8B70-7BBF99CEBC33}"/>
              </a:ext>
            </a:extLst>
          </p:cNvPr>
          <p:cNvGraphicFramePr>
            <a:graphicFrameLocks noGrp="1"/>
          </p:cNvGraphicFramePr>
          <p:nvPr>
            <p:extLst>
              <p:ext uri="{D42A27DB-BD31-4B8C-83A1-F6EECF244321}">
                <p14:modId xmlns:p14="http://schemas.microsoft.com/office/powerpoint/2010/main" val="2726457587"/>
              </p:ext>
            </p:extLst>
          </p:nvPr>
        </p:nvGraphicFramePr>
        <p:xfrm>
          <a:off x="1057644" y="1890954"/>
          <a:ext cx="8248588" cy="2342905"/>
        </p:xfrm>
        <a:graphic>
          <a:graphicData uri="http://schemas.openxmlformats.org/drawingml/2006/table">
            <a:tbl>
              <a:tblPr firstRow="1" bandRow="1">
                <a:tableStyleId>{5C22544A-7EE6-4342-B048-85BDC9FD1C3A}</a:tableStyleId>
              </a:tblPr>
              <a:tblGrid>
                <a:gridCol w="1294724">
                  <a:extLst>
                    <a:ext uri="{9D8B030D-6E8A-4147-A177-3AD203B41FA5}">
                      <a16:colId xmlns:a16="http://schemas.microsoft.com/office/drawing/2014/main" val="20000"/>
                    </a:ext>
                  </a:extLst>
                </a:gridCol>
                <a:gridCol w="6953864">
                  <a:extLst>
                    <a:ext uri="{9D8B030D-6E8A-4147-A177-3AD203B41FA5}">
                      <a16:colId xmlns:a16="http://schemas.microsoft.com/office/drawing/2014/main" val="20001"/>
                    </a:ext>
                  </a:extLst>
                </a:gridCol>
              </a:tblGrid>
              <a:tr h="202400">
                <a:tc>
                  <a:txBody>
                    <a:bodyPr/>
                    <a:lstStyle/>
                    <a:p>
                      <a:pPr latinLnBrk="1"/>
                      <a:r>
                        <a:rPr lang="ko-KR" altLang="en-US" sz="800" b="0" dirty="0">
                          <a:solidFill>
                            <a:schemeClr val="tx1"/>
                          </a:solidFill>
                          <a:latin typeface="+mn-ea"/>
                          <a:ea typeface="+mn-ea"/>
                        </a:rPr>
                        <a:t>회사명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202400">
                <a:tc>
                  <a:txBody>
                    <a:bodyPr/>
                    <a:lstStyle/>
                    <a:p>
                      <a:pPr latinLnBrk="1"/>
                      <a:r>
                        <a:rPr lang="ko-KR" altLang="en-US" sz="800" b="0" dirty="0">
                          <a:solidFill>
                            <a:schemeClr val="tx1"/>
                          </a:solidFill>
                          <a:latin typeface="+mn-ea"/>
                          <a:ea typeface="+mn-ea"/>
                        </a:rPr>
                        <a:t>담당자명 </a:t>
                      </a:r>
                      <a:r>
                        <a:rPr lang="en-US" altLang="ko-KR" sz="800" b="0" dirty="0">
                          <a:solidFill>
                            <a:schemeClr val="tx1"/>
                          </a:solidFill>
                          <a:latin typeface="+mn-ea"/>
                          <a:ea typeface="+mn-ea"/>
                        </a:rPr>
                        <a:t>/ </a:t>
                      </a:r>
                      <a:r>
                        <a:rPr lang="ko-KR" altLang="en-US" sz="800" b="0" dirty="0">
                          <a:solidFill>
                            <a:schemeClr val="tx1"/>
                          </a:solidFill>
                          <a:latin typeface="+mn-ea"/>
                          <a:ea typeface="+mn-ea"/>
                        </a:rPr>
                        <a:t>직책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latinLnBrk="1"/>
                      <a:endParaRPr lang="ko-KR" altLang="en-US" sz="900" b="0" dirty="0">
                        <a:solidFill>
                          <a:schemeClr val="bg1">
                            <a:lumMod val="50000"/>
                          </a:schemeClr>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202400">
                <a:tc>
                  <a:txBody>
                    <a:bodyPr/>
                    <a:lstStyle/>
                    <a:p>
                      <a:pPr latinLnBrk="1"/>
                      <a:r>
                        <a:rPr lang="ko-KR" altLang="en-US" sz="800" b="0" dirty="0">
                          <a:solidFill>
                            <a:schemeClr val="tx1"/>
                          </a:solidFill>
                          <a:latin typeface="+mn-ea"/>
                          <a:ea typeface="+mn-ea"/>
                        </a:rPr>
                        <a:t>연락처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bg1">
                            <a:lumMod val="50000"/>
                          </a:schemeClr>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202400">
                <a:tc>
                  <a:txBody>
                    <a:bodyPr/>
                    <a:lstStyle/>
                    <a:p>
                      <a:pPr latinLnBrk="1"/>
                      <a:r>
                        <a:rPr lang="ko-KR" altLang="en-US" sz="800" b="0" dirty="0" err="1">
                          <a:solidFill>
                            <a:schemeClr val="tx1"/>
                          </a:solidFill>
                          <a:latin typeface="+mn-ea"/>
                          <a:ea typeface="+mn-ea"/>
                        </a:rPr>
                        <a:t>이메일</a:t>
                      </a:r>
                      <a:endParaRPr lang="ko-KR" altLang="en-US" sz="800" b="0" dirty="0">
                        <a:solidFill>
                          <a:schemeClr val="tx1"/>
                        </a:solidFill>
                        <a:latin typeface="+mn-ea"/>
                        <a:ea typeface="+mn-ea"/>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bg1">
                              <a:lumMod val="50000"/>
                            </a:schemeClr>
                          </a:solidFill>
                        </a:rPr>
                        <a:t>                                        @</a:t>
                      </a:r>
                      <a:endParaRPr lang="ko-KR" altLang="en-US" sz="900" b="0" dirty="0">
                        <a:solidFill>
                          <a:schemeClr val="bg1">
                            <a:lumMod val="50000"/>
                          </a:schemeClr>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1443745">
                <a:tc>
                  <a:txBody>
                    <a:bodyPr/>
                    <a:lstStyle/>
                    <a:p>
                      <a:pPr latinLnBrk="1"/>
                      <a:r>
                        <a:rPr lang="ko-KR" altLang="en-US" sz="800" b="0" dirty="0">
                          <a:solidFill>
                            <a:schemeClr val="tx1"/>
                          </a:solidFill>
                          <a:latin typeface="+mn-ea"/>
                          <a:ea typeface="+mn-ea"/>
                        </a:rPr>
                        <a:t>문의내용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4"/>
                  </a:ext>
                </a:extLst>
              </a:tr>
            </a:tbl>
          </a:graphicData>
        </a:graphic>
      </p:graphicFrame>
      <p:sp>
        <p:nvSpPr>
          <p:cNvPr id="21" name="직사각형 20">
            <a:extLst>
              <a:ext uri="{FF2B5EF4-FFF2-40B4-BE49-F238E27FC236}">
                <a16:creationId xmlns:a16="http://schemas.microsoft.com/office/drawing/2014/main" id="{93C798A8-00FF-41D9-9A24-96D8ECD1CF0A}"/>
              </a:ext>
            </a:extLst>
          </p:cNvPr>
          <p:cNvSpPr/>
          <p:nvPr/>
        </p:nvSpPr>
        <p:spPr>
          <a:xfrm>
            <a:off x="2458042" y="2615990"/>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solidFill>
            </a:endParaRPr>
          </a:p>
        </p:txBody>
      </p:sp>
      <p:sp>
        <p:nvSpPr>
          <p:cNvPr id="22" name="직사각형 21">
            <a:extLst>
              <a:ext uri="{FF2B5EF4-FFF2-40B4-BE49-F238E27FC236}">
                <a16:creationId xmlns:a16="http://schemas.microsoft.com/office/drawing/2014/main" id="{303A5E3A-2BA9-4937-AE48-E82F59981B2C}"/>
              </a:ext>
            </a:extLst>
          </p:cNvPr>
          <p:cNvSpPr/>
          <p:nvPr/>
        </p:nvSpPr>
        <p:spPr>
          <a:xfrm>
            <a:off x="5776975" y="2623364"/>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직접입력                       ▼</a:t>
            </a:r>
            <a:endParaRPr lang="en-US" altLang="ko-KR" sz="800" dirty="0">
              <a:solidFill>
                <a:schemeClr val="tx1"/>
              </a:solidFill>
            </a:endParaRPr>
          </a:p>
        </p:txBody>
      </p:sp>
      <p:sp>
        <p:nvSpPr>
          <p:cNvPr id="29" name="직사각형 28">
            <a:extLst>
              <a:ext uri="{FF2B5EF4-FFF2-40B4-BE49-F238E27FC236}">
                <a16:creationId xmlns:a16="http://schemas.microsoft.com/office/drawing/2014/main" id="{5C942B8B-44FA-46F0-BCAB-FDBAC25E60B1}"/>
              </a:ext>
            </a:extLst>
          </p:cNvPr>
          <p:cNvSpPr/>
          <p:nvPr/>
        </p:nvSpPr>
        <p:spPr>
          <a:xfrm>
            <a:off x="2458042" y="2868562"/>
            <a:ext cx="6720942" cy="130523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solidFill>
            </a:endParaRPr>
          </a:p>
        </p:txBody>
      </p:sp>
      <p:sp>
        <p:nvSpPr>
          <p:cNvPr id="30" name="직사각형 29">
            <a:extLst>
              <a:ext uri="{FF2B5EF4-FFF2-40B4-BE49-F238E27FC236}">
                <a16:creationId xmlns:a16="http://schemas.microsoft.com/office/drawing/2014/main" id="{BA97D65B-AA96-4125-98D2-40E04B1C6ABF}"/>
              </a:ext>
            </a:extLst>
          </p:cNvPr>
          <p:cNvSpPr/>
          <p:nvPr/>
        </p:nvSpPr>
        <p:spPr>
          <a:xfrm>
            <a:off x="2458042" y="1934106"/>
            <a:ext cx="6720942" cy="128495"/>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solidFill>
            </a:endParaRPr>
          </a:p>
        </p:txBody>
      </p:sp>
      <p:sp>
        <p:nvSpPr>
          <p:cNvPr id="31" name="직사각형 30">
            <a:extLst>
              <a:ext uri="{FF2B5EF4-FFF2-40B4-BE49-F238E27FC236}">
                <a16:creationId xmlns:a16="http://schemas.microsoft.com/office/drawing/2014/main" id="{CA3D046F-AE21-4F1D-82B0-D0E183A7F51C}"/>
              </a:ext>
            </a:extLst>
          </p:cNvPr>
          <p:cNvSpPr/>
          <p:nvPr/>
        </p:nvSpPr>
        <p:spPr>
          <a:xfrm>
            <a:off x="2458042" y="2174606"/>
            <a:ext cx="6720942" cy="145331"/>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solidFill>
            </a:endParaRPr>
          </a:p>
        </p:txBody>
      </p:sp>
      <p:grpSp>
        <p:nvGrpSpPr>
          <p:cNvPr id="33" name="그룹 32">
            <a:extLst>
              <a:ext uri="{FF2B5EF4-FFF2-40B4-BE49-F238E27FC236}">
                <a16:creationId xmlns:a16="http://schemas.microsoft.com/office/drawing/2014/main" id="{56D97767-BE17-46CD-9371-25EEE0E6F807}"/>
              </a:ext>
            </a:extLst>
          </p:cNvPr>
          <p:cNvGrpSpPr/>
          <p:nvPr/>
        </p:nvGrpSpPr>
        <p:grpSpPr>
          <a:xfrm>
            <a:off x="2458042" y="2352547"/>
            <a:ext cx="1789788" cy="230832"/>
            <a:chOff x="2924648" y="2579699"/>
            <a:chExt cx="1789788" cy="230832"/>
          </a:xfrm>
        </p:grpSpPr>
        <p:sp>
          <p:nvSpPr>
            <p:cNvPr id="34" name="직사각형 33">
              <a:extLst>
                <a:ext uri="{FF2B5EF4-FFF2-40B4-BE49-F238E27FC236}">
                  <a16:creationId xmlns:a16="http://schemas.microsoft.com/office/drawing/2014/main" id="{2871FC2E-FC0B-414B-9BA3-E28DB989D117}"/>
                </a:ext>
              </a:extLst>
            </p:cNvPr>
            <p:cNvSpPr/>
            <p:nvPr/>
          </p:nvSpPr>
          <p:spPr>
            <a:xfrm>
              <a:off x="2924648"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010  </a:t>
              </a:r>
              <a:r>
                <a:rPr lang="ko-KR" altLang="en-US" sz="800" dirty="0">
                  <a:solidFill>
                    <a:schemeClr val="tx1"/>
                  </a:solidFill>
                </a:rPr>
                <a:t>▼</a:t>
              </a:r>
              <a:endParaRPr lang="en-US" altLang="ko-KR" sz="800" dirty="0">
                <a:solidFill>
                  <a:schemeClr val="tx1"/>
                </a:solidFill>
              </a:endParaRPr>
            </a:p>
          </p:txBody>
        </p:sp>
        <p:sp>
          <p:nvSpPr>
            <p:cNvPr id="35" name="직사각형 34">
              <a:extLst>
                <a:ext uri="{FF2B5EF4-FFF2-40B4-BE49-F238E27FC236}">
                  <a16:creationId xmlns:a16="http://schemas.microsoft.com/office/drawing/2014/main" id="{EF7C73EE-B688-4E96-B9F0-EFE2A8C76711}"/>
                </a:ext>
              </a:extLst>
            </p:cNvPr>
            <p:cNvSpPr/>
            <p:nvPr/>
          </p:nvSpPr>
          <p:spPr>
            <a:xfrm>
              <a:off x="3542442"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36" name="직사각형 35">
              <a:extLst>
                <a:ext uri="{FF2B5EF4-FFF2-40B4-BE49-F238E27FC236}">
                  <a16:creationId xmlns:a16="http://schemas.microsoft.com/office/drawing/2014/main" id="{941C9CBC-224F-4E1F-84AC-0577FFE8AD20}"/>
                </a:ext>
              </a:extLst>
            </p:cNvPr>
            <p:cNvSpPr/>
            <p:nvPr/>
          </p:nvSpPr>
          <p:spPr>
            <a:xfrm>
              <a:off x="4160236" y="2633078"/>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37" name="TextBox 36">
              <a:extLst>
                <a:ext uri="{FF2B5EF4-FFF2-40B4-BE49-F238E27FC236}">
                  <a16:creationId xmlns:a16="http://schemas.microsoft.com/office/drawing/2014/main" id="{28909844-5E3C-4361-8A44-A706AC142762}"/>
                </a:ext>
              </a:extLst>
            </p:cNvPr>
            <p:cNvSpPr txBox="1"/>
            <p:nvPr/>
          </p:nvSpPr>
          <p:spPr>
            <a:xfrm>
              <a:off x="3394267" y="2579699"/>
              <a:ext cx="232756" cy="230832"/>
            </a:xfrm>
            <a:prstGeom prst="rect">
              <a:avLst/>
            </a:prstGeom>
            <a:noFill/>
          </p:spPr>
          <p:txBody>
            <a:bodyPr wrap="none" rtlCol="0">
              <a:spAutoFit/>
            </a:bodyPr>
            <a:lstStyle/>
            <a:p>
              <a:r>
                <a:rPr lang="en-US" altLang="ko-KR" sz="900" dirty="0"/>
                <a:t>-</a:t>
              </a:r>
              <a:endParaRPr lang="ko-KR" altLang="en-US" sz="900" dirty="0"/>
            </a:p>
          </p:txBody>
        </p:sp>
        <p:sp>
          <p:nvSpPr>
            <p:cNvPr id="38" name="TextBox 37">
              <a:extLst>
                <a:ext uri="{FF2B5EF4-FFF2-40B4-BE49-F238E27FC236}">
                  <a16:creationId xmlns:a16="http://schemas.microsoft.com/office/drawing/2014/main" id="{4CCA5B3B-C79A-4746-B704-0A84C9A98C48}"/>
                </a:ext>
              </a:extLst>
            </p:cNvPr>
            <p:cNvSpPr txBox="1"/>
            <p:nvPr/>
          </p:nvSpPr>
          <p:spPr>
            <a:xfrm>
              <a:off x="4012061" y="2579699"/>
              <a:ext cx="232756" cy="230832"/>
            </a:xfrm>
            <a:prstGeom prst="rect">
              <a:avLst/>
            </a:prstGeom>
            <a:noFill/>
          </p:spPr>
          <p:txBody>
            <a:bodyPr wrap="none" rtlCol="0">
              <a:spAutoFit/>
            </a:bodyPr>
            <a:lstStyle/>
            <a:p>
              <a:r>
                <a:rPr lang="en-US" altLang="ko-KR" sz="900" dirty="0"/>
                <a:t>-</a:t>
              </a:r>
              <a:endParaRPr lang="ko-KR" altLang="en-US" sz="900" dirty="0"/>
            </a:p>
          </p:txBody>
        </p:sp>
      </p:grpSp>
      <p:sp>
        <p:nvSpPr>
          <p:cNvPr id="39" name="직사각형 38">
            <a:extLst>
              <a:ext uri="{FF2B5EF4-FFF2-40B4-BE49-F238E27FC236}">
                <a16:creationId xmlns:a16="http://schemas.microsoft.com/office/drawing/2014/main" id="{BB16F9DE-BC71-4B7E-B9EC-19E08073BA9E}"/>
              </a:ext>
            </a:extLst>
          </p:cNvPr>
          <p:cNvSpPr/>
          <p:nvPr/>
        </p:nvSpPr>
        <p:spPr>
          <a:xfrm>
            <a:off x="4173771" y="2622621"/>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solidFill>
            </a:endParaRPr>
          </a:p>
        </p:txBody>
      </p:sp>
      <p:graphicFrame>
        <p:nvGraphicFramePr>
          <p:cNvPr id="40" name="표 39">
            <a:extLst>
              <a:ext uri="{FF2B5EF4-FFF2-40B4-BE49-F238E27FC236}">
                <a16:creationId xmlns:a16="http://schemas.microsoft.com/office/drawing/2014/main" id="{BC069271-F1E6-421E-81FD-DAD0B71C534F}"/>
              </a:ext>
            </a:extLst>
          </p:cNvPr>
          <p:cNvGraphicFramePr>
            <a:graphicFrameLocks noGrp="1"/>
          </p:cNvGraphicFramePr>
          <p:nvPr>
            <p:extLst>
              <p:ext uri="{D42A27DB-BD31-4B8C-83A1-F6EECF244321}">
                <p14:modId xmlns:p14="http://schemas.microsoft.com/office/powerpoint/2010/main" val="4101026717"/>
              </p:ext>
            </p:extLst>
          </p:nvPr>
        </p:nvGraphicFramePr>
        <p:xfrm>
          <a:off x="1057644" y="4342510"/>
          <a:ext cx="8248588" cy="524666"/>
        </p:xfrm>
        <a:graphic>
          <a:graphicData uri="http://schemas.openxmlformats.org/drawingml/2006/table">
            <a:tbl>
              <a:tblPr firstRow="1" bandRow="1">
                <a:tableStyleId>{5C22544A-7EE6-4342-B048-85BDC9FD1C3A}</a:tableStyleId>
              </a:tblPr>
              <a:tblGrid>
                <a:gridCol w="1294724">
                  <a:extLst>
                    <a:ext uri="{9D8B030D-6E8A-4147-A177-3AD203B41FA5}">
                      <a16:colId xmlns:a16="http://schemas.microsoft.com/office/drawing/2014/main" val="20000"/>
                    </a:ext>
                  </a:extLst>
                </a:gridCol>
                <a:gridCol w="6953864">
                  <a:extLst>
                    <a:ext uri="{9D8B030D-6E8A-4147-A177-3AD203B41FA5}">
                      <a16:colId xmlns:a16="http://schemas.microsoft.com/office/drawing/2014/main" val="20001"/>
                    </a:ext>
                  </a:extLst>
                </a:gridCol>
              </a:tblGrid>
              <a:tr h="524666">
                <a:tc>
                  <a:txBody>
                    <a:bodyPr/>
                    <a:lstStyle/>
                    <a:p>
                      <a:pPr latinLnBrk="1"/>
                      <a:r>
                        <a:rPr lang="ko-KR" altLang="en-US" sz="800" b="0" dirty="0">
                          <a:solidFill>
                            <a:schemeClr val="tx1"/>
                          </a:solidFill>
                        </a:rPr>
                        <a:t>스크립트 방지 태그</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sp>
        <p:nvSpPr>
          <p:cNvPr id="42" name="TextBox 41">
            <a:extLst>
              <a:ext uri="{FF2B5EF4-FFF2-40B4-BE49-F238E27FC236}">
                <a16:creationId xmlns:a16="http://schemas.microsoft.com/office/drawing/2014/main" id="{ACB8337F-8362-4FF9-8DE9-39DC7BACE391}"/>
              </a:ext>
            </a:extLst>
          </p:cNvPr>
          <p:cNvSpPr txBox="1"/>
          <p:nvPr/>
        </p:nvSpPr>
        <p:spPr>
          <a:xfrm>
            <a:off x="1057644" y="5024269"/>
            <a:ext cx="734496"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약관동의</a:t>
            </a:r>
            <a:endParaRPr lang="ko-KR" altLang="en-US" sz="800" b="1" dirty="0"/>
          </a:p>
        </p:txBody>
      </p:sp>
      <p:graphicFrame>
        <p:nvGraphicFramePr>
          <p:cNvPr id="43" name="표 42">
            <a:extLst>
              <a:ext uri="{FF2B5EF4-FFF2-40B4-BE49-F238E27FC236}">
                <a16:creationId xmlns:a16="http://schemas.microsoft.com/office/drawing/2014/main" id="{A6EB583E-C772-4F40-B624-CA60AB7D9835}"/>
              </a:ext>
            </a:extLst>
          </p:cNvPr>
          <p:cNvGraphicFramePr>
            <a:graphicFrameLocks noGrp="1"/>
          </p:cNvGraphicFramePr>
          <p:nvPr>
            <p:extLst>
              <p:ext uri="{D42A27DB-BD31-4B8C-83A1-F6EECF244321}">
                <p14:modId xmlns:p14="http://schemas.microsoft.com/office/powerpoint/2010/main" val="299406391"/>
              </p:ext>
            </p:extLst>
          </p:nvPr>
        </p:nvGraphicFramePr>
        <p:xfrm>
          <a:off x="1057644" y="5249448"/>
          <a:ext cx="8248588" cy="819447"/>
        </p:xfrm>
        <a:graphic>
          <a:graphicData uri="http://schemas.openxmlformats.org/drawingml/2006/table">
            <a:tbl>
              <a:tblPr firstRow="1" bandRow="1">
                <a:tableStyleId>{5C22544A-7EE6-4342-B048-85BDC9FD1C3A}</a:tableStyleId>
              </a:tblPr>
              <a:tblGrid>
                <a:gridCol w="8248588">
                  <a:extLst>
                    <a:ext uri="{9D8B030D-6E8A-4147-A177-3AD203B41FA5}">
                      <a16:colId xmlns:a16="http://schemas.microsoft.com/office/drawing/2014/main" val="20001"/>
                    </a:ext>
                  </a:extLst>
                </a:gridCol>
              </a:tblGrid>
              <a:tr h="819447">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89819523"/>
                  </a:ext>
                </a:extLst>
              </a:tr>
            </a:tbl>
          </a:graphicData>
        </a:graphic>
      </p:graphicFrame>
      <p:pic>
        <p:nvPicPr>
          <p:cNvPr id="44" name="그림 43">
            <a:extLst>
              <a:ext uri="{FF2B5EF4-FFF2-40B4-BE49-F238E27FC236}">
                <a16:creationId xmlns:a16="http://schemas.microsoft.com/office/drawing/2014/main" id="{1A2F74FD-5750-4A3E-B60F-01FA73FB70D3}"/>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l="4629" t="3196" r="3195" b="2954"/>
          <a:stretch/>
        </p:blipFill>
        <p:spPr>
          <a:xfrm>
            <a:off x="1162698" y="5352288"/>
            <a:ext cx="144015" cy="146633"/>
          </a:xfrm>
          <a:prstGeom prst="rect">
            <a:avLst/>
          </a:prstGeom>
        </p:spPr>
      </p:pic>
      <p:sp>
        <p:nvSpPr>
          <p:cNvPr id="45" name="직사각형 44">
            <a:extLst>
              <a:ext uri="{FF2B5EF4-FFF2-40B4-BE49-F238E27FC236}">
                <a16:creationId xmlns:a16="http://schemas.microsoft.com/office/drawing/2014/main" id="{40124921-B56B-4A42-BE0F-2BE4C9EBB692}"/>
              </a:ext>
            </a:extLst>
          </p:cNvPr>
          <p:cNvSpPr/>
          <p:nvPr/>
        </p:nvSpPr>
        <p:spPr>
          <a:xfrm>
            <a:off x="1263807" y="5312567"/>
            <a:ext cx="4572000" cy="215444"/>
          </a:xfrm>
          <a:prstGeom prst="rect">
            <a:avLst/>
          </a:prstGeom>
        </p:spPr>
        <p:txBody>
          <a:bodyPr>
            <a:spAutoFit/>
          </a:bodyPr>
          <a:lstStyle/>
          <a:p>
            <a:pPr>
              <a:defRPr/>
            </a:pPr>
            <a:r>
              <a:rPr lang="ko-KR" altLang="en-US" sz="800" dirty="0"/>
              <a:t>이용약관 동의 </a:t>
            </a:r>
            <a:r>
              <a:rPr lang="en-US" altLang="ko-KR" sz="800" dirty="0"/>
              <a:t>(</a:t>
            </a:r>
            <a:r>
              <a:rPr lang="ko-KR" altLang="en-US" sz="800" dirty="0"/>
              <a:t>필수</a:t>
            </a:r>
            <a:r>
              <a:rPr lang="en-US" altLang="ko-KR" sz="800" dirty="0"/>
              <a:t>)</a:t>
            </a:r>
          </a:p>
        </p:txBody>
      </p:sp>
      <p:pic>
        <p:nvPicPr>
          <p:cNvPr id="46" name="그림 45">
            <a:extLst>
              <a:ext uri="{FF2B5EF4-FFF2-40B4-BE49-F238E27FC236}">
                <a16:creationId xmlns:a16="http://schemas.microsoft.com/office/drawing/2014/main" id="{5A1A58FC-CA81-440D-9629-930E3FFBB9F2}"/>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l="4629" t="3196" r="3195" b="2954"/>
          <a:stretch/>
        </p:blipFill>
        <p:spPr>
          <a:xfrm>
            <a:off x="1162698" y="5538642"/>
            <a:ext cx="144015" cy="146633"/>
          </a:xfrm>
          <a:prstGeom prst="rect">
            <a:avLst/>
          </a:prstGeom>
        </p:spPr>
      </p:pic>
      <p:sp>
        <p:nvSpPr>
          <p:cNvPr id="47" name="직사각형 46">
            <a:extLst>
              <a:ext uri="{FF2B5EF4-FFF2-40B4-BE49-F238E27FC236}">
                <a16:creationId xmlns:a16="http://schemas.microsoft.com/office/drawing/2014/main" id="{631E505C-DAB5-42A8-9FBD-2A69DC9E01DB}"/>
              </a:ext>
            </a:extLst>
          </p:cNvPr>
          <p:cNvSpPr/>
          <p:nvPr/>
        </p:nvSpPr>
        <p:spPr>
          <a:xfrm>
            <a:off x="1263807" y="5498921"/>
            <a:ext cx="4572000" cy="215444"/>
          </a:xfrm>
          <a:prstGeom prst="rect">
            <a:avLst/>
          </a:prstGeom>
        </p:spPr>
        <p:txBody>
          <a:bodyPr>
            <a:spAutoFit/>
          </a:bodyPr>
          <a:lstStyle/>
          <a:p>
            <a:pPr>
              <a:defRPr/>
            </a:pPr>
            <a:r>
              <a:rPr lang="ko-KR" altLang="en-US" sz="800" dirty="0"/>
              <a:t>개인정보 수집 및 이용에 관한 안내 </a:t>
            </a:r>
            <a:r>
              <a:rPr lang="en-US" altLang="ko-KR" sz="800" dirty="0"/>
              <a:t>(</a:t>
            </a:r>
            <a:r>
              <a:rPr lang="ko-KR" altLang="en-US" sz="800" dirty="0"/>
              <a:t>필수</a:t>
            </a:r>
            <a:r>
              <a:rPr lang="en-US" altLang="ko-KR" sz="800" dirty="0"/>
              <a:t>)</a:t>
            </a:r>
          </a:p>
        </p:txBody>
      </p:sp>
      <p:sp>
        <p:nvSpPr>
          <p:cNvPr id="48" name="직사각형 47">
            <a:extLst>
              <a:ext uri="{FF2B5EF4-FFF2-40B4-BE49-F238E27FC236}">
                <a16:creationId xmlns:a16="http://schemas.microsoft.com/office/drawing/2014/main" id="{2EF22EDB-8B59-4BC7-A75B-932C4D478527}"/>
              </a:ext>
            </a:extLst>
          </p:cNvPr>
          <p:cNvSpPr/>
          <p:nvPr/>
        </p:nvSpPr>
        <p:spPr>
          <a:xfrm>
            <a:off x="8551023" y="5349381"/>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sp>
        <p:nvSpPr>
          <p:cNvPr id="49" name="직사각형 48">
            <a:extLst>
              <a:ext uri="{FF2B5EF4-FFF2-40B4-BE49-F238E27FC236}">
                <a16:creationId xmlns:a16="http://schemas.microsoft.com/office/drawing/2014/main" id="{92F38BA5-B391-4069-B2F0-3393EEA3A4F2}"/>
              </a:ext>
            </a:extLst>
          </p:cNvPr>
          <p:cNvSpPr/>
          <p:nvPr/>
        </p:nvSpPr>
        <p:spPr>
          <a:xfrm>
            <a:off x="8551023" y="5547501"/>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sp>
        <p:nvSpPr>
          <p:cNvPr id="52" name="직사각형 51">
            <a:extLst>
              <a:ext uri="{FF2B5EF4-FFF2-40B4-BE49-F238E27FC236}">
                <a16:creationId xmlns:a16="http://schemas.microsoft.com/office/drawing/2014/main" id="{21ABAACA-6DF8-41C4-9C82-F64C415B53C8}"/>
              </a:ext>
            </a:extLst>
          </p:cNvPr>
          <p:cNvSpPr/>
          <p:nvPr/>
        </p:nvSpPr>
        <p:spPr>
          <a:xfrm>
            <a:off x="1263807" y="5702460"/>
            <a:ext cx="4572000" cy="215444"/>
          </a:xfrm>
          <a:prstGeom prst="rect">
            <a:avLst/>
          </a:prstGeom>
        </p:spPr>
        <p:txBody>
          <a:bodyPr>
            <a:spAutoFit/>
          </a:bodyPr>
          <a:lstStyle/>
          <a:p>
            <a:pPr>
              <a:defRPr/>
            </a:pPr>
            <a:r>
              <a:rPr lang="ko-KR" altLang="en-US" sz="800" dirty="0"/>
              <a:t>마케팅활용동의 </a:t>
            </a:r>
            <a:r>
              <a:rPr lang="en-US" altLang="ko-KR" sz="800" dirty="0"/>
              <a:t>(</a:t>
            </a:r>
            <a:r>
              <a:rPr lang="ko-KR" altLang="en-US" sz="800" dirty="0"/>
              <a:t>선택</a:t>
            </a:r>
            <a:r>
              <a:rPr lang="en-US" altLang="ko-KR" sz="800" dirty="0"/>
              <a:t>)</a:t>
            </a:r>
          </a:p>
        </p:txBody>
      </p:sp>
      <p:sp>
        <p:nvSpPr>
          <p:cNvPr id="53" name="타원 52">
            <a:extLst>
              <a:ext uri="{FF2B5EF4-FFF2-40B4-BE49-F238E27FC236}">
                <a16:creationId xmlns:a16="http://schemas.microsoft.com/office/drawing/2014/main" id="{C3D23FE2-6681-420E-9AD1-32F9F095A9F2}"/>
              </a:ext>
            </a:extLst>
          </p:cNvPr>
          <p:cNvSpPr/>
          <p:nvPr/>
        </p:nvSpPr>
        <p:spPr>
          <a:xfrm>
            <a:off x="1162698" y="5747201"/>
            <a:ext cx="125386" cy="119095"/>
          </a:xfrm>
          <a:prstGeom prst="ellipse">
            <a:avLst/>
          </a:prstGeom>
          <a:solidFill>
            <a:schemeClr val="bg1"/>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7" name="직사각형 56">
            <a:extLst>
              <a:ext uri="{FF2B5EF4-FFF2-40B4-BE49-F238E27FC236}">
                <a16:creationId xmlns:a16="http://schemas.microsoft.com/office/drawing/2014/main" id="{A3669378-DCCC-4A18-B054-9909B20C2EB1}"/>
              </a:ext>
            </a:extLst>
          </p:cNvPr>
          <p:cNvSpPr/>
          <p:nvPr/>
        </p:nvSpPr>
        <p:spPr>
          <a:xfrm>
            <a:off x="8551023" y="5743253"/>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sp>
        <p:nvSpPr>
          <p:cNvPr id="59" name="직사각형 58">
            <a:extLst>
              <a:ext uri="{FF2B5EF4-FFF2-40B4-BE49-F238E27FC236}">
                <a16:creationId xmlns:a16="http://schemas.microsoft.com/office/drawing/2014/main" id="{E23BB5C9-F9C5-4B7F-9B70-FC3DAD50B5FB}"/>
              </a:ext>
            </a:extLst>
          </p:cNvPr>
          <p:cNvSpPr/>
          <p:nvPr/>
        </p:nvSpPr>
        <p:spPr>
          <a:xfrm>
            <a:off x="4421137" y="6255249"/>
            <a:ext cx="1558215" cy="313683"/>
          </a:xfrm>
          <a:prstGeom prst="rect">
            <a:avLst/>
          </a:prstGeom>
          <a:solidFill>
            <a:schemeClr val="tx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a:solidFill>
                  <a:schemeClr val="bg1"/>
                </a:solidFill>
              </a:rPr>
              <a:t>문의하기</a:t>
            </a:r>
          </a:p>
        </p:txBody>
      </p:sp>
      <p:graphicFrame>
        <p:nvGraphicFramePr>
          <p:cNvPr id="32" name="표 31">
            <a:extLst>
              <a:ext uri="{FF2B5EF4-FFF2-40B4-BE49-F238E27FC236}">
                <a16:creationId xmlns:a16="http://schemas.microsoft.com/office/drawing/2014/main" id="{5FC31D8D-C59E-493E-9399-23A47873F452}"/>
              </a:ext>
            </a:extLst>
          </p:cNvPr>
          <p:cNvGraphicFramePr>
            <a:graphicFrameLocks noGrp="1"/>
          </p:cNvGraphicFramePr>
          <p:nvPr>
            <p:extLst>
              <p:ext uri="{D42A27DB-BD31-4B8C-83A1-F6EECF244321}">
                <p14:modId xmlns:p14="http://schemas.microsoft.com/office/powerpoint/2010/main" val="1042476154"/>
              </p:ext>
            </p:extLst>
          </p:nvPr>
        </p:nvGraphicFramePr>
        <p:xfrm>
          <a:off x="10171774" y="22159"/>
          <a:ext cx="1979018" cy="236323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RF-01-05-04</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고객센터</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제휴</a:t>
                      </a:r>
                      <a:r>
                        <a:rPr lang="en-US" altLang="ko-KR" sz="800" dirty="0"/>
                        <a:t>/</a:t>
                      </a:r>
                      <a:r>
                        <a:rPr lang="ko-KR" altLang="en-US" sz="800" dirty="0"/>
                        <a:t>문의 </a:t>
                      </a:r>
                      <a:endParaRPr lang="en-US" altLang="ko-KR" sz="800" dirty="0"/>
                    </a:p>
                    <a:p>
                      <a:pPr algn="l" latinLnBrk="1"/>
                      <a:r>
                        <a:rPr lang="ko-KR" altLang="en-US" sz="800" dirty="0"/>
                        <a:t>입력페이지</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제휴 또는 문의 내용을 작성하여 보내는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750479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자동화된 스팸 등록이나 비정상적인 접근을 방지 하기 위해</a:t>
                      </a:r>
                      <a:r>
                        <a:rPr lang="en-US" altLang="ko-KR" sz="800" b="0" dirty="0">
                          <a:solidFill>
                            <a:schemeClr val="tx1"/>
                          </a:solidFill>
                        </a:rPr>
                        <a:t>CAPTCHA</a:t>
                      </a:r>
                      <a:r>
                        <a:rPr lang="en-US" altLang="ko-KR" sz="800" b="0" baseline="0" dirty="0">
                          <a:solidFill>
                            <a:schemeClr val="tx1"/>
                          </a:solidFill>
                        </a:rPr>
                        <a:t> </a:t>
                      </a:r>
                      <a:r>
                        <a:rPr lang="ko-KR" altLang="en-US" sz="800" b="0" baseline="0" dirty="0">
                          <a:solidFill>
                            <a:schemeClr val="tx1"/>
                          </a:solidFill>
                        </a:rPr>
                        <a:t>인증을 사용한다</a:t>
                      </a:r>
                      <a:r>
                        <a:rPr lang="en-US" altLang="ko-KR" sz="800" b="0" baseline="0" dirty="0">
                          <a:solidFill>
                            <a:schemeClr val="tx1"/>
                          </a:solidFill>
                        </a:rPr>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버튼 클릭 시 상세내용 표시되는 아코디언 형태</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097502892"/>
                  </a:ext>
                </a:extLst>
              </a:tr>
            </a:tbl>
          </a:graphicData>
        </a:graphic>
      </p:graphicFrame>
      <p:pic>
        <p:nvPicPr>
          <p:cNvPr id="3" name="그림 2"/>
          <p:cNvPicPr>
            <a:picLocks noChangeAspect="1"/>
          </p:cNvPicPr>
          <p:nvPr/>
        </p:nvPicPr>
        <p:blipFill>
          <a:blip r:embed="rId3"/>
          <a:stretch>
            <a:fillRect/>
          </a:stretch>
        </p:blipFill>
        <p:spPr>
          <a:xfrm>
            <a:off x="2475014" y="4374811"/>
            <a:ext cx="1755843" cy="463268"/>
          </a:xfrm>
          <a:prstGeom prst="rect">
            <a:avLst/>
          </a:prstGeom>
        </p:spPr>
      </p:pic>
      <p:sp>
        <p:nvSpPr>
          <p:cNvPr id="41" name="직사각형 40">
            <a:extLst>
              <a:ext uri="{FF2B5EF4-FFF2-40B4-BE49-F238E27FC236}">
                <a16:creationId xmlns:a16="http://schemas.microsoft.com/office/drawing/2014/main" id="{1225F848-6EB1-4A6B-B1B0-EBD90AA850A9}"/>
              </a:ext>
            </a:extLst>
          </p:cNvPr>
          <p:cNvSpPr/>
          <p:nvPr/>
        </p:nvSpPr>
        <p:spPr>
          <a:xfrm>
            <a:off x="2318342" y="4233910"/>
            <a:ext cx="279400" cy="270934"/>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b="1" dirty="0"/>
              <a:t>1</a:t>
            </a:r>
            <a:endParaRPr lang="ko-KR" altLang="en-US" sz="900" b="1" dirty="0"/>
          </a:p>
        </p:txBody>
      </p:sp>
      <p:sp>
        <p:nvSpPr>
          <p:cNvPr id="50" name="직사각형 49">
            <a:extLst>
              <a:ext uri="{FF2B5EF4-FFF2-40B4-BE49-F238E27FC236}">
                <a16:creationId xmlns:a16="http://schemas.microsoft.com/office/drawing/2014/main" id="{1225F848-6EB1-4A6B-B1B0-EBD90AA850A9}"/>
              </a:ext>
            </a:extLst>
          </p:cNvPr>
          <p:cNvSpPr/>
          <p:nvPr/>
        </p:nvSpPr>
        <p:spPr>
          <a:xfrm>
            <a:off x="8411323" y="5154670"/>
            <a:ext cx="279400" cy="270934"/>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b="1" dirty="0"/>
              <a:t>2</a:t>
            </a:r>
            <a:endParaRPr lang="ko-KR" altLang="en-US" sz="900" b="1" dirty="0"/>
          </a:p>
        </p:txBody>
      </p:sp>
    </p:spTree>
    <p:extLst>
      <p:ext uri="{BB962C8B-B14F-4D97-AF65-F5344CB8AC3E}">
        <p14:creationId xmlns:p14="http://schemas.microsoft.com/office/powerpoint/2010/main" val="3557386943"/>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6">
            <a:extLst>
              <a:ext uri="{FF2B5EF4-FFF2-40B4-BE49-F238E27FC236}">
                <a16:creationId xmlns:a16="http://schemas.microsoft.com/office/drawing/2014/main" id="{8564AAC0-1F7E-4041-93BC-259D8946FEE3}"/>
              </a:ext>
            </a:extLst>
          </p:cNvPr>
          <p:cNvGraphicFramePr>
            <a:graphicFrameLocks noGrp="1"/>
          </p:cNvGraphicFramePr>
          <p:nvPr>
            <p:extLst>
              <p:ext uri="{D42A27DB-BD31-4B8C-83A1-F6EECF244321}">
                <p14:modId xmlns:p14="http://schemas.microsoft.com/office/powerpoint/2010/main" val="1571979185"/>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endParaRPr lang="ko-KR" altLang="en-US" sz="1800" b="1" dirty="0">
                        <a:solidFill>
                          <a:schemeClr val="tx1"/>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b="1" dirty="0">
                          <a:solidFill>
                            <a:schemeClr val="tx1"/>
                          </a:solidFill>
                        </a:rPr>
                        <a:t>●  주문조회</a:t>
                      </a:r>
                    </a:p>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2976143225"/>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91038C14-C115-407C-B579-AB00DEBC547B}"/>
              </a:ext>
            </a:extLst>
          </p:cNvPr>
          <p:cNvSpPr txBox="1"/>
          <p:nvPr/>
        </p:nvSpPr>
        <p:spPr>
          <a:xfrm>
            <a:off x="4663850" y="1973979"/>
            <a:ext cx="800219" cy="276999"/>
          </a:xfrm>
          <a:prstGeom prst="rect">
            <a:avLst/>
          </a:prstGeom>
          <a:noFill/>
        </p:spPr>
        <p:txBody>
          <a:bodyPr wrap="none" rtlCol="0">
            <a:spAutoFit/>
          </a:bodyPr>
          <a:lstStyle/>
          <a:p>
            <a:r>
              <a:rPr lang="ko-KR" altLang="en-US" sz="1200" b="1" dirty="0"/>
              <a:t>주문조회</a:t>
            </a:r>
          </a:p>
        </p:txBody>
      </p:sp>
      <p:graphicFrame>
        <p:nvGraphicFramePr>
          <p:cNvPr id="4" name="표 3">
            <a:extLst>
              <a:ext uri="{FF2B5EF4-FFF2-40B4-BE49-F238E27FC236}">
                <a16:creationId xmlns:a16="http://schemas.microsoft.com/office/drawing/2014/main" id="{713C9A6D-BE65-47B9-A356-1DCFB91B465A}"/>
              </a:ext>
            </a:extLst>
          </p:cNvPr>
          <p:cNvGraphicFramePr>
            <a:graphicFrameLocks noGrp="1"/>
          </p:cNvGraphicFramePr>
          <p:nvPr>
            <p:extLst>
              <p:ext uri="{D42A27DB-BD31-4B8C-83A1-F6EECF244321}">
                <p14:modId xmlns:p14="http://schemas.microsoft.com/office/powerpoint/2010/main" val="152993508"/>
              </p:ext>
            </p:extLst>
          </p:nvPr>
        </p:nvGraphicFramePr>
        <p:xfrm>
          <a:off x="2579683" y="3015112"/>
          <a:ext cx="4968555" cy="553998"/>
        </p:xfrm>
        <a:graphic>
          <a:graphicData uri="http://schemas.openxmlformats.org/drawingml/2006/table">
            <a:tbl>
              <a:tblPr firstRow="1" bandRow="1">
                <a:tableStyleId>{5C22544A-7EE6-4342-B048-85BDC9FD1C3A}</a:tableStyleId>
              </a:tblPr>
              <a:tblGrid>
                <a:gridCol w="1181864">
                  <a:extLst>
                    <a:ext uri="{9D8B030D-6E8A-4147-A177-3AD203B41FA5}">
                      <a16:colId xmlns:a16="http://schemas.microsoft.com/office/drawing/2014/main" val="20000"/>
                    </a:ext>
                  </a:extLst>
                </a:gridCol>
                <a:gridCol w="3786691">
                  <a:extLst>
                    <a:ext uri="{9D8B030D-6E8A-4147-A177-3AD203B41FA5}">
                      <a16:colId xmlns:a16="http://schemas.microsoft.com/office/drawing/2014/main" val="20001"/>
                    </a:ext>
                  </a:extLst>
                </a:gridCol>
              </a:tblGrid>
              <a:tr h="276999">
                <a:tc>
                  <a:txBody>
                    <a:bodyPr/>
                    <a:lstStyle/>
                    <a:p>
                      <a:pPr algn="ctr" latinLnBrk="1"/>
                      <a:r>
                        <a:rPr lang="ko-KR" altLang="en-US" sz="900" b="0" dirty="0">
                          <a:solidFill>
                            <a:schemeClr val="tx1"/>
                          </a:solidFill>
                        </a:rPr>
                        <a:t>주문코드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276999">
                <a:tc>
                  <a:txBody>
                    <a:bodyPr/>
                    <a:lstStyle/>
                    <a:p>
                      <a:pPr algn="ctr" latinLnBrk="1"/>
                      <a:r>
                        <a:rPr lang="ko-KR" altLang="en-US" sz="900" b="0" dirty="0">
                          <a:solidFill>
                            <a:schemeClr val="tx1"/>
                          </a:solidFill>
                        </a:rPr>
                        <a:t>주문자 연락처</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08907011"/>
                  </a:ext>
                </a:extLst>
              </a:tr>
            </a:tbl>
          </a:graphicData>
        </a:graphic>
      </p:graphicFrame>
      <p:sp>
        <p:nvSpPr>
          <p:cNvPr id="5" name="직사각형 4">
            <a:extLst>
              <a:ext uri="{FF2B5EF4-FFF2-40B4-BE49-F238E27FC236}">
                <a16:creationId xmlns:a16="http://schemas.microsoft.com/office/drawing/2014/main" id="{503F23FA-F421-4377-9105-D46DEDCB393D}"/>
              </a:ext>
            </a:extLst>
          </p:cNvPr>
          <p:cNvSpPr/>
          <p:nvPr/>
        </p:nvSpPr>
        <p:spPr>
          <a:xfrm>
            <a:off x="4284102" y="4077080"/>
            <a:ext cx="1929717" cy="266447"/>
          </a:xfrm>
          <a:prstGeom prst="rect">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t>주문조회</a:t>
            </a:r>
          </a:p>
        </p:txBody>
      </p:sp>
      <p:sp>
        <p:nvSpPr>
          <p:cNvPr id="6" name="직사각형 5">
            <a:extLst>
              <a:ext uri="{FF2B5EF4-FFF2-40B4-BE49-F238E27FC236}">
                <a16:creationId xmlns:a16="http://schemas.microsoft.com/office/drawing/2014/main" id="{42F51251-7627-46DC-A39C-72F0E455C7CB}"/>
              </a:ext>
            </a:extLst>
          </p:cNvPr>
          <p:cNvSpPr/>
          <p:nvPr/>
        </p:nvSpPr>
        <p:spPr>
          <a:xfrm>
            <a:off x="3811193" y="3058880"/>
            <a:ext cx="3616133" cy="196148"/>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Me9-009098</a:t>
            </a:r>
          </a:p>
        </p:txBody>
      </p:sp>
      <p:grpSp>
        <p:nvGrpSpPr>
          <p:cNvPr id="7" name="그룹 6">
            <a:extLst>
              <a:ext uri="{FF2B5EF4-FFF2-40B4-BE49-F238E27FC236}">
                <a16:creationId xmlns:a16="http://schemas.microsoft.com/office/drawing/2014/main" id="{886F343E-B795-4C37-AEC5-F45AAD93BF51}"/>
              </a:ext>
            </a:extLst>
          </p:cNvPr>
          <p:cNvGrpSpPr/>
          <p:nvPr/>
        </p:nvGrpSpPr>
        <p:grpSpPr>
          <a:xfrm>
            <a:off x="3829471" y="3292111"/>
            <a:ext cx="1789788" cy="230832"/>
            <a:chOff x="2924648" y="2579699"/>
            <a:chExt cx="1789788" cy="230832"/>
          </a:xfrm>
        </p:grpSpPr>
        <p:sp>
          <p:nvSpPr>
            <p:cNvPr id="8" name="직사각형 7">
              <a:extLst>
                <a:ext uri="{FF2B5EF4-FFF2-40B4-BE49-F238E27FC236}">
                  <a16:creationId xmlns:a16="http://schemas.microsoft.com/office/drawing/2014/main" id="{08623D02-F725-4942-B75F-61571761EF02}"/>
                </a:ext>
              </a:extLst>
            </p:cNvPr>
            <p:cNvSpPr/>
            <p:nvPr/>
          </p:nvSpPr>
          <p:spPr>
            <a:xfrm>
              <a:off x="2924648"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010  </a:t>
              </a:r>
              <a:r>
                <a:rPr lang="ko-KR" altLang="en-US" sz="800" dirty="0">
                  <a:solidFill>
                    <a:schemeClr val="tx1"/>
                  </a:solidFill>
                </a:rPr>
                <a:t>▼</a:t>
              </a:r>
              <a:endParaRPr lang="en-US" altLang="ko-KR" sz="800" dirty="0">
                <a:solidFill>
                  <a:schemeClr val="tx1"/>
                </a:solidFill>
              </a:endParaRPr>
            </a:p>
          </p:txBody>
        </p:sp>
        <p:sp>
          <p:nvSpPr>
            <p:cNvPr id="9" name="직사각형 8">
              <a:extLst>
                <a:ext uri="{FF2B5EF4-FFF2-40B4-BE49-F238E27FC236}">
                  <a16:creationId xmlns:a16="http://schemas.microsoft.com/office/drawing/2014/main" id="{2CCF1239-8DEE-4011-AED7-E53BA98D4513}"/>
                </a:ext>
              </a:extLst>
            </p:cNvPr>
            <p:cNvSpPr/>
            <p:nvPr/>
          </p:nvSpPr>
          <p:spPr>
            <a:xfrm>
              <a:off x="3542442"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10" name="직사각형 9">
              <a:extLst>
                <a:ext uri="{FF2B5EF4-FFF2-40B4-BE49-F238E27FC236}">
                  <a16:creationId xmlns:a16="http://schemas.microsoft.com/office/drawing/2014/main" id="{06A2DE20-92ED-4917-B864-B06B461BDCF8}"/>
                </a:ext>
              </a:extLst>
            </p:cNvPr>
            <p:cNvSpPr/>
            <p:nvPr/>
          </p:nvSpPr>
          <p:spPr>
            <a:xfrm>
              <a:off x="4160236" y="2633078"/>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11" name="TextBox 10">
              <a:extLst>
                <a:ext uri="{FF2B5EF4-FFF2-40B4-BE49-F238E27FC236}">
                  <a16:creationId xmlns:a16="http://schemas.microsoft.com/office/drawing/2014/main" id="{2D1108E5-7734-4804-B013-48AD58F5192A}"/>
                </a:ext>
              </a:extLst>
            </p:cNvPr>
            <p:cNvSpPr txBox="1"/>
            <p:nvPr/>
          </p:nvSpPr>
          <p:spPr>
            <a:xfrm>
              <a:off x="3394267" y="2579699"/>
              <a:ext cx="232756" cy="230832"/>
            </a:xfrm>
            <a:prstGeom prst="rect">
              <a:avLst/>
            </a:prstGeom>
            <a:noFill/>
          </p:spPr>
          <p:txBody>
            <a:bodyPr wrap="none" rtlCol="0">
              <a:spAutoFit/>
            </a:bodyPr>
            <a:lstStyle/>
            <a:p>
              <a:r>
                <a:rPr lang="en-US" altLang="ko-KR" sz="900" dirty="0"/>
                <a:t>-</a:t>
              </a:r>
              <a:endParaRPr lang="ko-KR" altLang="en-US" sz="900" dirty="0"/>
            </a:p>
          </p:txBody>
        </p:sp>
        <p:sp>
          <p:nvSpPr>
            <p:cNvPr id="12" name="TextBox 11">
              <a:extLst>
                <a:ext uri="{FF2B5EF4-FFF2-40B4-BE49-F238E27FC236}">
                  <a16:creationId xmlns:a16="http://schemas.microsoft.com/office/drawing/2014/main" id="{C71ECE70-6138-403F-BAC2-7CCE1862DF34}"/>
                </a:ext>
              </a:extLst>
            </p:cNvPr>
            <p:cNvSpPr txBox="1"/>
            <p:nvPr/>
          </p:nvSpPr>
          <p:spPr>
            <a:xfrm>
              <a:off x="4012061" y="2579699"/>
              <a:ext cx="232756" cy="230832"/>
            </a:xfrm>
            <a:prstGeom prst="rect">
              <a:avLst/>
            </a:prstGeom>
            <a:noFill/>
          </p:spPr>
          <p:txBody>
            <a:bodyPr wrap="none" rtlCol="0">
              <a:spAutoFit/>
            </a:bodyPr>
            <a:lstStyle/>
            <a:p>
              <a:r>
                <a:rPr lang="en-US" altLang="ko-KR" sz="900" dirty="0"/>
                <a:t>-</a:t>
              </a:r>
              <a:endParaRPr lang="ko-KR" altLang="en-US" sz="900" dirty="0"/>
            </a:p>
          </p:txBody>
        </p:sp>
      </p:grpSp>
      <p:graphicFrame>
        <p:nvGraphicFramePr>
          <p:cNvPr id="13" name="표 12">
            <a:extLst>
              <a:ext uri="{FF2B5EF4-FFF2-40B4-BE49-F238E27FC236}">
                <a16:creationId xmlns:a16="http://schemas.microsoft.com/office/drawing/2014/main" id="{D29E7032-4598-402A-879A-77A04698EAD9}"/>
              </a:ext>
            </a:extLst>
          </p:cNvPr>
          <p:cNvGraphicFramePr>
            <a:graphicFrameLocks noGrp="1"/>
          </p:cNvGraphicFramePr>
          <p:nvPr>
            <p:extLst>
              <p:ext uri="{D42A27DB-BD31-4B8C-83A1-F6EECF244321}">
                <p14:modId xmlns:p14="http://schemas.microsoft.com/office/powerpoint/2010/main" val="4259062645"/>
              </p:ext>
            </p:extLst>
          </p:nvPr>
        </p:nvGraphicFramePr>
        <p:xfrm>
          <a:off x="10171774" y="22159"/>
          <a:ext cx="1979018" cy="211939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RF-01-06-01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주문조회</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주문조회 </a:t>
                      </a:r>
                      <a:endParaRPr lang="en-US" altLang="ko-KR" sz="800" dirty="0"/>
                    </a:p>
                    <a:p>
                      <a:pPr algn="l" latinLnBrk="1"/>
                      <a:r>
                        <a:rPr lang="ko-KR" altLang="en-US" sz="800" dirty="0"/>
                        <a:t>입력페이지</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비회원으로 주문한 고객이 주문에 대한 상세 내용을 확인하기 위해 정보를 입력하는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55063942"/>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주문코드 </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주문자 연락처 </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937294655"/>
                  </a:ext>
                </a:extLst>
              </a:tr>
            </a:tbl>
          </a:graphicData>
        </a:graphic>
      </p:graphicFrame>
      <p:sp>
        <p:nvSpPr>
          <p:cNvPr id="14" name="직사각형 13">
            <a:extLst>
              <a:ext uri="{FF2B5EF4-FFF2-40B4-BE49-F238E27FC236}">
                <a16:creationId xmlns:a16="http://schemas.microsoft.com/office/drawing/2014/main" id="{3A7EC42D-A71C-4348-979D-66758483CB69}"/>
              </a:ext>
            </a:extLst>
          </p:cNvPr>
          <p:cNvSpPr/>
          <p:nvPr/>
        </p:nvSpPr>
        <p:spPr>
          <a:xfrm>
            <a:off x="2439983" y="2879645"/>
            <a:ext cx="279400" cy="270934"/>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b="1" dirty="0"/>
              <a:t>1</a:t>
            </a:r>
            <a:endParaRPr lang="ko-KR" altLang="en-US" sz="900" b="1" dirty="0"/>
          </a:p>
        </p:txBody>
      </p:sp>
      <p:sp>
        <p:nvSpPr>
          <p:cNvPr id="15" name="직사각형 14">
            <a:extLst>
              <a:ext uri="{FF2B5EF4-FFF2-40B4-BE49-F238E27FC236}">
                <a16:creationId xmlns:a16="http://schemas.microsoft.com/office/drawing/2014/main" id="{4A1D2015-B622-400F-81A1-1BC997FA66D6}"/>
              </a:ext>
            </a:extLst>
          </p:cNvPr>
          <p:cNvSpPr/>
          <p:nvPr/>
        </p:nvSpPr>
        <p:spPr>
          <a:xfrm>
            <a:off x="2439983" y="3425466"/>
            <a:ext cx="279400" cy="270934"/>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b="1" dirty="0"/>
              <a:t>2</a:t>
            </a:r>
            <a:endParaRPr lang="ko-KR" altLang="en-US" sz="900" b="1" dirty="0"/>
          </a:p>
        </p:txBody>
      </p:sp>
    </p:spTree>
    <p:extLst>
      <p:ext uri="{BB962C8B-B14F-4D97-AF65-F5344CB8AC3E}">
        <p14:creationId xmlns:p14="http://schemas.microsoft.com/office/powerpoint/2010/main" val="912101421"/>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Box 13">
            <a:extLst>
              <a:ext uri="{FF2B5EF4-FFF2-40B4-BE49-F238E27FC236}">
                <a16:creationId xmlns:a16="http://schemas.microsoft.com/office/drawing/2014/main" id="{AAB4805C-DCC2-40B1-BD09-8F72A75047A5}"/>
              </a:ext>
            </a:extLst>
          </p:cNvPr>
          <p:cNvSpPr txBox="1"/>
          <p:nvPr/>
        </p:nvSpPr>
        <p:spPr>
          <a:xfrm>
            <a:off x="4631022" y="871059"/>
            <a:ext cx="854721" cy="276999"/>
          </a:xfrm>
          <a:prstGeom prst="rect">
            <a:avLst/>
          </a:prstGeom>
          <a:noFill/>
        </p:spPr>
        <p:txBody>
          <a:bodyPr wrap="none" rtlCol="0">
            <a:spAutoFit/>
          </a:bodyPr>
          <a:lstStyle/>
          <a:p>
            <a:r>
              <a:rPr lang="ko-KR" altLang="en-US" sz="1200" b="1" dirty="0"/>
              <a:t>주문 상세</a:t>
            </a:r>
          </a:p>
        </p:txBody>
      </p:sp>
      <p:cxnSp>
        <p:nvCxnSpPr>
          <p:cNvPr id="15" name="직선 연결선 14">
            <a:extLst>
              <a:ext uri="{FF2B5EF4-FFF2-40B4-BE49-F238E27FC236}">
                <a16:creationId xmlns:a16="http://schemas.microsoft.com/office/drawing/2014/main" id="{EBE72026-EC5E-4A06-9F11-F5520B97E61A}"/>
              </a:ext>
            </a:extLst>
          </p:cNvPr>
          <p:cNvCxnSpPr>
            <a:cxnSpLocks/>
          </p:cNvCxnSpPr>
          <p:nvPr/>
        </p:nvCxnSpPr>
        <p:spPr>
          <a:xfrm>
            <a:off x="1481667" y="1314226"/>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F8889E49-E2F9-43E7-B0B3-EF2CBA57AD63}"/>
              </a:ext>
            </a:extLst>
          </p:cNvPr>
          <p:cNvSpPr txBox="1"/>
          <p:nvPr/>
        </p:nvSpPr>
        <p:spPr>
          <a:xfrm>
            <a:off x="1487410" y="1395833"/>
            <a:ext cx="2015295" cy="215444"/>
          </a:xfrm>
          <a:prstGeom prst="rect">
            <a:avLst/>
          </a:prstGeom>
          <a:noFill/>
        </p:spPr>
        <p:txBody>
          <a:bodyPr wrap="none" rtlCol="0">
            <a:spAutoFit/>
          </a:bodyPr>
          <a:lstStyle/>
          <a:p>
            <a:r>
              <a:rPr lang="en-US" altLang="ko-KR" sz="800" dirty="0"/>
              <a:t>2024.10.14  |  </a:t>
            </a:r>
            <a:r>
              <a:rPr lang="ko-KR" altLang="en-US" sz="800" dirty="0"/>
              <a:t>주문번호</a:t>
            </a:r>
            <a:r>
              <a:rPr lang="en-US" altLang="ko-KR" sz="800" dirty="0"/>
              <a:t>:</a:t>
            </a:r>
            <a:r>
              <a:rPr lang="ko-KR" altLang="en-US" sz="800" dirty="0"/>
              <a:t> </a:t>
            </a:r>
            <a:r>
              <a:rPr lang="en-US" altLang="ko-KR" sz="800" dirty="0"/>
              <a:t>Me9-00929423</a:t>
            </a:r>
            <a:endParaRPr lang="ko-KR" altLang="en-US" sz="800" dirty="0"/>
          </a:p>
        </p:txBody>
      </p:sp>
      <p:graphicFrame>
        <p:nvGraphicFramePr>
          <p:cNvPr id="17" name="표 87">
            <a:extLst>
              <a:ext uri="{FF2B5EF4-FFF2-40B4-BE49-F238E27FC236}">
                <a16:creationId xmlns:a16="http://schemas.microsoft.com/office/drawing/2014/main" id="{B8C31EE1-2F19-4E8D-B49B-29BB2BDFED36}"/>
              </a:ext>
            </a:extLst>
          </p:cNvPr>
          <p:cNvGraphicFramePr>
            <a:graphicFrameLocks noGrp="1"/>
          </p:cNvGraphicFramePr>
          <p:nvPr>
            <p:extLst>
              <p:ext uri="{D42A27DB-BD31-4B8C-83A1-F6EECF244321}">
                <p14:modId xmlns:p14="http://schemas.microsoft.com/office/powerpoint/2010/main" val="2146812424"/>
              </p:ext>
            </p:extLst>
          </p:nvPr>
        </p:nvGraphicFramePr>
        <p:xfrm>
          <a:off x="1479017" y="1685460"/>
          <a:ext cx="7317849" cy="640080"/>
        </p:xfrm>
        <a:graphic>
          <a:graphicData uri="http://schemas.openxmlformats.org/drawingml/2006/table">
            <a:tbl>
              <a:tblPr firstRow="1" bandRow="1">
                <a:tableStyleId>{5940675A-B579-460E-94D1-54222C63F5DA}</a:tableStyleId>
              </a:tblPr>
              <a:tblGrid>
                <a:gridCol w="747347">
                  <a:extLst>
                    <a:ext uri="{9D8B030D-6E8A-4147-A177-3AD203B41FA5}">
                      <a16:colId xmlns:a16="http://schemas.microsoft.com/office/drawing/2014/main" val="1741250993"/>
                    </a:ext>
                  </a:extLst>
                </a:gridCol>
                <a:gridCol w="1200647">
                  <a:extLst>
                    <a:ext uri="{9D8B030D-6E8A-4147-A177-3AD203B41FA5}">
                      <a16:colId xmlns:a16="http://schemas.microsoft.com/office/drawing/2014/main" val="1468661165"/>
                    </a:ext>
                  </a:extLst>
                </a:gridCol>
                <a:gridCol w="5369855">
                  <a:extLst>
                    <a:ext uri="{9D8B030D-6E8A-4147-A177-3AD203B41FA5}">
                      <a16:colId xmlns:a16="http://schemas.microsoft.com/office/drawing/2014/main" val="3917594789"/>
                    </a:ext>
                  </a:extLst>
                </a:gridCol>
              </a:tblGrid>
              <a:tr h="165784">
                <a:tc rowSpan="3">
                  <a:txBody>
                    <a:bodyPr/>
                    <a:lstStyle/>
                    <a:p>
                      <a:pPr latinLnBrk="1"/>
                      <a:r>
                        <a:rPr lang="ko-KR" altLang="en-US" sz="800" dirty="0"/>
                        <a:t>주문자 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주문자 이름</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홍길동</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vMerge="1">
                  <a:txBody>
                    <a:bodyPr/>
                    <a:lstStyle/>
                    <a:p>
                      <a:pPr latinLnBrk="1"/>
                      <a:endParaRPr lang="ko-KR" altLang="en-US" sz="800" dirty="0"/>
                    </a:p>
                  </a:txBody>
                  <a:tcPr/>
                </a:tc>
                <a:tc>
                  <a:txBody>
                    <a:bodyPr/>
                    <a:lstStyle/>
                    <a:p>
                      <a:pPr latinLnBrk="1"/>
                      <a:r>
                        <a:rPr lang="ko-KR" altLang="en-US" sz="800" dirty="0"/>
                        <a:t>휴대폰 번호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010-0000-0000</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vMerge="1">
                  <a:txBody>
                    <a:bodyPr/>
                    <a:lstStyle/>
                    <a:p>
                      <a:pPr latinLnBrk="1"/>
                      <a:endParaRPr lang="ko-KR" altLang="en-US" sz="800" dirty="0"/>
                    </a:p>
                  </a:txBody>
                  <a:tcPr/>
                </a:tc>
                <a:tc>
                  <a:txBody>
                    <a:bodyPr/>
                    <a:lstStyle/>
                    <a:p>
                      <a:pPr latinLnBrk="1"/>
                      <a:r>
                        <a:rPr lang="ko-KR" altLang="en-US" sz="800" dirty="0"/>
                        <a:t>이메일 주소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hlinkClick r:id="rId2"/>
                        </a:rPr>
                        <a:t>test1234@naver.com</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bl>
          </a:graphicData>
        </a:graphic>
      </p:graphicFrame>
      <p:graphicFrame>
        <p:nvGraphicFramePr>
          <p:cNvPr id="18" name="표 17">
            <a:extLst>
              <a:ext uri="{FF2B5EF4-FFF2-40B4-BE49-F238E27FC236}">
                <a16:creationId xmlns:a16="http://schemas.microsoft.com/office/drawing/2014/main" id="{48D16DC3-F6FB-42DE-A363-8850AEE00916}"/>
              </a:ext>
            </a:extLst>
          </p:cNvPr>
          <p:cNvGraphicFramePr>
            <a:graphicFrameLocks noGrp="1"/>
          </p:cNvGraphicFramePr>
          <p:nvPr>
            <p:extLst>
              <p:ext uri="{D42A27DB-BD31-4B8C-83A1-F6EECF244321}">
                <p14:modId xmlns:p14="http://schemas.microsoft.com/office/powerpoint/2010/main" val="749238145"/>
              </p:ext>
            </p:extLst>
          </p:nvPr>
        </p:nvGraphicFramePr>
        <p:xfrm>
          <a:off x="1479017" y="2585282"/>
          <a:ext cx="7317849" cy="975360"/>
        </p:xfrm>
        <a:graphic>
          <a:graphicData uri="http://schemas.openxmlformats.org/drawingml/2006/table">
            <a:tbl>
              <a:tblPr firstRow="1" bandRow="1">
                <a:tableStyleId>{5940675A-B579-460E-94D1-54222C63F5DA}</a:tableStyleId>
              </a:tblPr>
              <a:tblGrid>
                <a:gridCol w="747347">
                  <a:extLst>
                    <a:ext uri="{9D8B030D-6E8A-4147-A177-3AD203B41FA5}">
                      <a16:colId xmlns:a16="http://schemas.microsoft.com/office/drawing/2014/main" val="1741250993"/>
                    </a:ext>
                  </a:extLst>
                </a:gridCol>
                <a:gridCol w="1200647">
                  <a:extLst>
                    <a:ext uri="{9D8B030D-6E8A-4147-A177-3AD203B41FA5}">
                      <a16:colId xmlns:a16="http://schemas.microsoft.com/office/drawing/2014/main" val="1468661165"/>
                    </a:ext>
                  </a:extLst>
                </a:gridCol>
                <a:gridCol w="5369855">
                  <a:extLst>
                    <a:ext uri="{9D8B030D-6E8A-4147-A177-3AD203B41FA5}">
                      <a16:colId xmlns:a16="http://schemas.microsoft.com/office/drawing/2014/main" val="3917594789"/>
                    </a:ext>
                  </a:extLst>
                </a:gridCol>
              </a:tblGrid>
              <a:tr h="165784">
                <a:tc rowSpan="4">
                  <a:txBody>
                    <a:bodyPr/>
                    <a:lstStyle/>
                    <a:p>
                      <a:pPr latinLnBrk="1"/>
                      <a:r>
                        <a:rPr lang="ko-KR" altLang="en-US" sz="800" dirty="0"/>
                        <a:t>배송 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받는 사람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홍길동</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vMerge="1">
                  <a:txBody>
                    <a:bodyPr/>
                    <a:lstStyle/>
                    <a:p>
                      <a:pPr latinLnBrk="1"/>
                      <a:endParaRPr lang="ko-KR" altLang="en-US" sz="800" dirty="0"/>
                    </a:p>
                  </a:txBody>
                  <a:tcPr/>
                </a:tc>
                <a:tc>
                  <a:txBody>
                    <a:bodyPr/>
                    <a:lstStyle/>
                    <a:p>
                      <a:pPr latinLnBrk="1"/>
                      <a:r>
                        <a:rPr lang="ko-KR" altLang="en-US" sz="800" dirty="0"/>
                        <a:t>휴대폰 번호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010-0000-0000</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vMerge="1">
                  <a:txBody>
                    <a:bodyPr/>
                    <a:lstStyle/>
                    <a:p>
                      <a:pPr latinLnBrk="1"/>
                      <a:endParaRPr lang="ko-KR" altLang="en-US" sz="800" dirty="0"/>
                    </a:p>
                  </a:txBody>
                  <a:tcPr/>
                </a:tc>
                <a:tc>
                  <a:txBody>
                    <a:bodyPr/>
                    <a:lstStyle/>
                    <a:p>
                      <a:pPr latinLnBrk="1"/>
                      <a:r>
                        <a:rPr lang="ko-KR" altLang="en-US" sz="800" dirty="0"/>
                        <a:t>주소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22012 </a:t>
                      </a:r>
                      <a:r>
                        <a:rPr lang="ko-KR" altLang="en-US" sz="800" dirty="0"/>
                        <a:t>서울특별시 광진구 </a:t>
                      </a:r>
                      <a:r>
                        <a:rPr lang="ko-KR" altLang="en-US" sz="800" dirty="0" err="1"/>
                        <a:t>가나다동</a:t>
                      </a:r>
                      <a:r>
                        <a:rPr lang="ko-KR" altLang="en-US" sz="800" dirty="0"/>
                        <a:t> </a:t>
                      </a:r>
                      <a:r>
                        <a:rPr lang="en-US" altLang="ko-KR" sz="800" dirty="0"/>
                        <a:t>119-12</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r h="0">
                <a:tc vMerge="1">
                  <a:txBody>
                    <a:bodyPr/>
                    <a:lstStyle/>
                    <a:p>
                      <a:pPr latinLnBrk="1"/>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배송메모</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배송메모 </a:t>
                      </a:r>
                      <a:endParaRPr lang="en-US" altLang="ko-KR" sz="800" dirty="0"/>
                    </a:p>
                    <a:p>
                      <a:pPr latinLnBrk="1"/>
                      <a:r>
                        <a:rPr lang="en-US" altLang="ko-KR" sz="800" dirty="0"/>
                        <a:t>1122</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610892354"/>
                  </a:ext>
                </a:extLst>
              </a:tr>
            </a:tbl>
          </a:graphicData>
        </a:graphic>
      </p:graphicFrame>
      <p:cxnSp>
        <p:nvCxnSpPr>
          <p:cNvPr id="19" name="직선 연결선 18">
            <a:extLst>
              <a:ext uri="{FF2B5EF4-FFF2-40B4-BE49-F238E27FC236}">
                <a16:creationId xmlns:a16="http://schemas.microsoft.com/office/drawing/2014/main" id="{705DE4C6-8B21-4805-91C4-0DB72892FBC6}"/>
              </a:ext>
            </a:extLst>
          </p:cNvPr>
          <p:cNvCxnSpPr>
            <a:cxnSpLocks/>
          </p:cNvCxnSpPr>
          <p:nvPr/>
        </p:nvCxnSpPr>
        <p:spPr>
          <a:xfrm>
            <a:off x="1479017" y="3875871"/>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20" name="표 13">
            <a:extLst>
              <a:ext uri="{FF2B5EF4-FFF2-40B4-BE49-F238E27FC236}">
                <a16:creationId xmlns:a16="http://schemas.microsoft.com/office/drawing/2014/main" id="{DBCCA977-7AD5-4B0F-8048-426F90C0FA1D}"/>
              </a:ext>
            </a:extLst>
          </p:cNvPr>
          <p:cNvGraphicFramePr>
            <a:graphicFrameLocks noGrp="1"/>
          </p:cNvGraphicFramePr>
          <p:nvPr>
            <p:extLst>
              <p:ext uri="{D42A27DB-BD31-4B8C-83A1-F6EECF244321}">
                <p14:modId xmlns:p14="http://schemas.microsoft.com/office/powerpoint/2010/main" val="464772300"/>
              </p:ext>
            </p:extLst>
          </p:nvPr>
        </p:nvGraphicFramePr>
        <p:xfrm>
          <a:off x="1479017" y="4262335"/>
          <a:ext cx="7317158" cy="5223920"/>
        </p:xfrm>
        <a:graphic>
          <a:graphicData uri="http://schemas.openxmlformats.org/drawingml/2006/table">
            <a:tbl>
              <a:tblPr firstRow="1" bandRow="1">
                <a:tableStyleId>{5940675A-B579-460E-94D1-54222C63F5DA}</a:tableStyleId>
              </a:tblPr>
              <a:tblGrid>
                <a:gridCol w="953790">
                  <a:extLst>
                    <a:ext uri="{9D8B030D-6E8A-4147-A177-3AD203B41FA5}">
                      <a16:colId xmlns:a16="http://schemas.microsoft.com/office/drawing/2014/main" val="2416159356"/>
                    </a:ext>
                  </a:extLst>
                </a:gridCol>
                <a:gridCol w="1524824">
                  <a:extLst>
                    <a:ext uri="{9D8B030D-6E8A-4147-A177-3AD203B41FA5}">
                      <a16:colId xmlns:a16="http://schemas.microsoft.com/office/drawing/2014/main" val="4215256312"/>
                    </a:ext>
                  </a:extLst>
                </a:gridCol>
                <a:gridCol w="1185869">
                  <a:extLst>
                    <a:ext uri="{9D8B030D-6E8A-4147-A177-3AD203B41FA5}">
                      <a16:colId xmlns:a16="http://schemas.microsoft.com/office/drawing/2014/main" val="2635967512"/>
                    </a:ext>
                  </a:extLst>
                </a:gridCol>
                <a:gridCol w="1981200">
                  <a:extLst>
                    <a:ext uri="{9D8B030D-6E8A-4147-A177-3AD203B41FA5}">
                      <a16:colId xmlns:a16="http://schemas.microsoft.com/office/drawing/2014/main" val="2417053123"/>
                    </a:ext>
                  </a:extLst>
                </a:gridCol>
                <a:gridCol w="809625">
                  <a:extLst>
                    <a:ext uri="{9D8B030D-6E8A-4147-A177-3AD203B41FA5}">
                      <a16:colId xmlns:a16="http://schemas.microsoft.com/office/drawing/2014/main" val="739747790"/>
                    </a:ext>
                  </a:extLst>
                </a:gridCol>
                <a:gridCol w="861850">
                  <a:extLst>
                    <a:ext uri="{9D8B030D-6E8A-4147-A177-3AD203B41FA5}">
                      <a16:colId xmlns:a16="http://schemas.microsoft.com/office/drawing/2014/main" val="3960621706"/>
                    </a:ext>
                  </a:extLst>
                </a:gridCol>
              </a:tblGrid>
              <a:tr h="0">
                <a:tc gridSpan="6">
                  <a:txBody>
                    <a:bodyPr/>
                    <a:lstStyle/>
                    <a:p>
                      <a:pPr latinLnBrk="1"/>
                      <a:r>
                        <a:rPr lang="en-US" altLang="ko-KR" sz="800" b="1" dirty="0">
                          <a:solidFill>
                            <a:schemeClr val="bg1">
                              <a:lumMod val="65000"/>
                            </a:schemeClr>
                          </a:solidFill>
                        </a:rPr>
                        <a:t>Shop </a:t>
                      </a:r>
                      <a:r>
                        <a:rPr lang="ko-KR" altLang="en-US" sz="800" b="1" dirty="0" err="1">
                          <a:solidFill>
                            <a:schemeClr val="bg1">
                              <a:lumMod val="65000"/>
                            </a:schemeClr>
                          </a:solidFill>
                        </a:rPr>
                        <a:t>채널명</a:t>
                      </a:r>
                      <a:r>
                        <a:rPr lang="ko-KR" altLang="en-US" sz="800" b="1" dirty="0">
                          <a:solidFill>
                            <a:schemeClr val="bg1">
                              <a:lumMod val="65000"/>
                            </a:schemeClr>
                          </a:solidFill>
                        </a:rPr>
                        <a:t> </a:t>
                      </a:r>
                      <a:r>
                        <a:rPr lang="en-US" altLang="ko-KR" sz="800" b="1" dirty="0">
                          <a:solidFill>
                            <a:schemeClr val="bg1">
                              <a:lumMod val="65000"/>
                            </a:schemeClr>
                          </a:solidFill>
                        </a:rPr>
                        <a:t>|</a:t>
                      </a:r>
                      <a:r>
                        <a:rPr lang="ko-KR" altLang="en-US" sz="800" b="1" dirty="0">
                          <a:solidFill>
                            <a:schemeClr val="bg1">
                              <a:lumMod val="65000"/>
                            </a:schemeClr>
                          </a:solidFill>
                        </a:rPr>
                        <a:t> 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lnL w="3175" cap="flat" cmpd="sng" algn="ctr">
                      <a:solidFill>
                        <a:schemeClr val="tx1">
                          <a:lumMod val="65000"/>
                          <a:lumOff val="35000"/>
                        </a:schemeClr>
                      </a:solidFill>
                      <a:prstDash val="solid"/>
                      <a:round/>
                      <a:headEnd type="none" w="med" len="med"/>
                      <a:tailEnd type="none" w="med" len="med"/>
                    </a:ln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구매 확정</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r h="0">
                <a:tc>
                  <a:txBody>
                    <a:bodyPr/>
                    <a:lstStyle/>
                    <a:p>
                      <a:pPr algn="ctr" latinLnBrk="1"/>
                      <a:r>
                        <a:rPr lang="ko-KR" altLang="en-US" sz="900" dirty="0"/>
                        <a:t>취소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34933101"/>
                  </a:ext>
                </a:extLst>
              </a:tr>
              <a:tr h="0">
                <a:tc>
                  <a:txBody>
                    <a:bodyPr/>
                    <a:lstStyle/>
                    <a:p>
                      <a:pPr algn="ctr" latinLnBrk="1"/>
                      <a:r>
                        <a:rPr lang="ko-KR" altLang="en-US" sz="900" dirty="0"/>
                        <a:t>반품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545427743"/>
                  </a:ext>
                </a:extLst>
              </a:tr>
              <a:tr h="0">
                <a:tc>
                  <a:txBody>
                    <a:bodyPr/>
                    <a:lstStyle/>
                    <a:p>
                      <a:pPr algn="ctr" latinLnBrk="1"/>
                      <a:r>
                        <a:rPr lang="ko-KR" altLang="en-US" sz="900" dirty="0"/>
                        <a:t>교환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l" latinLnBrk="1"/>
                      <a:r>
                        <a:rPr lang="ko-KR" altLang="en-US" sz="900" dirty="0"/>
                        <a:t>주문번호</a:t>
                      </a:r>
                      <a:r>
                        <a:rPr lang="en-US" altLang="ko-KR" sz="900" dirty="0"/>
                        <a:t>:</a:t>
                      </a:r>
                      <a:r>
                        <a:rPr lang="ko-KR" altLang="en-US" sz="900" dirty="0"/>
                        <a:t> </a:t>
                      </a:r>
                      <a:r>
                        <a:rPr lang="en-US" altLang="ko-KR" sz="900" dirty="0"/>
                        <a:t>Me9-00929111</a:t>
                      </a:r>
                    </a:p>
                    <a:p>
                      <a:pPr algn="l" latinLnBrk="1"/>
                      <a:r>
                        <a:rPr lang="ko-KR" altLang="en-US" sz="900" b="1" dirty="0">
                          <a:solidFill>
                            <a:srgbClr val="FF0000"/>
                          </a:solidFill>
                        </a:rPr>
                        <a:t>  → </a:t>
                      </a:r>
                      <a:r>
                        <a:rPr lang="ko-KR" altLang="en-US" sz="900" dirty="0"/>
                        <a:t>교환 주문번호</a:t>
                      </a:r>
                      <a:r>
                        <a:rPr lang="en-US" altLang="ko-KR" sz="900" dirty="0"/>
                        <a:t>:</a:t>
                      </a:r>
                      <a:r>
                        <a:rPr lang="ko-KR" altLang="en-US" sz="900" dirty="0"/>
                        <a:t> </a:t>
                      </a:r>
                      <a:r>
                        <a:rPr lang="en-US" altLang="ko-KR" sz="900" dirty="0"/>
                        <a:t>Me9-RE-00929111</a:t>
                      </a:r>
                      <a:endParaRPr lang="ko-KR" altLang="en-US" sz="900" b="1" dirty="0">
                        <a:solidFill>
                          <a:srgbClr val="FF0000"/>
                        </a:solidFill>
                      </a:endParaRP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r>
                        <a:rPr lang="en-US" altLang="ko-KR" sz="900" b="1" dirty="0"/>
                        <a:t>1,000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155482761"/>
                  </a:ext>
                </a:extLst>
              </a:tr>
              <a:tr h="612560">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900" dirty="0"/>
                        <a:t>결제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1166454"/>
                  </a:ext>
                </a:extLst>
              </a:tr>
              <a:tr h="612560">
                <a:tc>
                  <a:txBody>
                    <a:bodyPr/>
                    <a:lstStyle/>
                    <a:p>
                      <a:pPr algn="ctr" latinLnBrk="1"/>
                      <a:r>
                        <a:rPr lang="ko-KR" altLang="en-US" sz="900" dirty="0"/>
                        <a:t>배송 준비중</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950813016"/>
                  </a:ext>
                </a:extLst>
              </a:tr>
              <a:tr h="612560">
                <a:tc>
                  <a:txBody>
                    <a:bodyPr/>
                    <a:lstStyle/>
                    <a:p>
                      <a:pPr algn="ctr" latinLnBrk="1"/>
                      <a:r>
                        <a:rPr lang="ko-KR" altLang="en-US" sz="900" dirty="0" err="1"/>
                        <a:t>배송중</a:t>
                      </a:r>
                      <a:endParaRPr lang="ko-KR" altLang="en-US" sz="900" dirty="0"/>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720894387"/>
                  </a:ext>
                </a:extLst>
              </a:tr>
              <a:tr h="612560">
                <a:tc>
                  <a:txBody>
                    <a:bodyPr/>
                    <a:lstStyle/>
                    <a:p>
                      <a:pPr algn="ctr" latinLnBrk="1"/>
                      <a:r>
                        <a:rPr lang="ko-KR" altLang="en-US" sz="900" dirty="0"/>
                        <a:t>배송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215658072"/>
                  </a:ext>
                </a:extLst>
              </a:tr>
            </a:tbl>
          </a:graphicData>
        </a:graphic>
      </p:graphicFrame>
      <p:grpSp>
        <p:nvGrpSpPr>
          <p:cNvPr id="21" name="그룹 20">
            <a:extLst>
              <a:ext uri="{FF2B5EF4-FFF2-40B4-BE49-F238E27FC236}">
                <a16:creationId xmlns:a16="http://schemas.microsoft.com/office/drawing/2014/main" id="{7D88BA30-E0DC-44BA-8264-43AA25AE20EA}"/>
              </a:ext>
            </a:extLst>
          </p:cNvPr>
          <p:cNvGrpSpPr/>
          <p:nvPr/>
        </p:nvGrpSpPr>
        <p:grpSpPr>
          <a:xfrm>
            <a:off x="2417534" y="4575809"/>
            <a:ext cx="689346" cy="440906"/>
            <a:chOff x="2843808" y="1955121"/>
            <a:chExt cx="1674813" cy="596970"/>
          </a:xfrm>
          <a:solidFill>
            <a:schemeClr val="bg1">
              <a:lumMod val="95000"/>
            </a:schemeClr>
          </a:solidFill>
        </p:grpSpPr>
        <p:sp>
          <p:nvSpPr>
            <p:cNvPr id="22" name="Border">
              <a:extLst>
                <a:ext uri="{FF2B5EF4-FFF2-40B4-BE49-F238E27FC236}">
                  <a16:creationId xmlns:a16="http://schemas.microsoft.com/office/drawing/2014/main" id="{9963B40C-0574-4C39-96A1-AB5DE7E459C8}"/>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3" name="Line 2">
              <a:extLst>
                <a:ext uri="{FF2B5EF4-FFF2-40B4-BE49-F238E27FC236}">
                  <a16:creationId xmlns:a16="http://schemas.microsoft.com/office/drawing/2014/main" id="{EC15E2A2-2BC3-4C35-AA94-433A6E66AB3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4" name="Line 1">
              <a:extLst>
                <a:ext uri="{FF2B5EF4-FFF2-40B4-BE49-F238E27FC236}">
                  <a16:creationId xmlns:a16="http://schemas.microsoft.com/office/drawing/2014/main" id="{7E2556BA-86C0-4DC2-B775-77A0E8CB7770}"/>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5" name="TextBox 24">
              <a:extLst>
                <a:ext uri="{FF2B5EF4-FFF2-40B4-BE49-F238E27FC236}">
                  <a16:creationId xmlns:a16="http://schemas.microsoft.com/office/drawing/2014/main" id="{8DF2668D-4EB9-44BB-A8AC-F6090431AFDF}"/>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26" name="직사각형 25">
            <a:extLst>
              <a:ext uri="{FF2B5EF4-FFF2-40B4-BE49-F238E27FC236}">
                <a16:creationId xmlns:a16="http://schemas.microsoft.com/office/drawing/2014/main" id="{E44823B3-AD9E-4CB0-BF37-917D308A4189}"/>
              </a:ext>
            </a:extLst>
          </p:cNvPr>
          <p:cNvSpPr/>
          <p:nvPr/>
        </p:nvSpPr>
        <p:spPr>
          <a:xfrm>
            <a:off x="3127963" y="4575809"/>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27" name="직사각형 26">
            <a:extLst>
              <a:ext uri="{FF2B5EF4-FFF2-40B4-BE49-F238E27FC236}">
                <a16:creationId xmlns:a16="http://schemas.microsoft.com/office/drawing/2014/main" id="{76CBE53B-D303-4364-BD15-DFFCEBD69A89}"/>
              </a:ext>
            </a:extLst>
          </p:cNvPr>
          <p:cNvSpPr/>
          <p:nvPr/>
        </p:nvSpPr>
        <p:spPr>
          <a:xfrm>
            <a:off x="3124415" y="5223174"/>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grpSp>
        <p:nvGrpSpPr>
          <p:cNvPr id="28" name="그룹 27">
            <a:extLst>
              <a:ext uri="{FF2B5EF4-FFF2-40B4-BE49-F238E27FC236}">
                <a16:creationId xmlns:a16="http://schemas.microsoft.com/office/drawing/2014/main" id="{E87AD803-1F1F-4F6A-BD05-4D70DAC85CE6}"/>
              </a:ext>
            </a:extLst>
          </p:cNvPr>
          <p:cNvGrpSpPr/>
          <p:nvPr/>
        </p:nvGrpSpPr>
        <p:grpSpPr>
          <a:xfrm>
            <a:off x="2413986" y="5198620"/>
            <a:ext cx="689346" cy="440906"/>
            <a:chOff x="2843808" y="1955121"/>
            <a:chExt cx="1674813" cy="596970"/>
          </a:xfrm>
          <a:solidFill>
            <a:schemeClr val="bg1">
              <a:lumMod val="95000"/>
            </a:schemeClr>
          </a:solidFill>
        </p:grpSpPr>
        <p:sp>
          <p:nvSpPr>
            <p:cNvPr id="29" name="Border">
              <a:extLst>
                <a:ext uri="{FF2B5EF4-FFF2-40B4-BE49-F238E27FC236}">
                  <a16:creationId xmlns:a16="http://schemas.microsoft.com/office/drawing/2014/main" id="{30E81D2C-8741-471C-83E8-E1CD45AA40D4}"/>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0" name="Line 2">
              <a:extLst>
                <a:ext uri="{FF2B5EF4-FFF2-40B4-BE49-F238E27FC236}">
                  <a16:creationId xmlns:a16="http://schemas.microsoft.com/office/drawing/2014/main" id="{702E6B69-C3E7-4AE4-9CD0-0360D870086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1" name="Line 1">
              <a:extLst>
                <a:ext uri="{FF2B5EF4-FFF2-40B4-BE49-F238E27FC236}">
                  <a16:creationId xmlns:a16="http://schemas.microsoft.com/office/drawing/2014/main" id="{F0576B9F-A154-4F45-85F8-4D006C7F2DA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2" name="TextBox 31">
              <a:extLst>
                <a:ext uri="{FF2B5EF4-FFF2-40B4-BE49-F238E27FC236}">
                  <a16:creationId xmlns:a16="http://schemas.microsoft.com/office/drawing/2014/main" id="{7BA7BFBC-6CC7-4066-A6D1-FFF9A66E65D5}"/>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33" name="TextBox 32">
            <a:extLst>
              <a:ext uri="{FF2B5EF4-FFF2-40B4-BE49-F238E27FC236}">
                <a16:creationId xmlns:a16="http://schemas.microsoft.com/office/drawing/2014/main" id="{17B11A86-3F48-4D4D-8B85-4AD7867CCC6F}"/>
              </a:ext>
            </a:extLst>
          </p:cNvPr>
          <p:cNvSpPr txBox="1"/>
          <p:nvPr/>
        </p:nvSpPr>
        <p:spPr>
          <a:xfrm>
            <a:off x="1487410" y="3986860"/>
            <a:ext cx="631904" cy="215444"/>
          </a:xfrm>
          <a:prstGeom prst="rect">
            <a:avLst/>
          </a:prstGeom>
          <a:noFill/>
        </p:spPr>
        <p:txBody>
          <a:bodyPr wrap="none" rtlCol="0">
            <a:spAutoFit/>
          </a:bodyPr>
          <a:lstStyle/>
          <a:p>
            <a:r>
              <a:rPr lang="ko-KR" altLang="en-US" sz="800" dirty="0"/>
              <a:t>구매 상품</a:t>
            </a:r>
          </a:p>
        </p:txBody>
      </p:sp>
      <p:cxnSp>
        <p:nvCxnSpPr>
          <p:cNvPr id="34" name="직선 연결선 33">
            <a:extLst>
              <a:ext uri="{FF2B5EF4-FFF2-40B4-BE49-F238E27FC236}">
                <a16:creationId xmlns:a16="http://schemas.microsoft.com/office/drawing/2014/main" id="{2D3DC284-67F6-4608-B9DE-1A1B5F6F82F6}"/>
              </a:ext>
            </a:extLst>
          </p:cNvPr>
          <p:cNvCxnSpPr>
            <a:cxnSpLocks/>
          </p:cNvCxnSpPr>
          <p:nvPr/>
        </p:nvCxnSpPr>
        <p:spPr>
          <a:xfrm>
            <a:off x="1479017" y="9979869"/>
            <a:ext cx="433338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623975E9-CA72-455B-9430-1D16ADA29ECB}"/>
              </a:ext>
            </a:extLst>
          </p:cNvPr>
          <p:cNvSpPr txBox="1"/>
          <p:nvPr/>
        </p:nvSpPr>
        <p:spPr>
          <a:xfrm>
            <a:off x="1487410" y="10074956"/>
            <a:ext cx="631904" cy="215444"/>
          </a:xfrm>
          <a:prstGeom prst="rect">
            <a:avLst/>
          </a:prstGeom>
          <a:noFill/>
        </p:spPr>
        <p:txBody>
          <a:bodyPr wrap="square" rtlCol="0">
            <a:spAutoFit/>
          </a:bodyPr>
          <a:lstStyle/>
          <a:p>
            <a:r>
              <a:rPr lang="ko-KR" altLang="en-US" sz="800" dirty="0"/>
              <a:t>결제 정보</a:t>
            </a:r>
          </a:p>
        </p:txBody>
      </p:sp>
      <p:cxnSp>
        <p:nvCxnSpPr>
          <p:cNvPr id="36" name="직선 연결선 35">
            <a:extLst>
              <a:ext uri="{FF2B5EF4-FFF2-40B4-BE49-F238E27FC236}">
                <a16:creationId xmlns:a16="http://schemas.microsoft.com/office/drawing/2014/main" id="{DDB2B4C1-33AB-489A-91F2-A1A23FD4CF52}"/>
              </a:ext>
            </a:extLst>
          </p:cNvPr>
          <p:cNvCxnSpPr>
            <a:cxnSpLocks/>
          </p:cNvCxnSpPr>
          <p:nvPr/>
        </p:nvCxnSpPr>
        <p:spPr>
          <a:xfrm>
            <a:off x="6096000" y="9979869"/>
            <a:ext cx="269821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TextBox 36">
            <a:extLst>
              <a:ext uri="{FF2B5EF4-FFF2-40B4-BE49-F238E27FC236}">
                <a16:creationId xmlns:a16="http://schemas.microsoft.com/office/drawing/2014/main" id="{DCA4BBB0-9098-44DC-835C-13E26978125C}"/>
              </a:ext>
            </a:extLst>
          </p:cNvPr>
          <p:cNvSpPr txBox="1"/>
          <p:nvPr/>
        </p:nvSpPr>
        <p:spPr>
          <a:xfrm>
            <a:off x="6096000" y="10074956"/>
            <a:ext cx="1078727" cy="215444"/>
          </a:xfrm>
          <a:prstGeom prst="rect">
            <a:avLst/>
          </a:prstGeom>
          <a:noFill/>
        </p:spPr>
        <p:txBody>
          <a:bodyPr wrap="square" rtlCol="0">
            <a:spAutoFit/>
          </a:bodyPr>
          <a:lstStyle/>
          <a:p>
            <a:r>
              <a:rPr lang="ko-KR" altLang="en-US" sz="800" dirty="0"/>
              <a:t>최종 결제금액</a:t>
            </a:r>
          </a:p>
        </p:txBody>
      </p:sp>
      <p:graphicFrame>
        <p:nvGraphicFramePr>
          <p:cNvPr id="38" name="표 37">
            <a:extLst>
              <a:ext uri="{FF2B5EF4-FFF2-40B4-BE49-F238E27FC236}">
                <a16:creationId xmlns:a16="http://schemas.microsoft.com/office/drawing/2014/main" id="{BE139FB1-4329-4613-B3BC-0A38E05B231C}"/>
              </a:ext>
            </a:extLst>
          </p:cNvPr>
          <p:cNvGraphicFramePr>
            <a:graphicFrameLocks noGrp="1"/>
          </p:cNvGraphicFramePr>
          <p:nvPr>
            <p:extLst>
              <p:ext uri="{D42A27DB-BD31-4B8C-83A1-F6EECF244321}">
                <p14:modId xmlns:p14="http://schemas.microsoft.com/office/powerpoint/2010/main" val="3852858831"/>
              </p:ext>
            </p:extLst>
          </p:nvPr>
        </p:nvGraphicFramePr>
        <p:xfrm>
          <a:off x="1476367" y="10384291"/>
          <a:ext cx="4336035" cy="853440"/>
        </p:xfrm>
        <a:graphic>
          <a:graphicData uri="http://schemas.openxmlformats.org/drawingml/2006/table">
            <a:tbl>
              <a:tblPr firstRow="1" bandRow="1">
                <a:tableStyleId>{5940675A-B579-460E-94D1-54222C63F5DA}</a:tableStyleId>
              </a:tblPr>
              <a:tblGrid>
                <a:gridCol w="1237336">
                  <a:extLst>
                    <a:ext uri="{9D8B030D-6E8A-4147-A177-3AD203B41FA5}">
                      <a16:colId xmlns:a16="http://schemas.microsoft.com/office/drawing/2014/main" val="1468661165"/>
                    </a:ext>
                  </a:extLst>
                </a:gridCol>
                <a:gridCol w="3098699">
                  <a:extLst>
                    <a:ext uri="{9D8B030D-6E8A-4147-A177-3AD203B41FA5}">
                      <a16:colId xmlns:a16="http://schemas.microsoft.com/office/drawing/2014/main" val="3917594789"/>
                    </a:ext>
                  </a:extLst>
                </a:gridCol>
              </a:tblGrid>
              <a:tr h="165784">
                <a:tc>
                  <a:txBody>
                    <a:bodyPr/>
                    <a:lstStyle/>
                    <a:p>
                      <a:pPr latinLnBrk="1"/>
                      <a:r>
                        <a:rPr lang="ko-KR" altLang="en-US" sz="800" dirty="0"/>
                        <a:t>결제수단</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카드결제</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a:txBody>
                    <a:bodyPr/>
                    <a:lstStyle/>
                    <a:p>
                      <a:pPr latinLnBrk="1"/>
                      <a:r>
                        <a:rPr lang="ko-KR" altLang="en-US" sz="800" dirty="0"/>
                        <a:t>카드종류</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현대카드</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a:txBody>
                    <a:bodyPr/>
                    <a:lstStyle/>
                    <a:p>
                      <a:pPr latinLnBrk="1"/>
                      <a:r>
                        <a:rPr lang="ko-KR" altLang="en-US" sz="800" dirty="0"/>
                        <a:t>카드번호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22030222-******</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r h="0">
                <a:tc>
                  <a:txBody>
                    <a:bodyPr/>
                    <a:lstStyle/>
                    <a:p>
                      <a:pPr latinLnBrk="1"/>
                      <a:r>
                        <a:rPr lang="ko-KR" altLang="en-US" sz="800" dirty="0"/>
                        <a:t>적립포인트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+ 1000 point</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610892354"/>
                  </a:ext>
                </a:extLst>
              </a:tr>
            </a:tbl>
          </a:graphicData>
        </a:graphic>
      </p:graphicFrame>
      <p:graphicFrame>
        <p:nvGraphicFramePr>
          <p:cNvPr id="39" name="표 38">
            <a:extLst>
              <a:ext uri="{FF2B5EF4-FFF2-40B4-BE49-F238E27FC236}">
                <a16:creationId xmlns:a16="http://schemas.microsoft.com/office/drawing/2014/main" id="{41C099F2-CFDA-44FA-A024-B4FFA5DFFC4A}"/>
              </a:ext>
            </a:extLst>
          </p:cNvPr>
          <p:cNvGraphicFramePr>
            <a:graphicFrameLocks noGrp="1"/>
          </p:cNvGraphicFramePr>
          <p:nvPr>
            <p:extLst>
              <p:ext uri="{D42A27DB-BD31-4B8C-83A1-F6EECF244321}">
                <p14:modId xmlns:p14="http://schemas.microsoft.com/office/powerpoint/2010/main" val="1300663673"/>
              </p:ext>
            </p:extLst>
          </p:nvPr>
        </p:nvGraphicFramePr>
        <p:xfrm>
          <a:off x="6096000" y="10374814"/>
          <a:ext cx="2687174" cy="914400"/>
        </p:xfrm>
        <a:graphic>
          <a:graphicData uri="http://schemas.openxmlformats.org/drawingml/2006/table">
            <a:tbl>
              <a:tblPr firstRow="1" bandRow="1">
                <a:tableStyleId>{5940675A-B579-460E-94D1-54222C63F5DA}</a:tableStyleId>
              </a:tblPr>
              <a:tblGrid>
                <a:gridCol w="1256071">
                  <a:extLst>
                    <a:ext uri="{9D8B030D-6E8A-4147-A177-3AD203B41FA5}">
                      <a16:colId xmlns:a16="http://schemas.microsoft.com/office/drawing/2014/main" val="1468661165"/>
                    </a:ext>
                  </a:extLst>
                </a:gridCol>
                <a:gridCol w="1431103">
                  <a:extLst>
                    <a:ext uri="{9D8B030D-6E8A-4147-A177-3AD203B41FA5}">
                      <a16:colId xmlns:a16="http://schemas.microsoft.com/office/drawing/2014/main" val="3917594789"/>
                    </a:ext>
                  </a:extLst>
                </a:gridCol>
              </a:tblGrid>
              <a:tr h="165784">
                <a:tc>
                  <a:txBody>
                    <a:bodyPr/>
                    <a:lstStyle/>
                    <a:p>
                      <a:pPr latinLnBrk="1"/>
                      <a:r>
                        <a:rPr lang="ko-KR" altLang="en-US" sz="800" dirty="0"/>
                        <a:t>총 상품금액</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800" dirty="0"/>
                        <a:t>3,000 </a:t>
                      </a:r>
                      <a:r>
                        <a:rPr lang="ko-KR" altLang="en-US" sz="800" dirty="0"/>
                        <a:t>원</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a:txBody>
                    <a:bodyPr/>
                    <a:lstStyle/>
                    <a:p>
                      <a:pPr latinLnBrk="1"/>
                      <a:r>
                        <a:rPr lang="ko-KR" altLang="en-US" sz="800" dirty="0"/>
                        <a:t>배송비</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800" dirty="0"/>
                        <a:t>+ 2,500 </a:t>
                      </a:r>
                      <a:r>
                        <a:rPr lang="ko-KR" altLang="en-US" sz="800" dirty="0"/>
                        <a:t>원</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a:txBody>
                    <a:bodyPr/>
                    <a:lstStyle/>
                    <a:p>
                      <a:pPr latinLnBrk="1"/>
                      <a:r>
                        <a:rPr lang="ko-KR" altLang="en-US" sz="800" dirty="0"/>
                        <a:t>포인트 사용</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800" dirty="0"/>
                        <a:t>- 2,000 p</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r h="0">
                <a:tc>
                  <a:txBody>
                    <a:bodyPr/>
                    <a:lstStyle/>
                    <a:p>
                      <a:pPr latinLnBrk="1"/>
                      <a:r>
                        <a:rPr lang="ko-KR" altLang="en-US" sz="800" dirty="0"/>
                        <a:t>최종 결제금액</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1200" b="1" dirty="0">
                          <a:solidFill>
                            <a:schemeClr val="accent2">
                              <a:lumMod val="75000"/>
                            </a:schemeClr>
                          </a:solidFill>
                        </a:rPr>
                        <a:t>4,500 </a:t>
                      </a:r>
                      <a:r>
                        <a:rPr lang="ko-KR" altLang="en-US" sz="800" b="1" dirty="0">
                          <a:solidFill>
                            <a:schemeClr val="tx1"/>
                          </a:solidFill>
                        </a:rPr>
                        <a:t>원</a:t>
                      </a:r>
                      <a:endParaRPr lang="en-US" altLang="ko-KR" sz="800" b="1" dirty="0">
                        <a:solidFill>
                          <a:schemeClr val="tx1"/>
                        </a:solidFill>
                      </a:endParaRP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610892354"/>
                  </a:ext>
                </a:extLst>
              </a:tr>
            </a:tbl>
          </a:graphicData>
        </a:graphic>
      </p:graphicFrame>
      <p:sp>
        <p:nvSpPr>
          <p:cNvPr id="40" name="직사각형 39">
            <a:extLst>
              <a:ext uri="{FF2B5EF4-FFF2-40B4-BE49-F238E27FC236}">
                <a16:creationId xmlns:a16="http://schemas.microsoft.com/office/drawing/2014/main" id="{0A986A23-4CC6-484A-81AD-799B1934AA70}"/>
              </a:ext>
            </a:extLst>
          </p:cNvPr>
          <p:cNvSpPr/>
          <p:nvPr/>
        </p:nvSpPr>
        <p:spPr>
          <a:xfrm>
            <a:off x="3124415" y="5870247"/>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grpSp>
        <p:nvGrpSpPr>
          <p:cNvPr id="41" name="그룹 40">
            <a:extLst>
              <a:ext uri="{FF2B5EF4-FFF2-40B4-BE49-F238E27FC236}">
                <a16:creationId xmlns:a16="http://schemas.microsoft.com/office/drawing/2014/main" id="{A773D6E2-F5AF-4492-9C57-D29F21073C58}"/>
              </a:ext>
            </a:extLst>
          </p:cNvPr>
          <p:cNvGrpSpPr/>
          <p:nvPr/>
        </p:nvGrpSpPr>
        <p:grpSpPr>
          <a:xfrm>
            <a:off x="2413986" y="5845693"/>
            <a:ext cx="689346" cy="440906"/>
            <a:chOff x="2843808" y="1955121"/>
            <a:chExt cx="1674813" cy="596970"/>
          </a:xfrm>
          <a:solidFill>
            <a:schemeClr val="bg1">
              <a:lumMod val="95000"/>
            </a:schemeClr>
          </a:solidFill>
        </p:grpSpPr>
        <p:sp>
          <p:nvSpPr>
            <p:cNvPr id="42" name="Border">
              <a:extLst>
                <a:ext uri="{FF2B5EF4-FFF2-40B4-BE49-F238E27FC236}">
                  <a16:creationId xmlns:a16="http://schemas.microsoft.com/office/drawing/2014/main" id="{47DAE718-C7C0-454F-9892-4055367A1B3F}"/>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3" name="Line 2">
              <a:extLst>
                <a:ext uri="{FF2B5EF4-FFF2-40B4-BE49-F238E27FC236}">
                  <a16:creationId xmlns:a16="http://schemas.microsoft.com/office/drawing/2014/main" id="{951A4DC7-6FA7-462C-ABE5-F93A33BC904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4" name="Line 1">
              <a:extLst>
                <a:ext uri="{FF2B5EF4-FFF2-40B4-BE49-F238E27FC236}">
                  <a16:creationId xmlns:a16="http://schemas.microsoft.com/office/drawing/2014/main" id="{0AFC9688-86E1-46C7-9436-95D4FC82C7C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5" name="TextBox 44">
              <a:extLst>
                <a:ext uri="{FF2B5EF4-FFF2-40B4-BE49-F238E27FC236}">
                  <a16:creationId xmlns:a16="http://schemas.microsoft.com/office/drawing/2014/main" id="{FD1791B8-1AAD-4176-9724-0590440CCEA7}"/>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46" name="직사각형 45">
            <a:extLst>
              <a:ext uri="{FF2B5EF4-FFF2-40B4-BE49-F238E27FC236}">
                <a16:creationId xmlns:a16="http://schemas.microsoft.com/office/drawing/2014/main" id="{7EC4EB8A-69F3-4C54-9705-4AC5D98C128C}"/>
              </a:ext>
            </a:extLst>
          </p:cNvPr>
          <p:cNvSpPr/>
          <p:nvPr/>
        </p:nvSpPr>
        <p:spPr>
          <a:xfrm>
            <a:off x="3124415" y="6520890"/>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grpSp>
        <p:nvGrpSpPr>
          <p:cNvPr id="47" name="그룹 46">
            <a:extLst>
              <a:ext uri="{FF2B5EF4-FFF2-40B4-BE49-F238E27FC236}">
                <a16:creationId xmlns:a16="http://schemas.microsoft.com/office/drawing/2014/main" id="{56FA31BE-3F1E-412B-B09A-E666E833308C}"/>
              </a:ext>
            </a:extLst>
          </p:cNvPr>
          <p:cNvGrpSpPr/>
          <p:nvPr/>
        </p:nvGrpSpPr>
        <p:grpSpPr>
          <a:xfrm>
            <a:off x="2413986" y="6496336"/>
            <a:ext cx="689346" cy="440906"/>
            <a:chOff x="2843808" y="1955121"/>
            <a:chExt cx="1674813" cy="596970"/>
          </a:xfrm>
          <a:solidFill>
            <a:schemeClr val="bg1">
              <a:lumMod val="95000"/>
            </a:schemeClr>
          </a:solidFill>
        </p:grpSpPr>
        <p:sp>
          <p:nvSpPr>
            <p:cNvPr id="48"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9"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0"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1" name="TextBox 50">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52" name="직사각형 51">
            <a:extLst>
              <a:ext uri="{FF2B5EF4-FFF2-40B4-BE49-F238E27FC236}">
                <a16:creationId xmlns:a16="http://schemas.microsoft.com/office/drawing/2014/main" id="{80850CAC-6236-48BC-89CF-B1A9E42551C9}"/>
              </a:ext>
            </a:extLst>
          </p:cNvPr>
          <p:cNvSpPr/>
          <p:nvPr/>
        </p:nvSpPr>
        <p:spPr>
          <a:xfrm>
            <a:off x="7957667" y="4679331"/>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tx1"/>
                </a:solidFill>
              </a:rPr>
              <a:t>구매확정일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53" name="직사각형 52">
            <a:extLst>
              <a:ext uri="{FF2B5EF4-FFF2-40B4-BE49-F238E27FC236}">
                <a16:creationId xmlns:a16="http://schemas.microsoft.com/office/drawing/2014/main" id="{8047EFA7-7F0E-4009-8185-A3A373999398}"/>
              </a:ext>
            </a:extLst>
          </p:cNvPr>
          <p:cNvSpPr/>
          <p:nvPr/>
        </p:nvSpPr>
        <p:spPr>
          <a:xfrm>
            <a:off x="7957667" y="6587222"/>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교환완료일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54" name="직사각형 53">
            <a:extLst>
              <a:ext uri="{FF2B5EF4-FFF2-40B4-BE49-F238E27FC236}">
                <a16:creationId xmlns:a16="http://schemas.microsoft.com/office/drawing/2014/main" id="{209B8D46-8E94-4D18-985B-D9E5D14F9B65}"/>
              </a:ext>
            </a:extLst>
          </p:cNvPr>
          <p:cNvSpPr/>
          <p:nvPr/>
        </p:nvSpPr>
        <p:spPr>
          <a:xfrm>
            <a:off x="7957667" y="5938094"/>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반품완료일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55" name="직사각형 54">
            <a:extLst>
              <a:ext uri="{FF2B5EF4-FFF2-40B4-BE49-F238E27FC236}">
                <a16:creationId xmlns:a16="http://schemas.microsoft.com/office/drawing/2014/main" id="{E10E233A-7BB9-45A0-A7E6-45FAA232B7D8}"/>
              </a:ext>
            </a:extLst>
          </p:cNvPr>
          <p:cNvSpPr/>
          <p:nvPr/>
        </p:nvSpPr>
        <p:spPr>
          <a:xfrm>
            <a:off x="7957667" y="5289506"/>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취소완료일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65" name="TextBox 64">
            <a:extLst>
              <a:ext uri="{FF2B5EF4-FFF2-40B4-BE49-F238E27FC236}">
                <a16:creationId xmlns:a16="http://schemas.microsoft.com/office/drawing/2014/main" id="{B4795005-E9AC-45DB-A058-440FE52170E6}"/>
              </a:ext>
            </a:extLst>
          </p:cNvPr>
          <p:cNvSpPr txBox="1"/>
          <p:nvPr/>
        </p:nvSpPr>
        <p:spPr>
          <a:xfrm>
            <a:off x="6095999" y="9579502"/>
            <a:ext cx="2870565" cy="338554"/>
          </a:xfrm>
          <a:prstGeom prst="rect">
            <a:avLst/>
          </a:prstGeom>
          <a:noFill/>
        </p:spPr>
        <p:txBody>
          <a:bodyPr wrap="square" rtlCol="0">
            <a:spAutoFit/>
          </a:bodyPr>
          <a:lstStyle/>
          <a:p>
            <a:r>
              <a:rPr lang="en-US" altLang="ko-KR" sz="800" dirty="0"/>
              <a:t>( </a:t>
            </a:r>
            <a:r>
              <a:rPr lang="ko-KR" altLang="en-US" sz="800" dirty="0"/>
              <a:t>배송비 </a:t>
            </a:r>
            <a:r>
              <a:rPr lang="en-US" altLang="ko-KR" sz="800" dirty="0"/>
              <a:t>) 30,000</a:t>
            </a:r>
            <a:r>
              <a:rPr lang="ko-KR" altLang="en-US" sz="800" dirty="0"/>
              <a:t>원 미만 </a:t>
            </a:r>
            <a:r>
              <a:rPr lang="en-US" altLang="ko-KR" sz="800" dirty="0"/>
              <a:t>: 2,500 </a:t>
            </a:r>
            <a:r>
              <a:rPr lang="ko-KR" altLang="en-US" sz="800" dirty="0"/>
              <a:t>원 </a:t>
            </a:r>
            <a:r>
              <a:rPr lang="en-US" altLang="ko-KR" sz="800" dirty="0"/>
              <a:t>|  </a:t>
            </a:r>
            <a:r>
              <a:rPr lang="ko-KR" altLang="en-US" sz="800" dirty="0"/>
              <a:t>판매자 문의하기 ▷</a:t>
            </a:r>
          </a:p>
          <a:p>
            <a:endParaRPr lang="ko-KR" altLang="en-US" sz="800" dirty="0"/>
          </a:p>
        </p:txBody>
      </p:sp>
      <p:sp>
        <p:nvSpPr>
          <p:cNvPr id="93" name="직사각형 92">
            <a:extLst>
              <a:ext uri="{FF2B5EF4-FFF2-40B4-BE49-F238E27FC236}">
                <a16:creationId xmlns:a16="http://schemas.microsoft.com/office/drawing/2014/main" id="{AEA0D8A4-5D61-497C-9F12-3A678C6111DF}"/>
              </a:ext>
            </a:extLst>
          </p:cNvPr>
          <p:cNvSpPr/>
          <p:nvPr/>
        </p:nvSpPr>
        <p:spPr>
          <a:xfrm>
            <a:off x="4676341" y="11837335"/>
            <a:ext cx="920552" cy="297955"/>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메인으로</a:t>
            </a:r>
            <a:endParaRPr lang="en-US" altLang="ko-KR" sz="800" dirty="0">
              <a:solidFill>
                <a:schemeClr val="bg1"/>
              </a:solidFill>
            </a:endParaRPr>
          </a:p>
        </p:txBody>
      </p:sp>
      <p:graphicFrame>
        <p:nvGraphicFramePr>
          <p:cNvPr id="95" name="표 94">
            <a:extLst>
              <a:ext uri="{FF2B5EF4-FFF2-40B4-BE49-F238E27FC236}">
                <a16:creationId xmlns:a16="http://schemas.microsoft.com/office/drawing/2014/main" id="{3B320BEC-EC65-4357-B942-478D15721AA5}"/>
              </a:ext>
            </a:extLst>
          </p:cNvPr>
          <p:cNvGraphicFramePr>
            <a:graphicFrameLocks noGrp="1"/>
          </p:cNvGraphicFramePr>
          <p:nvPr>
            <p:extLst>
              <p:ext uri="{D42A27DB-BD31-4B8C-83A1-F6EECF244321}">
                <p14:modId xmlns:p14="http://schemas.microsoft.com/office/powerpoint/2010/main" val="205192479"/>
              </p:ext>
            </p:extLst>
          </p:nvPr>
        </p:nvGraphicFramePr>
        <p:xfrm>
          <a:off x="10171774" y="22159"/>
          <a:ext cx="1979018" cy="3460512"/>
        </p:xfrm>
        <a:graphic>
          <a:graphicData uri="http://schemas.openxmlformats.org/drawingml/2006/table">
            <a:tbl>
              <a:tblPr firstRow="1" bandRow="1">
                <a:tableStyleId>{5940675A-B579-460E-94D1-54222C63F5DA}</a:tableStyleId>
              </a:tblPr>
              <a:tblGrid>
                <a:gridCol w="297687">
                  <a:extLst>
                    <a:ext uri="{9D8B030D-6E8A-4147-A177-3AD203B41FA5}">
                      <a16:colId xmlns:a16="http://schemas.microsoft.com/office/drawing/2014/main" val="2768186151"/>
                    </a:ext>
                  </a:extLst>
                </a:gridCol>
                <a:gridCol w="527402">
                  <a:extLst>
                    <a:ext uri="{9D8B030D-6E8A-4147-A177-3AD203B41FA5}">
                      <a16:colId xmlns:a16="http://schemas.microsoft.com/office/drawing/2014/main" val="1926572822"/>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en-US" altLang="ko-KR" sz="800" dirty="0"/>
                        <a:t>RF-01-06-02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주문조회</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주문 상세 페이지</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주문에 관한 상세 정보가 표시되는 화면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구매</a:t>
                      </a:r>
                      <a:r>
                        <a:rPr lang="en-US" altLang="ko-KR" sz="800" b="0" dirty="0">
                          <a:solidFill>
                            <a:schemeClr val="tx1"/>
                          </a:solidFill>
                        </a:rPr>
                        <a:t>, </a:t>
                      </a:r>
                      <a:r>
                        <a:rPr lang="ko-KR" altLang="en-US" sz="800" b="0" dirty="0">
                          <a:solidFill>
                            <a:schemeClr val="tx1"/>
                          </a:solidFill>
                        </a:rPr>
                        <a:t>취소</a:t>
                      </a:r>
                      <a:r>
                        <a:rPr lang="en-US" altLang="ko-KR" sz="800" b="0" dirty="0">
                          <a:solidFill>
                            <a:schemeClr val="tx1"/>
                          </a:solidFill>
                        </a:rPr>
                        <a:t>, </a:t>
                      </a:r>
                      <a:r>
                        <a:rPr lang="ko-KR" altLang="en-US" sz="800" b="0" dirty="0">
                          <a:solidFill>
                            <a:schemeClr val="tx1"/>
                          </a:solidFill>
                        </a:rPr>
                        <a:t>반품</a:t>
                      </a:r>
                      <a:r>
                        <a:rPr lang="en-US" altLang="ko-KR" sz="800" b="0" dirty="0">
                          <a:solidFill>
                            <a:schemeClr val="tx1"/>
                          </a:solidFill>
                        </a:rPr>
                        <a:t>, </a:t>
                      </a:r>
                      <a:r>
                        <a:rPr lang="ko-KR" altLang="en-US" sz="800" b="0" dirty="0">
                          <a:solidFill>
                            <a:schemeClr val="tx1"/>
                          </a:solidFill>
                        </a:rPr>
                        <a:t>교환이 완료 된 경우 </a:t>
                      </a:r>
                      <a:r>
                        <a:rPr lang="ko-KR" altLang="en-US" sz="800" b="0" dirty="0" err="1">
                          <a:solidFill>
                            <a:schemeClr val="tx1"/>
                          </a:solidFill>
                        </a:rPr>
                        <a:t>완료일을</a:t>
                      </a:r>
                      <a:r>
                        <a:rPr lang="ko-KR" altLang="en-US" sz="800" b="0" dirty="0">
                          <a:solidFill>
                            <a:schemeClr val="tx1"/>
                          </a:solidFill>
                        </a:rPr>
                        <a:t> 표시한다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46746957"/>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취소 신청 버튼</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RF-01-06-02-1</a:t>
                      </a:r>
                      <a:r>
                        <a:rPr lang="en-US" altLang="ko-KR" sz="800" b="0" baseline="0" dirty="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557257392"/>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반품 신청 버튼</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RF-01-06-02-2</a:t>
                      </a:r>
                      <a:r>
                        <a:rPr lang="en-US" altLang="ko-KR" sz="800" b="0" baseline="0" dirty="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918262721"/>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교환 신청 버튼</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RF-01-06-02-3</a:t>
                      </a:r>
                      <a:r>
                        <a:rPr lang="en-US" altLang="ko-KR" sz="800" b="0" baseline="0" dirty="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074885806"/>
                  </a:ext>
                </a:extLst>
              </a:tr>
              <a:tr h="140746">
                <a:tc>
                  <a:txBody>
                    <a:bodyPr/>
                    <a:lstStyle/>
                    <a:p>
                      <a:pPr algn="ctr" latinLnBrk="1"/>
                      <a:r>
                        <a:rPr lang="en-US" altLang="ko-KR" sz="800" dirty="0"/>
                        <a:t>5</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구매 확정 버튼</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RF-01-06-02-4</a:t>
                      </a:r>
                      <a:r>
                        <a:rPr lang="en-US" altLang="ko-KR" sz="800" b="0" baseline="0" dirty="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417032759"/>
                  </a:ext>
                </a:extLst>
              </a:tr>
              <a:tr h="140746">
                <a:tc>
                  <a:txBody>
                    <a:bodyPr/>
                    <a:lstStyle/>
                    <a:p>
                      <a:pPr algn="ctr" latinLnBrk="1"/>
                      <a:r>
                        <a:rPr lang="en-US" altLang="ko-KR" sz="800" dirty="0"/>
                        <a:t>6</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판매자 문의하기 버튼</a:t>
                      </a:r>
                      <a:endParaRPr lang="en-US" altLang="ko-KR" sz="800"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RF-01-06-02-5</a:t>
                      </a:r>
                      <a:r>
                        <a:rPr lang="en-US" altLang="ko-KR" sz="800" b="0" baseline="0" dirty="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169618836"/>
                  </a:ext>
                </a:extLst>
              </a:tr>
            </a:tbl>
          </a:graphicData>
        </a:graphic>
      </p:graphicFrame>
      <p:grpSp>
        <p:nvGrpSpPr>
          <p:cNvPr id="98" name="그룹 97">
            <a:extLst>
              <a:ext uri="{FF2B5EF4-FFF2-40B4-BE49-F238E27FC236}">
                <a16:creationId xmlns:a16="http://schemas.microsoft.com/office/drawing/2014/main" id="{56FA31BE-3F1E-412B-B09A-E666E833308C}"/>
              </a:ext>
            </a:extLst>
          </p:cNvPr>
          <p:cNvGrpSpPr/>
          <p:nvPr/>
        </p:nvGrpSpPr>
        <p:grpSpPr>
          <a:xfrm>
            <a:off x="2415384" y="7135298"/>
            <a:ext cx="689346" cy="440906"/>
            <a:chOff x="2843808" y="1955121"/>
            <a:chExt cx="1674813" cy="596970"/>
          </a:xfrm>
          <a:solidFill>
            <a:schemeClr val="bg1">
              <a:lumMod val="95000"/>
            </a:schemeClr>
          </a:solidFill>
        </p:grpSpPr>
        <p:sp>
          <p:nvSpPr>
            <p:cNvPr id="99"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0"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1"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2" name="TextBox 101">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grpSp>
        <p:nvGrpSpPr>
          <p:cNvPr id="103" name="그룹 102">
            <a:extLst>
              <a:ext uri="{FF2B5EF4-FFF2-40B4-BE49-F238E27FC236}">
                <a16:creationId xmlns:a16="http://schemas.microsoft.com/office/drawing/2014/main" id="{56FA31BE-3F1E-412B-B09A-E666E833308C}"/>
              </a:ext>
            </a:extLst>
          </p:cNvPr>
          <p:cNvGrpSpPr/>
          <p:nvPr/>
        </p:nvGrpSpPr>
        <p:grpSpPr>
          <a:xfrm>
            <a:off x="2412667" y="7717822"/>
            <a:ext cx="689346" cy="440906"/>
            <a:chOff x="2843808" y="1955121"/>
            <a:chExt cx="1674813" cy="596970"/>
          </a:xfrm>
          <a:solidFill>
            <a:schemeClr val="bg1">
              <a:lumMod val="95000"/>
            </a:schemeClr>
          </a:solidFill>
        </p:grpSpPr>
        <p:sp>
          <p:nvSpPr>
            <p:cNvPr id="104"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5"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6"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7" name="TextBox 106">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grpSp>
        <p:nvGrpSpPr>
          <p:cNvPr id="108" name="그룹 107">
            <a:extLst>
              <a:ext uri="{FF2B5EF4-FFF2-40B4-BE49-F238E27FC236}">
                <a16:creationId xmlns:a16="http://schemas.microsoft.com/office/drawing/2014/main" id="{56FA31BE-3F1E-412B-B09A-E666E833308C}"/>
              </a:ext>
            </a:extLst>
          </p:cNvPr>
          <p:cNvGrpSpPr/>
          <p:nvPr/>
        </p:nvGrpSpPr>
        <p:grpSpPr>
          <a:xfrm>
            <a:off x="2412667" y="8347035"/>
            <a:ext cx="689346" cy="440906"/>
            <a:chOff x="2843808" y="1955121"/>
            <a:chExt cx="1674813" cy="596970"/>
          </a:xfrm>
          <a:solidFill>
            <a:schemeClr val="bg1">
              <a:lumMod val="95000"/>
            </a:schemeClr>
          </a:solidFill>
        </p:grpSpPr>
        <p:sp>
          <p:nvSpPr>
            <p:cNvPr id="109"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0"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1"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2" name="TextBox 111">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grpSp>
        <p:nvGrpSpPr>
          <p:cNvPr id="113" name="그룹 112">
            <a:extLst>
              <a:ext uri="{FF2B5EF4-FFF2-40B4-BE49-F238E27FC236}">
                <a16:creationId xmlns:a16="http://schemas.microsoft.com/office/drawing/2014/main" id="{56FA31BE-3F1E-412B-B09A-E666E833308C}"/>
              </a:ext>
            </a:extLst>
          </p:cNvPr>
          <p:cNvGrpSpPr/>
          <p:nvPr/>
        </p:nvGrpSpPr>
        <p:grpSpPr>
          <a:xfrm>
            <a:off x="2419771" y="8940704"/>
            <a:ext cx="689346" cy="440906"/>
            <a:chOff x="2843808" y="1955121"/>
            <a:chExt cx="1674813" cy="596970"/>
          </a:xfrm>
          <a:solidFill>
            <a:schemeClr val="bg1">
              <a:lumMod val="95000"/>
            </a:schemeClr>
          </a:solidFill>
        </p:grpSpPr>
        <p:sp>
          <p:nvSpPr>
            <p:cNvPr id="114"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5"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6"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7" name="TextBox 116">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25" name="직사각형 124">
            <a:extLst>
              <a:ext uri="{FF2B5EF4-FFF2-40B4-BE49-F238E27FC236}">
                <a16:creationId xmlns:a16="http://schemas.microsoft.com/office/drawing/2014/main" id="{7EC4EB8A-69F3-4C54-9705-4AC5D98C128C}"/>
              </a:ext>
            </a:extLst>
          </p:cNvPr>
          <p:cNvSpPr/>
          <p:nvPr/>
        </p:nvSpPr>
        <p:spPr>
          <a:xfrm>
            <a:off x="3173395" y="7151849"/>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sp>
        <p:nvSpPr>
          <p:cNvPr id="126" name="직사각형 125">
            <a:extLst>
              <a:ext uri="{FF2B5EF4-FFF2-40B4-BE49-F238E27FC236}">
                <a16:creationId xmlns:a16="http://schemas.microsoft.com/office/drawing/2014/main" id="{7EC4EB8A-69F3-4C54-9705-4AC5D98C128C}"/>
              </a:ext>
            </a:extLst>
          </p:cNvPr>
          <p:cNvSpPr/>
          <p:nvPr/>
        </p:nvSpPr>
        <p:spPr>
          <a:xfrm>
            <a:off x="3169324" y="7737935"/>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sp>
        <p:nvSpPr>
          <p:cNvPr id="127" name="직사각형 126">
            <a:extLst>
              <a:ext uri="{FF2B5EF4-FFF2-40B4-BE49-F238E27FC236}">
                <a16:creationId xmlns:a16="http://schemas.microsoft.com/office/drawing/2014/main" id="{7EC4EB8A-69F3-4C54-9705-4AC5D98C128C}"/>
              </a:ext>
            </a:extLst>
          </p:cNvPr>
          <p:cNvSpPr/>
          <p:nvPr/>
        </p:nvSpPr>
        <p:spPr>
          <a:xfrm>
            <a:off x="3183085" y="8350064"/>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sp>
        <p:nvSpPr>
          <p:cNvPr id="128" name="직사각형 127">
            <a:extLst>
              <a:ext uri="{FF2B5EF4-FFF2-40B4-BE49-F238E27FC236}">
                <a16:creationId xmlns:a16="http://schemas.microsoft.com/office/drawing/2014/main" id="{7EC4EB8A-69F3-4C54-9705-4AC5D98C128C}"/>
              </a:ext>
            </a:extLst>
          </p:cNvPr>
          <p:cNvSpPr/>
          <p:nvPr/>
        </p:nvSpPr>
        <p:spPr>
          <a:xfrm>
            <a:off x="3169324" y="8945774"/>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sp>
        <p:nvSpPr>
          <p:cNvPr id="130" name="직사각형 129">
            <a:extLst>
              <a:ext uri="{FF2B5EF4-FFF2-40B4-BE49-F238E27FC236}">
                <a16:creationId xmlns:a16="http://schemas.microsoft.com/office/drawing/2014/main" id="{FCB3DCD2-8C49-41FE-A52B-CDE362A43498}"/>
              </a:ext>
            </a:extLst>
          </p:cNvPr>
          <p:cNvSpPr/>
          <p:nvPr/>
        </p:nvSpPr>
        <p:spPr>
          <a:xfrm>
            <a:off x="8042546" y="7238373"/>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취소신청</a:t>
            </a:r>
          </a:p>
        </p:txBody>
      </p:sp>
      <p:sp>
        <p:nvSpPr>
          <p:cNvPr id="132" name="직사각형 131">
            <a:extLst>
              <a:ext uri="{FF2B5EF4-FFF2-40B4-BE49-F238E27FC236}">
                <a16:creationId xmlns:a16="http://schemas.microsoft.com/office/drawing/2014/main" id="{FCB3DCD2-8C49-41FE-A52B-CDE362A43498}"/>
              </a:ext>
            </a:extLst>
          </p:cNvPr>
          <p:cNvSpPr/>
          <p:nvPr/>
        </p:nvSpPr>
        <p:spPr>
          <a:xfrm>
            <a:off x="8042546" y="7834674"/>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취소신청</a:t>
            </a:r>
          </a:p>
        </p:txBody>
      </p:sp>
      <p:sp>
        <p:nvSpPr>
          <p:cNvPr id="133" name="직사각형 132">
            <a:extLst>
              <a:ext uri="{FF2B5EF4-FFF2-40B4-BE49-F238E27FC236}">
                <a16:creationId xmlns:a16="http://schemas.microsoft.com/office/drawing/2014/main" id="{27084E9C-17F3-42AE-8231-8C85A80EE39F}"/>
              </a:ext>
            </a:extLst>
          </p:cNvPr>
          <p:cNvSpPr/>
          <p:nvPr/>
        </p:nvSpPr>
        <p:spPr>
          <a:xfrm>
            <a:off x="8042546" y="8456727"/>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반품신청</a:t>
            </a:r>
          </a:p>
        </p:txBody>
      </p:sp>
      <p:sp>
        <p:nvSpPr>
          <p:cNvPr id="134" name="직사각형 133">
            <a:extLst>
              <a:ext uri="{FF2B5EF4-FFF2-40B4-BE49-F238E27FC236}">
                <a16:creationId xmlns:a16="http://schemas.microsoft.com/office/drawing/2014/main" id="{154DCA1E-CE80-47D1-8F41-924E54F01F2F}"/>
              </a:ext>
            </a:extLst>
          </p:cNvPr>
          <p:cNvSpPr/>
          <p:nvPr/>
        </p:nvSpPr>
        <p:spPr>
          <a:xfrm>
            <a:off x="8049071" y="9315141"/>
            <a:ext cx="666792" cy="213852"/>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구매확정</a:t>
            </a:r>
          </a:p>
        </p:txBody>
      </p:sp>
      <p:sp>
        <p:nvSpPr>
          <p:cNvPr id="135" name="직사각형 134">
            <a:extLst>
              <a:ext uri="{FF2B5EF4-FFF2-40B4-BE49-F238E27FC236}">
                <a16:creationId xmlns:a16="http://schemas.microsoft.com/office/drawing/2014/main" id="{568DEFE7-B127-4AC7-BF82-53B4D61A428A}"/>
              </a:ext>
            </a:extLst>
          </p:cNvPr>
          <p:cNvSpPr/>
          <p:nvPr/>
        </p:nvSpPr>
        <p:spPr>
          <a:xfrm>
            <a:off x="8049071" y="8842447"/>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반품신청</a:t>
            </a:r>
          </a:p>
        </p:txBody>
      </p:sp>
      <p:sp>
        <p:nvSpPr>
          <p:cNvPr id="136" name="직사각형 135">
            <a:extLst>
              <a:ext uri="{FF2B5EF4-FFF2-40B4-BE49-F238E27FC236}">
                <a16:creationId xmlns:a16="http://schemas.microsoft.com/office/drawing/2014/main" id="{EF53F4A0-847F-40BC-AB92-6B18E9F6153B}"/>
              </a:ext>
            </a:extLst>
          </p:cNvPr>
          <p:cNvSpPr/>
          <p:nvPr/>
        </p:nvSpPr>
        <p:spPr>
          <a:xfrm>
            <a:off x="8042546" y="9072517"/>
            <a:ext cx="666792" cy="213852"/>
          </a:xfrm>
          <a:prstGeom prst="rect">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교환신청</a:t>
            </a:r>
          </a:p>
        </p:txBody>
      </p:sp>
      <p:sp>
        <p:nvSpPr>
          <p:cNvPr id="137" name="TextBox 136">
            <a:extLst>
              <a:ext uri="{FF2B5EF4-FFF2-40B4-BE49-F238E27FC236}">
                <a16:creationId xmlns:a16="http://schemas.microsoft.com/office/drawing/2014/main" id="{3B2F3348-94AA-4093-8B94-149336D1F697}"/>
              </a:ext>
            </a:extLst>
          </p:cNvPr>
          <p:cNvSpPr txBox="1"/>
          <p:nvPr/>
        </p:nvSpPr>
        <p:spPr>
          <a:xfrm>
            <a:off x="8646061" y="4491916"/>
            <a:ext cx="274225" cy="230832"/>
          </a:xfrm>
          <a:prstGeom prst="rect">
            <a:avLst/>
          </a:prstGeom>
          <a:solidFill>
            <a:srgbClr val="FF0000"/>
          </a:solidFill>
        </p:spPr>
        <p:txBody>
          <a:bodyPr wrap="square" rtlCol="0">
            <a:spAutoFit/>
          </a:bodyPr>
          <a:lstStyle/>
          <a:p>
            <a:r>
              <a:rPr lang="en-US" altLang="ko-KR" sz="900" b="1" dirty="0">
                <a:solidFill>
                  <a:schemeClr val="bg1"/>
                </a:solidFill>
              </a:rPr>
              <a:t>1</a:t>
            </a:r>
            <a:endParaRPr lang="ko-KR" altLang="en-US" sz="900" b="1" dirty="0">
              <a:solidFill>
                <a:schemeClr val="bg1"/>
              </a:solidFill>
            </a:endParaRPr>
          </a:p>
        </p:txBody>
      </p:sp>
      <p:sp>
        <p:nvSpPr>
          <p:cNvPr id="138" name="TextBox 137">
            <a:extLst>
              <a:ext uri="{FF2B5EF4-FFF2-40B4-BE49-F238E27FC236}">
                <a16:creationId xmlns:a16="http://schemas.microsoft.com/office/drawing/2014/main" id="{3B2F3348-94AA-4093-8B94-149336D1F697}"/>
              </a:ext>
            </a:extLst>
          </p:cNvPr>
          <p:cNvSpPr txBox="1"/>
          <p:nvPr/>
        </p:nvSpPr>
        <p:spPr>
          <a:xfrm>
            <a:off x="8646061" y="7087776"/>
            <a:ext cx="274225" cy="230832"/>
          </a:xfrm>
          <a:prstGeom prst="rect">
            <a:avLst/>
          </a:prstGeom>
          <a:solidFill>
            <a:srgbClr val="FF0000"/>
          </a:solidFill>
        </p:spPr>
        <p:txBody>
          <a:bodyPr wrap="square" rtlCol="0">
            <a:spAutoFit/>
          </a:bodyPr>
          <a:lstStyle/>
          <a:p>
            <a:r>
              <a:rPr lang="en-US" altLang="ko-KR" sz="900" b="1" dirty="0">
                <a:solidFill>
                  <a:schemeClr val="bg1"/>
                </a:solidFill>
              </a:rPr>
              <a:t>2</a:t>
            </a:r>
            <a:endParaRPr lang="ko-KR" altLang="en-US" sz="900" b="1" dirty="0">
              <a:solidFill>
                <a:schemeClr val="bg1"/>
              </a:solidFill>
            </a:endParaRPr>
          </a:p>
        </p:txBody>
      </p:sp>
      <p:sp>
        <p:nvSpPr>
          <p:cNvPr id="139" name="TextBox 138">
            <a:extLst>
              <a:ext uri="{FF2B5EF4-FFF2-40B4-BE49-F238E27FC236}">
                <a16:creationId xmlns:a16="http://schemas.microsoft.com/office/drawing/2014/main" id="{3B2F3348-94AA-4093-8B94-149336D1F697}"/>
              </a:ext>
            </a:extLst>
          </p:cNvPr>
          <p:cNvSpPr txBox="1"/>
          <p:nvPr/>
        </p:nvSpPr>
        <p:spPr>
          <a:xfrm>
            <a:off x="8646060" y="8339676"/>
            <a:ext cx="274225" cy="230832"/>
          </a:xfrm>
          <a:prstGeom prst="rect">
            <a:avLst/>
          </a:prstGeom>
          <a:solidFill>
            <a:srgbClr val="FF0000"/>
          </a:solidFill>
        </p:spPr>
        <p:txBody>
          <a:bodyPr wrap="square" rtlCol="0">
            <a:spAutoFit/>
          </a:bodyPr>
          <a:lstStyle/>
          <a:p>
            <a:r>
              <a:rPr lang="en-US" altLang="ko-KR" sz="900" b="1" dirty="0">
                <a:solidFill>
                  <a:schemeClr val="bg1"/>
                </a:solidFill>
              </a:rPr>
              <a:t>3</a:t>
            </a:r>
            <a:endParaRPr lang="ko-KR" altLang="en-US" sz="900" b="1" dirty="0">
              <a:solidFill>
                <a:schemeClr val="bg1"/>
              </a:solidFill>
            </a:endParaRPr>
          </a:p>
        </p:txBody>
      </p:sp>
      <p:sp>
        <p:nvSpPr>
          <p:cNvPr id="140" name="TextBox 139">
            <a:extLst>
              <a:ext uri="{FF2B5EF4-FFF2-40B4-BE49-F238E27FC236}">
                <a16:creationId xmlns:a16="http://schemas.microsoft.com/office/drawing/2014/main" id="{3B2F3348-94AA-4093-8B94-149336D1F697}"/>
              </a:ext>
            </a:extLst>
          </p:cNvPr>
          <p:cNvSpPr txBox="1"/>
          <p:nvPr/>
        </p:nvSpPr>
        <p:spPr>
          <a:xfrm>
            <a:off x="8744573" y="8977301"/>
            <a:ext cx="274225" cy="230832"/>
          </a:xfrm>
          <a:prstGeom prst="rect">
            <a:avLst/>
          </a:prstGeom>
          <a:solidFill>
            <a:srgbClr val="FF0000"/>
          </a:solidFill>
        </p:spPr>
        <p:txBody>
          <a:bodyPr wrap="square" rtlCol="0">
            <a:spAutoFit/>
          </a:bodyPr>
          <a:lstStyle/>
          <a:p>
            <a:r>
              <a:rPr lang="en-US" altLang="ko-KR" sz="900" b="1" dirty="0">
                <a:solidFill>
                  <a:schemeClr val="bg1"/>
                </a:solidFill>
              </a:rPr>
              <a:t>4</a:t>
            </a:r>
            <a:endParaRPr lang="ko-KR" altLang="en-US" sz="900" b="1" dirty="0">
              <a:solidFill>
                <a:schemeClr val="bg1"/>
              </a:solidFill>
            </a:endParaRPr>
          </a:p>
        </p:txBody>
      </p:sp>
      <p:sp>
        <p:nvSpPr>
          <p:cNvPr id="141" name="TextBox 140">
            <a:extLst>
              <a:ext uri="{FF2B5EF4-FFF2-40B4-BE49-F238E27FC236}">
                <a16:creationId xmlns:a16="http://schemas.microsoft.com/office/drawing/2014/main" id="{3B2F3348-94AA-4093-8B94-149336D1F697}"/>
              </a:ext>
            </a:extLst>
          </p:cNvPr>
          <p:cNvSpPr txBox="1"/>
          <p:nvPr/>
        </p:nvSpPr>
        <p:spPr>
          <a:xfrm>
            <a:off x="8751928" y="9313478"/>
            <a:ext cx="274225" cy="230832"/>
          </a:xfrm>
          <a:prstGeom prst="rect">
            <a:avLst/>
          </a:prstGeom>
          <a:solidFill>
            <a:srgbClr val="FF0000"/>
          </a:solidFill>
        </p:spPr>
        <p:txBody>
          <a:bodyPr wrap="square" rtlCol="0">
            <a:spAutoFit/>
          </a:bodyPr>
          <a:lstStyle/>
          <a:p>
            <a:r>
              <a:rPr lang="en-US" altLang="ko-KR" sz="900" b="1" dirty="0">
                <a:solidFill>
                  <a:schemeClr val="bg1"/>
                </a:solidFill>
              </a:rPr>
              <a:t>5</a:t>
            </a:r>
            <a:endParaRPr lang="ko-KR" altLang="en-US" sz="900" b="1" dirty="0">
              <a:solidFill>
                <a:schemeClr val="bg1"/>
              </a:solidFill>
            </a:endParaRPr>
          </a:p>
        </p:txBody>
      </p:sp>
      <p:sp>
        <p:nvSpPr>
          <p:cNvPr id="142" name="TextBox 141">
            <a:extLst>
              <a:ext uri="{FF2B5EF4-FFF2-40B4-BE49-F238E27FC236}">
                <a16:creationId xmlns:a16="http://schemas.microsoft.com/office/drawing/2014/main" id="{3B2F3348-94AA-4093-8B94-149336D1F697}"/>
              </a:ext>
            </a:extLst>
          </p:cNvPr>
          <p:cNvSpPr txBox="1"/>
          <p:nvPr/>
        </p:nvSpPr>
        <p:spPr>
          <a:xfrm>
            <a:off x="8802610" y="9591576"/>
            <a:ext cx="274225" cy="230832"/>
          </a:xfrm>
          <a:prstGeom prst="rect">
            <a:avLst/>
          </a:prstGeom>
          <a:solidFill>
            <a:srgbClr val="FF0000"/>
          </a:solidFill>
        </p:spPr>
        <p:txBody>
          <a:bodyPr wrap="square" rtlCol="0">
            <a:spAutoFit/>
          </a:bodyPr>
          <a:lstStyle/>
          <a:p>
            <a:r>
              <a:rPr lang="en-US" altLang="ko-KR" sz="900" b="1" dirty="0">
                <a:solidFill>
                  <a:schemeClr val="bg1"/>
                </a:solidFill>
              </a:rPr>
              <a:t>6</a:t>
            </a:r>
            <a:endParaRPr lang="ko-KR" altLang="en-US" sz="900" b="1" dirty="0">
              <a:solidFill>
                <a:schemeClr val="bg1"/>
              </a:solidFill>
            </a:endParaRPr>
          </a:p>
        </p:txBody>
      </p:sp>
    </p:spTree>
    <p:extLst>
      <p:ext uri="{BB962C8B-B14F-4D97-AF65-F5344CB8AC3E}">
        <p14:creationId xmlns:p14="http://schemas.microsoft.com/office/powerpoint/2010/main" val="4235294796"/>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Box 13">
            <a:extLst>
              <a:ext uri="{FF2B5EF4-FFF2-40B4-BE49-F238E27FC236}">
                <a16:creationId xmlns:a16="http://schemas.microsoft.com/office/drawing/2014/main" id="{AAB4805C-DCC2-40B1-BD09-8F72A75047A5}"/>
              </a:ext>
            </a:extLst>
          </p:cNvPr>
          <p:cNvSpPr txBox="1"/>
          <p:nvPr/>
        </p:nvSpPr>
        <p:spPr>
          <a:xfrm>
            <a:off x="4631022" y="871059"/>
            <a:ext cx="854721" cy="276999"/>
          </a:xfrm>
          <a:prstGeom prst="rect">
            <a:avLst/>
          </a:prstGeom>
          <a:noFill/>
        </p:spPr>
        <p:txBody>
          <a:bodyPr wrap="none" rtlCol="0">
            <a:spAutoFit/>
          </a:bodyPr>
          <a:lstStyle/>
          <a:p>
            <a:r>
              <a:rPr lang="ko-KR" altLang="en-US" sz="1200" b="1" dirty="0"/>
              <a:t>주문 상세</a:t>
            </a:r>
          </a:p>
        </p:txBody>
      </p:sp>
      <p:cxnSp>
        <p:nvCxnSpPr>
          <p:cNvPr id="15" name="직선 연결선 14">
            <a:extLst>
              <a:ext uri="{FF2B5EF4-FFF2-40B4-BE49-F238E27FC236}">
                <a16:creationId xmlns:a16="http://schemas.microsoft.com/office/drawing/2014/main" id="{EBE72026-EC5E-4A06-9F11-F5520B97E61A}"/>
              </a:ext>
            </a:extLst>
          </p:cNvPr>
          <p:cNvCxnSpPr>
            <a:cxnSpLocks/>
          </p:cNvCxnSpPr>
          <p:nvPr/>
        </p:nvCxnSpPr>
        <p:spPr>
          <a:xfrm>
            <a:off x="1481667" y="1314226"/>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F8889E49-E2F9-43E7-B0B3-EF2CBA57AD63}"/>
              </a:ext>
            </a:extLst>
          </p:cNvPr>
          <p:cNvSpPr txBox="1"/>
          <p:nvPr/>
        </p:nvSpPr>
        <p:spPr>
          <a:xfrm>
            <a:off x="1487410" y="1395833"/>
            <a:ext cx="2015295" cy="215444"/>
          </a:xfrm>
          <a:prstGeom prst="rect">
            <a:avLst/>
          </a:prstGeom>
          <a:noFill/>
        </p:spPr>
        <p:txBody>
          <a:bodyPr wrap="none" rtlCol="0">
            <a:spAutoFit/>
          </a:bodyPr>
          <a:lstStyle/>
          <a:p>
            <a:r>
              <a:rPr lang="en-US" altLang="ko-KR" sz="800" dirty="0"/>
              <a:t>2024.10.14  |  </a:t>
            </a:r>
            <a:r>
              <a:rPr lang="ko-KR" altLang="en-US" sz="800" dirty="0"/>
              <a:t>주문번호</a:t>
            </a:r>
            <a:r>
              <a:rPr lang="en-US" altLang="ko-KR" sz="800" dirty="0"/>
              <a:t>:</a:t>
            </a:r>
            <a:r>
              <a:rPr lang="ko-KR" altLang="en-US" sz="800" dirty="0"/>
              <a:t> </a:t>
            </a:r>
            <a:r>
              <a:rPr lang="en-US" altLang="ko-KR" sz="800" dirty="0"/>
              <a:t>Me9-00929423</a:t>
            </a:r>
            <a:endParaRPr lang="ko-KR" altLang="en-US" sz="800" dirty="0"/>
          </a:p>
        </p:txBody>
      </p:sp>
      <p:graphicFrame>
        <p:nvGraphicFramePr>
          <p:cNvPr id="17" name="표 87">
            <a:extLst>
              <a:ext uri="{FF2B5EF4-FFF2-40B4-BE49-F238E27FC236}">
                <a16:creationId xmlns:a16="http://schemas.microsoft.com/office/drawing/2014/main" id="{B8C31EE1-2F19-4E8D-B49B-29BB2BDFED36}"/>
              </a:ext>
            </a:extLst>
          </p:cNvPr>
          <p:cNvGraphicFramePr>
            <a:graphicFrameLocks noGrp="1"/>
          </p:cNvGraphicFramePr>
          <p:nvPr/>
        </p:nvGraphicFramePr>
        <p:xfrm>
          <a:off x="1479017" y="1685460"/>
          <a:ext cx="7317849" cy="640080"/>
        </p:xfrm>
        <a:graphic>
          <a:graphicData uri="http://schemas.openxmlformats.org/drawingml/2006/table">
            <a:tbl>
              <a:tblPr firstRow="1" bandRow="1">
                <a:tableStyleId>{5940675A-B579-460E-94D1-54222C63F5DA}</a:tableStyleId>
              </a:tblPr>
              <a:tblGrid>
                <a:gridCol w="747347">
                  <a:extLst>
                    <a:ext uri="{9D8B030D-6E8A-4147-A177-3AD203B41FA5}">
                      <a16:colId xmlns:a16="http://schemas.microsoft.com/office/drawing/2014/main" val="1741250993"/>
                    </a:ext>
                  </a:extLst>
                </a:gridCol>
                <a:gridCol w="1200647">
                  <a:extLst>
                    <a:ext uri="{9D8B030D-6E8A-4147-A177-3AD203B41FA5}">
                      <a16:colId xmlns:a16="http://schemas.microsoft.com/office/drawing/2014/main" val="1468661165"/>
                    </a:ext>
                  </a:extLst>
                </a:gridCol>
                <a:gridCol w="5369855">
                  <a:extLst>
                    <a:ext uri="{9D8B030D-6E8A-4147-A177-3AD203B41FA5}">
                      <a16:colId xmlns:a16="http://schemas.microsoft.com/office/drawing/2014/main" val="3917594789"/>
                    </a:ext>
                  </a:extLst>
                </a:gridCol>
              </a:tblGrid>
              <a:tr h="165784">
                <a:tc rowSpan="3">
                  <a:txBody>
                    <a:bodyPr/>
                    <a:lstStyle/>
                    <a:p>
                      <a:pPr latinLnBrk="1"/>
                      <a:r>
                        <a:rPr lang="ko-KR" altLang="en-US" sz="800" dirty="0"/>
                        <a:t>주문자 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주문자 이름</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홍길동</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vMerge="1">
                  <a:txBody>
                    <a:bodyPr/>
                    <a:lstStyle/>
                    <a:p>
                      <a:pPr latinLnBrk="1"/>
                      <a:endParaRPr lang="ko-KR" altLang="en-US" sz="800" dirty="0"/>
                    </a:p>
                  </a:txBody>
                  <a:tcPr/>
                </a:tc>
                <a:tc>
                  <a:txBody>
                    <a:bodyPr/>
                    <a:lstStyle/>
                    <a:p>
                      <a:pPr latinLnBrk="1"/>
                      <a:r>
                        <a:rPr lang="ko-KR" altLang="en-US" sz="800" dirty="0"/>
                        <a:t>휴대폰 번호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010-0000-0000</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vMerge="1">
                  <a:txBody>
                    <a:bodyPr/>
                    <a:lstStyle/>
                    <a:p>
                      <a:pPr latinLnBrk="1"/>
                      <a:endParaRPr lang="ko-KR" altLang="en-US" sz="800" dirty="0"/>
                    </a:p>
                  </a:txBody>
                  <a:tcPr/>
                </a:tc>
                <a:tc>
                  <a:txBody>
                    <a:bodyPr/>
                    <a:lstStyle/>
                    <a:p>
                      <a:pPr latinLnBrk="1"/>
                      <a:r>
                        <a:rPr lang="ko-KR" altLang="en-US" sz="800" dirty="0"/>
                        <a:t>이메일 주소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hlinkClick r:id="rId2"/>
                        </a:rPr>
                        <a:t>test1234@naver.com</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bl>
          </a:graphicData>
        </a:graphic>
      </p:graphicFrame>
      <p:graphicFrame>
        <p:nvGraphicFramePr>
          <p:cNvPr id="18" name="표 17">
            <a:extLst>
              <a:ext uri="{FF2B5EF4-FFF2-40B4-BE49-F238E27FC236}">
                <a16:creationId xmlns:a16="http://schemas.microsoft.com/office/drawing/2014/main" id="{48D16DC3-F6FB-42DE-A363-8850AEE00916}"/>
              </a:ext>
            </a:extLst>
          </p:cNvPr>
          <p:cNvGraphicFramePr>
            <a:graphicFrameLocks noGrp="1"/>
          </p:cNvGraphicFramePr>
          <p:nvPr/>
        </p:nvGraphicFramePr>
        <p:xfrm>
          <a:off x="1479017" y="2585282"/>
          <a:ext cx="7317849" cy="975360"/>
        </p:xfrm>
        <a:graphic>
          <a:graphicData uri="http://schemas.openxmlformats.org/drawingml/2006/table">
            <a:tbl>
              <a:tblPr firstRow="1" bandRow="1">
                <a:tableStyleId>{5940675A-B579-460E-94D1-54222C63F5DA}</a:tableStyleId>
              </a:tblPr>
              <a:tblGrid>
                <a:gridCol w="747347">
                  <a:extLst>
                    <a:ext uri="{9D8B030D-6E8A-4147-A177-3AD203B41FA5}">
                      <a16:colId xmlns:a16="http://schemas.microsoft.com/office/drawing/2014/main" val="1741250993"/>
                    </a:ext>
                  </a:extLst>
                </a:gridCol>
                <a:gridCol w="1200647">
                  <a:extLst>
                    <a:ext uri="{9D8B030D-6E8A-4147-A177-3AD203B41FA5}">
                      <a16:colId xmlns:a16="http://schemas.microsoft.com/office/drawing/2014/main" val="1468661165"/>
                    </a:ext>
                  </a:extLst>
                </a:gridCol>
                <a:gridCol w="5369855">
                  <a:extLst>
                    <a:ext uri="{9D8B030D-6E8A-4147-A177-3AD203B41FA5}">
                      <a16:colId xmlns:a16="http://schemas.microsoft.com/office/drawing/2014/main" val="3917594789"/>
                    </a:ext>
                  </a:extLst>
                </a:gridCol>
              </a:tblGrid>
              <a:tr h="165784">
                <a:tc rowSpan="4">
                  <a:txBody>
                    <a:bodyPr/>
                    <a:lstStyle/>
                    <a:p>
                      <a:pPr latinLnBrk="1"/>
                      <a:r>
                        <a:rPr lang="ko-KR" altLang="en-US" sz="800" dirty="0"/>
                        <a:t>배송 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받는 사람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홍길동</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vMerge="1">
                  <a:txBody>
                    <a:bodyPr/>
                    <a:lstStyle/>
                    <a:p>
                      <a:pPr latinLnBrk="1"/>
                      <a:endParaRPr lang="ko-KR" altLang="en-US" sz="800" dirty="0"/>
                    </a:p>
                  </a:txBody>
                  <a:tcPr/>
                </a:tc>
                <a:tc>
                  <a:txBody>
                    <a:bodyPr/>
                    <a:lstStyle/>
                    <a:p>
                      <a:pPr latinLnBrk="1"/>
                      <a:r>
                        <a:rPr lang="ko-KR" altLang="en-US" sz="800" dirty="0"/>
                        <a:t>휴대폰 번호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010-0000-0000</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vMerge="1">
                  <a:txBody>
                    <a:bodyPr/>
                    <a:lstStyle/>
                    <a:p>
                      <a:pPr latinLnBrk="1"/>
                      <a:endParaRPr lang="ko-KR" altLang="en-US" sz="800" dirty="0"/>
                    </a:p>
                  </a:txBody>
                  <a:tcPr/>
                </a:tc>
                <a:tc>
                  <a:txBody>
                    <a:bodyPr/>
                    <a:lstStyle/>
                    <a:p>
                      <a:pPr latinLnBrk="1"/>
                      <a:r>
                        <a:rPr lang="ko-KR" altLang="en-US" sz="800" dirty="0"/>
                        <a:t>주소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22012 </a:t>
                      </a:r>
                      <a:r>
                        <a:rPr lang="ko-KR" altLang="en-US" sz="800" dirty="0"/>
                        <a:t>서울특별시 광진구 </a:t>
                      </a:r>
                      <a:r>
                        <a:rPr lang="ko-KR" altLang="en-US" sz="800" dirty="0" err="1"/>
                        <a:t>가나다동</a:t>
                      </a:r>
                      <a:r>
                        <a:rPr lang="ko-KR" altLang="en-US" sz="800" dirty="0"/>
                        <a:t> </a:t>
                      </a:r>
                      <a:r>
                        <a:rPr lang="en-US" altLang="ko-KR" sz="800" dirty="0"/>
                        <a:t>119-12</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r h="0">
                <a:tc vMerge="1">
                  <a:txBody>
                    <a:bodyPr/>
                    <a:lstStyle/>
                    <a:p>
                      <a:pPr latinLnBrk="1"/>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배송메모</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배송메모 </a:t>
                      </a:r>
                      <a:endParaRPr lang="en-US" altLang="ko-KR" sz="800" dirty="0"/>
                    </a:p>
                    <a:p>
                      <a:pPr latinLnBrk="1"/>
                      <a:r>
                        <a:rPr lang="en-US" altLang="ko-KR" sz="800" dirty="0"/>
                        <a:t>1122</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610892354"/>
                  </a:ext>
                </a:extLst>
              </a:tr>
            </a:tbl>
          </a:graphicData>
        </a:graphic>
      </p:graphicFrame>
      <p:cxnSp>
        <p:nvCxnSpPr>
          <p:cNvPr id="19" name="직선 연결선 18">
            <a:extLst>
              <a:ext uri="{FF2B5EF4-FFF2-40B4-BE49-F238E27FC236}">
                <a16:creationId xmlns:a16="http://schemas.microsoft.com/office/drawing/2014/main" id="{705DE4C6-8B21-4805-91C4-0DB72892FBC6}"/>
              </a:ext>
            </a:extLst>
          </p:cNvPr>
          <p:cNvCxnSpPr>
            <a:cxnSpLocks/>
          </p:cNvCxnSpPr>
          <p:nvPr/>
        </p:nvCxnSpPr>
        <p:spPr>
          <a:xfrm>
            <a:off x="1479017" y="3875871"/>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20" name="표 13">
            <a:extLst>
              <a:ext uri="{FF2B5EF4-FFF2-40B4-BE49-F238E27FC236}">
                <a16:creationId xmlns:a16="http://schemas.microsoft.com/office/drawing/2014/main" id="{DBCCA977-7AD5-4B0F-8048-426F90C0FA1D}"/>
              </a:ext>
            </a:extLst>
          </p:cNvPr>
          <p:cNvGraphicFramePr>
            <a:graphicFrameLocks noGrp="1"/>
          </p:cNvGraphicFramePr>
          <p:nvPr>
            <p:extLst>
              <p:ext uri="{D42A27DB-BD31-4B8C-83A1-F6EECF244321}">
                <p14:modId xmlns:p14="http://schemas.microsoft.com/office/powerpoint/2010/main" val="3576235681"/>
              </p:ext>
            </p:extLst>
          </p:nvPr>
        </p:nvGraphicFramePr>
        <p:xfrm>
          <a:off x="1479017" y="4262335"/>
          <a:ext cx="7317158" cy="5223920"/>
        </p:xfrm>
        <a:graphic>
          <a:graphicData uri="http://schemas.openxmlformats.org/drawingml/2006/table">
            <a:tbl>
              <a:tblPr firstRow="1" bandRow="1">
                <a:tableStyleId>{5940675A-B579-460E-94D1-54222C63F5DA}</a:tableStyleId>
              </a:tblPr>
              <a:tblGrid>
                <a:gridCol w="953790">
                  <a:extLst>
                    <a:ext uri="{9D8B030D-6E8A-4147-A177-3AD203B41FA5}">
                      <a16:colId xmlns:a16="http://schemas.microsoft.com/office/drawing/2014/main" val="2416159356"/>
                    </a:ext>
                  </a:extLst>
                </a:gridCol>
                <a:gridCol w="1524824">
                  <a:extLst>
                    <a:ext uri="{9D8B030D-6E8A-4147-A177-3AD203B41FA5}">
                      <a16:colId xmlns:a16="http://schemas.microsoft.com/office/drawing/2014/main" val="4215256312"/>
                    </a:ext>
                  </a:extLst>
                </a:gridCol>
                <a:gridCol w="1185869">
                  <a:extLst>
                    <a:ext uri="{9D8B030D-6E8A-4147-A177-3AD203B41FA5}">
                      <a16:colId xmlns:a16="http://schemas.microsoft.com/office/drawing/2014/main" val="2635967512"/>
                    </a:ext>
                  </a:extLst>
                </a:gridCol>
                <a:gridCol w="1981200">
                  <a:extLst>
                    <a:ext uri="{9D8B030D-6E8A-4147-A177-3AD203B41FA5}">
                      <a16:colId xmlns:a16="http://schemas.microsoft.com/office/drawing/2014/main" val="2417053123"/>
                    </a:ext>
                  </a:extLst>
                </a:gridCol>
                <a:gridCol w="809625">
                  <a:extLst>
                    <a:ext uri="{9D8B030D-6E8A-4147-A177-3AD203B41FA5}">
                      <a16:colId xmlns:a16="http://schemas.microsoft.com/office/drawing/2014/main" val="739747790"/>
                    </a:ext>
                  </a:extLst>
                </a:gridCol>
                <a:gridCol w="861850">
                  <a:extLst>
                    <a:ext uri="{9D8B030D-6E8A-4147-A177-3AD203B41FA5}">
                      <a16:colId xmlns:a16="http://schemas.microsoft.com/office/drawing/2014/main" val="3960621706"/>
                    </a:ext>
                  </a:extLst>
                </a:gridCol>
              </a:tblGrid>
              <a:tr h="0">
                <a:tc gridSpan="6">
                  <a:txBody>
                    <a:bodyPr/>
                    <a:lstStyle/>
                    <a:p>
                      <a:pPr latinLnBrk="1"/>
                      <a:r>
                        <a:rPr lang="en-US" altLang="ko-KR" sz="800" b="1" dirty="0">
                          <a:solidFill>
                            <a:schemeClr val="bg1">
                              <a:lumMod val="65000"/>
                            </a:schemeClr>
                          </a:solidFill>
                        </a:rPr>
                        <a:t>Shop </a:t>
                      </a:r>
                      <a:r>
                        <a:rPr lang="ko-KR" altLang="en-US" sz="800" b="1" dirty="0" err="1">
                          <a:solidFill>
                            <a:schemeClr val="bg1">
                              <a:lumMod val="65000"/>
                            </a:schemeClr>
                          </a:solidFill>
                        </a:rPr>
                        <a:t>채널명</a:t>
                      </a:r>
                      <a:r>
                        <a:rPr lang="ko-KR" altLang="en-US" sz="800" b="1" dirty="0">
                          <a:solidFill>
                            <a:schemeClr val="bg1">
                              <a:lumMod val="65000"/>
                            </a:schemeClr>
                          </a:solidFill>
                        </a:rPr>
                        <a:t> </a:t>
                      </a:r>
                      <a:r>
                        <a:rPr lang="en-US" altLang="ko-KR" sz="800" b="1" dirty="0">
                          <a:solidFill>
                            <a:schemeClr val="bg1">
                              <a:lumMod val="65000"/>
                            </a:schemeClr>
                          </a:solidFill>
                        </a:rPr>
                        <a:t>|</a:t>
                      </a:r>
                      <a:r>
                        <a:rPr lang="ko-KR" altLang="en-US" sz="800" b="1" dirty="0">
                          <a:solidFill>
                            <a:schemeClr val="bg1">
                              <a:lumMod val="65000"/>
                            </a:schemeClr>
                          </a:solidFill>
                        </a:rPr>
                        <a:t> 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lnL w="3175" cap="flat" cmpd="sng" algn="ctr">
                      <a:solidFill>
                        <a:schemeClr val="tx1">
                          <a:lumMod val="65000"/>
                          <a:lumOff val="35000"/>
                        </a:schemeClr>
                      </a:solidFill>
                      <a:prstDash val="solid"/>
                      <a:round/>
                      <a:headEnd type="none" w="med" len="med"/>
                      <a:tailEnd type="none" w="med" len="med"/>
                    </a:ln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구매 확정</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r h="0">
                <a:tc>
                  <a:txBody>
                    <a:bodyPr/>
                    <a:lstStyle/>
                    <a:p>
                      <a:pPr algn="ctr" latinLnBrk="1"/>
                      <a:r>
                        <a:rPr lang="ko-KR" altLang="en-US" sz="900" dirty="0"/>
                        <a:t>취소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34933101"/>
                  </a:ext>
                </a:extLst>
              </a:tr>
              <a:tr h="0">
                <a:tc>
                  <a:txBody>
                    <a:bodyPr/>
                    <a:lstStyle/>
                    <a:p>
                      <a:pPr algn="ctr" latinLnBrk="1"/>
                      <a:r>
                        <a:rPr lang="ko-KR" altLang="en-US" sz="900" dirty="0"/>
                        <a:t>반품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545427743"/>
                  </a:ext>
                </a:extLst>
              </a:tr>
              <a:tr h="0">
                <a:tc>
                  <a:txBody>
                    <a:bodyPr/>
                    <a:lstStyle/>
                    <a:p>
                      <a:pPr algn="ctr" latinLnBrk="1"/>
                      <a:r>
                        <a:rPr lang="ko-KR" altLang="en-US" sz="900" dirty="0"/>
                        <a:t>교환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l" latinLnBrk="1"/>
                      <a:r>
                        <a:rPr lang="ko-KR" altLang="en-US" sz="900" dirty="0"/>
                        <a:t>주문번호</a:t>
                      </a:r>
                      <a:r>
                        <a:rPr lang="en-US" altLang="ko-KR" sz="900" dirty="0"/>
                        <a:t>:</a:t>
                      </a:r>
                      <a:r>
                        <a:rPr lang="ko-KR" altLang="en-US" sz="900" dirty="0"/>
                        <a:t> </a:t>
                      </a:r>
                      <a:r>
                        <a:rPr lang="en-US" altLang="ko-KR" sz="900" dirty="0"/>
                        <a:t>Me9-00929111</a:t>
                      </a:r>
                    </a:p>
                    <a:p>
                      <a:pPr algn="l" latinLnBrk="1"/>
                      <a:r>
                        <a:rPr lang="ko-KR" altLang="en-US" sz="900" b="1" dirty="0">
                          <a:solidFill>
                            <a:srgbClr val="FF0000"/>
                          </a:solidFill>
                        </a:rPr>
                        <a:t>  → </a:t>
                      </a:r>
                      <a:r>
                        <a:rPr lang="ko-KR" altLang="en-US" sz="900" dirty="0"/>
                        <a:t>교환 주문번호</a:t>
                      </a:r>
                      <a:r>
                        <a:rPr lang="en-US" altLang="ko-KR" sz="900" dirty="0"/>
                        <a:t>:</a:t>
                      </a:r>
                      <a:r>
                        <a:rPr lang="ko-KR" altLang="en-US" sz="900" dirty="0"/>
                        <a:t> </a:t>
                      </a:r>
                      <a:r>
                        <a:rPr lang="en-US" altLang="ko-KR" sz="900" dirty="0"/>
                        <a:t>Me9-RE-00929111</a:t>
                      </a:r>
                      <a:endParaRPr lang="ko-KR" altLang="en-US" sz="900" b="1" dirty="0">
                        <a:solidFill>
                          <a:srgbClr val="FF0000"/>
                        </a:solidFill>
                      </a:endParaRP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r>
                        <a:rPr lang="en-US" altLang="ko-KR" sz="900" b="1" dirty="0"/>
                        <a:t>1,000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155482761"/>
                  </a:ext>
                </a:extLst>
              </a:tr>
              <a:tr h="612560">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900" dirty="0"/>
                        <a:t>결제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1166454"/>
                  </a:ext>
                </a:extLst>
              </a:tr>
              <a:tr h="612560">
                <a:tc>
                  <a:txBody>
                    <a:bodyPr/>
                    <a:lstStyle/>
                    <a:p>
                      <a:pPr algn="ctr" latinLnBrk="1"/>
                      <a:r>
                        <a:rPr lang="ko-KR" altLang="en-US" sz="900" dirty="0"/>
                        <a:t>배송 준비중</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950813016"/>
                  </a:ext>
                </a:extLst>
              </a:tr>
              <a:tr h="612560">
                <a:tc>
                  <a:txBody>
                    <a:bodyPr/>
                    <a:lstStyle/>
                    <a:p>
                      <a:pPr algn="ctr" latinLnBrk="1"/>
                      <a:r>
                        <a:rPr lang="ko-KR" altLang="en-US" sz="900" dirty="0" err="1"/>
                        <a:t>배송중</a:t>
                      </a:r>
                      <a:endParaRPr lang="ko-KR" altLang="en-US" sz="900" dirty="0"/>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720894387"/>
                  </a:ext>
                </a:extLst>
              </a:tr>
              <a:tr h="612560">
                <a:tc>
                  <a:txBody>
                    <a:bodyPr/>
                    <a:lstStyle/>
                    <a:p>
                      <a:pPr algn="ctr" latinLnBrk="1"/>
                      <a:r>
                        <a:rPr lang="ko-KR" altLang="en-US" sz="900" dirty="0"/>
                        <a:t>배송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215658072"/>
                  </a:ext>
                </a:extLst>
              </a:tr>
            </a:tbl>
          </a:graphicData>
        </a:graphic>
      </p:graphicFrame>
      <p:grpSp>
        <p:nvGrpSpPr>
          <p:cNvPr id="21" name="그룹 20">
            <a:extLst>
              <a:ext uri="{FF2B5EF4-FFF2-40B4-BE49-F238E27FC236}">
                <a16:creationId xmlns:a16="http://schemas.microsoft.com/office/drawing/2014/main" id="{7D88BA30-E0DC-44BA-8264-43AA25AE20EA}"/>
              </a:ext>
            </a:extLst>
          </p:cNvPr>
          <p:cNvGrpSpPr/>
          <p:nvPr/>
        </p:nvGrpSpPr>
        <p:grpSpPr>
          <a:xfrm>
            <a:off x="2417534" y="4575809"/>
            <a:ext cx="689346" cy="440906"/>
            <a:chOff x="2843808" y="1955121"/>
            <a:chExt cx="1674813" cy="596970"/>
          </a:xfrm>
          <a:solidFill>
            <a:schemeClr val="bg1">
              <a:lumMod val="95000"/>
            </a:schemeClr>
          </a:solidFill>
        </p:grpSpPr>
        <p:sp>
          <p:nvSpPr>
            <p:cNvPr id="22" name="Border">
              <a:extLst>
                <a:ext uri="{FF2B5EF4-FFF2-40B4-BE49-F238E27FC236}">
                  <a16:creationId xmlns:a16="http://schemas.microsoft.com/office/drawing/2014/main" id="{9963B40C-0574-4C39-96A1-AB5DE7E459C8}"/>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3" name="Line 2">
              <a:extLst>
                <a:ext uri="{FF2B5EF4-FFF2-40B4-BE49-F238E27FC236}">
                  <a16:creationId xmlns:a16="http://schemas.microsoft.com/office/drawing/2014/main" id="{EC15E2A2-2BC3-4C35-AA94-433A6E66AB3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4" name="Line 1">
              <a:extLst>
                <a:ext uri="{FF2B5EF4-FFF2-40B4-BE49-F238E27FC236}">
                  <a16:creationId xmlns:a16="http://schemas.microsoft.com/office/drawing/2014/main" id="{7E2556BA-86C0-4DC2-B775-77A0E8CB7770}"/>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5" name="TextBox 24">
              <a:extLst>
                <a:ext uri="{FF2B5EF4-FFF2-40B4-BE49-F238E27FC236}">
                  <a16:creationId xmlns:a16="http://schemas.microsoft.com/office/drawing/2014/main" id="{8DF2668D-4EB9-44BB-A8AC-F6090431AFDF}"/>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26" name="직사각형 25">
            <a:extLst>
              <a:ext uri="{FF2B5EF4-FFF2-40B4-BE49-F238E27FC236}">
                <a16:creationId xmlns:a16="http://schemas.microsoft.com/office/drawing/2014/main" id="{E44823B3-AD9E-4CB0-BF37-917D308A4189}"/>
              </a:ext>
            </a:extLst>
          </p:cNvPr>
          <p:cNvSpPr/>
          <p:nvPr/>
        </p:nvSpPr>
        <p:spPr>
          <a:xfrm>
            <a:off x="3127963" y="4575809"/>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27" name="직사각형 26">
            <a:extLst>
              <a:ext uri="{FF2B5EF4-FFF2-40B4-BE49-F238E27FC236}">
                <a16:creationId xmlns:a16="http://schemas.microsoft.com/office/drawing/2014/main" id="{76CBE53B-D303-4364-BD15-DFFCEBD69A89}"/>
              </a:ext>
            </a:extLst>
          </p:cNvPr>
          <p:cNvSpPr/>
          <p:nvPr/>
        </p:nvSpPr>
        <p:spPr>
          <a:xfrm>
            <a:off x="3124415" y="5223174"/>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grpSp>
        <p:nvGrpSpPr>
          <p:cNvPr id="28" name="그룹 27">
            <a:extLst>
              <a:ext uri="{FF2B5EF4-FFF2-40B4-BE49-F238E27FC236}">
                <a16:creationId xmlns:a16="http://schemas.microsoft.com/office/drawing/2014/main" id="{E87AD803-1F1F-4F6A-BD05-4D70DAC85CE6}"/>
              </a:ext>
            </a:extLst>
          </p:cNvPr>
          <p:cNvGrpSpPr/>
          <p:nvPr/>
        </p:nvGrpSpPr>
        <p:grpSpPr>
          <a:xfrm>
            <a:off x="2413986" y="5198620"/>
            <a:ext cx="689346" cy="440906"/>
            <a:chOff x="2843808" y="1955121"/>
            <a:chExt cx="1674813" cy="596970"/>
          </a:xfrm>
          <a:solidFill>
            <a:schemeClr val="bg1">
              <a:lumMod val="95000"/>
            </a:schemeClr>
          </a:solidFill>
        </p:grpSpPr>
        <p:sp>
          <p:nvSpPr>
            <p:cNvPr id="29" name="Border">
              <a:extLst>
                <a:ext uri="{FF2B5EF4-FFF2-40B4-BE49-F238E27FC236}">
                  <a16:creationId xmlns:a16="http://schemas.microsoft.com/office/drawing/2014/main" id="{30E81D2C-8741-471C-83E8-E1CD45AA40D4}"/>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0" name="Line 2">
              <a:extLst>
                <a:ext uri="{FF2B5EF4-FFF2-40B4-BE49-F238E27FC236}">
                  <a16:creationId xmlns:a16="http://schemas.microsoft.com/office/drawing/2014/main" id="{702E6B69-C3E7-4AE4-9CD0-0360D870086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1" name="Line 1">
              <a:extLst>
                <a:ext uri="{FF2B5EF4-FFF2-40B4-BE49-F238E27FC236}">
                  <a16:creationId xmlns:a16="http://schemas.microsoft.com/office/drawing/2014/main" id="{F0576B9F-A154-4F45-85F8-4D006C7F2DA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2" name="TextBox 31">
              <a:extLst>
                <a:ext uri="{FF2B5EF4-FFF2-40B4-BE49-F238E27FC236}">
                  <a16:creationId xmlns:a16="http://schemas.microsoft.com/office/drawing/2014/main" id="{7BA7BFBC-6CC7-4066-A6D1-FFF9A66E65D5}"/>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33" name="TextBox 32">
            <a:extLst>
              <a:ext uri="{FF2B5EF4-FFF2-40B4-BE49-F238E27FC236}">
                <a16:creationId xmlns:a16="http://schemas.microsoft.com/office/drawing/2014/main" id="{17B11A86-3F48-4D4D-8B85-4AD7867CCC6F}"/>
              </a:ext>
            </a:extLst>
          </p:cNvPr>
          <p:cNvSpPr txBox="1"/>
          <p:nvPr/>
        </p:nvSpPr>
        <p:spPr>
          <a:xfrm>
            <a:off x="1487410" y="3986860"/>
            <a:ext cx="631904" cy="215444"/>
          </a:xfrm>
          <a:prstGeom prst="rect">
            <a:avLst/>
          </a:prstGeom>
          <a:noFill/>
        </p:spPr>
        <p:txBody>
          <a:bodyPr wrap="none" rtlCol="0">
            <a:spAutoFit/>
          </a:bodyPr>
          <a:lstStyle/>
          <a:p>
            <a:r>
              <a:rPr lang="ko-KR" altLang="en-US" sz="800" dirty="0"/>
              <a:t>구매 상품</a:t>
            </a:r>
          </a:p>
        </p:txBody>
      </p:sp>
      <p:cxnSp>
        <p:nvCxnSpPr>
          <p:cNvPr id="34" name="직선 연결선 33">
            <a:extLst>
              <a:ext uri="{FF2B5EF4-FFF2-40B4-BE49-F238E27FC236}">
                <a16:creationId xmlns:a16="http://schemas.microsoft.com/office/drawing/2014/main" id="{2D3DC284-67F6-4608-B9DE-1A1B5F6F82F6}"/>
              </a:ext>
            </a:extLst>
          </p:cNvPr>
          <p:cNvCxnSpPr>
            <a:cxnSpLocks/>
          </p:cNvCxnSpPr>
          <p:nvPr/>
        </p:nvCxnSpPr>
        <p:spPr>
          <a:xfrm>
            <a:off x="1479017" y="9979869"/>
            <a:ext cx="433338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623975E9-CA72-455B-9430-1D16ADA29ECB}"/>
              </a:ext>
            </a:extLst>
          </p:cNvPr>
          <p:cNvSpPr txBox="1"/>
          <p:nvPr/>
        </p:nvSpPr>
        <p:spPr>
          <a:xfrm>
            <a:off x="1487410" y="10074956"/>
            <a:ext cx="631904" cy="215444"/>
          </a:xfrm>
          <a:prstGeom prst="rect">
            <a:avLst/>
          </a:prstGeom>
          <a:noFill/>
        </p:spPr>
        <p:txBody>
          <a:bodyPr wrap="square" rtlCol="0">
            <a:spAutoFit/>
          </a:bodyPr>
          <a:lstStyle/>
          <a:p>
            <a:r>
              <a:rPr lang="ko-KR" altLang="en-US" sz="800" dirty="0"/>
              <a:t>결제 정보</a:t>
            </a:r>
          </a:p>
        </p:txBody>
      </p:sp>
      <p:cxnSp>
        <p:nvCxnSpPr>
          <p:cNvPr id="36" name="직선 연결선 35">
            <a:extLst>
              <a:ext uri="{FF2B5EF4-FFF2-40B4-BE49-F238E27FC236}">
                <a16:creationId xmlns:a16="http://schemas.microsoft.com/office/drawing/2014/main" id="{DDB2B4C1-33AB-489A-91F2-A1A23FD4CF52}"/>
              </a:ext>
            </a:extLst>
          </p:cNvPr>
          <p:cNvCxnSpPr>
            <a:cxnSpLocks/>
          </p:cNvCxnSpPr>
          <p:nvPr/>
        </p:nvCxnSpPr>
        <p:spPr>
          <a:xfrm>
            <a:off x="6096000" y="9979869"/>
            <a:ext cx="269821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TextBox 36">
            <a:extLst>
              <a:ext uri="{FF2B5EF4-FFF2-40B4-BE49-F238E27FC236}">
                <a16:creationId xmlns:a16="http://schemas.microsoft.com/office/drawing/2014/main" id="{DCA4BBB0-9098-44DC-835C-13E26978125C}"/>
              </a:ext>
            </a:extLst>
          </p:cNvPr>
          <p:cNvSpPr txBox="1"/>
          <p:nvPr/>
        </p:nvSpPr>
        <p:spPr>
          <a:xfrm>
            <a:off x="6096000" y="10074956"/>
            <a:ext cx="1078727" cy="215444"/>
          </a:xfrm>
          <a:prstGeom prst="rect">
            <a:avLst/>
          </a:prstGeom>
          <a:noFill/>
        </p:spPr>
        <p:txBody>
          <a:bodyPr wrap="square" rtlCol="0">
            <a:spAutoFit/>
          </a:bodyPr>
          <a:lstStyle/>
          <a:p>
            <a:r>
              <a:rPr lang="ko-KR" altLang="en-US" sz="800" dirty="0"/>
              <a:t>최종 결제금액</a:t>
            </a:r>
          </a:p>
        </p:txBody>
      </p:sp>
      <p:graphicFrame>
        <p:nvGraphicFramePr>
          <p:cNvPr id="38" name="표 37">
            <a:extLst>
              <a:ext uri="{FF2B5EF4-FFF2-40B4-BE49-F238E27FC236}">
                <a16:creationId xmlns:a16="http://schemas.microsoft.com/office/drawing/2014/main" id="{BE139FB1-4329-4613-B3BC-0A38E05B231C}"/>
              </a:ext>
            </a:extLst>
          </p:cNvPr>
          <p:cNvGraphicFramePr>
            <a:graphicFrameLocks noGrp="1"/>
          </p:cNvGraphicFramePr>
          <p:nvPr/>
        </p:nvGraphicFramePr>
        <p:xfrm>
          <a:off x="1476367" y="10384291"/>
          <a:ext cx="4336035" cy="853440"/>
        </p:xfrm>
        <a:graphic>
          <a:graphicData uri="http://schemas.openxmlformats.org/drawingml/2006/table">
            <a:tbl>
              <a:tblPr firstRow="1" bandRow="1">
                <a:tableStyleId>{5940675A-B579-460E-94D1-54222C63F5DA}</a:tableStyleId>
              </a:tblPr>
              <a:tblGrid>
                <a:gridCol w="1237336">
                  <a:extLst>
                    <a:ext uri="{9D8B030D-6E8A-4147-A177-3AD203B41FA5}">
                      <a16:colId xmlns:a16="http://schemas.microsoft.com/office/drawing/2014/main" val="1468661165"/>
                    </a:ext>
                  </a:extLst>
                </a:gridCol>
                <a:gridCol w="3098699">
                  <a:extLst>
                    <a:ext uri="{9D8B030D-6E8A-4147-A177-3AD203B41FA5}">
                      <a16:colId xmlns:a16="http://schemas.microsoft.com/office/drawing/2014/main" val="3917594789"/>
                    </a:ext>
                  </a:extLst>
                </a:gridCol>
              </a:tblGrid>
              <a:tr h="165784">
                <a:tc>
                  <a:txBody>
                    <a:bodyPr/>
                    <a:lstStyle/>
                    <a:p>
                      <a:pPr latinLnBrk="1"/>
                      <a:r>
                        <a:rPr lang="ko-KR" altLang="en-US" sz="800" dirty="0"/>
                        <a:t>결제수단</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카드결제</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a:txBody>
                    <a:bodyPr/>
                    <a:lstStyle/>
                    <a:p>
                      <a:pPr latinLnBrk="1"/>
                      <a:r>
                        <a:rPr lang="ko-KR" altLang="en-US" sz="800" dirty="0"/>
                        <a:t>카드종류</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현대카드</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a:txBody>
                    <a:bodyPr/>
                    <a:lstStyle/>
                    <a:p>
                      <a:pPr latinLnBrk="1"/>
                      <a:r>
                        <a:rPr lang="ko-KR" altLang="en-US" sz="800" dirty="0"/>
                        <a:t>카드번호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22030222-******</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r h="0">
                <a:tc>
                  <a:txBody>
                    <a:bodyPr/>
                    <a:lstStyle/>
                    <a:p>
                      <a:pPr latinLnBrk="1"/>
                      <a:r>
                        <a:rPr lang="ko-KR" altLang="en-US" sz="800" dirty="0"/>
                        <a:t>적립포인트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+ 1000 point</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610892354"/>
                  </a:ext>
                </a:extLst>
              </a:tr>
            </a:tbl>
          </a:graphicData>
        </a:graphic>
      </p:graphicFrame>
      <p:graphicFrame>
        <p:nvGraphicFramePr>
          <p:cNvPr id="39" name="표 38">
            <a:extLst>
              <a:ext uri="{FF2B5EF4-FFF2-40B4-BE49-F238E27FC236}">
                <a16:creationId xmlns:a16="http://schemas.microsoft.com/office/drawing/2014/main" id="{41C099F2-CFDA-44FA-A024-B4FFA5DFFC4A}"/>
              </a:ext>
            </a:extLst>
          </p:cNvPr>
          <p:cNvGraphicFramePr>
            <a:graphicFrameLocks noGrp="1"/>
          </p:cNvGraphicFramePr>
          <p:nvPr/>
        </p:nvGraphicFramePr>
        <p:xfrm>
          <a:off x="6096000" y="10374814"/>
          <a:ext cx="2687174" cy="914400"/>
        </p:xfrm>
        <a:graphic>
          <a:graphicData uri="http://schemas.openxmlformats.org/drawingml/2006/table">
            <a:tbl>
              <a:tblPr firstRow="1" bandRow="1">
                <a:tableStyleId>{5940675A-B579-460E-94D1-54222C63F5DA}</a:tableStyleId>
              </a:tblPr>
              <a:tblGrid>
                <a:gridCol w="1256071">
                  <a:extLst>
                    <a:ext uri="{9D8B030D-6E8A-4147-A177-3AD203B41FA5}">
                      <a16:colId xmlns:a16="http://schemas.microsoft.com/office/drawing/2014/main" val="1468661165"/>
                    </a:ext>
                  </a:extLst>
                </a:gridCol>
                <a:gridCol w="1431103">
                  <a:extLst>
                    <a:ext uri="{9D8B030D-6E8A-4147-A177-3AD203B41FA5}">
                      <a16:colId xmlns:a16="http://schemas.microsoft.com/office/drawing/2014/main" val="3917594789"/>
                    </a:ext>
                  </a:extLst>
                </a:gridCol>
              </a:tblGrid>
              <a:tr h="165784">
                <a:tc>
                  <a:txBody>
                    <a:bodyPr/>
                    <a:lstStyle/>
                    <a:p>
                      <a:pPr latinLnBrk="1"/>
                      <a:r>
                        <a:rPr lang="ko-KR" altLang="en-US" sz="800" dirty="0"/>
                        <a:t>총 상품금액</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800" dirty="0"/>
                        <a:t>3,000 </a:t>
                      </a:r>
                      <a:r>
                        <a:rPr lang="ko-KR" altLang="en-US" sz="800" dirty="0"/>
                        <a:t>원</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a:txBody>
                    <a:bodyPr/>
                    <a:lstStyle/>
                    <a:p>
                      <a:pPr latinLnBrk="1"/>
                      <a:r>
                        <a:rPr lang="ko-KR" altLang="en-US" sz="800" dirty="0"/>
                        <a:t>배송비</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800" dirty="0"/>
                        <a:t>+ 2,500 </a:t>
                      </a:r>
                      <a:r>
                        <a:rPr lang="ko-KR" altLang="en-US" sz="800" dirty="0"/>
                        <a:t>원</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a:txBody>
                    <a:bodyPr/>
                    <a:lstStyle/>
                    <a:p>
                      <a:pPr latinLnBrk="1"/>
                      <a:r>
                        <a:rPr lang="ko-KR" altLang="en-US" sz="800" dirty="0"/>
                        <a:t>포인트 사용</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800" dirty="0"/>
                        <a:t>- 2,000 p</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r h="0">
                <a:tc>
                  <a:txBody>
                    <a:bodyPr/>
                    <a:lstStyle/>
                    <a:p>
                      <a:pPr latinLnBrk="1"/>
                      <a:r>
                        <a:rPr lang="ko-KR" altLang="en-US" sz="800" dirty="0"/>
                        <a:t>최종 결제금액</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1200" b="1" dirty="0">
                          <a:solidFill>
                            <a:schemeClr val="accent2">
                              <a:lumMod val="75000"/>
                            </a:schemeClr>
                          </a:solidFill>
                        </a:rPr>
                        <a:t>4,500 </a:t>
                      </a:r>
                      <a:r>
                        <a:rPr lang="ko-KR" altLang="en-US" sz="800" b="1" dirty="0">
                          <a:solidFill>
                            <a:schemeClr val="tx1"/>
                          </a:solidFill>
                        </a:rPr>
                        <a:t>원</a:t>
                      </a:r>
                      <a:endParaRPr lang="en-US" altLang="ko-KR" sz="800" b="1" dirty="0">
                        <a:solidFill>
                          <a:schemeClr val="tx1"/>
                        </a:solidFill>
                      </a:endParaRP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610892354"/>
                  </a:ext>
                </a:extLst>
              </a:tr>
            </a:tbl>
          </a:graphicData>
        </a:graphic>
      </p:graphicFrame>
      <p:sp>
        <p:nvSpPr>
          <p:cNvPr id="40" name="직사각형 39">
            <a:extLst>
              <a:ext uri="{FF2B5EF4-FFF2-40B4-BE49-F238E27FC236}">
                <a16:creationId xmlns:a16="http://schemas.microsoft.com/office/drawing/2014/main" id="{0A986A23-4CC6-484A-81AD-799B1934AA70}"/>
              </a:ext>
            </a:extLst>
          </p:cNvPr>
          <p:cNvSpPr/>
          <p:nvPr/>
        </p:nvSpPr>
        <p:spPr>
          <a:xfrm>
            <a:off x="3124415" y="5870247"/>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grpSp>
        <p:nvGrpSpPr>
          <p:cNvPr id="41" name="그룹 40">
            <a:extLst>
              <a:ext uri="{FF2B5EF4-FFF2-40B4-BE49-F238E27FC236}">
                <a16:creationId xmlns:a16="http://schemas.microsoft.com/office/drawing/2014/main" id="{A773D6E2-F5AF-4492-9C57-D29F21073C58}"/>
              </a:ext>
            </a:extLst>
          </p:cNvPr>
          <p:cNvGrpSpPr/>
          <p:nvPr/>
        </p:nvGrpSpPr>
        <p:grpSpPr>
          <a:xfrm>
            <a:off x="2413986" y="5845693"/>
            <a:ext cx="689346" cy="440906"/>
            <a:chOff x="2843808" y="1955121"/>
            <a:chExt cx="1674813" cy="596970"/>
          </a:xfrm>
          <a:solidFill>
            <a:schemeClr val="bg1">
              <a:lumMod val="95000"/>
            </a:schemeClr>
          </a:solidFill>
        </p:grpSpPr>
        <p:sp>
          <p:nvSpPr>
            <p:cNvPr id="42" name="Border">
              <a:extLst>
                <a:ext uri="{FF2B5EF4-FFF2-40B4-BE49-F238E27FC236}">
                  <a16:creationId xmlns:a16="http://schemas.microsoft.com/office/drawing/2014/main" id="{47DAE718-C7C0-454F-9892-4055367A1B3F}"/>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3" name="Line 2">
              <a:extLst>
                <a:ext uri="{FF2B5EF4-FFF2-40B4-BE49-F238E27FC236}">
                  <a16:creationId xmlns:a16="http://schemas.microsoft.com/office/drawing/2014/main" id="{951A4DC7-6FA7-462C-ABE5-F93A33BC904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4" name="Line 1">
              <a:extLst>
                <a:ext uri="{FF2B5EF4-FFF2-40B4-BE49-F238E27FC236}">
                  <a16:creationId xmlns:a16="http://schemas.microsoft.com/office/drawing/2014/main" id="{0AFC9688-86E1-46C7-9436-95D4FC82C7C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5" name="TextBox 44">
              <a:extLst>
                <a:ext uri="{FF2B5EF4-FFF2-40B4-BE49-F238E27FC236}">
                  <a16:creationId xmlns:a16="http://schemas.microsoft.com/office/drawing/2014/main" id="{FD1791B8-1AAD-4176-9724-0590440CCEA7}"/>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46" name="직사각형 45">
            <a:extLst>
              <a:ext uri="{FF2B5EF4-FFF2-40B4-BE49-F238E27FC236}">
                <a16:creationId xmlns:a16="http://schemas.microsoft.com/office/drawing/2014/main" id="{7EC4EB8A-69F3-4C54-9705-4AC5D98C128C}"/>
              </a:ext>
            </a:extLst>
          </p:cNvPr>
          <p:cNvSpPr/>
          <p:nvPr/>
        </p:nvSpPr>
        <p:spPr>
          <a:xfrm>
            <a:off x="3124415" y="6520890"/>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grpSp>
        <p:nvGrpSpPr>
          <p:cNvPr id="47" name="그룹 46">
            <a:extLst>
              <a:ext uri="{FF2B5EF4-FFF2-40B4-BE49-F238E27FC236}">
                <a16:creationId xmlns:a16="http://schemas.microsoft.com/office/drawing/2014/main" id="{56FA31BE-3F1E-412B-B09A-E666E833308C}"/>
              </a:ext>
            </a:extLst>
          </p:cNvPr>
          <p:cNvGrpSpPr/>
          <p:nvPr/>
        </p:nvGrpSpPr>
        <p:grpSpPr>
          <a:xfrm>
            <a:off x="2413986" y="6496336"/>
            <a:ext cx="689346" cy="440906"/>
            <a:chOff x="2843808" y="1955121"/>
            <a:chExt cx="1674813" cy="596970"/>
          </a:xfrm>
          <a:solidFill>
            <a:schemeClr val="bg1">
              <a:lumMod val="95000"/>
            </a:schemeClr>
          </a:solidFill>
        </p:grpSpPr>
        <p:sp>
          <p:nvSpPr>
            <p:cNvPr id="48"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9"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0"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1" name="TextBox 50">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52" name="직사각형 51">
            <a:extLst>
              <a:ext uri="{FF2B5EF4-FFF2-40B4-BE49-F238E27FC236}">
                <a16:creationId xmlns:a16="http://schemas.microsoft.com/office/drawing/2014/main" id="{80850CAC-6236-48BC-89CF-B1A9E42551C9}"/>
              </a:ext>
            </a:extLst>
          </p:cNvPr>
          <p:cNvSpPr/>
          <p:nvPr/>
        </p:nvSpPr>
        <p:spPr>
          <a:xfrm>
            <a:off x="7957667" y="4679331"/>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tx1"/>
                </a:solidFill>
              </a:rPr>
              <a:t>구매확정일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53" name="직사각형 52">
            <a:extLst>
              <a:ext uri="{FF2B5EF4-FFF2-40B4-BE49-F238E27FC236}">
                <a16:creationId xmlns:a16="http://schemas.microsoft.com/office/drawing/2014/main" id="{8047EFA7-7F0E-4009-8185-A3A373999398}"/>
              </a:ext>
            </a:extLst>
          </p:cNvPr>
          <p:cNvSpPr/>
          <p:nvPr/>
        </p:nvSpPr>
        <p:spPr>
          <a:xfrm>
            <a:off x="7957667" y="6587222"/>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교환완료일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54" name="직사각형 53">
            <a:extLst>
              <a:ext uri="{FF2B5EF4-FFF2-40B4-BE49-F238E27FC236}">
                <a16:creationId xmlns:a16="http://schemas.microsoft.com/office/drawing/2014/main" id="{209B8D46-8E94-4D18-985B-D9E5D14F9B65}"/>
              </a:ext>
            </a:extLst>
          </p:cNvPr>
          <p:cNvSpPr/>
          <p:nvPr/>
        </p:nvSpPr>
        <p:spPr>
          <a:xfrm>
            <a:off x="7957667" y="5938094"/>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반품완료일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55" name="직사각형 54">
            <a:extLst>
              <a:ext uri="{FF2B5EF4-FFF2-40B4-BE49-F238E27FC236}">
                <a16:creationId xmlns:a16="http://schemas.microsoft.com/office/drawing/2014/main" id="{E10E233A-7BB9-45A0-A7E6-45FAA232B7D8}"/>
              </a:ext>
            </a:extLst>
          </p:cNvPr>
          <p:cNvSpPr/>
          <p:nvPr/>
        </p:nvSpPr>
        <p:spPr>
          <a:xfrm>
            <a:off x="7957667" y="5289506"/>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취소완료일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64" name="TextBox 63">
            <a:extLst>
              <a:ext uri="{FF2B5EF4-FFF2-40B4-BE49-F238E27FC236}">
                <a16:creationId xmlns:a16="http://schemas.microsoft.com/office/drawing/2014/main" id="{AC25A851-D5D4-4DBC-8689-4D747F78726A}"/>
              </a:ext>
            </a:extLst>
          </p:cNvPr>
          <p:cNvSpPr txBox="1"/>
          <p:nvPr/>
        </p:nvSpPr>
        <p:spPr>
          <a:xfrm>
            <a:off x="1495803" y="11933865"/>
            <a:ext cx="631904" cy="215444"/>
          </a:xfrm>
          <a:prstGeom prst="rect">
            <a:avLst/>
          </a:prstGeom>
          <a:noFill/>
        </p:spPr>
        <p:txBody>
          <a:bodyPr wrap="none" rtlCol="0">
            <a:spAutoFit/>
          </a:bodyPr>
          <a:lstStyle/>
          <a:p>
            <a:r>
              <a:rPr lang="ko-KR" altLang="en-US" sz="800" dirty="0"/>
              <a:t>취소 상품</a:t>
            </a:r>
          </a:p>
        </p:txBody>
      </p:sp>
      <p:sp>
        <p:nvSpPr>
          <p:cNvPr id="65" name="TextBox 64">
            <a:extLst>
              <a:ext uri="{FF2B5EF4-FFF2-40B4-BE49-F238E27FC236}">
                <a16:creationId xmlns:a16="http://schemas.microsoft.com/office/drawing/2014/main" id="{B4795005-E9AC-45DB-A058-440FE52170E6}"/>
              </a:ext>
            </a:extLst>
          </p:cNvPr>
          <p:cNvSpPr txBox="1"/>
          <p:nvPr/>
        </p:nvSpPr>
        <p:spPr>
          <a:xfrm>
            <a:off x="6096000" y="9579502"/>
            <a:ext cx="2870565" cy="338554"/>
          </a:xfrm>
          <a:prstGeom prst="rect">
            <a:avLst/>
          </a:prstGeom>
          <a:noFill/>
        </p:spPr>
        <p:txBody>
          <a:bodyPr wrap="square" rtlCol="0">
            <a:spAutoFit/>
          </a:bodyPr>
          <a:lstStyle/>
          <a:p>
            <a:r>
              <a:rPr lang="en-US" altLang="ko-KR" sz="800" dirty="0"/>
              <a:t>( </a:t>
            </a:r>
            <a:r>
              <a:rPr lang="ko-KR" altLang="en-US" sz="800" dirty="0"/>
              <a:t>배송비 </a:t>
            </a:r>
            <a:r>
              <a:rPr lang="en-US" altLang="ko-KR" sz="800" dirty="0"/>
              <a:t>) 30,000</a:t>
            </a:r>
            <a:r>
              <a:rPr lang="ko-KR" altLang="en-US" sz="800" dirty="0"/>
              <a:t>원 미만 </a:t>
            </a:r>
            <a:r>
              <a:rPr lang="en-US" altLang="ko-KR" sz="800" dirty="0"/>
              <a:t>: 2,500 </a:t>
            </a:r>
            <a:r>
              <a:rPr lang="ko-KR" altLang="en-US" sz="800" dirty="0"/>
              <a:t>원 </a:t>
            </a:r>
            <a:r>
              <a:rPr lang="en-US" altLang="ko-KR" sz="800" dirty="0"/>
              <a:t>|  </a:t>
            </a:r>
            <a:r>
              <a:rPr lang="ko-KR" altLang="en-US" sz="800" dirty="0"/>
              <a:t>판매자 문의하기 ▷</a:t>
            </a:r>
          </a:p>
          <a:p>
            <a:endParaRPr lang="ko-KR" altLang="en-US" sz="800" dirty="0"/>
          </a:p>
        </p:txBody>
      </p:sp>
      <p:sp>
        <p:nvSpPr>
          <p:cNvPr id="93" name="직사각형 92">
            <a:extLst>
              <a:ext uri="{FF2B5EF4-FFF2-40B4-BE49-F238E27FC236}">
                <a16:creationId xmlns:a16="http://schemas.microsoft.com/office/drawing/2014/main" id="{AEA0D8A4-5D61-497C-9F12-3A678C6111DF}"/>
              </a:ext>
            </a:extLst>
          </p:cNvPr>
          <p:cNvSpPr/>
          <p:nvPr/>
        </p:nvSpPr>
        <p:spPr>
          <a:xfrm>
            <a:off x="4676341" y="11706347"/>
            <a:ext cx="920552" cy="297955"/>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메인으로</a:t>
            </a:r>
            <a:endParaRPr lang="en-US" altLang="ko-KR" sz="800" dirty="0">
              <a:solidFill>
                <a:schemeClr val="bg1"/>
              </a:solidFill>
            </a:endParaRPr>
          </a:p>
        </p:txBody>
      </p:sp>
      <p:graphicFrame>
        <p:nvGraphicFramePr>
          <p:cNvPr id="95" name="표 94">
            <a:extLst>
              <a:ext uri="{FF2B5EF4-FFF2-40B4-BE49-F238E27FC236}">
                <a16:creationId xmlns:a16="http://schemas.microsoft.com/office/drawing/2014/main" id="{3B320BEC-EC65-4357-B942-478D15721AA5}"/>
              </a:ext>
            </a:extLst>
          </p:cNvPr>
          <p:cNvGraphicFramePr>
            <a:graphicFrameLocks noGrp="1"/>
          </p:cNvGraphicFramePr>
          <p:nvPr>
            <p:extLst>
              <p:ext uri="{D42A27DB-BD31-4B8C-83A1-F6EECF244321}">
                <p14:modId xmlns:p14="http://schemas.microsoft.com/office/powerpoint/2010/main" val="3790377312"/>
              </p:ext>
            </p:extLst>
          </p:nvPr>
        </p:nvGraphicFramePr>
        <p:xfrm>
          <a:off x="10171774" y="22159"/>
          <a:ext cx="1979018" cy="2698512"/>
        </p:xfrm>
        <a:graphic>
          <a:graphicData uri="http://schemas.openxmlformats.org/drawingml/2006/table">
            <a:tbl>
              <a:tblPr firstRow="1" bandRow="1">
                <a:tableStyleId>{5940675A-B579-460E-94D1-54222C63F5DA}</a:tableStyleId>
              </a:tblPr>
              <a:tblGrid>
                <a:gridCol w="297687">
                  <a:extLst>
                    <a:ext uri="{9D8B030D-6E8A-4147-A177-3AD203B41FA5}">
                      <a16:colId xmlns:a16="http://schemas.microsoft.com/office/drawing/2014/main" val="2768186151"/>
                    </a:ext>
                  </a:extLst>
                </a:gridCol>
                <a:gridCol w="527402">
                  <a:extLst>
                    <a:ext uri="{9D8B030D-6E8A-4147-A177-3AD203B41FA5}">
                      <a16:colId xmlns:a16="http://schemas.microsoft.com/office/drawing/2014/main" val="1926572822"/>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en-US" altLang="ko-KR" sz="800" dirty="0"/>
                        <a:t>RF-01-06-02-1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주문조회</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주문 상세 페이지 </a:t>
                      </a:r>
                      <a:r>
                        <a:rPr lang="en-US" altLang="ko-KR" sz="800" dirty="0"/>
                        <a:t>&gt; </a:t>
                      </a:r>
                      <a:r>
                        <a:rPr lang="ko-KR" altLang="en-US" sz="800" dirty="0"/>
                        <a:t>취소 신청</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결제 완료</a:t>
                      </a:r>
                      <a:r>
                        <a:rPr lang="en-US" altLang="ko-KR" sz="800" b="0" dirty="0">
                          <a:solidFill>
                            <a:schemeClr val="tx1"/>
                          </a:solidFill>
                        </a:rPr>
                        <a:t>, </a:t>
                      </a:r>
                      <a:r>
                        <a:rPr lang="ko-KR" altLang="en-US" sz="800" b="0" dirty="0">
                          <a:solidFill>
                            <a:schemeClr val="tx1"/>
                          </a:solidFill>
                        </a:rPr>
                        <a:t>배송 준비중의 상태일 때 취소 신청을 하는 과정</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버튼 클릭 시 취소신청하기 화면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46746957"/>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주문 취소를</a:t>
                      </a:r>
                      <a:r>
                        <a:rPr lang="ko-KR" altLang="en-US" sz="800" b="0" baseline="0" dirty="0">
                          <a:solidFill>
                            <a:schemeClr val="tx1"/>
                          </a:solidFill>
                        </a:rPr>
                        <a:t> 신청할 수 있는 화면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557257392"/>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취소사유가 기타일 경우 사유를 입력할 수 있는 입력 영역이 표시된다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918262721"/>
                  </a:ext>
                </a:extLst>
              </a:tr>
            </a:tbl>
          </a:graphicData>
        </a:graphic>
      </p:graphicFrame>
      <p:grpSp>
        <p:nvGrpSpPr>
          <p:cNvPr id="98" name="그룹 97">
            <a:extLst>
              <a:ext uri="{FF2B5EF4-FFF2-40B4-BE49-F238E27FC236}">
                <a16:creationId xmlns:a16="http://schemas.microsoft.com/office/drawing/2014/main" id="{56FA31BE-3F1E-412B-B09A-E666E833308C}"/>
              </a:ext>
            </a:extLst>
          </p:cNvPr>
          <p:cNvGrpSpPr/>
          <p:nvPr/>
        </p:nvGrpSpPr>
        <p:grpSpPr>
          <a:xfrm>
            <a:off x="2415384" y="7135298"/>
            <a:ext cx="689346" cy="440906"/>
            <a:chOff x="2843808" y="1955121"/>
            <a:chExt cx="1674813" cy="596970"/>
          </a:xfrm>
          <a:solidFill>
            <a:schemeClr val="bg1">
              <a:lumMod val="95000"/>
            </a:schemeClr>
          </a:solidFill>
        </p:grpSpPr>
        <p:sp>
          <p:nvSpPr>
            <p:cNvPr id="99"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0"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1"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2" name="TextBox 101">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grpSp>
        <p:nvGrpSpPr>
          <p:cNvPr id="103" name="그룹 102">
            <a:extLst>
              <a:ext uri="{FF2B5EF4-FFF2-40B4-BE49-F238E27FC236}">
                <a16:creationId xmlns:a16="http://schemas.microsoft.com/office/drawing/2014/main" id="{56FA31BE-3F1E-412B-B09A-E666E833308C}"/>
              </a:ext>
            </a:extLst>
          </p:cNvPr>
          <p:cNvGrpSpPr/>
          <p:nvPr/>
        </p:nvGrpSpPr>
        <p:grpSpPr>
          <a:xfrm>
            <a:off x="2412667" y="7717822"/>
            <a:ext cx="689346" cy="440906"/>
            <a:chOff x="2843808" y="1955121"/>
            <a:chExt cx="1674813" cy="596970"/>
          </a:xfrm>
          <a:solidFill>
            <a:schemeClr val="bg1">
              <a:lumMod val="95000"/>
            </a:schemeClr>
          </a:solidFill>
        </p:grpSpPr>
        <p:sp>
          <p:nvSpPr>
            <p:cNvPr id="104"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5"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6"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7" name="TextBox 106">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grpSp>
        <p:nvGrpSpPr>
          <p:cNvPr id="108" name="그룹 107">
            <a:extLst>
              <a:ext uri="{FF2B5EF4-FFF2-40B4-BE49-F238E27FC236}">
                <a16:creationId xmlns:a16="http://schemas.microsoft.com/office/drawing/2014/main" id="{56FA31BE-3F1E-412B-B09A-E666E833308C}"/>
              </a:ext>
            </a:extLst>
          </p:cNvPr>
          <p:cNvGrpSpPr/>
          <p:nvPr/>
        </p:nvGrpSpPr>
        <p:grpSpPr>
          <a:xfrm>
            <a:off x="2412667" y="8347035"/>
            <a:ext cx="689346" cy="440906"/>
            <a:chOff x="2843808" y="1955121"/>
            <a:chExt cx="1674813" cy="596970"/>
          </a:xfrm>
          <a:solidFill>
            <a:schemeClr val="bg1">
              <a:lumMod val="95000"/>
            </a:schemeClr>
          </a:solidFill>
        </p:grpSpPr>
        <p:sp>
          <p:nvSpPr>
            <p:cNvPr id="109"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0"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1"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2" name="TextBox 111">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grpSp>
        <p:nvGrpSpPr>
          <p:cNvPr id="113" name="그룹 112">
            <a:extLst>
              <a:ext uri="{FF2B5EF4-FFF2-40B4-BE49-F238E27FC236}">
                <a16:creationId xmlns:a16="http://schemas.microsoft.com/office/drawing/2014/main" id="{56FA31BE-3F1E-412B-B09A-E666E833308C}"/>
              </a:ext>
            </a:extLst>
          </p:cNvPr>
          <p:cNvGrpSpPr/>
          <p:nvPr/>
        </p:nvGrpSpPr>
        <p:grpSpPr>
          <a:xfrm>
            <a:off x="2419771" y="8940704"/>
            <a:ext cx="689346" cy="440906"/>
            <a:chOff x="2843808" y="1955121"/>
            <a:chExt cx="1674813" cy="596970"/>
          </a:xfrm>
          <a:solidFill>
            <a:schemeClr val="bg1">
              <a:lumMod val="95000"/>
            </a:schemeClr>
          </a:solidFill>
        </p:grpSpPr>
        <p:sp>
          <p:nvSpPr>
            <p:cNvPr id="114"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5"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6"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7" name="TextBox 116">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25" name="직사각형 124">
            <a:extLst>
              <a:ext uri="{FF2B5EF4-FFF2-40B4-BE49-F238E27FC236}">
                <a16:creationId xmlns:a16="http://schemas.microsoft.com/office/drawing/2014/main" id="{7EC4EB8A-69F3-4C54-9705-4AC5D98C128C}"/>
              </a:ext>
            </a:extLst>
          </p:cNvPr>
          <p:cNvSpPr/>
          <p:nvPr/>
        </p:nvSpPr>
        <p:spPr>
          <a:xfrm>
            <a:off x="3173395" y="7151849"/>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sp>
        <p:nvSpPr>
          <p:cNvPr id="126" name="직사각형 125">
            <a:extLst>
              <a:ext uri="{FF2B5EF4-FFF2-40B4-BE49-F238E27FC236}">
                <a16:creationId xmlns:a16="http://schemas.microsoft.com/office/drawing/2014/main" id="{7EC4EB8A-69F3-4C54-9705-4AC5D98C128C}"/>
              </a:ext>
            </a:extLst>
          </p:cNvPr>
          <p:cNvSpPr/>
          <p:nvPr/>
        </p:nvSpPr>
        <p:spPr>
          <a:xfrm>
            <a:off x="3169324" y="7737935"/>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sp>
        <p:nvSpPr>
          <p:cNvPr id="127" name="직사각형 126">
            <a:extLst>
              <a:ext uri="{FF2B5EF4-FFF2-40B4-BE49-F238E27FC236}">
                <a16:creationId xmlns:a16="http://schemas.microsoft.com/office/drawing/2014/main" id="{7EC4EB8A-69F3-4C54-9705-4AC5D98C128C}"/>
              </a:ext>
            </a:extLst>
          </p:cNvPr>
          <p:cNvSpPr/>
          <p:nvPr/>
        </p:nvSpPr>
        <p:spPr>
          <a:xfrm>
            <a:off x="3183085" y="8350064"/>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sp>
        <p:nvSpPr>
          <p:cNvPr id="128" name="직사각형 127">
            <a:extLst>
              <a:ext uri="{FF2B5EF4-FFF2-40B4-BE49-F238E27FC236}">
                <a16:creationId xmlns:a16="http://schemas.microsoft.com/office/drawing/2014/main" id="{7EC4EB8A-69F3-4C54-9705-4AC5D98C128C}"/>
              </a:ext>
            </a:extLst>
          </p:cNvPr>
          <p:cNvSpPr/>
          <p:nvPr/>
        </p:nvSpPr>
        <p:spPr>
          <a:xfrm>
            <a:off x="3169324" y="8945774"/>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sp>
        <p:nvSpPr>
          <p:cNvPr id="130" name="직사각형 129">
            <a:extLst>
              <a:ext uri="{FF2B5EF4-FFF2-40B4-BE49-F238E27FC236}">
                <a16:creationId xmlns:a16="http://schemas.microsoft.com/office/drawing/2014/main" id="{FCB3DCD2-8C49-41FE-A52B-CDE362A43498}"/>
              </a:ext>
            </a:extLst>
          </p:cNvPr>
          <p:cNvSpPr/>
          <p:nvPr/>
        </p:nvSpPr>
        <p:spPr>
          <a:xfrm>
            <a:off x="8042546" y="7238373"/>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취소신청</a:t>
            </a:r>
          </a:p>
        </p:txBody>
      </p:sp>
      <p:sp>
        <p:nvSpPr>
          <p:cNvPr id="132" name="직사각형 131">
            <a:extLst>
              <a:ext uri="{FF2B5EF4-FFF2-40B4-BE49-F238E27FC236}">
                <a16:creationId xmlns:a16="http://schemas.microsoft.com/office/drawing/2014/main" id="{FCB3DCD2-8C49-41FE-A52B-CDE362A43498}"/>
              </a:ext>
            </a:extLst>
          </p:cNvPr>
          <p:cNvSpPr/>
          <p:nvPr/>
        </p:nvSpPr>
        <p:spPr>
          <a:xfrm>
            <a:off x="8042546" y="7834674"/>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취소신청</a:t>
            </a:r>
          </a:p>
        </p:txBody>
      </p:sp>
      <p:sp>
        <p:nvSpPr>
          <p:cNvPr id="133" name="직사각형 132">
            <a:extLst>
              <a:ext uri="{FF2B5EF4-FFF2-40B4-BE49-F238E27FC236}">
                <a16:creationId xmlns:a16="http://schemas.microsoft.com/office/drawing/2014/main" id="{27084E9C-17F3-42AE-8231-8C85A80EE39F}"/>
              </a:ext>
            </a:extLst>
          </p:cNvPr>
          <p:cNvSpPr/>
          <p:nvPr/>
        </p:nvSpPr>
        <p:spPr>
          <a:xfrm>
            <a:off x="8042546" y="8456727"/>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반품신청</a:t>
            </a:r>
          </a:p>
        </p:txBody>
      </p:sp>
      <p:sp>
        <p:nvSpPr>
          <p:cNvPr id="134" name="직사각형 133">
            <a:extLst>
              <a:ext uri="{FF2B5EF4-FFF2-40B4-BE49-F238E27FC236}">
                <a16:creationId xmlns:a16="http://schemas.microsoft.com/office/drawing/2014/main" id="{154DCA1E-CE80-47D1-8F41-924E54F01F2F}"/>
              </a:ext>
            </a:extLst>
          </p:cNvPr>
          <p:cNvSpPr/>
          <p:nvPr/>
        </p:nvSpPr>
        <p:spPr>
          <a:xfrm>
            <a:off x="8049071" y="9315141"/>
            <a:ext cx="666792" cy="213852"/>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구매확정</a:t>
            </a:r>
          </a:p>
        </p:txBody>
      </p:sp>
      <p:sp>
        <p:nvSpPr>
          <p:cNvPr id="135" name="직사각형 134">
            <a:extLst>
              <a:ext uri="{FF2B5EF4-FFF2-40B4-BE49-F238E27FC236}">
                <a16:creationId xmlns:a16="http://schemas.microsoft.com/office/drawing/2014/main" id="{568DEFE7-B127-4AC7-BF82-53B4D61A428A}"/>
              </a:ext>
            </a:extLst>
          </p:cNvPr>
          <p:cNvSpPr/>
          <p:nvPr/>
        </p:nvSpPr>
        <p:spPr>
          <a:xfrm>
            <a:off x="8049071" y="8842447"/>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반품신청</a:t>
            </a:r>
          </a:p>
        </p:txBody>
      </p:sp>
      <p:sp>
        <p:nvSpPr>
          <p:cNvPr id="136" name="직사각형 135">
            <a:extLst>
              <a:ext uri="{FF2B5EF4-FFF2-40B4-BE49-F238E27FC236}">
                <a16:creationId xmlns:a16="http://schemas.microsoft.com/office/drawing/2014/main" id="{EF53F4A0-847F-40BC-AB92-6B18E9F6153B}"/>
              </a:ext>
            </a:extLst>
          </p:cNvPr>
          <p:cNvSpPr/>
          <p:nvPr/>
        </p:nvSpPr>
        <p:spPr>
          <a:xfrm>
            <a:off x="8042546" y="9072517"/>
            <a:ext cx="666792" cy="213852"/>
          </a:xfrm>
          <a:prstGeom prst="rect">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교환신청</a:t>
            </a:r>
          </a:p>
        </p:txBody>
      </p:sp>
      <p:grpSp>
        <p:nvGrpSpPr>
          <p:cNvPr id="121" name="Image">
            <a:extLst>
              <a:ext uri="{FF2B5EF4-FFF2-40B4-BE49-F238E27FC236}">
                <a16:creationId xmlns:a16="http://schemas.microsoft.com/office/drawing/2014/main" id="{B8C1A9A8-34FD-40F0-8CD4-74120A9BECC7}"/>
              </a:ext>
            </a:extLst>
          </p:cNvPr>
          <p:cNvGrpSpPr>
            <a:grpSpLocks/>
          </p:cNvGrpSpPr>
          <p:nvPr/>
        </p:nvGrpSpPr>
        <p:grpSpPr bwMode="auto">
          <a:xfrm>
            <a:off x="4130251" y="7834654"/>
            <a:ext cx="204716" cy="209797"/>
            <a:chOff x="508000" y="1397000"/>
            <a:chExt cx="1008112" cy="1008112"/>
          </a:xfrm>
        </p:grpSpPr>
        <p:sp>
          <p:nvSpPr>
            <p:cNvPr id="122" name="Border">
              <a:extLst>
                <a:ext uri="{FF2B5EF4-FFF2-40B4-BE49-F238E27FC236}">
                  <a16:creationId xmlns:a16="http://schemas.microsoft.com/office/drawing/2014/main" id="{A63E5B8B-31F6-4BBB-8E6C-C460C9E02D6A}"/>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3" name="Line 2">
              <a:extLst>
                <a:ext uri="{FF2B5EF4-FFF2-40B4-BE49-F238E27FC236}">
                  <a16:creationId xmlns:a16="http://schemas.microsoft.com/office/drawing/2014/main" id="{895704A0-8013-4B91-91E0-953FCA70EF04}"/>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4" name="Line 1">
              <a:extLst>
                <a:ext uri="{FF2B5EF4-FFF2-40B4-BE49-F238E27FC236}">
                  <a16:creationId xmlns:a16="http://schemas.microsoft.com/office/drawing/2014/main" id="{9EDBD880-C610-4C44-BF4E-AD963BB215DA}"/>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29" name="타원 128">
            <a:extLst>
              <a:ext uri="{FF2B5EF4-FFF2-40B4-BE49-F238E27FC236}">
                <a16:creationId xmlns:a16="http://schemas.microsoft.com/office/drawing/2014/main" id="{A3313140-F1AB-4CCF-887F-392174F9DA5A}"/>
              </a:ext>
            </a:extLst>
          </p:cNvPr>
          <p:cNvSpPr/>
          <p:nvPr/>
        </p:nvSpPr>
        <p:spPr>
          <a:xfrm>
            <a:off x="7866362" y="7111794"/>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1" name="그룹 130">
            <a:extLst>
              <a:ext uri="{FF2B5EF4-FFF2-40B4-BE49-F238E27FC236}">
                <a16:creationId xmlns:a16="http://schemas.microsoft.com/office/drawing/2014/main" id="{9B1A4ED7-25D6-4B79-B094-5A91D9F049B0}"/>
              </a:ext>
            </a:extLst>
          </p:cNvPr>
          <p:cNvGrpSpPr/>
          <p:nvPr/>
        </p:nvGrpSpPr>
        <p:grpSpPr>
          <a:xfrm>
            <a:off x="918455" y="4783834"/>
            <a:ext cx="3935785" cy="3120355"/>
            <a:chOff x="-4621742" y="308645"/>
            <a:chExt cx="3935785" cy="3120355"/>
          </a:xfrm>
        </p:grpSpPr>
        <p:sp>
          <p:nvSpPr>
            <p:cNvPr id="142" name="직사각형 141">
              <a:extLst>
                <a:ext uri="{FF2B5EF4-FFF2-40B4-BE49-F238E27FC236}">
                  <a16:creationId xmlns:a16="http://schemas.microsoft.com/office/drawing/2014/main" id="{2716B5CA-7A3E-43F5-9BA1-EF96194E7124}"/>
                </a:ext>
              </a:extLst>
            </p:cNvPr>
            <p:cNvSpPr/>
            <p:nvPr/>
          </p:nvSpPr>
          <p:spPr>
            <a:xfrm>
              <a:off x="-4621742" y="308645"/>
              <a:ext cx="3935785" cy="3120355"/>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143" name="TextBox 142">
              <a:extLst>
                <a:ext uri="{FF2B5EF4-FFF2-40B4-BE49-F238E27FC236}">
                  <a16:creationId xmlns:a16="http://schemas.microsoft.com/office/drawing/2014/main" id="{474B90BE-DA23-4F31-ACDD-9809946FEA0A}"/>
                </a:ext>
              </a:extLst>
            </p:cNvPr>
            <p:cNvSpPr txBox="1"/>
            <p:nvPr/>
          </p:nvSpPr>
          <p:spPr>
            <a:xfrm>
              <a:off x="-4518724" y="461211"/>
              <a:ext cx="103265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취소신청하기</a:t>
              </a:r>
              <a:endParaRPr lang="ko-KR" altLang="en-US" sz="900" dirty="0"/>
            </a:p>
          </p:txBody>
        </p:sp>
        <p:sp>
          <p:nvSpPr>
            <p:cNvPr id="144" name="직사각형 143">
              <a:extLst>
                <a:ext uri="{FF2B5EF4-FFF2-40B4-BE49-F238E27FC236}">
                  <a16:creationId xmlns:a16="http://schemas.microsoft.com/office/drawing/2014/main" id="{63B78CF1-9EE4-458D-B640-BDFE3CAFE9B5}"/>
                </a:ext>
              </a:extLst>
            </p:cNvPr>
            <p:cNvSpPr/>
            <p:nvPr/>
          </p:nvSpPr>
          <p:spPr>
            <a:xfrm>
              <a:off x="-3581841" y="2674828"/>
              <a:ext cx="891615" cy="213360"/>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취소신청</a:t>
              </a:r>
              <a:endParaRPr lang="en-US" altLang="ko-KR" sz="800" dirty="0">
                <a:solidFill>
                  <a:schemeClr val="bg1"/>
                </a:solidFill>
              </a:endParaRPr>
            </a:p>
          </p:txBody>
        </p:sp>
        <p:grpSp>
          <p:nvGrpSpPr>
            <p:cNvPr id="145" name="Image">
              <a:extLst>
                <a:ext uri="{FF2B5EF4-FFF2-40B4-BE49-F238E27FC236}">
                  <a16:creationId xmlns:a16="http://schemas.microsoft.com/office/drawing/2014/main" id="{A05EFA07-7986-4D99-B60F-B6E1337BF2CE}"/>
                </a:ext>
              </a:extLst>
            </p:cNvPr>
            <p:cNvGrpSpPr>
              <a:grpSpLocks/>
            </p:cNvGrpSpPr>
            <p:nvPr/>
          </p:nvGrpSpPr>
          <p:grpSpPr bwMode="auto">
            <a:xfrm>
              <a:off x="-998262" y="428712"/>
              <a:ext cx="204716" cy="209797"/>
              <a:chOff x="508000" y="1397000"/>
              <a:chExt cx="1008112" cy="1008112"/>
            </a:xfrm>
          </p:grpSpPr>
          <p:sp>
            <p:nvSpPr>
              <p:cNvPr id="156" name="Border">
                <a:extLst>
                  <a:ext uri="{FF2B5EF4-FFF2-40B4-BE49-F238E27FC236}">
                    <a16:creationId xmlns:a16="http://schemas.microsoft.com/office/drawing/2014/main" id="{A1827CC4-8CB9-4F63-AEDC-F953142EA03E}"/>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7" name="Line 2">
                <a:extLst>
                  <a:ext uri="{FF2B5EF4-FFF2-40B4-BE49-F238E27FC236}">
                    <a16:creationId xmlns:a16="http://schemas.microsoft.com/office/drawing/2014/main" id="{117F02A0-AA0A-4AF9-82AC-9D97692FC642}"/>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8" name="Line 1">
                <a:extLst>
                  <a:ext uri="{FF2B5EF4-FFF2-40B4-BE49-F238E27FC236}">
                    <a16:creationId xmlns:a16="http://schemas.microsoft.com/office/drawing/2014/main" id="{F1B8EE69-A088-434F-A96B-190C4C1D125D}"/>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46" name="직사각형 145">
              <a:extLst>
                <a:ext uri="{FF2B5EF4-FFF2-40B4-BE49-F238E27FC236}">
                  <a16:creationId xmlns:a16="http://schemas.microsoft.com/office/drawing/2014/main" id="{153AB22E-2285-44C6-A130-1085DEEB6A0F}"/>
                </a:ext>
              </a:extLst>
            </p:cNvPr>
            <p:cNvSpPr/>
            <p:nvPr/>
          </p:nvSpPr>
          <p:spPr>
            <a:xfrm>
              <a:off x="-2583417" y="2674828"/>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147" name="TextBox 146">
              <a:extLst>
                <a:ext uri="{FF2B5EF4-FFF2-40B4-BE49-F238E27FC236}">
                  <a16:creationId xmlns:a16="http://schemas.microsoft.com/office/drawing/2014/main" id="{C7AD0228-9FB0-43AA-82D1-17DD49BF37FE}"/>
                </a:ext>
              </a:extLst>
            </p:cNvPr>
            <p:cNvSpPr txBox="1"/>
            <p:nvPr/>
          </p:nvSpPr>
          <p:spPr>
            <a:xfrm>
              <a:off x="-4381765" y="833345"/>
              <a:ext cx="646331" cy="230832"/>
            </a:xfrm>
            <a:prstGeom prst="rect">
              <a:avLst/>
            </a:prstGeom>
            <a:noFill/>
          </p:spPr>
          <p:txBody>
            <a:bodyPr wrap="none" rtlCol="0">
              <a:spAutoFit/>
            </a:bodyPr>
            <a:lstStyle/>
            <a:p>
              <a:r>
                <a:rPr lang="ko-KR" altLang="en-US" sz="900" dirty="0"/>
                <a:t>주문상품</a:t>
              </a:r>
            </a:p>
          </p:txBody>
        </p:sp>
        <p:grpSp>
          <p:nvGrpSpPr>
            <p:cNvPr id="148" name="그룹 147">
              <a:extLst>
                <a:ext uri="{FF2B5EF4-FFF2-40B4-BE49-F238E27FC236}">
                  <a16:creationId xmlns:a16="http://schemas.microsoft.com/office/drawing/2014/main" id="{7F03EEA9-568F-481C-B799-AC932EC99E47}"/>
                </a:ext>
              </a:extLst>
            </p:cNvPr>
            <p:cNvGrpSpPr/>
            <p:nvPr/>
          </p:nvGrpSpPr>
          <p:grpSpPr>
            <a:xfrm>
              <a:off x="-4344551" y="1159700"/>
              <a:ext cx="689346" cy="440906"/>
              <a:chOff x="2843808" y="1955121"/>
              <a:chExt cx="1674813" cy="596970"/>
            </a:xfrm>
            <a:solidFill>
              <a:schemeClr val="bg1">
                <a:lumMod val="95000"/>
              </a:schemeClr>
            </a:solidFill>
          </p:grpSpPr>
          <p:sp>
            <p:nvSpPr>
              <p:cNvPr id="152" name="Border">
                <a:extLst>
                  <a:ext uri="{FF2B5EF4-FFF2-40B4-BE49-F238E27FC236}">
                    <a16:creationId xmlns:a16="http://schemas.microsoft.com/office/drawing/2014/main" id="{92848CFB-A1BF-40B6-8901-2A5CD544367B}"/>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3" name="Line 2">
                <a:extLst>
                  <a:ext uri="{FF2B5EF4-FFF2-40B4-BE49-F238E27FC236}">
                    <a16:creationId xmlns:a16="http://schemas.microsoft.com/office/drawing/2014/main" id="{5F16D10A-33FC-4A5E-A772-7F0AF9A904F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4" name="Line 1">
                <a:extLst>
                  <a:ext uri="{FF2B5EF4-FFF2-40B4-BE49-F238E27FC236}">
                    <a16:creationId xmlns:a16="http://schemas.microsoft.com/office/drawing/2014/main" id="{CCA653D3-8714-49DB-921F-CA7BBE7181A3}"/>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5" name="TextBox 154">
                <a:extLst>
                  <a:ext uri="{FF2B5EF4-FFF2-40B4-BE49-F238E27FC236}">
                    <a16:creationId xmlns:a16="http://schemas.microsoft.com/office/drawing/2014/main" id="{7AF7D1DA-E2F4-45F7-83FC-55779B675CB3}"/>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49" name="직사각형 148">
              <a:extLst>
                <a:ext uri="{FF2B5EF4-FFF2-40B4-BE49-F238E27FC236}">
                  <a16:creationId xmlns:a16="http://schemas.microsoft.com/office/drawing/2014/main" id="{EE59B1BE-60B7-41F6-9935-05C5798BCAF9}"/>
                </a:ext>
              </a:extLst>
            </p:cNvPr>
            <p:cNvSpPr/>
            <p:nvPr/>
          </p:nvSpPr>
          <p:spPr>
            <a:xfrm>
              <a:off x="-3634122" y="1159700"/>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50" name="TextBox 149">
              <a:extLst>
                <a:ext uri="{FF2B5EF4-FFF2-40B4-BE49-F238E27FC236}">
                  <a16:creationId xmlns:a16="http://schemas.microsoft.com/office/drawing/2014/main" id="{F6807E25-D592-4A47-B259-E01FBB76C3B4}"/>
                </a:ext>
              </a:extLst>
            </p:cNvPr>
            <p:cNvSpPr txBox="1"/>
            <p:nvPr/>
          </p:nvSpPr>
          <p:spPr>
            <a:xfrm>
              <a:off x="-4381765" y="1795849"/>
              <a:ext cx="646331" cy="230832"/>
            </a:xfrm>
            <a:prstGeom prst="rect">
              <a:avLst/>
            </a:prstGeom>
            <a:noFill/>
          </p:spPr>
          <p:txBody>
            <a:bodyPr wrap="none" rtlCol="0">
              <a:spAutoFit/>
            </a:bodyPr>
            <a:lstStyle/>
            <a:p>
              <a:r>
                <a:rPr lang="ko-KR" altLang="en-US" sz="900" dirty="0"/>
                <a:t>취소사유</a:t>
              </a:r>
            </a:p>
          </p:txBody>
        </p:sp>
        <p:sp>
          <p:nvSpPr>
            <p:cNvPr id="151" name="직사각형 150">
              <a:extLst>
                <a:ext uri="{FF2B5EF4-FFF2-40B4-BE49-F238E27FC236}">
                  <a16:creationId xmlns:a16="http://schemas.microsoft.com/office/drawing/2014/main" id="{2D48900E-32A0-401A-8D7B-E9D68195FDD0}"/>
                </a:ext>
              </a:extLst>
            </p:cNvPr>
            <p:cNvSpPr/>
            <p:nvPr/>
          </p:nvSpPr>
          <p:spPr>
            <a:xfrm>
              <a:off x="-4345601" y="2079075"/>
              <a:ext cx="3471371" cy="250173"/>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solidFill>
                </a:rPr>
                <a:t>단순변심</a:t>
              </a:r>
              <a:r>
                <a:rPr lang="ko-KR" altLang="en-US" sz="800" dirty="0">
                  <a:solidFill>
                    <a:schemeClr val="tx1"/>
                  </a:solidFill>
                </a:rPr>
                <a:t>                                                                          ▼</a:t>
              </a:r>
              <a:endParaRPr lang="en-US" altLang="ko-KR" sz="800" dirty="0">
                <a:solidFill>
                  <a:schemeClr val="tx1"/>
                </a:solidFill>
              </a:endParaRPr>
            </a:p>
          </p:txBody>
        </p:sp>
      </p:grpSp>
      <p:sp>
        <p:nvSpPr>
          <p:cNvPr id="159" name="직사각형 158">
            <a:extLst>
              <a:ext uri="{FF2B5EF4-FFF2-40B4-BE49-F238E27FC236}">
                <a16:creationId xmlns:a16="http://schemas.microsoft.com/office/drawing/2014/main" id="{1CA43ABC-C263-43EA-AAA1-4C5D16D6EA15}"/>
              </a:ext>
            </a:extLst>
          </p:cNvPr>
          <p:cNvSpPr/>
          <p:nvPr/>
        </p:nvSpPr>
        <p:spPr>
          <a:xfrm>
            <a:off x="918455" y="8363823"/>
            <a:ext cx="3935785" cy="3894104"/>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EFCE456C-A036-4F71-8CDE-4CF5775374E6}"/>
              </a:ext>
            </a:extLst>
          </p:cNvPr>
          <p:cNvSpPr txBox="1"/>
          <p:nvPr/>
        </p:nvSpPr>
        <p:spPr>
          <a:xfrm>
            <a:off x="1021473" y="8516389"/>
            <a:ext cx="103265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취소신청하기</a:t>
            </a:r>
            <a:endParaRPr lang="ko-KR" altLang="en-US" sz="900" dirty="0"/>
          </a:p>
        </p:txBody>
      </p:sp>
      <p:sp>
        <p:nvSpPr>
          <p:cNvPr id="161" name="직사각형 160">
            <a:extLst>
              <a:ext uri="{FF2B5EF4-FFF2-40B4-BE49-F238E27FC236}">
                <a16:creationId xmlns:a16="http://schemas.microsoft.com/office/drawing/2014/main" id="{FF72C17E-333A-4523-8E33-9B7B941F96AF}"/>
              </a:ext>
            </a:extLst>
          </p:cNvPr>
          <p:cNvSpPr/>
          <p:nvPr/>
        </p:nvSpPr>
        <p:spPr>
          <a:xfrm>
            <a:off x="2032097" y="11816359"/>
            <a:ext cx="891615" cy="213360"/>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취소신청</a:t>
            </a:r>
            <a:endParaRPr lang="en-US" altLang="ko-KR" sz="800" dirty="0">
              <a:solidFill>
                <a:schemeClr val="bg1"/>
              </a:solidFill>
            </a:endParaRPr>
          </a:p>
        </p:txBody>
      </p:sp>
      <p:grpSp>
        <p:nvGrpSpPr>
          <p:cNvPr id="162" name="Image">
            <a:extLst>
              <a:ext uri="{FF2B5EF4-FFF2-40B4-BE49-F238E27FC236}">
                <a16:creationId xmlns:a16="http://schemas.microsoft.com/office/drawing/2014/main" id="{5BA48398-417A-464C-8ABC-B52EF395C728}"/>
              </a:ext>
            </a:extLst>
          </p:cNvPr>
          <p:cNvGrpSpPr>
            <a:grpSpLocks/>
          </p:cNvGrpSpPr>
          <p:nvPr/>
        </p:nvGrpSpPr>
        <p:grpSpPr bwMode="auto">
          <a:xfrm>
            <a:off x="4541935" y="8483890"/>
            <a:ext cx="204716" cy="209797"/>
            <a:chOff x="508000" y="1397000"/>
            <a:chExt cx="1008112" cy="1008112"/>
          </a:xfrm>
        </p:grpSpPr>
        <p:sp>
          <p:nvSpPr>
            <p:cNvPr id="163" name="Border">
              <a:extLst>
                <a:ext uri="{FF2B5EF4-FFF2-40B4-BE49-F238E27FC236}">
                  <a16:creationId xmlns:a16="http://schemas.microsoft.com/office/drawing/2014/main" id="{652534A6-4387-49A8-B709-64540F622240}"/>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4" name="Line 2">
              <a:extLst>
                <a:ext uri="{FF2B5EF4-FFF2-40B4-BE49-F238E27FC236}">
                  <a16:creationId xmlns:a16="http://schemas.microsoft.com/office/drawing/2014/main" id="{9EC67E51-3413-4E56-893A-17FE6B27E736}"/>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5" name="Line 1">
              <a:extLst>
                <a:ext uri="{FF2B5EF4-FFF2-40B4-BE49-F238E27FC236}">
                  <a16:creationId xmlns:a16="http://schemas.microsoft.com/office/drawing/2014/main" id="{A88CD9A5-0F91-4760-958B-B3EE572D3D44}"/>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66" name="직사각형 165">
            <a:extLst>
              <a:ext uri="{FF2B5EF4-FFF2-40B4-BE49-F238E27FC236}">
                <a16:creationId xmlns:a16="http://schemas.microsoft.com/office/drawing/2014/main" id="{ACF149AC-3B14-4221-AEC5-3A81798E7D03}"/>
              </a:ext>
            </a:extLst>
          </p:cNvPr>
          <p:cNvSpPr/>
          <p:nvPr/>
        </p:nvSpPr>
        <p:spPr>
          <a:xfrm>
            <a:off x="3030521" y="11816359"/>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167" name="TextBox 166">
            <a:extLst>
              <a:ext uri="{FF2B5EF4-FFF2-40B4-BE49-F238E27FC236}">
                <a16:creationId xmlns:a16="http://schemas.microsoft.com/office/drawing/2014/main" id="{B66C7A60-B6C3-495A-B448-88E046917676}"/>
              </a:ext>
            </a:extLst>
          </p:cNvPr>
          <p:cNvSpPr txBox="1"/>
          <p:nvPr/>
        </p:nvSpPr>
        <p:spPr>
          <a:xfrm>
            <a:off x="1194597" y="10542709"/>
            <a:ext cx="646331" cy="230832"/>
          </a:xfrm>
          <a:prstGeom prst="rect">
            <a:avLst/>
          </a:prstGeom>
          <a:noFill/>
        </p:spPr>
        <p:txBody>
          <a:bodyPr wrap="none" rtlCol="0">
            <a:spAutoFit/>
          </a:bodyPr>
          <a:lstStyle/>
          <a:p>
            <a:r>
              <a:rPr lang="ko-KR" altLang="en-US" sz="900" dirty="0"/>
              <a:t>기타내용</a:t>
            </a:r>
          </a:p>
        </p:txBody>
      </p:sp>
      <p:sp>
        <p:nvSpPr>
          <p:cNvPr id="168" name="TextBox 167">
            <a:extLst>
              <a:ext uri="{FF2B5EF4-FFF2-40B4-BE49-F238E27FC236}">
                <a16:creationId xmlns:a16="http://schemas.microsoft.com/office/drawing/2014/main" id="{0C1F7BB9-3560-4301-BABD-E9CE689D6DED}"/>
              </a:ext>
            </a:extLst>
          </p:cNvPr>
          <p:cNvSpPr txBox="1"/>
          <p:nvPr/>
        </p:nvSpPr>
        <p:spPr>
          <a:xfrm>
            <a:off x="1158432" y="8888523"/>
            <a:ext cx="646331" cy="230832"/>
          </a:xfrm>
          <a:prstGeom prst="rect">
            <a:avLst/>
          </a:prstGeom>
          <a:noFill/>
        </p:spPr>
        <p:txBody>
          <a:bodyPr wrap="none" rtlCol="0">
            <a:spAutoFit/>
          </a:bodyPr>
          <a:lstStyle/>
          <a:p>
            <a:r>
              <a:rPr lang="ko-KR" altLang="en-US" sz="900" dirty="0"/>
              <a:t>주문상품</a:t>
            </a:r>
          </a:p>
        </p:txBody>
      </p:sp>
      <p:grpSp>
        <p:nvGrpSpPr>
          <p:cNvPr id="169" name="그룹 168">
            <a:extLst>
              <a:ext uri="{FF2B5EF4-FFF2-40B4-BE49-F238E27FC236}">
                <a16:creationId xmlns:a16="http://schemas.microsoft.com/office/drawing/2014/main" id="{BE84331C-BD1F-4FAE-8A65-7CD9542BA635}"/>
              </a:ext>
            </a:extLst>
          </p:cNvPr>
          <p:cNvGrpSpPr/>
          <p:nvPr/>
        </p:nvGrpSpPr>
        <p:grpSpPr>
          <a:xfrm>
            <a:off x="1195646" y="9214878"/>
            <a:ext cx="689346" cy="440906"/>
            <a:chOff x="2843808" y="1955121"/>
            <a:chExt cx="1674813" cy="596970"/>
          </a:xfrm>
          <a:solidFill>
            <a:schemeClr val="bg1">
              <a:lumMod val="95000"/>
            </a:schemeClr>
          </a:solidFill>
        </p:grpSpPr>
        <p:sp>
          <p:nvSpPr>
            <p:cNvPr id="170" name="Border">
              <a:extLst>
                <a:ext uri="{FF2B5EF4-FFF2-40B4-BE49-F238E27FC236}">
                  <a16:creationId xmlns:a16="http://schemas.microsoft.com/office/drawing/2014/main" id="{BA7AEBF9-FBFA-4181-AF3F-F447B5F1A183}"/>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1" name="Line 2">
              <a:extLst>
                <a:ext uri="{FF2B5EF4-FFF2-40B4-BE49-F238E27FC236}">
                  <a16:creationId xmlns:a16="http://schemas.microsoft.com/office/drawing/2014/main" id="{B42B014B-1927-4EB5-911F-8BC3D81B05E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2" name="Line 1">
              <a:extLst>
                <a:ext uri="{FF2B5EF4-FFF2-40B4-BE49-F238E27FC236}">
                  <a16:creationId xmlns:a16="http://schemas.microsoft.com/office/drawing/2014/main" id="{918BF88B-8B26-4A92-A115-4D0628E9B43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3" name="TextBox 172">
              <a:extLst>
                <a:ext uri="{FF2B5EF4-FFF2-40B4-BE49-F238E27FC236}">
                  <a16:creationId xmlns:a16="http://schemas.microsoft.com/office/drawing/2014/main" id="{A5DE2C63-F5BC-49E8-9882-815709A5090A}"/>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74" name="직사각형 173">
            <a:extLst>
              <a:ext uri="{FF2B5EF4-FFF2-40B4-BE49-F238E27FC236}">
                <a16:creationId xmlns:a16="http://schemas.microsoft.com/office/drawing/2014/main" id="{992E5177-74CF-4B3F-8217-E2C92472A393}"/>
              </a:ext>
            </a:extLst>
          </p:cNvPr>
          <p:cNvSpPr/>
          <p:nvPr/>
        </p:nvSpPr>
        <p:spPr>
          <a:xfrm>
            <a:off x="1906075" y="9214878"/>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75" name="직사각형 174">
            <a:extLst>
              <a:ext uri="{FF2B5EF4-FFF2-40B4-BE49-F238E27FC236}">
                <a16:creationId xmlns:a16="http://schemas.microsoft.com/office/drawing/2014/main" id="{365D6243-1987-45BB-96D8-6AE844F6DC8B}"/>
              </a:ext>
            </a:extLst>
          </p:cNvPr>
          <p:cNvSpPr/>
          <p:nvPr/>
        </p:nvSpPr>
        <p:spPr>
          <a:xfrm>
            <a:off x="1194597" y="10832302"/>
            <a:ext cx="3471372" cy="804306"/>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ko-KR" altLang="en-US" sz="800" dirty="0">
                <a:solidFill>
                  <a:schemeClr val="bg1">
                    <a:lumMod val="65000"/>
                  </a:schemeClr>
                </a:solidFill>
              </a:rPr>
              <a:t>기타 내용을 입력해 주세요 </a:t>
            </a:r>
          </a:p>
        </p:txBody>
      </p:sp>
      <p:sp>
        <p:nvSpPr>
          <p:cNvPr id="176" name="TextBox 175">
            <a:extLst>
              <a:ext uri="{FF2B5EF4-FFF2-40B4-BE49-F238E27FC236}">
                <a16:creationId xmlns:a16="http://schemas.microsoft.com/office/drawing/2014/main" id="{609627D6-59EC-4D4D-B580-539BE3795CD5}"/>
              </a:ext>
            </a:extLst>
          </p:cNvPr>
          <p:cNvSpPr txBox="1"/>
          <p:nvPr/>
        </p:nvSpPr>
        <p:spPr>
          <a:xfrm>
            <a:off x="1158432" y="9851027"/>
            <a:ext cx="646331" cy="230832"/>
          </a:xfrm>
          <a:prstGeom prst="rect">
            <a:avLst/>
          </a:prstGeom>
          <a:noFill/>
        </p:spPr>
        <p:txBody>
          <a:bodyPr wrap="none" rtlCol="0">
            <a:spAutoFit/>
          </a:bodyPr>
          <a:lstStyle/>
          <a:p>
            <a:r>
              <a:rPr lang="ko-KR" altLang="en-US" sz="900" dirty="0"/>
              <a:t>취소사유</a:t>
            </a:r>
          </a:p>
        </p:txBody>
      </p:sp>
      <p:sp>
        <p:nvSpPr>
          <p:cNvPr id="177" name="직사각형 176">
            <a:extLst>
              <a:ext uri="{FF2B5EF4-FFF2-40B4-BE49-F238E27FC236}">
                <a16:creationId xmlns:a16="http://schemas.microsoft.com/office/drawing/2014/main" id="{F2E197D0-3588-4F65-8A7A-D2EB50F2558E}"/>
              </a:ext>
            </a:extLst>
          </p:cNvPr>
          <p:cNvSpPr/>
          <p:nvPr/>
        </p:nvSpPr>
        <p:spPr>
          <a:xfrm>
            <a:off x="1194596" y="10134253"/>
            <a:ext cx="3471371" cy="250173"/>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기타                                                                               ▼</a:t>
            </a:r>
            <a:endParaRPr lang="en-US" altLang="ko-KR" sz="800" dirty="0">
              <a:solidFill>
                <a:schemeClr val="tx1"/>
              </a:solidFill>
            </a:endParaRPr>
          </a:p>
        </p:txBody>
      </p:sp>
      <p:cxnSp>
        <p:nvCxnSpPr>
          <p:cNvPr id="178" name="직선 화살표 연결선 177">
            <a:extLst>
              <a:ext uri="{FF2B5EF4-FFF2-40B4-BE49-F238E27FC236}">
                <a16:creationId xmlns:a16="http://schemas.microsoft.com/office/drawing/2014/main" id="{4066E19B-3303-40DE-9227-EFCFE3DDCED5}"/>
              </a:ext>
            </a:extLst>
          </p:cNvPr>
          <p:cNvCxnSpPr>
            <a:cxnSpLocks/>
            <a:stCxn id="129" idx="2"/>
          </p:cNvCxnSpPr>
          <p:nvPr/>
        </p:nvCxnSpPr>
        <p:spPr>
          <a:xfrm flipH="1" flipV="1">
            <a:off x="4541936" y="6271040"/>
            <a:ext cx="3324426" cy="1062566"/>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79" name="타원 178">
            <a:extLst>
              <a:ext uri="{FF2B5EF4-FFF2-40B4-BE49-F238E27FC236}">
                <a16:creationId xmlns:a16="http://schemas.microsoft.com/office/drawing/2014/main" id="{071A061E-D953-4E23-9BB8-D40145A793C4}"/>
              </a:ext>
            </a:extLst>
          </p:cNvPr>
          <p:cNvSpPr/>
          <p:nvPr/>
        </p:nvSpPr>
        <p:spPr>
          <a:xfrm>
            <a:off x="1026397" y="10023644"/>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80" name="직선 화살표 연결선 179">
            <a:extLst>
              <a:ext uri="{FF2B5EF4-FFF2-40B4-BE49-F238E27FC236}">
                <a16:creationId xmlns:a16="http://schemas.microsoft.com/office/drawing/2014/main" id="{D0A72B7A-E5C5-4FA1-BCFB-BE6A5DDB5BDA}"/>
              </a:ext>
            </a:extLst>
          </p:cNvPr>
          <p:cNvCxnSpPr>
            <a:cxnSpLocks/>
          </p:cNvCxnSpPr>
          <p:nvPr/>
        </p:nvCxnSpPr>
        <p:spPr>
          <a:xfrm flipH="1">
            <a:off x="1509546" y="10467268"/>
            <a:ext cx="1" cy="617027"/>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81" name="타원 180">
            <a:extLst>
              <a:ext uri="{FF2B5EF4-FFF2-40B4-BE49-F238E27FC236}">
                <a16:creationId xmlns:a16="http://schemas.microsoft.com/office/drawing/2014/main" id="{A09DA55F-D204-4316-8D4D-621F6CC3E60A}"/>
              </a:ext>
            </a:extLst>
          </p:cNvPr>
          <p:cNvSpPr/>
          <p:nvPr/>
        </p:nvSpPr>
        <p:spPr>
          <a:xfrm>
            <a:off x="1006323" y="6452681"/>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82" name="직선 화살표 연결선 181">
            <a:extLst>
              <a:ext uri="{FF2B5EF4-FFF2-40B4-BE49-F238E27FC236}">
                <a16:creationId xmlns:a16="http://schemas.microsoft.com/office/drawing/2014/main" id="{E4101F62-8761-4DF5-BD10-5E4219F79EE0}"/>
              </a:ext>
            </a:extLst>
          </p:cNvPr>
          <p:cNvCxnSpPr>
            <a:cxnSpLocks/>
          </p:cNvCxnSpPr>
          <p:nvPr/>
        </p:nvCxnSpPr>
        <p:spPr>
          <a:xfrm flipH="1">
            <a:off x="1489473" y="6896305"/>
            <a:ext cx="1" cy="3059558"/>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83" name="TextBox 182">
            <a:extLst>
              <a:ext uri="{FF2B5EF4-FFF2-40B4-BE49-F238E27FC236}">
                <a16:creationId xmlns:a16="http://schemas.microsoft.com/office/drawing/2014/main" id="{3B92474A-24C1-46A1-B904-5C4593C7187C}"/>
              </a:ext>
            </a:extLst>
          </p:cNvPr>
          <p:cNvSpPr txBox="1"/>
          <p:nvPr/>
        </p:nvSpPr>
        <p:spPr>
          <a:xfrm>
            <a:off x="8747297" y="7363377"/>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184" name="TextBox 183">
            <a:extLst>
              <a:ext uri="{FF2B5EF4-FFF2-40B4-BE49-F238E27FC236}">
                <a16:creationId xmlns:a16="http://schemas.microsoft.com/office/drawing/2014/main" id="{E37D2DA0-C8E5-4413-AB30-E88627A9C50B}"/>
              </a:ext>
            </a:extLst>
          </p:cNvPr>
          <p:cNvSpPr txBox="1"/>
          <p:nvPr/>
        </p:nvSpPr>
        <p:spPr>
          <a:xfrm>
            <a:off x="794060" y="4694869"/>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185" name="TextBox 184">
            <a:extLst>
              <a:ext uri="{FF2B5EF4-FFF2-40B4-BE49-F238E27FC236}">
                <a16:creationId xmlns:a16="http://schemas.microsoft.com/office/drawing/2014/main" id="{3ABF9C04-40D5-4074-A50D-2E7492831308}"/>
              </a:ext>
            </a:extLst>
          </p:cNvPr>
          <p:cNvSpPr txBox="1"/>
          <p:nvPr/>
        </p:nvSpPr>
        <p:spPr>
          <a:xfrm>
            <a:off x="1046052" y="10728644"/>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Tree>
    <p:extLst>
      <p:ext uri="{BB962C8B-B14F-4D97-AF65-F5344CB8AC3E}">
        <p14:creationId xmlns:p14="http://schemas.microsoft.com/office/powerpoint/2010/main" val="828547065"/>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Box 13">
            <a:extLst>
              <a:ext uri="{FF2B5EF4-FFF2-40B4-BE49-F238E27FC236}">
                <a16:creationId xmlns:a16="http://schemas.microsoft.com/office/drawing/2014/main" id="{AAB4805C-DCC2-40B1-BD09-8F72A75047A5}"/>
              </a:ext>
            </a:extLst>
          </p:cNvPr>
          <p:cNvSpPr txBox="1"/>
          <p:nvPr/>
        </p:nvSpPr>
        <p:spPr>
          <a:xfrm>
            <a:off x="4631022" y="871059"/>
            <a:ext cx="854721" cy="276999"/>
          </a:xfrm>
          <a:prstGeom prst="rect">
            <a:avLst/>
          </a:prstGeom>
          <a:noFill/>
        </p:spPr>
        <p:txBody>
          <a:bodyPr wrap="none" rtlCol="0">
            <a:spAutoFit/>
          </a:bodyPr>
          <a:lstStyle/>
          <a:p>
            <a:r>
              <a:rPr lang="ko-KR" altLang="en-US" sz="1200" b="1" dirty="0"/>
              <a:t>주문 상세</a:t>
            </a:r>
          </a:p>
        </p:txBody>
      </p:sp>
      <p:cxnSp>
        <p:nvCxnSpPr>
          <p:cNvPr id="15" name="직선 연결선 14">
            <a:extLst>
              <a:ext uri="{FF2B5EF4-FFF2-40B4-BE49-F238E27FC236}">
                <a16:creationId xmlns:a16="http://schemas.microsoft.com/office/drawing/2014/main" id="{EBE72026-EC5E-4A06-9F11-F5520B97E61A}"/>
              </a:ext>
            </a:extLst>
          </p:cNvPr>
          <p:cNvCxnSpPr>
            <a:cxnSpLocks/>
          </p:cNvCxnSpPr>
          <p:nvPr/>
        </p:nvCxnSpPr>
        <p:spPr>
          <a:xfrm>
            <a:off x="1481667" y="1314226"/>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F8889E49-E2F9-43E7-B0B3-EF2CBA57AD63}"/>
              </a:ext>
            </a:extLst>
          </p:cNvPr>
          <p:cNvSpPr txBox="1"/>
          <p:nvPr/>
        </p:nvSpPr>
        <p:spPr>
          <a:xfrm>
            <a:off x="1487410" y="1395833"/>
            <a:ext cx="2015295" cy="215444"/>
          </a:xfrm>
          <a:prstGeom prst="rect">
            <a:avLst/>
          </a:prstGeom>
          <a:noFill/>
        </p:spPr>
        <p:txBody>
          <a:bodyPr wrap="none" rtlCol="0">
            <a:spAutoFit/>
          </a:bodyPr>
          <a:lstStyle/>
          <a:p>
            <a:r>
              <a:rPr lang="en-US" altLang="ko-KR" sz="800" dirty="0"/>
              <a:t>2024.10.14  |  </a:t>
            </a:r>
            <a:r>
              <a:rPr lang="ko-KR" altLang="en-US" sz="800" dirty="0"/>
              <a:t>주문번호</a:t>
            </a:r>
            <a:r>
              <a:rPr lang="en-US" altLang="ko-KR" sz="800" dirty="0"/>
              <a:t>:</a:t>
            </a:r>
            <a:r>
              <a:rPr lang="ko-KR" altLang="en-US" sz="800" dirty="0"/>
              <a:t> </a:t>
            </a:r>
            <a:r>
              <a:rPr lang="en-US" altLang="ko-KR" sz="800" dirty="0"/>
              <a:t>Me9-00929423</a:t>
            </a:r>
            <a:endParaRPr lang="ko-KR" altLang="en-US" sz="800" dirty="0"/>
          </a:p>
        </p:txBody>
      </p:sp>
      <p:graphicFrame>
        <p:nvGraphicFramePr>
          <p:cNvPr id="17" name="표 87">
            <a:extLst>
              <a:ext uri="{FF2B5EF4-FFF2-40B4-BE49-F238E27FC236}">
                <a16:creationId xmlns:a16="http://schemas.microsoft.com/office/drawing/2014/main" id="{B8C31EE1-2F19-4E8D-B49B-29BB2BDFED36}"/>
              </a:ext>
            </a:extLst>
          </p:cNvPr>
          <p:cNvGraphicFramePr>
            <a:graphicFrameLocks noGrp="1"/>
          </p:cNvGraphicFramePr>
          <p:nvPr/>
        </p:nvGraphicFramePr>
        <p:xfrm>
          <a:off x="1479017" y="1685460"/>
          <a:ext cx="7317849" cy="640080"/>
        </p:xfrm>
        <a:graphic>
          <a:graphicData uri="http://schemas.openxmlformats.org/drawingml/2006/table">
            <a:tbl>
              <a:tblPr firstRow="1" bandRow="1">
                <a:tableStyleId>{5940675A-B579-460E-94D1-54222C63F5DA}</a:tableStyleId>
              </a:tblPr>
              <a:tblGrid>
                <a:gridCol w="747347">
                  <a:extLst>
                    <a:ext uri="{9D8B030D-6E8A-4147-A177-3AD203B41FA5}">
                      <a16:colId xmlns:a16="http://schemas.microsoft.com/office/drawing/2014/main" val="1741250993"/>
                    </a:ext>
                  </a:extLst>
                </a:gridCol>
                <a:gridCol w="1200647">
                  <a:extLst>
                    <a:ext uri="{9D8B030D-6E8A-4147-A177-3AD203B41FA5}">
                      <a16:colId xmlns:a16="http://schemas.microsoft.com/office/drawing/2014/main" val="1468661165"/>
                    </a:ext>
                  </a:extLst>
                </a:gridCol>
                <a:gridCol w="5369855">
                  <a:extLst>
                    <a:ext uri="{9D8B030D-6E8A-4147-A177-3AD203B41FA5}">
                      <a16:colId xmlns:a16="http://schemas.microsoft.com/office/drawing/2014/main" val="3917594789"/>
                    </a:ext>
                  </a:extLst>
                </a:gridCol>
              </a:tblGrid>
              <a:tr h="165784">
                <a:tc rowSpan="3">
                  <a:txBody>
                    <a:bodyPr/>
                    <a:lstStyle/>
                    <a:p>
                      <a:pPr latinLnBrk="1"/>
                      <a:r>
                        <a:rPr lang="ko-KR" altLang="en-US" sz="800" dirty="0"/>
                        <a:t>주문자 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주문자 이름</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홍길동</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vMerge="1">
                  <a:txBody>
                    <a:bodyPr/>
                    <a:lstStyle/>
                    <a:p>
                      <a:pPr latinLnBrk="1"/>
                      <a:endParaRPr lang="ko-KR" altLang="en-US" sz="800" dirty="0"/>
                    </a:p>
                  </a:txBody>
                  <a:tcPr/>
                </a:tc>
                <a:tc>
                  <a:txBody>
                    <a:bodyPr/>
                    <a:lstStyle/>
                    <a:p>
                      <a:pPr latinLnBrk="1"/>
                      <a:r>
                        <a:rPr lang="ko-KR" altLang="en-US" sz="800" dirty="0"/>
                        <a:t>휴대폰 번호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010-0000-0000</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vMerge="1">
                  <a:txBody>
                    <a:bodyPr/>
                    <a:lstStyle/>
                    <a:p>
                      <a:pPr latinLnBrk="1"/>
                      <a:endParaRPr lang="ko-KR" altLang="en-US" sz="800" dirty="0"/>
                    </a:p>
                  </a:txBody>
                  <a:tcPr/>
                </a:tc>
                <a:tc>
                  <a:txBody>
                    <a:bodyPr/>
                    <a:lstStyle/>
                    <a:p>
                      <a:pPr latinLnBrk="1"/>
                      <a:r>
                        <a:rPr lang="ko-KR" altLang="en-US" sz="800" dirty="0"/>
                        <a:t>이메일 주소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hlinkClick r:id="rId2"/>
                        </a:rPr>
                        <a:t>test1234@naver.com</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bl>
          </a:graphicData>
        </a:graphic>
      </p:graphicFrame>
      <p:graphicFrame>
        <p:nvGraphicFramePr>
          <p:cNvPr id="18" name="표 17">
            <a:extLst>
              <a:ext uri="{FF2B5EF4-FFF2-40B4-BE49-F238E27FC236}">
                <a16:creationId xmlns:a16="http://schemas.microsoft.com/office/drawing/2014/main" id="{48D16DC3-F6FB-42DE-A363-8850AEE00916}"/>
              </a:ext>
            </a:extLst>
          </p:cNvPr>
          <p:cNvGraphicFramePr>
            <a:graphicFrameLocks noGrp="1"/>
          </p:cNvGraphicFramePr>
          <p:nvPr/>
        </p:nvGraphicFramePr>
        <p:xfrm>
          <a:off x="1479017" y="2585282"/>
          <a:ext cx="7317849" cy="975360"/>
        </p:xfrm>
        <a:graphic>
          <a:graphicData uri="http://schemas.openxmlformats.org/drawingml/2006/table">
            <a:tbl>
              <a:tblPr firstRow="1" bandRow="1">
                <a:tableStyleId>{5940675A-B579-460E-94D1-54222C63F5DA}</a:tableStyleId>
              </a:tblPr>
              <a:tblGrid>
                <a:gridCol w="747347">
                  <a:extLst>
                    <a:ext uri="{9D8B030D-6E8A-4147-A177-3AD203B41FA5}">
                      <a16:colId xmlns:a16="http://schemas.microsoft.com/office/drawing/2014/main" val="1741250993"/>
                    </a:ext>
                  </a:extLst>
                </a:gridCol>
                <a:gridCol w="1200647">
                  <a:extLst>
                    <a:ext uri="{9D8B030D-6E8A-4147-A177-3AD203B41FA5}">
                      <a16:colId xmlns:a16="http://schemas.microsoft.com/office/drawing/2014/main" val="1468661165"/>
                    </a:ext>
                  </a:extLst>
                </a:gridCol>
                <a:gridCol w="5369855">
                  <a:extLst>
                    <a:ext uri="{9D8B030D-6E8A-4147-A177-3AD203B41FA5}">
                      <a16:colId xmlns:a16="http://schemas.microsoft.com/office/drawing/2014/main" val="3917594789"/>
                    </a:ext>
                  </a:extLst>
                </a:gridCol>
              </a:tblGrid>
              <a:tr h="165784">
                <a:tc rowSpan="4">
                  <a:txBody>
                    <a:bodyPr/>
                    <a:lstStyle/>
                    <a:p>
                      <a:pPr latinLnBrk="1"/>
                      <a:r>
                        <a:rPr lang="ko-KR" altLang="en-US" sz="800" dirty="0"/>
                        <a:t>배송 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받는 사람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홍길동</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vMerge="1">
                  <a:txBody>
                    <a:bodyPr/>
                    <a:lstStyle/>
                    <a:p>
                      <a:pPr latinLnBrk="1"/>
                      <a:endParaRPr lang="ko-KR" altLang="en-US" sz="800" dirty="0"/>
                    </a:p>
                  </a:txBody>
                  <a:tcPr/>
                </a:tc>
                <a:tc>
                  <a:txBody>
                    <a:bodyPr/>
                    <a:lstStyle/>
                    <a:p>
                      <a:pPr latinLnBrk="1"/>
                      <a:r>
                        <a:rPr lang="ko-KR" altLang="en-US" sz="800" dirty="0"/>
                        <a:t>휴대폰 번호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010-0000-0000</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vMerge="1">
                  <a:txBody>
                    <a:bodyPr/>
                    <a:lstStyle/>
                    <a:p>
                      <a:pPr latinLnBrk="1"/>
                      <a:endParaRPr lang="ko-KR" altLang="en-US" sz="800" dirty="0"/>
                    </a:p>
                  </a:txBody>
                  <a:tcPr/>
                </a:tc>
                <a:tc>
                  <a:txBody>
                    <a:bodyPr/>
                    <a:lstStyle/>
                    <a:p>
                      <a:pPr latinLnBrk="1"/>
                      <a:r>
                        <a:rPr lang="ko-KR" altLang="en-US" sz="800" dirty="0"/>
                        <a:t>주소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22012 </a:t>
                      </a:r>
                      <a:r>
                        <a:rPr lang="ko-KR" altLang="en-US" sz="800" dirty="0"/>
                        <a:t>서울특별시 광진구 </a:t>
                      </a:r>
                      <a:r>
                        <a:rPr lang="ko-KR" altLang="en-US" sz="800" dirty="0" err="1"/>
                        <a:t>가나다동</a:t>
                      </a:r>
                      <a:r>
                        <a:rPr lang="ko-KR" altLang="en-US" sz="800" dirty="0"/>
                        <a:t> </a:t>
                      </a:r>
                      <a:r>
                        <a:rPr lang="en-US" altLang="ko-KR" sz="800" dirty="0"/>
                        <a:t>119-12</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r h="0">
                <a:tc vMerge="1">
                  <a:txBody>
                    <a:bodyPr/>
                    <a:lstStyle/>
                    <a:p>
                      <a:pPr latinLnBrk="1"/>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배송메모</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배송메모 </a:t>
                      </a:r>
                      <a:endParaRPr lang="en-US" altLang="ko-KR" sz="800" dirty="0"/>
                    </a:p>
                    <a:p>
                      <a:pPr latinLnBrk="1"/>
                      <a:r>
                        <a:rPr lang="en-US" altLang="ko-KR" sz="800" dirty="0"/>
                        <a:t>1122</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610892354"/>
                  </a:ext>
                </a:extLst>
              </a:tr>
            </a:tbl>
          </a:graphicData>
        </a:graphic>
      </p:graphicFrame>
      <p:cxnSp>
        <p:nvCxnSpPr>
          <p:cNvPr id="19" name="직선 연결선 18">
            <a:extLst>
              <a:ext uri="{FF2B5EF4-FFF2-40B4-BE49-F238E27FC236}">
                <a16:creationId xmlns:a16="http://schemas.microsoft.com/office/drawing/2014/main" id="{705DE4C6-8B21-4805-91C4-0DB72892FBC6}"/>
              </a:ext>
            </a:extLst>
          </p:cNvPr>
          <p:cNvCxnSpPr>
            <a:cxnSpLocks/>
          </p:cNvCxnSpPr>
          <p:nvPr/>
        </p:nvCxnSpPr>
        <p:spPr>
          <a:xfrm>
            <a:off x="1479017" y="3875871"/>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20" name="표 13">
            <a:extLst>
              <a:ext uri="{FF2B5EF4-FFF2-40B4-BE49-F238E27FC236}">
                <a16:creationId xmlns:a16="http://schemas.microsoft.com/office/drawing/2014/main" id="{DBCCA977-7AD5-4B0F-8048-426F90C0FA1D}"/>
              </a:ext>
            </a:extLst>
          </p:cNvPr>
          <p:cNvGraphicFramePr>
            <a:graphicFrameLocks noGrp="1"/>
          </p:cNvGraphicFramePr>
          <p:nvPr/>
        </p:nvGraphicFramePr>
        <p:xfrm>
          <a:off x="1479017" y="4262335"/>
          <a:ext cx="7317158" cy="5223920"/>
        </p:xfrm>
        <a:graphic>
          <a:graphicData uri="http://schemas.openxmlformats.org/drawingml/2006/table">
            <a:tbl>
              <a:tblPr firstRow="1" bandRow="1">
                <a:tableStyleId>{5940675A-B579-460E-94D1-54222C63F5DA}</a:tableStyleId>
              </a:tblPr>
              <a:tblGrid>
                <a:gridCol w="953790">
                  <a:extLst>
                    <a:ext uri="{9D8B030D-6E8A-4147-A177-3AD203B41FA5}">
                      <a16:colId xmlns:a16="http://schemas.microsoft.com/office/drawing/2014/main" val="2416159356"/>
                    </a:ext>
                  </a:extLst>
                </a:gridCol>
                <a:gridCol w="1524824">
                  <a:extLst>
                    <a:ext uri="{9D8B030D-6E8A-4147-A177-3AD203B41FA5}">
                      <a16:colId xmlns:a16="http://schemas.microsoft.com/office/drawing/2014/main" val="4215256312"/>
                    </a:ext>
                  </a:extLst>
                </a:gridCol>
                <a:gridCol w="1185869">
                  <a:extLst>
                    <a:ext uri="{9D8B030D-6E8A-4147-A177-3AD203B41FA5}">
                      <a16:colId xmlns:a16="http://schemas.microsoft.com/office/drawing/2014/main" val="2635967512"/>
                    </a:ext>
                  </a:extLst>
                </a:gridCol>
                <a:gridCol w="1981200">
                  <a:extLst>
                    <a:ext uri="{9D8B030D-6E8A-4147-A177-3AD203B41FA5}">
                      <a16:colId xmlns:a16="http://schemas.microsoft.com/office/drawing/2014/main" val="2417053123"/>
                    </a:ext>
                  </a:extLst>
                </a:gridCol>
                <a:gridCol w="809625">
                  <a:extLst>
                    <a:ext uri="{9D8B030D-6E8A-4147-A177-3AD203B41FA5}">
                      <a16:colId xmlns:a16="http://schemas.microsoft.com/office/drawing/2014/main" val="739747790"/>
                    </a:ext>
                  </a:extLst>
                </a:gridCol>
                <a:gridCol w="861850">
                  <a:extLst>
                    <a:ext uri="{9D8B030D-6E8A-4147-A177-3AD203B41FA5}">
                      <a16:colId xmlns:a16="http://schemas.microsoft.com/office/drawing/2014/main" val="3960621706"/>
                    </a:ext>
                  </a:extLst>
                </a:gridCol>
              </a:tblGrid>
              <a:tr h="0">
                <a:tc gridSpan="6">
                  <a:txBody>
                    <a:bodyPr/>
                    <a:lstStyle/>
                    <a:p>
                      <a:pPr latinLnBrk="1"/>
                      <a:r>
                        <a:rPr lang="ko-KR" altLang="en-US" sz="800" b="1" dirty="0">
                          <a:solidFill>
                            <a:schemeClr val="bg1">
                              <a:lumMod val="65000"/>
                            </a:schemeClr>
                          </a:solidFill>
                        </a:rPr>
                        <a:t>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lnL w="3175" cap="flat" cmpd="sng" algn="ctr">
                      <a:solidFill>
                        <a:schemeClr val="tx1">
                          <a:lumMod val="65000"/>
                          <a:lumOff val="35000"/>
                        </a:schemeClr>
                      </a:solidFill>
                      <a:prstDash val="solid"/>
                      <a:round/>
                      <a:headEnd type="none" w="med" len="med"/>
                      <a:tailEnd type="none" w="med" len="med"/>
                    </a:ln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구매 확정</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r h="0">
                <a:tc>
                  <a:txBody>
                    <a:bodyPr/>
                    <a:lstStyle/>
                    <a:p>
                      <a:pPr algn="ctr" latinLnBrk="1"/>
                      <a:r>
                        <a:rPr lang="ko-KR" altLang="en-US" sz="900" dirty="0"/>
                        <a:t>취소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34933101"/>
                  </a:ext>
                </a:extLst>
              </a:tr>
              <a:tr h="0">
                <a:tc>
                  <a:txBody>
                    <a:bodyPr/>
                    <a:lstStyle/>
                    <a:p>
                      <a:pPr algn="ctr" latinLnBrk="1"/>
                      <a:r>
                        <a:rPr lang="ko-KR" altLang="en-US" sz="900" dirty="0"/>
                        <a:t>반품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545427743"/>
                  </a:ext>
                </a:extLst>
              </a:tr>
              <a:tr h="0">
                <a:tc>
                  <a:txBody>
                    <a:bodyPr/>
                    <a:lstStyle/>
                    <a:p>
                      <a:pPr algn="ctr" latinLnBrk="1"/>
                      <a:r>
                        <a:rPr lang="ko-KR" altLang="en-US" sz="900" dirty="0"/>
                        <a:t>교환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l" latinLnBrk="1"/>
                      <a:r>
                        <a:rPr lang="ko-KR" altLang="en-US" sz="900" dirty="0"/>
                        <a:t>주문번호</a:t>
                      </a:r>
                      <a:r>
                        <a:rPr lang="en-US" altLang="ko-KR" sz="900" dirty="0"/>
                        <a:t>:</a:t>
                      </a:r>
                      <a:r>
                        <a:rPr lang="ko-KR" altLang="en-US" sz="900" dirty="0"/>
                        <a:t> </a:t>
                      </a:r>
                      <a:r>
                        <a:rPr lang="en-US" altLang="ko-KR" sz="900" dirty="0"/>
                        <a:t>Me9-00929111</a:t>
                      </a:r>
                    </a:p>
                    <a:p>
                      <a:pPr algn="l" latinLnBrk="1"/>
                      <a:r>
                        <a:rPr lang="ko-KR" altLang="en-US" sz="900" b="1" dirty="0">
                          <a:solidFill>
                            <a:srgbClr val="FF0000"/>
                          </a:solidFill>
                        </a:rPr>
                        <a:t>  → </a:t>
                      </a:r>
                      <a:r>
                        <a:rPr lang="ko-KR" altLang="en-US" sz="900" dirty="0"/>
                        <a:t>교환 주문번호</a:t>
                      </a:r>
                      <a:r>
                        <a:rPr lang="en-US" altLang="ko-KR" sz="900" dirty="0"/>
                        <a:t>:</a:t>
                      </a:r>
                      <a:r>
                        <a:rPr lang="ko-KR" altLang="en-US" sz="900" dirty="0"/>
                        <a:t> </a:t>
                      </a:r>
                      <a:r>
                        <a:rPr lang="en-US" altLang="ko-KR" sz="900" dirty="0"/>
                        <a:t>Me9-RE-00929111</a:t>
                      </a:r>
                      <a:endParaRPr lang="ko-KR" altLang="en-US" sz="900" b="1" dirty="0">
                        <a:solidFill>
                          <a:srgbClr val="FF0000"/>
                        </a:solidFill>
                      </a:endParaRP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r>
                        <a:rPr lang="en-US" altLang="ko-KR" sz="900" b="1" dirty="0"/>
                        <a:t>1,000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155482761"/>
                  </a:ext>
                </a:extLst>
              </a:tr>
              <a:tr h="612560">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900" dirty="0"/>
                        <a:t>결제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1166454"/>
                  </a:ext>
                </a:extLst>
              </a:tr>
              <a:tr h="612560">
                <a:tc>
                  <a:txBody>
                    <a:bodyPr/>
                    <a:lstStyle/>
                    <a:p>
                      <a:pPr algn="ctr" latinLnBrk="1"/>
                      <a:r>
                        <a:rPr lang="ko-KR" altLang="en-US" sz="900" dirty="0"/>
                        <a:t>배송 준비중</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950813016"/>
                  </a:ext>
                </a:extLst>
              </a:tr>
              <a:tr h="612560">
                <a:tc>
                  <a:txBody>
                    <a:bodyPr/>
                    <a:lstStyle/>
                    <a:p>
                      <a:pPr algn="ctr" latinLnBrk="1"/>
                      <a:r>
                        <a:rPr lang="ko-KR" altLang="en-US" sz="900" dirty="0" err="1"/>
                        <a:t>배송중</a:t>
                      </a:r>
                      <a:endParaRPr lang="ko-KR" altLang="en-US" sz="900" dirty="0"/>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720894387"/>
                  </a:ext>
                </a:extLst>
              </a:tr>
              <a:tr h="612560">
                <a:tc>
                  <a:txBody>
                    <a:bodyPr/>
                    <a:lstStyle/>
                    <a:p>
                      <a:pPr algn="ctr" latinLnBrk="1"/>
                      <a:r>
                        <a:rPr lang="ko-KR" altLang="en-US" sz="900" dirty="0"/>
                        <a:t>배송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215658072"/>
                  </a:ext>
                </a:extLst>
              </a:tr>
            </a:tbl>
          </a:graphicData>
        </a:graphic>
      </p:graphicFrame>
      <p:grpSp>
        <p:nvGrpSpPr>
          <p:cNvPr id="21" name="그룹 20">
            <a:extLst>
              <a:ext uri="{FF2B5EF4-FFF2-40B4-BE49-F238E27FC236}">
                <a16:creationId xmlns:a16="http://schemas.microsoft.com/office/drawing/2014/main" id="{7D88BA30-E0DC-44BA-8264-43AA25AE20EA}"/>
              </a:ext>
            </a:extLst>
          </p:cNvPr>
          <p:cNvGrpSpPr/>
          <p:nvPr/>
        </p:nvGrpSpPr>
        <p:grpSpPr>
          <a:xfrm>
            <a:off x="2417534" y="4575809"/>
            <a:ext cx="689346" cy="440906"/>
            <a:chOff x="2843808" y="1955121"/>
            <a:chExt cx="1674813" cy="596970"/>
          </a:xfrm>
          <a:solidFill>
            <a:schemeClr val="bg1">
              <a:lumMod val="95000"/>
            </a:schemeClr>
          </a:solidFill>
        </p:grpSpPr>
        <p:sp>
          <p:nvSpPr>
            <p:cNvPr id="22" name="Border">
              <a:extLst>
                <a:ext uri="{FF2B5EF4-FFF2-40B4-BE49-F238E27FC236}">
                  <a16:creationId xmlns:a16="http://schemas.microsoft.com/office/drawing/2014/main" id="{9963B40C-0574-4C39-96A1-AB5DE7E459C8}"/>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3" name="Line 2">
              <a:extLst>
                <a:ext uri="{FF2B5EF4-FFF2-40B4-BE49-F238E27FC236}">
                  <a16:creationId xmlns:a16="http://schemas.microsoft.com/office/drawing/2014/main" id="{EC15E2A2-2BC3-4C35-AA94-433A6E66AB3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4" name="Line 1">
              <a:extLst>
                <a:ext uri="{FF2B5EF4-FFF2-40B4-BE49-F238E27FC236}">
                  <a16:creationId xmlns:a16="http://schemas.microsoft.com/office/drawing/2014/main" id="{7E2556BA-86C0-4DC2-B775-77A0E8CB7770}"/>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5" name="TextBox 24">
              <a:extLst>
                <a:ext uri="{FF2B5EF4-FFF2-40B4-BE49-F238E27FC236}">
                  <a16:creationId xmlns:a16="http://schemas.microsoft.com/office/drawing/2014/main" id="{8DF2668D-4EB9-44BB-A8AC-F6090431AFDF}"/>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26" name="직사각형 25">
            <a:extLst>
              <a:ext uri="{FF2B5EF4-FFF2-40B4-BE49-F238E27FC236}">
                <a16:creationId xmlns:a16="http://schemas.microsoft.com/office/drawing/2014/main" id="{E44823B3-AD9E-4CB0-BF37-917D308A4189}"/>
              </a:ext>
            </a:extLst>
          </p:cNvPr>
          <p:cNvSpPr/>
          <p:nvPr/>
        </p:nvSpPr>
        <p:spPr>
          <a:xfrm>
            <a:off x="3127963" y="4575809"/>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27" name="직사각형 26">
            <a:extLst>
              <a:ext uri="{FF2B5EF4-FFF2-40B4-BE49-F238E27FC236}">
                <a16:creationId xmlns:a16="http://schemas.microsoft.com/office/drawing/2014/main" id="{76CBE53B-D303-4364-BD15-DFFCEBD69A89}"/>
              </a:ext>
            </a:extLst>
          </p:cNvPr>
          <p:cNvSpPr/>
          <p:nvPr/>
        </p:nvSpPr>
        <p:spPr>
          <a:xfrm>
            <a:off x="3124415" y="5223174"/>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grpSp>
        <p:nvGrpSpPr>
          <p:cNvPr id="28" name="그룹 27">
            <a:extLst>
              <a:ext uri="{FF2B5EF4-FFF2-40B4-BE49-F238E27FC236}">
                <a16:creationId xmlns:a16="http://schemas.microsoft.com/office/drawing/2014/main" id="{E87AD803-1F1F-4F6A-BD05-4D70DAC85CE6}"/>
              </a:ext>
            </a:extLst>
          </p:cNvPr>
          <p:cNvGrpSpPr/>
          <p:nvPr/>
        </p:nvGrpSpPr>
        <p:grpSpPr>
          <a:xfrm>
            <a:off x="2413986" y="5198620"/>
            <a:ext cx="689346" cy="440906"/>
            <a:chOff x="2843808" y="1955121"/>
            <a:chExt cx="1674813" cy="596970"/>
          </a:xfrm>
          <a:solidFill>
            <a:schemeClr val="bg1">
              <a:lumMod val="95000"/>
            </a:schemeClr>
          </a:solidFill>
        </p:grpSpPr>
        <p:sp>
          <p:nvSpPr>
            <p:cNvPr id="29" name="Border">
              <a:extLst>
                <a:ext uri="{FF2B5EF4-FFF2-40B4-BE49-F238E27FC236}">
                  <a16:creationId xmlns:a16="http://schemas.microsoft.com/office/drawing/2014/main" id="{30E81D2C-8741-471C-83E8-E1CD45AA40D4}"/>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0" name="Line 2">
              <a:extLst>
                <a:ext uri="{FF2B5EF4-FFF2-40B4-BE49-F238E27FC236}">
                  <a16:creationId xmlns:a16="http://schemas.microsoft.com/office/drawing/2014/main" id="{702E6B69-C3E7-4AE4-9CD0-0360D870086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1" name="Line 1">
              <a:extLst>
                <a:ext uri="{FF2B5EF4-FFF2-40B4-BE49-F238E27FC236}">
                  <a16:creationId xmlns:a16="http://schemas.microsoft.com/office/drawing/2014/main" id="{F0576B9F-A154-4F45-85F8-4D006C7F2DA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2" name="TextBox 31">
              <a:extLst>
                <a:ext uri="{FF2B5EF4-FFF2-40B4-BE49-F238E27FC236}">
                  <a16:creationId xmlns:a16="http://schemas.microsoft.com/office/drawing/2014/main" id="{7BA7BFBC-6CC7-4066-A6D1-FFF9A66E65D5}"/>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33" name="TextBox 32">
            <a:extLst>
              <a:ext uri="{FF2B5EF4-FFF2-40B4-BE49-F238E27FC236}">
                <a16:creationId xmlns:a16="http://schemas.microsoft.com/office/drawing/2014/main" id="{17B11A86-3F48-4D4D-8B85-4AD7867CCC6F}"/>
              </a:ext>
            </a:extLst>
          </p:cNvPr>
          <p:cNvSpPr txBox="1"/>
          <p:nvPr/>
        </p:nvSpPr>
        <p:spPr>
          <a:xfrm>
            <a:off x="1487410" y="3986860"/>
            <a:ext cx="631904" cy="215444"/>
          </a:xfrm>
          <a:prstGeom prst="rect">
            <a:avLst/>
          </a:prstGeom>
          <a:noFill/>
        </p:spPr>
        <p:txBody>
          <a:bodyPr wrap="none" rtlCol="0">
            <a:spAutoFit/>
          </a:bodyPr>
          <a:lstStyle/>
          <a:p>
            <a:r>
              <a:rPr lang="ko-KR" altLang="en-US" sz="800" dirty="0"/>
              <a:t>구매 상품</a:t>
            </a:r>
          </a:p>
        </p:txBody>
      </p:sp>
      <p:cxnSp>
        <p:nvCxnSpPr>
          <p:cNvPr id="34" name="직선 연결선 33">
            <a:extLst>
              <a:ext uri="{FF2B5EF4-FFF2-40B4-BE49-F238E27FC236}">
                <a16:creationId xmlns:a16="http://schemas.microsoft.com/office/drawing/2014/main" id="{2D3DC284-67F6-4608-B9DE-1A1B5F6F82F6}"/>
              </a:ext>
            </a:extLst>
          </p:cNvPr>
          <p:cNvCxnSpPr>
            <a:cxnSpLocks/>
          </p:cNvCxnSpPr>
          <p:nvPr/>
        </p:nvCxnSpPr>
        <p:spPr>
          <a:xfrm>
            <a:off x="1479017" y="9979869"/>
            <a:ext cx="433338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623975E9-CA72-455B-9430-1D16ADA29ECB}"/>
              </a:ext>
            </a:extLst>
          </p:cNvPr>
          <p:cNvSpPr txBox="1"/>
          <p:nvPr/>
        </p:nvSpPr>
        <p:spPr>
          <a:xfrm>
            <a:off x="1487410" y="10074956"/>
            <a:ext cx="631904" cy="215444"/>
          </a:xfrm>
          <a:prstGeom prst="rect">
            <a:avLst/>
          </a:prstGeom>
          <a:noFill/>
        </p:spPr>
        <p:txBody>
          <a:bodyPr wrap="square" rtlCol="0">
            <a:spAutoFit/>
          </a:bodyPr>
          <a:lstStyle/>
          <a:p>
            <a:r>
              <a:rPr lang="ko-KR" altLang="en-US" sz="800" dirty="0"/>
              <a:t>결제 정보</a:t>
            </a:r>
          </a:p>
        </p:txBody>
      </p:sp>
      <p:cxnSp>
        <p:nvCxnSpPr>
          <p:cNvPr id="36" name="직선 연결선 35">
            <a:extLst>
              <a:ext uri="{FF2B5EF4-FFF2-40B4-BE49-F238E27FC236}">
                <a16:creationId xmlns:a16="http://schemas.microsoft.com/office/drawing/2014/main" id="{DDB2B4C1-33AB-489A-91F2-A1A23FD4CF52}"/>
              </a:ext>
            </a:extLst>
          </p:cNvPr>
          <p:cNvCxnSpPr>
            <a:cxnSpLocks/>
          </p:cNvCxnSpPr>
          <p:nvPr/>
        </p:nvCxnSpPr>
        <p:spPr>
          <a:xfrm>
            <a:off x="6096000" y="9979869"/>
            <a:ext cx="269821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TextBox 36">
            <a:extLst>
              <a:ext uri="{FF2B5EF4-FFF2-40B4-BE49-F238E27FC236}">
                <a16:creationId xmlns:a16="http://schemas.microsoft.com/office/drawing/2014/main" id="{DCA4BBB0-9098-44DC-835C-13E26978125C}"/>
              </a:ext>
            </a:extLst>
          </p:cNvPr>
          <p:cNvSpPr txBox="1"/>
          <p:nvPr/>
        </p:nvSpPr>
        <p:spPr>
          <a:xfrm>
            <a:off x="6096000" y="10074956"/>
            <a:ext cx="1078727" cy="215444"/>
          </a:xfrm>
          <a:prstGeom prst="rect">
            <a:avLst/>
          </a:prstGeom>
          <a:noFill/>
        </p:spPr>
        <p:txBody>
          <a:bodyPr wrap="square" rtlCol="0">
            <a:spAutoFit/>
          </a:bodyPr>
          <a:lstStyle/>
          <a:p>
            <a:r>
              <a:rPr lang="ko-KR" altLang="en-US" sz="800" dirty="0"/>
              <a:t>최종 결제금액</a:t>
            </a:r>
          </a:p>
        </p:txBody>
      </p:sp>
      <p:graphicFrame>
        <p:nvGraphicFramePr>
          <p:cNvPr id="38" name="표 37">
            <a:extLst>
              <a:ext uri="{FF2B5EF4-FFF2-40B4-BE49-F238E27FC236}">
                <a16:creationId xmlns:a16="http://schemas.microsoft.com/office/drawing/2014/main" id="{BE139FB1-4329-4613-B3BC-0A38E05B231C}"/>
              </a:ext>
            </a:extLst>
          </p:cNvPr>
          <p:cNvGraphicFramePr>
            <a:graphicFrameLocks noGrp="1"/>
          </p:cNvGraphicFramePr>
          <p:nvPr/>
        </p:nvGraphicFramePr>
        <p:xfrm>
          <a:off x="1476367" y="10384291"/>
          <a:ext cx="4336035" cy="853440"/>
        </p:xfrm>
        <a:graphic>
          <a:graphicData uri="http://schemas.openxmlformats.org/drawingml/2006/table">
            <a:tbl>
              <a:tblPr firstRow="1" bandRow="1">
                <a:tableStyleId>{5940675A-B579-460E-94D1-54222C63F5DA}</a:tableStyleId>
              </a:tblPr>
              <a:tblGrid>
                <a:gridCol w="1237336">
                  <a:extLst>
                    <a:ext uri="{9D8B030D-6E8A-4147-A177-3AD203B41FA5}">
                      <a16:colId xmlns:a16="http://schemas.microsoft.com/office/drawing/2014/main" val="1468661165"/>
                    </a:ext>
                  </a:extLst>
                </a:gridCol>
                <a:gridCol w="3098699">
                  <a:extLst>
                    <a:ext uri="{9D8B030D-6E8A-4147-A177-3AD203B41FA5}">
                      <a16:colId xmlns:a16="http://schemas.microsoft.com/office/drawing/2014/main" val="3917594789"/>
                    </a:ext>
                  </a:extLst>
                </a:gridCol>
              </a:tblGrid>
              <a:tr h="165784">
                <a:tc>
                  <a:txBody>
                    <a:bodyPr/>
                    <a:lstStyle/>
                    <a:p>
                      <a:pPr latinLnBrk="1"/>
                      <a:r>
                        <a:rPr lang="ko-KR" altLang="en-US" sz="800" dirty="0"/>
                        <a:t>결제수단</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카드결제</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a:txBody>
                    <a:bodyPr/>
                    <a:lstStyle/>
                    <a:p>
                      <a:pPr latinLnBrk="1"/>
                      <a:r>
                        <a:rPr lang="ko-KR" altLang="en-US" sz="800" dirty="0"/>
                        <a:t>카드종류</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현대카드</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a:txBody>
                    <a:bodyPr/>
                    <a:lstStyle/>
                    <a:p>
                      <a:pPr latinLnBrk="1"/>
                      <a:r>
                        <a:rPr lang="ko-KR" altLang="en-US" sz="800" dirty="0"/>
                        <a:t>카드번호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22030222-******</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r h="0">
                <a:tc>
                  <a:txBody>
                    <a:bodyPr/>
                    <a:lstStyle/>
                    <a:p>
                      <a:pPr latinLnBrk="1"/>
                      <a:r>
                        <a:rPr lang="ko-KR" altLang="en-US" sz="800" dirty="0"/>
                        <a:t>적립포인트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+ 1000 point</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610892354"/>
                  </a:ext>
                </a:extLst>
              </a:tr>
            </a:tbl>
          </a:graphicData>
        </a:graphic>
      </p:graphicFrame>
      <p:graphicFrame>
        <p:nvGraphicFramePr>
          <p:cNvPr id="39" name="표 38">
            <a:extLst>
              <a:ext uri="{FF2B5EF4-FFF2-40B4-BE49-F238E27FC236}">
                <a16:creationId xmlns:a16="http://schemas.microsoft.com/office/drawing/2014/main" id="{41C099F2-CFDA-44FA-A024-B4FFA5DFFC4A}"/>
              </a:ext>
            </a:extLst>
          </p:cNvPr>
          <p:cNvGraphicFramePr>
            <a:graphicFrameLocks noGrp="1"/>
          </p:cNvGraphicFramePr>
          <p:nvPr/>
        </p:nvGraphicFramePr>
        <p:xfrm>
          <a:off x="6096000" y="10374814"/>
          <a:ext cx="2687174" cy="914400"/>
        </p:xfrm>
        <a:graphic>
          <a:graphicData uri="http://schemas.openxmlformats.org/drawingml/2006/table">
            <a:tbl>
              <a:tblPr firstRow="1" bandRow="1">
                <a:tableStyleId>{5940675A-B579-460E-94D1-54222C63F5DA}</a:tableStyleId>
              </a:tblPr>
              <a:tblGrid>
                <a:gridCol w="1256071">
                  <a:extLst>
                    <a:ext uri="{9D8B030D-6E8A-4147-A177-3AD203B41FA5}">
                      <a16:colId xmlns:a16="http://schemas.microsoft.com/office/drawing/2014/main" val="1468661165"/>
                    </a:ext>
                  </a:extLst>
                </a:gridCol>
                <a:gridCol w="1431103">
                  <a:extLst>
                    <a:ext uri="{9D8B030D-6E8A-4147-A177-3AD203B41FA5}">
                      <a16:colId xmlns:a16="http://schemas.microsoft.com/office/drawing/2014/main" val="3917594789"/>
                    </a:ext>
                  </a:extLst>
                </a:gridCol>
              </a:tblGrid>
              <a:tr h="165784">
                <a:tc>
                  <a:txBody>
                    <a:bodyPr/>
                    <a:lstStyle/>
                    <a:p>
                      <a:pPr latinLnBrk="1"/>
                      <a:r>
                        <a:rPr lang="ko-KR" altLang="en-US" sz="800" dirty="0"/>
                        <a:t>총 상품금액</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800" dirty="0"/>
                        <a:t>3,000 </a:t>
                      </a:r>
                      <a:r>
                        <a:rPr lang="ko-KR" altLang="en-US" sz="800" dirty="0"/>
                        <a:t>원</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a:txBody>
                    <a:bodyPr/>
                    <a:lstStyle/>
                    <a:p>
                      <a:pPr latinLnBrk="1"/>
                      <a:r>
                        <a:rPr lang="ko-KR" altLang="en-US" sz="800" dirty="0"/>
                        <a:t>배송비</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800" dirty="0"/>
                        <a:t>+ 2,500 </a:t>
                      </a:r>
                      <a:r>
                        <a:rPr lang="ko-KR" altLang="en-US" sz="800" dirty="0"/>
                        <a:t>원</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a:txBody>
                    <a:bodyPr/>
                    <a:lstStyle/>
                    <a:p>
                      <a:pPr latinLnBrk="1"/>
                      <a:r>
                        <a:rPr lang="ko-KR" altLang="en-US" sz="800" dirty="0"/>
                        <a:t>포인트 사용</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800" dirty="0"/>
                        <a:t>- 2,000 p</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r h="0">
                <a:tc>
                  <a:txBody>
                    <a:bodyPr/>
                    <a:lstStyle/>
                    <a:p>
                      <a:pPr latinLnBrk="1"/>
                      <a:r>
                        <a:rPr lang="ko-KR" altLang="en-US" sz="800" dirty="0"/>
                        <a:t>최종 결제금액</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1200" b="1" dirty="0">
                          <a:solidFill>
                            <a:schemeClr val="accent2">
                              <a:lumMod val="75000"/>
                            </a:schemeClr>
                          </a:solidFill>
                        </a:rPr>
                        <a:t>4,500 </a:t>
                      </a:r>
                      <a:r>
                        <a:rPr lang="ko-KR" altLang="en-US" sz="800" b="1" dirty="0">
                          <a:solidFill>
                            <a:schemeClr val="tx1"/>
                          </a:solidFill>
                        </a:rPr>
                        <a:t>원</a:t>
                      </a:r>
                      <a:endParaRPr lang="en-US" altLang="ko-KR" sz="800" b="1" dirty="0">
                        <a:solidFill>
                          <a:schemeClr val="tx1"/>
                        </a:solidFill>
                      </a:endParaRP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610892354"/>
                  </a:ext>
                </a:extLst>
              </a:tr>
            </a:tbl>
          </a:graphicData>
        </a:graphic>
      </p:graphicFrame>
      <p:sp>
        <p:nvSpPr>
          <p:cNvPr id="40" name="직사각형 39">
            <a:extLst>
              <a:ext uri="{FF2B5EF4-FFF2-40B4-BE49-F238E27FC236}">
                <a16:creationId xmlns:a16="http://schemas.microsoft.com/office/drawing/2014/main" id="{0A986A23-4CC6-484A-81AD-799B1934AA70}"/>
              </a:ext>
            </a:extLst>
          </p:cNvPr>
          <p:cNvSpPr/>
          <p:nvPr/>
        </p:nvSpPr>
        <p:spPr>
          <a:xfrm>
            <a:off x="3124415" y="5870247"/>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grpSp>
        <p:nvGrpSpPr>
          <p:cNvPr id="41" name="그룹 40">
            <a:extLst>
              <a:ext uri="{FF2B5EF4-FFF2-40B4-BE49-F238E27FC236}">
                <a16:creationId xmlns:a16="http://schemas.microsoft.com/office/drawing/2014/main" id="{A773D6E2-F5AF-4492-9C57-D29F21073C58}"/>
              </a:ext>
            </a:extLst>
          </p:cNvPr>
          <p:cNvGrpSpPr/>
          <p:nvPr/>
        </p:nvGrpSpPr>
        <p:grpSpPr>
          <a:xfrm>
            <a:off x="2413986" y="5845693"/>
            <a:ext cx="689346" cy="440906"/>
            <a:chOff x="2843808" y="1955121"/>
            <a:chExt cx="1674813" cy="596970"/>
          </a:xfrm>
          <a:solidFill>
            <a:schemeClr val="bg1">
              <a:lumMod val="95000"/>
            </a:schemeClr>
          </a:solidFill>
        </p:grpSpPr>
        <p:sp>
          <p:nvSpPr>
            <p:cNvPr id="42" name="Border">
              <a:extLst>
                <a:ext uri="{FF2B5EF4-FFF2-40B4-BE49-F238E27FC236}">
                  <a16:creationId xmlns:a16="http://schemas.microsoft.com/office/drawing/2014/main" id="{47DAE718-C7C0-454F-9892-4055367A1B3F}"/>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3" name="Line 2">
              <a:extLst>
                <a:ext uri="{FF2B5EF4-FFF2-40B4-BE49-F238E27FC236}">
                  <a16:creationId xmlns:a16="http://schemas.microsoft.com/office/drawing/2014/main" id="{951A4DC7-6FA7-462C-ABE5-F93A33BC904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4" name="Line 1">
              <a:extLst>
                <a:ext uri="{FF2B5EF4-FFF2-40B4-BE49-F238E27FC236}">
                  <a16:creationId xmlns:a16="http://schemas.microsoft.com/office/drawing/2014/main" id="{0AFC9688-86E1-46C7-9436-95D4FC82C7C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5" name="TextBox 44">
              <a:extLst>
                <a:ext uri="{FF2B5EF4-FFF2-40B4-BE49-F238E27FC236}">
                  <a16:creationId xmlns:a16="http://schemas.microsoft.com/office/drawing/2014/main" id="{FD1791B8-1AAD-4176-9724-0590440CCEA7}"/>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46" name="직사각형 45">
            <a:extLst>
              <a:ext uri="{FF2B5EF4-FFF2-40B4-BE49-F238E27FC236}">
                <a16:creationId xmlns:a16="http://schemas.microsoft.com/office/drawing/2014/main" id="{7EC4EB8A-69F3-4C54-9705-4AC5D98C128C}"/>
              </a:ext>
            </a:extLst>
          </p:cNvPr>
          <p:cNvSpPr/>
          <p:nvPr/>
        </p:nvSpPr>
        <p:spPr>
          <a:xfrm>
            <a:off x="3124415" y="6520890"/>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grpSp>
        <p:nvGrpSpPr>
          <p:cNvPr id="47" name="그룹 46">
            <a:extLst>
              <a:ext uri="{FF2B5EF4-FFF2-40B4-BE49-F238E27FC236}">
                <a16:creationId xmlns:a16="http://schemas.microsoft.com/office/drawing/2014/main" id="{56FA31BE-3F1E-412B-B09A-E666E833308C}"/>
              </a:ext>
            </a:extLst>
          </p:cNvPr>
          <p:cNvGrpSpPr/>
          <p:nvPr/>
        </p:nvGrpSpPr>
        <p:grpSpPr>
          <a:xfrm>
            <a:off x="2413986" y="6496336"/>
            <a:ext cx="689346" cy="440906"/>
            <a:chOff x="2843808" y="1955121"/>
            <a:chExt cx="1674813" cy="596970"/>
          </a:xfrm>
          <a:solidFill>
            <a:schemeClr val="bg1">
              <a:lumMod val="95000"/>
            </a:schemeClr>
          </a:solidFill>
        </p:grpSpPr>
        <p:sp>
          <p:nvSpPr>
            <p:cNvPr id="48"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9"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0"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1" name="TextBox 50">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52" name="직사각형 51">
            <a:extLst>
              <a:ext uri="{FF2B5EF4-FFF2-40B4-BE49-F238E27FC236}">
                <a16:creationId xmlns:a16="http://schemas.microsoft.com/office/drawing/2014/main" id="{80850CAC-6236-48BC-89CF-B1A9E42551C9}"/>
              </a:ext>
            </a:extLst>
          </p:cNvPr>
          <p:cNvSpPr/>
          <p:nvPr/>
        </p:nvSpPr>
        <p:spPr>
          <a:xfrm>
            <a:off x="7957667" y="4679331"/>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tx1"/>
                </a:solidFill>
              </a:rPr>
              <a:t>구매확정일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53" name="직사각형 52">
            <a:extLst>
              <a:ext uri="{FF2B5EF4-FFF2-40B4-BE49-F238E27FC236}">
                <a16:creationId xmlns:a16="http://schemas.microsoft.com/office/drawing/2014/main" id="{8047EFA7-7F0E-4009-8185-A3A373999398}"/>
              </a:ext>
            </a:extLst>
          </p:cNvPr>
          <p:cNvSpPr/>
          <p:nvPr/>
        </p:nvSpPr>
        <p:spPr>
          <a:xfrm>
            <a:off x="7957667" y="6587222"/>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교환완료일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54" name="직사각형 53">
            <a:extLst>
              <a:ext uri="{FF2B5EF4-FFF2-40B4-BE49-F238E27FC236}">
                <a16:creationId xmlns:a16="http://schemas.microsoft.com/office/drawing/2014/main" id="{209B8D46-8E94-4D18-985B-D9E5D14F9B65}"/>
              </a:ext>
            </a:extLst>
          </p:cNvPr>
          <p:cNvSpPr/>
          <p:nvPr/>
        </p:nvSpPr>
        <p:spPr>
          <a:xfrm>
            <a:off x="7957667" y="5938094"/>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반품완료일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55" name="직사각형 54">
            <a:extLst>
              <a:ext uri="{FF2B5EF4-FFF2-40B4-BE49-F238E27FC236}">
                <a16:creationId xmlns:a16="http://schemas.microsoft.com/office/drawing/2014/main" id="{E10E233A-7BB9-45A0-A7E6-45FAA232B7D8}"/>
              </a:ext>
            </a:extLst>
          </p:cNvPr>
          <p:cNvSpPr/>
          <p:nvPr/>
        </p:nvSpPr>
        <p:spPr>
          <a:xfrm>
            <a:off x="7957667" y="5289506"/>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취소완료일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grpSp>
        <p:nvGrpSpPr>
          <p:cNvPr id="58" name="그룹 57">
            <a:extLst>
              <a:ext uri="{FF2B5EF4-FFF2-40B4-BE49-F238E27FC236}">
                <a16:creationId xmlns:a16="http://schemas.microsoft.com/office/drawing/2014/main" id="{4D3FE886-14C7-42C0-ADD8-EF70023FEDEC}"/>
              </a:ext>
            </a:extLst>
          </p:cNvPr>
          <p:cNvGrpSpPr/>
          <p:nvPr/>
        </p:nvGrpSpPr>
        <p:grpSpPr>
          <a:xfrm>
            <a:off x="2425927" y="12522814"/>
            <a:ext cx="689346" cy="440906"/>
            <a:chOff x="2843808" y="1955121"/>
            <a:chExt cx="1674813" cy="596970"/>
          </a:xfrm>
          <a:solidFill>
            <a:schemeClr val="bg1">
              <a:lumMod val="95000"/>
            </a:schemeClr>
          </a:solidFill>
        </p:grpSpPr>
        <p:sp>
          <p:nvSpPr>
            <p:cNvPr id="59" name="Border">
              <a:extLst>
                <a:ext uri="{FF2B5EF4-FFF2-40B4-BE49-F238E27FC236}">
                  <a16:creationId xmlns:a16="http://schemas.microsoft.com/office/drawing/2014/main" id="{C91AE92D-19DE-4E72-A2EE-5CC799957FFA}"/>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0" name="Line 2">
              <a:extLst>
                <a:ext uri="{FF2B5EF4-FFF2-40B4-BE49-F238E27FC236}">
                  <a16:creationId xmlns:a16="http://schemas.microsoft.com/office/drawing/2014/main" id="{F9713F2D-DFE2-4C14-9AC0-6F0140D9D630}"/>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1" name="Line 1">
              <a:extLst>
                <a:ext uri="{FF2B5EF4-FFF2-40B4-BE49-F238E27FC236}">
                  <a16:creationId xmlns:a16="http://schemas.microsoft.com/office/drawing/2014/main" id="{200B2820-58AC-4DF5-94AE-19A4D34B4753}"/>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2" name="TextBox 61">
              <a:extLst>
                <a:ext uri="{FF2B5EF4-FFF2-40B4-BE49-F238E27FC236}">
                  <a16:creationId xmlns:a16="http://schemas.microsoft.com/office/drawing/2014/main" id="{DA4B7C3C-EEC0-4B2B-A9FE-FBBDBBF572DC}"/>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63" name="직사각형 62">
            <a:extLst>
              <a:ext uri="{FF2B5EF4-FFF2-40B4-BE49-F238E27FC236}">
                <a16:creationId xmlns:a16="http://schemas.microsoft.com/office/drawing/2014/main" id="{6A4DCC35-1D94-4AD6-8593-2BDA6F55CBEE}"/>
              </a:ext>
            </a:extLst>
          </p:cNvPr>
          <p:cNvSpPr/>
          <p:nvPr/>
        </p:nvSpPr>
        <p:spPr>
          <a:xfrm>
            <a:off x="3136356" y="12522814"/>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64" name="TextBox 63">
            <a:extLst>
              <a:ext uri="{FF2B5EF4-FFF2-40B4-BE49-F238E27FC236}">
                <a16:creationId xmlns:a16="http://schemas.microsoft.com/office/drawing/2014/main" id="{AC25A851-D5D4-4DBC-8689-4D747F78726A}"/>
              </a:ext>
            </a:extLst>
          </p:cNvPr>
          <p:cNvSpPr txBox="1"/>
          <p:nvPr/>
        </p:nvSpPr>
        <p:spPr>
          <a:xfrm>
            <a:off x="1495803" y="11933865"/>
            <a:ext cx="631904" cy="215444"/>
          </a:xfrm>
          <a:prstGeom prst="rect">
            <a:avLst/>
          </a:prstGeom>
          <a:noFill/>
        </p:spPr>
        <p:txBody>
          <a:bodyPr wrap="none" rtlCol="0">
            <a:spAutoFit/>
          </a:bodyPr>
          <a:lstStyle/>
          <a:p>
            <a:r>
              <a:rPr lang="ko-KR" altLang="en-US" sz="800" dirty="0"/>
              <a:t>취소 상품</a:t>
            </a:r>
          </a:p>
        </p:txBody>
      </p:sp>
      <p:sp>
        <p:nvSpPr>
          <p:cNvPr id="65" name="TextBox 64">
            <a:extLst>
              <a:ext uri="{FF2B5EF4-FFF2-40B4-BE49-F238E27FC236}">
                <a16:creationId xmlns:a16="http://schemas.microsoft.com/office/drawing/2014/main" id="{B4795005-E9AC-45DB-A058-440FE52170E6}"/>
              </a:ext>
            </a:extLst>
          </p:cNvPr>
          <p:cNvSpPr txBox="1"/>
          <p:nvPr/>
        </p:nvSpPr>
        <p:spPr>
          <a:xfrm>
            <a:off x="6096000" y="9579502"/>
            <a:ext cx="2870565" cy="338554"/>
          </a:xfrm>
          <a:prstGeom prst="rect">
            <a:avLst/>
          </a:prstGeom>
          <a:noFill/>
        </p:spPr>
        <p:txBody>
          <a:bodyPr wrap="square" rtlCol="0">
            <a:spAutoFit/>
          </a:bodyPr>
          <a:lstStyle/>
          <a:p>
            <a:r>
              <a:rPr lang="en-US" altLang="ko-KR" sz="800" dirty="0"/>
              <a:t>( </a:t>
            </a:r>
            <a:r>
              <a:rPr lang="ko-KR" altLang="en-US" sz="800" dirty="0"/>
              <a:t>배송비 </a:t>
            </a:r>
            <a:r>
              <a:rPr lang="en-US" altLang="ko-KR" sz="800" dirty="0"/>
              <a:t>) 30,000</a:t>
            </a:r>
            <a:r>
              <a:rPr lang="ko-KR" altLang="en-US" sz="800" dirty="0"/>
              <a:t>원 미만 </a:t>
            </a:r>
            <a:r>
              <a:rPr lang="en-US" altLang="ko-KR" sz="800" dirty="0"/>
              <a:t>: 2,500 </a:t>
            </a:r>
            <a:r>
              <a:rPr lang="ko-KR" altLang="en-US" sz="800" dirty="0"/>
              <a:t>원 </a:t>
            </a:r>
            <a:r>
              <a:rPr lang="en-US" altLang="ko-KR" sz="800" dirty="0"/>
              <a:t>|  </a:t>
            </a:r>
            <a:r>
              <a:rPr lang="ko-KR" altLang="en-US" sz="800" dirty="0"/>
              <a:t>판매자 문의하기 ▷</a:t>
            </a:r>
          </a:p>
          <a:p>
            <a:endParaRPr lang="ko-KR" altLang="en-US" sz="800" dirty="0"/>
          </a:p>
        </p:txBody>
      </p:sp>
      <p:sp>
        <p:nvSpPr>
          <p:cNvPr id="93" name="직사각형 92">
            <a:extLst>
              <a:ext uri="{FF2B5EF4-FFF2-40B4-BE49-F238E27FC236}">
                <a16:creationId xmlns:a16="http://schemas.microsoft.com/office/drawing/2014/main" id="{AEA0D8A4-5D61-497C-9F12-3A678C6111DF}"/>
              </a:ext>
            </a:extLst>
          </p:cNvPr>
          <p:cNvSpPr/>
          <p:nvPr/>
        </p:nvSpPr>
        <p:spPr>
          <a:xfrm>
            <a:off x="4597319" y="11710865"/>
            <a:ext cx="920552" cy="297955"/>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메인으로</a:t>
            </a:r>
            <a:endParaRPr lang="en-US" altLang="ko-KR" sz="800" dirty="0">
              <a:solidFill>
                <a:schemeClr val="bg1"/>
              </a:solidFill>
            </a:endParaRPr>
          </a:p>
        </p:txBody>
      </p:sp>
      <p:graphicFrame>
        <p:nvGraphicFramePr>
          <p:cNvPr id="95" name="표 94">
            <a:extLst>
              <a:ext uri="{FF2B5EF4-FFF2-40B4-BE49-F238E27FC236}">
                <a16:creationId xmlns:a16="http://schemas.microsoft.com/office/drawing/2014/main" id="{3B320BEC-EC65-4357-B942-478D15721AA5}"/>
              </a:ext>
            </a:extLst>
          </p:cNvPr>
          <p:cNvGraphicFramePr>
            <a:graphicFrameLocks noGrp="1"/>
          </p:cNvGraphicFramePr>
          <p:nvPr>
            <p:extLst>
              <p:ext uri="{D42A27DB-BD31-4B8C-83A1-F6EECF244321}">
                <p14:modId xmlns:p14="http://schemas.microsoft.com/office/powerpoint/2010/main" val="2226025429"/>
              </p:ext>
            </p:extLst>
          </p:nvPr>
        </p:nvGraphicFramePr>
        <p:xfrm>
          <a:off x="10171774" y="22159"/>
          <a:ext cx="1979018" cy="3186192"/>
        </p:xfrm>
        <a:graphic>
          <a:graphicData uri="http://schemas.openxmlformats.org/drawingml/2006/table">
            <a:tbl>
              <a:tblPr firstRow="1" bandRow="1">
                <a:tableStyleId>{5940675A-B579-460E-94D1-54222C63F5DA}</a:tableStyleId>
              </a:tblPr>
              <a:tblGrid>
                <a:gridCol w="297687">
                  <a:extLst>
                    <a:ext uri="{9D8B030D-6E8A-4147-A177-3AD203B41FA5}">
                      <a16:colId xmlns:a16="http://schemas.microsoft.com/office/drawing/2014/main" val="2768186151"/>
                    </a:ext>
                  </a:extLst>
                </a:gridCol>
                <a:gridCol w="527402">
                  <a:extLst>
                    <a:ext uri="{9D8B030D-6E8A-4147-A177-3AD203B41FA5}">
                      <a16:colId xmlns:a16="http://schemas.microsoft.com/office/drawing/2014/main" val="1926572822"/>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en-US" altLang="ko-KR" sz="800" dirty="0"/>
                        <a:t>RF-01-06-02-2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주문조회</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주문 상세 페이지 </a:t>
                      </a:r>
                      <a:r>
                        <a:rPr lang="en-US" altLang="ko-KR" sz="800" dirty="0"/>
                        <a:t>&gt; </a:t>
                      </a:r>
                      <a:r>
                        <a:rPr lang="ko-KR" altLang="en-US" sz="800" dirty="0"/>
                        <a:t>반품 신청</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배송중</a:t>
                      </a:r>
                      <a:r>
                        <a:rPr lang="en-US" altLang="ko-KR" sz="800" b="0" dirty="0">
                          <a:solidFill>
                            <a:schemeClr val="tx1"/>
                          </a:solidFill>
                        </a:rPr>
                        <a:t>, </a:t>
                      </a:r>
                      <a:r>
                        <a:rPr lang="ko-KR" altLang="en-US" sz="800" b="0" dirty="0">
                          <a:solidFill>
                            <a:schemeClr val="tx1"/>
                          </a:solidFill>
                        </a:rPr>
                        <a:t>배송 완료 상태일 때 반품 신청을 하는 과정</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버튼 클릭 시 반품 신청하기 화면</a:t>
                      </a:r>
                      <a:r>
                        <a:rPr lang="ko-KR" altLang="en-US" sz="800" b="0" baseline="0" dirty="0">
                          <a:solidFill>
                            <a:schemeClr val="tx1"/>
                          </a:solidFill>
                        </a:rPr>
                        <a:t>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46746957"/>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 회수 방법 중 자동 회수를 선택할 경우 자동 회수 방법에 대한 문구가 표시된다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수동 회수를 선택할 경우 수동 회수에 필요한 주소 정보가 표시된다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557257392"/>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반품 사유가 기타일 경우 사유를 입력할 수 있는 입력 영역이 표시된다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918262721"/>
                  </a:ext>
                </a:extLst>
              </a:tr>
            </a:tbl>
          </a:graphicData>
        </a:graphic>
      </p:graphicFrame>
      <p:grpSp>
        <p:nvGrpSpPr>
          <p:cNvPr id="98" name="그룹 97">
            <a:extLst>
              <a:ext uri="{FF2B5EF4-FFF2-40B4-BE49-F238E27FC236}">
                <a16:creationId xmlns:a16="http://schemas.microsoft.com/office/drawing/2014/main" id="{56FA31BE-3F1E-412B-B09A-E666E833308C}"/>
              </a:ext>
            </a:extLst>
          </p:cNvPr>
          <p:cNvGrpSpPr/>
          <p:nvPr/>
        </p:nvGrpSpPr>
        <p:grpSpPr>
          <a:xfrm>
            <a:off x="2415384" y="7135298"/>
            <a:ext cx="689346" cy="440906"/>
            <a:chOff x="2843808" y="1955121"/>
            <a:chExt cx="1674813" cy="596970"/>
          </a:xfrm>
          <a:solidFill>
            <a:schemeClr val="bg1">
              <a:lumMod val="95000"/>
            </a:schemeClr>
          </a:solidFill>
        </p:grpSpPr>
        <p:sp>
          <p:nvSpPr>
            <p:cNvPr id="99"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0"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1"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2" name="TextBox 101">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grpSp>
        <p:nvGrpSpPr>
          <p:cNvPr id="103" name="그룹 102">
            <a:extLst>
              <a:ext uri="{FF2B5EF4-FFF2-40B4-BE49-F238E27FC236}">
                <a16:creationId xmlns:a16="http://schemas.microsoft.com/office/drawing/2014/main" id="{56FA31BE-3F1E-412B-B09A-E666E833308C}"/>
              </a:ext>
            </a:extLst>
          </p:cNvPr>
          <p:cNvGrpSpPr/>
          <p:nvPr/>
        </p:nvGrpSpPr>
        <p:grpSpPr>
          <a:xfrm>
            <a:off x="2412667" y="7717822"/>
            <a:ext cx="689346" cy="440906"/>
            <a:chOff x="2843808" y="1955121"/>
            <a:chExt cx="1674813" cy="596970"/>
          </a:xfrm>
          <a:solidFill>
            <a:schemeClr val="bg1">
              <a:lumMod val="95000"/>
            </a:schemeClr>
          </a:solidFill>
        </p:grpSpPr>
        <p:sp>
          <p:nvSpPr>
            <p:cNvPr id="104"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5"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6"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7" name="TextBox 106">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grpSp>
        <p:nvGrpSpPr>
          <p:cNvPr id="108" name="그룹 107">
            <a:extLst>
              <a:ext uri="{FF2B5EF4-FFF2-40B4-BE49-F238E27FC236}">
                <a16:creationId xmlns:a16="http://schemas.microsoft.com/office/drawing/2014/main" id="{56FA31BE-3F1E-412B-B09A-E666E833308C}"/>
              </a:ext>
            </a:extLst>
          </p:cNvPr>
          <p:cNvGrpSpPr/>
          <p:nvPr/>
        </p:nvGrpSpPr>
        <p:grpSpPr>
          <a:xfrm>
            <a:off x="2412667" y="8347035"/>
            <a:ext cx="689346" cy="440906"/>
            <a:chOff x="2843808" y="1955121"/>
            <a:chExt cx="1674813" cy="596970"/>
          </a:xfrm>
          <a:solidFill>
            <a:schemeClr val="bg1">
              <a:lumMod val="95000"/>
            </a:schemeClr>
          </a:solidFill>
        </p:grpSpPr>
        <p:sp>
          <p:nvSpPr>
            <p:cNvPr id="109"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0"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1"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2" name="TextBox 111">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grpSp>
        <p:nvGrpSpPr>
          <p:cNvPr id="113" name="그룹 112">
            <a:extLst>
              <a:ext uri="{FF2B5EF4-FFF2-40B4-BE49-F238E27FC236}">
                <a16:creationId xmlns:a16="http://schemas.microsoft.com/office/drawing/2014/main" id="{56FA31BE-3F1E-412B-B09A-E666E833308C}"/>
              </a:ext>
            </a:extLst>
          </p:cNvPr>
          <p:cNvGrpSpPr/>
          <p:nvPr/>
        </p:nvGrpSpPr>
        <p:grpSpPr>
          <a:xfrm>
            <a:off x="2419771" y="8940704"/>
            <a:ext cx="689346" cy="440906"/>
            <a:chOff x="2843808" y="1955121"/>
            <a:chExt cx="1674813" cy="596970"/>
          </a:xfrm>
          <a:solidFill>
            <a:schemeClr val="bg1">
              <a:lumMod val="95000"/>
            </a:schemeClr>
          </a:solidFill>
        </p:grpSpPr>
        <p:sp>
          <p:nvSpPr>
            <p:cNvPr id="114"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5"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6"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7" name="TextBox 116">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25" name="직사각형 124">
            <a:extLst>
              <a:ext uri="{FF2B5EF4-FFF2-40B4-BE49-F238E27FC236}">
                <a16:creationId xmlns:a16="http://schemas.microsoft.com/office/drawing/2014/main" id="{7EC4EB8A-69F3-4C54-9705-4AC5D98C128C}"/>
              </a:ext>
            </a:extLst>
          </p:cNvPr>
          <p:cNvSpPr/>
          <p:nvPr/>
        </p:nvSpPr>
        <p:spPr>
          <a:xfrm>
            <a:off x="3173395" y="7151849"/>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sp>
        <p:nvSpPr>
          <p:cNvPr id="126" name="직사각형 125">
            <a:extLst>
              <a:ext uri="{FF2B5EF4-FFF2-40B4-BE49-F238E27FC236}">
                <a16:creationId xmlns:a16="http://schemas.microsoft.com/office/drawing/2014/main" id="{7EC4EB8A-69F3-4C54-9705-4AC5D98C128C}"/>
              </a:ext>
            </a:extLst>
          </p:cNvPr>
          <p:cNvSpPr/>
          <p:nvPr/>
        </p:nvSpPr>
        <p:spPr>
          <a:xfrm>
            <a:off x="3169324" y="7737935"/>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sp>
        <p:nvSpPr>
          <p:cNvPr id="127" name="직사각형 126">
            <a:extLst>
              <a:ext uri="{FF2B5EF4-FFF2-40B4-BE49-F238E27FC236}">
                <a16:creationId xmlns:a16="http://schemas.microsoft.com/office/drawing/2014/main" id="{7EC4EB8A-69F3-4C54-9705-4AC5D98C128C}"/>
              </a:ext>
            </a:extLst>
          </p:cNvPr>
          <p:cNvSpPr/>
          <p:nvPr/>
        </p:nvSpPr>
        <p:spPr>
          <a:xfrm>
            <a:off x="3183085" y="8350064"/>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sp>
        <p:nvSpPr>
          <p:cNvPr id="128" name="직사각형 127">
            <a:extLst>
              <a:ext uri="{FF2B5EF4-FFF2-40B4-BE49-F238E27FC236}">
                <a16:creationId xmlns:a16="http://schemas.microsoft.com/office/drawing/2014/main" id="{7EC4EB8A-69F3-4C54-9705-4AC5D98C128C}"/>
              </a:ext>
            </a:extLst>
          </p:cNvPr>
          <p:cNvSpPr/>
          <p:nvPr/>
        </p:nvSpPr>
        <p:spPr>
          <a:xfrm>
            <a:off x="3169324" y="8945774"/>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sp>
        <p:nvSpPr>
          <p:cNvPr id="130" name="직사각형 129">
            <a:extLst>
              <a:ext uri="{FF2B5EF4-FFF2-40B4-BE49-F238E27FC236}">
                <a16:creationId xmlns:a16="http://schemas.microsoft.com/office/drawing/2014/main" id="{FCB3DCD2-8C49-41FE-A52B-CDE362A43498}"/>
              </a:ext>
            </a:extLst>
          </p:cNvPr>
          <p:cNvSpPr/>
          <p:nvPr/>
        </p:nvSpPr>
        <p:spPr>
          <a:xfrm>
            <a:off x="8042546" y="7238373"/>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취소신청</a:t>
            </a:r>
          </a:p>
        </p:txBody>
      </p:sp>
      <p:sp>
        <p:nvSpPr>
          <p:cNvPr id="132" name="직사각형 131">
            <a:extLst>
              <a:ext uri="{FF2B5EF4-FFF2-40B4-BE49-F238E27FC236}">
                <a16:creationId xmlns:a16="http://schemas.microsoft.com/office/drawing/2014/main" id="{FCB3DCD2-8C49-41FE-A52B-CDE362A43498}"/>
              </a:ext>
            </a:extLst>
          </p:cNvPr>
          <p:cNvSpPr/>
          <p:nvPr/>
        </p:nvSpPr>
        <p:spPr>
          <a:xfrm>
            <a:off x="8042546" y="7834674"/>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취소신청</a:t>
            </a:r>
          </a:p>
        </p:txBody>
      </p:sp>
      <p:sp>
        <p:nvSpPr>
          <p:cNvPr id="133" name="직사각형 132">
            <a:extLst>
              <a:ext uri="{FF2B5EF4-FFF2-40B4-BE49-F238E27FC236}">
                <a16:creationId xmlns:a16="http://schemas.microsoft.com/office/drawing/2014/main" id="{27084E9C-17F3-42AE-8231-8C85A80EE39F}"/>
              </a:ext>
            </a:extLst>
          </p:cNvPr>
          <p:cNvSpPr/>
          <p:nvPr/>
        </p:nvSpPr>
        <p:spPr>
          <a:xfrm>
            <a:off x="8042546" y="8456727"/>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반품신청</a:t>
            </a:r>
          </a:p>
        </p:txBody>
      </p:sp>
      <p:sp>
        <p:nvSpPr>
          <p:cNvPr id="134" name="직사각형 133">
            <a:extLst>
              <a:ext uri="{FF2B5EF4-FFF2-40B4-BE49-F238E27FC236}">
                <a16:creationId xmlns:a16="http://schemas.microsoft.com/office/drawing/2014/main" id="{154DCA1E-CE80-47D1-8F41-924E54F01F2F}"/>
              </a:ext>
            </a:extLst>
          </p:cNvPr>
          <p:cNvSpPr/>
          <p:nvPr/>
        </p:nvSpPr>
        <p:spPr>
          <a:xfrm>
            <a:off x="8049071" y="9315141"/>
            <a:ext cx="666792" cy="213852"/>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구매확정</a:t>
            </a:r>
          </a:p>
        </p:txBody>
      </p:sp>
      <p:sp>
        <p:nvSpPr>
          <p:cNvPr id="135" name="직사각형 134">
            <a:extLst>
              <a:ext uri="{FF2B5EF4-FFF2-40B4-BE49-F238E27FC236}">
                <a16:creationId xmlns:a16="http://schemas.microsoft.com/office/drawing/2014/main" id="{568DEFE7-B127-4AC7-BF82-53B4D61A428A}"/>
              </a:ext>
            </a:extLst>
          </p:cNvPr>
          <p:cNvSpPr/>
          <p:nvPr/>
        </p:nvSpPr>
        <p:spPr>
          <a:xfrm>
            <a:off x="8049071" y="8842447"/>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반품신청</a:t>
            </a:r>
          </a:p>
        </p:txBody>
      </p:sp>
      <p:sp>
        <p:nvSpPr>
          <p:cNvPr id="136" name="직사각형 135">
            <a:extLst>
              <a:ext uri="{FF2B5EF4-FFF2-40B4-BE49-F238E27FC236}">
                <a16:creationId xmlns:a16="http://schemas.microsoft.com/office/drawing/2014/main" id="{EF53F4A0-847F-40BC-AB92-6B18E9F6153B}"/>
              </a:ext>
            </a:extLst>
          </p:cNvPr>
          <p:cNvSpPr/>
          <p:nvPr/>
        </p:nvSpPr>
        <p:spPr>
          <a:xfrm>
            <a:off x="8042546" y="9072517"/>
            <a:ext cx="666792" cy="213852"/>
          </a:xfrm>
          <a:prstGeom prst="rect">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교환신청</a:t>
            </a:r>
          </a:p>
        </p:txBody>
      </p:sp>
      <p:sp>
        <p:nvSpPr>
          <p:cNvPr id="121" name="타원 120">
            <a:extLst>
              <a:ext uri="{FF2B5EF4-FFF2-40B4-BE49-F238E27FC236}">
                <a16:creationId xmlns:a16="http://schemas.microsoft.com/office/drawing/2014/main" id="{724C2B27-0185-44DE-BD4F-0EA1FC34D518}"/>
              </a:ext>
            </a:extLst>
          </p:cNvPr>
          <p:cNvSpPr/>
          <p:nvPr/>
        </p:nvSpPr>
        <p:spPr>
          <a:xfrm>
            <a:off x="7874755" y="8317564"/>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2" name="그룹 121">
            <a:extLst>
              <a:ext uri="{FF2B5EF4-FFF2-40B4-BE49-F238E27FC236}">
                <a16:creationId xmlns:a16="http://schemas.microsoft.com/office/drawing/2014/main" id="{17EFD9FE-D7ED-4568-B888-21ECD892B38C}"/>
              </a:ext>
            </a:extLst>
          </p:cNvPr>
          <p:cNvGrpSpPr/>
          <p:nvPr/>
        </p:nvGrpSpPr>
        <p:grpSpPr>
          <a:xfrm>
            <a:off x="4851177" y="3468569"/>
            <a:ext cx="3935785" cy="4360092"/>
            <a:chOff x="-3314154" y="1030623"/>
            <a:chExt cx="3935785" cy="4360092"/>
          </a:xfrm>
        </p:grpSpPr>
        <p:sp>
          <p:nvSpPr>
            <p:cNvPr id="123" name="직사각형 122">
              <a:extLst>
                <a:ext uri="{FF2B5EF4-FFF2-40B4-BE49-F238E27FC236}">
                  <a16:creationId xmlns:a16="http://schemas.microsoft.com/office/drawing/2014/main" id="{95D4663A-3B6E-4901-B5BE-7874C5F55B11}"/>
                </a:ext>
              </a:extLst>
            </p:cNvPr>
            <p:cNvSpPr/>
            <p:nvPr/>
          </p:nvSpPr>
          <p:spPr>
            <a:xfrm>
              <a:off x="-3314154" y="1030623"/>
              <a:ext cx="3935785" cy="436009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124" name="TextBox 123">
              <a:extLst>
                <a:ext uri="{FF2B5EF4-FFF2-40B4-BE49-F238E27FC236}">
                  <a16:creationId xmlns:a16="http://schemas.microsoft.com/office/drawing/2014/main" id="{67074170-90D0-4626-BDCE-B809F0FF7770}"/>
                </a:ext>
              </a:extLst>
            </p:cNvPr>
            <p:cNvSpPr txBox="1"/>
            <p:nvPr/>
          </p:nvSpPr>
          <p:spPr>
            <a:xfrm>
              <a:off x="-3211136" y="1183189"/>
              <a:ext cx="103265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반품신청하기</a:t>
              </a:r>
              <a:endParaRPr lang="ko-KR" altLang="en-US" sz="900" dirty="0"/>
            </a:p>
          </p:txBody>
        </p:sp>
        <p:sp>
          <p:nvSpPr>
            <p:cNvPr id="129" name="직사각형 128">
              <a:extLst>
                <a:ext uri="{FF2B5EF4-FFF2-40B4-BE49-F238E27FC236}">
                  <a16:creationId xmlns:a16="http://schemas.microsoft.com/office/drawing/2014/main" id="{E7D2BDDC-F788-4F3D-BEDF-953EB27DD111}"/>
                </a:ext>
              </a:extLst>
            </p:cNvPr>
            <p:cNvSpPr/>
            <p:nvPr/>
          </p:nvSpPr>
          <p:spPr>
            <a:xfrm>
              <a:off x="-2227923" y="4868152"/>
              <a:ext cx="891615" cy="213360"/>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반품신청</a:t>
              </a:r>
              <a:endParaRPr lang="en-US" altLang="ko-KR" sz="800" dirty="0">
                <a:solidFill>
                  <a:schemeClr val="bg1"/>
                </a:solidFill>
              </a:endParaRPr>
            </a:p>
          </p:txBody>
        </p:sp>
        <p:grpSp>
          <p:nvGrpSpPr>
            <p:cNvPr id="131" name="Image">
              <a:extLst>
                <a:ext uri="{FF2B5EF4-FFF2-40B4-BE49-F238E27FC236}">
                  <a16:creationId xmlns:a16="http://schemas.microsoft.com/office/drawing/2014/main" id="{6D79BBA9-8494-497E-8C31-6A41E6043606}"/>
                </a:ext>
              </a:extLst>
            </p:cNvPr>
            <p:cNvGrpSpPr>
              <a:grpSpLocks/>
            </p:cNvGrpSpPr>
            <p:nvPr/>
          </p:nvGrpSpPr>
          <p:grpSpPr bwMode="auto">
            <a:xfrm>
              <a:off x="309326" y="1150690"/>
              <a:ext cx="204716" cy="209797"/>
              <a:chOff x="508000" y="1397000"/>
              <a:chExt cx="1008112" cy="1008112"/>
            </a:xfrm>
          </p:grpSpPr>
          <p:sp>
            <p:nvSpPr>
              <p:cNvPr id="155" name="Border">
                <a:extLst>
                  <a:ext uri="{FF2B5EF4-FFF2-40B4-BE49-F238E27FC236}">
                    <a16:creationId xmlns:a16="http://schemas.microsoft.com/office/drawing/2014/main" id="{8860CA92-E2A5-4427-90DB-2D84DE717F57}"/>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6" name="Line 2">
                <a:extLst>
                  <a:ext uri="{FF2B5EF4-FFF2-40B4-BE49-F238E27FC236}">
                    <a16:creationId xmlns:a16="http://schemas.microsoft.com/office/drawing/2014/main" id="{B474811D-B31E-425E-A72A-57D36DA1FFD2}"/>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7" name="Line 1">
                <a:extLst>
                  <a:ext uri="{FF2B5EF4-FFF2-40B4-BE49-F238E27FC236}">
                    <a16:creationId xmlns:a16="http://schemas.microsoft.com/office/drawing/2014/main" id="{EEEC624B-9D27-4BA4-867F-AD9516EE9597}"/>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42" name="직사각형 141">
              <a:extLst>
                <a:ext uri="{FF2B5EF4-FFF2-40B4-BE49-F238E27FC236}">
                  <a16:creationId xmlns:a16="http://schemas.microsoft.com/office/drawing/2014/main" id="{53E1F1BB-FB36-49A8-9CEF-83475F2CD81C}"/>
                </a:ext>
              </a:extLst>
            </p:cNvPr>
            <p:cNvSpPr/>
            <p:nvPr/>
          </p:nvSpPr>
          <p:spPr>
            <a:xfrm>
              <a:off x="-1229499" y="4868152"/>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143" name="TextBox 142">
              <a:extLst>
                <a:ext uri="{FF2B5EF4-FFF2-40B4-BE49-F238E27FC236}">
                  <a16:creationId xmlns:a16="http://schemas.microsoft.com/office/drawing/2014/main" id="{E898E592-079D-455E-ACED-318D7943D820}"/>
                </a:ext>
              </a:extLst>
            </p:cNvPr>
            <p:cNvSpPr txBox="1"/>
            <p:nvPr/>
          </p:nvSpPr>
          <p:spPr>
            <a:xfrm>
              <a:off x="-3074177" y="1555323"/>
              <a:ext cx="646331" cy="230832"/>
            </a:xfrm>
            <a:prstGeom prst="rect">
              <a:avLst/>
            </a:prstGeom>
            <a:noFill/>
          </p:spPr>
          <p:txBody>
            <a:bodyPr wrap="none" rtlCol="0">
              <a:spAutoFit/>
            </a:bodyPr>
            <a:lstStyle/>
            <a:p>
              <a:r>
                <a:rPr lang="ko-KR" altLang="en-US" sz="900" dirty="0"/>
                <a:t>주문상품</a:t>
              </a:r>
            </a:p>
          </p:txBody>
        </p:sp>
        <p:grpSp>
          <p:nvGrpSpPr>
            <p:cNvPr id="144" name="그룹 143">
              <a:extLst>
                <a:ext uri="{FF2B5EF4-FFF2-40B4-BE49-F238E27FC236}">
                  <a16:creationId xmlns:a16="http://schemas.microsoft.com/office/drawing/2014/main" id="{DD19A04F-8AE6-4804-B72B-5AB46005EBCF}"/>
                </a:ext>
              </a:extLst>
            </p:cNvPr>
            <p:cNvGrpSpPr/>
            <p:nvPr/>
          </p:nvGrpSpPr>
          <p:grpSpPr>
            <a:xfrm>
              <a:off x="-3036963" y="1881678"/>
              <a:ext cx="689346" cy="440906"/>
              <a:chOff x="2843808" y="1955121"/>
              <a:chExt cx="1674813" cy="596970"/>
            </a:xfrm>
            <a:solidFill>
              <a:schemeClr val="bg1">
                <a:lumMod val="95000"/>
              </a:schemeClr>
            </a:solidFill>
          </p:grpSpPr>
          <p:sp>
            <p:nvSpPr>
              <p:cNvPr id="151" name="Border">
                <a:extLst>
                  <a:ext uri="{FF2B5EF4-FFF2-40B4-BE49-F238E27FC236}">
                    <a16:creationId xmlns:a16="http://schemas.microsoft.com/office/drawing/2014/main" id="{49895EF0-5967-4A7A-80D5-180708280A53}"/>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2" name="Line 2">
                <a:extLst>
                  <a:ext uri="{FF2B5EF4-FFF2-40B4-BE49-F238E27FC236}">
                    <a16:creationId xmlns:a16="http://schemas.microsoft.com/office/drawing/2014/main" id="{F51AA1F2-910A-4E02-9248-2E196DF150F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3" name="Line 1">
                <a:extLst>
                  <a:ext uri="{FF2B5EF4-FFF2-40B4-BE49-F238E27FC236}">
                    <a16:creationId xmlns:a16="http://schemas.microsoft.com/office/drawing/2014/main" id="{2ADE6638-801D-414A-B7A1-D0020DDCC7B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4" name="TextBox 153">
                <a:extLst>
                  <a:ext uri="{FF2B5EF4-FFF2-40B4-BE49-F238E27FC236}">
                    <a16:creationId xmlns:a16="http://schemas.microsoft.com/office/drawing/2014/main" id="{7BE6CBCE-10EE-4941-A382-2EE5666B5C9D}"/>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45" name="직사각형 144">
              <a:extLst>
                <a:ext uri="{FF2B5EF4-FFF2-40B4-BE49-F238E27FC236}">
                  <a16:creationId xmlns:a16="http://schemas.microsoft.com/office/drawing/2014/main" id="{C5B457FE-4B53-4959-BDBF-D270C95AEA8B}"/>
                </a:ext>
              </a:extLst>
            </p:cNvPr>
            <p:cNvSpPr/>
            <p:nvPr/>
          </p:nvSpPr>
          <p:spPr>
            <a:xfrm>
              <a:off x="-2326534" y="1881678"/>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46" name="TextBox 145">
              <a:extLst>
                <a:ext uri="{FF2B5EF4-FFF2-40B4-BE49-F238E27FC236}">
                  <a16:creationId xmlns:a16="http://schemas.microsoft.com/office/drawing/2014/main" id="{E8D37E87-292C-4A50-8E2F-5F8E619438D4}"/>
                </a:ext>
              </a:extLst>
            </p:cNvPr>
            <p:cNvSpPr txBox="1"/>
            <p:nvPr/>
          </p:nvSpPr>
          <p:spPr>
            <a:xfrm>
              <a:off x="-3074177" y="2517827"/>
              <a:ext cx="646331" cy="230832"/>
            </a:xfrm>
            <a:prstGeom prst="rect">
              <a:avLst/>
            </a:prstGeom>
            <a:noFill/>
          </p:spPr>
          <p:txBody>
            <a:bodyPr wrap="none" rtlCol="0">
              <a:spAutoFit/>
            </a:bodyPr>
            <a:lstStyle/>
            <a:p>
              <a:r>
                <a:rPr lang="ko-KR" altLang="en-US" sz="900" dirty="0"/>
                <a:t>반품사유</a:t>
              </a:r>
            </a:p>
          </p:txBody>
        </p:sp>
        <p:sp>
          <p:nvSpPr>
            <p:cNvPr id="147" name="직사각형 146">
              <a:extLst>
                <a:ext uri="{FF2B5EF4-FFF2-40B4-BE49-F238E27FC236}">
                  <a16:creationId xmlns:a16="http://schemas.microsoft.com/office/drawing/2014/main" id="{1FE79434-7DBA-4AC2-8F7A-79BF6E9C662C}"/>
                </a:ext>
              </a:extLst>
            </p:cNvPr>
            <p:cNvSpPr/>
            <p:nvPr/>
          </p:nvSpPr>
          <p:spPr>
            <a:xfrm>
              <a:off x="-3038013" y="2801053"/>
              <a:ext cx="3471371" cy="250173"/>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solidFill>
                </a:rPr>
                <a:t>단순변심</a:t>
              </a:r>
              <a:r>
                <a:rPr lang="ko-KR" altLang="en-US" sz="800" dirty="0">
                  <a:solidFill>
                    <a:schemeClr val="tx1"/>
                  </a:solidFill>
                </a:rPr>
                <a:t>                                                                          ▼</a:t>
              </a:r>
              <a:endParaRPr lang="en-US" altLang="ko-KR" sz="800" dirty="0">
                <a:solidFill>
                  <a:schemeClr val="tx1"/>
                </a:solidFill>
              </a:endParaRPr>
            </a:p>
          </p:txBody>
        </p:sp>
        <p:sp>
          <p:nvSpPr>
            <p:cNvPr id="148" name="TextBox 147">
              <a:extLst>
                <a:ext uri="{FF2B5EF4-FFF2-40B4-BE49-F238E27FC236}">
                  <a16:creationId xmlns:a16="http://schemas.microsoft.com/office/drawing/2014/main" id="{A45CC1E0-5885-4C7D-AE98-FA00025EA557}"/>
                </a:ext>
              </a:extLst>
            </p:cNvPr>
            <p:cNvSpPr txBox="1"/>
            <p:nvPr/>
          </p:nvSpPr>
          <p:spPr>
            <a:xfrm>
              <a:off x="-3075020" y="3343189"/>
              <a:ext cx="877163" cy="230832"/>
            </a:xfrm>
            <a:prstGeom prst="rect">
              <a:avLst/>
            </a:prstGeom>
            <a:noFill/>
          </p:spPr>
          <p:txBody>
            <a:bodyPr wrap="none" rtlCol="0">
              <a:spAutoFit/>
            </a:bodyPr>
            <a:lstStyle/>
            <a:p>
              <a:r>
                <a:rPr lang="ko-KR" altLang="en-US" sz="900" dirty="0"/>
                <a:t>상품회수방법</a:t>
              </a:r>
            </a:p>
          </p:txBody>
        </p:sp>
        <p:sp>
          <p:nvSpPr>
            <p:cNvPr id="149" name="TextBox 148">
              <a:extLst>
                <a:ext uri="{FF2B5EF4-FFF2-40B4-BE49-F238E27FC236}">
                  <a16:creationId xmlns:a16="http://schemas.microsoft.com/office/drawing/2014/main" id="{B515194B-1B98-4D6C-8BD3-E1B2E68A50C7}"/>
                </a:ext>
              </a:extLst>
            </p:cNvPr>
            <p:cNvSpPr txBox="1"/>
            <p:nvPr/>
          </p:nvSpPr>
          <p:spPr>
            <a:xfrm>
              <a:off x="-3077675" y="3645435"/>
              <a:ext cx="1699504" cy="230832"/>
            </a:xfrm>
            <a:prstGeom prst="rect">
              <a:avLst/>
            </a:prstGeom>
            <a:noFill/>
          </p:spPr>
          <p:txBody>
            <a:bodyPr wrap="none" rtlCol="0">
              <a:spAutoFit/>
            </a:bodyPr>
            <a:lstStyle/>
            <a:p>
              <a:r>
                <a:rPr lang="ko-KR" altLang="en-US" sz="900" dirty="0"/>
                <a:t>● 자동회수       ○ 수동회수</a:t>
              </a:r>
            </a:p>
          </p:txBody>
        </p:sp>
        <p:sp>
          <p:nvSpPr>
            <p:cNvPr id="150" name="직사각형 149">
              <a:extLst>
                <a:ext uri="{FF2B5EF4-FFF2-40B4-BE49-F238E27FC236}">
                  <a16:creationId xmlns:a16="http://schemas.microsoft.com/office/drawing/2014/main" id="{8664E076-4133-490A-A489-BEFC162D8EAA}"/>
                </a:ext>
              </a:extLst>
            </p:cNvPr>
            <p:cNvSpPr/>
            <p:nvPr/>
          </p:nvSpPr>
          <p:spPr>
            <a:xfrm>
              <a:off x="-3038014" y="3962058"/>
              <a:ext cx="3471371" cy="684281"/>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a:solidFill>
                    <a:schemeClr val="tx1"/>
                  </a:solidFill>
                </a:rPr>
                <a:t>※ </a:t>
              </a:r>
              <a:r>
                <a:rPr lang="ko-KR" altLang="en-US" sz="800" dirty="0">
                  <a:solidFill>
                    <a:schemeClr val="tx1"/>
                  </a:solidFill>
                </a:rPr>
                <a:t>반품이라고 표기해서 문 앞에 두시면 </a:t>
              </a:r>
              <a:r>
                <a:rPr lang="en-US" altLang="ko-KR" sz="800" dirty="0">
                  <a:solidFill>
                    <a:schemeClr val="tx1"/>
                  </a:solidFill>
                </a:rPr>
                <a:t>“</a:t>
              </a:r>
              <a:r>
                <a:rPr lang="ko-KR" altLang="en-US" sz="800" dirty="0">
                  <a:solidFill>
                    <a:schemeClr val="tx1"/>
                  </a:solidFill>
                </a:rPr>
                <a:t>한진택배</a:t>
              </a:r>
              <a:r>
                <a:rPr lang="en-US" altLang="ko-KR" sz="800" dirty="0">
                  <a:solidFill>
                    <a:schemeClr val="tx1"/>
                  </a:solidFill>
                </a:rPr>
                <a:t>”</a:t>
              </a:r>
              <a:r>
                <a:rPr lang="ko-KR" altLang="en-US" sz="800" dirty="0">
                  <a:solidFill>
                    <a:schemeClr val="tx1"/>
                  </a:solidFill>
                </a:rPr>
                <a:t>에서 회수합니다</a:t>
              </a:r>
              <a:r>
                <a:rPr lang="en-US" altLang="ko-KR" sz="800" dirty="0">
                  <a:solidFill>
                    <a:schemeClr val="tx1"/>
                  </a:solidFill>
                </a:rPr>
                <a:t>.</a:t>
              </a:r>
              <a:r>
                <a:rPr lang="ko-KR" altLang="en-US" sz="800" dirty="0">
                  <a:solidFill>
                    <a:schemeClr val="tx1"/>
                  </a:solidFill>
                </a:rPr>
                <a:t> </a:t>
              </a:r>
              <a:endParaRPr lang="en-US" altLang="ko-KR" sz="800" dirty="0">
                <a:solidFill>
                  <a:schemeClr val="tx1"/>
                </a:solidFill>
              </a:endParaRPr>
            </a:p>
            <a:p>
              <a:pPr>
                <a:lnSpc>
                  <a:spcPct val="150000"/>
                </a:lnSpc>
              </a:pPr>
              <a:r>
                <a:rPr lang="ko-KR" altLang="en-US" sz="800" dirty="0">
                  <a:solidFill>
                    <a:schemeClr val="tx1"/>
                  </a:solidFill>
                </a:rPr>
                <a:t>   물품에 문제가 없을 경우 택배비가 발생합니다</a:t>
              </a:r>
              <a:r>
                <a:rPr lang="en-US" altLang="ko-KR" sz="800" dirty="0">
                  <a:solidFill>
                    <a:schemeClr val="tx1"/>
                  </a:solidFill>
                </a:rPr>
                <a:t>.</a:t>
              </a:r>
            </a:p>
          </p:txBody>
        </p:sp>
      </p:grpSp>
      <p:grpSp>
        <p:nvGrpSpPr>
          <p:cNvPr id="158" name="그룹 157">
            <a:extLst>
              <a:ext uri="{FF2B5EF4-FFF2-40B4-BE49-F238E27FC236}">
                <a16:creationId xmlns:a16="http://schemas.microsoft.com/office/drawing/2014/main" id="{BCD10A30-7EC7-4AAC-8C8B-97E6E018A96D}"/>
              </a:ext>
            </a:extLst>
          </p:cNvPr>
          <p:cNvGrpSpPr/>
          <p:nvPr/>
        </p:nvGrpSpPr>
        <p:grpSpPr>
          <a:xfrm>
            <a:off x="395477" y="3463160"/>
            <a:ext cx="3935785" cy="4360092"/>
            <a:chOff x="-3314154" y="1030623"/>
            <a:chExt cx="3935785" cy="4360092"/>
          </a:xfrm>
        </p:grpSpPr>
        <p:sp>
          <p:nvSpPr>
            <p:cNvPr id="159" name="직사각형 158">
              <a:extLst>
                <a:ext uri="{FF2B5EF4-FFF2-40B4-BE49-F238E27FC236}">
                  <a16:creationId xmlns:a16="http://schemas.microsoft.com/office/drawing/2014/main" id="{670C25F3-C0A3-440C-B5F8-33AAB4A90973}"/>
                </a:ext>
              </a:extLst>
            </p:cNvPr>
            <p:cNvSpPr/>
            <p:nvPr/>
          </p:nvSpPr>
          <p:spPr>
            <a:xfrm>
              <a:off x="-3314154" y="1030623"/>
              <a:ext cx="3935785" cy="436009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38F96062-CB7B-444B-8620-F1E5522C14D1}"/>
                </a:ext>
              </a:extLst>
            </p:cNvPr>
            <p:cNvSpPr txBox="1"/>
            <p:nvPr/>
          </p:nvSpPr>
          <p:spPr>
            <a:xfrm>
              <a:off x="-3211136" y="1183189"/>
              <a:ext cx="103265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반품신청하기</a:t>
              </a:r>
              <a:endParaRPr lang="ko-KR" altLang="en-US" sz="900" dirty="0"/>
            </a:p>
          </p:txBody>
        </p:sp>
        <p:sp>
          <p:nvSpPr>
            <p:cNvPr id="161" name="직사각형 160">
              <a:extLst>
                <a:ext uri="{FF2B5EF4-FFF2-40B4-BE49-F238E27FC236}">
                  <a16:creationId xmlns:a16="http://schemas.microsoft.com/office/drawing/2014/main" id="{D8882CCD-6101-4C0F-A1A5-FDAAA8A32D37}"/>
                </a:ext>
              </a:extLst>
            </p:cNvPr>
            <p:cNvSpPr/>
            <p:nvPr/>
          </p:nvSpPr>
          <p:spPr>
            <a:xfrm>
              <a:off x="-2227923" y="4868152"/>
              <a:ext cx="891615" cy="213360"/>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반품신청</a:t>
              </a:r>
              <a:endParaRPr lang="en-US" altLang="ko-KR" sz="800" dirty="0">
                <a:solidFill>
                  <a:schemeClr val="bg1"/>
                </a:solidFill>
              </a:endParaRPr>
            </a:p>
          </p:txBody>
        </p:sp>
        <p:grpSp>
          <p:nvGrpSpPr>
            <p:cNvPr id="162" name="Image">
              <a:extLst>
                <a:ext uri="{FF2B5EF4-FFF2-40B4-BE49-F238E27FC236}">
                  <a16:creationId xmlns:a16="http://schemas.microsoft.com/office/drawing/2014/main" id="{8F3271D1-BAD7-4676-9AE8-9067DFC64B0C}"/>
                </a:ext>
              </a:extLst>
            </p:cNvPr>
            <p:cNvGrpSpPr>
              <a:grpSpLocks/>
            </p:cNvGrpSpPr>
            <p:nvPr/>
          </p:nvGrpSpPr>
          <p:grpSpPr bwMode="auto">
            <a:xfrm>
              <a:off x="309326" y="1150690"/>
              <a:ext cx="204716" cy="209797"/>
              <a:chOff x="508000" y="1397000"/>
              <a:chExt cx="1008112" cy="1008112"/>
            </a:xfrm>
          </p:grpSpPr>
          <p:sp>
            <p:nvSpPr>
              <p:cNvPr id="176" name="Border">
                <a:extLst>
                  <a:ext uri="{FF2B5EF4-FFF2-40B4-BE49-F238E27FC236}">
                    <a16:creationId xmlns:a16="http://schemas.microsoft.com/office/drawing/2014/main" id="{81591179-7961-4F7B-9F50-5CCAE8C48350}"/>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7" name="Line 2">
                <a:extLst>
                  <a:ext uri="{FF2B5EF4-FFF2-40B4-BE49-F238E27FC236}">
                    <a16:creationId xmlns:a16="http://schemas.microsoft.com/office/drawing/2014/main" id="{401F7C57-7C60-409F-8D02-85797885CFA9}"/>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8" name="Line 1">
                <a:extLst>
                  <a:ext uri="{FF2B5EF4-FFF2-40B4-BE49-F238E27FC236}">
                    <a16:creationId xmlns:a16="http://schemas.microsoft.com/office/drawing/2014/main" id="{F5C54742-752D-4BA9-B001-FD49B669FDED}"/>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63" name="직사각형 162">
              <a:extLst>
                <a:ext uri="{FF2B5EF4-FFF2-40B4-BE49-F238E27FC236}">
                  <a16:creationId xmlns:a16="http://schemas.microsoft.com/office/drawing/2014/main" id="{9683374B-6B5B-4937-AD04-C4860C57E981}"/>
                </a:ext>
              </a:extLst>
            </p:cNvPr>
            <p:cNvSpPr/>
            <p:nvPr/>
          </p:nvSpPr>
          <p:spPr>
            <a:xfrm>
              <a:off x="-1229499" y="4868152"/>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164" name="TextBox 163">
              <a:extLst>
                <a:ext uri="{FF2B5EF4-FFF2-40B4-BE49-F238E27FC236}">
                  <a16:creationId xmlns:a16="http://schemas.microsoft.com/office/drawing/2014/main" id="{E27E2D30-B115-44B9-9581-2B73EA80DA5F}"/>
                </a:ext>
              </a:extLst>
            </p:cNvPr>
            <p:cNvSpPr txBox="1"/>
            <p:nvPr/>
          </p:nvSpPr>
          <p:spPr>
            <a:xfrm>
              <a:off x="-3074177" y="1555323"/>
              <a:ext cx="646331" cy="230832"/>
            </a:xfrm>
            <a:prstGeom prst="rect">
              <a:avLst/>
            </a:prstGeom>
            <a:noFill/>
          </p:spPr>
          <p:txBody>
            <a:bodyPr wrap="none" rtlCol="0">
              <a:spAutoFit/>
            </a:bodyPr>
            <a:lstStyle/>
            <a:p>
              <a:r>
                <a:rPr lang="ko-KR" altLang="en-US" sz="900" dirty="0"/>
                <a:t>주문상품</a:t>
              </a:r>
            </a:p>
          </p:txBody>
        </p:sp>
        <p:grpSp>
          <p:nvGrpSpPr>
            <p:cNvPr id="165" name="그룹 164">
              <a:extLst>
                <a:ext uri="{FF2B5EF4-FFF2-40B4-BE49-F238E27FC236}">
                  <a16:creationId xmlns:a16="http://schemas.microsoft.com/office/drawing/2014/main" id="{3FC19D8E-AE65-415D-8779-D853688C1B8B}"/>
                </a:ext>
              </a:extLst>
            </p:cNvPr>
            <p:cNvGrpSpPr/>
            <p:nvPr/>
          </p:nvGrpSpPr>
          <p:grpSpPr>
            <a:xfrm>
              <a:off x="-3036963" y="1881678"/>
              <a:ext cx="689346" cy="440906"/>
              <a:chOff x="2843808" y="1955121"/>
              <a:chExt cx="1674813" cy="596970"/>
            </a:xfrm>
            <a:solidFill>
              <a:schemeClr val="bg1">
                <a:lumMod val="95000"/>
              </a:schemeClr>
            </a:solidFill>
          </p:grpSpPr>
          <p:sp>
            <p:nvSpPr>
              <p:cNvPr id="172" name="Border">
                <a:extLst>
                  <a:ext uri="{FF2B5EF4-FFF2-40B4-BE49-F238E27FC236}">
                    <a16:creationId xmlns:a16="http://schemas.microsoft.com/office/drawing/2014/main" id="{1CE74FE5-2765-4EDD-8ABB-15675137F8BE}"/>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3" name="Line 2">
                <a:extLst>
                  <a:ext uri="{FF2B5EF4-FFF2-40B4-BE49-F238E27FC236}">
                    <a16:creationId xmlns:a16="http://schemas.microsoft.com/office/drawing/2014/main" id="{FFB62B01-AA7E-41C4-B7CF-95B427122B7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4" name="Line 1">
                <a:extLst>
                  <a:ext uri="{FF2B5EF4-FFF2-40B4-BE49-F238E27FC236}">
                    <a16:creationId xmlns:a16="http://schemas.microsoft.com/office/drawing/2014/main" id="{26EDFE89-B341-4774-9E32-6DA59C147515}"/>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5" name="TextBox 174">
                <a:extLst>
                  <a:ext uri="{FF2B5EF4-FFF2-40B4-BE49-F238E27FC236}">
                    <a16:creationId xmlns:a16="http://schemas.microsoft.com/office/drawing/2014/main" id="{B102C3F6-BE70-451D-9D99-EA81E8276583}"/>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66" name="직사각형 165">
              <a:extLst>
                <a:ext uri="{FF2B5EF4-FFF2-40B4-BE49-F238E27FC236}">
                  <a16:creationId xmlns:a16="http://schemas.microsoft.com/office/drawing/2014/main" id="{0E5D33A2-078D-4F77-8EEB-3563A194D72A}"/>
                </a:ext>
              </a:extLst>
            </p:cNvPr>
            <p:cNvSpPr/>
            <p:nvPr/>
          </p:nvSpPr>
          <p:spPr>
            <a:xfrm>
              <a:off x="-2326534" y="1881678"/>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67" name="TextBox 166">
              <a:extLst>
                <a:ext uri="{FF2B5EF4-FFF2-40B4-BE49-F238E27FC236}">
                  <a16:creationId xmlns:a16="http://schemas.microsoft.com/office/drawing/2014/main" id="{EACAF288-7FB6-4E18-AB87-EC86D5EC616E}"/>
                </a:ext>
              </a:extLst>
            </p:cNvPr>
            <p:cNvSpPr txBox="1"/>
            <p:nvPr/>
          </p:nvSpPr>
          <p:spPr>
            <a:xfrm>
              <a:off x="-3074177" y="2517827"/>
              <a:ext cx="646331" cy="230832"/>
            </a:xfrm>
            <a:prstGeom prst="rect">
              <a:avLst/>
            </a:prstGeom>
            <a:noFill/>
          </p:spPr>
          <p:txBody>
            <a:bodyPr wrap="none" rtlCol="0">
              <a:spAutoFit/>
            </a:bodyPr>
            <a:lstStyle/>
            <a:p>
              <a:r>
                <a:rPr lang="ko-KR" altLang="en-US" sz="900" dirty="0"/>
                <a:t>반품사유</a:t>
              </a:r>
            </a:p>
          </p:txBody>
        </p:sp>
        <p:sp>
          <p:nvSpPr>
            <p:cNvPr id="168" name="직사각형 167">
              <a:extLst>
                <a:ext uri="{FF2B5EF4-FFF2-40B4-BE49-F238E27FC236}">
                  <a16:creationId xmlns:a16="http://schemas.microsoft.com/office/drawing/2014/main" id="{94B86C4B-54A4-4A0C-A6D8-8FB31534704D}"/>
                </a:ext>
              </a:extLst>
            </p:cNvPr>
            <p:cNvSpPr/>
            <p:nvPr/>
          </p:nvSpPr>
          <p:spPr>
            <a:xfrm>
              <a:off x="-3038013" y="2801053"/>
              <a:ext cx="3471371" cy="250173"/>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solidFill>
                </a:rPr>
                <a:t>단순변심</a:t>
              </a:r>
              <a:r>
                <a:rPr lang="ko-KR" altLang="en-US" sz="800" dirty="0">
                  <a:solidFill>
                    <a:schemeClr val="tx1"/>
                  </a:solidFill>
                </a:rPr>
                <a:t>                                                                          ▼</a:t>
              </a:r>
              <a:endParaRPr lang="en-US" altLang="ko-KR" sz="800" dirty="0">
                <a:solidFill>
                  <a:schemeClr val="tx1"/>
                </a:solidFill>
              </a:endParaRPr>
            </a:p>
          </p:txBody>
        </p:sp>
        <p:sp>
          <p:nvSpPr>
            <p:cNvPr id="169" name="TextBox 168">
              <a:extLst>
                <a:ext uri="{FF2B5EF4-FFF2-40B4-BE49-F238E27FC236}">
                  <a16:creationId xmlns:a16="http://schemas.microsoft.com/office/drawing/2014/main" id="{D9A6B9B1-C701-4C6F-9861-66FE9C5A4108}"/>
                </a:ext>
              </a:extLst>
            </p:cNvPr>
            <p:cNvSpPr txBox="1"/>
            <p:nvPr/>
          </p:nvSpPr>
          <p:spPr>
            <a:xfrm>
              <a:off x="-3075020" y="3343189"/>
              <a:ext cx="877163" cy="230832"/>
            </a:xfrm>
            <a:prstGeom prst="rect">
              <a:avLst/>
            </a:prstGeom>
            <a:noFill/>
          </p:spPr>
          <p:txBody>
            <a:bodyPr wrap="none" rtlCol="0">
              <a:spAutoFit/>
            </a:bodyPr>
            <a:lstStyle/>
            <a:p>
              <a:r>
                <a:rPr lang="ko-KR" altLang="en-US" sz="900" dirty="0"/>
                <a:t>상품회수방법</a:t>
              </a:r>
            </a:p>
          </p:txBody>
        </p:sp>
        <p:sp>
          <p:nvSpPr>
            <p:cNvPr id="170" name="TextBox 169">
              <a:extLst>
                <a:ext uri="{FF2B5EF4-FFF2-40B4-BE49-F238E27FC236}">
                  <a16:creationId xmlns:a16="http://schemas.microsoft.com/office/drawing/2014/main" id="{B485DE25-97E8-4D92-AA67-BC2F7A7DE416}"/>
                </a:ext>
              </a:extLst>
            </p:cNvPr>
            <p:cNvSpPr txBox="1"/>
            <p:nvPr/>
          </p:nvSpPr>
          <p:spPr>
            <a:xfrm>
              <a:off x="-3077675" y="3645435"/>
              <a:ext cx="1699504" cy="230832"/>
            </a:xfrm>
            <a:prstGeom prst="rect">
              <a:avLst/>
            </a:prstGeom>
            <a:noFill/>
          </p:spPr>
          <p:txBody>
            <a:bodyPr wrap="none" rtlCol="0">
              <a:spAutoFit/>
            </a:bodyPr>
            <a:lstStyle/>
            <a:p>
              <a:r>
                <a:rPr lang="ko-KR" altLang="en-US" sz="900" dirty="0"/>
                <a:t>○ 자동회수       ● 수동회수</a:t>
              </a:r>
            </a:p>
          </p:txBody>
        </p:sp>
        <p:sp>
          <p:nvSpPr>
            <p:cNvPr id="171" name="직사각형 170">
              <a:extLst>
                <a:ext uri="{FF2B5EF4-FFF2-40B4-BE49-F238E27FC236}">
                  <a16:creationId xmlns:a16="http://schemas.microsoft.com/office/drawing/2014/main" id="{8C861117-B4E8-49DA-A932-0D1AC068C54E}"/>
                </a:ext>
              </a:extLst>
            </p:cNvPr>
            <p:cNvSpPr/>
            <p:nvPr/>
          </p:nvSpPr>
          <p:spPr>
            <a:xfrm>
              <a:off x="-3038014" y="3967467"/>
              <a:ext cx="3471371" cy="710360"/>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a:solidFill>
                    <a:schemeClr val="tx1"/>
                  </a:solidFill>
                </a:rPr>
                <a:t>   </a:t>
              </a:r>
              <a:r>
                <a:rPr lang="ko-KR" altLang="en-US" sz="800" dirty="0">
                  <a:solidFill>
                    <a:schemeClr val="tx1"/>
                  </a:solidFill>
                </a:rPr>
                <a:t>상품회수주소</a:t>
              </a:r>
              <a:endParaRPr lang="en-US" altLang="ko-KR" sz="800" dirty="0">
                <a:solidFill>
                  <a:schemeClr val="tx1"/>
                </a:solidFill>
              </a:endParaRPr>
            </a:p>
            <a:p>
              <a:pPr>
                <a:lnSpc>
                  <a:spcPct val="150000"/>
                </a:lnSpc>
              </a:pPr>
              <a:r>
                <a:rPr lang="en-US" altLang="ko-KR" sz="800" dirty="0">
                  <a:solidFill>
                    <a:schemeClr val="tx1"/>
                  </a:solidFill>
                </a:rPr>
                <a:t>   20202</a:t>
              </a:r>
            </a:p>
            <a:p>
              <a:pPr>
                <a:lnSpc>
                  <a:spcPct val="150000"/>
                </a:lnSpc>
              </a:pPr>
              <a:r>
                <a:rPr lang="en-US" altLang="ko-KR" sz="800" dirty="0">
                  <a:solidFill>
                    <a:schemeClr val="tx1"/>
                  </a:solidFill>
                </a:rPr>
                <a:t>   </a:t>
              </a:r>
              <a:r>
                <a:rPr lang="ko-KR" altLang="en-US" sz="800" dirty="0">
                  <a:solidFill>
                    <a:schemeClr val="tx1"/>
                  </a:solidFill>
                </a:rPr>
                <a:t>서울시 마포구 공덕동 </a:t>
              </a:r>
              <a:r>
                <a:rPr lang="en-US" altLang="ko-KR" sz="800" dirty="0">
                  <a:solidFill>
                    <a:schemeClr val="tx1"/>
                  </a:solidFill>
                </a:rPr>
                <a:t>2003</a:t>
              </a:r>
              <a:r>
                <a:rPr lang="ko-KR" altLang="en-US" sz="800" dirty="0">
                  <a:solidFill>
                    <a:schemeClr val="tx1"/>
                  </a:solidFill>
                </a:rPr>
                <a:t> </a:t>
              </a:r>
              <a:endParaRPr lang="en-US" altLang="ko-KR" sz="800" dirty="0">
                <a:solidFill>
                  <a:schemeClr val="tx1"/>
                </a:solidFill>
              </a:endParaRPr>
            </a:p>
          </p:txBody>
        </p:sp>
      </p:grpSp>
      <p:cxnSp>
        <p:nvCxnSpPr>
          <p:cNvPr id="179" name="직선 화살표 연결선 178">
            <a:extLst>
              <a:ext uri="{FF2B5EF4-FFF2-40B4-BE49-F238E27FC236}">
                <a16:creationId xmlns:a16="http://schemas.microsoft.com/office/drawing/2014/main" id="{D735C341-A7EB-4A83-8880-FE3F6C1D08B1}"/>
              </a:ext>
            </a:extLst>
          </p:cNvPr>
          <p:cNvCxnSpPr>
            <a:cxnSpLocks/>
            <a:stCxn id="121" idx="0"/>
          </p:cNvCxnSpPr>
          <p:nvPr/>
        </p:nvCxnSpPr>
        <p:spPr>
          <a:xfrm flipV="1">
            <a:off x="8378221" y="7633283"/>
            <a:ext cx="0" cy="684281"/>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80" name="타원 179">
            <a:extLst>
              <a:ext uri="{FF2B5EF4-FFF2-40B4-BE49-F238E27FC236}">
                <a16:creationId xmlns:a16="http://schemas.microsoft.com/office/drawing/2014/main" id="{855D0178-F4D7-40DE-875E-04A158C89DEC}"/>
              </a:ext>
            </a:extLst>
          </p:cNvPr>
          <p:cNvSpPr/>
          <p:nvPr/>
        </p:nvSpPr>
        <p:spPr>
          <a:xfrm>
            <a:off x="4851177" y="5993938"/>
            <a:ext cx="2084655"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81" name="직선 화살표 연결선 180">
            <a:extLst>
              <a:ext uri="{FF2B5EF4-FFF2-40B4-BE49-F238E27FC236}">
                <a16:creationId xmlns:a16="http://schemas.microsoft.com/office/drawing/2014/main" id="{81A56085-492D-47E7-B9B7-E7EF9B2545A1}"/>
              </a:ext>
            </a:extLst>
          </p:cNvPr>
          <p:cNvCxnSpPr>
            <a:cxnSpLocks/>
            <a:stCxn id="180" idx="2"/>
          </p:cNvCxnSpPr>
          <p:nvPr/>
        </p:nvCxnSpPr>
        <p:spPr>
          <a:xfrm flipH="1">
            <a:off x="2373323" y="6215750"/>
            <a:ext cx="2477854"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82" name="직사각형 181">
            <a:extLst>
              <a:ext uri="{FF2B5EF4-FFF2-40B4-BE49-F238E27FC236}">
                <a16:creationId xmlns:a16="http://schemas.microsoft.com/office/drawing/2014/main" id="{2A704B23-D0C2-4A9E-A469-802FC7C93B2B}"/>
              </a:ext>
            </a:extLst>
          </p:cNvPr>
          <p:cNvSpPr/>
          <p:nvPr/>
        </p:nvSpPr>
        <p:spPr>
          <a:xfrm>
            <a:off x="405430" y="8230943"/>
            <a:ext cx="3935785" cy="5277873"/>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183" name="TextBox 182">
            <a:extLst>
              <a:ext uri="{FF2B5EF4-FFF2-40B4-BE49-F238E27FC236}">
                <a16:creationId xmlns:a16="http://schemas.microsoft.com/office/drawing/2014/main" id="{CAC8503A-D629-4E9A-B162-698D5183242E}"/>
              </a:ext>
            </a:extLst>
          </p:cNvPr>
          <p:cNvSpPr txBox="1"/>
          <p:nvPr/>
        </p:nvSpPr>
        <p:spPr>
          <a:xfrm>
            <a:off x="508448" y="8383510"/>
            <a:ext cx="103265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반품신청하기</a:t>
            </a:r>
            <a:endParaRPr lang="ko-KR" altLang="en-US" sz="900" dirty="0"/>
          </a:p>
        </p:txBody>
      </p:sp>
      <p:sp>
        <p:nvSpPr>
          <p:cNvPr id="184" name="직사각형 183">
            <a:extLst>
              <a:ext uri="{FF2B5EF4-FFF2-40B4-BE49-F238E27FC236}">
                <a16:creationId xmlns:a16="http://schemas.microsoft.com/office/drawing/2014/main" id="{D09498B1-3F12-4E35-B4D3-15D2DF82BB4A}"/>
              </a:ext>
            </a:extLst>
          </p:cNvPr>
          <p:cNvSpPr/>
          <p:nvPr/>
        </p:nvSpPr>
        <p:spPr>
          <a:xfrm>
            <a:off x="1491661" y="13004996"/>
            <a:ext cx="891615" cy="213360"/>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반품신청</a:t>
            </a:r>
            <a:endParaRPr lang="en-US" altLang="ko-KR" sz="800" dirty="0">
              <a:solidFill>
                <a:schemeClr val="bg1"/>
              </a:solidFill>
            </a:endParaRPr>
          </a:p>
        </p:txBody>
      </p:sp>
      <p:grpSp>
        <p:nvGrpSpPr>
          <p:cNvPr id="185" name="Image">
            <a:extLst>
              <a:ext uri="{FF2B5EF4-FFF2-40B4-BE49-F238E27FC236}">
                <a16:creationId xmlns:a16="http://schemas.microsoft.com/office/drawing/2014/main" id="{734D3479-7304-425A-BC83-90312432EE13}"/>
              </a:ext>
            </a:extLst>
          </p:cNvPr>
          <p:cNvGrpSpPr>
            <a:grpSpLocks/>
          </p:cNvGrpSpPr>
          <p:nvPr/>
        </p:nvGrpSpPr>
        <p:grpSpPr bwMode="auto">
          <a:xfrm>
            <a:off x="4028910" y="8351011"/>
            <a:ext cx="204716" cy="209797"/>
            <a:chOff x="508000" y="1397000"/>
            <a:chExt cx="1008112" cy="1008112"/>
          </a:xfrm>
        </p:grpSpPr>
        <p:sp>
          <p:nvSpPr>
            <p:cNvPr id="186" name="Border">
              <a:extLst>
                <a:ext uri="{FF2B5EF4-FFF2-40B4-BE49-F238E27FC236}">
                  <a16:creationId xmlns:a16="http://schemas.microsoft.com/office/drawing/2014/main" id="{E545D390-B12F-428A-B3CB-6109A4F0639A}"/>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7" name="Line 2">
              <a:extLst>
                <a:ext uri="{FF2B5EF4-FFF2-40B4-BE49-F238E27FC236}">
                  <a16:creationId xmlns:a16="http://schemas.microsoft.com/office/drawing/2014/main" id="{538F9350-2486-4B85-83CB-DE8AAD74A353}"/>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8" name="Line 1">
              <a:extLst>
                <a:ext uri="{FF2B5EF4-FFF2-40B4-BE49-F238E27FC236}">
                  <a16:creationId xmlns:a16="http://schemas.microsoft.com/office/drawing/2014/main" id="{B946D283-AFBE-4E4E-91FE-C29B77373B52}"/>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89" name="직사각형 188">
            <a:extLst>
              <a:ext uri="{FF2B5EF4-FFF2-40B4-BE49-F238E27FC236}">
                <a16:creationId xmlns:a16="http://schemas.microsoft.com/office/drawing/2014/main" id="{D3527065-7DE3-4F0B-BDFD-44AE0156C2AC}"/>
              </a:ext>
            </a:extLst>
          </p:cNvPr>
          <p:cNvSpPr/>
          <p:nvPr/>
        </p:nvSpPr>
        <p:spPr>
          <a:xfrm>
            <a:off x="2490085" y="13004996"/>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190" name="TextBox 189">
            <a:extLst>
              <a:ext uri="{FF2B5EF4-FFF2-40B4-BE49-F238E27FC236}">
                <a16:creationId xmlns:a16="http://schemas.microsoft.com/office/drawing/2014/main" id="{073C4847-ECED-4F41-943E-C51B22B958DF}"/>
              </a:ext>
            </a:extLst>
          </p:cNvPr>
          <p:cNvSpPr txBox="1"/>
          <p:nvPr/>
        </p:nvSpPr>
        <p:spPr>
          <a:xfrm>
            <a:off x="645407" y="8755644"/>
            <a:ext cx="646331" cy="230832"/>
          </a:xfrm>
          <a:prstGeom prst="rect">
            <a:avLst/>
          </a:prstGeom>
          <a:noFill/>
        </p:spPr>
        <p:txBody>
          <a:bodyPr wrap="none" rtlCol="0">
            <a:spAutoFit/>
          </a:bodyPr>
          <a:lstStyle/>
          <a:p>
            <a:r>
              <a:rPr lang="ko-KR" altLang="en-US" sz="900" dirty="0"/>
              <a:t>주문상품</a:t>
            </a:r>
          </a:p>
        </p:txBody>
      </p:sp>
      <p:grpSp>
        <p:nvGrpSpPr>
          <p:cNvPr id="191" name="그룹 190">
            <a:extLst>
              <a:ext uri="{FF2B5EF4-FFF2-40B4-BE49-F238E27FC236}">
                <a16:creationId xmlns:a16="http://schemas.microsoft.com/office/drawing/2014/main" id="{53DEA932-39F8-4171-9B16-AAF66680023D}"/>
              </a:ext>
            </a:extLst>
          </p:cNvPr>
          <p:cNvGrpSpPr/>
          <p:nvPr/>
        </p:nvGrpSpPr>
        <p:grpSpPr>
          <a:xfrm>
            <a:off x="682621" y="9081999"/>
            <a:ext cx="689346" cy="440906"/>
            <a:chOff x="2843808" y="1955121"/>
            <a:chExt cx="1674813" cy="596970"/>
          </a:xfrm>
          <a:solidFill>
            <a:schemeClr val="bg1">
              <a:lumMod val="95000"/>
            </a:schemeClr>
          </a:solidFill>
        </p:grpSpPr>
        <p:sp>
          <p:nvSpPr>
            <p:cNvPr id="192" name="Border">
              <a:extLst>
                <a:ext uri="{FF2B5EF4-FFF2-40B4-BE49-F238E27FC236}">
                  <a16:creationId xmlns:a16="http://schemas.microsoft.com/office/drawing/2014/main" id="{8C6CEA95-58D6-484A-B867-B649F325C5BB}"/>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3" name="Line 2">
              <a:extLst>
                <a:ext uri="{FF2B5EF4-FFF2-40B4-BE49-F238E27FC236}">
                  <a16:creationId xmlns:a16="http://schemas.microsoft.com/office/drawing/2014/main" id="{74059CFA-370F-4EFB-B539-5BD9A8F5BDEE}"/>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4" name="Line 1">
              <a:extLst>
                <a:ext uri="{FF2B5EF4-FFF2-40B4-BE49-F238E27FC236}">
                  <a16:creationId xmlns:a16="http://schemas.microsoft.com/office/drawing/2014/main" id="{0D8FE4ED-507C-4C41-9E60-3E79AE963373}"/>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5" name="TextBox 194">
              <a:extLst>
                <a:ext uri="{FF2B5EF4-FFF2-40B4-BE49-F238E27FC236}">
                  <a16:creationId xmlns:a16="http://schemas.microsoft.com/office/drawing/2014/main" id="{60887D7D-3CC2-44F5-9C57-A6D5B0FB47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96" name="직사각형 195">
            <a:extLst>
              <a:ext uri="{FF2B5EF4-FFF2-40B4-BE49-F238E27FC236}">
                <a16:creationId xmlns:a16="http://schemas.microsoft.com/office/drawing/2014/main" id="{00EC9F91-4BA2-4C4C-9565-6B0718692A02}"/>
              </a:ext>
            </a:extLst>
          </p:cNvPr>
          <p:cNvSpPr/>
          <p:nvPr/>
        </p:nvSpPr>
        <p:spPr>
          <a:xfrm>
            <a:off x="1393050" y="9081999"/>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97" name="TextBox 196">
            <a:extLst>
              <a:ext uri="{FF2B5EF4-FFF2-40B4-BE49-F238E27FC236}">
                <a16:creationId xmlns:a16="http://schemas.microsoft.com/office/drawing/2014/main" id="{45D85652-EC79-4525-83A3-3E4925B5A9FB}"/>
              </a:ext>
            </a:extLst>
          </p:cNvPr>
          <p:cNvSpPr txBox="1"/>
          <p:nvPr/>
        </p:nvSpPr>
        <p:spPr>
          <a:xfrm>
            <a:off x="645407" y="9718148"/>
            <a:ext cx="646331" cy="230832"/>
          </a:xfrm>
          <a:prstGeom prst="rect">
            <a:avLst/>
          </a:prstGeom>
          <a:noFill/>
        </p:spPr>
        <p:txBody>
          <a:bodyPr wrap="none" rtlCol="0">
            <a:spAutoFit/>
          </a:bodyPr>
          <a:lstStyle/>
          <a:p>
            <a:r>
              <a:rPr lang="ko-KR" altLang="en-US" sz="900" dirty="0"/>
              <a:t>반품사유</a:t>
            </a:r>
          </a:p>
        </p:txBody>
      </p:sp>
      <p:sp>
        <p:nvSpPr>
          <p:cNvPr id="198" name="직사각형 197">
            <a:extLst>
              <a:ext uri="{FF2B5EF4-FFF2-40B4-BE49-F238E27FC236}">
                <a16:creationId xmlns:a16="http://schemas.microsoft.com/office/drawing/2014/main" id="{9DD3AA99-4727-4F28-9322-B1AB4CC823F9}"/>
              </a:ext>
            </a:extLst>
          </p:cNvPr>
          <p:cNvSpPr/>
          <p:nvPr/>
        </p:nvSpPr>
        <p:spPr>
          <a:xfrm>
            <a:off x="681571" y="10001374"/>
            <a:ext cx="3471371" cy="250173"/>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기타                                                                               ▼</a:t>
            </a:r>
            <a:endParaRPr lang="en-US" altLang="ko-KR" sz="800" dirty="0">
              <a:solidFill>
                <a:schemeClr val="tx1"/>
              </a:solidFill>
            </a:endParaRPr>
          </a:p>
        </p:txBody>
      </p:sp>
      <p:sp>
        <p:nvSpPr>
          <p:cNvPr id="199" name="TextBox 198">
            <a:extLst>
              <a:ext uri="{FF2B5EF4-FFF2-40B4-BE49-F238E27FC236}">
                <a16:creationId xmlns:a16="http://schemas.microsoft.com/office/drawing/2014/main" id="{8E952967-6486-4A42-861D-4DAF705F4E46}"/>
              </a:ext>
            </a:extLst>
          </p:cNvPr>
          <p:cNvSpPr txBox="1"/>
          <p:nvPr/>
        </p:nvSpPr>
        <p:spPr>
          <a:xfrm>
            <a:off x="644564" y="11480033"/>
            <a:ext cx="877163" cy="230832"/>
          </a:xfrm>
          <a:prstGeom prst="rect">
            <a:avLst/>
          </a:prstGeom>
          <a:noFill/>
        </p:spPr>
        <p:txBody>
          <a:bodyPr wrap="none" rtlCol="0">
            <a:spAutoFit/>
          </a:bodyPr>
          <a:lstStyle/>
          <a:p>
            <a:r>
              <a:rPr lang="ko-KR" altLang="en-US" sz="900" dirty="0"/>
              <a:t>상품회수방법</a:t>
            </a:r>
          </a:p>
        </p:txBody>
      </p:sp>
      <p:sp>
        <p:nvSpPr>
          <p:cNvPr id="200" name="TextBox 199">
            <a:extLst>
              <a:ext uri="{FF2B5EF4-FFF2-40B4-BE49-F238E27FC236}">
                <a16:creationId xmlns:a16="http://schemas.microsoft.com/office/drawing/2014/main" id="{49B39AF2-F79C-4106-AA50-B868A57A359A}"/>
              </a:ext>
            </a:extLst>
          </p:cNvPr>
          <p:cNvSpPr txBox="1"/>
          <p:nvPr/>
        </p:nvSpPr>
        <p:spPr>
          <a:xfrm>
            <a:off x="641909" y="11782279"/>
            <a:ext cx="1699504" cy="230832"/>
          </a:xfrm>
          <a:prstGeom prst="rect">
            <a:avLst/>
          </a:prstGeom>
          <a:noFill/>
        </p:spPr>
        <p:txBody>
          <a:bodyPr wrap="none" rtlCol="0">
            <a:spAutoFit/>
          </a:bodyPr>
          <a:lstStyle/>
          <a:p>
            <a:r>
              <a:rPr lang="ko-KR" altLang="en-US" sz="900" dirty="0"/>
              <a:t>○ 자동회수       ● 수동회수</a:t>
            </a:r>
          </a:p>
        </p:txBody>
      </p:sp>
      <p:sp>
        <p:nvSpPr>
          <p:cNvPr id="201" name="직사각형 200">
            <a:extLst>
              <a:ext uri="{FF2B5EF4-FFF2-40B4-BE49-F238E27FC236}">
                <a16:creationId xmlns:a16="http://schemas.microsoft.com/office/drawing/2014/main" id="{00B39261-1C1A-470B-ABC7-9195A40836FA}"/>
              </a:ext>
            </a:extLst>
          </p:cNvPr>
          <p:cNvSpPr/>
          <p:nvPr/>
        </p:nvSpPr>
        <p:spPr>
          <a:xfrm>
            <a:off x="681570" y="12104311"/>
            <a:ext cx="3471371" cy="710360"/>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a:solidFill>
                  <a:schemeClr val="tx1"/>
                </a:solidFill>
              </a:rPr>
              <a:t>   </a:t>
            </a:r>
            <a:r>
              <a:rPr lang="ko-KR" altLang="en-US" sz="800" dirty="0">
                <a:solidFill>
                  <a:schemeClr val="tx1"/>
                </a:solidFill>
              </a:rPr>
              <a:t>상품회수주소</a:t>
            </a:r>
            <a:endParaRPr lang="en-US" altLang="ko-KR" sz="800" dirty="0">
              <a:solidFill>
                <a:schemeClr val="tx1"/>
              </a:solidFill>
            </a:endParaRPr>
          </a:p>
          <a:p>
            <a:pPr>
              <a:lnSpc>
                <a:spcPct val="150000"/>
              </a:lnSpc>
            </a:pPr>
            <a:r>
              <a:rPr lang="en-US" altLang="ko-KR" sz="800" dirty="0">
                <a:solidFill>
                  <a:schemeClr val="tx1"/>
                </a:solidFill>
              </a:rPr>
              <a:t>   20202</a:t>
            </a:r>
          </a:p>
          <a:p>
            <a:pPr>
              <a:lnSpc>
                <a:spcPct val="150000"/>
              </a:lnSpc>
            </a:pPr>
            <a:r>
              <a:rPr lang="en-US" altLang="ko-KR" sz="800" dirty="0">
                <a:solidFill>
                  <a:schemeClr val="tx1"/>
                </a:solidFill>
              </a:rPr>
              <a:t>   </a:t>
            </a:r>
            <a:r>
              <a:rPr lang="ko-KR" altLang="en-US" sz="800" dirty="0">
                <a:solidFill>
                  <a:schemeClr val="tx1"/>
                </a:solidFill>
              </a:rPr>
              <a:t>서울시 마포구 공덕동 </a:t>
            </a:r>
            <a:r>
              <a:rPr lang="en-US" altLang="ko-KR" sz="800" dirty="0">
                <a:solidFill>
                  <a:schemeClr val="tx1"/>
                </a:solidFill>
              </a:rPr>
              <a:t>2003</a:t>
            </a:r>
            <a:r>
              <a:rPr lang="ko-KR" altLang="en-US" sz="800" dirty="0">
                <a:solidFill>
                  <a:schemeClr val="tx1"/>
                </a:solidFill>
              </a:rPr>
              <a:t> </a:t>
            </a:r>
            <a:endParaRPr lang="en-US" altLang="ko-KR" sz="800" dirty="0">
              <a:solidFill>
                <a:schemeClr val="tx1"/>
              </a:solidFill>
            </a:endParaRPr>
          </a:p>
        </p:txBody>
      </p:sp>
      <p:sp>
        <p:nvSpPr>
          <p:cNvPr id="202" name="TextBox 201">
            <a:extLst>
              <a:ext uri="{FF2B5EF4-FFF2-40B4-BE49-F238E27FC236}">
                <a16:creationId xmlns:a16="http://schemas.microsoft.com/office/drawing/2014/main" id="{B9680BE1-E3C5-4D77-AA7E-0FFC46C5CBD7}"/>
              </a:ext>
            </a:extLst>
          </p:cNvPr>
          <p:cNvSpPr txBox="1"/>
          <p:nvPr/>
        </p:nvSpPr>
        <p:spPr>
          <a:xfrm>
            <a:off x="681570" y="10510608"/>
            <a:ext cx="646331" cy="230832"/>
          </a:xfrm>
          <a:prstGeom prst="rect">
            <a:avLst/>
          </a:prstGeom>
          <a:noFill/>
        </p:spPr>
        <p:txBody>
          <a:bodyPr wrap="none" rtlCol="0">
            <a:spAutoFit/>
          </a:bodyPr>
          <a:lstStyle/>
          <a:p>
            <a:r>
              <a:rPr lang="ko-KR" altLang="en-US" sz="900" dirty="0"/>
              <a:t>기타내용</a:t>
            </a:r>
          </a:p>
        </p:txBody>
      </p:sp>
      <p:sp>
        <p:nvSpPr>
          <p:cNvPr id="203" name="직사각형 202">
            <a:extLst>
              <a:ext uri="{FF2B5EF4-FFF2-40B4-BE49-F238E27FC236}">
                <a16:creationId xmlns:a16="http://schemas.microsoft.com/office/drawing/2014/main" id="{DA470288-7807-4D01-912F-7C40105467D7}"/>
              </a:ext>
            </a:extLst>
          </p:cNvPr>
          <p:cNvSpPr/>
          <p:nvPr/>
        </p:nvSpPr>
        <p:spPr>
          <a:xfrm>
            <a:off x="681570" y="10800201"/>
            <a:ext cx="3461418" cy="51105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ko-KR" altLang="en-US" sz="800" dirty="0">
                <a:solidFill>
                  <a:schemeClr val="bg1">
                    <a:lumMod val="65000"/>
                  </a:schemeClr>
                </a:solidFill>
              </a:rPr>
              <a:t>기타 내용을 입력해 주세요 </a:t>
            </a:r>
          </a:p>
        </p:txBody>
      </p:sp>
      <p:cxnSp>
        <p:nvCxnSpPr>
          <p:cNvPr id="204" name="직선 화살표 연결선 203">
            <a:extLst>
              <a:ext uri="{FF2B5EF4-FFF2-40B4-BE49-F238E27FC236}">
                <a16:creationId xmlns:a16="http://schemas.microsoft.com/office/drawing/2014/main" id="{024C1074-D1AF-4CEC-A366-687DADBB50E2}"/>
              </a:ext>
            </a:extLst>
          </p:cNvPr>
          <p:cNvCxnSpPr>
            <a:cxnSpLocks/>
          </p:cNvCxnSpPr>
          <p:nvPr/>
        </p:nvCxnSpPr>
        <p:spPr>
          <a:xfrm flipH="1">
            <a:off x="988376" y="10354349"/>
            <a:ext cx="16361" cy="581421"/>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05" name="타원 204">
            <a:extLst>
              <a:ext uri="{FF2B5EF4-FFF2-40B4-BE49-F238E27FC236}">
                <a16:creationId xmlns:a16="http://schemas.microsoft.com/office/drawing/2014/main" id="{099E247D-BEA3-4932-9A9D-464720630B4F}"/>
              </a:ext>
            </a:extLst>
          </p:cNvPr>
          <p:cNvSpPr/>
          <p:nvPr/>
        </p:nvSpPr>
        <p:spPr>
          <a:xfrm>
            <a:off x="493298" y="9910889"/>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6" name="타원 205">
            <a:extLst>
              <a:ext uri="{FF2B5EF4-FFF2-40B4-BE49-F238E27FC236}">
                <a16:creationId xmlns:a16="http://schemas.microsoft.com/office/drawing/2014/main" id="{BAC919A1-64F6-42C9-AE5E-6C6B12BF3E9F}"/>
              </a:ext>
            </a:extLst>
          </p:cNvPr>
          <p:cNvSpPr/>
          <p:nvPr/>
        </p:nvSpPr>
        <p:spPr>
          <a:xfrm>
            <a:off x="505224" y="5116256"/>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07" name="직선 화살표 연결선 206">
            <a:extLst>
              <a:ext uri="{FF2B5EF4-FFF2-40B4-BE49-F238E27FC236}">
                <a16:creationId xmlns:a16="http://schemas.microsoft.com/office/drawing/2014/main" id="{8BA13E24-6585-42ED-B6AB-CAC785A4FC1D}"/>
              </a:ext>
            </a:extLst>
          </p:cNvPr>
          <p:cNvCxnSpPr>
            <a:cxnSpLocks/>
            <a:endCxn id="205" idx="0"/>
          </p:cNvCxnSpPr>
          <p:nvPr/>
        </p:nvCxnSpPr>
        <p:spPr>
          <a:xfrm>
            <a:off x="988376" y="5559880"/>
            <a:ext cx="8388" cy="4351009"/>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08" name="TextBox 207">
            <a:extLst>
              <a:ext uri="{FF2B5EF4-FFF2-40B4-BE49-F238E27FC236}">
                <a16:creationId xmlns:a16="http://schemas.microsoft.com/office/drawing/2014/main" id="{8E4E64E2-B2AB-4FC7-89E6-AB6318D55315}"/>
              </a:ext>
            </a:extLst>
          </p:cNvPr>
          <p:cNvSpPr txBox="1"/>
          <p:nvPr/>
        </p:nvSpPr>
        <p:spPr>
          <a:xfrm>
            <a:off x="8786962" y="8268094"/>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209" name="TextBox 208">
            <a:extLst>
              <a:ext uri="{FF2B5EF4-FFF2-40B4-BE49-F238E27FC236}">
                <a16:creationId xmlns:a16="http://schemas.microsoft.com/office/drawing/2014/main" id="{5B2DA7BE-C760-4BED-B231-B633402C12A4}"/>
              </a:ext>
            </a:extLst>
          </p:cNvPr>
          <p:cNvSpPr txBox="1"/>
          <p:nvPr/>
        </p:nvSpPr>
        <p:spPr>
          <a:xfrm>
            <a:off x="4957448" y="6566597"/>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210" name="TextBox 209">
            <a:extLst>
              <a:ext uri="{FF2B5EF4-FFF2-40B4-BE49-F238E27FC236}">
                <a16:creationId xmlns:a16="http://schemas.microsoft.com/office/drawing/2014/main" id="{DD7B5309-1CC5-480D-B487-6791DF05FD1D}"/>
              </a:ext>
            </a:extLst>
          </p:cNvPr>
          <p:cNvSpPr txBox="1"/>
          <p:nvPr/>
        </p:nvSpPr>
        <p:spPr>
          <a:xfrm>
            <a:off x="1214075" y="5039582"/>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Tree>
    <p:extLst>
      <p:ext uri="{BB962C8B-B14F-4D97-AF65-F5344CB8AC3E}">
        <p14:creationId xmlns:p14="http://schemas.microsoft.com/office/powerpoint/2010/main" val="2723286458"/>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Box 13">
            <a:extLst>
              <a:ext uri="{FF2B5EF4-FFF2-40B4-BE49-F238E27FC236}">
                <a16:creationId xmlns:a16="http://schemas.microsoft.com/office/drawing/2014/main" id="{AAB4805C-DCC2-40B1-BD09-8F72A75047A5}"/>
              </a:ext>
            </a:extLst>
          </p:cNvPr>
          <p:cNvSpPr txBox="1"/>
          <p:nvPr/>
        </p:nvSpPr>
        <p:spPr>
          <a:xfrm>
            <a:off x="4631022" y="871059"/>
            <a:ext cx="854721" cy="276999"/>
          </a:xfrm>
          <a:prstGeom prst="rect">
            <a:avLst/>
          </a:prstGeom>
          <a:noFill/>
        </p:spPr>
        <p:txBody>
          <a:bodyPr wrap="none" rtlCol="0">
            <a:spAutoFit/>
          </a:bodyPr>
          <a:lstStyle/>
          <a:p>
            <a:r>
              <a:rPr lang="ko-KR" altLang="en-US" sz="1200" b="1" dirty="0"/>
              <a:t>주문 상세</a:t>
            </a:r>
          </a:p>
        </p:txBody>
      </p:sp>
      <p:cxnSp>
        <p:nvCxnSpPr>
          <p:cNvPr id="15" name="직선 연결선 14">
            <a:extLst>
              <a:ext uri="{FF2B5EF4-FFF2-40B4-BE49-F238E27FC236}">
                <a16:creationId xmlns:a16="http://schemas.microsoft.com/office/drawing/2014/main" id="{EBE72026-EC5E-4A06-9F11-F5520B97E61A}"/>
              </a:ext>
            </a:extLst>
          </p:cNvPr>
          <p:cNvCxnSpPr>
            <a:cxnSpLocks/>
          </p:cNvCxnSpPr>
          <p:nvPr/>
        </p:nvCxnSpPr>
        <p:spPr>
          <a:xfrm>
            <a:off x="1481667" y="1314226"/>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F8889E49-E2F9-43E7-B0B3-EF2CBA57AD63}"/>
              </a:ext>
            </a:extLst>
          </p:cNvPr>
          <p:cNvSpPr txBox="1"/>
          <p:nvPr/>
        </p:nvSpPr>
        <p:spPr>
          <a:xfrm>
            <a:off x="1487410" y="1395833"/>
            <a:ext cx="2015295" cy="215444"/>
          </a:xfrm>
          <a:prstGeom prst="rect">
            <a:avLst/>
          </a:prstGeom>
          <a:noFill/>
        </p:spPr>
        <p:txBody>
          <a:bodyPr wrap="none" rtlCol="0">
            <a:spAutoFit/>
          </a:bodyPr>
          <a:lstStyle/>
          <a:p>
            <a:r>
              <a:rPr lang="en-US" altLang="ko-KR" sz="800" dirty="0"/>
              <a:t>2024.10.14  |  </a:t>
            </a:r>
            <a:r>
              <a:rPr lang="ko-KR" altLang="en-US" sz="800" dirty="0"/>
              <a:t>주문번호</a:t>
            </a:r>
            <a:r>
              <a:rPr lang="en-US" altLang="ko-KR" sz="800" dirty="0"/>
              <a:t>:</a:t>
            </a:r>
            <a:r>
              <a:rPr lang="ko-KR" altLang="en-US" sz="800" dirty="0"/>
              <a:t> </a:t>
            </a:r>
            <a:r>
              <a:rPr lang="en-US" altLang="ko-KR" sz="800" dirty="0"/>
              <a:t>Me9-00929423</a:t>
            </a:r>
            <a:endParaRPr lang="ko-KR" altLang="en-US" sz="800" dirty="0"/>
          </a:p>
        </p:txBody>
      </p:sp>
      <p:graphicFrame>
        <p:nvGraphicFramePr>
          <p:cNvPr id="17" name="표 87">
            <a:extLst>
              <a:ext uri="{FF2B5EF4-FFF2-40B4-BE49-F238E27FC236}">
                <a16:creationId xmlns:a16="http://schemas.microsoft.com/office/drawing/2014/main" id="{B8C31EE1-2F19-4E8D-B49B-29BB2BDFED36}"/>
              </a:ext>
            </a:extLst>
          </p:cNvPr>
          <p:cNvGraphicFramePr>
            <a:graphicFrameLocks noGrp="1"/>
          </p:cNvGraphicFramePr>
          <p:nvPr/>
        </p:nvGraphicFramePr>
        <p:xfrm>
          <a:off x="1479017" y="1685460"/>
          <a:ext cx="7317849" cy="640080"/>
        </p:xfrm>
        <a:graphic>
          <a:graphicData uri="http://schemas.openxmlformats.org/drawingml/2006/table">
            <a:tbl>
              <a:tblPr firstRow="1" bandRow="1">
                <a:tableStyleId>{5940675A-B579-460E-94D1-54222C63F5DA}</a:tableStyleId>
              </a:tblPr>
              <a:tblGrid>
                <a:gridCol w="747347">
                  <a:extLst>
                    <a:ext uri="{9D8B030D-6E8A-4147-A177-3AD203B41FA5}">
                      <a16:colId xmlns:a16="http://schemas.microsoft.com/office/drawing/2014/main" val="1741250993"/>
                    </a:ext>
                  </a:extLst>
                </a:gridCol>
                <a:gridCol w="1200647">
                  <a:extLst>
                    <a:ext uri="{9D8B030D-6E8A-4147-A177-3AD203B41FA5}">
                      <a16:colId xmlns:a16="http://schemas.microsoft.com/office/drawing/2014/main" val="1468661165"/>
                    </a:ext>
                  </a:extLst>
                </a:gridCol>
                <a:gridCol w="5369855">
                  <a:extLst>
                    <a:ext uri="{9D8B030D-6E8A-4147-A177-3AD203B41FA5}">
                      <a16:colId xmlns:a16="http://schemas.microsoft.com/office/drawing/2014/main" val="3917594789"/>
                    </a:ext>
                  </a:extLst>
                </a:gridCol>
              </a:tblGrid>
              <a:tr h="165784">
                <a:tc rowSpan="3">
                  <a:txBody>
                    <a:bodyPr/>
                    <a:lstStyle/>
                    <a:p>
                      <a:pPr latinLnBrk="1"/>
                      <a:r>
                        <a:rPr lang="ko-KR" altLang="en-US" sz="800" dirty="0"/>
                        <a:t>주문자 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주문자 이름</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홍길동</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vMerge="1">
                  <a:txBody>
                    <a:bodyPr/>
                    <a:lstStyle/>
                    <a:p>
                      <a:pPr latinLnBrk="1"/>
                      <a:endParaRPr lang="ko-KR" altLang="en-US" sz="800" dirty="0"/>
                    </a:p>
                  </a:txBody>
                  <a:tcPr/>
                </a:tc>
                <a:tc>
                  <a:txBody>
                    <a:bodyPr/>
                    <a:lstStyle/>
                    <a:p>
                      <a:pPr latinLnBrk="1"/>
                      <a:r>
                        <a:rPr lang="ko-KR" altLang="en-US" sz="800" dirty="0"/>
                        <a:t>휴대폰 번호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010-0000-0000</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vMerge="1">
                  <a:txBody>
                    <a:bodyPr/>
                    <a:lstStyle/>
                    <a:p>
                      <a:pPr latinLnBrk="1"/>
                      <a:endParaRPr lang="ko-KR" altLang="en-US" sz="800" dirty="0"/>
                    </a:p>
                  </a:txBody>
                  <a:tcPr/>
                </a:tc>
                <a:tc>
                  <a:txBody>
                    <a:bodyPr/>
                    <a:lstStyle/>
                    <a:p>
                      <a:pPr latinLnBrk="1"/>
                      <a:r>
                        <a:rPr lang="ko-KR" altLang="en-US" sz="800" dirty="0"/>
                        <a:t>이메일 주소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hlinkClick r:id="rId2"/>
                        </a:rPr>
                        <a:t>test1234@naver.com</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bl>
          </a:graphicData>
        </a:graphic>
      </p:graphicFrame>
      <p:graphicFrame>
        <p:nvGraphicFramePr>
          <p:cNvPr id="18" name="표 17">
            <a:extLst>
              <a:ext uri="{FF2B5EF4-FFF2-40B4-BE49-F238E27FC236}">
                <a16:creationId xmlns:a16="http://schemas.microsoft.com/office/drawing/2014/main" id="{48D16DC3-F6FB-42DE-A363-8850AEE00916}"/>
              </a:ext>
            </a:extLst>
          </p:cNvPr>
          <p:cNvGraphicFramePr>
            <a:graphicFrameLocks noGrp="1"/>
          </p:cNvGraphicFramePr>
          <p:nvPr/>
        </p:nvGraphicFramePr>
        <p:xfrm>
          <a:off x="1479017" y="2585282"/>
          <a:ext cx="7317849" cy="975360"/>
        </p:xfrm>
        <a:graphic>
          <a:graphicData uri="http://schemas.openxmlformats.org/drawingml/2006/table">
            <a:tbl>
              <a:tblPr firstRow="1" bandRow="1">
                <a:tableStyleId>{5940675A-B579-460E-94D1-54222C63F5DA}</a:tableStyleId>
              </a:tblPr>
              <a:tblGrid>
                <a:gridCol w="747347">
                  <a:extLst>
                    <a:ext uri="{9D8B030D-6E8A-4147-A177-3AD203B41FA5}">
                      <a16:colId xmlns:a16="http://schemas.microsoft.com/office/drawing/2014/main" val="1741250993"/>
                    </a:ext>
                  </a:extLst>
                </a:gridCol>
                <a:gridCol w="1200647">
                  <a:extLst>
                    <a:ext uri="{9D8B030D-6E8A-4147-A177-3AD203B41FA5}">
                      <a16:colId xmlns:a16="http://schemas.microsoft.com/office/drawing/2014/main" val="1468661165"/>
                    </a:ext>
                  </a:extLst>
                </a:gridCol>
                <a:gridCol w="5369855">
                  <a:extLst>
                    <a:ext uri="{9D8B030D-6E8A-4147-A177-3AD203B41FA5}">
                      <a16:colId xmlns:a16="http://schemas.microsoft.com/office/drawing/2014/main" val="3917594789"/>
                    </a:ext>
                  </a:extLst>
                </a:gridCol>
              </a:tblGrid>
              <a:tr h="165784">
                <a:tc rowSpan="4">
                  <a:txBody>
                    <a:bodyPr/>
                    <a:lstStyle/>
                    <a:p>
                      <a:pPr latinLnBrk="1"/>
                      <a:r>
                        <a:rPr lang="ko-KR" altLang="en-US" sz="800" dirty="0"/>
                        <a:t>배송 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받는 사람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홍길동</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vMerge="1">
                  <a:txBody>
                    <a:bodyPr/>
                    <a:lstStyle/>
                    <a:p>
                      <a:pPr latinLnBrk="1"/>
                      <a:endParaRPr lang="ko-KR" altLang="en-US" sz="800" dirty="0"/>
                    </a:p>
                  </a:txBody>
                  <a:tcPr/>
                </a:tc>
                <a:tc>
                  <a:txBody>
                    <a:bodyPr/>
                    <a:lstStyle/>
                    <a:p>
                      <a:pPr latinLnBrk="1"/>
                      <a:r>
                        <a:rPr lang="ko-KR" altLang="en-US" sz="800" dirty="0"/>
                        <a:t>휴대폰 번호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010-0000-0000</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vMerge="1">
                  <a:txBody>
                    <a:bodyPr/>
                    <a:lstStyle/>
                    <a:p>
                      <a:pPr latinLnBrk="1"/>
                      <a:endParaRPr lang="ko-KR" altLang="en-US" sz="800" dirty="0"/>
                    </a:p>
                  </a:txBody>
                  <a:tcPr/>
                </a:tc>
                <a:tc>
                  <a:txBody>
                    <a:bodyPr/>
                    <a:lstStyle/>
                    <a:p>
                      <a:pPr latinLnBrk="1"/>
                      <a:r>
                        <a:rPr lang="ko-KR" altLang="en-US" sz="800" dirty="0"/>
                        <a:t>주소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22012 </a:t>
                      </a:r>
                      <a:r>
                        <a:rPr lang="ko-KR" altLang="en-US" sz="800" dirty="0"/>
                        <a:t>서울특별시 광진구 </a:t>
                      </a:r>
                      <a:r>
                        <a:rPr lang="ko-KR" altLang="en-US" sz="800" dirty="0" err="1"/>
                        <a:t>가나다동</a:t>
                      </a:r>
                      <a:r>
                        <a:rPr lang="ko-KR" altLang="en-US" sz="800" dirty="0"/>
                        <a:t> </a:t>
                      </a:r>
                      <a:r>
                        <a:rPr lang="en-US" altLang="ko-KR" sz="800" dirty="0"/>
                        <a:t>119-12</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r h="0">
                <a:tc vMerge="1">
                  <a:txBody>
                    <a:bodyPr/>
                    <a:lstStyle/>
                    <a:p>
                      <a:pPr latinLnBrk="1"/>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배송메모</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배송메모 </a:t>
                      </a:r>
                      <a:endParaRPr lang="en-US" altLang="ko-KR" sz="800" dirty="0"/>
                    </a:p>
                    <a:p>
                      <a:pPr latinLnBrk="1"/>
                      <a:r>
                        <a:rPr lang="en-US" altLang="ko-KR" sz="800" dirty="0"/>
                        <a:t>1122</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610892354"/>
                  </a:ext>
                </a:extLst>
              </a:tr>
            </a:tbl>
          </a:graphicData>
        </a:graphic>
      </p:graphicFrame>
      <p:cxnSp>
        <p:nvCxnSpPr>
          <p:cNvPr id="19" name="직선 연결선 18">
            <a:extLst>
              <a:ext uri="{FF2B5EF4-FFF2-40B4-BE49-F238E27FC236}">
                <a16:creationId xmlns:a16="http://schemas.microsoft.com/office/drawing/2014/main" id="{705DE4C6-8B21-4805-91C4-0DB72892FBC6}"/>
              </a:ext>
            </a:extLst>
          </p:cNvPr>
          <p:cNvCxnSpPr>
            <a:cxnSpLocks/>
          </p:cNvCxnSpPr>
          <p:nvPr/>
        </p:nvCxnSpPr>
        <p:spPr>
          <a:xfrm>
            <a:off x="1479017" y="3875871"/>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20" name="표 13">
            <a:extLst>
              <a:ext uri="{FF2B5EF4-FFF2-40B4-BE49-F238E27FC236}">
                <a16:creationId xmlns:a16="http://schemas.microsoft.com/office/drawing/2014/main" id="{DBCCA977-7AD5-4B0F-8048-426F90C0FA1D}"/>
              </a:ext>
            </a:extLst>
          </p:cNvPr>
          <p:cNvGraphicFramePr>
            <a:graphicFrameLocks noGrp="1"/>
          </p:cNvGraphicFramePr>
          <p:nvPr/>
        </p:nvGraphicFramePr>
        <p:xfrm>
          <a:off x="1479017" y="4262335"/>
          <a:ext cx="7317158" cy="5223920"/>
        </p:xfrm>
        <a:graphic>
          <a:graphicData uri="http://schemas.openxmlformats.org/drawingml/2006/table">
            <a:tbl>
              <a:tblPr firstRow="1" bandRow="1">
                <a:tableStyleId>{5940675A-B579-460E-94D1-54222C63F5DA}</a:tableStyleId>
              </a:tblPr>
              <a:tblGrid>
                <a:gridCol w="953790">
                  <a:extLst>
                    <a:ext uri="{9D8B030D-6E8A-4147-A177-3AD203B41FA5}">
                      <a16:colId xmlns:a16="http://schemas.microsoft.com/office/drawing/2014/main" val="2416159356"/>
                    </a:ext>
                  </a:extLst>
                </a:gridCol>
                <a:gridCol w="1524824">
                  <a:extLst>
                    <a:ext uri="{9D8B030D-6E8A-4147-A177-3AD203B41FA5}">
                      <a16:colId xmlns:a16="http://schemas.microsoft.com/office/drawing/2014/main" val="4215256312"/>
                    </a:ext>
                  </a:extLst>
                </a:gridCol>
                <a:gridCol w="1185869">
                  <a:extLst>
                    <a:ext uri="{9D8B030D-6E8A-4147-A177-3AD203B41FA5}">
                      <a16:colId xmlns:a16="http://schemas.microsoft.com/office/drawing/2014/main" val="2635967512"/>
                    </a:ext>
                  </a:extLst>
                </a:gridCol>
                <a:gridCol w="1981200">
                  <a:extLst>
                    <a:ext uri="{9D8B030D-6E8A-4147-A177-3AD203B41FA5}">
                      <a16:colId xmlns:a16="http://schemas.microsoft.com/office/drawing/2014/main" val="2417053123"/>
                    </a:ext>
                  </a:extLst>
                </a:gridCol>
                <a:gridCol w="809625">
                  <a:extLst>
                    <a:ext uri="{9D8B030D-6E8A-4147-A177-3AD203B41FA5}">
                      <a16:colId xmlns:a16="http://schemas.microsoft.com/office/drawing/2014/main" val="739747790"/>
                    </a:ext>
                  </a:extLst>
                </a:gridCol>
                <a:gridCol w="861850">
                  <a:extLst>
                    <a:ext uri="{9D8B030D-6E8A-4147-A177-3AD203B41FA5}">
                      <a16:colId xmlns:a16="http://schemas.microsoft.com/office/drawing/2014/main" val="3960621706"/>
                    </a:ext>
                  </a:extLst>
                </a:gridCol>
              </a:tblGrid>
              <a:tr h="0">
                <a:tc gridSpan="6">
                  <a:txBody>
                    <a:bodyPr/>
                    <a:lstStyle/>
                    <a:p>
                      <a:pPr latinLnBrk="1"/>
                      <a:r>
                        <a:rPr lang="ko-KR" altLang="en-US" sz="800" b="1" dirty="0">
                          <a:solidFill>
                            <a:schemeClr val="bg1">
                              <a:lumMod val="65000"/>
                            </a:schemeClr>
                          </a:solidFill>
                        </a:rPr>
                        <a:t>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lnL w="3175" cap="flat" cmpd="sng" algn="ctr">
                      <a:solidFill>
                        <a:schemeClr val="tx1">
                          <a:lumMod val="65000"/>
                          <a:lumOff val="35000"/>
                        </a:schemeClr>
                      </a:solidFill>
                      <a:prstDash val="solid"/>
                      <a:round/>
                      <a:headEnd type="none" w="med" len="med"/>
                      <a:tailEnd type="none" w="med" len="med"/>
                    </a:ln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구매 확정</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r h="0">
                <a:tc>
                  <a:txBody>
                    <a:bodyPr/>
                    <a:lstStyle/>
                    <a:p>
                      <a:pPr algn="ctr" latinLnBrk="1"/>
                      <a:r>
                        <a:rPr lang="ko-KR" altLang="en-US" sz="900" dirty="0"/>
                        <a:t>취소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34933101"/>
                  </a:ext>
                </a:extLst>
              </a:tr>
              <a:tr h="0">
                <a:tc>
                  <a:txBody>
                    <a:bodyPr/>
                    <a:lstStyle/>
                    <a:p>
                      <a:pPr algn="ctr" latinLnBrk="1"/>
                      <a:r>
                        <a:rPr lang="ko-KR" altLang="en-US" sz="900" dirty="0"/>
                        <a:t>반품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545427743"/>
                  </a:ext>
                </a:extLst>
              </a:tr>
              <a:tr h="0">
                <a:tc>
                  <a:txBody>
                    <a:bodyPr/>
                    <a:lstStyle/>
                    <a:p>
                      <a:pPr algn="ctr" latinLnBrk="1"/>
                      <a:r>
                        <a:rPr lang="ko-KR" altLang="en-US" sz="900" dirty="0"/>
                        <a:t>교환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l" latinLnBrk="1"/>
                      <a:r>
                        <a:rPr lang="ko-KR" altLang="en-US" sz="900" dirty="0"/>
                        <a:t>주문번호</a:t>
                      </a:r>
                      <a:r>
                        <a:rPr lang="en-US" altLang="ko-KR" sz="900" dirty="0"/>
                        <a:t>:</a:t>
                      </a:r>
                      <a:r>
                        <a:rPr lang="ko-KR" altLang="en-US" sz="900" dirty="0"/>
                        <a:t> </a:t>
                      </a:r>
                      <a:r>
                        <a:rPr lang="en-US" altLang="ko-KR" sz="900" dirty="0"/>
                        <a:t>Me9-00929111</a:t>
                      </a:r>
                    </a:p>
                    <a:p>
                      <a:pPr algn="l" latinLnBrk="1"/>
                      <a:r>
                        <a:rPr lang="ko-KR" altLang="en-US" sz="900" b="1" dirty="0">
                          <a:solidFill>
                            <a:srgbClr val="FF0000"/>
                          </a:solidFill>
                        </a:rPr>
                        <a:t>  → </a:t>
                      </a:r>
                      <a:r>
                        <a:rPr lang="ko-KR" altLang="en-US" sz="900" dirty="0"/>
                        <a:t>교환 주문번호</a:t>
                      </a:r>
                      <a:r>
                        <a:rPr lang="en-US" altLang="ko-KR" sz="900" dirty="0"/>
                        <a:t>:</a:t>
                      </a:r>
                      <a:r>
                        <a:rPr lang="ko-KR" altLang="en-US" sz="900" dirty="0"/>
                        <a:t> </a:t>
                      </a:r>
                      <a:r>
                        <a:rPr lang="en-US" altLang="ko-KR" sz="900" dirty="0"/>
                        <a:t>Me9-RE-00929111</a:t>
                      </a:r>
                      <a:endParaRPr lang="ko-KR" altLang="en-US" sz="900" b="1" dirty="0">
                        <a:solidFill>
                          <a:srgbClr val="FF0000"/>
                        </a:solidFill>
                      </a:endParaRP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r>
                        <a:rPr lang="en-US" altLang="ko-KR" sz="900" b="1" dirty="0"/>
                        <a:t>1,000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155482761"/>
                  </a:ext>
                </a:extLst>
              </a:tr>
              <a:tr h="612560">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900" dirty="0"/>
                        <a:t>결제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1166454"/>
                  </a:ext>
                </a:extLst>
              </a:tr>
              <a:tr h="612560">
                <a:tc>
                  <a:txBody>
                    <a:bodyPr/>
                    <a:lstStyle/>
                    <a:p>
                      <a:pPr algn="ctr" latinLnBrk="1"/>
                      <a:r>
                        <a:rPr lang="ko-KR" altLang="en-US" sz="900" dirty="0"/>
                        <a:t>배송 준비중</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950813016"/>
                  </a:ext>
                </a:extLst>
              </a:tr>
              <a:tr h="612560">
                <a:tc>
                  <a:txBody>
                    <a:bodyPr/>
                    <a:lstStyle/>
                    <a:p>
                      <a:pPr algn="ctr" latinLnBrk="1"/>
                      <a:r>
                        <a:rPr lang="ko-KR" altLang="en-US" sz="900" dirty="0" err="1"/>
                        <a:t>배송중</a:t>
                      </a:r>
                      <a:endParaRPr lang="ko-KR" altLang="en-US" sz="900" dirty="0"/>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720894387"/>
                  </a:ext>
                </a:extLst>
              </a:tr>
              <a:tr h="612560">
                <a:tc>
                  <a:txBody>
                    <a:bodyPr/>
                    <a:lstStyle/>
                    <a:p>
                      <a:pPr algn="ctr" latinLnBrk="1"/>
                      <a:r>
                        <a:rPr lang="ko-KR" altLang="en-US" sz="900" dirty="0"/>
                        <a:t>배송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215658072"/>
                  </a:ext>
                </a:extLst>
              </a:tr>
            </a:tbl>
          </a:graphicData>
        </a:graphic>
      </p:graphicFrame>
      <p:grpSp>
        <p:nvGrpSpPr>
          <p:cNvPr id="21" name="그룹 20">
            <a:extLst>
              <a:ext uri="{FF2B5EF4-FFF2-40B4-BE49-F238E27FC236}">
                <a16:creationId xmlns:a16="http://schemas.microsoft.com/office/drawing/2014/main" id="{7D88BA30-E0DC-44BA-8264-43AA25AE20EA}"/>
              </a:ext>
            </a:extLst>
          </p:cNvPr>
          <p:cNvGrpSpPr/>
          <p:nvPr/>
        </p:nvGrpSpPr>
        <p:grpSpPr>
          <a:xfrm>
            <a:off x="2417534" y="4575809"/>
            <a:ext cx="689346" cy="440906"/>
            <a:chOff x="2843808" y="1955121"/>
            <a:chExt cx="1674813" cy="596970"/>
          </a:xfrm>
          <a:solidFill>
            <a:schemeClr val="bg1">
              <a:lumMod val="95000"/>
            </a:schemeClr>
          </a:solidFill>
        </p:grpSpPr>
        <p:sp>
          <p:nvSpPr>
            <p:cNvPr id="22" name="Border">
              <a:extLst>
                <a:ext uri="{FF2B5EF4-FFF2-40B4-BE49-F238E27FC236}">
                  <a16:creationId xmlns:a16="http://schemas.microsoft.com/office/drawing/2014/main" id="{9963B40C-0574-4C39-96A1-AB5DE7E459C8}"/>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3" name="Line 2">
              <a:extLst>
                <a:ext uri="{FF2B5EF4-FFF2-40B4-BE49-F238E27FC236}">
                  <a16:creationId xmlns:a16="http://schemas.microsoft.com/office/drawing/2014/main" id="{EC15E2A2-2BC3-4C35-AA94-433A6E66AB3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4" name="Line 1">
              <a:extLst>
                <a:ext uri="{FF2B5EF4-FFF2-40B4-BE49-F238E27FC236}">
                  <a16:creationId xmlns:a16="http://schemas.microsoft.com/office/drawing/2014/main" id="{7E2556BA-86C0-4DC2-B775-77A0E8CB7770}"/>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5" name="TextBox 24">
              <a:extLst>
                <a:ext uri="{FF2B5EF4-FFF2-40B4-BE49-F238E27FC236}">
                  <a16:creationId xmlns:a16="http://schemas.microsoft.com/office/drawing/2014/main" id="{8DF2668D-4EB9-44BB-A8AC-F6090431AFDF}"/>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26" name="직사각형 25">
            <a:extLst>
              <a:ext uri="{FF2B5EF4-FFF2-40B4-BE49-F238E27FC236}">
                <a16:creationId xmlns:a16="http://schemas.microsoft.com/office/drawing/2014/main" id="{E44823B3-AD9E-4CB0-BF37-917D308A4189}"/>
              </a:ext>
            </a:extLst>
          </p:cNvPr>
          <p:cNvSpPr/>
          <p:nvPr/>
        </p:nvSpPr>
        <p:spPr>
          <a:xfrm>
            <a:off x="3127963" y="4575809"/>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27" name="직사각형 26">
            <a:extLst>
              <a:ext uri="{FF2B5EF4-FFF2-40B4-BE49-F238E27FC236}">
                <a16:creationId xmlns:a16="http://schemas.microsoft.com/office/drawing/2014/main" id="{76CBE53B-D303-4364-BD15-DFFCEBD69A89}"/>
              </a:ext>
            </a:extLst>
          </p:cNvPr>
          <p:cNvSpPr/>
          <p:nvPr/>
        </p:nvSpPr>
        <p:spPr>
          <a:xfrm>
            <a:off x="3124415" y="5223174"/>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grpSp>
        <p:nvGrpSpPr>
          <p:cNvPr id="28" name="그룹 27">
            <a:extLst>
              <a:ext uri="{FF2B5EF4-FFF2-40B4-BE49-F238E27FC236}">
                <a16:creationId xmlns:a16="http://schemas.microsoft.com/office/drawing/2014/main" id="{E87AD803-1F1F-4F6A-BD05-4D70DAC85CE6}"/>
              </a:ext>
            </a:extLst>
          </p:cNvPr>
          <p:cNvGrpSpPr/>
          <p:nvPr/>
        </p:nvGrpSpPr>
        <p:grpSpPr>
          <a:xfrm>
            <a:off x="2413986" y="5198620"/>
            <a:ext cx="689346" cy="440906"/>
            <a:chOff x="2843808" y="1955121"/>
            <a:chExt cx="1674813" cy="596970"/>
          </a:xfrm>
          <a:solidFill>
            <a:schemeClr val="bg1">
              <a:lumMod val="95000"/>
            </a:schemeClr>
          </a:solidFill>
        </p:grpSpPr>
        <p:sp>
          <p:nvSpPr>
            <p:cNvPr id="29" name="Border">
              <a:extLst>
                <a:ext uri="{FF2B5EF4-FFF2-40B4-BE49-F238E27FC236}">
                  <a16:creationId xmlns:a16="http://schemas.microsoft.com/office/drawing/2014/main" id="{30E81D2C-8741-471C-83E8-E1CD45AA40D4}"/>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0" name="Line 2">
              <a:extLst>
                <a:ext uri="{FF2B5EF4-FFF2-40B4-BE49-F238E27FC236}">
                  <a16:creationId xmlns:a16="http://schemas.microsoft.com/office/drawing/2014/main" id="{702E6B69-C3E7-4AE4-9CD0-0360D870086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1" name="Line 1">
              <a:extLst>
                <a:ext uri="{FF2B5EF4-FFF2-40B4-BE49-F238E27FC236}">
                  <a16:creationId xmlns:a16="http://schemas.microsoft.com/office/drawing/2014/main" id="{F0576B9F-A154-4F45-85F8-4D006C7F2DA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2" name="TextBox 31">
              <a:extLst>
                <a:ext uri="{FF2B5EF4-FFF2-40B4-BE49-F238E27FC236}">
                  <a16:creationId xmlns:a16="http://schemas.microsoft.com/office/drawing/2014/main" id="{7BA7BFBC-6CC7-4066-A6D1-FFF9A66E65D5}"/>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33" name="TextBox 32">
            <a:extLst>
              <a:ext uri="{FF2B5EF4-FFF2-40B4-BE49-F238E27FC236}">
                <a16:creationId xmlns:a16="http://schemas.microsoft.com/office/drawing/2014/main" id="{17B11A86-3F48-4D4D-8B85-4AD7867CCC6F}"/>
              </a:ext>
            </a:extLst>
          </p:cNvPr>
          <p:cNvSpPr txBox="1"/>
          <p:nvPr/>
        </p:nvSpPr>
        <p:spPr>
          <a:xfrm>
            <a:off x="1487410" y="3986860"/>
            <a:ext cx="631904" cy="215444"/>
          </a:xfrm>
          <a:prstGeom prst="rect">
            <a:avLst/>
          </a:prstGeom>
          <a:noFill/>
        </p:spPr>
        <p:txBody>
          <a:bodyPr wrap="none" rtlCol="0">
            <a:spAutoFit/>
          </a:bodyPr>
          <a:lstStyle/>
          <a:p>
            <a:r>
              <a:rPr lang="ko-KR" altLang="en-US" sz="800" dirty="0"/>
              <a:t>구매 상품</a:t>
            </a:r>
          </a:p>
        </p:txBody>
      </p:sp>
      <p:cxnSp>
        <p:nvCxnSpPr>
          <p:cNvPr id="34" name="직선 연결선 33">
            <a:extLst>
              <a:ext uri="{FF2B5EF4-FFF2-40B4-BE49-F238E27FC236}">
                <a16:creationId xmlns:a16="http://schemas.microsoft.com/office/drawing/2014/main" id="{2D3DC284-67F6-4608-B9DE-1A1B5F6F82F6}"/>
              </a:ext>
            </a:extLst>
          </p:cNvPr>
          <p:cNvCxnSpPr>
            <a:cxnSpLocks/>
          </p:cNvCxnSpPr>
          <p:nvPr/>
        </p:nvCxnSpPr>
        <p:spPr>
          <a:xfrm>
            <a:off x="1479017" y="9979869"/>
            <a:ext cx="433338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623975E9-CA72-455B-9430-1D16ADA29ECB}"/>
              </a:ext>
            </a:extLst>
          </p:cNvPr>
          <p:cNvSpPr txBox="1"/>
          <p:nvPr/>
        </p:nvSpPr>
        <p:spPr>
          <a:xfrm>
            <a:off x="1487410" y="10074956"/>
            <a:ext cx="631904" cy="215444"/>
          </a:xfrm>
          <a:prstGeom prst="rect">
            <a:avLst/>
          </a:prstGeom>
          <a:noFill/>
        </p:spPr>
        <p:txBody>
          <a:bodyPr wrap="square" rtlCol="0">
            <a:spAutoFit/>
          </a:bodyPr>
          <a:lstStyle/>
          <a:p>
            <a:r>
              <a:rPr lang="ko-KR" altLang="en-US" sz="800" dirty="0"/>
              <a:t>결제 정보</a:t>
            </a:r>
          </a:p>
        </p:txBody>
      </p:sp>
      <p:cxnSp>
        <p:nvCxnSpPr>
          <p:cNvPr id="36" name="직선 연결선 35">
            <a:extLst>
              <a:ext uri="{FF2B5EF4-FFF2-40B4-BE49-F238E27FC236}">
                <a16:creationId xmlns:a16="http://schemas.microsoft.com/office/drawing/2014/main" id="{DDB2B4C1-33AB-489A-91F2-A1A23FD4CF52}"/>
              </a:ext>
            </a:extLst>
          </p:cNvPr>
          <p:cNvCxnSpPr>
            <a:cxnSpLocks/>
          </p:cNvCxnSpPr>
          <p:nvPr/>
        </p:nvCxnSpPr>
        <p:spPr>
          <a:xfrm>
            <a:off x="6096000" y="9979869"/>
            <a:ext cx="269821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TextBox 36">
            <a:extLst>
              <a:ext uri="{FF2B5EF4-FFF2-40B4-BE49-F238E27FC236}">
                <a16:creationId xmlns:a16="http://schemas.microsoft.com/office/drawing/2014/main" id="{DCA4BBB0-9098-44DC-835C-13E26978125C}"/>
              </a:ext>
            </a:extLst>
          </p:cNvPr>
          <p:cNvSpPr txBox="1"/>
          <p:nvPr/>
        </p:nvSpPr>
        <p:spPr>
          <a:xfrm>
            <a:off x="6096000" y="10074956"/>
            <a:ext cx="1078727" cy="215444"/>
          </a:xfrm>
          <a:prstGeom prst="rect">
            <a:avLst/>
          </a:prstGeom>
          <a:noFill/>
        </p:spPr>
        <p:txBody>
          <a:bodyPr wrap="square" rtlCol="0">
            <a:spAutoFit/>
          </a:bodyPr>
          <a:lstStyle/>
          <a:p>
            <a:r>
              <a:rPr lang="ko-KR" altLang="en-US" sz="800" dirty="0"/>
              <a:t>최종 결제금액</a:t>
            </a:r>
          </a:p>
        </p:txBody>
      </p:sp>
      <p:graphicFrame>
        <p:nvGraphicFramePr>
          <p:cNvPr id="38" name="표 37">
            <a:extLst>
              <a:ext uri="{FF2B5EF4-FFF2-40B4-BE49-F238E27FC236}">
                <a16:creationId xmlns:a16="http://schemas.microsoft.com/office/drawing/2014/main" id="{BE139FB1-4329-4613-B3BC-0A38E05B231C}"/>
              </a:ext>
            </a:extLst>
          </p:cNvPr>
          <p:cNvGraphicFramePr>
            <a:graphicFrameLocks noGrp="1"/>
          </p:cNvGraphicFramePr>
          <p:nvPr/>
        </p:nvGraphicFramePr>
        <p:xfrm>
          <a:off x="1476367" y="10384291"/>
          <a:ext cx="4336035" cy="853440"/>
        </p:xfrm>
        <a:graphic>
          <a:graphicData uri="http://schemas.openxmlformats.org/drawingml/2006/table">
            <a:tbl>
              <a:tblPr firstRow="1" bandRow="1">
                <a:tableStyleId>{5940675A-B579-460E-94D1-54222C63F5DA}</a:tableStyleId>
              </a:tblPr>
              <a:tblGrid>
                <a:gridCol w="1237336">
                  <a:extLst>
                    <a:ext uri="{9D8B030D-6E8A-4147-A177-3AD203B41FA5}">
                      <a16:colId xmlns:a16="http://schemas.microsoft.com/office/drawing/2014/main" val="1468661165"/>
                    </a:ext>
                  </a:extLst>
                </a:gridCol>
                <a:gridCol w="3098699">
                  <a:extLst>
                    <a:ext uri="{9D8B030D-6E8A-4147-A177-3AD203B41FA5}">
                      <a16:colId xmlns:a16="http://schemas.microsoft.com/office/drawing/2014/main" val="3917594789"/>
                    </a:ext>
                  </a:extLst>
                </a:gridCol>
              </a:tblGrid>
              <a:tr h="165784">
                <a:tc>
                  <a:txBody>
                    <a:bodyPr/>
                    <a:lstStyle/>
                    <a:p>
                      <a:pPr latinLnBrk="1"/>
                      <a:r>
                        <a:rPr lang="ko-KR" altLang="en-US" sz="800" dirty="0"/>
                        <a:t>결제수단</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카드결제</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a:txBody>
                    <a:bodyPr/>
                    <a:lstStyle/>
                    <a:p>
                      <a:pPr latinLnBrk="1"/>
                      <a:r>
                        <a:rPr lang="ko-KR" altLang="en-US" sz="800" dirty="0"/>
                        <a:t>카드종류</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현대카드</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a:txBody>
                    <a:bodyPr/>
                    <a:lstStyle/>
                    <a:p>
                      <a:pPr latinLnBrk="1"/>
                      <a:r>
                        <a:rPr lang="ko-KR" altLang="en-US" sz="800" dirty="0"/>
                        <a:t>카드번호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22030222-******</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r h="0">
                <a:tc>
                  <a:txBody>
                    <a:bodyPr/>
                    <a:lstStyle/>
                    <a:p>
                      <a:pPr latinLnBrk="1"/>
                      <a:r>
                        <a:rPr lang="ko-KR" altLang="en-US" sz="800" dirty="0"/>
                        <a:t>적립포인트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+ 1000 point</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610892354"/>
                  </a:ext>
                </a:extLst>
              </a:tr>
            </a:tbl>
          </a:graphicData>
        </a:graphic>
      </p:graphicFrame>
      <p:graphicFrame>
        <p:nvGraphicFramePr>
          <p:cNvPr id="39" name="표 38">
            <a:extLst>
              <a:ext uri="{FF2B5EF4-FFF2-40B4-BE49-F238E27FC236}">
                <a16:creationId xmlns:a16="http://schemas.microsoft.com/office/drawing/2014/main" id="{41C099F2-CFDA-44FA-A024-B4FFA5DFFC4A}"/>
              </a:ext>
            </a:extLst>
          </p:cNvPr>
          <p:cNvGraphicFramePr>
            <a:graphicFrameLocks noGrp="1"/>
          </p:cNvGraphicFramePr>
          <p:nvPr/>
        </p:nvGraphicFramePr>
        <p:xfrm>
          <a:off x="6096000" y="10374814"/>
          <a:ext cx="2687174" cy="914400"/>
        </p:xfrm>
        <a:graphic>
          <a:graphicData uri="http://schemas.openxmlformats.org/drawingml/2006/table">
            <a:tbl>
              <a:tblPr firstRow="1" bandRow="1">
                <a:tableStyleId>{5940675A-B579-460E-94D1-54222C63F5DA}</a:tableStyleId>
              </a:tblPr>
              <a:tblGrid>
                <a:gridCol w="1256071">
                  <a:extLst>
                    <a:ext uri="{9D8B030D-6E8A-4147-A177-3AD203B41FA5}">
                      <a16:colId xmlns:a16="http://schemas.microsoft.com/office/drawing/2014/main" val="1468661165"/>
                    </a:ext>
                  </a:extLst>
                </a:gridCol>
                <a:gridCol w="1431103">
                  <a:extLst>
                    <a:ext uri="{9D8B030D-6E8A-4147-A177-3AD203B41FA5}">
                      <a16:colId xmlns:a16="http://schemas.microsoft.com/office/drawing/2014/main" val="3917594789"/>
                    </a:ext>
                  </a:extLst>
                </a:gridCol>
              </a:tblGrid>
              <a:tr h="165784">
                <a:tc>
                  <a:txBody>
                    <a:bodyPr/>
                    <a:lstStyle/>
                    <a:p>
                      <a:pPr latinLnBrk="1"/>
                      <a:r>
                        <a:rPr lang="ko-KR" altLang="en-US" sz="800" dirty="0"/>
                        <a:t>총 상품금액</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800" dirty="0"/>
                        <a:t>3,000 </a:t>
                      </a:r>
                      <a:r>
                        <a:rPr lang="ko-KR" altLang="en-US" sz="800" dirty="0"/>
                        <a:t>원</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a:txBody>
                    <a:bodyPr/>
                    <a:lstStyle/>
                    <a:p>
                      <a:pPr latinLnBrk="1"/>
                      <a:r>
                        <a:rPr lang="ko-KR" altLang="en-US" sz="800" dirty="0"/>
                        <a:t>배송비</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800" dirty="0"/>
                        <a:t>+ 2,500 </a:t>
                      </a:r>
                      <a:r>
                        <a:rPr lang="ko-KR" altLang="en-US" sz="800" dirty="0"/>
                        <a:t>원</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a:txBody>
                    <a:bodyPr/>
                    <a:lstStyle/>
                    <a:p>
                      <a:pPr latinLnBrk="1"/>
                      <a:r>
                        <a:rPr lang="ko-KR" altLang="en-US" sz="800" dirty="0"/>
                        <a:t>포인트 사용</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800" dirty="0"/>
                        <a:t>- 2,000 p</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r h="0">
                <a:tc>
                  <a:txBody>
                    <a:bodyPr/>
                    <a:lstStyle/>
                    <a:p>
                      <a:pPr latinLnBrk="1"/>
                      <a:r>
                        <a:rPr lang="ko-KR" altLang="en-US" sz="800" dirty="0"/>
                        <a:t>최종 결제금액</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1200" b="1" dirty="0">
                          <a:solidFill>
                            <a:schemeClr val="accent2">
                              <a:lumMod val="75000"/>
                            </a:schemeClr>
                          </a:solidFill>
                        </a:rPr>
                        <a:t>4,500 </a:t>
                      </a:r>
                      <a:r>
                        <a:rPr lang="ko-KR" altLang="en-US" sz="800" b="1" dirty="0">
                          <a:solidFill>
                            <a:schemeClr val="tx1"/>
                          </a:solidFill>
                        </a:rPr>
                        <a:t>원</a:t>
                      </a:r>
                      <a:endParaRPr lang="en-US" altLang="ko-KR" sz="800" b="1" dirty="0">
                        <a:solidFill>
                          <a:schemeClr val="tx1"/>
                        </a:solidFill>
                      </a:endParaRP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610892354"/>
                  </a:ext>
                </a:extLst>
              </a:tr>
            </a:tbl>
          </a:graphicData>
        </a:graphic>
      </p:graphicFrame>
      <p:sp>
        <p:nvSpPr>
          <p:cNvPr id="40" name="직사각형 39">
            <a:extLst>
              <a:ext uri="{FF2B5EF4-FFF2-40B4-BE49-F238E27FC236}">
                <a16:creationId xmlns:a16="http://schemas.microsoft.com/office/drawing/2014/main" id="{0A986A23-4CC6-484A-81AD-799B1934AA70}"/>
              </a:ext>
            </a:extLst>
          </p:cNvPr>
          <p:cNvSpPr/>
          <p:nvPr/>
        </p:nvSpPr>
        <p:spPr>
          <a:xfrm>
            <a:off x="3124415" y="5870247"/>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grpSp>
        <p:nvGrpSpPr>
          <p:cNvPr id="41" name="그룹 40">
            <a:extLst>
              <a:ext uri="{FF2B5EF4-FFF2-40B4-BE49-F238E27FC236}">
                <a16:creationId xmlns:a16="http://schemas.microsoft.com/office/drawing/2014/main" id="{A773D6E2-F5AF-4492-9C57-D29F21073C58}"/>
              </a:ext>
            </a:extLst>
          </p:cNvPr>
          <p:cNvGrpSpPr/>
          <p:nvPr/>
        </p:nvGrpSpPr>
        <p:grpSpPr>
          <a:xfrm>
            <a:off x="2413986" y="5845693"/>
            <a:ext cx="689346" cy="440906"/>
            <a:chOff x="2843808" y="1955121"/>
            <a:chExt cx="1674813" cy="596970"/>
          </a:xfrm>
          <a:solidFill>
            <a:schemeClr val="bg1">
              <a:lumMod val="95000"/>
            </a:schemeClr>
          </a:solidFill>
        </p:grpSpPr>
        <p:sp>
          <p:nvSpPr>
            <p:cNvPr id="42" name="Border">
              <a:extLst>
                <a:ext uri="{FF2B5EF4-FFF2-40B4-BE49-F238E27FC236}">
                  <a16:creationId xmlns:a16="http://schemas.microsoft.com/office/drawing/2014/main" id="{47DAE718-C7C0-454F-9892-4055367A1B3F}"/>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3" name="Line 2">
              <a:extLst>
                <a:ext uri="{FF2B5EF4-FFF2-40B4-BE49-F238E27FC236}">
                  <a16:creationId xmlns:a16="http://schemas.microsoft.com/office/drawing/2014/main" id="{951A4DC7-6FA7-462C-ABE5-F93A33BC904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4" name="Line 1">
              <a:extLst>
                <a:ext uri="{FF2B5EF4-FFF2-40B4-BE49-F238E27FC236}">
                  <a16:creationId xmlns:a16="http://schemas.microsoft.com/office/drawing/2014/main" id="{0AFC9688-86E1-46C7-9436-95D4FC82C7C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5" name="TextBox 44">
              <a:extLst>
                <a:ext uri="{FF2B5EF4-FFF2-40B4-BE49-F238E27FC236}">
                  <a16:creationId xmlns:a16="http://schemas.microsoft.com/office/drawing/2014/main" id="{FD1791B8-1AAD-4176-9724-0590440CCEA7}"/>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46" name="직사각형 45">
            <a:extLst>
              <a:ext uri="{FF2B5EF4-FFF2-40B4-BE49-F238E27FC236}">
                <a16:creationId xmlns:a16="http://schemas.microsoft.com/office/drawing/2014/main" id="{7EC4EB8A-69F3-4C54-9705-4AC5D98C128C}"/>
              </a:ext>
            </a:extLst>
          </p:cNvPr>
          <p:cNvSpPr/>
          <p:nvPr/>
        </p:nvSpPr>
        <p:spPr>
          <a:xfrm>
            <a:off x="3124415" y="6520890"/>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grpSp>
        <p:nvGrpSpPr>
          <p:cNvPr id="47" name="그룹 46">
            <a:extLst>
              <a:ext uri="{FF2B5EF4-FFF2-40B4-BE49-F238E27FC236}">
                <a16:creationId xmlns:a16="http://schemas.microsoft.com/office/drawing/2014/main" id="{56FA31BE-3F1E-412B-B09A-E666E833308C}"/>
              </a:ext>
            </a:extLst>
          </p:cNvPr>
          <p:cNvGrpSpPr/>
          <p:nvPr/>
        </p:nvGrpSpPr>
        <p:grpSpPr>
          <a:xfrm>
            <a:off x="2413986" y="6496336"/>
            <a:ext cx="689346" cy="440906"/>
            <a:chOff x="2843808" y="1955121"/>
            <a:chExt cx="1674813" cy="596970"/>
          </a:xfrm>
          <a:solidFill>
            <a:schemeClr val="bg1">
              <a:lumMod val="95000"/>
            </a:schemeClr>
          </a:solidFill>
        </p:grpSpPr>
        <p:sp>
          <p:nvSpPr>
            <p:cNvPr id="48"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9"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0"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1" name="TextBox 50">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52" name="직사각형 51">
            <a:extLst>
              <a:ext uri="{FF2B5EF4-FFF2-40B4-BE49-F238E27FC236}">
                <a16:creationId xmlns:a16="http://schemas.microsoft.com/office/drawing/2014/main" id="{80850CAC-6236-48BC-89CF-B1A9E42551C9}"/>
              </a:ext>
            </a:extLst>
          </p:cNvPr>
          <p:cNvSpPr/>
          <p:nvPr/>
        </p:nvSpPr>
        <p:spPr>
          <a:xfrm>
            <a:off x="7957667" y="4679331"/>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tx1"/>
                </a:solidFill>
              </a:rPr>
              <a:t>구매확정일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53" name="직사각형 52">
            <a:extLst>
              <a:ext uri="{FF2B5EF4-FFF2-40B4-BE49-F238E27FC236}">
                <a16:creationId xmlns:a16="http://schemas.microsoft.com/office/drawing/2014/main" id="{8047EFA7-7F0E-4009-8185-A3A373999398}"/>
              </a:ext>
            </a:extLst>
          </p:cNvPr>
          <p:cNvSpPr/>
          <p:nvPr/>
        </p:nvSpPr>
        <p:spPr>
          <a:xfrm>
            <a:off x="7957667" y="6587222"/>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교환완료일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54" name="직사각형 53">
            <a:extLst>
              <a:ext uri="{FF2B5EF4-FFF2-40B4-BE49-F238E27FC236}">
                <a16:creationId xmlns:a16="http://schemas.microsoft.com/office/drawing/2014/main" id="{209B8D46-8E94-4D18-985B-D9E5D14F9B65}"/>
              </a:ext>
            </a:extLst>
          </p:cNvPr>
          <p:cNvSpPr/>
          <p:nvPr/>
        </p:nvSpPr>
        <p:spPr>
          <a:xfrm>
            <a:off x="7957667" y="5938094"/>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반품완료일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55" name="직사각형 54">
            <a:extLst>
              <a:ext uri="{FF2B5EF4-FFF2-40B4-BE49-F238E27FC236}">
                <a16:creationId xmlns:a16="http://schemas.microsoft.com/office/drawing/2014/main" id="{E10E233A-7BB9-45A0-A7E6-45FAA232B7D8}"/>
              </a:ext>
            </a:extLst>
          </p:cNvPr>
          <p:cNvSpPr/>
          <p:nvPr/>
        </p:nvSpPr>
        <p:spPr>
          <a:xfrm>
            <a:off x="7957667" y="5289506"/>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취소완료일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64" name="TextBox 63">
            <a:extLst>
              <a:ext uri="{FF2B5EF4-FFF2-40B4-BE49-F238E27FC236}">
                <a16:creationId xmlns:a16="http://schemas.microsoft.com/office/drawing/2014/main" id="{AC25A851-D5D4-4DBC-8689-4D747F78726A}"/>
              </a:ext>
            </a:extLst>
          </p:cNvPr>
          <p:cNvSpPr txBox="1"/>
          <p:nvPr/>
        </p:nvSpPr>
        <p:spPr>
          <a:xfrm>
            <a:off x="1495803" y="11933865"/>
            <a:ext cx="631904" cy="215444"/>
          </a:xfrm>
          <a:prstGeom prst="rect">
            <a:avLst/>
          </a:prstGeom>
          <a:noFill/>
        </p:spPr>
        <p:txBody>
          <a:bodyPr wrap="none" rtlCol="0">
            <a:spAutoFit/>
          </a:bodyPr>
          <a:lstStyle/>
          <a:p>
            <a:r>
              <a:rPr lang="ko-KR" altLang="en-US" sz="800" dirty="0"/>
              <a:t>취소 상품</a:t>
            </a:r>
          </a:p>
        </p:txBody>
      </p:sp>
      <p:sp>
        <p:nvSpPr>
          <p:cNvPr id="65" name="TextBox 64">
            <a:extLst>
              <a:ext uri="{FF2B5EF4-FFF2-40B4-BE49-F238E27FC236}">
                <a16:creationId xmlns:a16="http://schemas.microsoft.com/office/drawing/2014/main" id="{B4795005-E9AC-45DB-A058-440FE52170E6}"/>
              </a:ext>
            </a:extLst>
          </p:cNvPr>
          <p:cNvSpPr txBox="1"/>
          <p:nvPr/>
        </p:nvSpPr>
        <p:spPr>
          <a:xfrm>
            <a:off x="6096000" y="9579502"/>
            <a:ext cx="2870565" cy="338554"/>
          </a:xfrm>
          <a:prstGeom prst="rect">
            <a:avLst/>
          </a:prstGeom>
          <a:noFill/>
        </p:spPr>
        <p:txBody>
          <a:bodyPr wrap="square" rtlCol="0">
            <a:spAutoFit/>
          </a:bodyPr>
          <a:lstStyle/>
          <a:p>
            <a:r>
              <a:rPr lang="en-US" altLang="ko-KR" sz="800" dirty="0"/>
              <a:t>( </a:t>
            </a:r>
            <a:r>
              <a:rPr lang="ko-KR" altLang="en-US" sz="800" dirty="0"/>
              <a:t>배송비 </a:t>
            </a:r>
            <a:r>
              <a:rPr lang="en-US" altLang="ko-KR" sz="800" dirty="0"/>
              <a:t>) 30,000</a:t>
            </a:r>
            <a:r>
              <a:rPr lang="ko-KR" altLang="en-US" sz="800" dirty="0"/>
              <a:t>원 미만 </a:t>
            </a:r>
            <a:r>
              <a:rPr lang="en-US" altLang="ko-KR" sz="800" dirty="0"/>
              <a:t>: 2,500 </a:t>
            </a:r>
            <a:r>
              <a:rPr lang="ko-KR" altLang="en-US" sz="800" dirty="0"/>
              <a:t>원 </a:t>
            </a:r>
            <a:r>
              <a:rPr lang="en-US" altLang="ko-KR" sz="800" dirty="0"/>
              <a:t>|  </a:t>
            </a:r>
            <a:r>
              <a:rPr lang="ko-KR" altLang="en-US" sz="800" dirty="0"/>
              <a:t>판매자 문의하기 ▷</a:t>
            </a:r>
          </a:p>
          <a:p>
            <a:endParaRPr lang="ko-KR" altLang="en-US" sz="800" dirty="0"/>
          </a:p>
        </p:txBody>
      </p:sp>
      <p:sp>
        <p:nvSpPr>
          <p:cNvPr id="93" name="직사각형 92">
            <a:extLst>
              <a:ext uri="{FF2B5EF4-FFF2-40B4-BE49-F238E27FC236}">
                <a16:creationId xmlns:a16="http://schemas.microsoft.com/office/drawing/2014/main" id="{AEA0D8A4-5D61-497C-9F12-3A678C6111DF}"/>
              </a:ext>
            </a:extLst>
          </p:cNvPr>
          <p:cNvSpPr/>
          <p:nvPr/>
        </p:nvSpPr>
        <p:spPr>
          <a:xfrm>
            <a:off x="4659588" y="11642152"/>
            <a:ext cx="920552" cy="297955"/>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메인으로</a:t>
            </a:r>
            <a:endParaRPr lang="en-US" altLang="ko-KR" sz="800" dirty="0">
              <a:solidFill>
                <a:schemeClr val="bg1"/>
              </a:solidFill>
            </a:endParaRPr>
          </a:p>
        </p:txBody>
      </p:sp>
      <p:graphicFrame>
        <p:nvGraphicFramePr>
          <p:cNvPr id="95" name="표 94">
            <a:extLst>
              <a:ext uri="{FF2B5EF4-FFF2-40B4-BE49-F238E27FC236}">
                <a16:creationId xmlns:a16="http://schemas.microsoft.com/office/drawing/2014/main" id="{3B320BEC-EC65-4357-B942-478D15721AA5}"/>
              </a:ext>
            </a:extLst>
          </p:cNvPr>
          <p:cNvGraphicFramePr>
            <a:graphicFrameLocks noGrp="1"/>
          </p:cNvGraphicFramePr>
          <p:nvPr>
            <p:extLst>
              <p:ext uri="{D42A27DB-BD31-4B8C-83A1-F6EECF244321}">
                <p14:modId xmlns:p14="http://schemas.microsoft.com/office/powerpoint/2010/main" val="869737612"/>
              </p:ext>
            </p:extLst>
          </p:nvPr>
        </p:nvGraphicFramePr>
        <p:xfrm>
          <a:off x="10171774" y="22159"/>
          <a:ext cx="1979018" cy="3186192"/>
        </p:xfrm>
        <a:graphic>
          <a:graphicData uri="http://schemas.openxmlformats.org/drawingml/2006/table">
            <a:tbl>
              <a:tblPr firstRow="1" bandRow="1">
                <a:tableStyleId>{5940675A-B579-460E-94D1-54222C63F5DA}</a:tableStyleId>
              </a:tblPr>
              <a:tblGrid>
                <a:gridCol w="297687">
                  <a:extLst>
                    <a:ext uri="{9D8B030D-6E8A-4147-A177-3AD203B41FA5}">
                      <a16:colId xmlns:a16="http://schemas.microsoft.com/office/drawing/2014/main" val="2768186151"/>
                    </a:ext>
                  </a:extLst>
                </a:gridCol>
                <a:gridCol w="527402">
                  <a:extLst>
                    <a:ext uri="{9D8B030D-6E8A-4147-A177-3AD203B41FA5}">
                      <a16:colId xmlns:a16="http://schemas.microsoft.com/office/drawing/2014/main" val="1926572822"/>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en-US" altLang="ko-KR" sz="800" dirty="0"/>
                        <a:t>RF-01-06-02-3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주문조회</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주문 상세 페이지 </a:t>
                      </a:r>
                      <a:r>
                        <a:rPr lang="en-US" altLang="ko-KR" sz="800" dirty="0"/>
                        <a:t>&gt; </a:t>
                      </a:r>
                      <a:r>
                        <a:rPr lang="ko-KR" altLang="en-US" sz="800" dirty="0"/>
                        <a:t>교환 신청</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배송 완료 상태일 때 교환 신청을 하는 과정</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버튼 클릭 시 교환 신청 하기 화면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46746957"/>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 회수 방법 중 자동 교환을 선택할 경우 자동 교환 방법에 대한 문구가 표시된다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수동 반품을 선택할 경우 수동 반품에 필요한 주소 정보가 표시된다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557257392"/>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교환 사유가 기타일 경우 사유를 입력할 수 있는 입력 영역이 표시된다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918262721"/>
                  </a:ext>
                </a:extLst>
              </a:tr>
            </a:tbl>
          </a:graphicData>
        </a:graphic>
      </p:graphicFrame>
      <p:grpSp>
        <p:nvGrpSpPr>
          <p:cNvPr id="98" name="그룹 97">
            <a:extLst>
              <a:ext uri="{FF2B5EF4-FFF2-40B4-BE49-F238E27FC236}">
                <a16:creationId xmlns:a16="http://schemas.microsoft.com/office/drawing/2014/main" id="{56FA31BE-3F1E-412B-B09A-E666E833308C}"/>
              </a:ext>
            </a:extLst>
          </p:cNvPr>
          <p:cNvGrpSpPr/>
          <p:nvPr/>
        </p:nvGrpSpPr>
        <p:grpSpPr>
          <a:xfrm>
            <a:off x="2415384" y="7135298"/>
            <a:ext cx="689346" cy="440906"/>
            <a:chOff x="2843808" y="1955121"/>
            <a:chExt cx="1674813" cy="596970"/>
          </a:xfrm>
          <a:solidFill>
            <a:schemeClr val="bg1">
              <a:lumMod val="95000"/>
            </a:schemeClr>
          </a:solidFill>
        </p:grpSpPr>
        <p:sp>
          <p:nvSpPr>
            <p:cNvPr id="99"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0"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1"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2" name="TextBox 101">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grpSp>
        <p:nvGrpSpPr>
          <p:cNvPr id="103" name="그룹 102">
            <a:extLst>
              <a:ext uri="{FF2B5EF4-FFF2-40B4-BE49-F238E27FC236}">
                <a16:creationId xmlns:a16="http://schemas.microsoft.com/office/drawing/2014/main" id="{56FA31BE-3F1E-412B-B09A-E666E833308C}"/>
              </a:ext>
            </a:extLst>
          </p:cNvPr>
          <p:cNvGrpSpPr/>
          <p:nvPr/>
        </p:nvGrpSpPr>
        <p:grpSpPr>
          <a:xfrm>
            <a:off x="2412667" y="7717822"/>
            <a:ext cx="689346" cy="440906"/>
            <a:chOff x="2843808" y="1955121"/>
            <a:chExt cx="1674813" cy="596970"/>
          </a:xfrm>
          <a:solidFill>
            <a:schemeClr val="bg1">
              <a:lumMod val="95000"/>
            </a:schemeClr>
          </a:solidFill>
        </p:grpSpPr>
        <p:sp>
          <p:nvSpPr>
            <p:cNvPr id="104"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5"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6"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7" name="TextBox 106">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grpSp>
        <p:nvGrpSpPr>
          <p:cNvPr id="108" name="그룹 107">
            <a:extLst>
              <a:ext uri="{FF2B5EF4-FFF2-40B4-BE49-F238E27FC236}">
                <a16:creationId xmlns:a16="http://schemas.microsoft.com/office/drawing/2014/main" id="{56FA31BE-3F1E-412B-B09A-E666E833308C}"/>
              </a:ext>
            </a:extLst>
          </p:cNvPr>
          <p:cNvGrpSpPr/>
          <p:nvPr/>
        </p:nvGrpSpPr>
        <p:grpSpPr>
          <a:xfrm>
            <a:off x="2412667" y="8347035"/>
            <a:ext cx="689346" cy="440906"/>
            <a:chOff x="2843808" y="1955121"/>
            <a:chExt cx="1674813" cy="596970"/>
          </a:xfrm>
          <a:solidFill>
            <a:schemeClr val="bg1">
              <a:lumMod val="95000"/>
            </a:schemeClr>
          </a:solidFill>
        </p:grpSpPr>
        <p:sp>
          <p:nvSpPr>
            <p:cNvPr id="109"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0"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1"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2" name="TextBox 111">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grpSp>
        <p:nvGrpSpPr>
          <p:cNvPr id="113" name="그룹 112">
            <a:extLst>
              <a:ext uri="{FF2B5EF4-FFF2-40B4-BE49-F238E27FC236}">
                <a16:creationId xmlns:a16="http://schemas.microsoft.com/office/drawing/2014/main" id="{56FA31BE-3F1E-412B-B09A-E666E833308C}"/>
              </a:ext>
            </a:extLst>
          </p:cNvPr>
          <p:cNvGrpSpPr/>
          <p:nvPr/>
        </p:nvGrpSpPr>
        <p:grpSpPr>
          <a:xfrm>
            <a:off x="2419771" y="8940704"/>
            <a:ext cx="689346" cy="440906"/>
            <a:chOff x="2843808" y="1955121"/>
            <a:chExt cx="1674813" cy="596970"/>
          </a:xfrm>
          <a:solidFill>
            <a:schemeClr val="bg1">
              <a:lumMod val="95000"/>
            </a:schemeClr>
          </a:solidFill>
        </p:grpSpPr>
        <p:sp>
          <p:nvSpPr>
            <p:cNvPr id="114"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5"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6"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7" name="TextBox 116">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25" name="직사각형 124">
            <a:extLst>
              <a:ext uri="{FF2B5EF4-FFF2-40B4-BE49-F238E27FC236}">
                <a16:creationId xmlns:a16="http://schemas.microsoft.com/office/drawing/2014/main" id="{7EC4EB8A-69F3-4C54-9705-4AC5D98C128C}"/>
              </a:ext>
            </a:extLst>
          </p:cNvPr>
          <p:cNvSpPr/>
          <p:nvPr/>
        </p:nvSpPr>
        <p:spPr>
          <a:xfrm>
            <a:off x="3173395" y="7151849"/>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sp>
        <p:nvSpPr>
          <p:cNvPr id="126" name="직사각형 125">
            <a:extLst>
              <a:ext uri="{FF2B5EF4-FFF2-40B4-BE49-F238E27FC236}">
                <a16:creationId xmlns:a16="http://schemas.microsoft.com/office/drawing/2014/main" id="{7EC4EB8A-69F3-4C54-9705-4AC5D98C128C}"/>
              </a:ext>
            </a:extLst>
          </p:cNvPr>
          <p:cNvSpPr/>
          <p:nvPr/>
        </p:nvSpPr>
        <p:spPr>
          <a:xfrm>
            <a:off x="3169324" y="7737935"/>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sp>
        <p:nvSpPr>
          <p:cNvPr id="127" name="직사각형 126">
            <a:extLst>
              <a:ext uri="{FF2B5EF4-FFF2-40B4-BE49-F238E27FC236}">
                <a16:creationId xmlns:a16="http://schemas.microsoft.com/office/drawing/2014/main" id="{7EC4EB8A-69F3-4C54-9705-4AC5D98C128C}"/>
              </a:ext>
            </a:extLst>
          </p:cNvPr>
          <p:cNvSpPr/>
          <p:nvPr/>
        </p:nvSpPr>
        <p:spPr>
          <a:xfrm>
            <a:off x="3183085" y="8350064"/>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sp>
        <p:nvSpPr>
          <p:cNvPr id="128" name="직사각형 127">
            <a:extLst>
              <a:ext uri="{FF2B5EF4-FFF2-40B4-BE49-F238E27FC236}">
                <a16:creationId xmlns:a16="http://schemas.microsoft.com/office/drawing/2014/main" id="{7EC4EB8A-69F3-4C54-9705-4AC5D98C128C}"/>
              </a:ext>
            </a:extLst>
          </p:cNvPr>
          <p:cNvSpPr/>
          <p:nvPr/>
        </p:nvSpPr>
        <p:spPr>
          <a:xfrm>
            <a:off x="3169324" y="8945774"/>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sp>
        <p:nvSpPr>
          <p:cNvPr id="130" name="직사각형 129">
            <a:extLst>
              <a:ext uri="{FF2B5EF4-FFF2-40B4-BE49-F238E27FC236}">
                <a16:creationId xmlns:a16="http://schemas.microsoft.com/office/drawing/2014/main" id="{FCB3DCD2-8C49-41FE-A52B-CDE362A43498}"/>
              </a:ext>
            </a:extLst>
          </p:cNvPr>
          <p:cNvSpPr/>
          <p:nvPr/>
        </p:nvSpPr>
        <p:spPr>
          <a:xfrm>
            <a:off x="8042546" y="7238373"/>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취소신청</a:t>
            </a:r>
          </a:p>
        </p:txBody>
      </p:sp>
      <p:sp>
        <p:nvSpPr>
          <p:cNvPr id="132" name="직사각형 131">
            <a:extLst>
              <a:ext uri="{FF2B5EF4-FFF2-40B4-BE49-F238E27FC236}">
                <a16:creationId xmlns:a16="http://schemas.microsoft.com/office/drawing/2014/main" id="{FCB3DCD2-8C49-41FE-A52B-CDE362A43498}"/>
              </a:ext>
            </a:extLst>
          </p:cNvPr>
          <p:cNvSpPr/>
          <p:nvPr/>
        </p:nvSpPr>
        <p:spPr>
          <a:xfrm>
            <a:off x="8042546" y="7834674"/>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취소신청</a:t>
            </a:r>
          </a:p>
        </p:txBody>
      </p:sp>
      <p:sp>
        <p:nvSpPr>
          <p:cNvPr id="133" name="직사각형 132">
            <a:extLst>
              <a:ext uri="{FF2B5EF4-FFF2-40B4-BE49-F238E27FC236}">
                <a16:creationId xmlns:a16="http://schemas.microsoft.com/office/drawing/2014/main" id="{27084E9C-17F3-42AE-8231-8C85A80EE39F}"/>
              </a:ext>
            </a:extLst>
          </p:cNvPr>
          <p:cNvSpPr/>
          <p:nvPr/>
        </p:nvSpPr>
        <p:spPr>
          <a:xfrm>
            <a:off x="8042546" y="8456727"/>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반품신청</a:t>
            </a:r>
          </a:p>
        </p:txBody>
      </p:sp>
      <p:sp>
        <p:nvSpPr>
          <p:cNvPr id="134" name="직사각형 133">
            <a:extLst>
              <a:ext uri="{FF2B5EF4-FFF2-40B4-BE49-F238E27FC236}">
                <a16:creationId xmlns:a16="http://schemas.microsoft.com/office/drawing/2014/main" id="{154DCA1E-CE80-47D1-8F41-924E54F01F2F}"/>
              </a:ext>
            </a:extLst>
          </p:cNvPr>
          <p:cNvSpPr/>
          <p:nvPr/>
        </p:nvSpPr>
        <p:spPr>
          <a:xfrm>
            <a:off x="8049071" y="9315141"/>
            <a:ext cx="666792" cy="213852"/>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구매확정</a:t>
            </a:r>
          </a:p>
        </p:txBody>
      </p:sp>
      <p:sp>
        <p:nvSpPr>
          <p:cNvPr id="135" name="직사각형 134">
            <a:extLst>
              <a:ext uri="{FF2B5EF4-FFF2-40B4-BE49-F238E27FC236}">
                <a16:creationId xmlns:a16="http://schemas.microsoft.com/office/drawing/2014/main" id="{568DEFE7-B127-4AC7-BF82-53B4D61A428A}"/>
              </a:ext>
            </a:extLst>
          </p:cNvPr>
          <p:cNvSpPr/>
          <p:nvPr/>
        </p:nvSpPr>
        <p:spPr>
          <a:xfrm>
            <a:off x="8049071" y="8842447"/>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반품신청</a:t>
            </a:r>
          </a:p>
        </p:txBody>
      </p:sp>
      <p:sp>
        <p:nvSpPr>
          <p:cNvPr id="136" name="직사각형 135">
            <a:extLst>
              <a:ext uri="{FF2B5EF4-FFF2-40B4-BE49-F238E27FC236}">
                <a16:creationId xmlns:a16="http://schemas.microsoft.com/office/drawing/2014/main" id="{EF53F4A0-847F-40BC-AB92-6B18E9F6153B}"/>
              </a:ext>
            </a:extLst>
          </p:cNvPr>
          <p:cNvSpPr/>
          <p:nvPr/>
        </p:nvSpPr>
        <p:spPr>
          <a:xfrm>
            <a:off x="8042546" y="9072517"/>
            <a:ext cx="666792" cy="213852"/>
          </a:xfrm>
          <a:prstGeom prst="rect">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교환신청</a:t>
            </a:r>
          </a:p>
        </p:txBody>
      </p:sp>
      <p:sp>
        <p:nvSpPr>
          <p:cNvPr id="118" name="타원 117">
            <a:extLst>
              <a:ext uri="{FF2B5EF4-FFF2-40B4-BE49-F238E27FC236}">
                <a16:creationId xmlns:a16="http://schemas.microsoft.com/office/drawing/2014/main" id="{0088EF82-A1B4-4F30-BE30-B157EFC2D6C8}"/>
              </a:ext>
            </a:extLst>
          </p:cNvPr>
          <p:cNvSpPr/>
          <p:nvPr/>
        </p:nvSpPr>
        <p:spPr>
          <a:xfrm>
            <a:off x="7866362" y="8955559"/>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9" name="그룹 118">
            <a:extLst>
              <a:ext uri="{FF2B5EF4-FFF2-40B4-BE49-F238E27FC236}">
                <a16:creationId xmlns:a16="http://schemas.microsoft.com/office/drawing/2014/main" id="{887E7612-08BF-481B-8604-4256EDF648FA}"/>
              </a:ext>
            </a:extLst>
          </p:cNvPr>
          <p:cNvGrpSpPr/>
          <p:nvPr/>
        </p:nvGrpSpPr>
        <p:grpSpPr>
          <a:xfrm>
            <a:off x="4887597" y="2487306"/>
            <a:ext cx="3935785" cy="4360092"/>
            <a:chOff x="-3314154" y="1030623"/>
            <a:chExt cx="3935785" cy="4360092"/>
          </a:xfrm>
        </p:grpSpPr>
        <p:sp>
          <p:nvSpPr>
            <p:cNvPr id="120" name="직사각형 119">
              <a:extLst>
                <a:ext uri="{FF2B5EF4-FFF2-40B4-BE49-F238E27FC236}">
                  <a16:creationId xmlns:a16="http://schemas.microsoft.com/office/drawing/2014/main" id="{342644C2-D409-42E9-BEB3-480D83A14309}"/>
                </a:ext>
              </a:extLst>
            </p:cNvPr>
            <p:cNvSpPr/>
            <p:nvPr/>
          </p:nvSpPr>
          <p:spPr>
            <a:xfrm>
              <a:off x="-3314154" y="1030623"/>
              <a:ext cx="3935785" cy="436009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121" name="TextBox 120">
              <a:extLst>
                <a:ext uri="{FF2B5EF4-FFF2-40B4-BE49-F238E27FC236}">
                  <a16:creationId xmlns:a16="http://schemas.microsoft.com/office/drawing/2014/main" id="{2D4F8A29-DC52-4C50-AC5E-459501974738}"/>
                </a:ext>
              </a:extLst>
            </p:cNvPr>
            <p:cNvSpPr txBox="1"/>
            <p:nvPr/>
          </p:nvSpPr>
          <p:spPr>
            <a:xfrm>
              <a:off x="-3211136" y="1183189"/>
              <a:ext cx="103265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교환신청하기</a:t>
              </a:r>
              <a:endParaRPr lang="ko-KR" altLang="en-US" sz="900" dirty="0"/>
            </a:p>
          </p:txBody>
        </p:sp>
        <p:sp>
          <p:nvSpPr>
            <p:cNvPr id="122" name="직사각형 121">
              <a:extLst>
                <a:ext uri="{FF2B5EF4-FFF2-40B4-BE49-F238E27FC236}">
                  <a16:creationId xmlns:a16="http://schemas.microsoft.com/office/drawing/2014/main" id="{741780FE-B044-4716-A362-A315F8588E5F}"/>
                </a:ext>
              </a:extLst>
            </p:cNvPr>
            <p:cNvSpPr/>
            <p:nvPr/>
          </p:nvSpPr>
          <p:spPr>
            <a:xfrm>
              <a:off x="-2227923" y="4868152"/>
              <a:ext cx="891615" cy="213360"/>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교환신청</a:t>
              </a:r>
              <a:endParaRPr lang="en-US" altLang="ko-KR" sz="800" dirty="0">
                <a:solidFill>
                  <a:schemeClr val="bg1"/>
                </a:solidFill>
              </a:endParaRPr>
            </a:p>
          </p:txBody>
        </p:sp>
        <p:grpSp>
          <p:nvGrpSpPr>
            <p:cNvPr id="123" name="Image">
              <a:extLst>
                <a:ext uri="{FF2B5EF4-FFF2-40B4-BE49-F238E27FC236}">
                  <a16:creationId xmlns:a16="http://schemas.microsoft.com/office/drawing/2014/main" id="{EB7CFED1-211A-4525-8E47-A7A0EFBBFC69}"/>
                </a:ext>
              </a:extLst>
            </p:cNvPr>
            <p:cNvGrpSpPr>
              <a:grpSpLocks/>
            </p:cNvGrpSpPr>
            <p:nvPr/>
          </p:nvGrpSpPr>
          <p:grpSpPr bwMode="auto">
            <a:xfrm>
              <a:off x="309326" y="1150690"/>
              <a:ext cx="204716" cy="209797"/>
              <a:chOff x="508000" y="1397000"/>
              <a:chExt cx="1008112" cy="1008112"/>
            </a:xfrm>
          </p:grpSpPr>
          <p:sp>
            <p:nvSpPr>
              <p:cNvPr id="147" name="Border">
                <a:extLst>
                  <a:ext uri="{FF2B5EF4-FFF2-40B4-BE49-F238E27FC236}">
                    <a16:creationId xmlns:a16="http://schemas.microsoft.com/office/drawing/2014/main" id="{E32DA9C8-3501-4B5F-8FEA-8A11D86206E0}"/>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8" name="Line 2">
                <a:extLst>
                  <a:ext uri="{FF2B5EF4-FFF2-40B4-BE49-F238E27FC236}">
                    <a16:creationId xmlns:a16="http://schemas.microsoft.com/office/drawing/2014/main" id="{B7E6219F-D1C5-491C-A08D-D2D638C771E5}"/>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9" name="Line 1">
                <a:extLst>
                  <a:ext uri="{FF2B5EF4-FFF2-40B4-BE49-F238E27FC236}">
                    <a16:creationId xmlns:a16="http://schemas.microsoft.com/office/drawing/2014/main" id="{5A1D47DB-2EB3-4AEE-B493-75479E21FF7C}"/>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24" name="직사각형 123">
              <a:extLst>
                <a:ext uri="{FF2B5EF4-FFF2-40B4-BE49-F238E27FC236}">
                  <a16:creationId xmlns:a16="http://schemas.microsoft.com/office/drawing/2014/main" id="{A4BA3EA5-4F60-4143-B8D7-B3AB4351C0EF}"/>
                </a:ext>
              </a:extLst>
            </p:cNvPr>
            <p:cNvSpPr/>
            <p:nvPr/>
          </p:nvSpPr>
          <p:spPr>
            <a:xfrm>
              <a:off x="-1229499" y="4868152"/>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129" name="TextBox 128">
              <a:extLst>
                <a:ext uri="{FF2B5EF4-FFF2-40B4-BE49-F238E27FC236}">
                  <a16:creationId xmlns:a16="http://schemas.microsoft.com/office/drawing/2014/main" id="{B3E85073-E93B-4D5D-B500-9294825DD061}"/>
                </a:ext>
              </a:extLst>
            </p:cNvPr>
            <p:cNvSpPr txBox="1"/>
            <p:nvPr/>
          </p:nvSpPr>
          <p:spPr>
            <a:xfrm>
              <a:off x="-3074177" y="1555323"/>
              <a:ext cx="646331" cy="230832"/>
            </a:xfrm>
            <a:prstGeom prst="rect">
              <a:avLst/>
            </a:prstGeom>
            <a:noFill/>
          </p:spPr>
          <p:txBody>
            <a:bodyPr wrap="none" rtlCol="0">
              <a:spAutoFit/>
            </a:bodyPr>
            <a:lstStyle/>
            <a:p>
              <a:r>
                <a:rPr lang="ko-KR" altLang="en-US" sz="900" dirty="0"/>
                <a:t>주문상품</a:t>
              </a:r>
            </a:p>
          </p:txBody>
        </p:sp>
        <p:grpSp>
          <p:nvGrpSpPr>
            <p:cNvPr id="131" name="그룹 130">
              <a:extLst>
                <a:ext uri="{FF2B5EF4-FFF2-40B4-BE49-F238E27FC236}">
                  <a16:creationId xmlns:a16="http://schemas.microsoft.com/office/drawing/2014/main" id="{A1AC11D7-77E9-44BA-9E50-479C0BD2A0DE}"/>
                </a:ext>
              </a:extLst>
            </p:cNvPr>
            <p:cNvGrpSpPr/>
            <p:nvPr/>
          </p:nvGrpSpPr>
          <p:grpSpPr>
            <a:xfrm>
              <a:off x="-3036963" y="1881678"/>
              <a:ext cx="689346" cy="440906"/>
              <a:chOff x="2843808" y="1955121"/>
              <a:chExt cx="1674813" cy="596970"/>
            </a:xfrm>
            <a:solidFill>
              <a:schemeClr val="bg1">
                <a:lumMod val="95000"/>
              </a:schemeClr>
            </a:solidFill>
          </p:grpSpPr>
          <p:sp>
            <p:nvSpPr>
              <p:cNvPr id="143" name="Border">
                <a:extLst>
                  <a:ext uri="{FF2B5EF4-FFF2-40B4-BE49-F238E27FC236}">
                    <a16:creationId xmlns:a16="http://schemas.microsoft.com/office/drawing/2014/main" id="{0FCDC8B6-578D-4C46-AA2E-D64B3C33085A}"/>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4" name="Line 2">
                <a:extLst>
                  <a:ext uri="{FF2B5EF4-FFF2-40B4-BE49-F238E27FC236}">
                    <a16:creationId xmlns:a16="http://schemas.microsoft.com/office/drawing/2014/main" id="{C08C2CF2-949B-42E8-83B2-CA9AFC5AA758}"/>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5" name="Line 1">
                <a:extLst>
                  <a:ext uri="{FF2B5EF4-FFF2-40B4-BE49-F238E27FC236}">
                    <a16:creationId xmlns:a16="http://schemas.microsoft.com/office/drawing/2014/main" id="{EB8BB97A-C400-4741-994E-C2B591578D6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6" name="TextBox 145">
                <a:extLst>
                  <a:ext uri="{FF2B5EF4-FFF2-40B4-BE49-F238E27FC236}">
                    <a16:creationId xmlns:a16="http://schemas.microsoft.com/office/drawing/2014/main" id="{37CADA31-6554-491C-9BBD-D9F4CD1F4CF6}"/>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37" name="직사각형 136">
              <a:extLst>
                <a:ext uri="{FF2B5EF4-FFF2-40B4-BE49-F238E27FC236}">
                  <a16:creationId xmlns:a16="http://schemas.microsoft.com/office/drawing/2014/main" id="{69343730-970D-4DB9-A435-BED97135273B}"/>
                </a:ext>
              </a:extLst>
            </p:cNvPr>
            <p:cNvSpPr/>
            <p:nvPr/>
          </p:nvSpPr>
          <p:spPr>
            <a:xfrm>
              <a:off x="-2326534" y="1881678"/>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38" name="TextBox 137">
              <a:extLst>
                <a:ext uri="{FF2B5EF4-FFF2-40B4-BE49-F238E27FC236}">
                  <a16:creationId xmlns:a16="http://schemas.microsoft.com/office/drawing/2014/main" id="{3884EC74-4CB4-48CA-AC96-79A4EE2DC2CF}"/>
                </a:ext>
              </a:extLst>
            </p:cNvPr>
            <p:cNvSpPr txBox="1"/>
            <p:nvPr/>
          </p:nvSpPr>
          <p:spPr>
            <a:xfrm>
              <a:off x="-3074177" y="2517827"/>
              <a:ext cx="646331" cy="230832"/>
            </a:xfrm>
            <a:prstGeom prst="rect">
              <a:avLst/>
            </a:prstGeom>
            <a:noFill/>
          </p:spPr>
          <p:txBody>
            <a:bodyPr wrap="none" rtlCol="0">
              <a:spAutoFit/>
            </a:bodyPr>
            <a:lstStyle/>
            <a:p>
              <a:r>
                <a:rPr lang="ko-KR" altLang="en-US" sz="900" dirty="0"/>
                <a:t>교환사유</a:t>
              </a:r>
            </a:p>
          </p:txBody>
        </p:sp>
        <p:sp>
          <p:nvSpPr>
            <p:cNvPr id="139" name="직사각형 138">
              <a:extLst>
                <a:ext uri="{FF2B5EF4-FFF2-40B4-BE49-F238E27FC236}">
                  <a16:creationId xmlns:a16="http://schemas.microsoft.com/office/drawing/2014/main" id="{8FB192FA-6051-4EC5-8B42-9C38412032FA}"/>
                </a:ext>
              </a:extLst>
            </p:cNvPr>
            <p:cNvSpPr/>
            <p:nvPr/>
          </p:nvSpPr>
          <p:spPr>
            <a:xfrm>
              <a:off x="-3038013" y="2801053"/>
              <a:ext cx="3471371" cy="250173"/>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다른 상품이 배송되었습니다                                                 ▼</a:t>
              </a:r>
              <a:endParaRPr lang="en-US" altLang="ko-KR" sz="800" dirty="0">
                <a:solidFill>
                  <a:schemeClr val="tx1"/>
                </a:solidFill>
              </a:endParaRPr>
            </a:p>
          </p:txBody>
        </p:sp>
        <p:sp>
          <p:nvSpPr>
            <p:cNvPr id="140" name="TextBox 139">
              <a:extLst>
                <a:ext uri="{FF2B5EF4-FFF2-40B4-BE49-F238E27FC236}">
                  <a16:creationId xmlns:a16="http://schemas.microsoft.com/office/drawing/2014/main" id="{B56B381F-E66C-4241-A8CB-318C6599C4EA}"/>
                </a:ext>
              </a:extLst>
            </p:cNvPr>
            <p:cNvSpPr txBox="1"/>
            <p:nvPr/>
          </p:nvSpPr>
          <p:spPr>
            <a:xfrm>
              <a:off x="-3075020" y="3343189"/>
              <a:ext cx="877163" cy="230832"/>
            </a:xfrm>
            <a:prstGeom prst="rect">
              <a:avLst/>
            </a:prstGeom>
            <a:noFill/>
          </p:spPr>
          <p:txBody>
            <a:bodyPr wrap="none" rtlCol="0">
              <a:spAutoFit/>
            </a:bodyPr>
            <a:lstStyle/>
            <a:p>
              <a:r>
                <a:rPr lang="ko-KR" altLang="en-US" sz="900" dirty="0"/>
                <a:t>상품회수방법</a:t>
              </a:r>
            </a:p>
          </p:txBody>
        </p:sp>
        <p:sp>
          <p:nvSpPr>
            <p:cNvPr id="141" name="TextBox 140">
              <a:extLst>
                <a:ext uri="{FF2B5EF4-FFF2-40B4-BE49-F238E27FC236}">
                  <a16:creationId xmlns:a16="http://schemas.microsoft.com/office/drawing/2014/main" id="{C5792DAC-BD32-48FA-9D27-868E7720E1DC}"/>
                </a:ext>
              </a:extLst>
            </p:cNvPr>
            <p:cNvSpPr txBox="1"/>
            <p:nvPr/>
          </p:nvSpPr>
          <p:spPr>
            <a:xfrm>
              <a:off x="-3077675" y="3645435"/>
              <a:ext cx="1699504" cy="230832"/>
            </a:xfrm>
            <a:prstGeom prst="rect">
              <a:avLst/>
            </a:prstGeom>
            <a:noFill/>
          </p:spPr>
          <p:txBody>
            <a:bodyPr wrap="none" rtlCol="0">
              <a:spAutoFit/>
            </a:bodyPr>
            <a:lstStyle/>
            <a:p>
              <a:r>
                <a:rPr lang="ko-KR" altLang="en-US" sz="900" dirty="0"/>
                <a:t>● </a:t>
              </a:r>
              <a:r>
                <a:rPr lang="ko-KR" altLang="en-US" sz="900" dirty="0" err="1"/>
                <a:t>자동회수</a:t>
              </a:r>
              <a:r>
                <a:rPr lang="ko-KR" altLang="en-US" sz="900" dirty="0"/>
                <a:t>       ○ </a:t>
              </a:r>
              <a:r>
                <a:rPr lang="ko-KR" altLang="en-US" sz="900" dirty="0" err="1"/>
                <a:t>수동회수</a:t>
              </a:r>
              <a:endParaRPr lang="ko-KR" altLang="en-US" sz="900" dirty="0"/>
            </a:p>
          </p:txBody>
        </p:sp>
        <p:sp>
          <p:nvSpPr>
            <p:cNvPr id="142" name="직사각형 141">
              <a:extLst>
                <a:ext uri="{FF2B5EF4-FFF2-40B4-BE49-F238E27FC236}">
                  <a16:creationId xmlns:a16="http://schemas.microsoft.com/office/drawing/2014/main" id="{CB7BB57E-69E6-47E8-A606-A47EA61C8EE2}"/>
                </a:ext>
              </a:extLst>
            </p:cNvPr>
            <p:cNvSpPr/>
            <p:nvPr/>
          </p:nvSpPr>
          <p:spPr>
            <a:xfrm>
              <a:off x="-3038014" y="3962058"/>
              <a:ext cx="3471371" cy="684281"/>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a:solidFill>
                    <a:schemeClr val="tx1"/>
                  </a:solidFill>
                </a:rPr>
                <a:t>※ </a:t>
              </a:r>
              <a:r>
                <a:rPr lang="ko-KR" altLang="en-US" sz="800" dirty="0">
                  <a:solidFill>
                    <a:schemeClr val="tx1"/>
                  </a:solidFill>
                </a:rPr>
                <a:t>교환이라고 표기해서 문 앞에 두시면 </a:t>
              </a:r>
              <a:r>
                <a:rPr lang="en-US" altLang="ko-KR" sz="800" dirty="0">
                  <a:solidFill>
                    <a:schemeClr val="tx1"/>
                  </a:solidFill>
                </a:rPr>
                <a:t>“</a:t>
              </a:r>
              <a:r>
                <a:rPr lang="ko-KR" altLang="en-US" sz="800" dirty="0">
                  <a:solidFill>
                    <a:schemeClr val="tx1"/>
                  </a:solidFill>
                </a:rPr>
                <a:t>한진택배</a:t>
              </a:r>
              <a:r>
                <a:rPr lang="en-US" altLang="ko-KR" sz="800" dirty="0">
                  <a:solidFill>
                    <a:schemeClr val="tx1"/>
                  </a:solidFill>
                </a:rPr>
                <a:t>”</a:t>
              </a:r>
              <a:r>
                <a:rPr lang="ko-KR" altLang="en-US" sz="800" dirty="0">
                  <a:solidFill>
                    <a:schemeClr val="tx1"/>
                  </a:solidFill>
                </a:rPr>
                <a:t>에서 회수합니다</a:t>
              </a:r>
              <a:r>
                <a:rPr lang="en-US" altLang="ko-KR" sz="800" dirty="0">
                  <a:solidFill>
                    <a:schemeClr val="tx1"/>
                  </a:solidFill>
                </a:rPr>
                <a:t>.</a:t>
              </a:r>
              <a:r>
                <a:rPr lang="ko-KR" altLang="en-US" sz="800" dirty="0">
                  <a:solidFill>
                    <a:schemeClr val="tx1"/>
                  </a:solidFill>
                </a:rPr>
                <a:t> </a:t>
              </a:r>
              <a:endParaRPr lang="en-US" altLang="ko-KR" sz="800" dirty="0">
                <a:solidFill>
                  <a:schemeClr val="tx1"/>
                </a:solidFill>
              </a:endParaRPr>
            </a:p>
            <a:p>
              <a:pPr>
                <a:lnSpc>
                  <a:spcPct val="150000"/>
                </a:lnSpc>
              </a:pPr>
              <a:r>
                <a:rPr lang="ko-KR" altLang="en-US" sz="800" dirty="0">
                  <a:solidFill>
                    <a:schemeClr val="tx1"/>
                  </a:solidFill>
                </a:rPr>
                <a:t>   물품에 문제가 없을 경우 택배비가 발생합니다</a:t>
              </a:r>
              <a:r>
                <a:rPr lang="en-US" altLang="ko-KR" sz="800" dirty="0">
                  <a:solidFill>
                    <a:schemeClr val="tx1"/>
                  </a:solidFill>
                </a:rPr>
                <a:t>.</a:t>
              </a:r>
            </a:p>
          </p:txBody>
        </p:sp>
      </p:grpSp>
      <p:grpSp>
        <p:nvGrpSpPr>
          <p:cNvPr id="150" name="그룹 149">
            <a:extLst>
              <a:ext uri="{FF2B5EF4-FFF2-40B4-BE49-F238E27FC236}">
                <a16:creationId xmlns:a16="http://schemas.microsoft.com/office/drawing/2014/main" id="{7C87A503-0541-441D-9A2A-A3A8B5E8BEE5}"/>
              </a:ext>
            </a:extLst>
          </p:cNvPr>
          <p:cNvGrpSpPr/>
          <p:nvPr/>
        </p:nvGrpSpPr>
        <p:grpSpPr>
          <a:xfrm>
            <a:off x="431897" y="2481897"/>
            <a:ext cx="3935785" cy="4360092"/>
            <a:chOff x="-3314154" y="1030623"/>
            <a:chExt cx="3935785" cy="4360092"/>
          </a:xfrm>
        </p:grpSpPr>
        <p:sp>
          <p:nvSpPr>
            <p:cNvPr id="151" name="직사각형 150">
              <a:extLst>
                <a:ext uri="{FF2B5EF4-FFF2-40B4-BE49-F238E27FC236}">
                  <a16:creationId xmlns:a16="http://schemas.microsoft.com/office/drawing/2014/main" id="{8F4E4935-3F9B-49A2-9FF9-83D7F21B1A7A}"/>
                </a:ext>
              </a:extLst>
            </p:cNvPr>
            <p:cNvSpPr/>
            <p:nvPr/>
          </p:nvSpPr>
          <p:spPr>
            <a:xfrm>
              <a:off x="-3314154" y="1030623"/>
              <a:ext cx="3935785" cy="436009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152" name="TextBox 151">
              <a:extLst>
                <a:ext uri="{FF2B5EF4-FFF2-40B4-BE49-F238E27FC236}">
                  <a16:creationId xmlns:a16="http://schemas.microsoft.com/office/drawing/2014/main" id="{1AE83F9A-A804-4AD4-8BF9-47B4E4970C73}"/>
                </a:ext>
              </a:extLst>
            </p:cNvPr>
            <p:cNvSpPr txBox="1"/>
            <p:nvPr/>
          </p:nvSpPr>
          <p:spPr>
            <a:xfrm>
              <a:off x="-3211136" y="1183189"/>
              <a:ext cx="103265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교환신청하기</a:t>
              </a:r>
              <a:endParaRPr lang="ko-KR" altLang="en-US" sz="900" dirty="0"/>
            </a:p>
          </p:txBody>
        </p:sp>
        <p:sp>
          <p:nvSpPr>
            <p:cNvPr id="153" name="직사각형 152">
              <a:extLst>
                <a:ext uri="{FF2B5EF4-FFF2-40B4-BE49-F238E27FC236}">
                  <a16:creationId xmlns:a16="http://schemas.microsoft.com/office/drawing/2014/main" id="{E8992FC0-0143-426F-B79D-8772881FA1CE}"/>
                </a:ext>
              </a:extLst>
            </p:cNvPr>
            <p:cNvSpPr/>
            <p:nvPr/>
          </p:nvSpPr>
          <p:spPr>
            <a:xfrm>
              <a:off x="-2227923" y="4868152"/>
              <a:ext cx="891615" cy="213360"/>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교환신청</a:t>
              </a:r>
              <a:endParaRPr lang="en-US" altLang="ko-KR" sz="800" dirty="0">
                <a:solidFill>
                  <a:schemeClr val="bg1"/>
                </a:solidFill>
              </a:endParaRPr>
            </a:p>
          </p:txBody>
        </p:sp>
        <p:grpSp>
          <p:nvGrpSpPr>
            <p:cNvPr id="154" name="Image">
              <a:extLst>
                <a:ext uri="{FF2B5EF4-FFF2-40B4-BE49-F238E27FC236}">
                  <a16:creationId xmlns:a16="http://schemas.microsoft.com/office/drawing/2014/main" id="{59F26161-F1A4-4FB4-84D6-C94EB451A5F1}"/>
                </a:ext>
              </a:extLst>
            </p:cNvPr>
            <p:cNvGrpSpPr>
              <a:grpSpLocks/>
            </p:cNvGrpSpPr>
            <p:nvPr/>
          </p:nvGrpSpPr>
          <p:grpSpPr bwMode="auto">
            <a:xfrm>
              <a:off x="309326" y="1150690"/>
              <a:ext cx="204716" cy="209797"/>
              <a:chOff x="508000" y="1397000"/>
              <a:chExt cx="1008112" cy="1008112"/>
            </a:xfrm>
          </p:grpSpPr>
          <p:sp>
            <p:nvSpPr>
              <p:cNvPr id="168" name="Border">
                <a:extLst>
                  <a:ext uri="{FF2B5EF4-FFF2-40B4-BE49-F238E27FC236}">
                    <a16:creationId xmlns:a16="http://schemas.microsoft.com/office/drawing/2014/main" id="{59222FE1-791F-450F-A3FA-9C43F942716D}"/>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9" name="Line 2">
                <a:extLst>
                  <a:ext uri="{FF2B5EF4-FFF2-40B4-BE49-F238E27FC236}">
                    <a16:creationId xmlns:a16="http://schemas.microsoft.com/office/drawing/2014/main" id="{A07955BF-1A18-4D9F-B857-9C2898658ED7}"/>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0" name="Line 1">
                <a:extLst>
                  <a:ext uri="{FF2B5EF4-FFF2-40B4-BE49-F238E27FC236}">
                    <a16:creationId xmlns:a16="http://schemas.microsoft.com/office/drawing/2014/main" id="{ECFB9282-86B3-44BF-836F-3D85BBEC4CD5}"/>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55" name="직사각형 154">
              <a:extLst>
                <a:ext uri="{FF2B5EF4-FFF2-40B4-BE49-F238E27FC236}">
                  <a16:creationId xmlns:a16="http://schemas.microsoft.com/office/drawing/2014/main" id="{AB8B323E-5724-4141-B52E-41FA12FD7A18}"/>
                </a:ext>
              </a:extLst>
            </p:cNvPr>
            <p:cNvSpPr/>
            <p:nvPr/>
          </p:nvSpPr>
          <p:spPr>
            <a:xfrm>
              <a:off x="-1229499" y="4868152"/>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156" name="TextBox 155">
              <a:extLst>
                <a:ext uri="{FF2B5EF4-FFF2-40B4-BE49-F238E27FC236}">
                  <a16:creationId xmlns:a16="http://schemas.microsoft.com/office/drawing/2014/main" id="{F942CFDB-87AD-4682-B0FF-DD17000C9BCE}"/>
                </a:ext>
              </a:extLst>
            </p:cNvPr>
            <p:cNvSpPr txBox="1"/>
            <p:nvPr/>
          </p:nvSpPr>
          <p:spPr>
            <a:xfrm>
              <a:off x="-3074177" y="1555323"/>
              <a:ext cx="646331" cy="230832"/>
            </a:xfrm>
            <a:prstGeom prst="rect">
              <a:avLst/>
            </a:prstGeom>
            <a:noFill/>
          </p:spPr>
          <p:txBody>
            <a:bodyPr wrap="none" rtlCol="0">
              <a:spAutoFit/>
            </a:bodyPr>
            <a:lstStyle/>
            <a:p>
              <a:r>
                <a:rPr lang="ko-KR" altLang="en-US" sz="900" dirty="0"/>
                <a:t>주문상품</a:t>
              </a:r>
            </a:p>
          </p:txBody>
        </p:sp>
        <p:grpSp>
          <p:nvGrpSpPr>
            <p:cNvPr id="157" name="그룹 156">
              <a:extLst>
                <a:ext uri="{FF2B5EF4-FFF2-40B4-BE49-F238E27FC236}">
                  <a16:creationId xmlns:a16="http://schemas.microsoft.com/office/drawing/2014/main" id="{872A2784-DD6E-40A7-94C2-8EEA627F74B7}"/>
                </a:ext>
              </a:extLst>
            </p:cNvPr>
            <p:cNvGrpSpPr/>
            <p:nvPr/>
          </p:nvGrpSpPr>
          <p:grpSpPr>
            <a:xfrm>
              <a:off x="-3036963" y="1881678"/>
              <a:ext cx="689346" cy="440906"/>
              <a:chOff x="2843808" y="1955121"/>
              <a:chExt cx="1674813" cy="596970"/>
            </a:xfrm>
            <a:solidFill>
              <a:schemeClr val="bg1">
                <a:lumMod val="95000"/>
              </a:schemeClr>
            </a:solidFill>
          </p:grpSpPr>
          <p:sp>
            <p:nvSpPr>
              <p:cNvPr id="164" name="Border">
                <a:extLst>
                  <a:ext uri="{FF2B5EF4-FFF2-40B4-BE49-F238E27FC236}">
                    <a16:creationId xmlns:a16="http://schemas.microsoft.com/office/drawing/2014/main" id="{8EA994C5-E90A-413C-BB58-BA893A734600}"/>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5" name="Line 2">
                <a:extLst>
                  <a:ext uri="{FF2B5EF4-FFF2-40B4-BE49-F238E27FC236}">
                    <a16:creationId xmlns:a16="http://schemas.microsoft.com/office/drawing/2014/main" id="{345CDD63-AC25-4B98-921C-4C67CCBC60A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6" name="Line 1">
                <a:extLst>
                  <a:ext uri="{FF2B5EF4-FFF2-40B4-BE49-F238E27FC236}">
                    <a16:creationId xmlns:a16="http://schemas.microsoft.com/office/drawing/2014/main" id="{58A15312-843A-4D7F-8046-0827399534DD}"/>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7" name="TextBox 166">
                <a:extLst>
                  <a:ext uri="{FF2B5EF4-FFF2-40B4-BE49-F238E27FC236}">
                    <a16:creationId xmlns:a16="http://schemas.microsoft.com/office/drawing/2014/main" id="{6D99D08E-5FD3-432C-B9AC-0B6D5AB9F9B9}"/>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58" name="직사각형 157">
              <a:extLst>
                <a:ext uri="{FF2B5EF4-FFF2-40B4-BE49-F238E27FC236}">
                  <a16:creationId xmlns:a16="http://schemas.microsoft.com/office/drawing/2014/main" id="{14CBFC62-1B6E-46E0-B869-C4A2C0251C8E}"/>
                </a:ext>
              </a:extLst>
            </p:cNvPr>
            <p:cNvSpPr/>
            <p:nvPr/>
          </p:nvSpPr>
          <p:spPr>
            <a:xfrm>
              <a:off x="-2326534" y="1881678"/>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59" name="TextBox 158">
              <a:extLst>
                <a:ext uri="{FF2B5EF4-FFF2-40B4-BE49-F238E27FC236}">
                  <a16:creationId xmlns:a16="http://schemas.microsoft.com/office/drawing/2014/main" id="{18F28F5F-2247-48F5-A999-25ECDCC22384}"/>
                </a:ext>
              </a:extLst>
            </p:cNvPr>
            <p:cNvSpPr txBox="1"/>
            <p:nvPr/>
          </p:nvSpPr>
          <p:spPr>
            <a:xfrm>
              <a:off x="-3074177" y="2517827"/>
              <a:ext cx="646331" cy="230832"/>
            </a:xfrm>
            <a:prstGeom prst="rect">
              <a:avLst/>
            </a:prstGeom>
            <a:noFill/>
          </p:spPr>
          <p:txBody>
            <a:bodyPr wrap="none" rtlCol="0">
              <a:spAutoFit/>
            </a:bodyPr>
            <a:lstStyle/>
            <a:p>
              <a:r>
                <a:rPr lang="ko-KR" altLang="en-US" sz="900" dirty="0"/>
                <a:t>교환사유</a:t>
              </a:r>
            </a:p>
          </p:txBody>
        </p:sp>
        <p:sp>
          <p:nvSpPr>
            <p:cNvPr id="160" name="직사각형 159">
              <a:extLst>
                <a:ext uri="{FF2B5EF4-FFF2-40B4-BE49-F238E27FC236}">
                  <a16:creationId xmlns:a16="http://schemas.microsoft.com/office/drawing/2014/main" id="{70189901-8D87-45C7-86AE-1DBE786783AD}"/>
                </a:ext>
              </a:extLst>
            </p:cNvPr>
            <p:cNvSpPr/>
            <p:nvPr/>
          </p:nvSpPr>
          <p:spPr>
            <a:xfrm>
              <a:off x="-3038013" y="2801053"/>
              <a:ext cx="3471371" cy="250173"/>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다른 상품이 배송되었습니다                                                ▼</a:t>
              </a:r>
              <a:endParaRPr lang="en-US" altLang="ko-KR" sz="800" dirty="0">
                <a:solidFill>
                  <a:schemeClr val="tx1"/>
                </a:solidFill>
              </a:endParaRPr>
            </a:p>
          </p:txBody>
        </p:sp>
        <p:sp>
          <p:nvSpPr>
            <p:cNvPr id="161" name="TextBox 160">
              <a:extLst>
                <a:ext uri="{FF2B5EF4-FFF2-40B4-BE49-F238E27FC236}">
                  <a16:creationId xmlns:a16="http://schemas.microsoft.com/office/drawing/2014/main" id="{709BDB94-D3E7-45AC-B705-C37E3C9BF34F}"/>
                </a:ext>
              </a:extLst>
            </p:cNvPr>
            <p:cNvSpPr txBox="1"/>
            <p:nvPr/>
          </p:nvSpPr>
          <p:spPr>
            <a:xfrm>
              <a:off x="-3075020" y="3343189"/>
              <a:ext cx="877163" cy="230832"/>
            </a:xfrm>
            <a:prstGeom prst="rect">
              <a:avLst/>
            </a:prstGeom>
            <a:noFill/>
          </p:spPr>
          <p:txBody>
            <a:bodyPr wrap="none" rtlCol="0">
              <a:spAutoFit/>
            </a:bodyPr>
            <a:lstStyle/>
            <a:p>
              <a:r>
                <a:rPr lang="ko-KR" altLang="en-US" sz="900" dirty="0"/>
                <a:t>상품회수방법</a:t>
              </a:r>
            </a:p>
          </p:txBody>
        </p:sp>
        <p:sp>
          <p:nvSpPr>
            <p:cNvPr id="162" name="TextBox 161">
              <a:extLst>
                <a:ext uri="{FF2B5EF4-FFF2-40B4-BE49-F238E27FC236}">
                  <a16:creationId xmlns:a16="http://schemas.microsoft.com/office/drawing/2014/main" id="{0E58A722-554A-4BAF-AB83-EECF6D60D0FA}"/>
                </a:ext>
              </a:extLst>
            </p:cNvPr>
            <p:cNvSpPr txBox="1"/>
            <p:nvPr/>
          </p:nvSpPr>
          <p:spPr>
            <a:xfrm>
              <a:off x="-3077675" y="3645435"/>
              <a:ext cx="1699504" cy="230832"/>
            </a:xfrm>
            <a:prstGeom prst="rect">
              <a:avLst/>
            </a:prstGeom>
            <a:noFill/>
          </p:spPr>
          <p:txBody>
            <a:bodyPr wrap="none" rtlCol="0">
              <a:spAutoFit/>
            </a:bodyPr>
            <a:lstStyle/>
            <a:p>
              <a:r>
                <a:rPr lang="ko-KR" altLang="en-US" sz="900" dirty="0"/>
                <a:t>○ </a:t>
              </a:r>
              <a:r>
                <a:rPr lang="ko-KR" altLang="en-US" sz="900" dirty="0" err="1"/>
                <a:t>자동회수</a:t>
              </a:r>
              <a:r>
                <a:rPr lang="ko-KR" altLang="en-US" sz="900" dirty="0"/>
                <a:t>       ● </a:t>
              </a:r>
              <a:r>
                <a:rPr lang="ko-KR" altLang="en-US" sz="900" dirty="0" err="1"/>
                <a:t>수동회수</a:t>
              </a:r>
              <a:endParaRPr lang="ko-KR" altLang="en-US" sz="900" dirty="0"/>
            </a:p>
          </p:txBody>
        </p:sp>
        <p:sp>
          <p:nvSpPr>
            <p:cNvPr id="163" name="직사각형 162">
              <a:extLst>
                <a:ext uri="{FF2B5EF4-FFF2-40B4-BE49-F238E27FC236}">
                  <a16:creationId xmlns:a16="http://schemas.microsoft.com/office/drawing/2014/main" id="{F68D51C7-958D-4F7B-A5D1-A0165439F8E4}"/>
                </a:ext>
              </a:extLst>
            </p:cNvPr>
            <p:cNvSpPr/>
            <p:nvPr/>
          </p:nvSpPr>
          <p:spPr>
            <a:xfrm>
              <a:off x="-3038014" y="3967467"/>
              <a:ext cx="3471371" cy="710360"/>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a:solidFill>
                    <a:schemeClr val="tx1"/>
                  </a:solidFill>
                </a:rPr>
                <a:t>   </a:t>
              </a:r>
              <a:r>
                <a:rPr lang="ko-KR" altLang="en-US" sz="800" dirty="0">
                  <a:solidFill>
                    <a:schemeClr val="tx1"/>
                  </a:solidFill>
                </a:rPr>
                <a:t>상품회수주소</a:t>
              </a:r>
              <a:endParaRPr lang="en-US" altLang="ko-KR" sz="800" dirty="0">
                <a:solidFill>
                  <a:schemeClr val="tx1"/>
                </a:solidFill>
              </a:endParaRPr>
            </a:p>
            <a:p>
              <a:pPr>
                <a:lnSpc>
                  <a:spcPct val="150000"/>
                </a:lnSpc>
              </a:pPr>
              <a:r>
                <a:rPr lang="en-US" altLang="ko-KR" sz="800" dirty="0">
                  <a:solidFill>
                    <a:schemeClr val="tx1"/>
                  </a:solidFill>
                </a:rPr>
                <a:t>   20202</a:t>
              </a:r>
            </a:p>
            <a:p>
              <a:pPr>
                <a:lnSpc>
                  <a:spcPct val="150000"/>
                </a:lnSpc>
              </a:pPr>
              <a:r>
                <a:rPr lang="en-US" altLang="ko-KR" sz="800" dirty="0">
                  <a:solidFill>
                    <a:schemeClr val="tx1"/>
                  </a:solidFill>
                </a:rPr>
                <a:t>   </a:t>
              </a:r>
              <a:r>
                <a:rPr lang="ko-KR" altLang="en-US" sz="800" dirty="0">
                  <a:solidFill>
                    <a:schemeClr val="tx1"/>
                  </a:solidFill>
                </a:rPr>
                <a:t>서울시 마포구 공덕동 </a:t>
              </a:r>
              <a:r>
                <a:rPr lang="en-US" altLang="ko-KR" sz="800" dirty="0">
                  <a:solidFill>
                    <a:schemeClr val="tx1"/>
                  </a:solidFill>
                </a:rPr>
                <a:t>2003</a:t>
              </a:r>
              <a:r>
                <a:rPr lang="ko-KR" altLang="en-US" sz="800" dirty="0">
                  <a:solidFill>
                    <a:schemeClr val="tx1"/>
                  </a:solidFill>
                </a:rPr>
                <a:t> </a:t>
              </a:r>
              <a:endParaRPr lang="en-US" altLang="ko-KR" sz="800" dirty="0">
                <a:solidFill>
                  <a:schemeClr val="tx1"/>
                </a:solidFill>
              </a:endParaRPr>
            </a:p>
          </p:txBody>
        </p:sp>
      </p:grpSp>
      <p:sp>
        <p:nvSpPr>
          <p:cNvPr id="171" name="타원 170">
            <a:extLst>
              <a:ext uri="{FF2B5EF4-FFF2-40B4-BE49-F238E27FC236}">
                <a16:creationId xmlns:a16="http://schemas.microsoft.com/office/drawing/2014/main" id="{3220FEAD-B180-4055-BD92-F21CD969C35B}"/>
              </a:ext>
            </a:extLst>
          </p:cNvPr>
          <p:cNvSpPr/>
          <p:nvPr/>
        </p:nvSpPr>
        <p:spPr>
          <a:xfrm>
            <a:off x="4887597" y="5012675"/>
            <a:ext cx="2084655"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72" name="직선 화살표 연결선 171">
            <a:extLst>
              <a:ext uri="{FF2B5EF4-FFF2-40B4-BE49-F238E27FC236}">
                <a16:creationId xmlns:a16="http://schemas.microsoft.com/office/drawing/2014/main" id="{731FB16C-3A9E-41FA-91FA-2E662999E6B8}"/>
              </a:ext>
            </a:extLst>
          </p:cNvPr>
          <p:cNvCxnSpPr>
            <a:cxnSpLocks/>
            <a:stCxn id="171" idx="2"/>
          </p:cNvCxnSpPr>
          <p:nvPr/>
        </p:nvCxnSpPr>
        <p:spPr>
          <a:xfrm flipH="1">
            <a:off x="2409743" y="5234487"/>
            <a:ext cx="2477854"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73" name="직사각형 172">
            <a:extLst>
              <a:ext uri="{FF2B5EF4-FFF2-40B4-BE49-F238E27FC236}">
                <a16:creationId xmlns:a16="http://schemas.microsoft.com/office/drawing/2014/main" id="{332EBA3B-39FF-4C6F-BE02-C18513509950}"/>
              </a:ext>
            </a:extLst>
          </p:cNvPr>
          <p:cNvSpPr/>
          <p:nvPr/>
        </p:nvSpPr>
        <p:spPr>
          <a:xfrm>
            <a:off x="441850" y="7249680"/>
            <a:ext cx="3935785" cy="5277873"/>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174" name="TextBox 173">
            <a:extLst>
              <a:ext uri="{FF2B5EF4-FFF2-40B4-BE49-F238E27FC236}">
                <a16:creationId xmlns:a16="http://schemas.microsoft.com/office/drawing/2014/main" id="{4B72F332-B345-4E81-A864-31439A72CD48}"/>
              </a:ext>
            </a:extLst>
          </p:cNvPr>
          <p:cNvSpPr txBox="1"/>
          <p:nvPr/>
        </p:nvSpPr>
        <p:spPr>
          <a:xfrm>
            <a:off x="544868" y="7402247"/>
            <a:ext cx="103265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교환신청하기</a:t>
            </a:r>
            <a:endParaRPr lang="ko-KR" altLang="en-US" sz="900" dirty="0"/>
          </a:p>
        </p:txBody>
      </p:sp>
      <p:sp>
        <p:nvSpPr>
          <p:cNvPr id="175" name="직사각형 174">
            <a:extLst>
              <a:ext uri="{FF2B5EF4-FFF2-40B4-BE49-F238E27FC236}">
                <a16:creationId xmlns:a16="http://schemas.microsoft.com/office/drawing/2014/main" id="{858272DE-1645-4060-8AAC-22B602429ED0}"/>
              </a:ext>
            </a:extLst>
          </p:cNvPr>
          <p:cNvSpPr/>
          <p:nvPr/>
        </p:nvSpPr>
        <p:spPr>
          <a:xfrm>
            <a:off x="1528081" y="12023733"/>
            <a:ext cx="891615" cy="213360"/>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교환신청</a:t>
            </a:r>
            <a:endParaRPr lang="en-US" altLang="ko-KR" sz="800" dirty="0">
              <a:solidFill>
                <a:schemeClr val="bg1"/>
              </a:solidFill>
            </a:endParaRPr>
          </a:p>
        </p:txBody>
      </p:sp>
      <p:grpSp>
        <p:nvGrpSpPr>
          <p:cNvPr id="176" name="Image">
            <a:extLst>
              <a:ext uri="{FF2B5EF4-FFF2-40B4-BE49-F238E27FC236}">
                <a16:creationId xmlns:a16="http://schemas.microsoft.com/office/drawing/2014/main" id="{74433CDE-EEE3-47C0-A270-7081F89B2573}"/>
              </a:ext>
            </a:extLst>
          </p:cNvPr>
          <p:cNvGrpSpPr>
            <a:grpSpLocks/>
          </p:cNvGrpSpPr>
          <p:nvPr/>
        </p:nvGrpSpPr>
        <p:grpSpPr bwMode="auto">
          <a:xfrm>
            <a:off x="4065330" y="7369748"/>
            <a:ext cx="204716" cy="209797"/>
            <a:chOff x="508000" y="1397000"/>
            <a:chExt cx="1008112" cy="1008112"/>
          </a:xfrm>
        </p:grpSpPr>
        <p:sp>
          <p:nvSpPr>
            <p:cNvPr id="177" name="Border">
              <a:extLst>
                <a:ext uri="{FF2B5EF4-FFF2-40B4-BE49-F238E27FC236}">
                  <a16:creationId xmlns:a16="http://schemas.microsoft.com/office/drawing/2014/main" id="{CFDA39E7-57B8-427F-9B90-C3A30EF1FD06}"/>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8" name="Line 2">
              <a:extLst>
                <a:ext uri="{FF2B5EF4-FFF2-40B4-BE49-F238E27FC236}">
                  <a16:creationId xmlns:a16="http://schemas.microsoft.com/office/drawing/2014/main" id="{0E0E2833-96AA-450B-A5CF-7E313284DC10}"/>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9" name="Line 1">
              <a:extLst>
                <a:ext uri="{FF2B5EF4-FFF2-40B4-BE49-F238E27FC236}">
                  <a16:creationId xmlns:a16="http://schemas.microsoft.com/office/drawing/2014/main" id="{924CF759-BA64-4DCB-A906-0C0C112E9309}"/>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80" name="직사각형 179">
            <a:extLst>
              <a:ext uri="{FF2B5EF4-FFF2-40B4-BE49-F238E27FC236}">
                <a16:creationId xmlns:a16="http://schemas.microsoft.com/office/drawing/2014/main" id="{D602A48D-940F-4EE5-9AD3-81CA55FE8620}"/>
              </a:ext>
            </a:extLst>
          </p:cNvPr>
          <p:cNvSpPr/>
          <p:nvPr/>
        </p:nvSpPr>
        <p:spPr>
          <a:xfrm>
            <a:off x="2526505" y="12023733"/>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181" name="TextBox 180">
            <a:extLst>
              <a:ext uri="{FF2B5EF4-FFF2-40B4-BE49-F238E27FC236}">
                <a16:creationId xmlns:a16="http://schemas.microsoft.com/office/drawing/2014/main" id="{4F4EEDCE-CBE4-4FD0-809B-9C85030C766E}"/>
              </a:ext>
            </a:extLst>
          </p:cNvPr>
          <p:cNvSpPr txBox="1"/>
          <p:nvPr/>
        </p:nvSpPr>
        <p:spPr>
          <a:xfrm>
            <a:off x="681827" y="7774381"/>
            <a:ext cx="646331" cy="230832"/>
          </a:xfrm>
          <a:prstGeom prst="rect">
            <a:avLst/>
          </a:prstGeom>
          <a:noFill/>
        </p:spPr>
        <p:txBody>
          <a:bodyPr wrap="none" rtlCol="0">
            <a:spAutoFit/>
          </a:bodyPr>
          <a:lstStyle/>
          <a:p>
            <a:r>
              <a:rPr lang="ko-KR" altLang="en-US" sz="900" dirty="0"/>
              <a:t>주문상품</a:t>
            </a:r>
          </a:p>
        </p:txBody>
      </p:sp>
      <p:grpSp>
        <p:nvGrpSpPr>
          <p:cNvPr id="182" name="그룹 181">
            <a:extLst>
              <a:ext uri="{FF2B5EF4-FFF2-40B4-BE49-F238E27FC236}">
                <a16:creationId xmlns:a16="http://schemas.microsoft.com/office/drawing/2014/main" id="{7B277A77-B9BE-48FD-9C5B-0772E0910059}"/>
              </a:ext>
            </a:extLst>
          </p:cNvPr>
          <p:cNvGrpSpPr/>
          <p:nvPr/>
        </p:nvGrpSpPr>
        <p:grpSpPr>
          <a:xfrm>
            <a:off x="719041" y="8100736"/>
            <a:ext cx="689346" cy="440906"/>
            <a:chOff x="2843808" y="1955121"/>
            <a:chExt cx="1674813" cy="596970"/>
          </a:xfrm>
          <a:solidFill>
            <a:schemeClr val="bg1">
              <a:lumMod val="95000"/>
            </a:schemeClr>
          </a:solidFill>
        </p:grpSpPr>
        <p:sp>
          <p:nvSpPr>
            <p:cNvPr id="183" name="Border">
              <a:extLst>
                <a:ext uri="{FF2B5EF4-FFF2-40B4-BE49-F238E27FC236}">
                  <a16:creationId xmlns:a16="http://schemas.microsoft.com/office/drawing/2014/main" id="{4F145154-2D4D-4015-8BD0-0664424CF681}"/>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4" name="Line 2">
              <a:extLst>
                <a:ext uri="{FF2B5EF4-FFF2-40B4-BE49-F238E27FC236}">
                  <a16:creationId xmlns:a16="http://schemas.microsoft.com/office/drawing/2014/main" id="{9E1C7A45-DCB9-44BB-9E2F-F7B1183ACA5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5" name="Line 1">
              <a:extLst>
                <a:ext uri="{FF2B5EF4-FFF2-40B4-BE49-F238E27FC236}">
                  <a16:creationId xmlns:a16="http://schemas.microsoft.com/office/drawing/2014/main" id="{9781CC40-7548-40B1-858E-44FB83B183E5}"/>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6" name="TextBox 185">
              <a:extLst>
                <a:ext uri="{FF2B5EF4-FFF2-40B4-BE49-F238E27FC236}">
                  <a16:creationId xmlns:a16="http://schemas.microsoft.com/office/drawing/2014/main" id="{BE6E9A0F-2032-423A-AC58-955FA584A70B}"/>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87" name="직사각형 186">
            <a:extLst>
              <a:ext uri="{FF2B5EF4-FFF2-40B4-BE49-F238E27FC236}">
                <a16:creationId xmlns:a16="http://schemas.microsoft.com/office/drawing/2014/main" id="{2F7997A5-65D4-4938-92D1-0DF273864B10}"/>
              </a:ext>
            </a:extLst>
          </p:cNvPr>
          <p:cNvSpPr/>
          <p:nvPr/>
        </p:nvSpPr>
        <p:spPr>
          <a:xfrm>
            <a:off x="1429470" y="8100736"/>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88" name="TextBox 187">
            <a:extLst>
              <a:ext uri="{FF2B5EF4-FFF2-40B4-BE49-F238E27FC236}">
                <a16:creationId xmlns:a16="http://schemas.microsoft.com/office/drawing/2014/main" id="{49189B4D-1262-4BB5-9642-31BD3AF0C705}"/>
              </a:ext>
            </a:extLst>
          </p:cNvPr>
          <p:cNvSpPr txBox="1"/>
          <p:nvPr/>
        </p:nvSpPr>
        <p:spPr>
          <a:xfrm>
            <a:off x="681827" y="8736885"/>
            <a:ext cx="646331" cy="230832"/>
          </a:xfrm>
          <a:prstGeom prst="rect">
            <a:avLst/>
          </a:prstGeom>
          <a:noFill/>
        </p:spPr>
        <p:txBody>
          <a:bodyPr wrap="none" rtlCol="0">
            <a:spAutoFit/>
          </a:bodyPr>
          <a:lstStyle/>
          <a:p>
            <a:r>
              <a:rPr lang="ko-KR" altLang="en-US" sz="900" dirty="0" err="1"/>
              <a:t>교환사유</a:t>
            </a:r>
            <a:endParaRPr lang="ko-KR" altLang="en-US" sz="900" dirty="0"/>
          </a:p>
        </p:txBody>
      </p:sp>
      <p:sp>
        <p:nvSpPr>
          <p:cNvPr id="189" name="직사각형 188">
            <a:extLst>
              <a:ext uri="{FF2B5EF4-FFF2-40B4-BE49-F238E27FC236}">
                <a16:creationId xmlns:a16="http://schemas.microsoft.com/office/drawing/2014/main" id="{E4ABDD8D-CA74-4FE4-9F46-49D9C032F461}"/>
              </a:ext>
            </a:extLst>
          </p:cNvPr>
          <p:cNvSpPr/>
          <p:nvPr/>
        </p:nvSpPr>
        <p:spPr>
          <a:xfrm>
            <a:off x="717991" y="9020111"/>
            <a:ext cx="3471371" cy="250173"/>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기타                                                                               ▼</a:t>
            </a:r>
            <a:endParaRPr lang="en-US" altLang="ko-KR" sz="800" dirty="0">
              <a:solidFill>
                <a:schemeClr val="tx1"/>
              </a:solidFill>
            </a:endParaRPr>
          </a:p>
        </p:txBody>
      </p:sp>
      <p:sp>
        <p:nvSpPr>
          <p:cNvPr id="190" name="TextBox 189">
            <a:extLst>
              <a:ext uri="{FF2B5EF4-FFF2-40B4-BE49-F238E27FC236}">
                <a16:creationId xmlns:a16="http://schemas.microsoft.com/office/drawing/2014/main" id="{34E1D046-5C03-46DD-AD51-E1E47B0779E2}"/>
              </a:ext>
            </a:extLst>
          </p:cNvPr>
          <p:cNvSpPr txBox="1"/>
          <p:nvPr/>
        </p:nvSpPr>
        <p:spPr>
          <a:xfrm>
            <a:off x="680984" y="10498770"/>
            <a:ext cx="877163" cy="230832"/>
          </a:xfrm>
          <a:prstGeom prst="rect">
            <a:avLst/>
          </a:prstGeom>
          <a:noFill/>
        </p:spPr>
        <p:txBody>
          <a:bodyPr wrap="none" rtlCol="0">
            <a:spAutoFit/>
          </a:bodyPr>
          <a:lstStyle/>
          <a:p>
            <a:r>
              <a:rPr lang="ko-KR" altLang="en-US" sz="900" dirty="0"/>
              <a:t>상품회수방법</a:t>
            </a:r>
          </a:p>
        </p:txBody>
      </p:sp>
      <p:sp>
        <p:nvSpPr>
          <p:cNvPr id="191" name="TextBox 190">
            <a:extLst>
              <a:ext uri="{FF2B5EF4-FFF2-40B4-BE49-F238E27FC236}">
                <a16:creationId xmlns:a16="http://schemas.microsoft.com/office/drawing/2014/main" id="{155DC6E0-7678-4AC0-AAC8-5E1FED566BDD}"/>
              </a:ext>
            </a:extLst>
          </p:cNvPr>
          <p:cNvSpPr txBox="1"/>
          <p:nvPr/>
        </p:nvSpPr>
        <p:spPr>
          <a:xfrm>
            <a:off x="678329" y="10801016"/>
            <a:ext cx="1699504" cy="230832"/>
          </a:xfrm>
          <a:prstGeom prst="rect">
            <a:avLst/>
          </a:prstGeom>
          <a:noFill/>
        </p:spPr>
        <p:txBody>
          <a:bodyPr wrap="none" rtlCol="0">
            <a:spAutoFit/>
          </a:bodyPr>
          <a:lstStyle/>
          <a:p>
            <a:r>
              <a:rPr lang="ko-KR" altLang="en-US" sz="900" dirty="0"/>
              <a:t>○ </a:t>
            </a:r>
            <a:r>
              <a:rPr lang="ko-KR" altLang="en-US" sz="900" dirty="0" err="1"/>
              <a:t>자동회수</a:t>
            </a:r>
            <a:r>
              <a:rPr lang="ko-KR" altLang="en-US" sz="900" dirty="0"/>
              <a:t>       ● </a:t>
            </a:r>
            <a:r>
              <a:rPr lang="ko-KR" altLang="en-US" sz="900" dirty="0" err="1"/>
              <a:t>수동회수</a:t>
            </a:r>
            <a:endParaRPr lang="ko-KR" altLang="en-US" sz="900" dirty="0"/>
          </a:p>
        </p:txBody>
      </p:sp>
      <p:sp>
        <p:nvSpPr>
          <p:cNvPr id="192" name="직사각형 191">
            <a:extLst>
              <a:ext uri="{FF2B5EF4-FFF2-40B4-BE49-F238E27FC236}">
                <a16:creationId xmlns:a16="http://schemas.microsoft.com/office/drawing/2014/main" id="{3FED90B8-4A3A-4E42-B734-672A39A72DDC}"/>
              </a:ext>
            </a:extLst>
          </p:cNvPr>
          <p:cNvSpPr/>
          <p:nvPr/>
        </p:nvSpPr>
        <p:spPr>
          <a:xfrm>
            <a:off x="717990" y="11123048"/>
            <a:ext cx="3471371" cy="710360"/>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a:solidFill>
                  <a:schemeClr val="tx1"/>
                </a:solidFill>
              </a:rPr>
              <a:t>   </a:t>
            </a:r>
            <a:r>
              <a:rPr lang="ko-KR" altLang="en-US" sz="800" dirty="0">
                <a:solidFill>
                  <a:schemeClr val="tx1"/>
                </a:solidFill>
              </a:rPr>
              <a:t>상품회수주소</a:t>
            </a:r>
            <a:endParaRPr lang="en-US" altLang="ko-KR" sz="800" dirty="0">
              <a:solidFill>
                <a:schemeClr val="tx1"/>
              </a:solidFill>
            </a:endParaRPr>
          </a:p>
          <a:p>
            <a:pPr>
              <a:lnSpc>
                <a:spcPct val="150000"/>
              </a:lnSpc>
            </a:pPr>
            <a:r>
              <a:rPr lang="en-US" altLang="ko-KR" sz="800" dirty="0">
                <a:solidFill>
                  <a:schemeClr val="tx1"/>
                </a:solidFill>
              </a:rPr>
              <a:t>   20202</a:t>
            </a:r>
          </a:p>
          <a:p>
            <a:pPr>
              <a:lnSpc>
                <a:spcPct val="150000"/>
              </a:lnSpc>
            </a:pPr>
            <a:r>
              <a:rPr lang="en-US" altLang="ko-KR" sz="800" dirty="0">
                <a:solidFill>
                  <a:schemeClr val="tx1"/>
                </a:solidFill>
              </a:rPr>
              <a:t>   </a:t>
            </a:r>
            <a:r>
              <a:rPr lang="ko-KR" altLang="en-US" sz="800" dirty="0">
                <a:solidFill>
                  <a:schemeClr val="tx1"/>
                </a:solidFill>
              </a:rPr>
              <a:t>서울시 마포구 공덕동 </a:t>
            </a:r>
            <a:r>
              <a:rPr lang="en-US" altLang="ko-KR" sz="800" dirty="0">
                <a:solidFill>
                  <a:schemeClr val="tx1"/>
                </a:solidFill>
              </a:rPr>
              <a:t>2003</a:t>
            </a:r>
            <a:r>
              <a:rPr lang="ko-KR" altLang="en-US" sz="800" dirty="0">
                <a:solidFill>
                  <a:schemeClr val="tx1"/>
                </a:solidFill>
              </a:rPr>
              <a:t> </a:t>
            </a:r>
            <a:endParaRPr lang="en-US" altLang="ko-KR" sz="800" dirty="0">
              <a:solidFill>
                <a:schemeClr val="tx1"/>
              </a:solidFill>
            </a:endParaRPr>
          </a:p>
        </p:txBody>
      </p:sp>
      <p:sp>
        <p:nvSpPr>
          <p:cNvPr id="193" name="TextBox 192">
            <a:extLst>
              <a:ext uri="{FF2B5EF4-FFF2-40B4-BE49-F238E27FC236}">
                <a16:creationId xmlns:a16="http://schemas.microsoft.com/office/drawing/2014/main" id="{E609EF61-54B3-439D-88B1-5B9E458296D8}"/>
              </a:ext>
            </a:extLst>
          </p:cNvPr>
          <p:cNvSpPr txBox="1"/>
          <p:nvPr/>
        </p:nvSpPr>
        <p:spPr>
          <a:xfrm>
            <a:off x="717990" y="9529345"/>
            <a:ext cx="646331" cy="230832"/>
          </a:xfrm>
          <a:prstGeom prst="rect">
            <a:avLst/>
          </a:prstGeom>
          <a:noFill/>
        </p:spPr>
        <p:txBody>
          <a:bodyPr wrap="none" rtlCol="0">
            <a:spAutoFit/>
          </a:bodyPr>
          <a:lstStyle/>
          <a:p>
            <a:r>
              <a:rPr lang="ko-KR" altLang="en-US" sz="900" dirty="0"/>
              <a:t>기타내용</a:t>
            </a:r>
          </a:p>
        </p:txBody>
      </p:sp>
      <p:sp>
        <p:nvSpPr>
          <p:cNvPr id="194" name="직사각형 193">
            <a:extLst>
              <a:ext uri="{FF2B5EF4-FFF2-40B4-BE49-F238E27FC236}">
                <a16:creationId xmlns:a16="http://schemas.microsoft.com/office/drawing/2014/main" id="{DC757C09-D931-44D0-AEF1-CBBBBC7244D9}"/>
              </a:ext>
            </a:extLst>
          </p:cNvPr>
          <p:cNvSpPr/>
          <p:nvPr/>
        </p:nvSpPr>
        <p:spPr>
          <a:xfrm>
            <a:off x="717990" y="9818938"/>
            <a:ext cx="3461418" cy="51105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ko-KR" altLang="en-US" sz="800" dirty="0">
                <a:solidFill>
                  <a:schemeClr val="bg1">
                    <a:lumMod val="65000"/>
                  </a:schemeClr>
                </a:solidFill>
              </a:rPr>
              <a:t>기타 내용을 입력해 주세요 </a:t>
            </a:r>
          </a:p>
        </p:txBody>
      </p:sp>
      <p:cxnSp>
        <p:nvCxnSpPr>
          <p:cNvPr id="195" name="직선 화살표 연결선 194">
            <a:extLst>
              <a:ext uri="{FF2B5EF4-FFF2-40B4-BE49-F238E27FC236}">
                <a16:creationId xmlns:a16="http://schemas.microsoft.com/office/drawing/2014/main" id="{EC8E040D-9D4F-46A4-B73D-73772FB6C653}"/>
              </a:ext>
            </a:extLst>
          </p:cNvPr>
          <p:cNvCxnSpPr>
            <a:cxnSpLocks/>
          </p:cNvCxnSpPr>
          <p:nvPr/>
        </p:nvCxnSpPr>
        <p:spPr>
          <a:xfrm flipH="1">
            <a:off x="1024796" y="9373086"/>
            <a:ext cx="16361" cy="581421"/>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96" name="타원 195">
            <a:extLst>
              <a:ext uri="{FF2B5EF4-FFF2-40B4-BE49-F238E27FC236}">
                <a16:creationId xmlns:a16="http://schemas.microsoft.com/office/drawing/2014/main" id="{3AA513C2-466B-446F-A22F-D4884E2AA371}"/>
              </a:ext>
            </a:extLst>
          </p:cNvPr>
          <p:cNvSpPr/>
          <p:nvPr/>
        </p:nvSpPr>
        <p:spPr>
          <a:xfrm>
            <a:off x="529718" y="8929626"/>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7" name="타원 196">
            <a:extLst>
              <a:ext uri="{FF2B5EF4-FFF2-40B4-BE49-F238E27FC236}">
                <a16:creationId xmlns:a16="http://schemas.microsoft.com/office/drawing/2014/main" id="{BA3E2193-6A2C-459C-B637-6D31178826C8}"/>
              </a:ext>
            </a:extLst>
          </p:cNvPr>
          <p:cNvSpPr/>
          <p:nvPr/>
        </p:nvSpPr>
        <p:spPr>
          <a:xfrm>
            <a:off x="541644" y="4134993"/>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98" name="직선 화살표 연결선 197">
            <a:extLst>
              <a:ext uri="{FF2B5EF4-FFF2-40B4-BE49-F238E27FC236}">
                <a16:creationId xmlns:a16="http://schemas.microsoft.com/office/drawing/2014/main" id="{83EDC368-72FA-4397-B277-89812A2F1F8F}"/>
              </a:ext>
            </a:extLst>
          </p:cNvPr>
          <p:cNvCxnSpPr>
            <a:cxnSpLocks/>
            <a:endCxn id="196" idx="0"/>
          </p:cNvCxnSpPr>
          <p:nvPr/>
        </p:nvCxnSpPr>
        <p:spPr>
          <a:xfrm>
            <a:off x="1024796" y="4578617"/>
            <a:ext cx="8388" cy="4351009"/>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99" name="TextBox 198">
            <a:extLst>
              <a:ext uri="{FF2B5EF4-FFF2-40B4-BE49-F238E27FC236}">
                <a16:creationId xmlns:a16="http://schemas.microsoft.com/office/drawing/2014/main" id="{30B5E67E-AC3C-42EB-AD49-E958B3DAA324}"/>
              </a:ext>
            </a:extLst>
          </p:cNvPr>
          <p:cNvSpPr txBox="1"/>
          <p:nvPr/>
        </p:nvSpPr>
        <p:spPr>
          <a:xfrm>
            <a:off x="8823382" y="8914365"/>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200" name="TextBox 199">
            <a:extLst>
              <a:ext uri="{FF2B5EF4-FFF2-40B4-BE49-F238E27FC236}">
                <a16:creationId xmlns:a16="http://schemas.microsoft.com/office/drawing/2014/main" id="{E02DE55E-81E1-480D-8FDC-10F55949EE8A}"/>
              </a:ext>
            </a:extLst>
          </p:cNvPr>
          <p:cNvSpPr txBox="1"/>
          <p:nvPr/>
        </p:nvSpPr>
        <p:spPr>
          <a:xfrm>
            <a:off x="4993868" y="5585334"/>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201" name="TextBox 200">
            <a:extLst>
              <a:ext uri="{FF2B5EF4-FFF2-40B4-BE49-F238E27FC236}">
                <a16:creationId xmlns:a16="http://schemas.microsoft.com/office/drawing/2014/main" id="{F6E54B7B-2D10-4F46-9675-04D18EC926C5}"/>
              </a:ext>
            </a:extLst>
          </p:cNvPr>
          <p:cNvSpPr txBox="1"/>
          <p:nvPr/>
        </p:nvSpPr>
        <p:spPr>
          <a:xfrm>
            <a:off x="1250495" y="4058319"/>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cxnSp>
        <p:nvCxnSpPr>
          <p:cNvPr id="202" name="직선 화살표 연결선 201">
            <a:extLst>
              <a:ext uri="{FF2B5EF4-FFF2-40B4-BE49-F238E27FC236}">
                <a16:creationId xmlns:a16="http://schemas.microsoft.com/office/drawing/2014/main" id="{612E7D13-622A-4183-862F-864216E26624}"/>
              </a:ext>
            </a:extLst>
          </p:cNvPr>
          <p:cNvCxnSpPr>
            <a:cxnSpLocks/>
            <a:stCxn id="118" idx="0"/>
          </p:cNvCxnSpPr>
          <p:nvPr/>
        </p:nvCxnSpPr>
        <p:spPr>
          <a:xfrm flipH="1" flipV="1">
            <a:off x="8369827" y="6660461"/>
            <a:ext cx="1" cy="2295098"/>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03" name="TextBox 202">
            <a:extLst>
              <a:ext uri="{FF2B5EF4-FFF2-40B4-BE49-F238E27FC236}">
                <a16:creationId xmlns:a16="http://schemas.microsoft.com/office/drawing/2014/main" id="{3A18A3E1-B197-44F7-9657-2581DC46C1E9}"/>
              </a:ext>
            </a:extLst>
          </p:cNvPr>
          <p:cNvSpPr txBox="1"/>
          <p:nvPr/>
        </p:nvSpPr>
        <p:spPr>
          <a:xfrm>
            <a:off x="607327" y="9742561"/>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Tree>
    <p:extLst>
      <p:ext uri="{BB962C8B-B14F-4D97-AF65-F5344CB8AC3E}">
        <p14:creationId xmlns:p14="http://schemas.microsoft.com/office/powerpoint/2010/main" val="235129900"/>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Box 13">
            <a:extLst>
              <a:ext uri="{FF2B5EF4-FFF2-40B4-BE49-F238E27FC236}">
                <a16:creationId xmlns:a16="http://schemas.microsoft.com/office/drawing/2014/main" id="{AAB4805C-DCC2-40B1-BD09-8F72A75047A5}"/>
              </a:ext>
            </a:extLst>
          </p:cNvPr>
          <p:cNvSpPr txBox="1"/>
          <p:nvPr/>
        </p:nvSpPr>
        <p:spPr>
          <a:xfrm>
            <a:off x="4631022" y="871059"/>
            <a:ext cx="854721" cy="276999"/>
          </a:xfrm>
          <a:prstGeom prst="rect">
            <a:avLst/>
          </a:prstGeom>
          <a:noFill/>
        </p:spPr>
        <p:txBody>
          <a:bodyPr wrap="none" rtlCol="0">
            <a:spAutoFit/>
          </a:bodyPr>
          <a:lstStyle/>
          <a:p>
            <a:r>
              <a:rPr lang="ko-KR" altLang="en-US" sz="1200" b="1" dirty="0"/>
              <a:t>주문 상세</a:t>
            </a:r>
          </a:p>
        </p:txBody>
      </p:sp>
      <p:cxnSp>
        <p:nvCxnSpPr>
          <p:cNvPr id="15" name="직선 연결선 14">
            <a:extLst>
              <a:ext uri="{FF2B5EF4-FFF2-40B4-BE49-F238E27FC236}">
                <a16:creationId xmlns:a16="http://schemas.microsoft.com/office/drawing/2014/main" id="{EBE72026-EC5E-4A06-9F11-F5520B97E61A}"/>
              </a:ext>
            </a:extLst>
          </p:cNvPr>
          <p:cNvCxnSpPr>
            <a:cxnSpLocks/>
          </p:cNvCxnSpPr>
          <p:nvPr/>
        </p:nvCxnSpPr>
        <p:spPr>
          <a:xfrm>
            <a:off x="1481667" y="1314226"/>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F8889E49-E2F9-43E7-B0B3-EF2CBA57AD63}"/>
              </a:ext>
            </a:extLst>
          </p:cNvPr>
          <p:cNvSpPr txBox="1"/>
          <p:nvPr/>
        </p:nvSpPr>
        <p:spPr>
          <a:xfrm>
            <a:off x="1487410" y="1395833"/>
            <a:ext cx="2015295" cy="215444"/>
          </a:xfrm>
          <a:prstGeom prst="rect">
            <a:avLst/>
          </a:prstGeom>
          <a:noFill/>
        </p:spPr>
        <p:txBody>
          <a:bodyPr wrap="none" rtlCol="0">
            <a:spAutoFit/>
          </a:bodyPr>
          <a:lstStyle/>
          <a:p>
            <a:r>
              <a:rPr lang="en-US" altLang="ko-KR" sz="800" dirty="0"/>
              <a:t>2024.10.14  |  </a:t>
            </a:r>
            <a:r>
              <a:rPr lang="ko-KR" altLang="en-US" sz="800" dirty="0"/>
              <a:t>주문번호</a:t>
            </a:r>
            <a:r>
              <a:rPr lang="en-US" altLang="ko-KR" sz="800" dirty="0"/>
              <a:t>:</a:t>
            </a:r>
            <a:r>
              <a:rPr lang="ko-KR" altLang="en-US" sz="800" dirty="0"/>
              <a:t> </a:t>
            </a:r>
            <a:r>
              <a:rPr lang="en-US" altLang="ko-KR" sz="800" dirty="0"/>
              <a:t>Me9-00929423</a:t>
            </a:r>
            <a:endParaRPr lang="ko-KR" altLang="en-US" sz="800" dirty="0"/>
          </a:p>
        </p:txBody>
      </p:sp>
      <p:graphicFrame>
        <p:nvGraphicFramePr>
          <p:cNvPr id="17" name="표 87">
            <a:extLst>
              <a:ext uri="{FF2B5EF4-FFF2-40B4-BE49-F238E27FC236}">
                <a16:creationId xmlns:a16="http://schemas.microsoft.com/office/drawing/2014/main" id="{B8C31EE1-2F19-4E8D-B49B-29BB2BDFED36}"/>
              </a:ext>
            </a:extLst>
          </p:cNvPr>
          <p:cNvGraphicFramePr>
            <a:graphicFrameLocks noGrp="1"/>
          </p:cNvGraphicFramePr>
          <p:nvPr/>
        </p:nvGraphicFramePr>
        <p:xfrm>
          <a:off x="1479017" y="1685460"/>
          <a:ext cx="7317849" cy="640080"/>
        </p:xfrm>
        <a:graphic>
          <a:graphicData uri="http://schemas.openxmlformats.org/drawingml/2006/table">
            <a:tbl>
              <a:tblPr firstRow="1" bandRow="1">
                <a:tableStyleId>{5940675A-B579-460E-94D1-54222C63F5DA}</a:tableStyleId>
              </a:tblPr>
              <a:tblGrid>
                <a:gridCol w="747347">
                  <a:extLst>
                    <a:ext uri="{9D8B030D-6E8A-4147-A177-3AD203B41FA5}">
                      <a16:colId xmlns:a16="http://schemas.microsoft.com/office/drawing/2014/main" val="1741250993"/>
                    </a:ext>
                  </a:extLst>
                </a:gridCol>
                <a:gridCol w="1200647">
                  <a:extLst>
                    <a:ext uri="{9D8B030D-6E8A-4147-A177-3AD203B41FA5}">
                      <a16:colId xmlns:a16="http://schemas.microsoft.com/office/drawing/2014/main" val="1468661165"/>
                    </a:ext>
                  </a:extLst>
                </a:gridCol>
                <a:gridCol w="5369855">
                  <a:extLst>
                    <a:ext uri="{9D8B030D-6E8A-4147-A177-3AD203B41FA5}">
                      <a16:colId xmlns:a16="http://schemas.microsoft.com/office/drawing/2014/main" val="3917594789"/>
                    </a:ext>
                  </a:extLst>
                </a:gridCol>
              </a:tblGrid>
              <a:tr h="165784">
                <a:tc rowSpan="3">
                  <a:txBody>
                    <a:bodyPr/>
                    <a:lstStyle/>
                    <a:p>
                      <a:pPr latinLnBrk="1"/>
                      <a:r>
                        <a:rPr lang="ko-KR" altLang="en-US" sz="800" dirty="0"/>
                        <a:t>주문자 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주문자 이름</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홍길동</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vMerge="1">
                  <a:txBody>
                    <a:bodyPr/>
                    <a:lstStyle/>
                    <a:p>
                      <a:pPr latinLnBrk="1"/>
                      <a:endParaRPr lang="ko-KR" altLang="en-US" sz="800" dirty="0"/>
                    </a:p>
                  </a:txBody>
                  <a:tcPr/>
                </a:tc>
                <a:tc>
                  <a:txBody>
                    <a:bodyPr/>
                    <a:lstStyle/>
                    <a:p>
                      <a:pPr latinLnBrk="1"/>
                      <a:r>
                        <a:rPr lang="ko-KR" altLang="en-US" sz="800" dirty="0"/>
                        <a:t>휴대폰 번호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010-0000-0000</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vMerge="1">
                  <a:txBody>
                    <a:bodyPr/>
                    <a:lstStyle/>
                    <a:p>
                      <a:pPr latinLnBrk="1"/>
                      <a:endParaRPr lang="ko-KR" altLang="en-US" sz="800" dirty="0"/>
                    </a:p>
                  </a:txBody>
                  <a:tcPr/>
                </a:tc>
                <a:tc>
                  <a:txBody>
                    <a:bodyPr/>
                    <a:lstStyle/>
                    <a:p>
                      <a:pPr latinLnBrk="1"/>
                      <a:r>
                        <a:rPr lang="ko-KR" altLang="en-US" sz="800" dirty="0"/>
                        <a:t>이메일 주소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hlinkClick r:id="rId2"/>
                        </a:rPr>
                        <a:t>test1234@naver.com</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bl>
          </a:graphicData>
        </a:graphic>
      </p:graphicFrame>
      <p:graphicFrame>
        <p:nvGraphicFramePr>
          <p:cNvPr id="18" name="표 17">
            <a:extLst>
              <a:ext uri="{FF2B5EF4-FFF2-40B4-BE49-F238E27FC236}">
                <a16:creationId xmlns:a16="http://schemas.microsoft.com/office/drawing/2014/main" id="{48D16DC3-F6FB-42DE-A363-8850AEE00916}"/>
              </a:ext>
            </a:extLst>
          </p:cNvPr>
          <p:cNvGraphicFramePr>
            <a:graphicFrameLocks noGrp="1"/>
          </p:cNvGraphicFramePr>
          <p:nvPr/>
        </p:nvGraphicFramePr>
        <p:xfrm>
          <a:off x="1479017" y="2585282"/>
          <a:ext cx="7317849" cy="975360"/>
        </p:xfrm>
        <a:graphic>
          <a:graphicData uri="http://schemas.openxmlformats.org/drawingml/2006/table">
            <a:tbl>
              <a:tblPr firstRow="1" bandRow="1">
                <a:tableStyleId>{5940675A-B579-460E-94D1-54222C63F5DA}</a:tableStyleId>
              </a:tblPr>
              <a:tblGrid>
                <a:gridCol w="747347">
                  <a:extLst>
                    <a:ext uri="{9D8B030D-6E8A-4147-A177-3AD203B41FA5}">
                      <a16:colId xmlns:a16="http://schemas.microsoft.com/office/drawing/2014/main" val="1741250993"/>
                    </a:ext>
                  </a:extLst>
                </a:gridCol>
                <a:gridCol w="1200647">
                  <a:extLst>
                    <a:ext uri="{9D8B030D-6E8A-4147-A177-3AD203B41FA5}">
                      <a16:colId xmlns:a16="http://schemas.microsoft.com/office/drawing/2014/main" val="1468661165"/>
                    </a:ext>
                  </a:extLst>
                </a:gridCol>
                <a:gridCol w="5369855">
                  <a:extLst>
                    <a:ext uri="{9D8B030D-6E8A-4147-A177-3AD203B41FA5}">
                      <a16:colId xmlns:a16="http://schemas.microsoft.com/office/drawing/2014/main" val="3917594789"/>
                    </a:ext>
                  </a:extLst>
                </a:gridCol>
              </a:tblGrid>
              <a:tr h="165784">
                <a:tc rowSpan="4">
                  <a:txBody>
                    <a:bodyPr/>
                    <a:lstStyle/>
                    <a:p>
                      <a:pPr latinLnBrk="1"/>
                      <a:r>
                        <a:rPr lang="ko-KR" altLang="en-US" sz="800" dirty="0"/>
                        <a:t>배송 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받는 사람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홍길동</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vMerge="1">
                  <a:txBody>
                    <a:bodyPr/>
                    <a:lstStyle/>
                    <a:p>
                      <a:pPr latinLnBrk="1"/>
                      <a:endParaRPr lang="ko-KR" altLang="en-US" sz="800" dirty="0"/>
                    </a:p>
                  </a:txBody>
                  <a:tcPr/>
                </a:tc>
                <a:tc>
                  <a:txBody>
                    <a:bodyPr/>
                    <a:lstStyle/>
                    <a:p>
                      <a:pPr latinLnBrk="1"/>
                      <a:r>
                        <a:rPr lang="ko-KR" altLang="en-US" sz="800" dirty="0"/>
                        <a:t>휴대폰 번호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010-0000-0000</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vMerge="1">
                  <a:txBody>
                    <a:bodyPr/>
                    <a:lstStyle/>
                    <a:p>
                      <a:pPr latinLnBrk="1"/>
                      <a:endParaRPr lang="ko-KR" altLang="en-US" sz="800" dirty="0"/>
                    </a:p>
                  </a:txBody>
                  <a:tcPr/>
                </a:tc>
                <a:tc>
                  <a:txBody>
                    <a:bodyPr/>
                    <a:lstStyle/>
                    <a:p>
                      <a:pPr latinLnBrk="1"/>
                      <a:r>
                        <a:rPr lang="ko-KR" altLang="en-US" sz="800" dirty="0"/>
                        <a:t>주소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22012 </a:t>
                      </a:r>
                      <a:r>
                        <a:rPr lang="ko-KR" altLang="en-US" sz="800" dirty="0"/>
                        <a:t>서울특별시 광진구 </a:t>
                      </a:r>
                      <a:r>
                        <a:rPr lang="ko-KR" altLang="en-US" sz="800" dirty="0" err="1"/>
                        <a:t>가나다동</a:t>
                      </a:r>
                      <a:r>
                        <a:rPr lang="ko-KR" altLang="en-US" sz="800" dirty="0"/>
                        <a:t> </a:t>
                      </a:r>
                      <a:r>
                        <a:rPr lang="en-US" altLang="ko-KR" sz="800" dirty="0"/>
                        <a:t>119-12</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r h="0">
                <a:tc vMerge="1">
                  <a:txBody>
                    <a:bodyPr/>
                    <a:lstStyle/>
                    <a:p>
                      <a:pPr latinLnBrk="1"/>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배송메모</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배송메모 </a:t>
                      </a:r>
                      <a:endParaRPr lang="en-US" altLang="ko-KR" sz="800" dirty="0"/>
                    </a:p>
                    <a:p>
                      <a:pPr latinLnBrk="1"/>
                      <a:r>
                        <a:rPr lang="en-US" altLang="ko-KR" sz="800" dirty="0"/>
                        <a:t>1122</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610892354"/>
                  </a:ext>
                </a:extLst>
              </a:tr>
            </a:tbl>
          </a:graphicData>
        </a:graphic>
      </p:graphicFrame>
      <p:cxnSp>
        <p:nvCxnSpPr>
          <p:cNvPr id="19" name="직선 연결선 18">
            <a:extLst>
              <a:ext uri="{FF2B5EF4-FFF2-40B4-BE49-F238E27FC236}">
                <a16:creationId xmlns:a16="http://schemas.microsoft.com/office/drawing/2014/main" id="{705DE4C6-8B21-4805-91C4-0DB72892FBC6}"/>
              </a:ext>
            </a:extLst>
          </p:cNvPr>
          <p:cNvCxnSpPr>
            <a:cxnSpLocks/>
          </p:cNvCxnSpPr>
          <p:nvPr/>
        </p:nvCxnSpPr>
        <p:spPr>
          <a:xfrm>
            <a:off x="1479017" y="3875871"/>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20" name="표 13">
            <a:extLst>
              <a:ext uri="{FF2B5EF4-FFF2-40B4-BE49-F238E27FC236}">
                <a16:creationId xmlns:a16="http://schemas.microsoft.com/office/drawing/2014/main" id="{DBCCA977-7AD5-4B0F-8048-426F90C0FA1D}"/>
              </a:ext>
            </a:extLst>
          </p:cNvPr>
          <p:cNvGraphicFramePr>
            <a:graphicFrameLocks noGrp="1"/>
          </p:cNvGraphicFramePr>
          <p:nvPr/>
        </p:nvGraphicFramePr>
        <p:xfrm>
          <a:off x="1479017" y="4262335"/>
          <a:ext cx="7317158" cy="5223920"/>
        </p:xfrm>
        <a:graphic>
          <a:graphicData uri="http://schemas.openxmlformats.org/drawingml/2006/table">
            <a:tbl>
              <a:tblPr firstRow="1" bandRow="1">
                <a:tableStyleId>{5940675A-B579-460E-94D1-54222C63F5DA}</a:tableStyleId>
              </a:tblPr>
              <a:tblGrid>
                <a:gridCol w="953790">
                  <a:extLst>
                    <a:ext uri="{9D8B030D-6E8A-4147-A177-3AD203B41FA5}">
                      <a16:colId xmlns:a16="http://schemas.microsoft.com/office/drawing/2014/main" val="2416159356"/>
                    </a:ext>
                  </a:extLst>
                </a:gridCol>
                <a:gridCol w="1524824">
                  <a:extLst>
                    <a:ext uri="{9D8B030D-6E8A-4147-A177-3AD203B41FA5}">
                      <a16:colId xmlns:a16="http://schemas.microsoft.com/office/drawing/2014/main" val="4215256312"/>
                    </a:ext>
                  </a:extLst>
                </a:gridCol>
                <a:gridCol w="1185869">
                  <a:extLst>
                    <a:ext uri="{9D8B030D-6E8A-4147-A177-3AD203B41FA5}">
                      <a16:colId xmlns:a16="http://schemas.microsoft.com/office/drawing/2014/main" val="2635967512"/>
                    </a:ext>
                  </a:extLst>
                </a:gridCol>
                <a:gridCol w="1981200">
                  <a:extLst>
                    <a:ext uri="{9D8B030D-6E8A-4147-A177-3AD203B41FA5}">
                      <a16:colId xmlns:a16="http://schemas.microsoft.com/office/drawing/2014/main" val="2417053123"/>
                    </a:ext>
                  </a:extLst>
                </a:gridCol>
                <a:gridCol w="809625">
                  <a:extLst>
                    <a:ext uri="{9D8B030D-6E8A-4147-A177-3AD203B41FA5}">
                      <a16:colId xmlns:a16="http://schemas.microsoft.com/office/drawing/2014/main" val="739747790"/>
                    </a:ext>
                  </a:extLst>
                </a:gridCol>
                <a:gridCol w="861850">
                  <a:extLst>
                    <a:ext uri="{9D8B030D-6E8A-4147-A177-3AD203B41FA5}">
                      <a16:colId xmlns:a16="http://schemas.microsoft.com/office/drawing/2014/main" val="3960621706"/>
                    </a:ext>
                  </a:extLst>
                </a:gridCol>
              </a:tblGrid>
              <a:tr h="0">
                <a:tc gridSpan="6">
                  <a:txBody>
                    <a:bodyPr/>
                    <a:lstStyle/>
                    <a:p>
                      <a:pPr latinLnBrk="1"/>
                      <a:r>
                        <a:rPr lang="en-US" altLang="ko-KR" sz="800" b="1" dirty="0">
                          <a:solidFill>
                            <a:schemeClr val="bg1">
                              <a:lumMod val="65000"/>
                            </a:schemeClr>
                          </a:solidFill>
                        </a:rPr>
                        <a:t>Shop </a:t>
                      </a:r>
                      <a:r>
                        <a:rPr lang="ko-KR" altLang="en-US" sz="800" b="1" dirty="0" err="1">
                          <a:solidFill>
                            <a:schemeClr val="bg1">
                              <a:lumMod val="65000"/>
                            </a:schemeClr>
                          </a:solidFill>
                        </a:rPr>
                        <a:t>채널명</a:t>
                      </a:r>
                      <a:r>
                        <a:rPr lang="ko-KR" altLang="en-US" sz="800" b="1" dirty="0">
                          <a:solidFill>
                            <a:schemeClr val="bg1">
                              <a:lumMod val="65000"/>
                            </a:schemeClr>
                          </a:solidFill>
                        </a:rPr>
                        <a:t> </a:t>
                      </a:r>
                      <a:r>
                        <a:rPr lang="en-US" altLang="ko-KR" sz="800" b="1" dirty="0">
                          <a:solidFill>
                            <a:schemeClr val="bg1">
                              <a:lumMod val="65000"/>
                            </a:schemeClr>
                          </a:solidFill>
                        </a:rPr>
                        <a:t>|</a:t>
                      </a:r>
                      <a:r>
                        <a:rPr lang="ko-KR" altLang="en-US" sz="800" b="1" dirty="0">
                          <a:solidFill>
                            <a:schemeClr val="bg1">
                              <a:lumMod val="65000"/>
                            </a:schemeClr>
                          </a:solidFill>
                        </a:rPr>
                        <a:t> 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lnL w="3175" cap="flat" cmpd="sng" algn="ctr">
                      <a:solidFill>
                        <a:schemeClr val="tx1">
                          <a:lumMod val="65000"/>
                          <a:lumOff val="35000"/>
                        </a:schemeClr>
                      </a:solidFill>
                      <a:prstDash val="solid"/>
                      <a:round/>
                      <a:headEnd type="none" w="med" len="med"/>
                      <a:tailEnd type="none" w="med" len="med"/>
                    </a:ln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구매 확정</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r h="0">
                <a:tc>
                  <a:txBody>
                    <a:bodyPr/>
                    <a:lstStyle/>
                    <a:p>
                      <a:pPr algn="ctr" latinLnBrk="1"/>
                      <a:r>
                        <a:rPr lang="ko-KR" altLang="en-US" sz="900" dirty="0"/>
                        <a:t>취소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34933101"/>
                  </a:ext>
                </a:extLst>
              </a:tr>
              <a:tr h="0">
                <a:tc>
                  <a:txBody>
                    <a:bodyPr/>
                    <a:lstStyle/>
                    <a:p>
                      <a:pPr algn="ctr" latinLnBrk="1"/>
                      <a:r>
                        <a:rPr lang="ko-KR" altLang="en-US" sz="900" dirty="0"/>
                        <a:t>반품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545427743"/>
                  </a:ext>
                </a:extLst>
              </a:tr>
              <a:tr h="0">
                <a:tc>
                  <a:txBody>
                    <a:bodyPr/>
                    <a:lstStyle/>
                    <a:p>
                      <a:pPr algn="ctr" latinLnBrk="1"/>
                      <a:r>
                        <a:rPr lang="ko-KR" altLang="en-US" sz="900" dirty="0"/>
                        <a:t>교환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l" latinLnBrk="1"/>
                      <a:r>
                        <a:rPr lang="ko-KR" altLang="en-US" sz="900" dirty="0"/>
                        <a:t>주문번호</a:t>
                      </a:r>
                      <a:r>
                        <a:rPr lang="en-US" altLang="ko-KR" sz="900" dirty="0"/>
                        <a:t>:</a:t>
                      </a:r>
                      <a:r>
                        <a:rPr lang="ko-KR" altLang="en-US" sz="900" dirty="0"/>
                        <a:t> </a:t>
                      </a:r>
                      <a:r>
                        <a:rPr lang="en-US" altLang="ko-KR" sz="900" dirty="0"/>
                        <a:t>Me9-00929111</a:t>
                      </a:r>
                    </a:p>
                    <a:p>
                      <a:pPr algn="l" latinLnBrk="1"/>
                      <a:r>
                        <a:rPr lang="ko-KR" altLang="en-US" sz="900" b="1" dirty="0">
                          <a:solidFill>
                            <a:srgbClr val="FF0000"/>
                          </a:solidFill>
                        </a:rPr>
                        <a:t>  → </a:t>
                      </a:r>
                      <a:r>
                        <a:rPr lang="ko-KR" altLang="en-US" sz="900" dirty="0"/>
                        <a:t>교환 주문번호</a:t>
                      </a:r>
                      <a:r>
                        <a:rPr lang="en-US" altLang="ko-KR" sz="900" dirty="0"/>
                        <a:t>:</a:t>
                      </a:r>
                      <a:r>
                        <a:rPr lang="ko-KR" altLang="en-US" sz="900" dirty="0"/>
                        <a:t> </a:t>
                      </a:r>
                      <a:r>
                        <a:rPr lang="en-US" altLang="ko-KR" sz="900" dirty="0"/>
                        <a:t>Me9-RE-00929111</a:t>
                      </a:r>
                      <a:endParaRPr lang="ko-KR" altLang="en-US" sz="900" b="1" dirty="0">
                        <a:solidFill>
                          <a:srgbClr val="FF0000"/>
                        </a:solidFill>
                      </a:endParaRP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r>
                        <a:rPr lang="en-US" altLang="ko-KR" sz="900" b="1" dirty="0"/>
                        <a:t>1,000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155482761"/>
                  </a:ext>
                </a:extLst>
              </a:tr>
              <a:tr h="612560">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900" dirty="0"/>
                        <a:t>결제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1166454"/>
                  </a:ext>
                </a:extLst>
              </a:tr>
              <a:tr h="612560">
                <a:tc>
                  <a:txBody>
                    <a:bodyPr/>
                    <a:lstStyle/>
                    <a:p>
                      <a:pPr algn="ctr" latinLnBrk="1"/>
                      <a:r>
                        <a:rPr lang="ko-KR" altLang="en-US" sz="900" dirty="0"/>
                        <a:t>배송 준비중</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950813016"/>
                  </a:ext>
                </a:extLst>
              </a:tr>
              <a:tr h="612560">
                <a:tc>
                  <a:txBody>
                    <a:bodyPr/>
                    <a:lstStyle/>
                    <a:p>
                      <a:pPr algn="ctr" latinLnBrk="1"/>
                      <a:r>
                        <a:rPr lang="ko-KR" altLang="en-US" sz="900" dirty="0" err="1"/>
                        <a:t>배송중</a:t>
                      </a:r>
                      <a:endParaRPr lang="ko-KR" altLang="en-US" sz="900" dirty="0"/>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720894387"/>
                  </a:ext>
                </a:extLst>
              </a:tr>
              <a:tr h="612560">
                <a:tc>
                  <a:txBody>
                    <a:bodyPr/>
                    <a:lstStyle/>
                    <a:p>
                      <a:pPr algn="ctr" latinLnBrk="1"/>
                      <a:r>
                        <a:rPr lang="ko-KR" altLang="en-US" sz="900" dirty="0"/>
                        <a:t>배송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215658072"/>
                  </a:ext>
                </a:extLst>
              </a:tr>
            </a:tbl>
          </a:graphicData>
        </a:graphic>
      </p:graphicFrame>
      <p:grpSp>
        <p:nvGrpSpPr>
          <p:cNvPr id="21" name="그룹 20">
            <a:extLst>
              <a:ext uri="{FF2B5EF4-FFF2-40B4-BE49-F238E27FC236}">
                <a16:creationId xmlns:a16="http://schemas.microsoft.com/office/drawing/2014/main" id="{7D88BA30-E0DC-44BA-8264-43AA25AE20EA}"/>
              </a:ext>
            </a:extLst>
          </p:cNvPr>
          <p:cNvGrpSpPr/>
          <p:nvPr/>
        </p:nvGrpSpPr>
        <p:grpSpPr>
          <a:xfrm>
            <a:off x="2417534" y="4575809"/>
            <a:ext cx="689346" cy="440906"/>
            <a:chOff x="2843808" y="1955121"/>
            <a:chExt cx="1674813" cy="596970"/>
          </a:xfrm>
          <a:solidFill>
            <a:schemeClr val="bg1">
              <a:lumMod val="95000"/>
            </a:schemeClr>
          </a:solidFill>
        </p:grpSpPr>
        <p:sp>
          <p:nvSpPr>
            <p:cNvPr id="22" name="Border">
              <a:extLst>
                <a:ext uri="{FF2B5EF4-FFF2-40B4-BE49-F238E27FC236}">
                  <a16:creationId xmlns:a16="http://schemas.microsoft.com/office/drawing/2014/main" id="{9963B40C-0574-4C39-96A1-AB5DE7E459C8}"/>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3" name="Line 2">
              <a:extLst>
                <a:ext uri="{FF2B5EF4-FFF2-40B4-BE49-F238E27FC236}">
                  <a16:creationId xmlns:a16="http://schemas.microsoft.com/office/drawing/2014/main" id="{EC15E2A2-2BC3-4C35-AA94-433A6E66AB3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4" name="Line 1">
              <a:extLst>
                <a:ext uri="{FF2B5EF4-FFF2-40B4-BE49-F238E27FC236}">
                  <a16:creationId xmlns:a16="http://schemas.microsoft.com/office/drawing/2014/main" id="{7E2556BA-86C0-4DC2-B775-77A0E8CB7770}"/>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5" name="TextBox 24">
              <a:extLst>
                <a:ext uri="{FF2B5EF4-FFF2-40B4-BE49-F238E27FC236}">
                  <a16:creationId xmlns:a16="http://schemas.microsoft.com/office/drawing/2014/main" id="{8DF2668D-4EB9-44BB-A8AC-F6090431AFDF}"/>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26" name="직사각형 25">
            <a:extLst>
              <a:ext uri="{FF2B5EF4-FFF2-40B4-BE49-F238E27FC236}">
                <a16:creationId xmlns:a16="http://schemas.microsoft.com/office/drawing/2014/main" id="{E44823B3-AD9E-4CB0-BF37-917D308A4189}"/>
              </a:ext>
            </a:extLst>
          </p:cNvPr>
          <p:cNvSpPr/>
          <p:nvPr/>
        </p:nvSpPr>
        <p:spPr>
          <a:xfrm>
            <a:off x="3127963" y="4575809"/>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27" name="직사각형 26">
            <a:extLst>
              <a:ext uri="{FF2B5EF4-FFF2-40B4-BE49-F238E27FC236}">
                <a16:creationId xmlns:a16="http://schemas.microsoft.com/office/drawing/2014/main" id="{76CBE53B-D303-4364-BD15-DFFCEBD69A89}"/>
              </a:ext>
            </a:extLst>
          </p:cNvPr>
          <p:cNvSpPr/>
          <p:nvPr/>
        </p:nvSpPr>
        <p:spPr>
          <a:xfrm>
            <a:off x="3124415" y="5223174"/>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grpSp>
        <p:nvGrpSpPr>
          <p:cNvPr id="28" name="그룹 27">
            <a:extLst>
              <a:ext uri="{FF2B5EF4-FFF2-40B4-BE49-F238E27FC236}">
                <a16:creationId xmlns:a16="http://schemas.microsoft.com/office/drawing/2014/main" id="{E87AD803-1F1F-4F6A-BD05-4D70DAC85CE6}"/>
              </a:ext>
            </a:extLst>
          </p:cNvPr>
          <p:cNvGrpSpPr/>
          <p:nvPr/>
        </p:nvGrpSpPr>
        <p:grpSpPr>
          <a:xfrm>
            <a:off x="2413986" y="5198620"/>
            <a:ext cx="689346" cy="440906"/>
            <a:chOff x="2843808" y="1955121"/>
            <a:chExt cx="1674813" cy="596970"/>
          </a:xfrm>
          <a:solidFill>
            <a:schemeClr val="bg1">
              <a:lumMod val="95000"/>
            </a:schemeClr>
          </a:solidFill>
        </p:grpSpPr>
        <p:sp>
          <p:nvSpPr>
            <p:cNvPr id="29" name="Border">
              <a:extLst>
                <a:ext uri="{FF2B5EF4-FFF2-40B4-BE49-F238E27FC236}">
                  <a16:creationId xmlns:a16="http://schemas.microsoft.com/office/drawing/2014/main" id="{30E81D2C-8741-471C-83E8-E1CD45AA40D4}"/>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0" name="Line 2">
              <a:extLst>
                <a:ext uri="{FF2B5EF4-FFF2-40B4-BE49-F238E27FC236}">
                  <a16:creationId xmlns:a16="http://schemas.microsoft.com/office/drawing/2014/main" id="{702E6B69-C3E7-4AE4-9CD0-0360D870086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1" name="Line 1">
              <a:extLst>
                <a:ext uri="{FF2B5EF4-FFF2-40B4-BE49-F238E27FC236}">
                  <a16:creationId xmlns:a16="http://schemas.microsoft.com/office/drawing/2014/main" id="{F0576B9F-A154-4F45-85F8-4D006C7F2DA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2" name="TextBox 31">
              <a:extLst>
                <a:ext uri="{FF2B5EF4-FFF2-40B4-BE49-F238E27FC236}">
                  <a16:creationId xmlns:a16="http://schemas.microsoft.com/office/drawing/2014/main" id="{7BA7BFBC-6CC7-4066-A6D1-FFF9A66E65D5}"/>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33" name="TextBox 32">
            <a:extLst>
              <a:ext uri="{FF2B5EF4-FFF2-40B4-BE49-F238E27FC236}">
                <a16:creationId xmlns:a16="http://schemas.microsoft.com/office/drawing/2014/main" id="{17B11A86-3F48-4D4D-8B85-4AD7867CCC6F}"/>
              </a:ext>
            </a:extLst>
          </p:cNvPr>
          <p:cNvSpPr txBox="1"/>
          <p:nvPr/>
        </p:nvSpPr>
        <p:spPr>
          <a:xfrm>
            <a:off x="1487410" y="3986860"/>
            <a:ext cx="631904" cy="215444"/>
          </a:xfrm>
          <a:prstGeom prst="rect">
            <a:avLst/>
          </a:prstGeom>
          <a:noFill/>
        </p:spPr>
        <p:txBody>
          <a:bodyPr wrap="none" rtlCol="0">
            <a:spAutoFit/>
          </a:bodyPr>
          <a:lstStyle/>
          <a:p>
            <a:r>
              <a:rPr lang="ko-KR" altLang="en-US" sz="800" dirty="0"/>
              <a:t>구매 상품</a:t>
            </a:r>
          </a:p>
        </p:txBody>
      </p:sp>
      <p:cxnSp>
        <p:nvCxnSpPr>
          <p:cNvPr id="34" name="직선 연결선 33">
            <a:extLst>
              <a:ext uri="{FF2B5EF4-FFF2-40B4-BE49-F238E27FC236}">
                <a16:creationId xmlns:a16="http://schemas.microsoft.com/office/drawing/2014/main" id="{2D3DC284-67F6-4608-B9DE-1A1B5F6F82F6}"/>
              </a:ext>
            </a:extLst>
          </p:cNvPr>
          <p:cNvCxnSpPr>
            <a:cxnSpLocks/>
          </p:cNvCxnSpPr>
          <p:nvPr/>
        </p:nvCxnSpPr>
        <p:spPr>
          <a:xfrm>
            <a:off x="1479017" y="9979869"/>
            <a:ext cx="433338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623975E9-CA72-455B-9430-1D16ADA29ECB}"/>
              </a:ext>
            </a:extLst>
          </p:cNvPr>
          <p:cNvSpPr txBox="1"/>
          <p:nvPr/>
        </p:nvSpPr>
        <p:spPr>
          <a:xfrm>
            <a:off x="1487410" y="10074956"/>
            <a:ext cx="631904" cy="215444"/>
          </a:xfrm>
          <a:prstGeom prst="rect">
            <a:avLst/>
          </a:prstGeom>
          <a:noFill/>
        </p:spPr>
        <p:txBody>
          <a:bodyPr wrap="square" rtlCol="0">
            <a:spAutoFit/>
          </a:bodyPr>
          <a:lstStyle/>
          <a:p>
            <a:r>
              <a:rPr lang="ko-KR" altLang="en-US" sz="800" dirty="0"/>
              <a:t>결제 정보</a:t>
            </a:r>
          </a:p>
        </p:txBody>
      </p:sp>
      <p:cxnSp>
        <p:nvCxnSpPr>
          <p:cNvPr id="36" name="직선 연결선 35">
            <a:extLst>
              <a:ext uri="{FF2B5EF4-FFF2-40B4-BE49-F238E27FC236}">
                <a16:creationId xmlns:a16="http://schemas.microsoft.com/office/drawing/2014/main" id="{DDB2B4C1-33AB-489A-91F2-A1A23FD4CF52}"/>
              </a:ext>
            </a:extLst>
          </p:cNvPr>
          <p:cNvCxnSpPr>
            <a:cxnSpLocks/>
          </p:cNvCxnSpPr>
          <p:nvPr/>
        </p:nvCxnSpPr>
        <p:spPr>
          <a:xfrm>
            <a:off x="6096000" y="9979869"/>
            <a:ext cx="269821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TextBox 36">
            <a:extLst>
              <a:ext uri="{FF2B5EF4-FFF2-40B4-BE49-F238E27FC236}">
                <a16:creationId xmlns:a16="http://schemas.microsoft.com/office/drawing/2014/main" id="{DCA4BBB0-9098-44DC-835C-13E26978125C}"/>
              </a:ext>
            </a:extLst>
          </p:cNvPr>
          <p:cNvSpPr txBox="1"/>
          <p:nvPr/>
        </p:nvSpPr>
        <p:spPr>
          <a:xfrm>
            <a:off x="6096000" y="10074956"/>
            <a:ext cx="1078727" cy="215444"/>
          </a:xfrm>
          <a:prstGeom prst="rect">
            <a:avLst/>
          </a:prstGeom>
          <a:noFill/>
        </p:spPr>
        <p:txBody>
          <a:bodyPr wrap="square" rtlCol="0">
            <a:spAutoFit/>
          </a:bodyPr>
          <a:lstStyle/>
          <a:p>
            <a:r>
              <a:rPr lang="ko-KR" altLang="en-US" sz="800" dirty="0"/>
              <a:t>최종 결제금액</a:t>
            </a:r>
          </a:p>
        </p:txBody>
      </p:sp>
      <p:graphicFrame>
        <p:nvGraphicFramePr>
          <p:cNvPr id="38" name="표 37">
            <a:extLst>
              <a:ext uri="{FF2B5EF4-FFF2-40B4-BE49-F238E27FC236}">
                <a16:creationId xmlns:a16="http://schemas.microsoft.com/office/drawing/2014/main" id="{BE139FB1-4329-4613-B3BC-0A38E05B231C}"/>
              </a:ext>
            </a:extLst>
          </p:cNvPr>
          <p:cNvGraphicFramePr>
            <a:graphicFrameLocks noGrp="1"/>
          </p:cNvGraphicFramePr>
          <p:nvPr/>
        </p:nvGraphicFramePr>
        <p:xfrm>
          <a:off x="1476367" y="10384291"/>
          <a:ext cx="4336035" cy="853440"/>
        </p:xfrm>
        <a:graphic>
          <a:graphicData uri="http://schemas.openxmlformats.org/drawingml/2006/table">
            <a:tbl>
              <a:tblPr firstRow="1" bandRow="1">
                <a:tableStyleId>{5940675A-B579-460E-94D1-54222C63F5DA}</a:tableStyleId>
              </a:tblPr>
              <a:tblGrid>
                <a:gridCol w="1237336">
                  <a:extLst>
                    <a:ext uri="{9D8B030D-6E8A-4147-A177-3AD203B41FA5}">
                      <a16:colId xmlns:a16="http://schemas.microsoft.com/office/drawing/2014/main" val="1468661165"/>
                    </a:ext>
                  </a:extLst>
                </a:gridCol>
                <a:gridCol w="3098699">
                  <a:extLst>
                    <a:ext uri="{9D8B030D-6E8A-4147-A177-3AD203B41FA5}">
                      <a16:colId xmlns:a16="http://schemas.microsoft.com/office/drawing/2014/main" val="3917594789"/>
                    </a:ext>
                  </a:extLst>
                </a:gridCol>
              </a:tblGrid>
              <a:tr h="165784">
                <a:tc>
                  <a:txBody>
                    <a:bodyPr/>
                    <a:lstStyle/>
                    <a:p>
                      <a:pPr latinLnBrk="1"/>
                      <a:r>
                        <a:rPr lang="ko-KR" altLang="en-US" sz="800" dirty="0"/>
                        <a:t>결제수단</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카드결제</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a:txBody>
                    <a:bodyPr/>
                    <a:lstStyle/>
                    <a:p>
                      <a:pPr latinLnBrk="1"/>
                      <a:r>
                        <a:rPr lang="ko-KR" altLang="en-US" sz="800" dirty="0"/>
                        <a:t>카드종류</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현대카드</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a:txBody>
                    <a:bodyPr/>
                    <a:lstStyle/>
                    <a:p>
                      <a:pPr latinLnBrk="1"/>
                      <a:r>
                        <a:rPr lang="ko-KR" altLang="en-US" sz="800" dirty="0"/>
                        <a:t>카드번호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22030222-******</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r h="0">
                <a:tc>
                  <a:txBody>
                    <a:bodyPr/>
                    <a:lstStyle/>
                    <a:p>
                      <a:pPr latinLnBrk="1"/>
                      <a:r>
                        <a:rPr lang="ko-KR" altLang="en-US" sz="800" dirty="0"/>
                        <a:t>적립포인트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+ 1000 point</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610892354"/>
                  </a:ext>
                </a:extLst>
              </a:tr>
            </a:tbl>
          </a:graphicData>
        </a:graphic>
      </p:graphicFrame>
      <p:graphicFrame>
        <p:nvGraphicFramePr>
          <p:cNvPr id="39" name="표 38">
            <a:extLst>
              <a:ext uri="{FF2B5EF4-FFF2-40B4-BE49-F238E27FC236}">
                <a16:creationId xmlns:a16="http://schemas.microsoft.com/office/drawing/2014/main" id="{41C099F2-CFDA-44FA-A024-B4FFA5DFFC4A}"/>
              </a:ext>
            </a:extLst>
          </p:cNvPr>
          <p:cNvGraphicFramePr>
            <a:graphicFrameLocks noGrp="1"/>
          </p:cNvGraphicFramePr>
          <p:nvPr/>
        </p:nvGraphicFramePr>
        <p:xfrm>
          <a:off x="6096000" y="10374814"/>
          <a:ext cx="2687174" cy="914400"/>
        </p:xfrm>
        <a:graphic>
          <a:graphicData uri="http://schemas.openxmlformats.org/drawingml/2006/table">
            <a:tbl>
              <a:tblPr firstRow="1" bandRow="1">
                <a:tableStyleId>{5940675A-B579-460E-94D1-54222C63F5DA}</a:tableStyleId>
              </a:tblPr>
              <a:tblGrid>
                <a:gridCol w="1256071">
                  <a:extLst>
                    <a:ext uri="{9D8B030D-6E8A-4147-A177-3AD203B41FA5}">
                      <a16:colId xmlns:a16="http://schemas.microsoft.com/office/drawing/2014/main" val="1468661165"/>
                    </a:ext>
                  </a:extLst>
                </a:gridCol>
                <a:gridCol w="1431103">
                  <a:extLst>
                    <a:ext uri="{9D8B030D-6E8A-4147-A177-3AD203B41FA5}">
                      <a16:colId xmlns:a16="http://schemas.microsoft.com/office/drawing/2014/main" val="3917594789"/>
                    </a:ext>
                  </a:extLst>
                </a:gridCol>
              </a:tblGrid>
              <a:tr h="165784">
                <a:tc>
                  <a:txBody>
                    <a:bodyPr/>
                    <a:lstStyle/>
                    <a:p>
                      <a:pPr latinLnBrk="1"/>
                      <a:r>
                        <a:rPr lang="ko-KR" altLang="en-US" sz="800" dirty="0"/>
                        <a:t>총 상품금액</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800" dirty="0"/>
                        <a:t>3,000 </a:t>
                      </a:r>
                      <a:r>
                        <a:rPr lang="ko-KR" altLang="en-US" sz="800" dirty="0"/>
                        <a:t>원</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a:txBody>
                    <a:bodyPr/>
                    <a:lstStyle/>
                    <a:p>
                      <a:pPr latinLnBrk="1"/>
                      <a:r>
                        <a:rPr lang="ko-KR" altLang="en-US" sz="800" dirty="0"/>
                        <a:t>배송비</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800" dirty="0"/>
                        <a:t>+ 2,500 </a:t>
                      </a:r>
                      <a:r>
                        <a:rPr lang="ko-KR" altLang="en-US" sz="800" dirty="0"/>
                        <a:t>원</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a:txBody>
                    <a:bodyPr/>
                    <a:lstStyle/>
                    <a:p>
                      <a:pPr latinLnBrk="1"/>
                      <a:r>
                        <a:rPr lang="ko-KR" altLang="en-US" sz="800" dirty="0"/>
                        <a:t>포인트 사용</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800" dirty="0"/>
                        <a:t>- 2,000 p</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r h="0">
                <a:tc>
                  <a:txBody>
                    <a:bodyPr/>
                    <a:lstStyle/>
                    <a:p>
                      <a:pPr latinLnBrk="1"/>
                      <a:r>
                        <a:rPr lang="ko-KR" altLang="en-US" sz="800" dirty="0"/>
                        <a:t>최종 결제금액</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1200" b="1" dirty="0">
                          <a:solidFill>
                            <a:schemeClr val="accent2">
                              <a:lumMod val="75000"/>
                            </a:schemeClr>
                          </a:solidFill>
                        </a:rPr>
                        <a:t>4,500 </a:t>
                      </a:r>
                      <a:r>
                        <a:rPr lang="ko-KR" altLang="en-US" sz="800" b="1" dirty="0">
                          <a:solidFill>
                            <a:schemeClr val="tx1"/>
                          </a:solidFill>
                        </a:rPr>
                        <a:t>원</a:t>
                      </a:r>
                      <a:endParaRPr lang="en-US" altLang="ko-KR" sz="800" b="1" dirty="0">
                        <a:solidFill>
                          <a:schemeClr val="tx1"/>
                        </a:solidFill>
                      </a:endParaRP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610892354"/>
                  </a:ext>
                </a:extLst>
              </a:tr>
            </a:tbl>
          </a:graphicData>
        </a:graphic>
      </p:graphicFrame>
      <p:sp>
        <p:nvSpPr>
          <p:cNvPr id="40" name="직사각형 39">
            <a:extLst>
              <a:ext uri="{FF2B5EF4-FFF2-40B4-BE49-F238E27FC236}">
                <a16:creationId xmlns:a16="http://schemas.microsoft.com/office/drawing/2014/main" id="{0A986A23-4CC6-484A-81AD-799B1934AA70}"/>
              </a:ext>
            </a:extLst>
          </p:cNvPr>
          <p:cNvSpPr/>
          <p:nvPr/>
        </p:nvSpPr>
        <p:spPr>
          <a:xfrm>
            <a:off x="3124415" y="5870247"/>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grpSp>
        <p:nvGrpSpPr>
          <p:cNvPr id="41" name="그룹 40">
            <a:extLst>
              <a:ext uri="{FF2B5EF4-FFF2-40B4-BE49-F238E27FC236}">
                <a16:creationId xmlns:a16="http://schemas.microsoft.com/office/drawing/2014/main" id="{A773D6E2-F5AF-4492-9C57-D29F21073C58}"/>
              </a:ext>
            </a:extLst>
          </p:cNvPr>
          <p:cNvGrpSpPr/>
          <p:nvPr/>
        </p:nvGrpSpPr>
        <p:grpSpPr>
          <a:xfrm>
            <a:off x="2413986" y="5845693"/>
            <a:ext cx="689346" cy="440906"/>
            <a:chOff x="2843808" y="1955121"/>
            <a:chExt cx="1674813" cy="596970"/>
          </a:xfrm>
          <a:solidFill>
            <a:schemeClr val="bg1">
              <a:lumMod val="95000"/>
            </a:schemeClr>
          </a:solidFill>
        </p:grpSpPr>
        <p:sp>
          <p:nvSpPr>
            <p:cNvPr id="42" name="Border">
              <a:extLst>
                <a:ext uri="{FF2B5EF4-FFF2-40B4-BE49-F238E27FC236}">
                  <a16:creationId xmlns:a16="http://schemas.microsoft.com/office/drawing/2014/main" id="{47DAE718-C7C0-454F-9892-4055367A1B3F}"/>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3" name="Line 2">
              <a:extLst>
                <a:ext uri="{FF2B5EF4-FFF2-40B4-BE49-F238E27FC236}">
                  <a16:creationId xmlns:a16="http://schemas.microsoft.com/office/drawing/2014/main" id="{951A4DC7-6FA7-462C-ABE5-F93A33BC904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4" name="Line 1">
              <a:extLst>
                <a:ext uri="{FF2B5EF4-FFF2-40B4-BE49-F238E27FC236}">
                  <a16:creationId xmlns:a16="http://schemas.microsoft.com/office/drawing/2014/main" id="{0AFC9688-86E1-46C7-9436-95D4FC82C7C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5" name="TextBox 44">
              <a:extLst>
                <a:ext uri="{FF2B5EF4-FFF2-40B4-BE49-F238E27FC236}">
                  <a16:creationId xmlns:a16="http://schemas.microsoft.com/office/drawing/2014/main" id="{FD1791B8-1AAD-4176-9724-0590440CCEA7}"/>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46" name="직사각형 45">
            <a:extLst>
              <a:ext uri="{FF2B5EF4-FFF2-40B4-BE49-F238E27FC236}">
                <a16:creationId xmlns:a16="http://schemas.microsoft.com/office/drawing/2014/main" id="{7EC4EB8A-69F3-4C54-9705-4AC5D98C128C}"/>
              </a:ext>
            </a:extLst>
          </p:cNvPr>
          <p:cNvSpPr/>
          <p:nvPr/>
        </p:nvSpPr>
        <p:spPr>
          <a:xfrm>
            <a:off x="3124415" y="6520890"/>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grpSp>
        <p:nvGrpSpPr>
          <p:cNvPr id="47" name="그룹 46">
            <a:extLst>
              <a:ext uri="{FF2B5EF4-FFF2-40B4-BE49-F238E27FC236}">
                <a16:creationId xmlns:a16="http://schemas.microsoft.com/office/drawing/2014/main" id="{56FA31BE-3F1E-412B-B09A-E666E833308C}"/>
              </a:ext>
            </a:extLst>
          </p:cNvPr>
          <p:cNvGrpSpPr/>
          <p:nvPr/>
        </p:nvGrpSpPr>
        <p:grpSpPr>
          <a:xfrm>
            <a:off x="2413986" y="6496336"/>
            <a:ext cx="689346" cy="440906"/>
            <a:chOff x="2843808" y="1955121"/>
            <a:chExt cx="1674813" cy="596970"/>
          </a:xfrm>
          <a:solidFill>
            <a:schemeClr val="bg1">
              <a:lumMod val="95000"/>
            </a:schemeClr>
          </a:solidFill>
        </p:grpSpPr>
        <p:sp>
          <p:nvSpPr>
            <p:cNvPr id="48"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9"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0"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1" name="TextBox 50">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52" name="직사각형 51">
            <a:extLst>
              <a:ext uri="{FF2B5EF4-FFF2-40B4-BE49-F238E27FC236}">
                <a16:creationId xmlns:a16="http://schemas.microsoft.com/office/drawing/2014/main" id="{80850CAC-6236-48BC-89CF-B1A9E42551C9}"/>
              </a:ext>
            </a:extLst>
          </p:cNvPr>
          <p:cNvSpPr/>
          <p:nvPr/>
        </p:nvSpPr>
        <p:spPr>
          <a:xfrm>
            <a:off x="7957667" y="4679331"/>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tx1"/>
                </a:solidFill>
              </a:rPr>
              <a:t>구매확정일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53" name="직사각형 52">
            <a:extLst>
              <a:ext uri="{FF2B5EF4-FFF2-40B4-BE49-F238E27FC236}">
                <a16:creationId xmlns:a16="http://schemas.microsoft.com/office/drawing/2014/main" id="{8047EFA7-7F0E-4009-8185-A3A373999398}"/>
              </a:ext>
            </a:extLst>
          </p:cNvPr>
          <p:cNvSpPr/>
          <p:nvPr/>
        </p:nvSpPr>
        <p:spPr>
          <a:xfrm>
            <a:off x="7957667" y="6587222"/>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교환완료일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54" name="직사각형 53">
            <a:extLst>
              <a:ext uri="{FF2B5EF4-FFF2-40B4-BE49-F238E27FC236}">
                <a16:creationId xmlns:a16="http://schemas.microsoft.com/office/drawing/2014/main" id="{209B8D46-8E94-4D18-985B-D9E5D14F9B65}"/>
              </a:ext>
            </a:extLst>
          </p:cNvPr>
          <p:cNvSpPr/>
          <p:nvPr/>
        </p:nvSpPr>
        <p:spPr>
          <a:xfrm>
            <a:off x="7957667" y="5938094"/>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반품완료일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55" name="직사각형 54">
            <a:extLst>
              <a:ext uri="{FF2B5EF4-FFF2-40B4-BE49-F238E27FC236}">
                <a16:creationId xmlns:a16="http://schemas.microsoft.com/office/drawing/2014/main" id="{E10E233A-7BB9-45A0-A7E6-45FAA232B7D8}"/>
              </a:ext>
            </a:extLst>
          </p:cNvPr>
          <p:cNvSpPr/>
          <p:nvPr/>
        </p:nvSpPr>
        <p:spPr>
          <a:xfrm>
            <a:off x="7957667" y="5289506"/>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취소완료일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65" name="TextBox 64">
            <a:extLst>
              <a:ext uri="{FF2B5EF4-FFF2-40B4-BE49-F238E27FC236}">
                <a16:creationId xmlns:a16="http://schemas.microsoft.com/office/drawing/2014/main" id="{B4795005-E9AC-45DB-A058-440FE52170E6}"/>
              </a:ext>
            </a:extLst>
          </p:cNvPr>
          <p:cNvSpPr txBox="1"/>
          <p:nvPr/>
        </p:nvSpPr>
        <p:spPr>
          <a:xfrm>
            <a:off x="6072618" y="9579502"/>
            <a:ext cx="2893947" cy="338554"/>
          </a:xfrm>
          <a:prstGeom prst="rect">
            <a:avLst/>
          </a:prstGeom>
          <a:noFill/>
        </p:spPr>
        <p:txBody>
          <a:bodyPr wrap="square" rtlCol="0">
            <a:spAutoFit/>
          </a:bodyPr>
          <a:lstStyle/>
          <a:p>
            <a:r>
              <a:rPr lang="en-US" altLang="ko-KR" sz="800" dirty="0"/>
              <a:t>( </a:t>
            </a:r>
            <a:r>
              <a:rPr lang="ko-KR" altLang="en-US" sz="800" dirty="0"/>
              <a:t>배송비 </a:t>
            </a:r>
            <a:r>
              <a:rPr lang="en-US" altLang="ko-KR" sz="800" dirty="0"/>
              <a:t>) 30,000</a:t>
            </a:r>
            <a:r>
              <a:rPr lang="ko-KR" altLang="en-US" sz="800" dirty="0"/>
              <a:t>원 미만 </a:t>
            </a:r>
            <a:r>
              <a:rPr lang="en-US" altLang="ko-KR" sz="800" dirty="0"/>
              <a:t>: 2,500 </a:t>
            </a:r>
            <a:r>
              <a:rPr lang="ko-KR" altLang="en-US" sz="800" dirty="0"/>
              <a:t>원 </a:t>
            </a:r>
            <a:r>
              <a:rPr lang="en-US" altLang="ko-KR" sz="800" dirty="0"/>
              <a:t>|  </a:t>
            </a:r>
            <a:r>
              <a:rPr lang="ko-KR" altLang="en-US" sz="800" dirty="0"/>
              <a:t>판매자 문의하기 ▷</a:t>
            </a:r>
          </a:p>
          <a:p>
            <a:endParaRPr lang="ko-KR" altLang="en-US" sz="800" dirty="0"/>
          </a:p>
        </p:txBody>
      </p:sp>
      <p:sp>
        <p:nvSpPr>
          <p:cNvPr id="93" name="직사각형 92">
            <a:extLst>
              <a:ext uri="{FF2B5EF4-FFF2-40B4-BE49-F238E27FC236}">
                <a16:creationId xmlns:a16="http://schemas.microsoft.com/office/drawing/2014/main" id="{AEA0D8A4-5D61-497C-9F12-3A678C6111DF}"/>
              </a:ext>
            </a:extLst>
          </p:cNvPr>
          <p:cNvSpPr/>
          <p:nvPr/>
        </p:nvSpPr>
        <p:spPr>
          <a:xfrm>
            <a:off x="4598106" y="11597035"/>
            <a:ext cx="920552" cy="297955"/>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메인으로</a:t>
            </a:r>
            <a:endParaRPr lang="en-US" altLang="ko-KR" sz="800" dirty="0">
              <a:solidFill>
                <a:schemeClr val="bg1"/>
              </a:solidFill>
            </a:endParaRPr>
          </a:p>
        </p:txBody>
      </p:sp>
      <p:graphicFrame>
        <p:nvGraphicFramePr>
          <p:cNvPr id="95" name="표 94">
            <a:extLst>
              <a:ext uri="{FF2B5EF4-FFF2-40B4-BE49-F238E27FC236}">
                <a16:creationId xmlns:a16="http://schemas.microsoft.com/office/drawing/2014/main" id="{3B320BEC-EC65-4357-B942-478D15721AA5}"/>
              </a:ext>
            </a:extLst>
          </p:cNvPr>
          <p:cNvGraphicFramePr>
            <a:graphicFrameLocks noGrp="1"/>
          </p:cNvGraphicFramePr>
          <p:nvPr>
            <p:extLst>
              <p:ext uri="{D42A27DB-BD31-4B8C-83A1-F6EECF244321}">
                <p14:modId xmlns:p14="http://schemas.microsoft.com/office/powerpoint/2010/main" val="2472508307"/>
              </p:ext>
            </p:extLst>
          </p:nvPr>
        </p:nvGraphicFramePr>
        <p:xfrm>
          <a:off x="10171774" y="22159"/>
          <a:ext cx="1979018" cy="2698512"/>
        </p:xfrm>
        <a:graphic>
          <a:graphicData uri="http://schemas.openxmlformats.org/drawingml/2006/table">
            <a:tbl>
              <a:tblPr firstRow="1" bandRow="1">
                <a:tableStyleId>{5940675A-B579-460E-94D1-54222C63F5DA}</a:tableStyleId>
              </a:tblPr>
              <a:tblGrid>
                <a:gridCol w="297687">
                  <a:extLst>
                    <a:ext uri="{9D8B030D-6E8A-4147-A177-3AD203B41FA5}">
                      <a16:colId xmlns:a16="http://schemas.microsoft.com/office/drawing/2014/main" val="2768186151"/>
                    </a:ext>
                  </a:extLst>
                </a:gridCol>
                <a:gridCol w="527402">
                  <a:extLst>
                    <a:ext uri="{9D8B030D-6E8A-4147-A177-3AD203B41FA5}">
                      <a16:colId xmlns:a16="http://schemas.microsoft.com/office/drawing/2014/main" val="1926572822"/>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en-US" altLang="ko-KR" sz="800" dirty="0"/>
                        <a:t>RF-01-06-02-4</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주문조회</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주문 상세 페이지 </a:t>
                      </a:r>
                      <a:r>
                        <a:rPr lang="en-US" altLang="ko-KR" sz="800" dirty="0"/>
                        <a:t>&gt; </a:t>
                      </a:r>
                      <a:r>
                        <a:rPr lang="ko-KR" altLang="en-US" sz="800" dirty="0"/>
                        <a:t>구매 확정</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배송 완료 상태일 때 구매 확정을 하는 과정</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구매 확정하기 화면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46746957"/>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t>별점은</a:t>
                      </a:r>
                      <a:r>
                        <a:rPr lang="ko-KR" altLang="en-US" sz="800" dirty="0"/>
                        <a:t> 마우스를 올리면 </a:t>
                      </a:r>
                      <a:r>
                        <a:rPr lang="ko-KR" altLang="en-US" sz="800" dirty="0" err="1"/>
                        <a:t>반개</a:t>
                      </a:r>
                      <a:r>
                        <a:rPr lang="ko-KR" altLang="en-US" sz="800" dirty="0"/>
                        <a:t> 단위로 </a:t>
                      </a:r>
                      <a:r>
                        <a:rPr lang="ko-KR" altLang="en-US" sz="800" dirty="0" err="1"/>
                        <a:t>미리보기</a:t>
                      </a:r>
                      <a:r>
                        <a:rPr lang="ko-KR" altLang="en-US" sz="800" dirty="0"/>
                        <a:t> 형태로 채워지고</a:t>
                      </a:r>
                      <a:r>
                        <a:rPr lang="en-US" altLang="ko-KR" sz="800" dirty="0"/>
                        <a:t>, </a:t>
                      </a:r>
                      <a:r>
                        <a:rPr lang="ko-KR" altLang="en-US" sz="800" dirty="0"/>
                        <a:t>클릭 시 해당 별까지 선택되어 평점이 설정된다</a:t>
                      </a:r>
                      <a:r>
                        <a:rPr lang="en-US" altLang="ko-KR" sz="80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557257392"/>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클릭 시 구매 확정 상태로 변경된다</a:t>
                      </a:r>
                      <a:r>
                        <a:rPr lang="en-US" altLang="ko-KR" sz="80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918262721"/>
                  </a:ext>
                </a:extLst>
              </a:tr>
            </a:tbl>
          </a:graphicData>
        </a:graphic>
      </p:graphicFrame>
      <p:grpSp>
        <p:nvGrpSpPr>
          <p:cNvPr id="98" name="그룹 97">
            <a:extLst>
              <a:ext uri="{FF2B5EF4-FFF2-40B4-BE49-F238E27FC236}">
                <a16:creationId xmlns:a16="http://schemas.microsoft.com/office/drawing/2014/main" id="{56FA31BE-3F1E-412B-B09A-E666E833308C}"/>
              </a:ext>
            </a:extLst>
          </p:cNvPr>
          <p:cNvGrpSpPr/>
          <p:nvPr/>
        </p:nvGrpSpPr>
        <p:grpSpPr>
          <a:xfrm>
            <a:off x="2415384" y="7135298"/>
            <a:ext cx="689346" cy="440906"/>
            <a:chOff x="2843808" y="1955121"/>
            <a:chExt cx="1674813" cy="596970"/>
          </a:xfrm>
          <a:solidFill>
            <a:schemeClr val="bg1">
              <a:lumMod val="95000"/>
            </a:schemeClr>
          </a:solidFill>
        </p:grpSpPr>
        <p:sp>
          <p:nvSpPr>
            <p:cNvPr id="99"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0"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1"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2" name="TextBox 101">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grpSp>
        <p:nvGrpSpPr>
          <p:cNvPr id="103" name="그룹 102">
            <a:extLst>
              <a:ext uri="{FF2B5EF4-FFF2-40B4-BE49-F238E27FC236}">
                <a16:creationId xmlns:a16="http://schemas.microsoft.com/office/drawing/2014/main" id="{56FA31BE-3F1E-412B-B09A-E666E833308C}"/>
              </a:ext>
            </a:extLst>
          </p:cNvPr>
          <p:cNvGrpSpPr/>
          <p:nvPr/>
        </p:nvGrpSpPr>
        <p:grpSpPr>
          <a:xfrm>
            <a:off x="2412667" y="7717822"/>
            <a:ext cx="689346" cy="440906"/>
            <a:chOff x="2843808" y="1955121"/>
            <a:chExt cx="1674813" cy="596970"/>
          </a:xfrm>
          <a:solidFill>
            <a:schemeClr val="bg1">
              <a:lumMod val="95000"/>
            </a:schemeClr>
          </a:solidFill>
        </p:grpSpPr>
        <p:sp>
          <p:nvSpPr>
            <p:cNvPr id="104"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5"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6"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7" name="TextBox 106">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grpSp>
        <p:nvGrpSpPr>
          <p:cNvPr id="108" name="그룹 107">
            <a:extLst>
              <a:ext uri="{FF2B5EF4-FFF2-40B4-BE49-F238E27FC236}">
                <a16:creationId xmlns:a16="http://schemas.microsoft.com/office/drawing/2014/main" id="{56FA31BE-3F1E-412B-B09A-E666E833308C}"/>
              </a:ext>
            </a:extLst>
          </p:cNvPr>
          <p:cNvGrpSpPr/>
          <p:nvPr/>
        </p:nvGrpSpPr>
        <p:grpSpPr>
          <a:xfrm>
            <a:off x="2412667" y="8347035"/>
            <a:ext cx="689346" cy="440906"/>
            <a:chOff x="2843808" y="1955121"/>
            <a:chExt cx="1674813" cy="596970"/>
          </a:xfrm>
          <a:solidFill>
            <a:schemeClr val="bg1">
              <a:lumMod val="95000"/>
            </a:schemeClr>
          </a:solidFill>
        </p:grpSpPr>
        <p:sp>
          <p:nvSpPr>
            <p:cNvPr id="109"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0"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1"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2" name="TextBox 111">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grpSp>
        <p:nvGrpSpPr>
          <p:cNvPr id="113" name="그룹 112">
            <a:extLst>
              <a:ext uri="{FF2B5EF4-FFF2-40B4-BE49-F238E27FC236}">
                <a16:creationId xmlns:a16="http://schemas.microsoft.com/office/drawing/2014/main" id="{56FA31BE-3F1E-412B-B09A-E666E833308C}"/>
              </a:ext>
            </a:extLst>
          </p:cNvPr>
          <p:cNvGrpSpPr/>
          <p:nvPr/>
        </p:nvGrpSpPr>
        <p:grpSpPr>
          <a:xfrm>
            <a:off x="2419771" y="8940704"/>
            <a:ext cx="689346" cy="440906"/>
            <a:chOff x="2843808" y="1955121"/>
            <a:chExt cx="1674813" cy="596970"/>
          </a:xfrm>
          <a:solidFill>
            <a:schemeClr val="bg1">
              <a:lumMod val="95000"/>
            </a:schemeClr>
          </a:solidFill>
        </p:grpSpPr>
        <p:sp>
          <p:nvSpPr>
            <p:cNvPr id="114"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5"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6"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7" name="TextBox 116">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25" name="직사각형 124">
            <a:extLst>
              <a:ext uri="{FF2B5EF4-FFF2-40B4-BE49-F238E27FC236}">
                <a16:creationId xmlns:a16="http://schemas.microsoft.com/office/drawing/2014/main" id="{7EC4EB8A-69F3-4C54-9705-4AC5D98C128C}"/>
              </a:ext>
            </a:extLst>
          </p:cNvPr>
          <p:cNvSpPr/>
          <p:nvPr/>
        </p:nvSpPr>
        <p:spPr>
          <a:xfrm>
            <a:off x="3173395" y="7151849"/>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sp>
        <p:nvSpPr>
          <p:cNvPr id="126" name="직사각형 125">
            <a:extLst>
              <a:ext uri="{FF2B5EF4-FFF2-40B4-BE49-F238E27FC236}">
                <a16:creationId xmlns:a16="http://schemas.microsoft.com/office/drawing/2014/main" id="{7EC4EB8A-69F3-4C54-9705-4AC5D98C128C}"/>
              </a:ext>
            </a:extLst>
          </p:cNvPr>
          <p:cNvSpPr/>
          <p:nvPr/>
        </p:nvSpPr>
        <p:spPr>
          <a:xfrm>
            <a:off x="3169324" y="7737935"/>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sp>
        <p:nvSpPr>
          <p:cNvPr id="127" name="직사각형 126">
            <a:extLst>
              <a:ext uri="{FF2B5EF4-FFF2-40B4-BE49-F238E27FC236}">
                <a16:creationId xmlns:a16="http://schemas.microsoft.com/office/drawing/2014/main" id="{7EC4EB8A-69F3-4C54-9705-4AC5D98C128C}"/>
              </a:ext>
            </a:extLst>
          </p:cNvPr>
          <p:cNvSpPr/>
          <p:nvPr/>
        </p:nvSpPr>
        <p:spPr>
          <a:xfrm>
            <a:off x="3183085" y="8350064"/>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sp>
        <p:nvSpPr>
          <p:cNvPr id="128" name="직사각형 127">
            <a:extLst>
              <a:ext uri="{FF2B5EF4-FFF2-40B4-BE49-F238E27FC236}">
                <a16:creationId xmlns:a16="http://schemas.microsoft.com/office/drawing/2014/main" id="{7EC4EB8A-69F3-4C54-9705-4AC5D98C128C}"/>
              </a:ext>
            </a:extLst>
          </p:cNvPr>
          <p:cNvSpPr/>
          <p:nvPr/>
        </p:nvSpPr>
        <p:spPr>
          <a:xfrm>
            <a:off x="3169324" y="8945774"/>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sp>
        <p:nvSpPr>
          <p:cNvPr id="130" name="직사각형 129">
            <a:extLst>
              <a:ext uri="{FF2B5EF4-FFF2-40B4-BE49-F238E27FC236}">
                <a16:creationId xmlns:a16="http://schemas.microsoft.com/office/drawing/2014/main" id="{FCB3DCD2-8C49-41FE-A52B-CDE362A43498}"/>
              </a:ext>
            </a:extLst>
          </p:cNvPr>
          <p:cNvSpPr/>
          <p:nvPr/>
        </p:nvSpPr>
        <p:spPr>
          <a:xfrm>
            <a:off x="8042546" y="7238373"/>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취소신청</a:t>
            </a:r>
          </a:p>
        </p:txBody>
      </p:sp>
      <p:sp>
        <p:nvSpPr>
          <p:cNvPr id="132" name="직사각형 131">
            <a:extLst>
              <a:ext uri="{FF2B5EF4-FFF2-40B4-BE49-F238E27FC236}">
                <a16:creationId xmlns:a16="http://schemas.microsoft.com/office/drawing/2014/main" id="{FCB3DCD2-8C49-41FE-A52B-CDE362A43498}"/>
              </a:ext>
            </a:extLst>
          </p:cNvPr>
          <p:cNvSpPr/>
          <p:nvPr/>
        </p:nvSpPr>
        <p:spPr>
          <a:xfrm>
            <a:off x="8042546" y="7834674"/>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취소신청</a:t>
            </a:r>
          </a:p>
        </p:txBody>
      </p:sp>
      <p:sp>
        <p:nvSpPr>
          <p:cNvPr id="133" name="직사각형 132">
            <a:extLst>
              <a:ext uri="{FF2B5EF4-FFF2-40B4-BE49-F238E27FC236}">
                <a16:creationId xmlns:a16="http://schemas.microsoft.com/office/drawing/2014/main" id="{27084E9C-17F3-42AE-8231-8C85A80EE39F}"/>
              </a:ext>
            </a:extLst>
          </p:cNvPr>
          <p:cNvSpPr/>
          <p:nvPr/>
        </p:nvSpPr>
        <p:spPr>
          <a:xfrm>
            <a:off x="8042546" y="8456727"/>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반품신청</a:t>
            </a:r>
          </a:p>
        </p:txBody>
      </p:sp>
      <p:sp>
        <p:nvSpPr>
          <p:cNvPr id="134" name="직사각형 133">
            <a:extLst>
              <a:ext uri="{FF2B5EF4-FFF2-40B4-BE49-F238E27FC236}">
                <a16:creationId xmlns:a16="http://schemas.microsoft.com/office/drawing/2014/main" id="{154DCA1E-CE80-47D1-8F41-924E54F01F2F}"/>
              </a:ext>
            </a:extLst>
          </p:cNvPr>
          <p:cNvSpPr/>
          <p:nvPr/>
        </p:nvSpPr>
        <p:spPr>
          <a:xfrm>
            <a:off x="8049071" y="9315141"/>
            <a:ext cx="666792" cy="213852"/>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구매확정</a:t>
            </a:r>
          </a:p>
        </p:txBody>
      </p:sp>
      <p:sp>
        <p:nvSpPr>
          <p:cNvPr id="135" name="직사각형 134">
            <a:extLst>
              <a:ext uri="{FF2B5EF4-FFF2-40B4-BE49-F238E27FC236}">
                <a16:creationId xmlns:a16="http://schemas.microsoft.com/office/drawing/2014/main" id="{568DEFE7-B127-4AC7-BF82-53B4D61A428A}"/>
              </a:ext>
            </a:extLst>
          </p:cNvPr>
          <p:cNvSpPr/>
          <p:nvPr/>
        </p:nvSpPr>
        <p:spPr>
          <a:xfrm>
            <a:off x="8049071" y="8842447"/>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반품신청</a:t>
            </a:r>
          </a:p>
        </p:txBody>
      </p:sp>
      <p:sp>
        <p:nvSpPr>
          <p:cNvPr id="136" name="직사각형 135">
            <a:extLst>
              <a:ext uri="{FF2B5EF4-FFF2-40B4-BE49-F238E27FC236}">
                <a16:creationId xmlns:a16="http://schemas.microsoft.com/office/drawing/2014/main" id="{EF53F4A0-847F-40BC-AB92-6B18E9F6153B}"/>
              </a:ext>
            </a:extLst>
          </p:cNvPr>
          <p:cNvSpPr/>
          <p:nvPr/>
        </p:nvSpPr>
        <p:spPr>
          <a:xfrm>
            <a:off x="8042546" y="9072517"/>
            <a:ext cx="666792" cy="213852"/>
          </a:xfrm>
          <a:prstGeom prst="rect">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교환신청</a:t>
            </a:r>
          </a:p>
        </p:txBody>
      </p:sp>
      <p:sp>
        <p:nvSpPr>
          <p:cNvPr id="148" name="직사각형 147">
            <a:extLst>
              <a:ext uri="{FF2B5EF4-FFF2-40B4-BE49-F238E27FC236}">
                <a16:creationId xmlns:a16="http://schemas.microsoft.com/office/drawing/2014/main" id="{AECD5CCF-468C-44E8-89EB-60D4B27B7270}"/>
              </a:ext>
            </a:extLst>
          </p:cNvPr>
          <p:cNvSpPr/>
          <p:nvPr/>
        </p:nvSpPr>
        <p:spPr>
          <a:xfrm>
            <a:off x="3204437" y="7875737"/>
            <a:ext cx="3935785" cy="3419279"/>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4E86E47A-5118-46AC-ABB9-A5A8F18428FA}"/>
              </a:ext>
            </a:extLst>
          </p:cNvPr>
          <p:cNvSpPr txBox="1"/>
          <p:nvPr/>
        </p:nvSpPr>
        <p:spPr>
          <a:xfrm>
            <a:off x="3307455" y="8028303"/>
            <a:ext cx="103265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구매확정하기</a:t>
            </a:r>
            <a:endParaRPr lang="ko-KR" altLang="en-US" sz="900" dirty="0"/>
          </a:p>
        </p:txBody>
      </p:sp>
      <p:sp>
        <p:nvSpPr>
          <p:cNvPr id="150" name="직사각형 149">
            <a:extLst>
              <a:ext uri="{FF2B5EF4-FFF2-40B4-BE49-F238E27FC236}">
                <a16:creationId xmlns:a16="http://schemas.microsoft.com/office/drawing/2014/main" id="{119F77E1-1223-4D60-8D84-7B9DB1AD2258}"/>
              </a:ext>
            </a:extLst>
          </p:cNvPr>
          <p:cNvSpPr/>
          <p:nvPr/>
        </p:nvSpPr>
        <p:spPr>
          <a:xfrm>
            <a:off x="4089902" y="10709639"/>
            <a:ext cx="1218021" cy="213360"/>
          </a:xfrm>
          <a:prstGeom prst="rect">
            <a:avLst/>
          </a:prstGeom>
          <a:solidFill>
            <a:schemeClr val="accent6">
              <a:lumMod val="75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구매확정하기</a:t>
            </a:r>
            <a:endParaRPr lang="en-US" altLang="ko-KR" sz="800" dirty="0">
              <a:solidFill>
                <a:schemeClr val="bg1"/>
              </a:solidFill>
            </a:endParaRPr>
          </a:p>
        </p:txBody>
      </p:sp>
      <p:grpSp>
        <p:nvGrpSpPr>
          <p:cNvPr id="151" name="Image">
            <a:extLst>
              <a:ext uri="{FF2B5EF4-FFF2-40B4-BE49-F238E27FC236}">
                <a16:creationId xmlns:a16="http://schemas.microsoft.com/office/drawing/2014/main" id="{540DAA8D-512C-470D-BBFF-ECB5BC6BAC12}"/>
              </a:ext>
            </a:extLst>
          </p:cNvPr>
          <p:cNvGrpSpPr>
            <a:grpSpLocks/>
          </p:cNvGrpSpPr>
          <p:nvPr/>
        </p:nvGrpSpPr>
        <p:grpSpPr bwMode="auto">
          <a:xfrm>
            <a:off x="6827917" y="7995804"/>
            <a:ext cx="204716" cy="209797"/>
            <a:chOff x="508000" y="1397000"/>
            <a:chExt cx="1008112" cy="1008112"/>
          </a:xfrm>
        </p:grpSpPr>
        <p:sp>
          <p:nvSpPr>
            <p:cNvPr id="152" name="Border">
              <a:extLst>
                <a:ext uri="{FF2B5EF4-FFF2-40B4-BE49-F238E27FC236}">
                  <a16:creationId xmlns:a16="http://schemas.microsoft.com/office/drawing/2014/main" id="{A4080046-584A-43B6-9C5B-113F84E4D6D2}"/>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3" name="Line 2">
              <a:extLst>
                <a:ext uri="{FF2B5EF4-FFF2-40B4-BE49-F238E27FC236}">
                  <a16:creationId xmlns:a16="http://schemas.microsoft.com/office/drawing/2014/main" id="{363B9903-AF66-4526-A633-56A0DB96D07B}"/>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4" name="Line 1">
              <a:extLst>
                <a:ext uri="{FF2B5EF4-FFF2-40B4-BE49-F238E27FC236}">
                  <a16:creationId xmlns:a16="http://schemas.microsoft.com/office/drawing/2014/main" id="{7F195214-FF90-4996-A193-769FBEFA6A2D}"/>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55" name="직사각형 154">
            <a:extLst>
              <a:ext uri="{FF2B5EF4-FFF2-40B4-BE49-F238E27FC236}">
                <a16:creationId xmlns:a16="http://schemas.microsoft.com/office/drawing/2014/main" id="{E0F15452-21DF-4FB7-9C34-700C7C287A14}"/>
              </a:ext>
            </a:extLst>
          </p:cNvPr>
          <p:cNvSpPr/>
          <p:nvPr/>
        </p:nvSpPr>
        <p:spPr>
          <a:xfrm>
            <a:off x="5491222" y="10709639"/>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156" name="TextBox 155">
            <a:extLst>
              <a:ext uri="{FF2B5EF4-FFF2-40B4-BE49-F238E27FC236}">
                <a16:creationId xmlns:a16="http://schemas.microsoft.com/office/drawing/2014/main" id="{352F21F6-6032-4731-8746-9F6E4229F148}"/>
              </a:ext>
            </a:extLst>
          </p:cNvPr>
          <p:cNvSpPr txBox="1"/>
          <p:nvPr/>
        </p:nvSpPr>
        <p:spPr>
          <a:xfrm>
            <a:off x="3480579" y="9528996"/>
            <a:ext cx="646331" cy="230832"/>
          </a:xfrm>
          <a:prstGeom prst="rect">
            <a:avLst/>
          </a:prstGeom>
          <a:noFill/>
        </p:spPr>
        <p:txBody>
          <a:bodyPr wrap="none" rtlCol="0">
            <a:spAutoFit/>
          </a:bodyPr>
          <a:lstStyle/>
          <a:p>
            <a:r>
              <a:rPr lang="ko-KR" altLang="en-US" sz="900" b="1" dirty="0"/>
              <a:t>별점주기</a:t>
            </a:r>
          </a:p>
        </p:txBody>
      </p:sp>
      <p:sp>
        <p:nvSpPr>
          <p:cNvPr id="157" name="TextBox 156">
            <a:extLst>
              <a:ext uri="{FF2B5EF4-FFF2-40B4-BE49-F238E27FC236}">
                <a16:creationId xmlns:a16="http://schemas.microsoft.com/office/drawing/2014/main" id="{791978CA-00A2-44E1-B4CC-5D27350AB19D}"/>
              </a:ext>
            </a:extLst>
          </p:cNvPr>
          <p:cNvSpPr txBox="1"/>
          <p:nvPr/>
        </p:nvSpPr>
        <p:spPr>
          <a:xfrm>
            <a:off x="3444414" y="8452055"/>
            <a:ext cx="646331" cy="230832"/>
          </a:xfrm>
          <a:prstGeom prst="rect">
            <a:avLst/>
          </a:prstGeom>
          <a:noFill/>
        </p:spPr>
        <p:txBody>
          <a:bodyPr wrap="none" rtlCol="0">
            <a:spAutoFit/>
          </a:bodyPr>
          <a:lstStyle/>
          <a:p>
            <a:r>
              <a:rPr lang="ko-KR" altLang="en-US" sz="900" dirty="0"/>
              <a:t>주문상품</a:t>
            </a:r>
          </a:p>
        </p:txBody>
      </p:sp>
      <p:grpSp>
        <p:nvGrpSpPr>
          <p:cNvPr id="158" name="그룹 157">
            <a:extLst>
              <a:ext uri="{FF2B5EF4-FFF2-40B4-BE49-F238E27FC236}">
                <a16:creationId xmlns:a16="http://schemas.microsoft.com/office/drawing/2014/main" id="{829DFF05-4799-4CF0-8E8D-AD60D325C282}"/>
              </a:ext>
            </a:extLst>
          </p:cNvPr>
          <p:cNvGrpSpPr/>
          <p:nvPr/>
        </p:nvGrpSpPr>
        <p:grpSpPr>
          <a:xfrm>
            <a:off x="3481628" y="8778410"/>
            <a:ext cx="689346" cy="440906"/>
            <a:chOff x="2843808" y="1955121"/>
            <a:chExt cx="1674813" cy="596970"/>
          </a:xfrm>
          <a:solidFill>
            <a:schemeClr val="bg1">
              <a:lumMod val="95000"/>
            </a:schemeClr>
          </a:solidFill>
        </p:grpSpPr>
        <p:sp>
          <p:nvSpPr>
            <p:cNvPr id="159" name="Border">
              <a:extLst>
                <a:ext uri="{FF2B5EF4-FFF2-40B4-BE49-F238E27FC236}">
                  <a16:creationId xmlns:a16="http://schemas.microsoft.com/office/drawing/2014/main" id="{FBB2AF01-6086-49FA-92AB-88DEA6F4E0DE}"/>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0" name="Line 2">
              <a:extLst>
                <a:ext uri="{FF2B5EF4-FFF2-40B4-BE49-F238E27FC236}">
                  <a16:creationId xmlns:a16="http://schemas.microsoft.com/office/drawing/2014/main" id="{71E4717E-86F3-4ECA-A11E-F43FDBCD56E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1" name="Line 1">
              <a:extLst>
                <a:ext uri="{FF2B5EF4-FFF2-40B4-BE49-F238E27FC236}">
                  <a16:creationId xmlns:a16="http://schemas.microsoft.com/office/drawing/2014/main" id="{453141A4-D385-4F8E-9F74-92714AC43A3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2" name="TextBox 161">
              <a:extLst>
                <a:ext uri="{FF2B5EF4-FFF2-40B4-BE49-F238E27FC236}">
                  <a16:creationId xmlns:a16="http://schemas.microsoft.com/office/drawing/2014/main" id="{8FDB8862-7461-4698-87FF-C2E38183353D}"/>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63" name="직사각형 162">
            <a:extLst>
              <a:ext uri="{FF2B5EF4-FFF2-40B4-BE49-F238E27FC236}">
                <a16:creationId xmlns:a16="http://schemas.microsoft.com/office/drawing/2014/main" id="{316352CA-CF7F-4B99-A25D-452F536FBB54}"/>
              </a:ext>
            </a:extLst>
          </p:cNvPr>
          <p:cNvSpPr/>
          <p:nvPr/>
        </p:nvSpPr>
        <p:spPr>
          <a:xfrm>
            <a:off x="4192057" y="8778410"/>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64" name="TextBox 163">
            <a:extLst>
              <a:ext uri="{FF2B5EF4-FFF2-40B4-BE49-F238E27FC236}">
                <a16:creationId xmlns:a16="http://schemas.microsoft.com/office/drawing/2014/main" id="{12CA7352-A766-4B92-AA4D-A86040978EFF}"/>
              </a:ext>
            </a:extLst>
          </p:cNvPr>
          <p:cNvSpPr txBox="1"/>
          <p:nvPr/>
        </p:nvSpPr>
        <p:spPr>
          <a:xfrm>
            <a:off x="5899495" y="9494996"/>
            <a:ext cx="1047623" cy="276999"/>
          </a:xfrm>
          <a:prstGeom prst="rect">
            <a:avLst/>
          </a:prstGeom>
          <a:noFill/>
        </p:spPr>
        <p:txBody>
          <a:bodyPr wrap="square" rtlCol="0">
            <a:spAutoFit/>
          </a:bodyPr>
          <a:lstStyle/>
          <a:p>
            <a:r>
              <a:rPr lang="ko-KR" altLang="en-US" sz="1200" dirty="0"/>
              <a:t>☆☆☆★★</a:t>
            </a:r>
            <a:endParaRPr lang="ko-KR" altLang="en-US" sz="900" dirty="0"/>
          </a:p>
        </p:txBody>
      </p:sp>
      <p:sp>
        <p:nvSpPr>
          <p:cNvPr id="165" name="TextBox 164">
            <a:extLst>
              <a:ext uri="{FF2B5EF4-FFF2-40B4-BE49-F238E27FC236}">
                <a16:creationId xmlns:a16="http://schemas.microsoft.com/office/drawing/2014/main" id="{48123628-9BC5-47E2-9F1B-7C6478E8E29B}"/>
              </a:ext>
            </a:extLst>
          </p:cNvPr>
          <p:cNvSpPr txBox="1"/>
          <p:nvPr/>
        </p:nvSpPr>
        <p:spPr>
          <a:xfrm>
            <a:off x="3480579" y="10142819"/>
            <a:ext cx="1560042" cy="230832"/>
          </a:xfrm>
          <a:prstGeom prst="rect">
            <a:avLst/>
          </a:prstGeom>
          <a:noFill/>
        </p:spPr>
        <p:txBody>
          <a:bodyPr wrap="none" rtlCol="0">
            <a:spAutoFit/>
          </a:bodyPr>
          <a:lstStyle/>
          <a:p>
            <a:r>
              <a:rPr lang="ko-KR" altLang="en-US" sz="900" dirty="0"/>
              <a:t>이 상품을 구매하겠습니다</a:t>
            </a:r>
            <a:r>
              <a:rPr lang="en-US" altLang="ko-KR" sz="900" dirty="0"/>
              <a:t>.</a:t>
            </a:r>
            <a:endParaRPr lang="ko-KR" altLang="en-US" sz="900" dirty="0"/>
          </a:p>
        </p:txBody>
      </p:sp>
      <p:sp>
        <p:nvSpPr>
          <p:cNvPr id="166" name="타원 165">
            <a:extLst>
              <a:ext uri="{FF2B5EF4-FFF2-40B4-BE49-F238E27FC236}">
                <a16:creationId xmlns:a16="http://schemas.microsoft.com/office/drawing/2014/main" id="{F44F9895-54A8-4C86-AAC3-56CAE39BB559}"/>
              </a:ext>
            </a:extLst>
          </p:cNvPr>
          <p:cNvSpPr/>
          <p:nvPr/>
        </p:nvSpPr>
        <p:spPr>
          <a:xfrm>
            <a:off x="7849451" y="9191734"/>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7" name="직선 화살표 연결선 166">
            <a:extLst>
              <a:ext uri="{FF2B5EF4-FFF2-40B4-BE49-F238E27FC236}">
                <a16:creationId xmlns:a16="http://schemas.microsoft.com/office/drawing/2014/main" id="{EB3B77EB-8695-4F69-B938-9C39F9CBF6B8}"/>
              </a:ext>
            </a:extLst>
          </p:cNvPr>
          <p:cNvCxnSpPr>
            <a:cxnSpLocks/>
            <a:stCxn id="166" idx="2"/>
          </p:cNvCxnSpPr>
          <p:nvPr/>
        </p:nvCxnSpPr>
        <p:spPr>
          <a:xfrm flipH="1">
            <a:off x="6785608" y="9413546"/>
            <a:ext cx="1063843"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68" name="TextBox 167">
            <a:extLst>
              <a:ext uri="{FF2B5EF4-FFF2-40B4-BE49-F238E27FC236}">
                <a16:creationId xmlns:a16="http://schemas.microsoft.com/office/drawing/2014/main" id="{30B5E67E-AC3C-42EB-AD49-E958B3DAA324}"/>
              </a:ext>
            </a:extLst>
          </p:cNvPr>
          <p:cNvSpPr txBox="1"/>
          <p:nvPr/>
        </p:nvSpPr>
        <p:spPr>
          <a:xfrm>
            <a:off x="8705292" y="9166019"/>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169" name="TextBox 168">
            <a:extLst>
              <a:ext uri="{FF2B5EF4-FFF2-40B4-BE49-F238E27FC236}">
                <a16:creationId xmlns:a16="http://schemas.microsoft.com/office/drawing/2014/main" id="{30B5E67E-AC3C-42EB-AD49-E958B3DAA324}"/>
              </a:ext>
            </a:extLst>
          </p:cNvPr>
          <p:cNvSpPr txBox="1"/>
          <p:nvPr/>
        </p:nvSpPr>
        <p:spPr>
          <a:xfrm>
            <a:off x="5820626" y="9386289"/>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170" name="TextBox 169">
            <a:extLst>
              <a:ext uri="{FF2B5EF4-FFF2-40B4-BE49-F238E27FC236}">
                <a16:creationId xmlns:a16="http://schemas.microsoft.com/office/drawing/2014/main" id="{30B5E67E-AC3C-42EB-AD49-E958B3DAA324}"/>
              </a:ext>
            </a:extLst>
          </p:cNvPr>
          <p:cNvSpPr txBox="1"/>
          <p:nvPr/>
        </p:nvSpPr>
        <p:spPr>
          <a:xfrm>
            <a:off x="3989152" y="10586924"/>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Tree>
    <p:extLst>
      <p:ext uri="{BB962C8B-B14F-4D97-AF65-F5344CB8AC3E}">
        <p14:creationId xmlns:p14="http://schemas.microsoft.com/office/powerpoint/2010/main" val="1610655402"/>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Box 13">
            <a:extLst>
              <a:ext uri="{FF2B5EF4-FFF2-40B4-BE49-F238E27FC236}">
                <a16:creationId xmlns:a16="http://schemas.microsoft.com/office/drawing/2014/main" id="{AAB4805C-DCC2-40B1-BD09-8F72A75047A5}"/>
              </a:ext>
            </a:extLst>
          </p:cNvPr>
          <p:cNvSpPr txBox="1"/>
          <p:nvPr/>
        </p:nvSpPr>
        <p:spPr>
          <a:xfrm>
            <a:off x="4631022" y="871059"/>
            <a:ext cx="854721" cy="276999"/>
          </a:xfrm>
          <a:prstGeom prst="rect">
            <a:avLst/>
          </a:prstGeom>
          <a:noFill/>
        </p:spPr>
        <p:txBody>
          <a:bodyPr wrap="none" rtlCol="0">
            <a:spAutoFit/>
          </a:bodyPr>
          <a:lstStyle/>
          <a:p>
            <a:r>
              <a:rPr lang="ko-KR" altLang="en-US" sz="1200" b="1" dirty="0"/>
              <a:t>주문 상세</a:t>
            </a:r>
          </a:p>
        </p:txBody>
      </p:sp>
      <p:cxnSp>
        <p:nvCxnSpPr>
          <p:cNvPr id="15" name="직선 연결선 14">
            <a:extLst>
              <a:ext uri="{FF2B5EF4-FFF2-40B4-BE49-F238E27FC236}">
                <a16:creationId xmlns:a16="http://schemas.microsoft.com/office/drawing/2014/main" id="{EBE72026-EC5E-4A06-9F11-F5520B97E61A}"/>
              </a:ext>
            </a:extLst>
          </p:cNvPr>
          <p:cNvCxnSpPr>
            <a:cxnSpLocks/>
          </p:cNvCxnSpPr>
          <p:nvPr/>
        </p:nvCxnSpPr>
        <p:spPr>
          <a:xfrm>
            <a:off x="1481667" y="1314226"/>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F8889E49-E2F9-43E7-B0B3-EF2CBA57AD63}"/>
              </a:ext>
            </a:extLst>
          </p:cNvPr>
          <p:cNvSpPr txBox="1"/>
          <p:nvPr/>
        </p:nvSpPr>
        <p:spPr>
          <a:xfrm>
            <a:off x="1487410" y="1395833"/>
            <a:ext cx="2015295" cy="215444"/>
          </a:xfrm>
          <a:prstGeom prst="rect">
            <a:avLst/>
          </a:prstGeom>
          <a:noFill/>
        </p:spPr>
        <p:txBody>
          <a:bodyPr wrap="none" rtlCol="0">
            <a:spAutoFit/>
          </a:bodyPr>
          <a:lstStyle/>
          <a:p>
            <a:r>
              <a:rPr lang="en-US" altLang="ko-KR" sz="800" dirty="0"/>
              <a:t>2024.10.14  |  </a:t>
            </a:r>
            <a:r>
              <a:rPr lang="ko-KR" altLang="en-US" sz="800" dirty="0"/>
              <a:t>주문번호</a:t>
            </a:r>
            <a:r>
              <a:rPr lang="en-US" altLang="ko-KR" sz="800" dirty="0"/>
              <a:t>:</a:t>
            </a:r>
            <a:r>
              <a:rPr lang="ko-KR" altLang="en-US" sz="800" dirty="0"/>
              <a:t> </a:t>
            </a:r>
            <a:r>
              <a:rPr lang="en-US" altLang="ko-KR" sz="800" dirty="0"/>
              <a:t>Me9-00929423</a:t>
            </a:r>
            <a:endParaRPr lang="ko-KR" altLang="en-US" sz="800" dirty="0"/>
          </a:p>
        </p:txBody>
      </p:sp>
      <p:graphicFrame>
        <p:nvGraphicFramePr>
          <p:cNvPr id="17" name="표 87">
            <a:extLst>
              <a:ext uri="{FF2B5EF4-FFF2-40B4-BE49-F238E27FC236}">
                <a16:creationId xmlns:a16="http://schemas.microsoft.com/office/drawing/2014/main" id="{B8C31EE1-2F19-4E8D-B49B-29BB2BDFED36}"/>
              </a:ext>
            </a:extLst>
          </p:cNvPr>
          <p:cNvGraphicFramePr>
            <a:graphicFrameLocks noGrp="1"/>
          </p:cNvGraphicFramePr>
          <p:nvPr/>
        </p:nvGraphicFramePr>
        <p:xfrm>
          <a:off x="1479017" y="1685460"/>
          <a:ext cx="7317849" cy="640080"/>
        </p:xfrm>
        <a:graphic>
          <a:graphicData uri="http://schemas.openxmlformats.org/drawingml/2006/table">
            <a:tbl>
              <a:tblPr firstRow="1" bandRow="1">
                <a:tableStyleId>{5940675A-B579-460E-94D1-54222C63F5DA}</a:tableStyleId>
              </a:tblPr>
              <a:tblGrid>
                <a:gridCol w="747347">
                  <a:extLst>
                    <a:ext uri="{9D8B030D-6E8A-4147-A177-3AD203B41FA5}">
                      <a16:colId xmlns:a16="http://schemas.microsoft.com/office/drawing/2014/main" val="1741250993"/>
                    </a:ext>
                  </a:extLst>
                </a:gridCol>
                <a:gridCol w="1200647">
                  <a:extLst>
                    <a:ext uri="{9D8B030D-6E8A-4147-A177-3AD203B41FA5}">
                      <a16:colId xmlns:a16="http://schemas.microsoft.com/office/drawing/2014/main" val="1468661165"/>
                    </a:ext>
                  </a:extLst>
                </a:gridCol>
                <a:gridCol w="5369855">
                  <a:extLst>
                    <a:ext uri="{9D8B030D-6E8A-4147-A177-3AD203B41FA5}">
                      <a16:colId xmlns:a16="http://schemas.microsoft.com/office/drawing/2014/main" val="3917594789"/>
                    </a:ext>
                  </a:extLst>
                </a:gridCol>
              </a:tblGrid>
              <a:tr h="165784">
                <a:tc rowSpan="3">
                  <a:txBody>
                    <a:bodyPr/>
                    <a:lstStyle/>
                    <a:p>
                      <a:pPr latinLnBrk="1"/>
                      <a:r>
                        <a:rPr lang="ko-KR" altLang="en-US" sz="800" dirty="0"/>
                        <a:t>주문자 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주문자 이름</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홍길동</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vMerge="1">
                  <a:txBody>
                    <a:bodyPr/>
                    <a:lstStyle/>
                    <a:p>
                      <a:pPr latinLnBrk="1"/>
                      <a:endParaRPr lang="ko-KR" altLang="en-US" sz="800" dirty="0"/>
                    </a:p>
                  </a:txBody>
                  <a:tcPr/>
                </a:tc>
                <a:tc>
                  <a:txBody>
                    <a:bodyPr/>
                    <a:lstStyle/>
                    <a:p>
                      <a:pPr latinLnBrk="1"/>
                      <a:r>
                        <a:rPr lang="ko-KR" altLang="en-US" sz="800" dirty="0"/>
                        <a:t>휴대폰 번호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010-0000-0000</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vMerge="1">
                  <a:txBody>
                    <a:bodyPr/>
                    <a:lstStyle/>
                    <a:p>
                      <a:pPr latinLnBrk="1"/>
                      <a:endParaRPr lang="ko-KR" altLang="en-US" sz="800" dirty="0"/>
                    </a:p>
                  </a:txBody>
                  <a:tcPr/>
                </a:tc>
                <a:tc>
                  <a:txBody>
                    <a:bodyPr/>
                    <a:lstStyle/>
                    <a:p>
                      <a:pPr latinLnBrk="1"/>
                      <a:r>
                        <a:rPr lang="ko-KR" altLang="en-US" sz="800" dirty="0"/>
                        <a:t>이메일 주소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hlinkClick r:id="rId2"/>
                        </a:rPr>
                        <a:t>test1234@naver.com</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bl>
          </a:graphicData>
        </a:graphic>
      </p:graphicFrame>
      <p:graphicFrame>
        <p:nvGraphicFramePr>
          <p:cNvPr id="18" name="표 17">
            <a:extLst>
              <a:ext uri="{FF2B5EF4-FFF2-40B4-BE49-F238E27FC236}">
                <a16:creationId xmlns:a16="http://schemas.microsoft.com/office/drawing/2014/main" id="{48D16DC3-F6FB-42DE-A363-8850AEE00916}"/>
              </a:ext>
            </a:extLst>
          </p:cNvPr>
          <p:cNvGraphicFramePr>
            <a:graphicFrameLocks noGrp="1"/>
          </p:cNvGraphicFramePr>
          <p:nvPr/>
        </p:nvGraphicFramePr>
        <p:xfrm>
          <a:off x="1479017" y="2585282"/>
          <a:ext cx="7317849" cy="975360"/>
        </p:xfrm>
        <a:graphic>
          <a:graphicData uri="http://schemas.openxmlformats.org/drawingml/2006/table">
            <a:tbl>
              <a:tblPr firstRow="1" bandRow="1">
                <a:tableStyleId>{5940675A-B579-460E-94D1-54222C63F5DA}</a:tableStyleId>
              </a:tblPr>
              <a:tblGrid>
                <a:gridCol w="747347">
                  <a:extLst>
                    <a:ext uri="{9D8B030D-6E8A-4147-A177-3AD203B41FA5}">
                      <a16:colId xmlns:a16="http://schemas.microsoft.com/office/drawing/2014/main" val="1741250993"/>
                    </a:ext>
                  </a:extLst>
                </a:gridCol>
                <a:gridCol w="1200647">
                  <a:extLst>
                    <a:ext uri="{9D8B030D-6E8A-4147-A177-3AD203B41FA5}">
                      <a16:colId xmlns:a16="http://schemas.microsoft.com/office/drawing/2014/main" val="1468661165"/>
                    </a:ext>
                  </a:extLst>
                </a:gridCol>
                <a:gridCol w="5369855">
                  <a:extLst>
                    <a:ext uri="{9D8B030D-6E8A-4147-A177-3AD203B41FA5}">
                      <a16:colId xmlns:a16="http://schemas.microsoft.com/office/drawing/2014/main" val="3917594789"/>
                    </a:ext>
                  </a:extLst>
                </a:gridCol>
              </a:tblGrid>
              <a:tr h="165784">
                <a:tc rowSpan="4">
                  <a:txBody>
                    <a:bodyPr/>
                    <a:lstStyle/>
                    <a:p>
                      <a:pPr latinLnBrk="1"/>
                      <a:r>
                        <a:rPr lang="ko-KR" altLang="en-US" sz="800" dirty="0"/>
                        <a:t>배송 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받는 사람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홍길동</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vMerge="1">
                  <a:txBody>
                    <a:bodyPr/>
                    <a:lstStyle/>
                    <a:p>
                      <a:pPr latinLnBrk="1"/>
                      <a:endParaRPr lang="ko-KR" altLang="en-US" sz="800" dirty="0"/>
                    </a:p>
                  </a:txBody>
                  <a:tcPr/>
                </a:tc>
                <a:tc>
                  <a:txBody>
                    <a:bodyPr/>
                    <a:lstStyle/>
                    <a:p>
                      <a:pPr latinLnBrk="1"/>
                      <a:r>
                        <a:rPr lang="ko-KR" altLang="en-US" sz="800" dirty="0"/>
                        <a:t>휴대폰 번호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010-0000-0000</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vMerge="1">
                  <a:txBody>
                    <a:bodyPr/>
                    <a:lstStyle/>
                    <a:p>
                      <a:pPr latinLnBrk="1"/>
                      <a:endParaRPr lang="ko-KR" altLang="en-US" sz="800" dirty="0"/>
                    </a:p>
                  </a:txBody>
                  <a:tcPr/>
                </a:tc>
                <a:tc>
                  <a:txBody>
                    <a:bodyPr/>
                    <a:lstStyle/>
                    <a:p>
                      <a:pPr latinLnBrk="1"/>
                      <a:r>
                        <a:rPr lang="ko-KR" altLang="en-US" sz="800" dirty="0"/>
                        <a:t>주소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22012 </a:t>
                      </a:r>
                      <a:r>
                        <a:rPr lang="ko-KR" altLang="en-US" sz="800" dirty="0"/>
                        <a:t>서울특별시 광진구 </a:t>
                      </a:r>
                      <a:r>
                        <a:rPr lang="ko-KR" altLang="en-US" sz="800" dirty="0" err="1"/>
                        <a:t>가나다동</a:t>
                      </a:r>
                      <a:r>
                        <a:rPr lang="ko-KR" altLang="en-US" sz="800" dirty="0"/>
                        <a:t> </a:t>
                      </a:r>
                      <a:r>
                        <a:rPr lang="en-US" altLang="ko-KR" sz="800" dirty="0"/>
                        <a:t>119-12</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r h="0">
                <a:tc vMerge="1">
                  <a:txBody>
                    <a:bodyPr/>
                    <a:lstStyle/>
                    <a:p>
                      <a:pPr latinLnBrk="1"/>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배송메모</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배송메모 </a:t>
                      </a:r>
                      <a:endParaRPr lang="en-US" altLang="ko-KR" sz="800" dirty="0"/>
                    </a:p>
                    <a:p>
                      <a:pPr latinLnBrk="1"/>
                      <a:r>
                        <a:rPr lang="en-US" altLang="ko-KR" sz="800" dirty="0"/>
                        <a:t>1122</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610892354"/>
                  </a:ext>
                </a:extLst>
              </a:tr>
            </a:tbl>
          </a:graphicData>
        </a:graphic>
      </p:graphicFrame>
      <p:cxnSp>
        <p:nvCxnSpPr>
          <p:cNvPr id="19" name="직선 연결선 18">
            <a:extLst>
              <a:ext uri="{FF2B5EF4-FFF2-40B4-BE49-F238E27FC236}">
                <a16:creationId xmlns:a16="http://schemas.microsoft.com/office/drawing/2014/main" id="{705DE4C6-8B21-4805-91C4-0DB72892FBC6}"/>
              </a:ext>
            </a:extLst>
          </p:cNvPr>
          <p:cNvCxnSpPr>
            <a:cxnSpLocks/>
          </p:cNvCxnSpPr>
          <p:nvPr/>
        </p:nvCxnSpPr>
        <p:spPr>
          <a:xfrm>
            <a:off x="1479017" y="3875871"/>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20" name="표 13">
            <a:extLst>
              <a:ext uri="{FF2B5EF4-FFF2-40B4-BE49-F238E27FC236}">
                <a16:creationId xmlns:a16="http://schemas.microsoft.com/office/drawing/2014/main" id="{DBCCA977-7AD5-4B0F-8048-426F90C0FA1D}"/>
              </a:ext>
            </a:extLst>
          </p:cNvPr>
          <p:cNvGraphicFramePr>
            <a:graphicFrameLocks noGrp="1"/>
          </p:cNvGraphicFramePr>
          <p:nvPr/>
        </p:nvGraphicFramePr>
        <p:xfrm>
          <a:off x="1479017" y="4262335"/>
          <a:ext cx="7317158" cy="5223920"/>
        </p:xfrm>
        <a:graphic>
          <a:graphicData uri="http://schemas.openxmlformats.org/drawingml/2006/table">
            <a:tbl>
              <a:tblPr firstRow="1" bandRow="1">
                <a:tableStyleId>{5940675A-B579-460E-94D1-54222C63F5DA}</a:tableStyleId>
              </a:tblPr>
              <a:tblGrid>
                <a:gridCol w="953790">
                  <a:extLst>
                    <a:ext uri="{9D8B030D-6E8A-4147-A177-3AD203B41FA5}">
                      <a16:colId xmlns:a16="http://schemas.microsoft.com/office/drawing/2014/main" val="2416159356"/>
                    </a:ext>
                  </a:extLst>
                </a:gridCol>
                <a:gridCol w="1524824">
                  <a:extLst>
                    <a:ext uri="{9D8B030D-6E8A-4147-A177-3AD203B41FA5}">
                      <a16:colId xmlns:a16="http://schemas.microsoft.com/office/drawing/2014/main" val="4215256312"/>
                    </a:ext>
                  </a:extLst>
                </a:gridCol>
                <a:gridCol w="1185869">
                  <a:extLst>
                    <a:ext uri="{9D8B030D-6E8A-4147-A177-3AD203B41FA5}">
                      <a16:colId xmlns:a16="http://schemas.microsoft.com/office/drawing/2014/main" val="2635967512"/>
                    </a:ext>
                  </a:extLst>
                </a:gridCol>
                <a:gridCol w="1981200">
                  <a:extLst>
                    <a:ext uri="{9D8B030D-6E8A-4147-A177-3AD203B41FA5}">
                      <a16:colId xmlns:a16="http://schemas.microsoft.com/office/drawing/2014/main" val="2417053123"/>
                    </a:ext>
                  </a:extLst>
                </a:gridCol>
                <a:gridCol w="809625">
                  <a:extLst>
                    <a:ext uri="{9D8B030D-6E8A-4147-A177-3AD203B41FA5}">
                      <a16:colId xmlns:a16="http://schemas.microsoft.com/office/drawing/2014/main" val="739747790"/>
                    </a:ext>
                  </a:extLst>
                </a:gridCol>
                <a:gridCol w="861850">
                  <a:extLst>
                    <a:ext uri="{9D8B030D-6E8A-4147-A177-3AD203B41FA5}">
                      <a16:colId xmlns:a16="http://schemas.microsoft.com/office/drawing/2014/main" val="3960621706"/>
                    </a:ext>
                  </a:extLst>
                </a:gridCol>
              </a:tblGrid>
              <a:tr h="0">
                <a:tc gridSpan="6">
                  <a:txBody>
                    <a:bodyPr/>
                    <a:lstStyle/>
                    <a:p>
                      <a:pPr latinLnBrk="1"/>
                      <a:r>
                        <a:rPr lang="en-US" altLang="ko-KR" sz="800" b="1" dirty="0">
                          <a:solidFill>
                            <a:schemeClr val="bg1">
                              <a:lumMod val="65000"/>
                            </a:schemeClr>
                          </a:solidFill>
                        </a:rPr>
                        <a:t>Shop </a:t>
                      </a:r>
                      <a:r>
                        <a:rPr lang="ko-KR" altLang="en-US" sz="800" b="1" dirty="0" err="1">
                          <a:solidFill>
                            <a:schemeClr val="bg1">
                              <a:lumMod val="65000"/>
                            </a:schemeClr>
                          </a:solidFill>
                        </a:rPr>
                        <a:t>채널명</a:t>
                      </a:r>
                      <a:r>
                        <a:rPr lang="ko-KR" altLang="en-US" sz="800" b="1" dirty="0">
                          <a:solidFill>
                            <a:schemeClr val="bg1">
                              <a:lumMod val="65000"/>
                            </a:schemeClr>
                          </a:solidFill>
                        </a:rPr>
                        <a:t> </a:t>
                      </a:r>
                      <a:r>
                        <a:rPr lang="en-US" altLang="ko-KR" sz="800" b="1" dirty="0">
                          <a:solidFill>
                            <a:schemeClr val="bg1">
                              <a:lumMod val="65000"/>
                            </a:schemeClr>
                          </a:solidFill>
                        </a:rPr>
                        <a:t>|</a:t>
                      </a:r>
                      <a:r>
                        <a:rPr lang="ko-KR" altLang="en-US" sz="800" b="1" dirty="0">
                          <a:solidFill>
                            <a:schemeClr val="bg1">
                              <a:lumMod val="65000"/>
                            </a:schemeClr>
                          </a:solidFill>
                        </a:rPr>
                        <a:t> 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lnL w="3175" cap="flat" cmpd="sng" algn="ctr">
                      <a:solidFill>
                        <a:schemeClr val="tx1">
                          <a:lumMod val="65000"/>
                          <a:lumOff val="35000"/>
                        </a:schemeClr>
                      </a:solidFill>
                      <a:prstDash val="solid"/>
                      <a:round/>
                      <a:headEnd type="none" w="med" len="med"/>
                      <a:tailEnd type="none" w="med" len="med"/>
                    </a:ln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algn="ctr" latinLnBrk="1"/>
                      <a:r>
                        <a:rPr lang="ko-KR" altLang="en-US" sz="900" dirty="0"/>
                        <a:t>구매 확정</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r h="0">
                <a:tc>
                  <a:txBody>
                    <a:bodyPr/>
                    <a:lstStyle/>
                    <a:p>
                      <a:pPr algn="ctr" latinLnBrk="1"/>
                      <a:r>
                        <a:rPr lang="ko-KR" altLang="en-US" sz="900" dirty="0"/>
                        <a:t>취소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34933101"/>
                  </a:ext>
                </a:extLst>
              </a:tr>
              <a:tr h="0">
                <a:tc>
                  <a:txBody>
                    <a:bodyPr/>
                    <a:lstStyle/>
                    <a:p>
                      <a:pPr algn="ctr" latinLnBrk="1"/>
                      <a:r>
                        <a:rPr lang="ko-KR" altLang="en-US" sz="900" dirty="0"/>
                        <a:t>반품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545427743"/>
                  </a:ext>
                </a:extLst>
              </a:tr>
              <a:tr h="0">
                <a:tc>
                  <a:txBody>
                    <a:bodyPr/>
                    <a:lstStyle/>
                    <a:p>
                      <a:pPr algn="ctr" latinLnBrk="1"/>
                      <a:r>
                        <a:rPr lang="ko-KR" altLang="en-US" sz="900" dirty="0"/>
                        <a:t>교환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l" latinLnBrk="1"/>
                      <a:r>
                        <a:rPr lang="ko-KR" altLang="en-US" sz="900" dirty="0"/>
                        <a:t>주문번호</a:t>
                      </a:r>
                      <a:r>
                        <a:rPr lang="en-US" altLang="ko-KR" sz="900" dirty="0"/>
                        <a:t>:</a:t>
                      </a:r>
                      <a:r>
                        <a:rPr lang="ko-KR" altLang="en-US" sz="900" dirty="0"/>
                        <a:t> </a:t>
                      </a:r>
                      <a:r>
                        <a:rPr lang="en-US" altLang="ko-KR" sz="900" dirty="0"/>
                        <a:t>Me9-00929111</a:t>
                      </a:r>
                    </a:p>
                    <a:p>
                      <a:pPr algn="l" latinLnBrk="1"/>
                      <a:r>
                        <a:rPr lang="ko-KR" altLang="en-US" sz="900" b="1" dirty="0">
                          <a:solidFill>
                            <a:srgbClr val="FF0000"/>
                          </a:solidFill>
                        </a:rPr>
                        <a:t>  → </a:t>
                      </a:r>
                      <a:r>
                        <a:rPr lang="ko-KR" altLang="en-US" sz="900" dirty="0"/>
                        <a:t>교환 주문번호</a:t>
                      </a:r>
                      <a:r>
                        <a:rPr lang="en-US" altLang="ko-KR" sz="900" dirty="0"/>
                        <a:t>:</a:t>
                      </a:r>
                      <a:r>
                        <a:rPr lang="ko-KR" altLang="en-US" sz="900" dirty="0"/>
                        <a:t> </a:t>
                      </a:r>
                      <a:r>
                        <a:rPr lang="en-US" altLang="ko-KR" sz="900" dirty="0"/>
                        <a:t>Me9-RE-00929111</a:t>
                      </a:r>
                      <a:endParaRPr lang="ko-KR" altLang="en-US" sz="900" b="1" dirty="0">
                        <a:solidFill>
                          <a:srgbClr val="FF0000"/>
                        </a:solidFill>
                      </a:endParaRP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r>
                        <a:rPr lang="en-US" altLang="ko-KR" sz="900" b="1" dirty="0"/>
                        <a:t>1,000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155482761"/>
                  </a:ext>
                </a:extLst>
              </a:tr>
              <a:tr h="612560">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900" dirty="0"/>
                        <a:t>결제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21166454"/>
                  </a:ext>
                </a:extLst>
              </a:tr>
              <a:tr h="612560">
                <a:tc>
                  <a:txBody>
                    <a:bodyPr/>
                    <a:lstStyle/>
                    <a:p>
                      <a:pPr algn="ctr" latinLnBrk="1"/>
                      <a:r>
                        <a:rPr lang="ko-KR" altLang="en-US" sz="900" dirty="0"/>
                        <a:t>배송 준비중</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950813016"/>
                  </a:ext>
                </a:extLst>
              </a:tr>
              <a:tr h="612560">
                <a:tc>
                  <a:txBody>
                    <a:bodyPr/>
                    <a:lstStyle/>
                    <a:p>
                      <a:pPr algn="ctr" latinLnBrk="1"/>
                      <a:r>
                        <a:rPr lang="ko-KR" altLang="en-US" sz="900" dirty="0" err="1"/>
                        <a:t>배송중</a:t>
                      </a:r>
                      <a:endParaRPr lang="ko-KR" altLang="en-US" sz="900" dirty="0"/>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720894387"/>
                  </a:ext>
                </a:extLst>
              </a:tr>
              <a:tr h="612560">
                <a:tc>
                  <a:txBody>
                    <a:bodyPr/>
                    <a:lstStyle/>
                    <a:p>
                      <a:pPr algn="ctr" latinLnBrk="1"/>
                      <a:r>
                        <a:rPr lang="ko-KR" altLang="en-US" sz="900" dirty="0"/>
                        <a:t>배송 완료</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endParaRPr lang="ko-KR" altLang="en-US" sz="900" b="1"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215658072"/>
                  </a:ext>
                </a:extLst>
              </a:tr>
            </a:tbl>
          </a:graphicData>
        </a:graphic>
      </p:graphicFrame>
      <p:grpSp>
        <p:nvGrpSpPr>
          <p:cNvPr id="21" name="그룹 20">
            <a:extLst>
              <a:ext uri="{FF2B5EF4-FFF2-40B4-BE49-F238E27FC236}">
                <a16:creationId xmlns:a16="http://schemas.microsoft.com/office/drawing/2014/main" id="{7D88BA30-E0DC-44BA-8264-43AA25AE20EA}"/>
              </a:ext>
            </a:extLst>
          </p:cNvPr>
          <p:cNvGrpSpPr/>
          <p:nvPr/>
        </p:nvGrpSpPr>
        <p:grpSpPr>
          <a:xfrm>
            <a:off x="2417534" y="4575809"/>
            <a:ext cx="689346" cy="440906"/>
            <a:chOff x="2843808" y="1955121"/>
            <a:chExt cx="1674813" cy="596970"/>
          </a:xfrm>
          <a:solidFill>
            <a:schemeClr val="bg1">
              <a:lumMod val="95000"/>
            </a:schemeClr>
          </a:solidFill>
        </p:grpSpPr>
        <p:sp>
          <p:nvSpPr>
            <p:cNvPr id="22" name="Border">
              <a:extLst>
                <a:ext uri="{FF2B5EF4-FFF2-40B4-BE49-F238E27FC236}">
                  <a16:creationId xmlns:a16="http://schemas.microsoft.com/office/drawing/2014/main" id="{9963B40C-0574-4C39-96A1-AB5DE7E459C8}"/>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3" name="Line 2">
              <a:extLst>
                <a:ext uri="{FF2B5EF4-FFF2-40B4-BE49-F238E27FC236}">
                  <a16:creationId xmlns:a16="http://schemas.microsoft.com/office/drawing/2014/main" id="{EC15E2A2-2BC3-4C35-AA94-433A6E66AB3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4" name="Line 1">
              <a:extLst>
                <a:ext uri="{FF2B5EF4-FFF2-40B4-BE49-F238E27FC236}">
                  <a16:creationId xmlns:a16="http://schemas.microsoft.com/office/drawing/2014/main" id="{7E2556BA-86C0-4DC2-B775-77A0E8CB7770}"/>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5" name="TextBox 24">
              <a:extLst>
                <a:ext uri="{FF2B5EF4-FFF2-40B4-BE49-F238E27FC236}">
                  <a16:creationId xmlns:a16="http://schemas.microsoft.com/office/drawing/2014/main" id="{8DF2668D-4EB9-44BB-A8AC-F6090431AFDF}"/>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26" name="직사각형 25">
            <a:extLst>
              <a:ext uri="{FF2B5EF4-FFF2-40B4-BE49-F238E27FC236}">
                <a16:creationId xmlns:a16="http://schemas.microsoft.com/office/drawing/2014/main" id="{E44823B3-AD9E-4CB0-BF37-917D308A4189}"/>
              </a:ext>
            </a:extLst>
          </p:cNvPr>
          <p:cNvSpPr/>
          <p:nvPr/>
        </p:nvSpPr>
        <p:spPr>
          <a:xfrm>
            <a:off x="3127963" y="4575809"/>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27" name="직사각형 26">
            <a:extLst>
              <a:ext uri="{FF2B5EF4-FFF2-40B4-BE49-F238E27FC236}">
                <a16:creationId xmlns:a16="http://schemas.microsoft.com/office/drawing/2014/main" id="{76CBE53B-D303-4364-BD15-DFFCEBD69A89}"/>
              </a:ext>
            </a:extLst>
          </p:cNvPr>
          <p:cNvSpPr/>
          <p:nvPr/>
        </p:nvSpPr>
        <p:spPr>
          <a:xfrm>
            <a:off x="3124415" y="5223174"/>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grpSp>
        <p:nvGrpSpPr>
          <p:cNvPr id="28" name="그룹 27">
            <a:extLst>
              <a:ext uri="{FF2B5EF4-FFF2-40B4-BE49-F238E27FC236}">
                <a16:creationId xmlns:a16="http://schemas.microsoft.com/office/drawing/2014/main" id="{E87AD803-1F1F-4F6A-BD05-4D70DAC85CE6}"/>
              </a:ext>
            </a:extLst>
          </p:cNvPr>
          <p:cNvGrpSpPr/>
          <p:nvPr/>
        </p:nvGrpSpPr>
        <p:grpSpPr>
          <a:xfrm>
            <a:off x="2413986" y="5198620"/>
            <a:ext cx="689346" cy="440906"/>
            <a:chOff x="2843808" y="1955121"/>
            <a:chExt cx="1674813" cy="596970"/>
          </a:xfrm>
          <a:solidFill>
            <a:schemeClr val="bg1">
              <a:lumMod val="95000"/>
            </a:schemeClr>
          </a:solidFill>
        </p:grpSpPr>
        <p:sp>
          <p:nvSpPr>
            <p:cNvPr id="29" name="Border">
              <a:extLst>
                <a:ext uri="{FF2B5EF4-FFF2-40B4-BE49-F238E27FC236}">
                  <a16:creationId xmlns:a16="http://schemas.microsoft.com/office/drawing/2014/main" id="{30E81D2C-8741-471C-83E8-E1CD45AA40D4}"/>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0" name="Line 2">
              <a:extLst>
                <a:ext uri="{FF2B5EF4-FFF2-40B4-BE49-F238E27FC236}">
                  <a16:creationId xmlns:a16="http://schemas.microsoft.com/office/drawing/2014/main" id="{702E6B69-C3E7-4AE4-9CD0-0360D870086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1" name="Line 1">
              <a:extLst>
                <a:ext uri="{FF2B5EF4-FFF2-40B4-BE49-F238E27FC236}">
                  <a16:creationId xmlns:a16="http://schemas.microsoft.com/office/drawing/2014/main" id="{F0576B9F-A154-4F45-85F8-4D006C7F2DA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2" name="TextBox 31">
              <a:extLst>
                <a:ext uri="{FF2B5EF4-FFF2-40B4-BE49-F238E27FC236}">
                  <a16:creationId xmlns:a16="http://schemas.microsoft.com/office/drawing/2014/main" id="{7BA7BFBC-6CC7-4066-A6D1-FFF9A66E65D5}"/>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33" name="TextBox 32">
            <a:extLst>
              <a:ext uri="{FF2B5EF4-FFF2-40B4-BE49-F238E27FC236}">
                <a16:creationId xmlns:a16="http://schemas.microsoft.com/office/drawing/2014/main" id="{17B11A86-3F48-4D4D-8B85-4AD7867CCC6F}"/>
              </a:ext>
            </a:extLst>
          </p:cNvPr>
          <p:cNvSpPr txBox="1"/>
          <p:nvPr/>
        </p:nvSpPr>
        <p:spPr>
          <a:xfrm>
            <a:off x="1487410" y="3986860"/>
            <a:ext cx="631904" cy="215444"/>
          </a:xfrm>
          <a:prstGeom prst="rect">
            <a:avLst/>
          </a:prstGeom>
          <a:noFill/>
        </p:spPr>
        <p:txBody>
          <a:bodyPr wrap="none" rtlCol="0">
            <a:spAutoFit/>
          </a:bodyPr>
          <a:lstStyle/>
          <a:p>
            <a:r>
              <a:rPr lang="ko-KR" altLang="en-US" sz="800" dirty="0"/>
              <a:t>구매 상품</a:t>
            </a:r>
          </a:p>
        </p:txBody>
      </p:sp>
      <p:cxnSp>
        <p:nvCxnSpPr>
          <p:cNvPr id="34" name="직선 연결선 33">
            <a:extLst>
              <a:ext uri="{FF2B5EF4-FFF2-40B4-BE49-F238E27FC236}">
                <a16:creationId xmlns:a16="http://schemas.microsoft.com/office/drawing/2014/main" id="{2D3DC284-67F6-4608-B9DE-1A1B5F6F82F6}"/>
              </a:ext>
            </a:extLst>
          </p:cNvPr>
          <p:cNvCxnSpPr>
            <a:cxnSpLocks/>
          </p:cNvCxnSpPr>
          <p:nvPr/>
        </p:nvCxnSpPr>
        <p:spPr>
          <a:xfrm>
            <a:off x="1479017" y="9979869"/>
            <a:ext cx="433338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623975E9-CA72-455B-9430-1D16ADA29ECB}"/>
              </a:ext>
            </a:extLst>
          </p:cNvPr>
          <p:cNvSpPr txBox="1"/>
          <p:nvPr/>
        </p:nvSpPr>
        <p:spPr>
          <a:xfrm>
            <a:off x="1487410" y="10074956"/>
            <a:ext cx="631904" cy="215444"/>
          </a:xfrm>
          <a:prstGeom prst="rect">
            <a:avLst/>
          </a:prstGeom>
          <a:noFill/>
        </p:spPr>
        <p:txBody>
          <a:bodyPr wrap="square" rtlCol="0">
            <a:spAutoFit/>
          </a:bodyPr>
          <a:lstStyle/>
          <a:p>
            <a:r>
              <a:rPr lang="ko-KR" altLang="en-US" sz="800" dirty="0"/>
              <a:t>결제 정보</a:t>
            </a:r>
          </a:p>
        </p:txBody>
      </p:sp>
      <p:cxnSp>
        <p:nvCxnSpPr>
          <p:cNvPr id="36" name="직선 연결선 35">
            <a:extLst>
              <a:ext uri="{FF2B5EF4-FFF2-40B4-BE49-F238E27FC236}">
                <a16:creationId xmlns:a16="http://schemas.microsoft.com/office/drawing/2014/main" id="{DDB2B4C1-33AB-489A-91F2-A1A23FD4CF52}"/>
              </a:ext>
            </a:extLst>
          </p:cNvPr>
          <p:cNvCxnSpPr>
            <a:cxnSpLocks/>
          </p:cNvCxnSpPr>
          <p:nvPr/>
        </p:nvCxnSpPr>
        <p:spPr>
          <a:xfrm>
            <a:off x="6096000" y="9979869"/>
            <a:ext cx="269821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TextBox 36">
            <a:extLst>
              <a:ext uri="{FF2B5EF4-FFF2-40B4-BE49-F238E27FC236}">
                <a16:creationId xmlns:a16="http://schemas.microsoft.com/office/drawing/2014/main" id="{DCA4BBB0-9098-44DC-835C-13E26978125C}"/>
              </a:ext>
            </a:extLst>
          </p:cNvPr>
          <p:cNvSpPr txBox="1"/>
          <p:nvPr/>
        </p:nvSpPr>
        <p:spPr>
          <a:xfrm>
            <a:off x="6096000" y="10074956"/>
            <a:ext cx="1078727" cy="215444"/>
          </a:xfrm>
          <a:prstGeom prst="rect">
            <a:avLst/>
          </a:prstGeom>
          <a:noFill/>
        </p:spPr>
        <p:txBody>
          <a:bodyPr wrap="square" rtlCol="0">
            <a:spAutoFit/>
          </a:bodyPr>
          <a:lstStyle/>
          <a:p>
            <a:r>
              <a:rPr lang="ko-KR" altLang="en-US" sz="800" dirty="0"/>
              <a:t>최종 결제금액</a:t>
            </a:r>
          </a:p>
        </p:txBody>
      </p:sp>
      <p:graphicFrame>
        <p:nvGraphicFramePr>
          <p:cNvPr id="38" name="표 37">
            <a:extLst>
              <a:ext uri="{FF2B5EF4-FFF2-40B4-BE49-F238E27FC236}">
                <a16:creationId xmlns:a16="http://schemas.microsoft.com/office/drawing/2014/main" id="{BE139FB1-4329-4613-B3BC-0A38E05B231C}"/>
              </a:ext>
            </a:extLst>
          </p:cNvPr>
          <p:cNvGraphicFramePr>
            <a:graphicFrameLocks noGrp="1"/>
          </p:cNvGraphicFramePr>
          <p:nvPr/>
        </p:nvGraphicFramePr>
        <p:xfrm>
          <a:off x="1476367" y="10384291"/>
          <a:ext cx="4336035" cy="853440"/>
        </p:xfrm>
        <a:graphic>
          <a:graphicData uri="http://schemas.openxmlformats.org/drawingml/2006/table">
            <a:tbl>
              <a:tblPr firstRow="1" bandRow="1">
                <a:tableStyleId>{5940675A-B579-460E-94D1-54222C63F5DA}</a:tableStyleId>
              </a:tblPr>
              <a:tblGrid>
                <a:gridCol w="1237336">
                  <a:extLst>
                    <a:ext uri="{9D8B030D-6E8A-4147-A177-3AD203B41FA5}">
                      <a16:colId xmlns:a16="http://schemas.microsoft.com/office/drawing/2014/main" val="1468661165"/>
                    </a:ext>
                  </a:extLst>
                </a:gridCol>
                <a:gridCol w="3098699">
                  <a:extLst>
                    <a:ext uri="{9D8B030D-6E8A-4147-A177-3AD203B41FA5}">
                      <a16:colId xmlns:a16="http://schemas.microsoft.com/office/drawing/2014/main" val="3917594789"/>
                    </a:ext>
                  </a:extLst>
                </a:gridCol>
              </a:tblGrid>
              <a:tr h="165784">
                <a:tc>
                  <a:txBody>
                    <a:bodyPr/>
                    <a:lstStyle/>
                    <a:p>
                      <a:pPr latinLnBrk="1"/>
                      <a:r>
                        <a:rPr lang="ko-KR" altLang="en-US" sz="800" dirty="0"/>
                        <a:t>결제수단</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카드결제</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a:txBody>
                    <a:bodyPr/>
                    <a:lstStyle/>
                    <a:p>
                      <a:pPr latinLnBrk="1"/>
                      <a:r>
                        <a:rPr lang="ko-KR" altLang="en-US" sz="800" dirty="0"/>
                        <a:t>카드종류</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현대카드</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a:txBody>
                    <a:bodyPr/>
                    <a:lstStyle/>
                    <a:p>
                      <a:pPr latinLnBrk="1"/>
                      <a:r>
                        <a:rPr lang="ko-KR" altLang="en-US" sz="800" dirty="0"/>
                        <a:t>카드번호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22030222-******</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r h="0">
                <a:tc>
                  <a:txBody>
                    <a:bodyPr/>
                    <a:lstStyle/>
                    <a:p>
                      <a:pPr latinLnBrk="1"/>
                      <a:r>
                        <a:rPr lang="ko-KR" altLang="en-US" sz="800" dirty="0"/>
                        <a:t>적립포인트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+ 1000 point</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610892354"/>
                  </a:ext>
                </a:extLst>
              </a:tr>
            </a:tbl>
          </a:graphicData>
        </a:graphic>
      </p:graphicFrame>
      <p:graphicFrame>
        <p:nvGraphicFramePr>
          <p:cNvPr id="39" name="표 38">
            <a:extLst>
              <a:ext uri="{FF2B5EF4-FFF2-40B4-BE49-F238E27FC236}">
                <a16:creationId xmlns:a16="http://schemas.microsoft.com/office/drawing/2014/main" id="{41C099F2-CFDA-44FA-A024-B4FFA5DFFC4A}"/>
              </a:ext>
            </a:extLst>
          </p:cNvPr>
          <p:cNvGraphicFramePr>
            <a:graphicFrameLocks noGrp="1"/>
          </p:cNvGraphicFramePr>
          <p:nvPr/>
        </p:nvGraphicFramePr>
        <p:xfrm>
          <a:off x="6096000" y="10374814"/>
          <a:ext cx="2687174" cy="914400"/>
        </p:xfrm>
        <a:graphic>
          <a:graphicData uri="http://schemas.openxmlformats.org/drawingml/2006/table">
            <a:tbl>
              <a:tblPr firstRow="1" bandRow="1">
                <a:tableStyleId>{5940675A-B579-460E-94D1-54222C63F5DA}</a:tableStyleId>
              </a:tblPr>
              <a:tblGrid>
                <a:gridCol w="1256071">
                  <a:extLst>
                    <a:ext uri="{9D8B030D-6E8A-4147-A177-3AD203B41FA5}">
                      <a16:colId xmlns:a16="http://schemas.microsoft.com/office/drawing/2014/main" val="1468661165"/>
                    </a:ext>
                  </a:extLst>
                </a:gridCol>
                <a:gridCol w="1431103">
                  <a:extLst>
                    <a:ext uri="{9D8B030D-6E8A-4147-A177-3AD203B41FA5}">
                      <a16:colId xmlns:a16="http://schemas.microsoft.com/office/drawing/2014/main" val="3917594789"/>
                    </a:ext>
                  </a:extLst>
                </a:gridCol>
              </a:tblGrid>
              <a:tr h="165784">
                <a:tc>
                  <a:txBody>
                    <a:bodyPr/>
                    <a:lstStyle/>
                    <a:p>
                      <a:pPr latinLnBrk="1"/>
                      <a:r>
                        <a:rPr lang="ko-KR" altLang="en-US" sz="800" dirty="0"/>
                        <a:t>총 상품금액</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800" dirty="0"/>
                        <a:t>3,000 </a:t>
                      </a:r>
                      <a:r>
                        <a:rPr lang="ko-KR" altLang="en-US" sz="800" dirty="0"/>
                        <a:t>원</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a:txBody>
                    <a:bodyPr/>
                    <a:lstStyle/>
                    <a:p>
                      <a:pPr latinLnBrk="1"/>
                      <a:r>
                        <a:rPr lang="ko-KR" altLang="en-US" sz="800" dirty="0"/>
                        <a:t>배송비</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800" dirty="0"/>
                        <a:t>+ 2,500 </a:t>
                      </a:r>
                      <a:r>
                        <a:rPr lang="ko-KR" altLang="en-US" sz="800" dirty="0"/>
                        <a:t>원</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a:txBody>
                    <a:bodyPr/>
                    <a:lstStyle/>
                    <a:p>
                      <a:pPr latinLnBrk="1"/>
                      <a:r>
                        <a:rPr lang="ko-KR" altLang="en-US" sz="800" dirty="0"/>
                        <a:t>포인트 사용</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800" dirty="0"/>
                        <a:t>- 2,000 p</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r h="0">
                <a:tc>
                  <a:txBody>
                    <a:bodyPr/>
                    <a:lstStyle/>
                    <a:p>
                      <a:pPr latinLnBrk="1"/>
                      <a:r>
                        <a:rPr lang="ko-KR" altLang="en-US" sz="800" dirty="0"/>
                        <a:t>최종 결제금액</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r" latinLnBrk="1"/>
                      <a:r>
                        <a:rPr lang="en-US" altLang="ko-KR" sz="1200" b="1" dirty="0">
                          <a:solidFill>
                            <a:schemeClr val="accent2">
                              <a:lumMod val="75000"/>
                            </a:schemeClr>
                          </a:solidFill>
                        </a:rPr>
                        <a:t>4,500 </a:t>
                      </a:r>
                      <a:r>
                        <a:rPr lang="ko-KR" altLang="en-US" sz="800" b="1" dirty="0">
                          <a:solidFill>
                            <a:schemeClr val="tx1"/>
                          </a:solidFill>
                        </a:rPr>
                        <a:t>원</a:t>
                      </a:r>
                      <a:endParaRPr lang="en-US" altLang="ko-KR" sz="800" b="1" dirty="0">
                        <a:solidFill>
                          <a:schemeClr val="tx1"/>
                        </a:solidFill>
                      </a:endParaRP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610892354"/>
                  </a:ext>
                </a:extLst>
              </a:tr>
            </a:tbl>
          </a:graphicData>
        </a:graphic>
      </p:graphicFrame>
      <p:sp>
        <p:nvSpPr>
          <p:cNvPr id="40" name="직사각형 39">
            <a:extLst>
              <a:ext uri="{FF2B5EF4-FFF2-40B4-BE49-F238E27FC236}">
                <a16:creationId xmlns:a16="http://schemas.microsoft.com/office/drawing/2014/main" id="{0A986A23-4CC6-484A-81AD-799B1934AA70}"/>
              </a:ext>
            </a:extLst>
          </p:cNvPr>
          <p:cNvSpPr/>
          <p:nvPr/>
        </p:nvSpPr>
        <p:spPr>
          <a:xfrm>
            <a:off x="3124415" y="5870247"/>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grpSp>
        <p:nvGrpSpPr>
          <p:cNvPr id="41" name="그룹 40">
            <a:extLst>
              <a:ext uri="{FF2B5EF4-FFF2-40B4-BE49-F238E27FC236}">
                <a16:creationId xmlns:a16="http://schemas.microsoft.com/office/drawing/2014/main" id="{A773D6E2-F5AF-4492-9C57-D29F21073C58}"/>
              </a:ext>
            </a:extLst>
          </p:cNvPr>
          <p:cNvGrpSpPr/>
          <p:nvPr/>
        </p:nvGrpSpPr>
        <p:grpSpPr>
          <a:xfrm>
            <a:off x="2413986" y="5845693"/>
            <a:ext cx="689346" cy="440906"/>
            <a:chOff x="2843808" y="1955121"/>
            <a:chExt cx="1674813" cy="596970"/>
          </a:xfrm>
          <a:solidFill>
            <a:schemeClr val="bg1">
              <a:lumMod val="95000"/>
            </a:schemeClr>
          </a:solidFill>
        </p:grpSpPr>
        <p:sp>
          <p:nvSpPr>
            <p:cNvPr id="42" name="Border">
              <a:extLst>
                <a:ext uri="{FF2B5EF4-FFF2-40B4-BE49-F238E27FC236}">
                  <a16:creationId xmlns:a16="http://schemas.microsoft.com/office/drawing/2014/main" id="{47DAE718-C7C0-454F-9892-4055367A1B3F}"/>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3" name="Line 2">
              <a:extLst>
                <a:ext uri="{FF2B5EF4-FFF2-40B4-BE49-F238E27FC236}">
                  <a16:creationId xmlns:a16="http://schemas.microsoft.com/office/drawing/2014/main" id="{951A4DC7-6FA7-462C-ABE5-F93A33BC904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4" name="Line 1">
              <a:extLst>
                <a:ext uri="{FF2B5EF4-FFF2-40B4-BE49-F238E27FC236}">
                  <a16:creationId xmlns:a16="http://schemas.microsoft.com/office/drawing/2014/main" id="{0AFC9688-86E1-46C7-9436-95D4FC82C7C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5" name="TextBox 44">
              <a:extLst>
                <a:ext uri="{FF2B5EF4-FFF2-40B4-BE49-F238E27FC236}">
                  <a16:creationId xmlns:a16="http://schemas.microsoft.com/office/drawing/2014/main" id="{FD1791B8-1AAD-4176-9724-0590440CCEA7}"/>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46" name="직사각형 45">
            <a:extLst>
              <a:ext uri="{FF2B5EF4-FFF2-40B4-BE49-F238E27FC236}">
                <a16:creationId xmlns:a16="http://schemas.microsoft.com/office/drawing/2014/main" id="{7EC4EB8A-69F3-4C54-9705-4AC5D98C128C}"/>
              </a:ext>
            </a:extLst>
          </p:cNvPr>
          <p:cNvSpPr/>
          <p:nvPr/>
        </p:nvSpPr>
        <p:spPr>
          <a:xfrm>
            <a:off x="3124415" y="6520890"/>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grpSp>
        <p:nvGrpSpPr>
          <p:cNvPr id="47" name="그룹 46">
            <a:extLst>
              <a:ext uri="{FF2B5EF4-FFF2-40B4-BE49-F238E27FC236}">
                <a16:creationId xmlns:a16="http://schemas.microsoft.com/office/drawing/2014/main" id="{56FA31BE-3F1E-412B-B09A-E666E833308C}"/>
              </a:ext>
            </a:extLst>
          </p:cNvPr>
          <p:cNvGrpSpPr/>
          <p:nvPr/>
        </p:nvGrpSpPr>
        <p:grpSpPr>
          <a:xfrm>
            <a:off x="2413986" y="6496336"/>
            <a:ext cx="689346" cy="440906"/>
            <a:chOff x="2843808" y="1955121"/>
            <a:chExt cx="1674813" cy="596970"/>
          </a:xfrm>
          <a:solidFill>
            <a:schemeClr val="bg1">
              <a:lumMod val="95000"/>
            </a:schemeClr>
          </a:solidFill>
        </p:grpSpPr>
        <p:sp>
          <p:nvSpPr>
            <p:cNvPr id="48"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9"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0"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1" name="TextBox 50">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52" name="직사각형 51">
            <a:extLst>
              <a:ext uri="{FF2B5EF4-FFF2-40B4-BE49-F238E27FC236}">
                <a16:creationId xmlns:a16="http://schemas.microsoft.com/office/drawing/2014/main" id="{80850CAC-6236-48BC-89CF-B1A9E42551C9}"/>
              </a:ext>
            </a:extLst>
          </p:cNvPr>
          <p:cNvSpPr/>
          <p:nvPr/>
        </p:nvSpPr>
        <p:spPr>
          <a:xfrm>
            <a:off x="7957667" y="4679331"/>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tx1"/>
                </a:solidFill>
              </a:rPr>
              <a:t>구매확정일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53" name="직사각형 52">
            <a:extLst>
              <a:ext uri="{FF2B5EF4-FFF2-40B4-BE49-F238E27FC236}">
                <a16:creationId xmlns:a16="http://schemas.microsoft.com/office/drawing/2014/main" id="{8047EFA7-7F0E-4009-8185-A3A373999398}"/>
              </a:ext>
            </a:extLst>
          </p:cNvPr>
          <p:cNvSpPr/>
          <p:nvPr/>
        </p:nvSpPr>
        <p:spPr>
          <a:xfrm>
            <a:off x="7957667" y="6587222"/>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교환완료일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54" name="직사각형 53">
            <a:extLst>
              <a:ext uri="{FF2B5EF4-FFF2-40B4-BE49-F238E27FC236}">
                <a16:creationId xmlns:a16="http://schemas.microsoft.com/office/drawing/2014/main" id="{209B8D46-8E94-4D18-985B-D9E5D14F9B65}"/>
              </a:ext>
            </a:extLst>
          </p:cNvPr>
          <p:cNvSpPr/>
          <p:nvPr/>
        </p:nvSpPr>
        <p:spPr>
          <a:xfrm>
            <a:off x="7957667" y="5938094"/>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반품완료일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55" name="직사각형 54">
            <a:extLst>
              <a:ext uri="{FF2B5EF4-FFF2-40B4-BE49-F238E27FC236}">
                <a16:creationId xmlns:a16="http://schemas.microsoft.com/office/drawing/2014/main" id="{E10E233A-7BB9-45A0-A7E6-45FAA232B7D8}"/>
              </a:ext>
            </a:extLst>
          </p:cNvPr>
          <p:cNvSpPr/>
          <p:nvPr/>
        </p:nvSpPr>
        <p:spPr>
          <a:xfrm>
            <a:off x="7957667" y="5289506"/>
            <a:ext cx="836550" cy="25610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취소완료일</a:t>
            </a:r>
            <a:endParaRPr lang="en-US" altLang="ko-KR" sz="800" dirty="0">
              <a:solidFill>
                <a:schemeClr val="tx1"/>
              </a:solidFill>
            </a:endParaRPr>
          </a:p>
          <a:p>
            <a:pPr algn="ctr"/>
            <a:r>
              <a:rPr lang="en-US" altLang="ko-KR" sz="800" dirty="0">
                <a:solidFill>
                  <a:schemeClr val="tx1"/>
                </a:solidFill>
              </a:rPr>
              <a:t>2024.10.16</a:t>
            </a:r>
            <a:endParaRPr lang="ko-KR" altLang="en-US" sz="800" dirty="0">
              <a:solidFill>
                <a:schemeClr val="tx1"/>
              </a:solidFill>
            </a:endParaRPr>
          </a:p>
        </p:txBody>
      </p:sp>
      <p:sp>
        <p:nvSpPr>
          <p:cNvPr id="65" name="TextBox 64">
            <a:extLst>
              <a:ext uri="{FF2B5EF4-FFF2-40B4-BE49-F238E27FC236}">
                <a16:creationId xmlns:a16="http://schemas.microsoft.com/office/drawing/2014/main" id="{B4795005-E9AC-45DB-A058-440FE52170E6}"/>
              </a:ext>
            </a:extLst>
          </p:cNvPr>
          <p:cNvSpPr txBox="1"/>
          <p:nvPr/>
        </p:nvSpPr>
        <p:spPr>
          <a:xfrm>
            <a:off x="6061165" y="9579502"/>
            <a:ext cx="2905400" cy="338554"/>
          </a:xfrm>
          <a:prstGeom prst="rect">
            <a:avLst/>
          </a:prstGeom>
          <a:noFill/>
        </p:spPr>
        <p:txBody>
          <a:bodyPr wrap="square" rtlCol="0">
            <a:spAutoFit/>
          </a:bodyPr>
          <a:lstStyle/>
          <a:p>
            <a:r>
              <a:rPr lang="en-US" altLang="ko-KR" sz="800" dirty="0"/>
              <a:t>( </a:t>
            </a:r>
            <a:r>
              <a:rPr lang="ko-KR" altLang="en-US" sz="800" dirty="0"/>
              <a:t>배송비 </a:t>
            </a:r>
            <a:r>
              <a:rPr lang="en-US" altLang="ko-KR" sz="800" dirty="0"/>
              <a:t>) 30,000</a:t>
            </a:r>
            <a:r>
              <a:rPr lang="ko-KR" altLang="en-US" sz="800" dirty="0"/>
              <a:t>원 미만 </a:t>
            </a:r>
            <a:r>
              <a:rPr lang="en-US" altLang="ko-KR" sz="800" dirty="0"/>
              <a:t>: 2,500 </a:t>
            </a:r>
            <a:r>
              <a:rPr lang="ko-KR" altLang="en-US" sz="800" dirty="0"/>
              <a:t>원 </a:t>
            </a:r>
            <a:r>
              <a:rPr lang="en-US" altLang="ko-KR" sz="800" dirty="0"/>
              <a:t>|  </a:t>
            </a:r>
            <a:r>
              <a:rPr lang="ko-KR" altLang="en-US" sz="800" dirty="0"/>
              <a:t>판매자 문의하기 ▷</a:t>
            </a:r>
          </a:p>
          <a:p>
            <a:endParaRPr lang="ko-KR" altLang="en-US" sz="800" dirty="0"/>
          </a:p>
        </p:txBody>
      </p:sp>
      <p:sp>
        <p:nvSpPr>
          <p:cNvPr id="93" name="직사각형 92">
            <a:extLst>
              <a:ext uri="{FF2B5EF4-FFF2-40B4-BE49-F238E27FC236}">
                <a16:creationId xmlns:a16="http://schemas.microsoft.com/office/drawing/2014/main" id="{AEA0D8A4-5D61-497C-9F12-3A678C6111DF}"/>
              </a:ext>
            </a:extLst>
          </p:cNvPr>
          <p:cNvSpPr/>
          <p:nvPr/>
        </p:nvSpPr>
        <p:spPr>
          <a:xfrm>
            <a:off x="4598106" y="11644472"/>
            <a:ext cx="920552" cy="297955"/>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메인으로</a:t>
            </a:r>
            <a:endParaRPr lang="en-US" altLang="ko-KR" sz="800" dirty="0">
              <a:solidFill>
                <a:schemeClr val="bg1"/>
              </a:solidFill>
            </a:endParaRPr>
          </a:p>
        </p:txBody>
      </p:sp>
      <p:graphicFrame>
        <p:nvGraphicFramePr>
          <p:cNvPr id="95" name="표 94">
            <a:extLst>
              <a:ext uri="{FF2B5EF4-FFF2-40B4-BE49-F238E27FC236}">
                <a16:creationId xmlns:a16="http://schemas.microsoft.com/office/drawing/2014/main" id="{3B320BEC-EC65-4357-B942-478D15721AA5}"/>
              </a:ext>
            </a:extLst>
          </p:cNvPr>
          <p:cNvGraphicFramePr>
            <a:graphicFrameLocks noGrp="1"/>
          </p:cNvGraphicFramePr>
          <p:nvPr>
            <p:extLst>
              <p:ext uri="{D42A27DB-BD31-4B8C-83A1-F6EECF244321}">
                <p14:modId xmlns:p14="http://schemas.microsoft.com/office/powerpoint/2010/main" val="1187081367"/>
              </p:ext>
            </p:extLst>
          </p:nvPr>
        </p:nvGraphicFramePr>
        <p:xfrm>
          <a:off x="10171774" y="22159"/>
          <a:ext cx="1979018" cy="2241312"/>
        </p:xfrm>
        <a:graphic>
          <a:graphicData uri="http://schemas.openxmlformats.org/drawingml/2006/table">
            <a:tbl>
              <a:tblPr firstRow="1" bandRow="1">
                <a:tableStyleId>{5940675A-B579-460E-94D1-54222C63F5DA}</a:tableStyleId>
              </a:tblPr>
              <a:tblGrid>
                <a:gridCol w="297687">
                  <a:extLst>
                    <a:ext uri="{9D8B030D-6E8A-4147-A177-3AD203B41FA5}">
                      <a16:colId xmlns:a16="http://schemas.microsoft.com/office/drawing/2014/main" val="2768186151"/>
                    </a:ext>
                  </a:extLst>
                </a:gridCol>
                <a:gridCol w="527402">
                  <a:extLst>
                    <a:ext uri="{9D8B030D-6E8A-4147-A177-3AD203B41FA5}">
                      <a16:colId xmlns:a16="http://schemas.microsoft.com/office/drawing/2014/main" val="1926572822"/>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en-US" altLang="ko-KR" sz="800" dirty="0"/>
                        <a:t>RF-01-06-02-5</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주문조회</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주문 상세 페이지 </a:t>
                      </a:r>
                      <a:r>
                        <a:rPr lang="en-US" altLang="ko-KR" sz="800" dirty="0"/>
                        <a:t>&gt; </a:t>
                      </a:r>
                      <a:r>
                        <a:rPr lang="ko-KR" altLang="en-US" sz="800" dirty="0"/>
                        <a:t>판매자 문의하기</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err="1"/>
                        <a:t>판매자에게</a:t>
                      </a:r>
                      <a:r>
                        <a:rPr lang="ko-KR" altLang="en-US" sz="800" dirty="0"/>
                        <a:t> 상품에 관한 내용을 문의하는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버튼 클릭 시 상품 문의하기 화면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46746957"/>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판매자에게</a:t>
                      </a:r>
                      <a:r>
                        <a:rPr lang="ko-KR" altLang="en-US" sz="800" b="0" dirty="0">
                          <a:solidFill>
                            <a:schemeClr val="tx1"/>
                          </a:solidFill>
                        </a:rPr>
                        <a:t> 상품에 관하여 문의 할 수 있는 화면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557257392"/>
                  </a:ext>
                </a:extLst>
              </a:tr>
            </a:tbl>
          </a:graphicData>
        </a:graphic>
      </p:graphicFrame>
      <p:grpSp>
        <p:nvGrpSpPr>
          <p:cNvPr id="98" name="그룹 97">
            <a:extLst>
              <a:ext uri="{FF2B5EF4-FFF2-40B4-BE49-F238E27FC236}">
                <a16:creationId xmlns:a16="http://schemas.microsoft.com/office/drawing/2014/main" id="{56FA31BE-3F1E-412B-B09A-E666E833308C}"/>
              </a:ext>
            </a:extLst>
          </p:cNvPr>
          <p:cNvGrpSpPr/>
          <p:nvPr/>
        </p:nvGrpSpPr>
        <p:grpSpPr>
          <a:xfrm>
            <a:off x="2415384" y="7135298"/>
            <a:ext cx="689346" cy="440906"/>
            <a:chOff x="2843808" y="1955121"/>
            <a:chExt cx="1674813" cy="596970"/>
          </a:xfrm>
          <a:solidFill>
            <a:schemeClr val="bg1">
              <a:lumMod val="95000"/>
            </a:schemeClr>
          </a:solidFill>
        </p:grpSpPr>
        <p:sp>
          <p:nvSpPr>
            <p:cNvPr id="99"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0"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1"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2" name="TextBox 101">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grpSp>
        <p:nvGrpSpPr>
          <p:cNvPr id="103" name="그룹 102">
            <a:extLst>
              <a:ext uri="{FF2B5EF4-FFF2-40B4-BE49-F238E27FC236}">
                <a16:creationId xmlns:a16="http://schemas.microsoft.com/office/drawing/2014/main" id="{56FA31BE-3F1E-412B-B09A-E666E833308C}"/>
              </a:ext>
            </a:extLst>
          </p:cNvPr>
          <p:cNvGrpSpPr/>
          <p:nvPr/>
        </p:nvGrpSpPr>
        <p:grpSpPr>
          <a:xfrm>
            <a:off x="2412667" y="7717822"/>
            <a:ext cx="689346" cy="440906"/>
            <a:chOff x="2843808" y="1955121"/>
            <a:chExt cx="1674813" cy="596970"/>
          </a:xfrm>
          <a:solidFill>
            <a:schemeClr val="bg1">
              <a:lumMod val="95000"/>
            </a:schemeClr>
          </a:solidFill>
        </p:grpSpPr>
        <p:sp>
          <p:nvSpPr>
            <p:cNvPr id="104"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5"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6"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7" name="TextBox 106">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grpSp>
        <p:nvGrpSpPr>
          <p:cNvPr id="108" name="그룹 107">
            <a:extLst>
              <a:ext uri="{FF2B5EF4-FFF2-40B4-BE49-F238E27FC236}">
                <a16:creationId xmlns:a16="http://schemas.microsoft.com/office/drawing/2014/main" id="{56FA31BE-3F1E-412B-B09A-E666E833308C}"/>
              </a:ext>
            </a:extLst>
          </p:cNvPr>
          <p:cNvGrpSpPr/>
          <p:nvPr/>
        </p:nvGrpSpPr>
        <p:grpSpPr>
          <a:xfrm>
            <a:off x="2412667" y="8347035"/>
            <a:ext cx="689346" cy="440906"/>
            <a:chOff x="2843808" y="1955121"/>
            <a:chExt cx="1674813" cy="596970"/>
          </a:xfrm>
          <a:solidFill>
            <a:schemeClr val="bg1">
              <a:lumMod val="95000"/>
            </a:schemeClr>
          </a:solidFill>
        </p:grpSpPr>
        <p:sp>
          <p:nvSpPr>
            <p:cNvPr id="109"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0"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1"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2" name="TextBox 111">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grpSp>
        <p:nvGrpSpPr>
          <p:cNvPr id="113" name="그룹 112">
            <a:extLst>
              <a:ext uri="{FF2B5EF4-FFF2-40B4-BE49-F238E27FC236}">
                <a16:creationId xmlns:a16="http://schemas.microsoft.com/office/drawing/2014/main" id="{56FA31BE-3F1E-412B-B09A-E666E833308C}"/>
              </a:ext>
            </a:extLst>
          </p:cNvPr>
          <p:cNvGrpSpPr/>
          <p:nvPr/>
        </p:nvGrpSpPr>
        <p:grpSpPr>
          <a:xfrm>
            <a:off x="2419771" y="8940704"/>
            <a:ext cx="689346" cy="440906"/>
            <a:chOff x="2843808" y="1955121"/>
            <a:chExt cx="1674813" cy="596970"/>
          </a:xfrm>
          <a:solidFill>
            <a:schemeClr val="bg1">
              <a:lumMod val="95000"/>
            </a:schemeClr>
          </a:solidFill>
        </p:grpSpPr>
        <p:sp>
          <p:nvSpPr>
            <p:cNvPr id="114" name="Border">
              <a:extLst>
                <a:ext uri="{FF2B5EF4-FFF2-40B4-BE49-F238E27FC236}">
                  <a16:creationId xmlns:a16="http://schemas.microsoft.com/office/drawing/2014/main" id="{778AA5B7-24AB-4DA1-AA94-AD502C2FEC2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5" name="Line 2">
              <a:extLst>
                <a:ext uri="{FF2B5EF4-FFF2-40B4-BE49-F238E27FC236}">
                  <a16:creationId xmlns:a16="http://schemas.microsoft.com/office/drawing/2014/main" id="{711B1ED4-2F4E-4CEB-AACA-4CB73B0D3A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6" name="Line 1">
              <a:extLst>
                <a:ext uri="{FF2B5EF4-FFF2-40B4-BE49-F238E27FC236}">
                  <a16:creationId xmlns:a16="http://schemas.microsoft.com/office/drawing/2014/main" id="{AD673A5B-19F6-430D-8FC2-FB3FA1CBBD1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7" name="TextBox 116">
              <a:extLst>
                <a:ext uri="{FF2B5EF4-FFF2-40B4-BE49-F238E27FC236}">
                  <a16:creationId xmlns:a16="http://schemas.microsoft.com/office/drawing/2014/main" id="{936B35FF-51EA-47FD-9EC5-290481D6C3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25" name="직사각형 124">
            <a:extLst>
              <a:ext uri="{FF2B5EF4-FFF2-40B4-BE49-F238E27FC236}">
                <a16:creationId xmlns:a16="http://schemas.microsoft.com/office/drawing/2014/main" id="{7EC4EB8A-69F3-4C54-9705-4AC5D98C128C}"/>
              </a:ext>
            </a:extLst>
          </p:cNvPr>
          <p:cNvSpPr/>
          <p:nvPr/>
        </p:nvSpPr>
        <p:spPr>
          <a:xfrm>
            <a:off x="3173395" y="7151849"/>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sp>
        <p:nvSpPr>
          <p:cNvPr id="126" name="직사각형 125">
            <a:extLst>
              <a:ext uri="{FF2B5EF4-FFF2-40B4-BE49-F238E27FC236}">
                <a16:creationId xmlns:a16="http://schemas.microsoft.com/office/drawing/2014/main" id="{7EC4EB8A-69F3-4C54-9705-4AC5D98C128C}"/>
              </a:ext>
            </a:extLst>
          </p:cNvPr>
          <p:cNvSpPr/>
          <p:nvPr/>
        </p:nvSpPr>
        <p:spPr>
          <a:xfrm>
            <a:off x="3169324" y="7737935"/>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sp>
        <p:nvSpPr>
          <p:cNvPr id="127" name="직사각형 126">
            <a:extLst>
              <a:ext uri="{FF2B5EF4-FFF2-40B4-BE49-F238E27FC236}">
                <a16:creationId xmlns:a16="http://schemas.microsoft.com/office/drawing/2014/main" id="{7EC4EB8A-69F3-4C54-9705-4AC5D98C128C}"/>
              </a:ext>
            </a:extLst>
          </p:cNvPr>
          <p:cNvSpPr/>
          <p:nvPr/>
        </p:nvSpPr>
        <p:spPr>
          <a:xfrm>
            <a:off x="3183085" y="8350064"/>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sp>
        <p:nvSpPr>
          <p:cNvPr id="128" name="직사각형 127">
            <a:extLst>
              <a:ext uri="{FF2B5EF4-FFF2-40B4-BE49-F238E27FC236}">
                <a16:creationId xmlns:a16="http://schemas.microsoft.com/office/drawing/2014/main" id="{7EC4EB8A-69F3-4C54-9705-4AC5D98C128C}"/>
              </a:ext>
            </a:extLst>
          </p:cNvPr>
          <p:cNvSpPr/>
          <p:nvPr/>
        </p:nvSpPr>
        <p:spPr>
          <a:xfrm>
            <a:off x="3169324" y="8945774"/>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sp>
        <p:nvSpPr>
          <p:cNvPr id="130" name="직사각형 129">
            <a:extLst>
              <a:ext uri="{FF2B5EF4-FFF2-40B4-BE49-F238E27FC236}">
                <a16:creationId xmlns:a16="http://schemas.microsoft.com/office/drawing/2014/main" id="{FCB3DCD2-8C49-41FE-A52B-CDE362A43498}"/>
              </a:ext>
            </a:extLst>
          </p:cNvPr>
          <p:cNvSpPr/>
          <p:nvPr/>
        </p:nvSpPr>
        <p:spPr>
          <a:xfrm>
            <a:off x="8042546" y="7238373"/>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취소신청</a:t>
            </a:r>
          </a:p>
        </p:txBody>
      </p:sp>
      <p:sp>
        <p:nvSpPr>
          <p:cNvPr id="132" name="직사각형 131">
            <a:extLst>
              <a:ext uri="{FF2B5EF4-FFF2-40B4-BE49-F238E27FC236}">
                <a16:creationId xmlns:a16="http://schemas.microsoft.com/office/drawing/2014/main" id="{FCB3DCD2-8C49-41FE-A52B-CDE362A43498}"/>
              </a:ext>
            </a:extLst>
          </p:cNvPr>
          <p:cNvSpPr/>
          <p:nvPr/>
        </p:nvSpPr>
        <p:spPr>
          <a:xfrm>
            <a:off x="8042546" y="7834674"/>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취소신청</a:t>
            </a:r>
          </a:p>
        </p:txBody>
      </p:sp>
      <p:sp>
        <p:nvSpPr>
          <p:cNvPr id="133" name="직사각형 132">
            <a:extLst>
              <a:ext uri="{FF2B5EF4-FFF2-40B4-BE49-F238E27FC236}">
                <a16:creationId xmlns:a16="http://schemas.microsoft.com/office/drawing/2014/main" id="{27084E9C-17F3-42AE-8231-8C85A80EE39F}"/>
              </a:ext>
            </a:extLst>
          </p:cNvPr>
          <p:cNvSpPr/>
          <p:nvPr/>
        </p:nvSpPr>
        <p:spPr>
          <a:xfrm>
            <a:off x="8042546" y="8456727"/>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반품신청</a:t>
            </a:r>
          </a:p>
        </p:txBody>
      </p:sp>
      <p:sp>
        <p:nvSpPr>
          <p:cNvPr id="134" name="직사각형 133">
            <a:extLst>
              <a:ext uri="{FF2B5EF4-FFF2-40B4-BE49-F238E27FC236}">
                <a16:creationId xmlns:a16="http://schemas.microsoft.com/office/drawing/2014/main" id="{154DCA1E-CE80-47D1-8F41-924E54F01F2F}"/>
              </a:ext>
            </a:extLst>
          </p:cNvPr>
          <p:cNvSpPr/>
          <p:nvPr/>
        </p:nvSpPr>
        <p:spPr>
          <a:xfrm>
            <a:off x="8049071" y="9315141"/>
            <a:ext cx="666792" cy="213852"/>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구매확정</a:t>
            </a:r>
          </a:p>
        </p:txBody>
      </p:sp>
      <p:sp>
        <p:nvSpPr>
          <p:cNvPr id="135" name="직사각형 134">
            <a:extLst>
              <a:ext uri="{FF2B5EF4-FFF2-40B4-BE49-F238E27FC236}">
                <a16:creationId xmlns:a16="http://schemas.microsoft.com/office/drawing/2014/main" id="{568DEFE7-B127-4AC7-BF82-53B4D61A428A}"/>
              </a:ext>
            </a:extLst>
          </p:cNvPr>
          <p:cNvSpPr/>
          <p:nvPr/>
        </p:nvSpPr>
        <p:spPr>
          <a:xfrm>
            <a:off x="8049071" y="8842447"/>
            <a:ext cx="666792" cy="21385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반품신청</a:t>
            </a:r>
          </a:p>
        </p:txBody>
      </p:sp>
      <p:sp>
        <p:nvSpPr>
          <p:cNvPr id="136" name="직사각형 135">
            <a:extLst>
              <a:ext uri="{FF2B5EF4-FFF2-40B4-BE49-F238E27FC236}">
                <a16:creationId xmlns:a16="http://schemas.microsoft.com/office/drawing/2014/main" id="{EF53F4A0-847F-40BC-AB92-6B18E9F6153B}"/>
              </a:ext>
            </a:extLst>
          </p:cNvPr>
          <p:cNvSpPr/>
          <p:nvPr/>
        </p:nvSpPr>
        <p:spPr>
          <a:xfrm>
            <a:off x="8042546" y="9072517"/>
            <a:ext cx="666792" cy="213852"/>
          </a:xfrm>
          <a:prstGeom prst="rect">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교환신청</a:t>
            </a:r>
          </a:p>
        </p:txBody>
      </p:sp>
      <p:sp>
        <p:nvSpPr>
          <p:cNvPr id="137" name="직사각형 136">
            <a:extLst>
              <a:ext uri="{FF2B5EF4-FFF2-40B4-BE49-F238E27FC236}">
                <a16:creationId xmlns:a16="http://schemas.microsoft.com/office/drawing/2014/main" id="{48678D97-41E3-457A-8D17-13CAD24851D6}"/>
              </a:ext>
            </a:extLst>
          </p:cNvPr>
          <p:cNvSpPr/>
          <p:nvPr/>
        </p:nvSpPr>
        <p:spPr>
          <a:xfrm>
            <a:off x="2376470" y="8374925"/>
            <a:ext cx="3935785" cy="439841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138" name="그룹 137">
            <a:extLst>
              <a:ext uri="{FF2B5EF4-FFF2-40B4-BE49-F238E27FC236}">
                <a16:creationId xmlns:a16="http://schemas.microsoft.com/office/drawing/2014/main" id="{220FC6F9-3486-494B-ACD7-CCC7577388B9}"/>
              </a:ext>
            </a:extLst>
          </p:cNvPr>
          <p:cNvGrpSpPr/>
          <p:nvPr/>
        </p:nvGrpSpPr>
        <p:grpSpPr>
          <a:xfrm>
            <a:off x="2593196" y="8932686"/>
            <a:ext cx="517956" cy="248122"/>
            <a:chOff x="2681976" y="1955121"/>
            <a:chExt cx="1929510" cy="596970"/>
          </a:xfrm>
        </p:grpSpPr>
        <p:sp>
          <p:nvSpPr>
            <p:cNvPr id="139" name="Border">
              <a:extLst>
                <a:ext uri="{FF2B5EF4-FFF2-40B4-BE49-F238E27FC236}">
                  <a16:creationId xmlns:a16="http://schemas.microsoft.com/office/drawing/2014/main" id="{F5F8123C-5020-40EB-BB8B-B10F1D540BE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0" name="Line 2">
              <a:extLst>
                <a:ext uri="{FF2B5EF4-FFF2-40B4-BE49-F238E27FC236}">
                  <a16:creationId xmlns:a16="http://schemas.microsoft.com/office/drawing/2014/main" id="{53838C6C-D8DA-4373-84ED-5025A618534F}"/>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1" name="Line 1">
              <a:extLst>
                <a:ext uri="{FF2B5EF4-FFF2-40B4-BE49-F238E27FC236}">
                  <a16:creationId xmlns:a16="http://schemas.microsoft.com/office/drawing/2014/main" id="{512A7E0C-EFCC-44F6-B3B0-2AC51BA2042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2" name="TextBox 141">
              <a:extLst>
                <a:ext uri="{FF2B5EF4-FFF2-40B4-BE49-F238E27FC236}">
                  <a16:creationId xmlns:a16="http://schemas.microsoft.com/office/drawing/2014/main" id="{DBE25AE5-1D3F-4DB5-B035-15DFF4C26594}"/>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43" name="직사각형 142">
            <a:extLst>
              <a:ext uri="{FF2B5EF4-FFF2-40B4-BE49-F238E27FC236}">
                <a16:creationId xmlns:a16="http://schemas.microsoft.com/office/drawing/2014/main" id="{7FF93421-6226-4F7B-BA63-F365DE0706A2}"/>
              </a:ext>
            </a:extLst>
          </p:cNvPr>
          <p:cNvSpPr/>
          <p:nvPr/>
        </p:nvSpPr>
        <p:spPr>
          <a:xfrm>
            <a:off x="3111151" y="8845320"/>
            <a:ext cx="3093515"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sp>
        <p:nvSpPr>
          <p:cNvPr id="144" name="TextBox 143">
            <a:extLst>
              <a:ext uri="{FF2B5EF4-FFF2-40B4-BE49-F238E27FC236}">
                <a16:creationId xmlns:a16="http://schemas.microsoft.com/office/drawing/2014/main" id="{29AD539E-9574-4216-938A-FA40CE609F29}"/>
              </a:ext>
            </a:extLst>
          </p:cNvPr>
          <p:cNvSpPr txBox="1"/>
          <p:nvPr/>
        </p:nvSpPr>
        <p:spPr>
          <a:xfrm>
            <a:off x="2497039" y="8473957"/>
            <a:ext cx="1072730"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상품 문의하기</a:t>
            </a:r>
            <a:endParaRPr lang="ko-KR" altLang="en-US" sz="900" dirty="0"/>
          </a:p>
        </p:txBody>
      </p:sp>
      <p:graphicFrame>
        <p:nvGraphicFramePr>
          <p:cNvPr id="145" name="표 17">
            <a:extLst>
              <a:ext uri="{FF2B5EF4-FFF2-40B4-BE49-F238E27FC236}">
                <a16:creationId xmlns:a16="http://schemas.microsoft.com/office/drawing/2014/main" id="{C2136942-397C-44AF-9EB8-A840A812DAAF}"/>
              </a:ext>
            </a:extLst>
          </p:cNvPr>
          <p:cNvGraphicFramePr>
            <a:graphicFrameLocks noGrp="1"/>
          </p:cNvGraphicFramePr>
          <p:nvPr>
            <p:extLst>
              <p:ext uri="{D42A27DB-BD31-4B8C-83A1-F6EECF244321}">
                <p14:modId xmlns:p14="http://schemas.microsoft.com/office/powerpoint/2010/main" val="2129657773"/>
              </p:ext>
            </p:extLst>
          </p:nvPr>
        </p:nvGraphicFramePr>
        <p:xfrm>
          <a:off x="2636638" y="9924645"/>
          <a:ext cx="3472494" cy="1974140"/>
        </p:xfrm>
        <a:graphic>
          <a:graphicData uri="http://schemas.openxmlformats.org/drawingml/2006/table">
            <a:tbl>
              <a:tblPr firstRow="1" bandRow="1">
                <a:tableStyleId>{5940675A-B579-460E-94D1-54222C63F5DA}</a:tableStyleId>
              </a:tblPr>
              <a:tblGrid>
                <a:gridCol w="721645">
                  <a:extLst>
                    <a:ext uri="{9D8B030D-6E8A-4147-A177-3AD203B41FA5}">
                      <a16:colId xmlns:a16="http://schemas.microsoft.com/office/drawing/2014/main" val="827257380"/>
                    </a:ext>
                  </a:extLst>
                </a:gridCol>
                <a:gridCol w="2750849">
                  <a:extLst>
                    <a:ext uri="{9D8B030D-6E8A-4147-A177-3AD203B41FA5}">
                      <a16:colId xmlns:a16="http://schemas.microsoft.com/office/drawing/2014/main" val="1855344563"/>
                    </a:ext>
                  </a:extLst>
                </a:gridCol>
              </a:tblGrid>
              <a:tr h="188330">
                <a:tc>
                  <a:txBody>
                    <a:bodyPr/>
                    <a:lstStyle/>
                    <a:p>
                      <a:pPr latinLnBrk="1"/>
                      <a:r>
                        <a:rPr lang="ko-KR" altLang="en-US" sz="800" dirty="0">
                          <a:solidFill>
                            <a:schemeClr val="tx1"/>
                          </a:solidFill>
                        </a:rPr>
                        <a:t>질문 제목</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1760780">
                <a:tc>
                  <a:txBody>
                    <a:bodyPr/>
                    <a:lstStyle/>
                    <a:p>
                      <a:pPr latinLnBrk="1"/>
                      <a:r>
                        <a:rPr lang="ko-KR" altLang="en-US" sz="800" dirty="0">
                          <a:solidFill>
                            <a:schemeClr val="tx1"/>
                          </a:solidFill>
                        </a:rPr>
                        <a:t>질문 내용</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bl>
          </a:graphicData>
        </a:graphic>
      </p:graphicFrame>
      <p:sp>
        <p:nvSpPr>
          <p:cNvPr id="146" name="TextBox 145">
            <a:extLst>
              <a:ext uri="{FF2B5EF4-FFF2-40B4-BE49-F238E27FC236}">
                <a16:creationId xmlns:a16="http://schemas.microsoft.com/office/drawing/2014/main" id="{A869BA48-204E-41B6-AB2F-28B5DAC9F063}"/>
              </a:ext>
            </a:extLst>
          </p:cNvPr>
          <p:cNvSpPr txBox="1"/>
          <p:nvPr/>
        </p:nvSpPr>
        <p:spPr>
          <a:xfrm>
            <a:off x="2529820" y="9406313"/>
            <a:ext cx="841897"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문의내용</a:t>
            </a:r>
            <a:r>
              <a:rPr lang="en-US" altLang="ko-KR" sz="900" dirty="0">
                <a:latin typeface="맑은 고딕" panose="020B0503020000020004" pitchFamily="50" charset="-127"/>
                <a:ea typeface="맑은 고딕" panose="020B0503020000020004" pitchFamily="50" charset="-127"/>
              </a:rPr>
              <a:t> </a:t>
            </a:r>
            <a:endParaRPr lang="ko-KR" altLang="en-US" sz="900" dirty="0"/>
          </a:p>
        </p:txBody>
      </p:sp>
      <p:sp>
        <p:nvSpPr>
          <p:cNvPr id="147" name="직사각형 146">
            <a:extLst>
              <a:ext uri="{FF2B5EF4-FFF2-40B4-BE49-F238E27FC236}">
                <a16:creationId xmlns:a16="http://schemas.microsoft.com/office/drawing/2014/main" id="{D77927F8-2BE1-4900-888C-443D372B81CE}"/>
              </a:ext>
            </a:extLst>
          </p:cNvPr>
          <p:cNvSpPr/>
          <p:nvPr/>
        </p:nvSpPr>
        <p:spPr>
          <a:xfrm>
            <a:off x="3397698" y="12128682"/>
            <a:ext cx="891615" cy="213360"/>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문의하기</a:t>
            </a:r>
            <a:endParaRPr lang="en-US" altLang="ko-KR" sz="800" dirty="0">
              <a:solidFill>
                <a:schemeClr val="bg1"/>
              </a:solidFill>
            </a:endParaRPr>
          </a:p>
        </p:txBody>
      </p:sp>
      <p:grpSp>
        <p:nvGrpSpPr>
          <p:cNvPr id="171" name="Image">
            <a:extLst>
              <a:ext uri="{FF2B5EF4-FFF2-40B4-BE49-F238E27FC236}">
                <a16:creationId xmlns:a16="http://schemas.microsoft.com/office/drawing/2014/main" id="{3BEB5C07-8BFC-48DF-9B3E-72143A65675D}"/>
              </a:ext>
            </a:extLst>
          </p:cNvPr>
          <p:cNvGrpSpPr>
            <a:grpSpLocks/>
          </p:cNvGrpSpPr>
          <p:nvPr/>
        </p:nvGrpSpPr>
        <p:grpSpPr bwMode="auto">
          <a:xfrm>
            <a:off x="5999950" y="8494992"/>
            <a:ext cx="204716" cy="209797"/>
            <a:chOff x="508000" y="1397000"/>
            <a:chExt cx="1008112" cy="1008112"/>
          </a:xfrm>
        </p:grpSpPr>
        <p:sp>
          <p:nvSpPr>
            <p:cNvPr id="172" name="Border">
              <a:extLst>
                <a:ext uri="{FF2B5EF4-FFF2-40B4-BE49-F238E27FC236}">
                  <a16:creationId xmlns:a16="http://schemas.microsoft.com/office/drawing/2014/main" id="{3352B494-1BB8-46E6-9EAD-A5ED28BEE8DD}"/>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3" name="Line 2">
              <a:extLst>
                <a:ext uri="{FF2B5EF4-FFF2-40B4-BE49-F238E27FC236}">
                  <a16:creationId xmlns:a16="http://schemas.microsoft.com/office/drawing/2014/main" id="{D82FAE0E-F512-4245-A72A-71FE692022C9}"/>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4" name="Line 1">
              <a:extLst>
                <a:ext uri="{FF2B5EF4-FFF2-40B4-BE49-F238E27FC236}">
                  <a16:creationId xmlns:a16="http://schemas.microsoft.com/office/drawing/2014/main" id="{D9B3F6DD-EB0D-430F-916B-5F3F6ADD7583}"/>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75" name="직사각형 174">
            <a:extLst>
              <a:ext uri="{FF2B5EF4-FFF2-40B4-BE49-F238E27FC236}">
                <a16:creationId xmlns:a16="http://schemas.microsoft.com/office/drawing/2014/main" id="{095FE38C-C61A-4D9B-9019-1BC79EE30F4B}"/>
              </a:ext>
            </a:extLst>
          </p:cNvPr>
          <p:cNvSpPr/>
          <p:nvPr/>
        </p:nvSpPr>
        <p:spPr>
          <a:xfrm>
            <a:off x="4396122" y="12128682"/>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176" name="직사각형 175">
            <a:extLst>
              <a:ext uri="{FF2B5EF4-FFF2-40B4-BE49-F238E27FC236}">
                <a16:creationId xmlns:a16="http://schemas.microsoft.com/office/drawing/2014/main" id="{D601AB47-9192-47C1-BBD2-39A67D898854}"/>
              </a:ext>
            </a:extLst>
          </p:cNvPr>
          <p:cNvSpPr/>
          <p:nvPr/>
        </p:nvSpPr>
        <p:spPr>
          <a:xfrm>
            <a:off x="3397698" y="9954408"/>
            <a:ext cx="2603896" cy="14585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a:solidFill>
                  <a:schemeClr val="tx1">
                    <a:lumMod val="50000"/>
                    <a:lumOff val="50000"/>
                  </a:schemeClr>
                </a:solidFill>
              </a:rPr>
              <a:t>질문 제목입니다</a:t>
            </a:r>
            <a:endParaRPr lang="en-US" altLang="ko-KR" sz="800" dirty="0">
              <a:solidFill>
                <a:schemeClr val="tx1">
                  <a:lumMod val="50000"/>
                  <a:lumOff val="50000"/>
                </a:schemeClr>
              </a:solidFill>
            </a:endParaRPr>
          </a:p>
        </p:txBody>
      </p:sp>
      <p:sp>
        <p:nvSpPr>
          <p:cNvPr id="177" name="직사각형 176">
            <a:extLst>
              <a:ext uri="{FF2B5EF4-FFF2-40B4-BE49-F238E27FC236}">
                <a16:creationId xmlns:a16="http://schemas.microsoft.com/office/drawing/2014/main" id="{9D7D67E2-33BC-4953-9802-7BC95DEF4E87}"/>
              </a:ext>
            </a:extLst>
          </p:cNvPr>
          <p:cNvSpPr/>
          <p:nvPr/>
        </p:nvSpPr>
        <p:spPr>
          <a:xfrm>
            <a:off x="3397698" y="10174692"/>
            <a:ext cx="2603896" cy="1574331"/>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ko-KR" altLang="en-US" sz="800" dirty="0">
                <a:solidFill>
                  <a:schemeClr val="tx1">
                    <a:lumMod val="50000"/>
                    <a:lumOff val="50000"/>
                  </a:schemeClr>
                </a:solidFill>
              </a:rPr>
              <a:t>내용입니다</a:t>
            </a:r>
            <a:endParaRPr lang="en-US" altLang="ko-KR" sz="800" dirty="0">
              <a:solidFill>
                <a:schemeClr val="tx1">
                  <a:lumMod val="50000"/>
                  <a:lumOff val="50000"/>
                </a:schemeClr>
              </a:solidFill>
            </a:endParaRPr>
          </a:p>
        </p:txBody>
      </p:sp>
      <p:sp>
        <p:nvSpPr>
          <p:cNvPr id="178" name="TextBox 177">
            <a:extLst>
              <a:ext uri="{FF2B5EF4-FFF2-40B4-BE49-F238E27FC236}">
                <a16:creationId xmlns:a16="http://schemas.microsoft.com/office/drawing/2014/main" id="{F0E99411-34F2-4274-A633-13D47B1B1DF3}"/>
              </a:ext>
            </a:extLst>
          </p:cNvPr>
          <p:cNvSpPr txBox="1"/>
          <p:nvPr/>
        </p:nvSpPr>
        <p:spPr>
          <a:xfrm>
            <a:off x="2578610" y="9665828"/>
            <a:ext cx="3398687" cy="215444"/>
          </a:xfrm>
          <a:prstGeom prst="rect">
            <a:avLst/>
          </a:prstGeom>
          <a:noFill/>
        </p:spPr>
        <p:txBody>
          <a:bodyPr wrap="none" rtlCol="0">
            <a:spAutoFit/>
          </a:bodyPr>
          <a:lstStyle/>
          <a:p>
            <a:r>
              <a:rPr lang="ko-KR" altLang="en-US" sz="800" dirty="0">
                <a:latin typeface="맑은 고딕" panose="020B0503020000020004" pitchFamily="50" charset="-127"/>
                <a:ea typeface="맑은 고딕" panose="020B0503020000020004" pitchFamily="50" charset="-127"/>
              </a:rPr>
              <a:t>판매자에게 상품</a:t>
            </a:r>
            <a:r>
              <a:rPr lang="en-US" altLang="ko-KR" sz="800" dirty="0">
                <a:latin typeface="맑은 고딕" panose="020B0503020000020004" pitchFamily="50" charset="-127"/>
                <a:ea typeface="맑은 고딕" panose="020B0503020000020004" pitchFamily="50" charset="-127"/>
              </a:rPr>
              <a:t>, </a:t>
            </a:r>
            <a:r>
              <a:rPr lang="ko-KR" altLang="en-US" sz="800" dirty="0">
                <a:latin typeface="맑은 고딕" panose="020B0503020000020004" pitchFamily="50" charset="-127"/>
                <a:ea typeface="맑은 고딕" panose="020B0503020000020004" pitchFamily="50" charset="-127"/>
              </a:rPr>
              <a:t>배송</a:t>
            </a:r>
            <a:r>
              <a:rPr lang="en-US" altLang="ko-KR" sz="800" dirty="0">
                <a:latin typeface="맑은 고딕" panose="020B0503020000020004" pitchFamily="50" charset="-127"/>
                <a:ea typeface="맑은 고딕" panose="020B0503020000020004" pitchFamily="50" charset="-127"/>
              </a:rPr>
              <a:t>, </a:t>
            </a:r>
            <a:r>
              <a:rPr lang="ko-KR" altLang="en-US" sz="800" dirty="0">
                <a:latin typeface="맑은 고딕" panose="020B0503020000020004" pitchFamily="50" charset="-127"/>
                <a:ea typeface="맑은 고딕" panose="020B0503020000020004" pitchFamily="50" charset="-127"/>
              </a:rPr>
              <a:t>취소</a:t>
            </a:r>
            <a:r>
              <a:rPr lang="en-US" altLang="ko-KR" sz="800" dirty="0">
                <a:latin typeface="맑은 고딕" panose="020B0503020000020004" pitchFamily="50" charset="-127"/>
                <a:ea typeface="맑은 고딕" panose="020B0503020000020004" pitchFamily="50" charset="-127"/>
              </a:rPr>
              <a:t>, </a:t>
            </a:r>
            <a:r>
              <a:rPr lang="ko-KR" altLang="en-US" sz="800" dirty="0">
                <a:latin typeface="맑은 고딕" panose="020B0503020000020004" pitchFamily="50" charset="-127"/>
                <a:ea typeface="맑은 고딕" panose="020B0503020000020004" pitchFamily="50" charset="-127"/>
              </a:rPr>
              <a:t>교환</a:t>
            </a:r>
            <a:r>
              <a:rPr lang="en-US" altLang="ko-KR" sz="800" dirty="0">
                <a:latin typeface="맑은 고딕" panose="020B0503020000020004" pitchFamily="50" charset="-127"/>
                <a:ea typeface="맑은 고딕" panose="020B0503020000020004" pitchFamily="50" charset="-127"/>
              </a:rPr>
              <a:t>, </a:t>
            </a:r>
            <a:r>
              <a:rPr lang="ko-KR" altLang="en-US" sz="800" dirty="0">
                <a:latin typeface="맑은 고딕" panose="020B0503020000020004" pitchFamily="50" charset="-127"/>
                <a:ea typeface="맑은 고딕" panose="020B0503020000020004" pitchFamily="50" charset="-127"/>
              </a:rPr>
              <a:t>반품 등 궁금한 내용을 문의하세요</a:t>
            </a:r>
            <a:r>
              <a:rPr lang="en-US" altLang="ko-KR" sz="800" dirty="0">
                <a:latin typeface="맑은 고딕" panose="020B0503020000020004" pitchFamily="50" charset="-127"/>
                <a:ea typeface="맑은 고딕" panose="020B0503020000020004" pitchFamily="50" charset="-127"/>
              </a:rPr>
              <a:t>.</a:t>
            </a:r>
            <a:endParaRPr lang="ko-KR" altLang="en-US" sz="800" dirty="0"/>
          </a:p>
        </p:txBody>
      </p:sp>
      <p:sp>
        <p:nvSpPr>
          <p:cNvPr id="179" name="타원 178">
            <a:extLst>
              <a:ext uri="{FF2B5EF4-FFF2-40B4-BE49-F238E27FC236}">
                <a16:creationId xmlns:a16="http://schemas.microsoft.com/office/drawing/2014/main" id="{3091B47E-62CF-4297-8AF6-3E70004CF9AC}"/>
              </a:ext>
            </a:extLst>
          </p:cNvPr>
          <p:cNvSpPr/>
          <p:nvPr/>
        </p:nvSpPr>
        <p:spPr>
          <a:xfrm>
            <a:off x="7640308" y="9472757"/>
            <a:ext cx="1241378"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80" name="직선 화살표 연결선 179">
            <a:extLst>
              <a:ext uri="{FF2B5EF4-FFF2-40B4-BE49-F238E27FC236}">
                <a16:creationId xmlns:a16="http://schemas.microsoft.com/office/drawing/2014/main" id="{60AE5251-69BB-4C80-A7CA-BC74CFA9B3B2}"/>
              </a:ext>
            </a:extLst>
          </p:cNvPr>
          <p:cNvCxnSpPr>
            <a:cxnSpLocks/>
            <a:stCxn id="179" idx="2"/>
          </p:cNvCxnSpPr>
          <p:nvPr/>
        </p:nvCxnSpPr>
        <p:spPr>
          <a:xfrm flipH="1">
            <a:off x="5999950" y="9694569"/>
            <a:ext cx="1640358"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81" name="TextBox 180">
            <a:extLst>
              <a:ext uri="{FF2B5EF4-FFF2-40B4-BE49-F238E27FC236}">
                <a16:creationId xmlns:a16="http://schemas.microsoft.com/office/drawing/2014/main" id="{39A59C64-A3D8-452D-BFC7-09FA7DA3D13C}"/>
              </a:ext>
            </a:extLst>
          </p:cNvPr>
          <p:cNvSpPr txBox="1"/>
          <p:nvPr/>
        </p:nvSpPr>
        <p:spPr>
          <a:xfrm>
            <a:off x="8629694" y="9406313"/>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182" name="TextBox 181">
            <a:extLst>
              <a:ext uri="{FF2B5EF4-FFF2-40B4-BE49-F238E27FC236}">
                <a16:creationId xmlns:a16="http://schemas.microsoft.com/office/drawing/2014/main" id="{39A59C64-A3D8-452D-BFC7-09FA7DA3D13C}"/>
              </a:ext>
            </a:extLst>
          </p:cNvPr>
          <p:cNvSpPr txBox="1"/>
          <p:nvPr/>
        </p:nvSpPr>
        <p:spPr>
          <a:xfrm>
            <a:off x="2245047" y="8259509"/>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3908414385"/>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6">
            <a:extLst>
              <a:ext uri="{FF2B5EF4-FFF2-40B4-BE49-F238E27FC236}">
                <a16:creationId xmlns:a16="http://schemas.microsoft.com/office/drawing/2014/main" id="{8564AAC0-1F7E-4041-93BC-259D8946FEE3}"/>
              </a:ext>
            </a:extLst>
          </p:cNvPr>
          <p:cNvGraphicFramePr>
            <a:graphicFrameLocks noGrp="1"/>
          </p:cNvGraphicFramePr>
          <p:nvPr>
            <p:extLst>
              <p:ext uri="{D42A27DB-BD31-4B8C-83A1-F6EECF244321}">
                <p14:modId xmlns:p14="http://schemas.microsoft.com/office/powerpoint/2010/main" val="2015236832"/>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endParaRPr lang="ko-KR" altLang="en-US" sz="1800" b="1" dirty="0">
                        <a:solidFill>
                          <a:schemeClr val="tx1"/>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b="1" dirty="0">
                        <a:solidFill>
                          <a:schemeClr val="tx1"/>
                        </a:solidFill>
                      </a:endParaRPr>
                    </a:p>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b="1" dirty="0">
                          <a:solidFill>
                            <a:schemeClr val="tx1"/>
                          </a:solidFill>
                        </a:rPr>
                        <a:t>●  회원영역</a:t>
                      </a:r>
                    </a:p>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1226971171"/>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B18537C2-6281-430F-AF96-D2AFA52E77CA}"/>
              </a:ext>
            </a:extLst>
          </p:cNvPr>
          <p:cNvGraphicFramePr>
            <a:graphicFrameLocks noGrp="1"/>
          </p:cNvGraphicFramePr>
          <p:nvPr>
            <p:extLst>
              <p:ext uri="{D42A27DB-BD31-4B8C-83A1-F6EECF244321}">
                <p14:modId xmlns:p14="http://schemas.microsoft.com/office/powerpoint/2010/main" val="3969968547"/>
              </p:ext>
            </p:extLst>
          </p:nvPr>
        </p:nvGraphicFramePr>
        <p:xfrm>
          <a:off x="10171774" y="22159"/>
          <a:ext cx="1979018" cy="352147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로그인 페이지</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일반 회원</a:t>
                      </a:r>
                      <a:r>
                        <a:rPr lang="en-US" altLang="ko-KR" sz="800" dirty="0"/>
                        <a:t>, </a:t>
                      </a:r>
                      <a:r>
                        <a:rPr lang="ko-KR" altLang="en-US" sz="800" dirty="0"/>
                        <a:t>간편 회원 로그인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58151582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회원의 </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아이디 </a:t>
                      </a:r>
                      <a:r>
                        <a:rPr lang="en-US" altLang="ko-KR" sz="800" b="0" dirty="0">
                          <a:solidFill>
                            <a:schemeClr val="tx1"/>
                          </a:solidFill>
                        </a:rPr>
                        <a:t>/ </a:t>
                      </a:r>
                      <a:r>
                        <a:rPr lang="ko-KR" altLang="en-US" sz="800" b="0" dirty="0">
                          <a:solidFill>
                            <a:schemeClr val="tx1"/>
                          </a:solidFill>
                        </a:rPr>
                        <a:t>패스워드 영역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회원가입 버튼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간편회원 로그인 </a:t>
                      </a:r>
                      <a:endParaRPr lang="en-US" altLang="ko-KR" sz="800" b="0" dirty="0">
                        <a:solidFill>
                          <a:schemeClr val="tx1"/>
                        </a:solidFill>
                      </a:endParaRPr>
                    </a:p>
                    <a:p>
                      <a:pPr algn="l" latinLnBrk="1"/>
                      <a:endParaRPr lang="en-US" altLang="ko-KR" sz="800" b="0" dirty="0">
                        <a:solidFill>
                          <a:schemeClr val="tx1"/>
                        </a:solidFill>
                      </a:endParaRPr>
                    </a:p>
                    <a:p>
                      <a:pPr algn="l" latinLnBrk="1"/>
                      <a:r>
                        <a:rPr lang="ko-KR" altLang="en-US" sz="800" b="0" dirty="0">
                          <a:solidFill>
                            <a:schemeClr val="tx1"/>
                          </a:solidFill>
                        </a:rPr>
                        <a:t>로그인 정보가 없는 경우 </a:t>
                      </a:r>
                      <a:endParaRPr lang="en-US" altLang="ko-KR" sz="800" b="0" dirty="0">
                        <a:solidFill>
                          <a:schemeClr val="tx1"/>
                        </a:solidFill>
                      </a:endParaRPr>
                    </a:p>
                    <a:p>
                      <a:pPr algn="l" latinLnBrk="1"/>
                      <a:r>
                        <a:rPr lang="ko-KR" altLang="en-US" sz="800" b="0" dirty="0">
                          <a:solidFill>
                            <a:schemeClr val="tx1"/>
                          </a:solidFill>
                        </a:rPr>
                        <a:t>간편로그인이 진행되면서 간편회원가입으로 진행된다</a:t>
                      </a:r>
                      <a:r>
                        <a:rPr lang="en-US" altLang="ko-KR" sz="800" b="0" dirty="0">
                          <a:solidFill>
                            <a:schemeClr val="tx1"/>
                          </a:solidFill>
                        </a:rPr>
                        <a:t>. </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-&gt; </a:t>
                      </a:r>
                      <a:r>
                        <a:rPr lang="en-US" altLang="ko-KR" sz="800" dirty="0"/>
                        <a:t>RF-01-07-02</a:t>
                      </a:r>
                      <a:r>
                        <a:rPr lang="en-US" altLang="ko-KR" sz="800" b="0" dirty="0">
                          <a:solidFill>
                            <a:schemeClr val="tx1"/>
                          </a:solidFill>
                        </a:rPr>
                        <a:t> </a:t>
                      </a:r>
                      <a:r>
                        <a:rPr lang="ko-KR" altLang="en-US" sz="800" b="0" dirty="0">
                          <a:solidFill>
                            <a:schemeClr val="tx1"/>
                          </a:solidFill>
                        </a:rPr>
                        <a:t>로 이동하여 추가정보와 가입동의를 진행</a:t>
                      </a:r>
                      <a:endParaRPr lang="en-US" altLang="ko-KR" sz="800" b="0" dirty="0">
                        <a:solidFill>
                          <a:schemeClr val="tx1"/>
                        </a:solidFill>
                      </a:endParaRPr>
                    </a:p>
                    <a:p>
                      <a:pPr algn="l" latinLnBrk="1"/>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82562567"/>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각 </a:t>
                      </a:r>
                      <a:r>
                        <a:rPr lang="en-US" altLang="ko-KR" sz="800" b="0" dirty="0">
                          <a:solidFill>
                            <a:schemeClr val="tx1"/>
                          </a:solidFill>
                        </a:rPr>
                        <a:t>Shop</a:t>
                      </a:r>
                      <a:r>
                        <a:rPr lang="ko-KR" altLang="en-US" sz="800" b="0" dirty="0">
                          <a:solidFill>
                            <a:schemeClr val="tx1"/>
                          </a:solidFill>
                        </a:rPr>
                        <a:t>채널에서 구입한 주문을 확인할 수 있다</a:t>
                      </a:r>
                      <a:r>
                        <a:rPr lang="en-US" altLang="ko-KR" sz="800" b="0" dirty="0">
                          <a:solidFill>
                            <a:schemeClr val="tx1"/>
                          </a:solidFill>
                        </a:rPr>
                        <a:t>.</a:t>
                      </a:r>
                      <a:br>
                        <a:rPr lang="en-US" altLang="ko-KR" sz="800" b="0" dirty="0">
                          <a:solidFill>
                            <a:schemeClr val="tx1"/>
                          </a:solidFill>
                        </a:rPr>
                      </a:br>
                      <a:br>
                        <a:rPr lang="en-US" altLang="ko-KR" sz="800" b="0" dirty="0">
                          <a:solidFill>
                            <a:schemeClr val="tx1"/>
                          </a:solidFill>
                        </a:rPr>
                      </a:br>
                      <a:r>
                        <a:rPr lang="ko-KR" altLang="en-US" sz="800" b="0" dirty="0">
                          <a:solidFill>
                            <a:schemeClr val="tx1"/>
                          </a:solidFill>
                        </a:rPr>
                        <a:t>클릭 시 </a:t>
                      </a:r>
                      <a:r>
                        <a:rPr lang="en-US" altLang="ko-KR" sz="800" dirty="0"/>
                        <a:t>RF-01-06-01 </a:t>
                      </a:r>
                      <a:r>
                        <a:rPr lang="ko-KR" altLang="en-US" sz="800" dirty="0"/>
                        <a:t>으로 이동</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441871921"/>
                  </a:ext>
                </a:extLst>
              </a:tr>
            </a:tbl>
          </a:graphicData>
        </a:graphic>
      </p:graphicFrame>
      <p:sp>
        <p:nvSpPr>
          <p:cNvPr id="31" name="TextBox 30">
            <a:extLst>
              <a:ext uri="{FF2B5EF4-FFF2-40B4-BE49-F238E27FC236}">
                <a16:creationId xmlns:a16="http://schemas.microsoft.com/office/drawing/2014/main" id="{4089A41F-5039-45CB-879A-18B53E3C9CA3}"/>
              </a:ext>
            </a:extLst>
          </p:cNvPr>
          <p:cNvSpPr txBox="1"/>
          <p:nvPr/>
        </p:nvSpPr>
        <p:spPr>
          <a:xfrm>
            <a:off x="3216519" y="2185845"/>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32" name="TextBox 31">
            <a:extLst>
              <a:ext uri="{FF2B5EF4-FFF2-40B4-BE49-F238E27FC236}">
                <a16:creationId xmlns:a16="http://schemas.microsoft.com/office/drawing/2014/main" id="{547AFD6C-62DE-42EE-ABB9-1DDAC48DB36C}"/>
              </a:ext>
            </a:extLst>
          </p:cNvPr>
          <p:cNvSpPr txBox="1"/>
          <p:nvPr/>
        </p:nvSpPr>
        <p:spPr>
          <a:xfrm>
            <a:off x="3222687" y="3198168"/>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34" name="TextBox 33">
            <a:extLst>
              <a:ext uri="{FF2B5EF4-FFF2-40B4-BE49-F238E27FC236}">
                <a16:creationId xmlns:a16="http://schemas.microsoft.com/office/drawing/2014/main" id="{ABCE7F98-EAE2-4CC3-84A7-861F05CFAAC4}"/>
              </a:ext>
            </a:extLst>
          </p:cNvPr>
          <p:cNvSpPr txBox="1"/>
          <p:nvPr/>
        </p:nvSpPr>
        <p:spPr>
          <a:xfrm>
            <a:off x="3219249" y="4353529"/>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35" name="TextBox 34">
            <a:extLst>
              <a:ext uri="{FF2B5EF4-FFF2-40B4-BE49-F238E27FC236}">
                <a16:creationId xmlns:a16="http://schemas.microsoft.com/office/drawing/2014/main" id="{3451B6E2-7437-4843-837C-C62D93192CE3}"/>
              </a:ext>
            </a:extLst>
          </p:cNvPr>
          <p:cNvSpPr txBox="1"/>
          <p:nvPr/>
        </p:nvSpPr>
        <p:spPr>
          <a:xfrm>
            <a:off x="4822883" y="5288248"/>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Tree>
    <p:extLst>
      <p:ext uri="{BB962C8B-B14F-4D97-AF65-F5344CB8AC3E}">
        <p14:creationId xmlns:p14="http://schemas.microsoft.com/office/powerpoint/2010/main" val="2507068354"/>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0460C859-359B-4B4E-B835-4C8D92FDABDC}"/>
              </a:ext>
            </a:extLst>
          </p:cNvPr>
          <p:cNvSpPr txBox="1"/>
          <p:nvPr/>
        </p:nvSpPr>
        <p:spPr>
          <a:xfrm>
            <a:off x="1672260" y="1323939"/>
            <a:ext cx="939681"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ko-KR" altLang="en-US" sz="800" b="1" dirty="0"/>
              <a:t>회원정보입력</a:t>
            </a:r>
          </a:p>
        </p:txBody>
      </p:sp>
      <p:graphicFrame>
        <p:nvGraphicFramePr>
          <p:cNvPr id="3" name="표 2">
            <a:extLst>
              <a:ext uri="{FF2B5EF4-FFF2-40B4-BE49-F238E27FC236}">
                <a16:creationId xmlns:a16="http://schemas.microsoft.com/office/drawing/2014/main" id="{60ACEE9A-082F-4B39-89A2-1E63CE061921}"/>
              </a:ext>
            </a:extLst>
          </p:cNvPr>
          <p:cNvGraphicFramePr>
            <a:graphicFrameLocks noGrp="1"/>
          </p:cNvGraphicFramePr>
          <p:nvPr>
            <p:extLst>
              <p:ext uri="{D42A27DB-BD31-4B8C-83A1-F6EECF244321}">
                <p14:modId xmlns:p14="http://schemas.microsoft.com/office/powerpoint/2010/main" val="3771482222"/>
              </p:ext>
            </p:extLst>
          </p:nvPr>
        </p:nvGraphicFramePr>
        <p:xfrm>
          <a:off x="1752654" y="1579462"/>
          <a:ext cx="6768756" cy="426720"/>
        </p:xfrm>
        <a:graphic>
          <a:graphicData uri="http://schemas.openxmlformats.org/drawingml/2006/table">
            <a:tbl>
              <a:tblPr firstRow="1" bandRow="1">
                <a:tableStyleId>{5C22544A-7EE6-4342-B048-85BDC9FD1C3A}</a:tableStyleId>
              </a:tblPr>
              <a:tblGrid>
                <a:gridCol w="1210679">
                  <a:extLst>
                    <a:ext uri="{9D8B030D-6E8A-4147-A177-3AD203B41FA5}">
                      <a16:colId xmlns:a16="http://schemas.microsoft.com/office/drawing/2014/main" val="20000"/>
                    </a:ext>
                  </a:extLst>
                </a:gridCol>
                <a:gridCol w="2175934">
                  <a:extLst>
                    <a:ext uri="{9D8B030D-6E8A-4147-A177-3AD203B41FA5}">
                      <a16:colId xmlns:a16="http://schemas.microsoft.com/office/drawing/2014/main" val="20001"/>
                    </a:ext>
                  </a:extLst>
                </a:gridCol>
                <a:gridCol w="1058333">
                  <a:extLst>
                    <a:ext uri="{9D8B030D-6E8A-4147-A177-3AD203B41FA5}">
                      <a16:colId xmlns:a16="http://schemas.microsoft.com/office/drawing/2014/main" val="1361845016"/>
                    </a:ext>
                  </a:extLst>
                </a:gridCol>
                <a:gridCol w="2323810">
                  <a:extLst>
                    <a:ext uri="{9D8B030D-6E8A-4147-A177-3AD203B41FA5}">
                      <a16:colId xmlns:a16="http://schemas.microsoft.com/office/drawing/2014/main" val="2181249737"/>
                    </a:ext>
                  </a:extLst>
                </a:gridCol>
              </a:tblGrid>
              <a:tr h="0">
                <a:tc>
                  <a:txBody>
                    <a:bodyPr/>
                    <a:lstStyle/>
                    <a:p>
                      <a:pPr latinLnBrk="1"/>
                      <a:r>
                        <a:rPr lang="ko-KR" altLang="en-US" sz="800" b="0" dirty="0">
                          <a:solidFill>
                            <a:schemeClr val="tx1"/>
                          </a:solidFill>
                        </a:rPr>
                        <a:t>가입경로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Naver</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회원번호</a:t>
                      </a:r>
                      <a:endParaRPr lang="en-US" altLang="ko-KR"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M9-09909</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472109241"/>
                  </a:ext>
                </a:extLst>
              </a:tr>
              <a:tr h="0">
                <a:tc>
                  <a:txBody>
                    <a:bodyPr/>
                    <a:lstStyle/>
                    <a:p>
                      <a:pPr latinLnBrk="1"/>
                      <a:r>
                        <a:rPr lang="ko-KR" altLang="en-US" sz="800" b="0" dirty="0">
                          <a:solidFill>
                            <a:schemeClr val="tx1"/>
                          </a:solidFill>
                        </a:rPr>
                        <a:t>이메일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abcde1234@naver.com</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19" name="직사각형 18">
            <a:extLst>
              <a:ext uri="{FF2B5EF4-FFF2-40B4-BE49-F238E27FC236}">
                <a16:creationId xmlns:a16="http://schemas.microsoft.com/office/drawing/2014/main" id="{794B50D9-982A-4A33-AAE5-F62AE3F0006A}"/>
              </a:ext>
            </a:extLst>
          </p:cNvPr>
          <p:cNvSpPr/>
          <p:nvPr/>
        </p:nvSpPr>
        <p:spPr>
          <a:xfrm>
            <a:off x="1752657" y="2535477"/>
            <a:ext cx="6768752" cy="283535"/>
          </a:xfrm>
          <a:prstGeom prst="rect">
            <a:avLst/>
          </a:prstGeom>
          <a:noFill/>
          <a:ln w="6350">
            <a:solidFill>
              <a:schemeClr val="bg1">
                <a:lumMod val="6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solidFill>
                <a:srgbClr val="FF0000"/>
              </a:solidFill>
            </a:endParaRPr>
          </a:p>
        </p:txBody>
      </p:sp>
      <p:sp>
        <p:nvSpPr>
          <p:cNvPr id="20" name="TextBox 19">
            <a:extLst>
              <a:ext uri="{FF2B5EF4-FFF2-40B4-BE49-F238E27FC236}">
                <a16:creationId xmlns:a16="http://schemas.microsoft.com/office/drawing/2014/main" id="{42F5A85C-C11F-4982-875A-77F8AB48BA3E}"/>
              </a:ext>
            </a:extLst>
          </p:cNvPr>
          <p:cNvSpPr txBox="1"/>
          <p:nvPr/>
        </p:nvSpPr>
        <p:spPr>
          <a:xfrm>
            <a:off x="1672260" y="2318872"/>
            <a:ext cx="1292341" cy="215444"/>
          </a:xfrm>
          <a:prstGeom prst="rect">
            <a:avLst/>
          </a:prstGeom>
          <a:noFill/>
        </p:spPr>
        <p:txBody>
          <a:bodyPr wrap="none" rtlCol="0">
            <a:spAutoFit/>
          </a:bodyPr>
          <a:lstStyle/>
          <a:p>
            <a:r>
              <a:rPr lang="ko-KR" altLang="en-US" sz="800" dirty="0">
                <a:latin typeface="맑은 고딕" panose="020B0503020000020004" pitchFamily="50" charset="-127"/>
              </a:rPr>
              <a:t>□ </a:t>
            </a:r>
            <a:r>
              <a:rPr lang="ko-KR" altLang="en-US" sz="800" b="1" dirty="0">
                <a:latin typeface="맑은 고딕" panose="020B0503020000020004" pitchFamily="50" charset="-127"/>
              </a:rPr>
              <a:t>이용약관 동의 </a:t>
            </a:r>
            <a:r>
              <a:rPr lang="en-US" altLang="ko-KR" sz="800" b="1" dirty="0">
                <a:latin typeface="맑은 고딕" panose="020B0503020000020004" pitchFamily="50" charset="-127"/>
              </a:rPr>
              <a:t>(</a:t>
            </a:r>
            <a:r>
              <a:rPr lang="ko-KR" altLang="en-US" sz="800" b="1" dirty="0">
                <a:latin typeface="맑은 고딕" panose="020B0503020000020004" pitchFamily="50" charset="-127"/>
              </a:rPr>
              <a:t>필수</a:t>
            </a:r>
            <a:r>
              <a:rPr lang="en-US" altLang="ko-KR" sz="800" b="1" dirty="0">
                <a:latin typeface="맑은 고딕" panose="020B0503020000020004" pitchFamily="50" charset="-127"/>
              </a:rPr>
              <a:t>)</a:t>
            </a:r>
            <a:endParaRPr lang="ko-KR" altLang="en-US" sz="800" b="1" dirty="0"/>
          </a:p>
        </p:txBody>
      </p:sp>
      <p:sp>
        <p:nvSpPr>
          <p:cNvPr id="21" name="직사각형 20">
            <a:extLst>
              <a:ext uri="{FF2B5EF4-FFF2-40B4-BE49-F238E27FC236}">
                <a16:creationId xmlns:a16="http://schemas.microsoft.com/office/drawing/2014/main" id="{B50315F5-F626-4BDF-8727-4AAA0804EEE8}"/>
              </a:ext>
            </a:extLst>
          </p:cNvPr>
          <p:cNvSpPr/>
          <p:nvPr/>
        </p:nvSpPr>
        <p:spPr>
          <a:xfrm>
            <a:off x="1752657" y="3035617"/>
            <a:ext cx="6768752" cy="283535"/>
          </a:xfrm>
          <a:prstGeom prst="rect">
            <a:avLst/>
          </a:prstGeom>
          <a:noFill/>
          <a:ln w="6350">
            <a:solidFill>
              <a:schemeClr val="bg1">
                <a:lumMod val="6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solidFill>
                <a:srgbClr val="FF0000"/>
              </a:solidFill>
            </a:endParaRPr>
          </a:p>
        </p:txBody>
      </p:sp>
      <p:sp>
        <p:nvSpPr>
          <p:cNvPr id="22" name="직사각형 21">
            <a:extLst>
              <a:ext uri="{FF2B5EF4-FFF2-40B4-BE49-F238E27FC236}">
                <a16:creationId xmlns:a16="http://schemas.microsoft.com/office/drawing/2014/main" id="{D0E5F4A1-4196-4E77-8F01-5F849F53CB10}"/>
              </a:ext>
            </a:extLst>
          </p:cNvPr>
          <p:cNvSpPr/>
          <p:nvPr/>
        </p:nvSpPr>
        <p:spPr>
          <a:xfrm>
            <a:off x="1752657" y="3547825"/>
            <a:ext cx="6768752" cy="283535"/>
          </a:xfrm>
          <a:prstGeom prst="rect">
            <a:avLst/>
          </a:prstGeom>
          <a:noFill/>
          <a:ln w="6350">
            <a:solidFill>
              <a:schemeClr val="bg1">
                <a:lumMod val="6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solidFill>
                <a:srgbClr val="FF0000"/>
              </a:solidFill>
            </a:endParaRPr>
          </a:p>
        </p:txBody>
      </p:sp>
      <p:sp>
        <p:nvSpPr>
          <p:cNvPr id="23" name="TextBox 22">
            <a:extLst>
              <a:ext uri="{FF2B5EF4-FFF2-40B4-BE49-F238E27FC236}">
                <a16:creationId xmlns:a16="http://schemas.microsoft.com/office/drawing/2014/main" id="{11EB3815-65C5-4416-8899-7C6A9580FDD8}"/>
              </a:ext>
            </a:extLst>
          </p:cNvPr>
          <p:cNvSpPr txBox="1"/>
          <p:nvPr/>
        </p:nvSpPr>
        <p:spPr>
          <a:xfrm>
            <a:off x="1695161" y="3331220"/>
            <a:ext cx="1593706" cy="215444"/>
          </a:xfrm>
          <a:prstGeom prst="rect">
            <a:avLst/>
          </a:prstGeom>
          <a:noFill/>
        </p:spPr>
        <p:txBody>
          <a:bodyPr wrap="none" rtlCol="0">
            <a:spAutoFit/>
          </a:bodyPr>
          <a:lstStyle/>
          <a:p>
            <a:r>
              <a:rPr lang="ko-KR" altLang="en-US" sz="800" dirty="0">
                <a:latin typeface="맑은 고딕" panose="020B0503020000020004" pitchFamily="50" charset="-127"/>
              </a:rPr>
              <a:t>□ </a:t>
            </a:r>
            <a:r>
              <a:rPr lang="ko-KR" altLang="en-US" sz="800" b="1" dirty="0">
                <a:latin typeface="맑은 고딕" panose="020B0503020000020004" pitchFamily="50" charset="-127"/>
              </a:rPr>
              <a:t>제</a:t>
            </a:r>
            <a:r>
              <a:rPr lang="en-US" altLang="ko-KR" sz="800" b="1" dirty="0">
                <a:latin typeface="맑은 고딕" panose="020B0503020000020004" pitchFamily="50" charset="-127"/>
              </a:rPr>
              <a:t>3</a:t>
            </a:r>
            <a:r>
              <a:rPr lang="ko-KR" altLang="en-US" sz="800" b="1" dirty="0">
                <a:latin typeface="맑은 고딕" panose="020B0503020000020004" pitchFamily="50" charset="-127"/>
              </a:rPr>
              <a:t>자 정보제공 동의</a:t>
            </a:r>
            <a:r>
              <a:rPr lang="en-US" altLang="ko-KR" sz="800" b="1" dirty="0">
                <a:latin typeface="맑은 고딕" panose="020B0503020000020004" pitchFamily="50" charset="-127"/>
              </a:rPr>
              <a:t> (</a:t>
            </a:r>
            <a:r>
              <a:rPr lang="ko-KR" altLang="en-US" sz="800" b="1" dirty="0">
                <a:latin typeface="맑은 고딕" panose="020B0503020000020004" pitchFamily="50" charset="-127"/>
              </a:rPr>
              <a:t>필수</a:t>
            </a:r>
            <a:r>
              <a:rPr lang="en-US" altLang="ko-KR" sz="800" b="1" dirty="0">
                <a:latin typeface="맑은 고딕" panose="020B0503020000020004" pitchFamily="50" charset="-127"/>
              </a:rPr>
              <a:t>)</a:t>
            </a:r>
            <a:endParaRPr lang="ko-KR" altLang="en-US" sz="800" b="1" dirty="0"/>
          </a:p>
        </p:txBody>
      </p:sp>
      <p:sp>
        <p:nvSpPr>
          <p:cNvPr id="24" name="직사각형 23">
            <a:extLst>
              <a:ext uri="{FF2B5EF4-FFF2-40B4-BE49-F238E27FC236}">
                <a16:creationId xmlns:a16="http://schemas.microsoft.com/office/drawing/2014/main" id="{3EB93FDD-0C31-43EA-B69D-C60D4C081D83}"/>
              </a:ext>
            </a:extLst>
          </p:cNvPr>
          <p:cNvSpPr/>
          <p:nvPr/>
        </p:nvSpPr>
        <p:spPr>
          <a:xfrm>
            <a:off x="1752657" y="4052862"/>
            <a:ext cx="6768752" cy="283535"/>
          </a:xfrm>
          <a:prstGeom prst="rect">
            <a:avLst/>
          </a:prstGeom>
          <a:noFill/>
          <a:ln w="6350">
            <a:solidFill>
              <a:schemeClr val="bg1">
                <a:lumMod val="6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solidFill>
                <a:srgbClr val="FF0000"/>
              </a:solidFill>
            </a:endParaRPr>
          </a:p>
        </p:txBody>
      </p:sp>
      <p:sp>
        <p:nvSpPr>
          <p:cNvPr id="25" name="TextBox 24">
            <a:extLst>
              <a:ext uri="{FF2B5EF4-FFF2-40B4-BE49-F238E27FC236}">
                <a16:creationId xmlns:a16="http://schemas.microsoft.com/office/drawing/2014/main" id="{E6D5A040-56D6-488B-8052-3689792A4E02}"/>
              </a:ext>
            </a:extLst>
          </p:cNvPr>
          <p:cNvSpPr txBox="1"/>
          <p:nvPr/>
        </p:nvSpPr>
        <p:spPr>
          <a:xfrm>
            <a:off x="1695161" y="3836257"/>
            <a:ext cx="1394934" cy="215444"/>
          </a:xfrm>
          <a:prstGeom prst="rect">
            <a:avLst/>
          </a:prstGeom>
          <a:noFill/>
        </p:spPr>
        <p:txBody>
          <a:bodyPr wrap="none" rtlCol="0">
            <a:spAutoFit/>
          </a:bodyPr>
          <a:lstStyle/>
          <a:p>
            <a:r>
              <a:rPr lang="ko-KR" altLang="en-US" sz="800" dirty="0">
                <a:latin typeface="맑은 고딕" panose="020B0503020000020004" pitchFamily="50" charset="-127"/>
              </a:rPr>
              <a:t>□ </a:t>
            </a:r>
            <a:r>
              <a:rPr lang="ko-KR" altLang="en-US" sz="800" b="1" dirty="0">
                <a:latin typeface="맑은 고딕" panose="020B0503020000020004" pitchFamily="50" charset="-127"/>
              </a:rPr>
              <a:t>마케팅 활용동의 </a:t>
            </a:r>
            <a:r>
              <a:rPr lang="en-US" altLang="ko-KR" sz="800" b="1" dirty="0">
                <a:latin typeface="맑은 고딕" panose="020B0503020000020004" pitchFamily="50" charset="-127"/>
              </a:rPr>
              <a:t>(</a:t>
            </a:r>
            <a:r>
              <a:rPr lang="ko-KR" altLang="en-US" sz="800" b="1" dirty="0">
                <a:latin typeface="맑은 고딕" panose="020B0503020000020004" pitchFamily="50" charset="-127"/>
              </a:rPr>
              <a:t>선택</a:t>
            </a:r>
            <a:r>
              <a:rPr lang="en-US" altLang="ko-KR" sz="800" b="1" dirty="0">
                <a:latin typeface="맑은 고딕" panose="020B0503020000020004" pitchFamily="50" charset="-127"/>
              </a:rPr>
              <a:t>)</a:t>
            </a:r>
            <a:endParaRPr lang="ko-KR" altLang="en-US" sz="800" b="1" dirty="0"/>
          </a:p>
        </p:txBody>
      </p:sp>
      <p:sp>
        <p:nvSpPr>
          <p:cNvPr id="26" name="직사각형 25">
            <a:extLst>
              <a:ext uri="{FF2B5EF4-FFF2-40B4-BE49-F238E27FC236}">
                <a16:creationId xmlns:a16="http://schemas.microsoft.com/office/drawing/2014/main" id="{33D1D7E4-2686-4FF3-8901-22FF286CDB2D}"/>
              </a:ext>
            </a:extLst>
          </p:cNvPr>
          <p:cNvSpPr/>
          <p:nvPr/>
        </p:nvSpPr>
        <p:spPr>
          <a:xfrm>
            <a:off x="1752657" y="4589390"/>
            <a:ext cx="6768752" cy="283535"/>
          </a:xfrm>
          <a:prstGeom prst="rect">
            <a:avLst/>
          </a:prstGeom>
          <a:noFill/>
          <a:ln w="6350">
            <a:solidFill>
              <a:schemeClr val="bg1">
                <a:lumMod val="6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solidFill>
                <a:srgbClr val="FF0000"/>
              </a:solidFill>
            </a:endParaRPr>
          </a:p>
        </p:txBody>
      </p:sp>
      <p:sp>
        <p:nvSpPr>
          <p:cNvPr id="27" name="TextBox 26">
            <a:extLst>
              <a:ext uri="{FF2B5EF4-FFF2-40B4-BE49-F238E27FC236}">
                <a16:creationId xmlns:a16="http://schemas.microsoft.com/office/drawing/2014/main" id="{ED3DEC24-AD99-4202-B70F-7C0CD0B74EBA}"/>
              </a:ext>
            </a:extLst>
          </p:cNvPr>
          <p:cNvSpPr txBox="1"/>
          <p:nvPr/>
        </p:nvSpPr>
        <p:spPr>
          <a:xfrm>
            <a:off x="1695161" y="4372785"/>
            <a:ext cx="1497526" cy="215444"/>
          </a:xfrm>
          <a:prstGeom prst="rect">
            <a:avLst/>
          </a:prstGeom>
          <a:noFill/>
        </p:spPr>
        <p:txBody>
          <a:bodyPr wrap="none" rtlCol="0">
            <a:spAutoFit/>
          </a:bodyPr>
          <a:lstStyle/>
          <a:p>
            <a:r>
              <a:rPr lang="ko-KR" altLang="en-US" sz="800" dirty="0">
                <a:latin typeface="맑은 고딕" panose="020B0503020000020004" pitchFamily="50" charset="-127"/>
              </a:rPr>
              <a:t>□ </a:t>
            </a:r>
            <a:r>
              <a:rPr lang="ko-KR" altLang="en-US" sz="800" b="1" dirty="0" err="1">
                <a:latin typeface="맑은 고딕" panose="020B0503020000020004" pitchFamily="50" charset="-127"/>
              </a:rPr>
              <a:t>알림정보</a:t>
            </a:r>
            <a:r>
              <a:rPr lang="ko-KR" altLang="en-US" sz="800" b="1" dirty="0">
                <a:latin typeface="맑은 고딕" panose="020B0503020000020004" pitchFamily="50" charset="-127"/>
              </a:rPr>
              <a:t> 수신동의 </a:t>
            </a:r>
            <a:r>
              <a:rPr lang="en-US" altLang="ko-KR" sz="800" b="1" dirty="0">
                <a:latin typeface="맑은 고딕" panose="020B0503020000020004" pitchFamily="50" charset="-127"/>
              </a:rPr>
              <a:t>(</a:t>
            </a:r>
            <a:r>
              <a:rPr lang="ko-KR" altLang="en-US" sz="800" b="1" dirty="0">
                <a:latin typeface="맑은 고딕" panose="020B0503020000020004" pitchFamily="50" charset="-127"/>
              </a:rPr>
              <a:t>선택</a:t>
            </a:r>
            <a:r>
              <a:rPr lang="en-US" altLang="ko-KR" sz="800" b="1" dirty="0">
                <a:latin typeface="맑은 고딕" panose="020B0503020000020004" pitchFamily="50" charset="-127"/>
              </a:rPr>
              <a:t>)</a:t>
            </a:r>
            <a:endParaRPr lang="ko-KR" altLang="en-US" sz="800" b="1" dirty="0"/>
          </a:p>
        </p:txBody>
      </p:sp>
      <p:sp>
        <p:nvSpPr>
          <p:cNvPr id="28" name="TextBox 27">
            <a:extLst>
              <a:ext uri="{FF2B5EF4-FFF2-40B4-BE49-F238E27FC236}">
                <a16:creationId xmlns:a16="http://schemas.microsoft.com/office/drawing/2014/main" id="{CDF6EB78-8E57-44CD-95DD-2DB00EE7CED8}"/>
              </a:ext>
            </a:extLst>
          </p:cNvPr>
          <p:cNvSpPr txBox="1"/>
          <p:nvPr/>
        </p:nvSpPr>
        <p:spPr>
          <a:xfrm>
            <a:off x="1695161" y="2820173"/>
            <a:ext cx="2260555" cy="215444"/>
          </a:xfrm>
          <a:prstGeom prst="rect">
            <a:avLst/>
          </a:prstGeom>
          <a:noFill/>
        </p:spPr>
        <p:txBody>
          <a:bodyPr wrap="none" rtlCol="0">
            <a:spAutoFit/>
          </a:bodyPr>
          <a:lstStyle/>
          <a:p>
            <a:r>
              <a:rPr lang="ko-KR" altLang="en-US" sz="800" dirty="0">
                <a:latin typeface="맑은 고딕" panose="020B0503020000020004" pitchFamily="50" charset="-127"/>
              </a:rPr>
              <a:t>□ </a:t>
            </a:r>
            <a:r>
              <a:rPr lang="ko-KR" altLang="en-US" sz="800" b="1" dirty="0"/>
              <a:t>개인정보 수집 및 이용에 관한 안내</a:t>
            </a:r>
            <a:r>
              <a:rPr lang="en-US" altLang="ko-KR" sz="800" b="1" dirty="0">
                <a:latin typeface="맑은 고딕" panose="020B0503020000020004" pitchFamily="50" charset="-127"/>
              </a:rPr>
              <a:t> (</a:t>
            </a:r>
            <a:r>
              <a:rPr lang="ko-KR" altLang="en-US" sz="800" b="1" dirty="0">
                <a:latin typeface="맑은 고딕" panose="020B0503020000020004" pitchFamily="50" charset="-127"/>
              </a:rPr>
              <a:t>필수</a:t>
            </a:r>
            <a:r>
              <a:rPr lang="en-US" altLang="ko-KR" sz="800" b="1" dirty="0">
                <a:latin typeface="맑은 고딕" panose="020B0503020000020004" pitchFamily="50" charset="-127"/>
              </a:rPr>
              <a:t>)</a:t>
            </a:r>
            <a:endParaRPr lang="ko-KR" altLang="en-US" sz="800" b="1" dirty="0"/>
          </a:p>
        </p:txBody>
      </p:sp>
      <p:sp>
        <p:nvSpPr>
          <p:cNvPr id="29" name="TextBox 28">
            <a:extLst>
              <a:ext uri="{FF2B5EF4-FFF2-40B4-BE49-F238E27FC236}">
                <a16:creationId xmlns:a16="http://schemas.microsoft.com/office/drawing/2014/main" id="{AB463542-1E07-44E9-A873-6F4186C36C08}"/>
              </a:ext>
            </a:extLst>
          </p:cNvPr>
          <p:cNvSpPr txBox="1"/>
          <p:nvPr/>
        </p:nvSpPr>
        <p:spPr>
          <a:xfrm>
            <a:off x="1672260" y="5018196"/>
            <a:ext cx="1013419" cy="215444"/>
          </a:xfrm>
          <a:prstGeom prst="rect">
            <a:avLst/>
          </a:prstGeom>
          <a:noFill/>
        </p:spPr>
        <p:txBody>
          <a:bodyPr wrap="none" rtlCol="0">
            <a:spAutoFit/>
          </a:bodyPr>
          <a:lstStyle/>
          <a:p>
            <a:r>
              <a:rPr lang="ko-KR" altLang="en-US" sz="800" dirty="0">
                <a:latin typeface="맑은 고딕" panose="020B0503020000020004" pitchFamily="50" charset="-127"/>
              </a:rPr>
              <a:t>□ </a:t>
            </a:r>
            <a:r>
              <a:rPr lang="ko-KR" altLang="en-US" sz="800" b="1" dirty="0">
                <a:latin typeface="맑은 고딕" panose="020B0503020000020004" pitchFamily="50" charset="-127"/>
              </a:rPr>
              <a:t>전체 약관 동의</a:t>
            </a:r>
            <a:endParaRPr lang="ko-KR" altLang="en-US" sz="800" b="1" dirty="0"/>
          </a:p>
        </p:txBody>
      </p:sp>
      <p:sp>
        <p:nvSpPr>
          <p:cNvPr id="30" name="직사각형 29">
            <a:extLst>
              <a:ext uri="{FF2B5EF4-FFF2-40B4-BE49-F238E27FC236}">
                <a16:creationId xmlns:a16="http://schemas.microsoft.com/office/drawing/2014/main" id="{51610472-9596-441F-91DD-216C8DB82A12}"/>
              </a:ext>
            </a:extLst>
          </p:cNvPr>
          <p:cNvSpPr/>
          <p:nvPr/>
        </p:nvSpPr>
        <p:spPr>
          <a:xfrm>
            <a:off x="4468599" y="5573795"/>
            <a:ext cx="1558215" cy="313683"/>
          </a:xfrm>
          <a:prstGeom prst="rect">
            <a:avLst/>
          </a:prstGeom>
          <a:solidFill>
            <a:schemeClr val="tx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a:solidFill>
                  <a:schemeClr val="bg1"/>
                </a:solidFill>
              </a:rPr>
              <a:t>가입완료</a:t>
            </a:r>
            <a:endParaRPr lang="ko-KR" altLang="en-US" sz="900" dirty="0">
              <a:solidFill>
                <a:schemeClr val="bg1"/>
              </a:solidFill>
            </a:endParaRPr>
          </a:p>
        </p:txBody>
      </p:sp>
      <p:graphicFrame>
        <p:nvGraphicFramePr>
          <p:cNvPr id="31" name="표 30">
            <a:extLst>
              <a:ext uri="{FF2B5EF4-FFF2-40B4-BE49-F238E27FC236}">
                <a16:creationId xmlns:a16="http://schemas.microsoft.com/office/drawing/2014/main" id="{3C0C1ADC-0180-40A0-A079-23AEF649644B}"/>
              </a:ext>
            </a:extLst>
          </p:cNvPr>
          <p:cNvGraphicFramePr>
            <a:graphicFrameLocks noGrp="1"/>
          </p:cNvGraphicFramePr>
          <p:nvPr>
            <p:extLst>
              <p:ext uri="{D42A27DB-BD31-4B8C-83A1-F6EECF244321}">
                <p14:modId xmlns:p14="http://schemas.microsoft.com/office/powerpoint/2010/main" val="1799655240"/>
              </p:ext>
            </p:extLst>
          </p:nvPr>
        </p:nvGraphicFramePr>
        <p:xfrm>
          <a:off x="10171774" y="22159"/>
          <a:ext cx="1979018" cy="190603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RF-01-07-02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간편 회원 약관 동의 페이지</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a:t>간편 회원 회원가입 후 약관 동의를 받는 화면 </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482676964"/>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필수 약관</a:t>
                      </a:r>
                      <a:r>
                        <a:rPr lang="ko-KR" altLang="en-US" sz="800" b="0" baseline="0" dirty="0">
                          <a:solidFill>
                            <a:schemeClr val="tx1"/>
                          </a:solidFill>
                        </a:rPr>
                        <a:t>을 체크하지 않을 경우 가입 불가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
        <p:nvSpPr>
          <p:cNvPr id="17" name="TextBox 16">
            <a:extLst>
              <a:ext uri="{FF2B5EF4-FFF2-40B4-BE49-F238E27FC236}">
                <a16:creationId xmlns:a16="http://schemas.microsoft.com/office/drawing/2014/main" id="{4089A41F-5039-45CB-879A-18B53E3C9CA3}"/>
              </a:ext>
            </a:extLst>
          </p:cNvPr>
          <p:cNvSpPr txBox="1"/>
          <p:nvPr/>
        </p:nvSpPr>
        <p:spPr>
          <a:xfrm>
            <a:off x="1471917" y="2467891"/>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1985554973"/>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0460C859-359B-4B4E-B835-4C8D92FDABDC}"/>
              </a:ext>
            </a:extLst>
          </p:cNvPr>
          <p:cNvSpPr txBox="1"/>
          <p:nvPr/>
        </p:nvSpPr>
        <p:spPr>
          <a:xfrm>
            <a:off x="1672260" y="1313219"/>
            <a:ext cx="939681"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ko-KR" altLang="en-US" sz="800" b="1" dirty="0"/>
              <a:t>회원정보입력</a:t>
            </a:r>
          </a:p>
        </p:txBody>
      </p:sp>
      <p:graphicFrame>
        <p:nvGraphicFramePr>
          <p:cNvPr id="3" name="표 2">
            <a:extLst>
              <a:ext uri="{FF2B5EF4-FFF2-40B4-BE49-F238E27FC236}">
                <a16:creationId xmlns:a16="http://schemas.microsoft.com/office/drawing/2014/main" id="{60ACEE9A-082F-4B39-89A2-1E63CE061921}"/>
              </a:ext>
            </a:extLst>
          </p:cNvPr>
          <p:cNvGraphicFramePr>
            <a:graphicFrameLocks noGrp="1"/>
          </p:cNvGraphicFramePr>
          <p:nvPr>
            <p:extLst>
              <p:ext uri="{D42A27DB-BD31-4B8C-83A1-F6EECF244321}">
                <p14:modId xmlns:p14="http://schemas.microsoft.com/office/powerpoint/2010/main" val="709802689"/>
              </p:ext>
            </p:extLst>
          </p:nvPr>
        </p:nvGraphicFramePr>
        <p:xfrm>
          <a:off x="1752654" y="1545597"/>
          <a:ext cx="6768755" cy="1341120"/>
        </p:xfrm>
        <a:graphic>
          <a:graphicData uri="http://schemas.openxmlformats.org/drawingml/2006/table">
            <a:tbl>
              <a:tblPr firstRow="1" bandRow="1">
                <a:tableStyleId>{5C22544A-7EE6-4342-B048-85BDC9FD1C3A}</a:tableStyleId>
              </a:tblPr>
              <a:tblGrid>
                <a:gridCol w="1339955">
                  <a:extLst>
                    <a:ext uri="{9D8B030D-6E8A-4147-A177-3AD203B41FA5}">
                      <a16:colId xmlns:a16="http://schemas.microsoft.com/office/drawing/2014/main" val="20000"/>
                    </a:ext>
                  </a:extLst>
                </a:gridCol>
                <a:gridCol w="5428800">
                  <a:extLst>
                    <a:ext uri="{9D8B030D-6E8A-4147-A177-3AD203B41FA5}">
                      <a16:colId xmlns:a16="http://schemas.microsoft.com/office/drawing/2014/main" val="20001"/>
                    </a:ext>
                  </a:extLst>
                </a:gridCol>
              </a:tblGrid>
              <a:tr h="0">
                <a:tc>
                  <a:txBody>
                    <a:bodyPr/>
                    <a:lstStyle/>
                    <a:p>
                      <a:pPr latinLnBrk="1"/>
                      <a:r>
                        <a:rPr lang="en-US" altLang="ko-KR" sz="800" b="0" dirty="0">
                          <a:solidFill>
                            <a:schemeClr val="tx1"/>
                          </a:solidFill>
                        </a:rPr>
                        <a:t>* </a:t>
                      </a:r>
                      <a:r>
                        <a:rPr lang="ko-KR" altLang="en-US" sz="800" b="0" dirty="0">
                          <a:solidFill>
                            <a:schemeClr val="tx1"/>
                          </a:solidFill>
                        </a:rPr>
                        <a:t>아이디</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a:t>
                      </a: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i="0" u="none" strike="noStrike" dirty="0">
                          <a:solidFill>
                            <a:srgbClr val="FF0000"/>
                          </a:solidFill>
                          <a:effectLst/>
                          <a:latin typeface="+mn-lt"/>
                        </a:rPr>
                        <a:t>해당 아이디는 </a:t>
                      </a:r>
                      <a:r>
                        <a:rPr lang="ko-KR" altLang="en-US" sz="800" b="1" i="0" u="none" strike="noStrike" dirty="0" err="1">
                          <a:solidFill>
                            <a:srgbClr val="FF0000"/>
                          </a:solidFill>
                          <a:effectLst/>
                          <a:latin typeface="+mn-lt"/>
                        </a:rPr>
                        <a:t>사용중</a:t>
                      </a:r>
                      <a:r>
                        <a:rPr lang="ko-KR" altLang="en-US" sz="800" b="1" i="0" u="none" strike="noStrike" dirty="0">
                          <a:solidFill>
                            <a:srgbClr val="FF0000"/>
                          </a:solidFill>
                          <a:effectLst/>
                          <a:latin typeface="+mn-lt"/>
                        </a:rPr>
                        <a:t> 입니다</a:t>
                      </a:r>
                      <a:r>
                        <a:rPr lang="en-US" altLang="ko-KR" sz="800" b="1" i="0" u="none" strike="noStrike" dirty="0">
                          <a:solidFill>
                            <a:srgbClr val="FF0000"/>
                          </a:solidFill>
                          <a:effectLst/>
                          <a:latin typeface="+mn-lt"/>
                        </a:rPr>
                        <a:t>.  </a:t>
                      </a:r>
                      <a:r>
                        <a:rPr lang="en-US" altLang="ko-KR" sz="800" b="1" i="0" u="none" strike="noStrike" dirty="0">
                          <a:solidFill>
                            <a:schemeClr val="tx1"/>
                          </a:solidFill>
                          <a:effectLst/>
                          <a:latin typeface="+mn-lt"/>
                        </a:rPr>
                        <a:t>/</a:t>
                      </a:r>
                      <a:r>
                        <a:rPr lang="en-US" altLang="ko-KR" sz="800" b="1" i="0" u="none" strike="noStrike" dirty="0">
                          <a:solidFill>
                            <a:srgbClr val="FF0000"/>
                          </a:solidFill>
                          <a:effectLst/>
                          <a:latin typeface="+mn-lt"/>
                        </a:rPr>
                        <a:t>  </a:t>
                      </a:r>
                      <a:r>
                        <a:rPr lang="ko-KR" altLang="en-US" sz="800" b="1" i="0" u="none" strike="noStrike" dirty="0">
                          <a:solidFill>
                            <a:schemeClr val="accent5">
                              <a:lumMod val="75000"/>
                            </a:schemeClr>
                          </a:solidFill>
                          <a:effectLst/>
                          <a:latin typeface="+mn-lt"/>
                        </a:rPr>
                        <a:t>해당 아이디는 사용가능 합니다</a:t>
                      </a:r>
                      <a:r>
                        <a:rPr lang="en-US" altLang="ko-KR" sz="800" b="1" i="0" u="none" strike="noStrike" dirty="0">
                          <a:solidFill>
                            <a:schemeClr val="accent5">
                              <a:lumMod val="75000"/>
                            </a:schemeClr>
                          </a:solidFill>
                          <a:effectLst/>
                          <a:latin typeface="+mn-lt"/>
                        </a:rPr>
                        <a:t>.</a:t>
                      </a:r>
                      <a:endParaRPr lang="ko-KR" altLang="en-US" sz="800" b="1" i="0" u="none" strike="noStrike" dirty="0">
                        <a:solidFill>
                          <a:schemeClr val="accent5">
                            <a:lumMod val="75000"/>
                          </a:schemeClr>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en-US" altLang="ko-KR" sz="800" b="0" dirty="0">
                          <a:solidFill>
                            <a:schemeClr val="tx1"/>
                          </a:solidFill>
                        </a:rPr>
                        <a:t>* </a:t>
                      </a:r>
                      <a:r>
                        <a:rPr lang="ko-KR" altLang="en-US" sz="800" b="0" dirty="0">
                          <a:solidFill>
                            <a:schemeClr val="tx1"/>
                          </a:solidFill>
                        </a:rPr>
                        <a:t>이메일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en-US" altLang="ko-KR" sz="800" b="0" dirty="0">
                          <a:solidFill>
                            <a:schemeClr val="tx1"/>
                          </a:solidFill>
                        </a:rPr>
                        <a:t>* </a:t>
                      </a:r>
                      <a:r>
                        <a:rPr lang="ko-KR" altLang="en-US" sz="800" b="0" dirty="0">
                          <a:solidFill>
                            <a:schemeClr val="tx1"/>
                          </a:solidFill>
                        </a:rPr>
                        <a:t>비밀번호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latinLnBrk="1"/>
                      <a:r>
                        <a:rPr lang="en-US" altLang="ko-KR" sz="800" b="0" dirty="0">
                          <a:solidFill>
                            <a:schemeClr val="tx1"/>
                          </a:solidFill>
                        </a:rPr>
                        <a:t>* </a:t>
                      </a:r>
                      <a:r>
                        <a:rPr lang="ko-KR" altLang="en-US" sz="800" b="0" dirty="0">
                          <a:solidFill>
                            <a:schemeClr val="tx1"/>
                          </a:solidFill>
                        </a:rPr>
                        <a:t>비밀번호확인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i="0" u="none" strike="noStrike" dirty="0">
                          <a:solidFill>
                            <a:schemeClr val="accent5">
                              <a:lumMod val="75000"/>
                            </a:schemeClr>
                          </a:solidFill>
                          <a:effectLst/>
                          <a:latin typeface="+mn-lt"/>
                        </a:rPr>
                        <a:t>비밀번호가 일치합니다</a:t>
                      </a:r>
                      <a:r>
                        <a:rPr lang="en-US" altLang="ko-KR" sz="800" b="1" i="0" u="none" strike="noStrike" dirty="0">
                          <a:solidFill>
                            <a:schemeClr val="accent5">
                              <a:lumMod val="75000"/>
                            </a:schemeClr>
                          </a:solidFill>
                          <a:effectLst/>
                          <a:latin typeface="+mn-lt"/>
                        </a:rPr>
                        <a:t>. </a:t>
                      </a:r>
                      <a:r>
                        <a:rPr lang="ko-KR" altLang="en-US" sz="800" b="0" i="0" u="none" strike="noStrike" dirty="0">
                          <a:solidFill>
                            <a:srgbClr val="000000"/>
                          </a:solidFill>
                          <a:effectLst/>
                          <a:latin typeface="+mn-lt"/>
                        </a:rPr>
                        <a:t> </a:t>
                      </a:r>
                      <a:r>
                        <a:rPr lang="en-US" altLang="ko-KR" sz="800" b="1" i="0" u="none" strike="noStrike" dirty="0">
                          <a:solidFill>
                            <a:srgbClr val="000000"/>
                          </a:solidFill>
                          <a:effectLst/>
                          <a:latin typeface="+mn-lt"/>
                        </a:rPr>
                        <a:t>/ </a:t>
                      </a:r>
                      <a:r>
                        <a:rPr lang="en-US" altLang="ko-KR" sz="800" b="0" i="0" u="none" strike="noStrike" dirty="0">
                          <a:solidFill>
                            <a:srgbClr val="000000"/>
                          </a:solidFill>
                          <a:effectLst/>
                          <a:latin typeface="+mn-lt"/>
                        </a:rPr>
                        <a:t> </a:t>
                      </a:r>
                      <a:r>
                        <a:rPr lang="ko-KR" altLang="en-US" sz="800" b="1" i="0" u="none" strike="noStrike" dirty="0">
                          <a:solidFill>
                            <a:srgbClr val="C00000"/>
                          </a:solidFill>
                          <a:effectLst/>
                          <a:latin typeface="+mn-lt"/>
                        </a:rPr>
                        <a:t>비밀번호가 일치하지 않습니다</a:t>
                      </a:r>
                      <a:r>
                        <a:rPr lang="en-US" altLang="ko-KR" sz="800" b="1" i="0" u="none" strike="noStrike" dirty="0">
                          <a:solidFill>
                            <a:srgbClr val="C00000"/>
                          </a:solidFill>
                          <a:effectLst/>
                          <a:latin typeface="+mn-lt"/>
                        </a:rPr>
                        <a:t>.</a:t>
                      </a:r>
                      <a:endParaRPr lang="ko-KR" altLang="en-US" sz="800" b="1" i="0" u="none" strike="noStrike" dirty="0">
                        <a:solidFill>
                          <a:srgbClr val="C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406914789"/>
                  </a:ext>
                </a:extLst>
              </a:tr>
            </a:tbl>
          </a:graphicData>
        </a:graphic>
      </p:graphicFrame>
      <p:sp>
        <p:nvSpPr>
          <p:cNvPr id="4" name="직사각형 3">
            <a:extLst>
              <a:ext uri="{FF2B5EF4-FFF2-40B4-BE49-F238E27FC236}">
                <a16:creationId xmlns:a16="http://schemas.microsoft.com/office/drawing/2014/main" id="{2B033746-92CD-4126-84C3-D20DEC56A5BF}"/>
              </a:ext>
            </a:extLst>
          </p:cNvPr>
          <p:cNvSpPr/>
          <p:nvPr/>
        </p:nvSpPr>
        <p:spPr>
          <a:xfrm>
            <a:off x="3153051" y="1605605"/>
            <a:ext cx="3883589" cy="140563"/>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solidFill>
            </a:endParaRPr>
          </a:p>
        </p:txBody>
      </p:sp>
      <p:sp>
        <p:nvSpPr>
          <p:cNvPr id="7" name="직사각형 6">
            <a:extLst>
              <a:ext uri="{FF2B5EF4-FFF2-40B4-BE49-F238E27FC236}">
                <a16:creationId xmlns:a16="http://schemas.microsoft.com/office/drawing/2014/main" id="{37171502-D913-49B7-AD10-3CD8208B2542}"/>
              </a:ext>
            </a:extLst>
          </p:cNvPr>
          <p:cNvSpPr/>
          <p:nvPr/>
        </p:nvSpPr>
        <p:spPr>
          <a:xfrm>
            <a:off x="7089855" y="1605605"/>
            <a:ext cx="909631" cy="140567"/>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중복확인</a:t>
            </a:r>
            <a:endParaRPr lang="en-US" altLang="ko-KR" sz="800" b="1" dirty="0">
              <a:solidFill>
                <a:schemeClr val="bg1"/>
              </a:solidFill>
            </a:endParaRPr>
          </a:p>
        </p:txBody>
      </p:sp>
      <p:sp>
        <p:nvSpPr>
          <p:cNvPr id="13" name="TextBox 12">
            <a:extLst>
              <a:ext uri="{FF2B5EF4-FFF2-40B4-BE49-F238E27FC236}">
                <a16:creationId xmlns:a16="http://schemas.microsoft.com/office/drawing/2014/main" id="{89295F2C-C351-499D-8574-CA144492DF73}"/>
              </a:ext>
            </a:extLst>
          </p:cNvPr>
          <p:cNvSpPr txBox="1"/>
          <p:nvPr/>
        </p:nvSpPr>
        <p:spPr>
          <a:xfrm>
            <a:off x="8079880" y="1560470"/>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14" name="직사각형 13">
            <a:extLst>
              <a:ext uri="{FF2B5EF4-FFF2-40B4-BE49-F238E27FC236}">
                <a16:creationId xmlns:a16="http://schemas.microsoft.com/office/drawing/2014/main" id="{347F3960-012F-496D-8FB4-E2058FCBC3E1}"/>
              </a:ext>
            </a:extLst>
          </p:cNvPr>
          <p:cNvSpPr/>
          <p:nvPr/>
        </p:nvSpPr>
        <p:spPr>
          <a:xfrm>
            <a:off x="3153051" y="2031110"/>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solidFill>
            </a:endParaRPr>
          </a:p>
        </p:txBody>
      </p:sp>
      <p:sp>
        <p:nvSpPr>
          <p:cNvPr id="15" name="직사각형 14">
            <a:extLst>
              <a:ext uri="{FF2B5EF4-FFF2-40B4-BE49-F238E27FC236}">
                <a16:creationId xmlns:a16="http://schemas.microsoft.com/office/drawing/2014/main" id="{CAE73DDD-ADCE-4367-BDDB-2D0A26A02A93}"/>
              </a:ext>
            </a:extLst>
          </p:cNvPr>
          <p:cNvSpPr/>
          <p:nvPr/>
        </p:nvSpPr>
        <p:spPr>
          <a:xfrm>
            <a:off x="4900741" y="2031110"/>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solidFill>
            </a:endParaRPr>
          </a:p>
        </p:txBody>
      </p:sp>
      <p:sp>
        <p:nvSpPr>
          <p:cNvPr id="16" name="직사각형 15">
            <a:extLst>
              <a:ext uri="{FF2B5EF4-FFF2-40B4-BE49-F238E27FC236}">
                <a16:creationId xmlns:a16="http://schemas.microsoft.com/office/drawing/2014/main" id="{A71E2CEC-59B5-4E23-BB76-AF747BD87B96}"/>
              </a:ext>
            </a:extLst>
          </p:cNvPr>
          <p:cNvSpPr/>
          <p:nvPr/>
        </p:nvSpPr>
        <p:spPr>
          <a:xfrm>
            <a:off x="6472186" y="2031110"/>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직접입력                       ▼</a:t>
            </a:r>
            <a:endParaRPr lang="en-US" altLang="ko-KR" sz="800" dirty="0">
              <a:solidFill>
                <a:schemeClr val="tx1"/>
              </a:solidFill>
            </a:endParaRPr>
          </a:p>
        </p:txBody>
      </p:sp>
      <p:sp>
        <p:nvSpPr>
          <p:cNvPr id="17" name="직사각형 16">
            <a:extLst>
              <a:ext uri="{FF2B5EF4-FFF2-40B4-BE49-F238E27FC236}">
                <a16:creationId xmlns:a16="http://schemas.microsoft.com/office/drawing/2014/main" id="{CB04C18B-B0D3-4664-BFF2-CBA16423326F}"/>
              </a:ext>
            </a:extLst>
          </p:cNvPr>
          <p:cNvSpPr/>
          <p:nvPr/>
        </p:nvSpPr>
        <p:spPr>
          <a:xfrm>
            <a:off x="3153051" y="2251008"/>
            <a:ext cx="4857711" cy="14056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solidFill>
            </a:endParaRPr>
          </a:p>
        </p:txBody>
      </p:sp>
      <p:sp>
        <p:nvSpPr>
          <p:cNvPr id="18" name="직사각형 17">
            <a:extLst>
              <a:ext uri="{FF2B5EF4-FFF2-40B4-BE49-F238E27FC236}">
                <a16:creationId xmlns:a16="http://schemas.microsoft.com/office/drawing/2014/main" id="{A02D963F-E072-48F1-9316-1028DF3CC07E}"/>
              </a:ext>
            </a:extLst>
          </p:cNvPr>
          <p:cNvSpPr/>
          <p:nvPr/>
        </p:nvSpPr>
        <p:spPr>
          <a:xfrm>
            <a:off x="3153052" y="2490251"/>
            <a:ext cx="4857710" cy="140563"/>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solidFill>
            </a:endParaRPr>
          </a:p>
        </p:txBody>
      </p:sp>
      <p:sp>
        <p:nvSpPr>
          <p:cNvPr id="19" name="직사각형 18">
            <a:extLst>
              <a:ext uri="{FF2B5EF4-FFF2-40B4-BE49-F238E27FC236}">
                <a16:creationId xmlns:a16="http://schemas.microsoft.com/office/drawing/2014/main" id="{794B50D9-982A-4A33-AAE5-F62AE3F0006A}"/>
              </a:ext>
            </a:extLst>
          </p:cNvPr>
          <p:cNvSpPr/>
          <p:nvPr/>
        </p:nvSpPr>
        <p:spPr>
          <a:xfrm>
            <a:off x="1752657" y="3255467"/>
            <a:ext cx="6768752" cy="283535"/>
          </a:xfrm>
          <a:prstGeom prst="rect">
            <a:avLst/>
          </a:prstGeom>
          <a:noFill/>
          <a:ln w="6350">
            <a:solidFill>
              <a:schemeClr val="bg1">
                <a:lumMod val="6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solidFill>
                <a:srgbClr val="FF0000"/>
              </a:solidFill>
            </a:endParaRPr>
          </a:p>
        </p:txBody>
      </p:sp>
      <p:sp>
        <p:nvSpPr>
          <p:cNvPr id="20" name="TextBox 19">
            <a:extLst>
              <a:ext uri="{FF2B5EF4-FFF2-40B4-BE49-F238E27FC236}">
                <a16:creationId xmlns:a16="http://schemas.microsoft.com/office/drawing/2014/main" id="{42F5A85C-C11F-4982-875A-77F8AB48BA3E}"/>
              </a:ext>
            </a:extLst>
          </p:cNvPr>
          <p:cNvSpPr txBox="1"/>
          <p:nvPr/>
        </p:nvSpPr>
        <p:spPr>
          <a:xfrm>
            <a:off x="1672260" y="3038862"/>
            <a:ext cx="1292341" cy="215444"/>
          </a:xfrm>
          <a:prstGeom prst="rect">
            <a:avLst/>
          </a:prstGeom>
          <a:noFill/>
        </p:spPr>
        <p:txBody>
          <a:bodyPr wrap="none" rtlCol="0">
            <a:spAutoFit/>
          </a:bodyPr>
          <a:lstStyle/>
          <a:p>
            <a:r>
              <a:rPr lang="ko-KR" altLang="en-US" sz="800" dirty="0">
                <a:latin typeface="맑은 고딕" panose="020B0503020000020004" pitchFamily="50" charset="-127"/>
              </a:rPr>
              <a:t>□ </a:t>
            </a:r>
            <a:r>
              <a:rPr lang="ko-KR" altLang="en-US" sz="800" b="1" dirty="0">
                <a:latin typeface="맑은 고딕" panose="020B0503020000020004" pitchFamily="50" charset="-127"/>
              </a:rPr>
              <a:t>이용약관 동의 </a:t>
            </a:r>
            <a:r>
              <a:rPr lang="en-US" altLang="ko-KR" sz="800" b="1" dirty="0">
                <a:latin typeface="맑은 고딕" panose="020B0503020000020004" pitchFamily="50" charset="-127"/>
              </a:rPr>
              <a:t>(</a:t>
            </a:r>
            <a:r>
              <a:rPr lang="ko-KR" altLang="en-US" sz="800" b="1" dirty="0">
                <a:latin typeface="맑은 고딕" panose="020B0503020000020004" pitchFamily="50" charset="-127"/>
              </a:rPr>
              <a:t>필수</a:t>
            </a:r>
            <a:r>
              <a:rPr lang="en-US" altLang="ko-KR" sz="800" b="1" dirty="0">
                <a:latin typeface="맑은 고딕" panose="020B0503020000020004" pitchFamily="50" charset="-127"/>
              </a:rPr>
              <a:t>)</a:t>
            </a:r>
            <a:endParaRPr lang="ko-KR" altLang="en-US" sz="800" b="1" dirty="0"/>
          </a:p>
        </p:txBody>
      </p:sp>
      <p:sp>
        <p:nvSpPr>
          <p:cNvPr id="21" name="직사각형 20">
            <a:extLst>
              <a:ext uri="{FF2B5EF4-FFF2-40B4-BE49-F238E27FC236}">
                <a16:creationId xmlns:a16="http://schemas.microsoft.com/office/drawing/2014/main" id="{B50315F5-F626-4BDF-8727-4AAA0804EEE8}"/>
              </a:ext>
            </a:extLst>
          </p:cNvPr>
          <p:cNvSpPr/>
          <p:nvPr/>
        </p:nvSpPr>
        <p:spPr>
          <a:xfrm>
            <a:off x="1752657" y="3755607"/>
            <a:ext cx="6768752" cy="283535"/>
          </a:xfrm>
          <a:prstGeom prst="rect">
            <a:avLst/>
          </a:prstGeom>
          <a:noFill/>
          <a:ln w="6350">
            <a:solidFill>
              <a:schemeClr val="bg1">
                <a:lumMod val="6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solidFill>
                <a:srgbClr val="FF0000"/>
              </a:solidFill>
            </a:endParaRPr>
          </a:p>
        </p:txBody>
      </p:sp>
      <p:sp>
        <p:nvSpPr>
          <p:cNvPr id="22" name="직사각형 21">
            <a:extLst>
              <a:ext uri="{FF2B5EF4-FFF2-40B4-BE49-F238E27FC236}">
                <a16:creationId xmlns:a16="http://schemas.microsoft.com/office/drawing/2014/main" id="{D0E5F4A1-4196-4E77-8F01-5F849F53CB10}"/>
              </a:ext>
            </a:extLst>
          </p:cNvPr>
          <p:cNvSpPr/>
          <p:nvPr/>
        </p:nvSpPr>
        <p:spPr>
          <a:xfrm>
            <a:off x="1752657" y="4267815"/>
            <a:ext cx="6768752" cy="283535"/>
          </a:xfrm>
          <a:prstGeom prst="rect">
            <a:avLst/>
          </a:prstGeom>
          <a:noFill/>
          <a:ln w="6350">
            <a:solidFill>
              <a:schemeClr val="bg1">
                <a:lumMod val="6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solidFill>
                <a:srgbClr val="FF0000"/>
              </a:solidFill>
            </a:endParaRPr>
          </a:p>
        </p:txBody>
      </p:sp>
      <p:sp>
        <p:nvSpPr>
          <p:cNvPr id="23" name="TextBox 22">
            <a:extLst>
              <a:ext uri="{FF2B5EF4-FFF2-40B4-BE49-F238E27FC236}">
                <a16:creationId xmlns:a16="http://schemas.microsoft.com/office/drawing/2014/main" id="{11EB3815-65C5-4416-8899-7C6A9580FDD8}"/>
              </a:ext>
            </a:extLst>
          </p:cNvPr>
          <p:cNvSpPr txBox="1"/>
          <p:nvPr/>
        </p:nvSpPr>
        <p:spPr>
          <a:xfrm>
            <a:off x="1695161" y="4051210"/>
            <a:ext cx="1593706" cy="215444"/>
          </a:xfrm>
          <a:prstGeom prst="rect">
            <a:avLst/>
          </a:prstGeom>
          <a:noFill/>
        </p:spPr>
        <p:txBody>
          <a:bodyPr wrap="none" rtlCol="0">
            <a:spAutoFit/>
          </a:bodyPr>
          <a:lstStyle/>
          <a:p>
            <a:r>
              <a:rPr lang="ko-KR" altLang="en-US" sz="800" dirty="0">
                <a:latin typeface="맑은 고딕" panose="020B0503020000020004" pitchFamily="50" charset="-127"/>
              </a:rPr>
              <a:t>□ </a:t>
            </a:r>
            <a:r>
              <a:rPr lang="ko-KR" altLang="en-US" sz="800" b="1" dirty="0">
                <a:latin typeface="맑은 고딕" panose="020B0503020000020004" pitchFamily="50" charset="-127"/>
              </a:rPr>
              <a:t>제</a:t>
            </a:r>
            <a:r>
              <a:rPr lang="en-US" altLang="ko-KR" sz="800" b="1" dirty="0">
                <a:latin typeface="맑은 고딕" panose="020B0503020000020004" pitchFamily="50" charset="-127"/>
              </a:rPr>
              <a:t>3</a:t>
            </a:r>
            <a:r>
              <a:rPr lang="ko-KR" altLang="en-US" sz="800" b="1" dirty="0">
                <a:latin typeface="맑은 고딕" panose="020B0503020000020004" pitchFamily="50" charset="-127"/>
              </a:rPr>
              <a:t>자 정보제공 동의</a:t>
            </a:r>
            <a:r>
              <a:rPr lang="en-US" altLang="ko-KR" sz="800" b="1" dirty="0">
                <a:latin typeface="맑은 고딕" panose="020B0503020000020004" pitchFamily="50" charset="-127"/>
              </a:rPr>
              <a:t> (</a:t>
            </a:r>
            <a:r>
              <a:rPr lang="ko-KR" altLang="en-US" sz="800" b="1" dirty="0">
                <a:latin typeface="맑은 고딕" panose="020B0503020000020004" pitchFamily="50" charset="-127"/>
              </a:rPr>
              <a:t>필수</a:t>
            </a:r>
            <a:r>
              <a:rPr lang="en-US" altLang="ko-KR" sz="800" b="1" dirty="0">
                <a:latin typeface="맑은 고딕" panose="020B0503020000020004" pitchFamily="50" charset="-127"/>
              </a:rPr>
              <a:t>)</a:t>
            </a:r>
            <a:endParaRPr lang="ko-KR" altLang="en-US" sz="800" b="1" dirty="0"/>
          </a:p>
        </p:txBody>
      </p:sp>
      <p:sp>
        <p:nvSpPr>
          <p:cNvPr id="24" name="직사각형 23">
            <a:extLst>
              <a:ext uri="{FF2B5EF4-FFF2-40B4-BE49-F238E27FC236}">
                <a16:creationId xmlns:a16="http://schemas.microsoft.com/office/drawing/2014/main" id="{3EB93FDD-0C31-43EA-B69D-C60D4C081D83}"/>
              </a:ext>
            </a:extLst>
          </p:cNvPr>
          <p:cNvSpPr/>
          <p:nvPr/>
        </p:nvSpPr>
        <p:spPr>
          <a:xfrm>
            <a:off x="1752657" y="4772852"/>
            <a:ext cx="6768752" cy="283535"/>
          </a:xfrm>
          <a:prstGeom prst="rect">
            <a:avLst/>
          </a:prstGeom>
          <a:noFill/>
          <a:ln w="6350">
            <a:solidFill>
              <a:schemeClr val="bg1">
                <a:lumMod val="6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solidFill>
                <a:srgbClr val="FF0000"/>
              </a:solidFill>
            </a:endParaRPr>
          </a:p>
        </p:txBody>
      </p:sp>
      <p:sp>
        <p:nvSpPr>
          <p:cNvPr id="25" name="TextBox 24">
            <a:extLst>
              <a:ext uri="{FF2B5EF4-FFF2-40B4-BE49-F238E27FC236}">
                <a16:creationId xmlns:a16="http://schemas.microsoft.com/office/drawing/2014/main" id="{E6D5A040-56D6-488B-8052-3689792A4E02}"/>
              </a:ext>
            </a:extLst>
          </p:cNvPr>
          <p:cNvSpPr txBox="1"/>
          <p:nvPr/>
        </p:nvSpPr>
        <p:spPr>
          <a:xfrm>
            <a:off x="1695161" y="4556247"/>
            <a:ext cx="1394934" cy="215444"/>
          </a:xfrm>
          <a:prstGeom prst="rect">
            <a:avLst/>
          </a:prstGeom>
          <a:noFill/>
        </p:spPr>
        <p:txBody>
          <a:bodyPr wrap="none" rtlCol="0">
            <a:spAutoFit/>
          </a:bodyPr>
          <a:lstStyle/>
          <a:p>
            <a:r>
              <a:rPr lang="ko-KR" altLang="en-US" sz="800" dirty="0">
                <a:latin typeface="맑은 고딕" panose="020B0503020000020004" pitchFamily="50" charset="-127"/>
              </a:rPr>
              <a:t>□ </a:t>
            </a:r>
            <a:r>
              <a:rPr lang="ko-KR" altLang="en-US" sz="800" b="1" dirty="0">
                <a:latin typeface="맑은 고딕" panose="020B0503020000020004" pitchFamily="50" charset="-127"/>
              </a:rPr>
              <a:t>마케팅 활용동의 </a:t>
            </a:r>
            <a:r>
              <a:rPr lang="en-US" altLang="ko-KR" sz="800" b="1" dirty="0">
                <a:latin typeface="맑은 고딕" panose="020B0503020000020004" pitchFamily="50" charset="-127"/>
              </a:rPr>
              <a:t>(</a:t>
            </a:r>
            <a:r>
              <a:rPr lang="ko-KR" altLang="en-US" sz="800" b="1" dirty="0">
                <a:latin typeface="맑은 고딕" panose="020B0503020000020004" pitchFamily="50" charset="-127"/>
              </a:rPr>
              <a:t>선택</a:t>
            </a:r>
            <a:r>
              <a:rPr lang="en-US" altLang="ko-KR" sz="800" b="1" dirty="0">
                <a:latin typeface="맑은 고딕" panose="020B0503020000020004" pitchFamily="50" charset="-127"/>
              </a:rPr>
              <a:t>)</a:t>
            </a:r>
            <a:endParaRPr lang="ko-KR" altLang="en-US" sz="800" b="1" dirty="0"/>
          </a:p>
        </p:txBody>
      </p:sp>
      <p:sp>
        <p:nvSpPr>
          <p:cNvPr id="26" name="직사각형 25">
            <a:extLst>
              <a:ext uri="{FF2B5EF4-FFF2-40B4-BE49-F238E27FC236}">
                <a16:creationId xmlns:a16="http://schemas.microsoft.com/office/drawing/2014/main" id="{33D1D7E4-2686-4FF3-8901-22FF286CDB2D}"/>
              </a:ext>
            </a:extLst>
          </p:cNvPr>
          <p:cNvSpPr/>
          <p:nvPr/>
        </p:nvSpPr>
        <p:spPr>
          <a:xfrm>
            <a:off x="1752657" y="5309380"/>
            <a:ext cx="6768752" cy="283535"/>
          </a:xfrm>
          <a:prstGeom prst="rect">
            <a:avLst/>
          </a:prstGeom>
          <a:noFill/>
          <a:ln w="6350">
            <a:solidFill>
              <a:schemeClr val="bg1">
                <a:lumMod val="6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solidFill>
                <a:srgbClr val="FF0000"/>
              </a:solidFill>
            </a:endParaRPr>
          </a:p>
        </p:txBody>
      </p:sp>
      <p:sp>
        <p:nvSpPr>
          <p:cNvPr id="27" name="TextBox 26">
            <a:extLst>
              <a:ext uri="{FF2B5EF4-FFF2-40B4-BE49-F238E27FC236}">
                <a16:creationId xmlns:a16="http://schemas.microsoft.com/office/drawing/2014/main" id="{ED3DEC24-AD99-4202-B70F-7C0CD0B74EBA}"/>
              </a:ext>
            </a:extLst>
          </p:cNvPr>
          <p:cNvSpPr txBox="1"/>
          <p:nvPr/>
        </p:nvSpPr>
        <p:spPr>
          <a:xfrm>
            <a:off x="1695161" y="5092775"/>
            <a:ext cx="1497526" cy="215444"/>
          </a:xfrm>
          <a:prstGeom prst="rect">
            <a:avLst/>
          </a:prstGeom>
          <a:noFill/>
        </p:spPr>
        <p:txBody>
          <a:bodyPr wrap="none" rtlCol="0">
            <a:spAutoFit/>
          </a:bodyPr>
          <a:lstStyle/>
          <a:p>
            <a:r>
              <a:rPr lang="ko-KR" altLang="en-US" sz="800" dirty="0">
                <a:latin typeface="맑은 고딕" panose="020B0503020000020004" pitchFamily="50" charset="-127"/>
              </a:rPr>
              <a:t>□ </a:t>
            </a:r>
            <a:r>
              <a:rPr lang="ko-KR" altLang="en-US" sz="800" b="1" dirty="0" err="1">
                <a:latin typeface="맑은 고딕" panose="020B0503020000020004" pitchFamily="50" charset="-127"/>
              </a:rPr>
              <a:t>알림정보</a:t>
            </a:r>
            <a:r>
              <a:rPr lang="ko-KR" altLang="en-US" sz="800" b="1" dirty="0">
                <a:latin typeface="맑은 고딕" panose="020B0503020000020004" pitchFamily="50" charset="-127"/>
              </a:rPr>
              <a:t> 수신동의 </a:t>
            </a:r>
            <a:r>
              <a:rPr lang="en-US" altLang="ko-KR" sz="800" b="1" dirty="0">
                <a:latin typeface="맑은 고딕" panose="020B0503020000020004" pitchFamily="50" charset="-127"/>
              </a:rPr>
              <a:t>(</a:t>
            </a:r>
            <a:r>
              <a:rPr lang="ko-KR" altLang="en-US" sz="800" b="1" dirty="0">
                <a:latin typeface="맑은 고딕" panose="020B0503020000020004" pitchFamily="50" charset="-127"/>
              </a:rPr>
              <a:t>선택</a:t>
            </a:r>
            <a:r>
              <a:rPr lang="en-US" altLang="ko-KR" sz="800" b="1" dirty="0">
                <a:latin typeface="맑은 고딕" panose="020B0503020000020004" pitchFamily="50" charset="-127"/>
              </a:rPr>
              <a:t>)</a:t>
            </a:r>
            <a:endParaRPr lang="ko-KR" altLang="en-US" sz="800" b="1" dirty="0"/>
          </a:p>
        </p:txBody>
      </p:sp>
      <p:sp>
        <p:nvSpPr>
          <p:cNvPr id="28" name="TextBox 27">
            <a:extLst>
              <a:ext uri="{FF2B5EF4-FFF2-40B4-BE49-F238E27FC236}">
                <a16:creationId xmlns:a16="http://schemas.microsoft.com/office/drawing/2014/main" id="{CDF6EB78-8E57-44CD-95DD-2DB00EE7CED8}"/>
              </a:ext>
            </a:extLst>
          </p:cNvPr>
          <p:cNvSpPr txBox="1"/>
          <p:nvPr/>
        </p:nvSpPr>
        <p:spPr>
          <a:xfrm>
            <a:off x="1695161" y="3540163"/>
            <a:ext cx="2260555" cy="215444"/>
          </a:xfrm>
          <a:prstGeom prst="rect">
            <a:avLst/>
          </a:prstGeom>
          <a:noFill/>
        </p:spPr>
        <p:txBody>
          <a:bodyPr wrap="none" rtlCol="0">
            <a:spAutoFit/>
          </a:bodyPr>
          <a:lstStyle/>
          <a:p>
            <a:r>
              <a:rPr lang="ko-KR" altLang="en-US" sz="800" dirty="0">
                <a:latin typeface="맑은 고딕" panose="020B0503020000020004" pitchFamily="50" charset="-127"/>
              </a:rPr>
              <a:t>□ </a:t>
            </a:r>
            <a:r>
              <a:rPr lang="ko-KR" altLang="en-US" sz="800" b="1" dirty="0"/>
              <a:t>개인정보 수집 및 이용에 관한 안내</a:t>
            </a:r>
            <a:r>
              <a:rPr lang="en-US" altLang="ko-KR" sz="800" b="1" dirty="0">
                <a:latin typeface="맑은 고딕" panose="020B0503020000020004" pitchFamily="50" charset="-127"/>
              </a:rPr>
              <a:t> (</a:t>
            </a:r>
            <a:r>
              <a:rPr lang="ko-KR" altLang="en-US" sz="800" b="1" dirty="0">
                <a:latin typeface="맑은 고딕" panose="020B0503020000020004" pitchFamily="50" charset="-127"/>
              </a:rPr>
              <a:t>필수</a:t>
            </a:r>
            <a:r>
              <a:rPr lang="en-US" altLang="ko-KR" sz="800" b="1" dirty="0">
                <a:latin typeface="맑은 고딕" panose="020B0503020000020004" pitchFamily="50" charset="-127"/>
              </a:rPr>
              <a:t>)</a:t>
            </a:r>
            <a:endParaRPr lang="ko-KR" altLang="en-US" sz="800" b="1" dirty="0"/>
          </a:p>
        </p:txBody>
      </p:sp>
      <p:sp>
        <p:nvSpPr>
          <p:cNvPr id="29" name="TextBox 28">
            <a:extLst>
              <a:ext uri="{FF2B5EF4-FFF2-40B4-BE49-F238E27FC236}">
                <a16:creationId xmlns:a16="http://schemas.microsoft.com/office/drawing/2014/main" id="{AB463542-1E07-44E9-A873-6F4186C36C08}"/>
              </a:ext>
            </a:extLst>
          </p:cNvPr>
          <p:cNvSpPr txBox="1"/>
          <p:nvPr/>
        </p:nvSpPr>
        <p:spPr>
          <a:xfrm>
            <a:off x="1672260" y="5738186"/>
            <a:ext cx="1013419" cy="215444"/>
          </a:xfrm>
          <a:prstGeom prst="rect">
            <a:avLst/>
          </a:prstGeom>
          <a:noFill/>
        </p:spPr>
        <p:txBody>
          <a:bodyPr wrap="none" rtlCol="0">
            <a:spAutoFit/>
          </a:bodyPr>
          <a:lstStyle/>
          <a:p>
            <a:r>
              <a:rPr lang="ko-KR" altLang="en-US" sz="800" dirty="0">
                <a:latin typeface="맑은 고딕" panose="020B0503020000020004" pitchFamily="50" charset="-127"/>
              </a:rPr>
              <a:t>□ </a:t>
            </a:r>
            <a:r>
              <a:rPr lang="ko-KR" altLang="en-US" sz="800" b="1" dirty="0">
                <a:latin typeface="맑은 고딕" panose="020B0503020000020004" pitchFamily="50" charset="-127"/>
              </a:rPr>
              <a:t>전체 약관 동의</a:t>
            </a:r>
            <a:endParaRPr lang="ko-KR" altLang="en-US" sz="800" b="1" dirty="0"/>
          </a:p>
        </p:txBody>
      </p:sp>
      <p:sp>
        <p:nvSpPr>
          <p:cNvPr id="30" name="직사각형 29">
            <a:extLst>
              <a:ext uri="{FF2B5EF4-FFF2-40B4-BE49-F238E27FC236}">
                <a16:creationId xmlns:a16="http://schemas.microsoft.com/office/drawing/2014/main" id="{51610472-9596-441F-91DD-216C8DB82A12}"/>
              </a:ext>
            </a:extLst>
          </p:cNvPr>
          <p:cNvSpPr/>
          <p:nvPr/>
        </p:nvSpPr>
        <p:spPr>
          <a:xfrm>
            <a:off x="4468599" y="6106059"/>
            <a:ext cx="1558215" cy="313683"/>
          </a:xfrm>
          <a:prstGeom prst="rect">
            <a:avLst/>
          </a:prstGeom>
          <a:solidFill>
            <a:schemeClr val="tx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a:solidFill>
                  <a:schemeClr val="bg1"/>
                </a:solidFill>
              </a:rPr>
              <a:t>가입완료</a:t>
            </a:r>
            <a:endParaRPr lang="ko-KR" altLang="en-US" sz="900" dirty="0">
              <a:solidFill>
                <a:schemeClr val="bg1"/>
              </a:solidFill>
            </a:endParaRPr>
          </a:p>
        </p:txBody>
      </p:sp>
      <p:sp>
        <p:nvSpPr>
          <p:cNvPr id="32" name="TextBox 31">
            <a:extLst>
              <a:ext uri="{FF2B5EF4-FFF2-40B4-BE49-F238E27FC236}">
                <a16:creationId xmlns:a16="http://schemas.microsoft.com/office/drawing/2014/main" id="{8B04C1AF-DDCC-47D4-AD64-A633AAD90936}"/>
              </a:ext>
            </a:extLst>
          </p:cNvPr>
          <p:cNvSpPr txBox="1"/>
          <p:nvPr/>
        </p:nvSpPr>
        <p:spPr>
          <a:xfrm>
            <a:off x="1569165" y="1917930"/>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graphicFrame>
        <p:nvGraphicFramePr>
          <p:cNvPr id="33" name="표 32">
            <a:extLst>
              <a:ext uri="{FF2B5EF4-FFF2-40B4-BE49-F238E27FC236}">
                <a16:creationId xmlns:a16="http://schemas.microsoft.com/office/drawing/2014/main" id="{3F3EF7E4-F453-4805-AD70-437A60A2F446}"/>
              </a:ext>
            </a:extLst>
          </p:cNvPr>
          <p:cNvGraphicFramePr>
            <a:graphicFrameLocks noGrp="1"/>
          </p:cNvGraphicFramePr>
          <p:nvPr>
            <p:extLst>
              <p:ext uri="{D42A27DB-BD31-4B8C-83A1-F6EECF244321}">
                <p14:modId xmlns:p14="http://schemas.microsoft.com/office/powerpoint/2010/main" val="1948189775"/>
              </p:ext>
            </p:extLst>
          </p:nvPr>
        </p:nvGraphicFramePr>
        <p:xfrm>
          <a:off x="10171774" y="22159"/>
          <a:ext cx="1979018" cy="224131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RF-01-07-03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회원가입화면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일반 회원의</a:t>
                      </a:r>
                      <a:r>
                        <a:rPr lang="ko-KR" altLang="en-US" sz="800" baseline="0" dirty="0"/>
                        <a:t> 회원 가입 화면</a:t>
                      </a:r>
                      <a:endParaRPr lang="ko-KR" altLang="en-US" sz="800" dirty="0"/>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102831917"/>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간단한 정보입력</a:t>
                      </a:r>
                      <a:br>
                        <a:rPr lang="en-US" altLang="ko-KR" sz="800" b="0" dirty="0">
                          <a:solidFill>
                            <a:schemeClr val="tx1"/>
                          </a:solidFill>
                        </a:rPr>
                      </a:b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이메일을 받는 이유는 아이디</a:t>
                      </a:r>
                      <a:r>
                        <a:rPr lang="en-US" altLang="ko-KR" sz="800" b="0" dirty="0">
                          <a:solidFill>
                            <a:schemeClr val="tx1"/>
                          </a:solidFill>
                        </a:rPr>
                        <a:t>&amp;</a:t>
                      </a:r>
                      <a:r>
                        <a:rPr lang="ko-KR" altLang="en-US" sz="800" b="0" dirty="0">
                          <a:solidFill>
                            <a:schemeClr val="tx1"/>
                          </a:solidFill>
                        </a:rPr>
                        <a:t>패스워드 찾기에 필요한 정보이기 때문</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아이디 중복확인</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bl>
          </a:graphicData>
        </a:graphic>
      </p:graphicFrame>
    </p:spTree>
    <p:extLst>
      <p:ext uri="{BB962C8B-B14F-4D97-AF65-F5344CB8AC3E}">
        <p14:creationId xmlns:p14="http://schemas.microsoft.com/office/powerpoint/2010/main" val="148682352"/>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TextBox 28">
            <a:extLst>
              <a:ext uri="{FF2B5EF4-FFF2-40B4-BE49-F238E27FC236}">
                <a16:creationId xmlns:a16="http://schemas.microsoft.com/office/drawing/2014/main" id="{214BDB20-38BB-4DB2-A59D-1001D9368270}"/>
              </a:ext>
            </a:extLst>
          </p:cNvPr>
          <p:cNvSpPr txBox="1"/>
          <p:nvPr/>
        </p:nvSpPr>
        <p:spPr>
          <a:xfrm>
            <a:off x="1805485" y="2959121"/>
            <a:ext cx="734496"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ko-KR" altLang="en-US" sz="800" b="1" dirty="0"/>
              <a:t>회원정보</a:t>
            </a:r>
          </a:p>
        </p:txBody>
      </p:sp>
      <p:graphicFrame>
        <p:nvGraphicFramePr>
          <p:cNvPr id="30" name="표 29">
            <a:extLst>
              <a:ext uri="{FF2B5EF4-FFF2-40B4-BE49-F238E27FC236}">
                <a16:creationId xmlns:a16="http://schemas.microsoft.com/office/drawing/2014/main" id="{3F28DBC6-22A3-403F-8E79-E115FB740C88}"/>
              </a:ext>
            </a:extLst>
          </p:cNvPr>
          <p:cNvGraphicFramePr>
            <a:graphicFrameLocks noGrp="1"/>
          </p:cNvGraphicFramePr>
          <p:nvPr>
            <p:extLst>
              <p:ext uri="{D42A27DB-BD31-4B8C-83A1-F6EECF244321}">
                <p14:modId xmlns:p14="http://schemas.microsoft.com/office/powerpoint/2010/main" val="3413542626"/>
              </p:ext>
            </p:extLst>
          </p:nvPr>
        </p:nvGraphicFramePr>
        <p:xfrm>
          <a:off x="1885879" y="3174565"/>
          <a:ext cx="6768756" cy="426720"/>
        </p:xfrm>
        <a:graphic>
          <a:graphicData uri="http://schemas.openxmlformats.org/drawingml/2006/table">
            <a:tbl>
              <a:tblPr firstRow="1" bandRow="1">
                <a:tableStyleId>{5C22544A-7EE6-4342-B048-85BDC9FD1C3A}</a:tableStyleId>
              </a:tblPr>
              <a:tblGrid>
                <a:gridCol w="1123770">
                  <a:extLst>
                    <a:ext uri="{9D8B030D-6E8A-4147-A177-3AD203B41FA5}">
                      <a16:colId xmlns:a16="http://schemas.microsoft.com/office/drawing/2014/main" val="20000"/>
                    </a:ext>
                  </a:extLst>
                </a:gridCol>
                <a:gridCol w="2270861">
                  <a:extLst>
                    <a:ext uri="{9D8B030D-6E8A-4147-A177-3AD203B41FA5}">
                      <a16:colId xmlns:a16="http://schemas.microsoft.com/office/drawing/2014/main" val="20001"/>
                    </a:ext>
                  </a:extLst>
                </a:gridCol>
                <a:gridCol w="1174792">
                  <a:extLst>
                    <a:ext uri="{9D8B030D-6E8A-4147-A177-3AD203B41FA5}">
                      <a16:colId xmlns:a16="http://schemas.microsoft.com/office/drawing/2014/main" val="3928038812"/>
                    </a:ext>
                  </a:extLst>
                </a:gridCol>
                <a:gridCol w="2199333">
                  <a:extLst>
                    <a:ext uri="{9D8B030D-6E8A-4147-A177-3AD203B41FA5}">
                      <a16:colId xmlns:a16="http://schemas.microsoft.com/office/drawing/2014/main" val="1221996721"/>
                    </a:ext>
                  </a:extLst>
                </a:gridCol>
              </a:tblGrid>
              <a:tr h="0">
                <a:tc>
                  <a:txBody>
                    <a:bodyPr/>
                    <a:lstStyle/>
                    <a:p>
                      <a:pPr latinLnBrk="1"/>
                      <a:r>
                        <a:rPr lang="ko-KR" altLang="en-US" sz="800" b="0" dirty="0">
                          <a:solidFill>
                            <a:schemeClr val="tx1"/>
                          </a:solidFill>
                        </a:rPr>
                        <a:t>회원번호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M9-99872</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가입일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2024-10-01 12:21:12</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아이디</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abcde1234</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비밀번호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31" name="직사각형 30">
            <a:extLst>
              <a:ext uri="{FF2B5EF4-FFF2-40B4-BE49-F238E27FC236}">
                <a16:creationId xmlns:a16="http://schemas.microsoft.com/office/drawing/2014/main" id="{6FFA145D-1A40-45B8-A7DF-0FCFAB4A4AE6}"/>
              </a:ext>
            </a:extLst>
          </p:cNvPr>
          <p:cNvSpPr/>
          <p:nvPr/>
        </p:nvSpPr>
        <p:spPr>
          <a:xfrm>
            <a:off x="6526682" y="3420268"/>
            <a:ext cx="909631" cy="140567"/>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비밀번호변경</a:t>
            </a:r>
            <a:endParaRPr lang="en-US" altLang="ko-KR" sz="800" b="1" dirty="0">
              <a:solidFill>
                <a:schemeClr val="bg1"/>
              </a:solidFill>
            </a:endParaRPr>
          </a:p>
        </p:txBody>
      </p:sp>
      <p:sp>
        <p:nvSpPr>
          <p:cNvPr id="32" name="TextBox 31">
            <a:extLst>
              <a:ext uri="{FF2B5EF4-FFF2-40B4-BE49-F238E27FC236}">
                <a16:creationId xmlns:a16="http://schemas.microsoft.com/office/drawing/2014/main" id="{D61A54EC-F790-415C-9513-73A589791498}"/>
              </a:ext>
            </a:extLst>
          </p:cNvPr>
          <p:cNvSpPr txBox="1"/>
          <p:nvPr/>
        </p:nvSpPr>
        <p:spPr>
          <a:xfrm>
            <a:off x="1805485" y="4010787"/>
            <a:ext cx="734496"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ko-KR" altLang="en-US" sz="800" b="1" dirty="0"/>
              <a:t>기본정보</a:t>
            </a:r>
          </a:p>
        </p:txBody>
      </p:sp>
      <p:graphicFrame>
        <p:nvGraphicFramePr>
          <p:cNvPr id="33" name="표 32">
            <a:extLst>
              <a:ext uri="{FF2B5EF4-FFF2-40B4-BE49-F238E27FC236}">
                <a16:creationId xmlns:a16="http://schemas.microsoft.com/office/drawing/2014/main" id="{F72B5F69-18BD-42F9-984C-2FEA87B4747B}"/>
              </a:ext>
            </a:extLst>
          </p:cNvPr>
          <p:cNvGraphicFramePr>
            <a:graphicFrameLocks noGrp="1"/>
          </p:cNvGraphicFramePr>
          <p:nvPr>
            <p:extLst>
              <p:ext uri="{D42A27DB-BD31-4B8C-83A1-F6EECF244321}">
                <p14:modId xmlns:p14="http://schemas.microsoft.com/office/powerpoint/2010/main" val="1178120241"/>
              </p:ext>
            </p:extLst>
          </p:nvPr>
        </p:nvGraphicFramePr>
        <p:xfrm>
          <a:off x="1885879" y="4226231"/>
          <a:ext cx="6768756" cy="1341120"/>
        </p:xfrm>
        <a:graphic>
          <a:graphicData uri="http://schemas.openxmlformats.org/drawingml/2006/table">
            <a:tbl>
              <a:tblPr firstRow="1" bandRow="1">
                <a:tableStyleId>{5C22544A-7EE6-4342-B048-85BDC9FD1C3A}</a:tableStyleId>
              </a:tblPr>
              <a:tblGrid>
                <a:gridCol w="1123770">
                  <a:extLst>
                    <a:ext uri="{9D8B030D-6E8A-4147-A177-3AD203B41FA5}">
                      <a16:colId xmlns:a16="http://schemas.microsoft.com/office/drawing/2014/main" val="20000"/>
                    </a:ext>
                  </a:extLst>
                </a:gridCol>
                <a:gridCol w="2270861">
                  <a:extLst>
                    <a:ext uri="{9D8B030D-6E8A-4147-A177-3AD203B41FA5}">
                      <a16:colId xmlns:a16="http://schemas.microsoft.com/office/drawing/2014/main" val="20001"/>
                    </a:ext>
                  </a:extLst>
                </a:gridCol>
                <a:gridCol w="1174792">
                  <a:extLst>
                    <a:ext uri="{9D8B030D-6E8A-4147-A177-3AD203B41FA5}">
                      <a16:colId xmlns:a16="http://schemas.microsoft.com/office/drawing/2014/main" val="3928038812"/>
                    </a:ext>
                  </a:extLst>
                </a:gridCol>
                <a:gridCol w="2199333">
                  <a:extLst>
                    <a:ext uri="{9D8B030D-6E8A-4147-A177-3AD203B41FA5}">
                      <a16:colId xmlns:a16="http://schemas.microsoft.com/office/drawing/2014/main" val="1221996721"/>
                    </a:ext>
                  </a:extLst>
                </a:gridCol>
              </a:tblGrid>
              <a:tr h="0">
                <a:tc>
                  <a:txBody>
                    <a:bodyPr/>
                    <a:lstStyle/>
                    <a:p>
                      <a:pPr latinLnBrk="1"/>
                      <a:r>
                        <a:rPr lang="ko-KR" altLang="en-US" sz="800" b="0" dirty="0">
                          <a:solidFill>
                            <a:schemeClr val="tx1"/>
                          </a:solidFill>
                        </a:rPr>
                        <a:t>이름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성별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남성  ○ 여성 </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연락처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                                                                           </a:t>
                      </a:r>
                      <a:endParaRPr lang="ko-KR" altLang="en-US" sz="800" b="1" i="0" u="none" strike="noStrike" dirty="0">
                        <a:solidFill>
                          <a:srgbClr val="C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생년월일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이메일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1" i="0" u="none" strike="noStrike" dirty="0">
                          <a:solidFill>
                            <a:srgbClr val="C00000"/>
                          </a:solidFill>
                          <a:effectLst/>
                          <a:latin typeface="+mn-lt"/>
                        </a:rPr>
                        <a:t>                                          </a:t>
                      </a:r>
                      <a:r>
                        <a:rPr lang="en-US" altLang="ko-KR" sz="800" b="1" i="0" u="none" strike="noStrike" dirty="0">
                          <a:solidFill>
                            <a:schemeClr val="tx1"/>
                          </a:solidFill>
                          <a:effectLst/>
                          <a:latin typeface="+mn-lt"/>
                        </a:rPr>
                        <a:t>@</a:t>
                      </a: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032034566"/>
                  </a:ext>
                </a:extLst>
              </a:tr>
              <a:tr h="0">
                <a:tc>
                  <a:txBody>
                    <a:bodyPr/>
                    <a:lstStyle/>
                    <a:p>
                      <a:pPr latinLnBrk="1"/>
                      <a:r>
                        <a:rPr lang="ko-KR" altLang="en-US" sz="800" b="0" dirty="0">
                          <a:solidFill>
                            <a:schemeClr val="tx1"/>
                          </a:solidFill>
                        </a:rPr>
                        <a:t>주소 </a:t>
                      </a:r>
                      <a:r>
                        <a:rPr lang="en-US" altLang="ko-KR" sz="800" b="0" dirty="0">
                          <a:solidFill>
                            <a:schemeClr val="tx1"/>
                          </a:solidFill>
                        </a:rPr>
                        <a:t>( </a:t>
                      </a:r>
                      <a:r>
                        <a:rPr lang="ko-KR" altLang="en-US" sz="800" b="0" dirty="0" err="1">
                          <a:solidFill>
                            <a:schemeClr val="tx1"/>
                          </a:solidFill>
                        </a:rPr>
                        <a:t>배송지</a:t>
                      </a:r>
                      <a:r>
                        <a:rPr lang="ko-KR" altLang="en-US" sz="800" b="0" dirty="0">
                          <a:solidFill>
                            <a:schemeClr val="tx1"/>
                          </a:solidFill>
                        </a:rPr>
                        <a:t>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89819523"/>
                  </a:ext>
                </a:extLst>
              </a:tr>
            </a:tbl>
          </a:graphicData>
        </a:graphic>
      </p:graphicFrame>
      <p:sp>
        <p:nvSpPr>
          <p:cNvPr id="34" name="직사각형 33">
            <a:extLst>
              <a:ext uri="{FF2B5EF4-FFF2-40B4-BE49-F238E27FC236}">
                <a16:creationId xmlns:a16="http://schemas.microsoft.com/office/drawing/2014/main" id="{ED7D4BBE-98A0-43CC-A326-064B59CE2014}"/>
              </a:ext>
            </a:extLst>
          </p:cNvPr>
          <p:cNvSpPr/>
          <p:nvPr/>
        </p:nvSpPr>
        <p:spPr>
          <a:xfrm>
            <a:off x="3057873" y="4252964"/>
            <a:ext cx="2137858"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아무개</a:t>
            </a:r>
            <a:endParaRPr lang="en-US" altLang="ko-KR" sz="800" dirty="0">
              <a:solidFill>
                <a:schemeClr val="tx1"/>
              </a:solidFill>
            </a:endParaRPr>
          </a:p>
        </p:txBody>
      </p:sp>
      <p:grpSp>
        <p:nvGrpSpPr>
          <p:cNvPr id="35" name="그룹 34">
            <a:extLst>
              <a:ext uri="{FF2B5EF4-FFF2-40B4-BE49-F238E27FC236}">
                <a16:creationId xmlns:a16="http://schemas.microsoft.com/office/drawing/2014/main" id="{1665523B-C58B-4CD6-AF9E-D252C7B98AFF}"/>
              </a:ext>
            </a:extLst>
          </p:cNvPr>
          <p:cNvGrpSpPr/>
          <p:nvPr/>
        </p:nvGrpSpPr>
        <p:grpSpPr>
          <a:xfrm>
            <a:off x="3057873" y="4412916"/>
            <a:ext cx="1789788" cy="230832"/>
            <a:chOff x="2924648" y="2579699"/>
            <a:chExt cx="1789788" cy="230832"/>
          </a:xfrm>
        </p:grpSpPr>
        <p:sp>
          <p:nvSpPr>
            <p:cNvPr id="36" name="직사각형 35">
              <a:extLst>
                <a:ext uri="{FF2B5EF4-FFF2-40B4-BE49-F238E27FC236}">
                  <a16:creationId xmlns:a16="http://schemas.microsoft.com/office/drawing/2014/main" id="{82BDF1A8-3430-4EDA-8D5A-FBC10C27AE53}"/>
                </a:ext>
              </a:extLst>
            </p:cNvPr>
            <p:cNvSpPr/>
            <p:nvPr/>
          </p:nvSpPr>
          <p:spPr>
            <a:xfrm>
              <a:off x="2924648"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010  </a:t>
              </a:r>
              <a:r>
                <a:rPr lang="ko-KR" altLang="en-US" sz="800" dirty="0">
                  <a:solidFill>
                    <a:schemeClr val="tx1"/>
                  </a:solidFill>
                </a:rPr>
                <a:t>▼</a:t>
              </a:r>
              <a:endParaRPr lang="en-US" altLang="ko-KR" sz="800" dirty="0">
                <a:solidFill>
                  <a:schemeClr val="tx1"/>
                </a:solidFill>
              </a:endParaRPr>
            </a:p>
          </p:txBody>
        </p:sp>
        <p:sp>
          <p:nvSpPr>
            <p:cNvPr id="37" name="직사각형 36">
              <a:extLst>
                <a:ext uri="{FF2B5EF4-FFF2-40B4-BE49-F238E27FC236}">
                  <a16:creationId xmlns:a16="http://schemas.microsoft.com/office/drawing/2014/main" id="{2BF555F7-47B7-4330-84AE-236864FA9DBC}"/>
                </a:ext>
              </a:extLst>
            </p:cNvPr>
            <p:cNvSpPr/>
            <p:nvPr/>
          </p:nvSpPr>
          <p:spPr>
            <a:xfrm>
              <a:off x="3542442"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38" name="직사각형 37">
              <a:extLst>
                <a:ext uri="{FF2B5EF4-FFF2-40B4-BE49-F238E27FC236}">
                  <a16:creationId xmlns:a16="http://schemas.microsoft.com/office/drawing/2014/main" id="{1511E6E6-C51E-4AB8-AD86-857964759E24}"/>
                </a:ext>
              </a:extLst>
            </p:cNvPr>
            <p:cNvSpPr/>
            <p:nvPr/>
          </p:nvSpPr>
          <p:spPr>
            <a:xfrm>
              <a:off x="4160236" y="2633078"/>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39" name="TextBox 38">
              <a:extLst>
                <a:ext uri="{FF2B5EF4-FFF2-40B4-BE49-F238E27FC236}">
                  <a16:creationId xmlns:a16="http://schemas.microsoft.com/office/drawing/2014/main" id="{DB8B9359-48E5-4ECE-83E8-0C991DAEE270}"/>
                </a:ext>
              </a:extLst>
            </p:cNvPr>
            <p:cNvSpPr txBox="1"/>
            <p:nvPr/>
          </p:nvSpPr>
          <p:spPr>
            <a:xfrm>
              <a:off x="3394267" y="2579699"/>
              <a:ext cx="232756" cy="230832"/>
            </a:xfrm>
            <a:prstGeom prst="rect">
              <a:avLst/>
            </a:prstGeom>
            <a:noFill/>
          </p:spPr>
          <p:txBody>
            <a:bodyPr wrap="none" rtlCol="0">
              <a:spAutoFit/>
            </a:bodyPr>
            <a:lstStyle/>
            <a:p>
              <a:r>
                <a:rPr lang="en-US" altLang="ko-KR" sz="900" dirty="0"/>
                <a:t>-</a:t>
              </a:r>
              <a:endParaRPr lang="ko-KR" altLang="en-US" sz="900" dirty="0"/>
            </a:p>
          </p:txBody>
        </p:sp>
        <p:sp>
          <p:nvSpPr>
            <p:cNvPr id="40" name="TextBox 39">
              <a:extLst>
                <a:ext uri="{FF2B5EF4-FFF2-40B4-BE49-F238E27FC236}">
                  <a16:creationId xmlns:a16="http://schemas.microsoft.com/office/drawing/2014/main" id="{4FEE3E75-1B6F-4C2C-8A41-6ACB5D2E0CF6}"/>
                </a:ext>
              </a:extLst>
            </p:cNvPr>
            <p:cNvSpPr txBox="1"/>
            <p:nvPr/>
          </p:nvSpPr>
          <p:spPr>
            <a:xfrm>
              <a:off x="4012061" y="2579699"/>
              <a:ext cx="232756" cy="230832"/>
            </a:xfrm>
            <a:prstGeom prst="rect">
              <a:avLst/>
            </a:prstGeom>
            <a:noFill/>
          </p:spPr>
          <p:txBody>
            <a:bodyPr wrap="none" rtlCol="0">
              <a:spAutoFit/>
            </a:bodyPr>
            <a:lstStyle/>
            <a:p>
              <a:r>
                <a:rPr lang="en-US" altLang="ko-KR" sz="900" dirty="0"/>
                <a:t>-</a:t>
              </a:r>
              <a:endParaRPr lang="ko-KR" altLang="en-US" sz="900" dirty="0"/>
            </a:p>
          </p:txBody>
        </p:sp>
      </p:grpSp>
      <p:sp>
        <p:nvSpPr>
          <p:cNvPr id="41" name="직사각형 40">
            <a:extLst>
              <a:ext uri="{FF2B5EF4-FFF2-40B4-BE49-F238E27FC236}">
                <a16:creationId xmlns:a16="http://schemas.microsoft.com/office/drawing/2014/main" id="{4D6F9C37-DBF1-4879-9BDC-687A5547DF0A}"/>
              </a:ext>
            </a:extLst>
          </p:cNvPr>
          <p:cNvSpPr/>
          <p:nvPr/>
        </p:nvSpPr>
        <p:spPr>
          <a:xfrm>
            <a:off x="4911255" y="4468408"/>
            <a:ext cx="909631" cy="15348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본인인증</a:t>
            </a:r>
            <a:endParaRPr lang="en-US" altLang="ko-KR" sz="800" b="1" dirty="0">
              <a:solidFill>
                <a:schemeClr val="bg1"/>
              </a:solidFill>
            </a:endParaRPr>
          </a:p>
        </p:txBody>
      </p:sp>
      <p:sp>
        <p:nvSpPr>
          <p:cNvPr id="42" name="직사각형 41">
            <a:extLst>
              <a:ext uri="{FF2B5EF4-FFF2-40B4-BE49-F238E27FC236}">
                <a16:creationId xmlns:a16="http://schemas.microsoft.com/office/drawing/2014/main" id="{1AB0BE26-033D-4951-B900-CD01FCF9CA6C}"/>
              </a:ext>
            </a:extLst>
          </p:cNvPr>
          <p:cNvSpPr/>
          <p:nvPr/>
        </p:nvSpPr>
        <p:spPr>
          <a:xfrm>
            <a:off x="3958823" y="4921349"/>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우편번호찾기</a:t>
            </a:r>
            <a:endParaRPr lang="ko-KR" altLang="en-US" sz="800" dirty="0">
              <a:solidFill>
                <a:schemeClr val="bg1"/>
              </a:solidFill>
            </a:endParaRPr>
          </a:p>
        </p:txBody>
      </p:sp>
      <p:sp>
        <p:nvSpPr>
          <p:cNvPr id="43" name="직사각형 42">
            <a:extLst>
              <a:ext uri="{FF2B5EF4-FFF2-40B4-BE49-F238E27FC236}">
                <a16:creationId xmlns:a16="http://schemas.microsoft.com/office/drawing/2014/main" id="{B4A191C7-95E1-4D7C-B6C3-5383991B4153}"/>
              </a:ext>
            </a:extLst>
          </p:cNvPr>
          <p:cNvSpPr/>
          <p:nvPr/>
        </p:nvSpPr>
        <p:spPr>
          <a:xfrm>
            <a:off x="3057873" y="4928325"/>
            <a:ext cx="854065"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우편번호</a:t>
            </a:r>
          </a:p>
        </p:txBody>
      </p:sp>
      <p:sp>
        <p:nvSpPr>
          <p:cNvPr id="44" name="직사각형 43">
            <a:extLst>
              <a:ext uri="{FF2B5EF4-FFF2-40B4-BE49-F238E27FC236}">
                <a16:creationId xmlns:a16="http://schemas.microsoft.com/office/drawing/2014/main" id="{DB237072-9EDC-4BD6-AAB8-1DA0B65B781C}"/>
              </a:ext>
            </a:extLst>
          </p:cNvPr>
          <p:cNvSpPr/>
          <p:nvPr/>
        </p:nvSpPr>
        <p:spPr>
          <a:xfrm>
            <a:off x="3057873" y="5136793"/>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주소</a:t>
            </a:r>
          </a:p>
        </p:txBody>
      </p:sp>
      <p:sp>
        <p:nvSpPr>
          <p:cNvPr id="45" name="직사각형 44">
            <a:extLst>
              <a:ext uri="{FF2B5EF4-FFF2-40B4-BE49-F238E27FC236}">
                <a16:creationId xmlns:a16="http://schemas.microsoft.com/office/drawing/2014/main" id="{DB0FA64B-F457-4767-8F9B-C1257EFFBEEA}"/>
              </a:ext>
            </a:extLst>
          </p:cNvPr>
          <p:cNvSpPr/>
          <p:nvPr/>
        </p:nvSpPr>
        <p:spPr>
          <a:xfrm>
            <a:off x="3057873" y="5337997"/>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상세 주소 </a:t>
            </a:r>
          </a:p>
        </p:txBody>
      </p:sp>
      <p:sp>
        <p:nvSpPr>
          <p:cNvPr id="46" name="직사각형 45">
            <a:extLst>
              <a:ext uri="{FF2B5EF4-FFF2-40B4-BE49-F238E27FC236}">
                <a16:creationId xmlns:a16="http://schemas.microsoft.com/office/drawing/2014/main" id="{CA49911E-36DF-44E6-AF49-722AB30E08EC}"/>
              </a:ext>
            </a:extLst>
          </p:cNvPr>
          <p:cNvSpPr/>
          <p:nvPr/>
        </p:nvSpPr>
        <p:spPr>
          <a:xfrm>
            <a:off x="3056164" y="4693170"/>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abcde1234</a:t>
            </a:r>
          </a:p>
        </p:txBody>
      </p:sp>
      <p:sp>
        <p:nvSpPr>
          <p:cNvPr id="47" name="직사각형 46">
            <a:extLst>
              <a:ext uri="{FF2B5EF4-FFF2-40B4-BE49-F238E27FC236}">
                <a16:creationId xmlns:a16="http://schemas.microsoft.com/office/drawing/2014/main" id="{196DE935-A63C-4E76-A33E-243FC2BF1F24}"/>
              </a:ext>
            </a:extLst>
          </p:cNvPr>
          <p:cNvSpPr/>
          <p:nvPr/>
        </p:nvSpPr>
        <p:spPr>
          <a:xfrm>
            <a:off x="4767518" y="4693170"/>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naver.com</a:t>
            </a:r>
          </a:p>
        </p:txBody>
      </p:sp>
      <p:sp>
        <p:nvSpPr>
          <p:cNvPr id="48" name="직사각형 47">
            <a:extLst>
              <a:ext uri="{FF2B5EF4-FFF2-40B4-BE49-F238E27FC236}">
                <a16:creationId xmlns:a16="http://schemas.microsoft.com/office/drawing/2014/main" id="{C8227231-CE52-411A-8804-852660C35A99}"/>
              </a:ext>
            </a:extLst>
          </p:cNvPr>
          <p:cNvSpPr/>
          <p:nvPr/>
        </p:nvSpPr>
        <p:spPr>
          <a:xfrm>
            <a:off x="6338963" y="4693170"/>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직접입력                       ▼</a:t>
            </a:r>
            <a:endParaRPr lang="en-US" altLang="ko-KR" sz="800" dirty="0">
              <a:solidFill>
                <a:schemeClr val="tx1"/>
              </a:solidFill>
            </a:endParaRPr>
          </a:p>
        </p:txBody>
      </p:sp>
      <p:sp>
        <p:nvSpPr>
          <p:cNvPr id="51" name="직사각형 50">
            <a:extLst>
              <a:ext uri="{FF2B5EF4-FFF2-40B4-BE49-F238E27FC236}">
                <a16:creationId xmlns:a16="http://schemas.microsoft.com/office/drawing/2014/main" id="{B47BF8F5-8A50-4A67-BE32-4B17C9E00332}"/>
              </a:ext>
            </a:extLst>
          </p:cNvPr>
          <p:cNvSpPr/>
          <p:nvPr/>
        </p:nvSpPr>
        <p:spPr>
          <a:xfrm>
            <a:off x="2864313" y="2517015"/>
            <a:ext cx="4572000" cy="246221"/>
          </a:xfrm>
          <a:prstGeom prst="rect">
            <a:avLst/>
          </a:prstGeom>
        </p:spPr>
        <p:txBody>
          <a:bodyPr>
            <a:spAutoFit/>
          </a:bodyPr>
          <a:lstStyle/>
          <a:p>
            <a:pPr algn="ctr">
              <a:defRPr/>
            </a:pPr>
            <a:r>
              <a:rPr lang="ko-KR" altLang="en-US" sz="1000" dirty="0"/>
              <a:t>플랫폼</a:t>
            </a:r>
            <a:r>
              <a:rPr lang="en-US" altLang="ko-KR" sz="1000" dirty="0"/>
              <a:t>(</a:t>
            </a:r>
            <a:r>
              <a:rPr lang="ko-KR" altLang="en-US" sz="1000" dirty="0"/>
              <a:t>사이트</a:t>
            </a:r>
            <a:r>
              <a:rPr lang="en-US" altLang="ko-KR" sz="1000" dirty="0"/>
              <a:t>)</a:t>
            </a:r>
            <a:r>
              <a:rPr lang="ko-KR" altLang="en-US" sz="1000" dirty="0"/>
              <a:t> 및 </a:t>
            </a:r>
            <a:r>
              <a:rPr lang="en-US" altLang="ko-KR" sz="1000" dirty="0"/>
              <a:t>Shop </a:t>
            </a:r>
            <a:r>
              <a:rPr lang="ko-KR" altLang="en-US" sz="1000" dirty="0"/>
              <a:t>채널을 이용할 수 있는 단계</a:t>
            </a:r>
            <a:endParaRPr lang="en-US" altLang="ko-KR" sz="1000" dirty="0"/>
          </a:p>
        </p:txBody>
      </p:sp>
      <p:sp>
        <p:nvSpPr>
          <p:cNvPr id="52" name="TextBox 51">
            <a:extLst>
              <a:ext uri="{FF2B5EF4-FFF2-40B4-BE49-F238E27FC236}">
                <a16:creationId xmlns:a16="http://schemas.microsoft.com/office/drawing/2014/main" id="{1931A15B-DA8C-4A8C-802A-78BF9FE804AC}"/>
              </a:ext>
            </a:extLst>
          </p:cNvPr>
          <p:cNvSpPr txBox="1"/>
          <p:nvPr/>
        </p:nvSpPr>
        <p:spPr>
          <a:xfrm>
            <a:off x="1885879" y="5905524"/>
            <a:ext cx="734496"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약관동의</a:t>
            </a:r>
            <a:endParaRPr lang="ko-KR" altLang="en-US" sz="800" b="1" dirty="0"/>
          </a:p>
        </p:txBody>
      </p:sp>
      <p:graphicFrame>
        <p:nvGraphicFramePr>
          <p:cNvPr id="68" name="표 67">
            <a:extLst>
              <a:ext uri="{FF2B5EF4-FFF2-40B4-BE49-F238E27FC236}">
                <a16:creationId xmlns:a16="http://schemas.microsoft.com/office/drawing/2014/main" id="{0B7B8BB4-2CBC-49EF-B57D-7D0236B339DC}"/>
              </a:ext>
            </a:extLst>
          </p:cNvPr>
          <p:cNvGraphicFramePr>
            <a:graphicFrameLocks noGrp="1"/>
          </p:cNvGraphicFramePr>
          <p:nvPr>
            <p:extLst>
              <p:ext uri="{D42A27DB-BD31-4B8C-83A1-F6EECF244321}">
                <p14:modId xmlns:p14="http://schemas.microsoft.com/office/powerpoint/2010/main" val="612763185"/>
              </p:ext>
            </p:extLst>
          </p:nvPr>
        </p:nvGraphicFramePr>
        <p:xfrm>
          <a:off x="1885879" y="6130703"/>
          <a:ext cx="6768756" cy="1234366"/>
        </p:xfrm>
        <a:graphic>
          <a:graphicData uri="http://schemas.openxmlformats.org/drawingml/2006/table">
            <a:tbl>
              <a:tblPr firstRow="1" bandRow="1">
                <a:tableStyleId>{5C22544A-7EE6-4342-B048-85BDC9FD1C3A}</a:tableStyleId>
              </a:tblPr>
              <a:tblGrid>
                <a:gridCol w="6768756">
                  <a:extLst>
                    <a:ext uri="{9D8B030D-6E8A-4147-A177-3AD203B41FA5}">
                      <a16:colId xmlns:a16="http://schemas.microsoft.com/office/drawing/2014/main" val="20001"/>
                    </a:ext>
                  </a:extLst>
                </a:gridCol>
              </a:tblGrid>
              <a:tr h="123436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89819523"/>
                  </a:ext>
                </a:extLst>
              </a:tr>
            </a:tbl>
          </a:graphicData>
        </a:graphic>
      </p:graphicFrame>
      <p:pic>
        <p:nvPicPr>
          <p:cNvPr id="53" name="그림 52">
            <a:extLst>
              <a:ext uri="{FF2B5EF4-FFF2-40B4-BE49-F238E27FC236}">
                <a16:creationId xmlns:a16="http://schemas.microsoft.com/office/drawing/2014/main" id="{D1FF904C-E1D5-4829-9CD7-4E81343B3CE6}"/>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l="4629" t="3196" r="3195" b="2954"/>
          <a:stretch/>
        </p:blipFill>
        <p:spPr>
          <a:xfrm>
            <a:off x="1990933" y="6233543"/>
            <a:ext cx="144015" cy="146633"/>
          </a:xfrm>
          <a:prstGeom prst="rect">
            <a:avLst/>
          </a:prstGeom>
        </p:spPr>
      </p:pic>
      <p:sp>
        <p:nvSpPr>
          <p:cNvPr id="54" name="직사각형 53">
            <a:extLst>
              <a:ext uri="{FF2B5EF4-FFF2-40B4-BE49-F238E27FC236}">
                <a16:creationId xmlns:a16="http://schemas.microsoft.com/office/drawing/2014/main" id="{AF834778-5E48-4641-9843-EFB8D71DAF09}"/>
              </a:ext>
            </a:extLst>
          </p:cNvPr>
          <p:cNvSpPr/>
          <p:nvPr/>
        </p:nvSpPr>
        <p:spPr>
          <a:xfrm>
            <a:off x="2092042" y="6193822"/>
            <a:ext cx="4572000" cy="215444"/>
          </a:xfrm>
          <a:prstGeom prst="rect">
            <a:avLst/>
          </a:prstGeom>
        </p:spPr>
        <p:txBody>
          <a:bodyPr>
            <a:spAutoFit/>
          </a:bodyPr>
          <a:lstStyle/>
          <a:p>
            <a:pPr>
              <a:defRPr/>
            </a:pPr>
            <a:r>
              <a:rPr lang="ko-KR" altLang="en-US" sz="800" dirty="0"/>
              <a:t>이용약관 동의 </a:t>
            </a:r>
            <a:r>
              <a:rPr lang="en-US" altLang="ko-KR" sz="800" dirty="0"/>
              <a:t>(</a:t>
            </a:r>
            <a:r>
              <a:rPr lang="ko-KR" altLang="en-US" sz="800" dirty="0"/>
              <a:t>필수</a:t>
            </a:r>
            <a:r>
              <a:rPr lang="en-US" altLang="ko-KR" sz="800" dirty="0"/>
              <a:t>)</a:t>
            </a:r>
          </a:p>
        </p:txBody>
      </p:sp>
      <p:pic>
        <p:nvPicPr>
          <p:cNvPr id="55" name="그림 54">
            <a:extLst>
              <a:ext uri="{FF2B5EF4-FFF2-40B4-BE49-F238E27FC236}">
                <a16:creationId xmlns:a16="http://schemas.microsoft.com/office/drawing/2014/main" id="{7245CCEE-2693-45B1-B4EB-91F44E01BA8A}"/>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l="4629" t="3196" r="3195" b="2954"/>
          <a:stretch/>
        </p:blipFill>
        <p:spPr>
          <a:xfrm>
            <a:off x="1990933" y="6419897"/>
            <a:ext cx="144015" cy="146633"/>
          </a:xfrm>
          <a:prstGeom prst="rect">
            <a:avLst/>
          </a:prstGeom>
        </p:spPr>
      </p:pic>
      <p:sp>
        <p:nvSpPr>
          <p:cNvPr id="56" name="직사각형 55">
            <a:extLst>
              <a:ext uri="{FF2B5EF4-FFF2-40B4-BE49-F238E27FC236}">
                <a16:creationId xmlns:a16="http://schemas.microsoft.com/office/drawing/2014/main" id="{CEA6F74E-CA6E-4B55-880B-103FEE42132A}"/>
              </a:ext>
            </a:extLst>
          </p:cNvPr>
          <p:cNvSpPr/>
          <p:nvPr/>
        </p:nvSpPr>
        <p:spPr>
          <a:xfrm>
            <a:off x="2092042" y="6380176"/>
            <a:ext cx="4572000" cy="215444"/>
          </a:xfrm>
          <a:prstGeom prst="rect">
            <a:avLst/>
          </a:prstGeom>
        </p:spPr>
        <p:txBody>
          <a:bodyPr>
            <a:spAutoFit/>
          </a:bodyPr>
          <a:lstStyle/>
          <a:p>
            <a:pPr>
              <a:defRPr/>
            </a:pPr>
            <a:r>
              <a:rPr lang="ko-KR" altLang="en-US" sz="800" dirty="0"/>
              <a:t>개인정보 수집 및 이용에 관한 안내 </a:t>
            </a:r>
            <a:r>
              <a:rPr lang="en-US" altLang="ko-KR" sz="800" dirty="0"/>
              <a:t>(</a:t>
            </a:r>
            <a:r>
              <a:rPr lang="ko-KR" altLang="en-US" sz="800" dirty="0"/>
              <a:t>필수</a:t>
            </a:r>
            <a:r>
              <a:rPr lang="en-US" altLang="ko-KR" sz="800" dirty="0"/>
              <a:t>)</a:t>
            </a:r>
          </a:p>
        </p:txBody>
      </p:sp>
      <p:sp>
        <p:nvSpPr>
          <p:cNvPr id="57" name="직사각형 56">
            <a:extLst>
              <a:ext uri="{FF2B5EF4-FFF2-40B4-BE49-F238E27FC236}">
                <a16:creationId xmlns:a16="http://schemas.microsoft.com/office/drawing/2014/main" id="{BCECE26E-3709-4479-B503-A14D72CC2E87}"/>
              </a:ext>
            </a:extLst>
          </p:cNvPr>
          <p:cNvSpPr/>
          <p:nvPr/>
        </p:nvSpPr>
        <p:spPr>
          <a:xfrm>
            <a:off x="7904422" y="6230636"/>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sp>
        <p:nvSpPr>
          <p:cNvPr id="58" name="직사각형 57">
            <a:extLst>
              <a:ext uri="{FF2B5EF4-FFF2-40B4-BE49-F238E27FC236}">
                <a16:creationId xmlns:a16="http://schemas.microsoft.com/office/drawing/2014/main" id="{2F28E858-7D2F-4385-AAA6-E773AE215348}"/>
              </a:ext>
            </a:extLst>
          </p:cNvPr>
          <p:cNvSpPr/>
          <p:nvPr/>
        </p:nvSpPr>
        <p:spPr>
          <a:xfrm>
            <a:off x="7904422" y="6428756"/>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pic>
        <p:nvPicPr>
          <p:cNvPr id="59" name="그림 58">
            <a:extLst>
              <a:ext uri="{FF2B5EF4-FFF2-40B4-BE49-F238E27FC236}">
                <a16:creationId xmlns:a16="http://schemas.microsoft.com/office/drawing/2014/main" id="{391FAB6C-CF03-40AA-A82D-B69E227C105A}"/>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l="4629" t="3196" r="3195" b="2954"/>
          <a:stretch/>
        </p:blipFill>
        <p:spPr>
          <a:xfrm>
            <a:off x="1990933" y="6619314"/>
            <a:ext cx="144015" cy="146633"/>
          </a:xfrm>
          <a:prstGeom prst="rect">
            <a:avLst/>
          </a:prstGeom>
        </p:spPr>
      </p:pic>
      <p:sp>
        <p:nvSpPr>
          <p:cNvPr id="60" name="직사각형 59">
            <a:extLst>
              <a:ext uri="{FF2B5EF4-FFF2-40B4-BE49-F238E27FC236}">
                <a16:creationId xmlns:a16="http://schemas.microsoft.com/office/drawing/2014/main" id="{2B4480EA-63E8-4B65-B026-F5164ACA01E3}"/>
              </a:ext>
            </a:extLst>
          </p:cNvPr>
          <p:cNvSpPr/>
          <p:nvPr/>
        </p:nvSpPr>
        <p:spPr>
          <a:xfrm>
            <a:off x="2092042" y="6579593"/>
            <a:ext cx="4572000" cy="215444"/>
          </a:xfrm>
          <a:prstGeom prst="rect">
            <a:avLst/>
          </a:prstGeom>
        </p:spPr>
        <p:txBody>
          <a:bodyPr>
            <a:spAutoFit/>
          </a:bodyPr>
          <a:lstStyle/>
          <a:p>
            <a:pPr>
              <a:defRPr/>
            </a:pPr>
            <a:r>
              <a:rPr lang="ko-KR" altLang="en-US" sz="800" dirty="0"/>
              <a:t>제</a:t>
            </a:r>
            <a:r>
              <a:rPr lang="en-US" altLang="ko-KR" sz="800" dirty="0"/>
              <a:t>3</a:t>
            </a:r>
            <a:r>
              <a:rPr lang="ko-KR" altLang="en-US" sz="800" dirty="0"/>
              <a:t>자 정보제공 동의 </a:t>
            </a:r>
            <a:r>
              <a:rPr lang="en-US" altLang="ko-KR" sz="800" dirty="0"/>
              <a:t>(</a:t>
            </a:r>
            <a:r>
              <a:rPr lang="ko-KR" altLang="en-US" sz="800" dirty="0"/>
              <a:t>필수</a:t>
            </a:r>
            <a:r>
              <a:rPr lang="en-US" altLang="ko-KR" sz="800" dirty="0"/>
              <a:t>)</a:t>
            </a:r>
          </a:p>
        </p:txBody>
      </p:sp>
      <p:sp>
        <p:nvSpPr>
          <p:cNvPr id="61" name="직사각형 60">
            <a:extLst>
              <a:ext uri="{FF2B5EF4-FFF2-40B4-BE49-F238E27FC236}">
                <a16:creationId xmlns:a16="http://schemas.microsoft.com/office/drawing/2014/main" id="{C86F29E3-6202-4228-B376-ABC6341ACDB0}"/>
              </a:ext>
            </a:extLst>
          </p:cNvPr>
          <p:cNvSpPr/>
          <p:nvPr/>
        </p:nvSpPr>
        <p:spPr>
          <a:xfrm>
            <a:off x="2092042" y="6782816"/>
            <a:ext cx="4572000" cy="215444"/>
          </a:xfrm>
          <a:prstGeom prst="rect">
            <a:avLst/>
          </a:prstGeom>
        </p:spPr>
        <p:txBody>
          <a:bodyPr>
            <a:spAutoFit/>
          </a:bodyPr>
          <a:lstStyle/>
          <a:p>
            <a:pPr>
              <a:defRPr/>
            </a:pPr>
            <a:r>
              <a:rPr lang="ko-KR" altLang="en-US" sz="800" dirty="0"/>
              <a:t>마케팅활용동의 </a:t>
            </a:r>
            <a:r>
              <a:rPr lang="en-US" altLang="ko-KR" sz="800" dirty="0"/>
              <a:t>(</a:t>
            </a:r>
            <a:r>
              <a:rPr lang="ko-KR" altLang="en-US" sz="800" dirty="0"/>
              <a:t>선택</a:t>
            </a:r>
            <a:r>
              <a:rPr lang="en-US" altLang="ko-KR" sz="800" dirty="0"/>
              <a:t>)</a:t>
            </a:r>
          </a:p>
        </p:txBody>
      </p:sp>
      <p:sp>
        <p:nvSpPr>
          <p:cNvPr id="62" name="타원 61">
            <a:extLst>
              <a:ext uri="{FF2B5EF4-FFF2-40B4-BE49-F238E27FC236}">
                <a16:creationId xmlns:a16="http://schemas.microsoft.com/office/drawing/2014/main" id="{466EC8A6-6087-4383-BB1D-7996FED4BC38}"/>
              </a:ext>
            </a:extLst>
          </p:cNvPr>
          <p:cNvSpPr/>
          <p:nvPr/>
        </p:nvSpPr>
        <p:spPr>
          <a:xfrm>
            <a:off x="1990933" y="6827557"/>
            <a:ext cx="125386" cy="119095"/>
          </a:xfrm>
          <a:prstGeom prst="ellipse">
            <a:avLst/>
          </a:prstGeom>
          <a:solidFill>
            <a:schemeClr val="bg1"/>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3" name="직사각형 62">
            <a:extLst>
              <a:ext uri="{FF2B5EF4-FFF2-40B4-BE49-F238E27FC236}">
                <a16:creationId xmlns:a16="http://schemas.microsoft.com/office/drawing/2014/main" id="{11B20B55-95BC-4BF9-8A14-B3130855100D}"/>
              </a:ext>
            </a:extLst>
          </p:cNvPr>
          <p:cNvSpPr/>
          <p:nvPr/>
        </p:nvSpPr>
        <p:spPr>
          <a:xfrm>
            <a:off x="2092042" y="6968375"/>
            <a:ext cx="4572000" cy="215444"/>
          </a:xfrm>
          <a:prstGeom prst="rect">
            <a:avLst/>
          </a:prstGeom>
        </p:spPr>
        <p:txBody>
          <a:bodyPr>
            <a:spAutoFit/>
          </a:bodyPr>
          <a:lstStyle/>
          <a:p>
            <a:pPr>
              <a:defRPr/>
            </a:pPr>
            <a:r>
              <a:rPr lang="ko-KR" altLang="en-US" sz="800" dirty="0" err="1"/>
              <a:t>알림정보수신동의</a:t>
            </a:r>
            <a:r>
              <a:rPr lang="ko-KR" altLang="en-US" sz="800" dirty="0"/>
              <a:t> </a:t>
            </a:r>
            <a:r>
              <a:rPr lang="en-US" altLang="ko-KR" sz="800" dirty="0"/>
              <a:t>(</a:t>
            </a:r>
            <a:r>
              <a:rPr lang="ko-KR" altLang="en-US" sz="800" dirty="0"/>
              <a:t>선택</a:t>
            </a:r>
            <a:r>
              <a:rPr lang="en-US" altLang="ko-KR" sz="800" dirty="0"/>
              <a:t>)</a:t>
            </a:r>
          </a:p>
        </p:txBody>
      </p:sp>
      <p:sp>
        <p:nvSpPr>
          <p:cNvPr id="64" name="타원 63">
            <a:extLst>
              <a:ext uri="{FF2B5EF4-FFF2-40B4-BE49-F238E27FC236}">
                <a16:creationId xmlns:a16="http://schemas.microsoft.com/office/drawing/2014/main" id="{FC5EB03A-687B-4263-99CE-8806B8D23D72}"/>
              </a:ext>
            </a:extLst>
          </p:cNvPr>
          <p:cNvSpPr/>
          <p:nvPr/>
        </p:nvSpPr>
        <p:spPr>
          <a:xfrm>
            <a:off x="1990933" y="7013116"/>
            <a:ext cx="125386" cy="119095"/>
          </a:xfrm>
          <a:prstGeom prst="ellipse">
            <a:avLst/>
          </a:prstGeom>
          <a:solidFill>
            <a:schemeClr val="bg1"/>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5" name="직사각형 64">
            <a:extLst>
              <a:ext uri="{FF2B5EF4-FFF2-40B4-BE49-F238E27FC236}">
                <a16:creationId xmlns:a16="http://schemas.microsoft.com/office/drawing/2014/main" id="{E776545D-FE00-463B-9877-5500AF81CA7D}"/>
              </a:ext>
            </a:extLst>
          </p:cNvPr>
          <p:cNvSpPr/>
          <p:nvPr/>
        </p:nvSpPr>
        <p:spPr>
          <a:xfrm>
            <a:off x="7904422" y="6625489"/>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sp>
        <p:nvSpPr>
          <p:cNvPr id="66" name="직사각형 65">
            <a:extLst>
              <a:ext uri="{FF2B5EF4-FFF2-40B4-BE49-F238E27FC236}">
                <a16:creationId xmlns:a16="http://schemas.microsoft.com/office/drawing/2014/main" id="{0B8BEAB9-69BF-435C-9243-68707FC93D59}"/>
              </a:ext>
            </a:extLst>
          </p:cNvPr>
          <p:cNvSpPr/>
          <p:nvPr/>
        </p:nvSpPr>
        <p:spPr>
          <a:xfrm>
            <a:off x="7904422" y="6823609"/>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sp>
        <p:nvSpPr>
          <p:cNvPr id="67" name="직사각형 66">
            <a:extLst>
              <a:ext uri="{FF2B5EF4-FFF2-40B4-BE49-F238E27FC236}">
                <a16:creationId xmlns:a16="http://schemas.microsoft.com/office/drawing/2014/main" id="{2DB8CBE7-D6FC-4B1E-AEBD-8C25D30043F0}"/>
              </a:ext>
            </a:extLst>
          </p:cNvPr>
          <p:cNvSpPr/>
          <p:nvPr/>
        </p:nvSpPr>
        <p:spPr>
          <a:xfrm>
            <a:off x="7904422" y="7021729"/>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sp>
        <p:nvSpPr>
          <p:cNvPr id="70" name="직사각형 69">
            <a:extLst>
              <a:ext uri="{FF2B5EF4-FFF2-40B4-BE49-F238E27FC236}">
                <a16:creationId xmlns:a16="http://schemas.microsoft.com/office/drawing/2014/main" id="{0ECE1649-E2C6-4C48-ADBF-5C1371DE84A7}"/>
              </a:ext>
            </a:extLst>
          </p:cNvPr>
          <p:cNvSpPr/>
          <p:nvPr/>
        </p:nvSpPr>
        <p:spPr>
          <a:xfrm>
            <a:off x="4582569" y="7770159"/>
            <a:ext cx="1233215" cy="288032"/>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a:solidFill>
                  <a:schemeClr val="bg1"/>
                </a:solidFill>
              </a:rPr>
              <a:t>저장</a:t>
            </a:r>
          </a:p>
        </p:txBody>
      </p:sp>
      <p:sp>
        <p:nvSpPr>
          <p:cNvPr id="71" name="직사각형 70">
            <a:extLst>
              <a:ext uri="{FF2B5EF4-FFF2-40B4-BE49-F238E27FC236}">
                <a16:creationId xmlns:a16="http://schemas.microsoft.com/office/drawing/2014/main" id="{1182A458-D18C-4719-9A1D-9E911796DECE}"/>
              </a:ext>
            </a:extLst>
          </p:cNvPr>
          <p:cNvSpPr/>
          <p:nvPr/>
        </p:nvSpPr>
        <p:spPr>
          <a:xfrm>
            <a:off x="3231218" y="7770159"/>
            <a:ext cx="1233215" cy="288032"/>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a:solidFill>
                  <a:schemeClr val="bg1"/>
                </a:solidFill>
              </a:rPr>
              <a:t>취소</a:t>
            </a:r>
          </a:p>
        </p:txBody>
      </p:sp>
      <p:sp>
        <p:nvSpPr>
          <p:cNvPr id="72" name="직사각형 71">
            <a:extLst>
              <a:ext uri="{FF2B5EF4-FFF2-40B4-BE49-F238E27FC236}">
                <a16:creationId xmlns:a16="http://schemas.microsoft.com/office/drawing/2014/main" id="{34BF2598-983C-404D-9424-E9570FAC6101}"/>
              </a:ext>
            </a:extLst>
          </p:cNvPr>
          <p:cNvSpPr/>
          <p:nvPr/>
        </p:nvSpPr>
        <p:spPr>
          <a:xfrm>
            <a:off x="5933920" y="7770159"/>
            <a:ext cx="1669278" cy="288032"/>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dirty="0">
                <a:solidFill>
                  <a:schemeClr val="bg1"/>
                </a:solidFill>
              </a:rPr>
              <a:t>Step2 </a:t>
            </a:r>
            <a:r>
              <a:rPr lang="ko-KR" altLang="en-US" sz="900" dirty="0">
                <a:solidFill>
                  <a:schemeClr val="bg1"/>
                </a:solidFill>
              </a:rPr>
              <a:t>회원사 등록</a:t>
            </a:r>
          </a:p>
        </p:txBody>
      </p:sp>
      <p:sp>
        <p:nvSpPr>
          <p:cNvPr id="2" name="타원 1">
            <a:extLst>
              <a:ext uri="{FF2B5EF4-FFF2-40B4-BE49-F238E27FC236}">
                <a16:creationId xmlns:a16="http://schemas.microsoft.com/office/drawing/2014/main" id="{27BD3884-B30E-43B7-8650-0F5309B3E341}"/>
              </a:ext>
            </a:extLst>
          </p:cNvPr>
          <p:cNvSpPr/>
          <p:nvPr/>
        </p:nvSpPr>
        <p:spPr>
          <a:xfrm>
            <a:off x="2608207" y="1171216"/>
            <a:ext cx="1059735" cy="106904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9" name="TextBox 68">
            <a:extLst>
              <a:ext uri="{FF2B5EF4-FFF2-40B4-BE49-F238E27FC236}">
                <a16:creationId xmlns:a16="http://schemas.microsoft.com/office/drawing/2014/main" id="{C8442B1C-F01A-4DAF-91AB-F7CC95F433CE}"/>
              </a:ext>
            </a:extLst>
          </p:cNvPr>
          <p:cNvSpPr txBox="1"/>
          <p:nvPr/>
        </p:nvSpPr>
        <p:spPr>
          <a:xfrm>
            <a:off x="2854972" y="1302198"/>
            <a:ext cx="600265" cy="215444"/>
          </a:xfrm>
          <a:prstGeom prst="rect">
            <a:avLst/>
          </a:prstGeom>
          <a:noFill/>
        </p:spPr>
        <p:txBody>
          <a:bodyPr wrap="square">
            <a:spAutoFit/>
          </a:bodyPr>
          <a:lstStyle/>
          <a:p>
            <a:pPr algn="ctr"/>
            <a:r>
              <a:rPr lang="ko-KR" altLang="en-US" sz="800" b="1" dirty="0">
                <a:solidFill>
                  <a:schemeClr val="bg1"/>
                </a:solidFill>
              </a:rPr>
              <a:t>입력완료</a:t>
            </a:r>
          </a:p>
        </p:txBody>
      </p:sp>
      <p:sp>
        <p:nvSpPr>
          <p:cNvPr id="73" name="TextBox 72">
            <a:extLst>
              <a:ext uri="{FF2B5EF4-FFF2-40B4-BE49-F238E27FC236}">
                <a16:creationId xmlns:a16="http://schemas.microsoft.com/office/drawing/2014/main" id="{03BE4388-292C-44A4-B4D4-679A4496959B}"/>
              </a:ext>
            </a:extLst>
          </p:cNvPr>
          <p:cNvSpPr txBox="1"/>
          <p:nvPr/>
        </p:nvSpPr>
        <p:spPr>
          <a:xfrm>
            <a:off x="2880093" y="1500606"/>
            <a:ext cx="600265" cy="246221"/>
          </a:xfrm>
          <a:prstGeom prst="rect">
            <a:avLst/>
          </a:prstGeom>
          <a:noFill/>
        </p:spPr>
        <p:txBody>
          <a:bodyPr wrap="square">
            <a:spAutoFit/>
          </a:bodyPr>
          <a:lstStyle/>
          <a:p>
            <a:pPr algn="ctr"/>
            <a:r>
              <a:rPr lang="en-US" altLang="ko-KR" sz="1000" b="1" dirty="0">
                <a:solidFill>
                  <a:schemeClr val="bg1"/>
                </a:solidFill>
              </a:rPr>
              <a:t>Step 1</a:t>
            </a:r>
            <a:endParaRPr lang="ko-KR" altLang="en-US" sz="1000" b="1" dirty="0">
              <a:solidFill>
                <a:schemeClr val="bg1"/>
              </a:solidFill>
            </a:endParaRPr>
          </a:p>
        </p:txBody>
      </p:sp>
      <p:sp>
        <p:nvSpPr>
          <p:cNvPr id="74" name="TextBox 73">
            <a:extLst>
              <a:ext uri="{FF2B5EF4-FFF2-40B4-BE49-F238E27FC236}">
                <a16:creationId xmlns:a16="http://schemas.microsoft.com/office/drawing/2014/main" id="{7D65A327-D507-40E7-ABB5-D6619580BCA9}"/>
              </a:ext>
            </a:extLst>
          </p:cNvPr>
          <p:cNvSpPr txBox="1"/>
          <p:nvPr/>
        </p:nvSpPr>
        <p:spPr>
          <a:xfrm>
            <a:off x="2745071" y="1740450"/>
            <a:ext cx="870308" cy="276999"/>
          </a:xfrm>
          <a:prstGeom prst="rect">
            <a:avLst/>
          </a:prstGeom>
          <a:noFill/>
        </p:spPr>
        <p:txBody>
          <a:bodyPr wrap="square">
            <a:spAutoFit/>
          </a:bodyPr>
          <a:lstStyle/>
          <a:p>
            <a:pPr algn="ctr"/>
            <a:r>
              <a:rPr lang="ko-KR" altLang="en-US" sz="1200" b="1" dirty="0">
                <a:solidFill>
                  <a:schemeClr val="bg1"/>
                </a:solidFill>
              </a:rPr>
              <a:t>기본정보</a:t>
            </a:r>
          </a:p>
        </p:txBody>
      </p:sp>
      <p:sp>
        <p:nvSpPr>
          <p:cNvPr id="75" name="타원 74">
            <a:extLst>
              <a:ext uri="{FF2B5EF4-FFF2-40B4-BE49-F238E27FC236}">
                <a16:creationId xmlns:a16="http://schemas.microsoft.com/office/drawing/2014/main" id="{7E3AA089-6516-47ED-8BEB-D3E55AD4779E}"/>
              </a:ext>
            </a:extLst>
          </p:cNvPr>
          <p:cNvSpPr/>
          <p:nvPr/>
        </p:nvSpPr>
        <p:spPr>
          <a:xfrm>
            <a:off x="4723019" y="1171419"/>
            <a:ext cx="1059735" cy="1069042"/>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6" name="TextBox 75">
            <a:extLst>
              <a:ext uri="{FF2B5EF4-FFF2-40B4-BE49-F238E27FC236}">
                <a16:creationId xmlns:a16="http://schemas.microsoft.com/office/drawing/2014/main" id="{281F3F31-070B-47B9-9E1A-E03B299B34B2}"/>
              </a:ext>
            </a:extLst>
          </p:cNvPr>
          <p:cNvSpPr txBox="1"/>
          <p:nvPr/>
        </p:nvSpPr>
        <p:spPr>
          <a:xfrm>
            <a:off x="4969784" y="1302401"/>
            <a:ext cx="600265" cy="215444"/>
          </a:xfrm>
          <a:prstGeom prst="rect">
            <a:avLst/>
          </a:prstGeom>
          <a:noFill/>
        </p:spPr>
        <p:txBody>
          <a:bodyPr wrap="square">
            <a:spAutoFit/>
          </a:bodyPr>
          <a:lstStyle/>
          <a:p>
            <a:pPr algn="ctr"/>
            <a:r>
              <a:rPr lang="ko-KR" altLang="en-US" sz="800" b="1" dirty="0" err="1">
                <a:solidFill>
                  <a:schemeClr val="bg1"/>
                </a:solidFill>
              </a:rPr>
              <a:t>미입력</a:t>
            </a:r>
            <a:endParaRPr lang="ko-KR" altLang="en-US" sz="800" b="1" dirty="0">
              <a:solidFill>
                <a:schemeClr val="bg1"/>
              </a:solidFill>
            </a:endParaRPr>
          </a:p>
        </p:txBody>
      </p:sp>
      <p:sp>
        <p:nvSpPr>
          <p:cNvPr id="77" name="TextBox 76">
            <a:extLst>
              <a:ext uri="{FF2B5EF4-FFF2-40B4-BE49-F238E27FC236}">
                <a16:creationId xmlns:a16="http://schemas.microsoft.com/office/drawing/2014/main" id="{6E0F49B4-B2B5-40DB-9EED-749667DF8D99}"/>
              </a:ext>
            </a:extLst>
          </p:cNvPr>
          <p:cNvSpPr txBox="1"/>
          <p:nvPr/>
        </p:nvSpPr>
        <p:spPr>
          <a:xfrm>
            <a:off x="4994905" y="1500809"/>
            <a:ext cx="600265" cy="246221"/>
          </a:xfrm>
          <a:prstGeom prst="rect">
            <a:avLst/>
          </a:prstGeom>
          <a:noFill/>
        </p:spPr>
        <p:txBody>
          <a:bodyPr wrap="square">
            <a:spAutoFit/>
          </a:bodyPr>
          <a:lstStyle/>
          <a:p>
            <a:pPr algn="ctr"/>
            <a:r>
              <a:rPr lang="en-US" altLang="ko-KR" sz="1000" b="1" dirty="0">
                <a:solidFill>
                  <a:schemeClr val="bg1"/>
                </a:solidFill>
              </a:rPr>
              <a:t>Step 2</a:t>
            </a:r>
            <a:endParaRPr lang="ko-KR" altLang="en-US" sz="1000" b="1" dirty="0">
              <a:solidFill>
                <a:schemeClr val="bg1"/>
              </a:solidFill>
            </a:endParaRPr>
          </a:p>
        </p:txBody>
      </p:sp>
      <p:sp>
        <p:nvSpPr>
          <p:cNvPr id="78" name="TextBox 77">
            <a:extLst>
              <a:ext uri="{FF2B5EF4-FFF2-40B4-BE49-F238E27FC236}">
                <a16:creationId xmlns:a16="http://schemas.microsoft.com/office/drawing/2014/main" id="{79FDD879-688A-43A7-927C-A096D38B0790}"/>
              </a:ext>
            </a:extLst>
          </p:cNvPr>
          <p:cNvSpPr txBox="1"/>
          <p:nvPr/>
        </p:nvSpPr>
        <p:spPr>
          <a:xfrm>
            <a:off x="4788579" y="1740450"/>
            <a:ext cx="962673" cy="276999"/>
          </a:xfrm>
          <a:prstGeom prst="rect">
            <a:avLst/>
          </a:prstGeom>
          <a:noFill/>
        </p:spPr>
        <p:txBody>
          <a:bodyPr wrap="square">
            <a:spAutoFit/>
          </a:bodyPr>
          <a:lstStyle/>
          <a:p>
            <a:pPr algn="ctr"/>
            <a:r>
              <a:rPr lang="ko-KR" altLang="en-US" sz="1200" b="1">
                <a:solidFill>
                  <a:schemeClr val="bg1"/>
                </a:solidFill>
              </a:rPr>
              <a:t>회원사권한</a:t>
            </a:r>
            <a:endParaRPr lang="ko-KR" altLang="en-US" sz="1200" b="1" dirty="0">
              <a:solidFill>
                <a:schemeClr val="bg1"/>
              </a:solidFill>
            </a:endParaRPr>
          </a:p>
        </p:txBody>
      </p:sp>
      <p:sp>
        <p:nvSpPr>
          <p:cNvPr id="79" name="타원 78">
            <a:extLst>
              <a:ext uri="{FF2B5EF4-FFF2-40B4-BE49-F238E27FC236}">
                <a16:creationId xmlns:a16="http://schemas.microsoft.com/office/drawing/2014/main" id="{776B1E25-38B2-4C35-9050-5B3BCF13F269}"/>
              </a:ext>
            </a:extLst>
          </p:cNvPr>
          <p:cNvSpPr/>
          <p:nvPr/>
        </p:nvSpPr>
        <p:spPr>
          <a:xfrm>
            <a:off x="6837831" y="1171216"/>
            <a:ext cx="1059735" cy="1069042"/>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0" name="TextBox 79">
            <a:extLst>
              <a:ext uri="{FF2B5EF4-FFF2-40B4-BE49-F238E27FC236}">
                <a16:creationId xmlns:a16="http://schemas.microsoft.com/office/drawing/2014/main" id="{66BD8A6D-D4D9-4DC0-8A05-7EDD830961A5}"/>
              </a:ext>
            </a:extLst>
          </p:cNvPr>
          <p:cNvSpPr txBox="1"/>
          <p:nvPr/>
        </p:nvSpPr>
        <p:spPr>
          <a:xfrm>
            <a:off x="7084596" y="1302198"/>
            <a:ext cx="600265" cy="215444"/>
          </a:xfrm>
          <a:prstGeom prst="rect">
            <a:avLst/>
          </a:prstGeom>
          <a:noFill/>
        </p:spPr>
        <p:txBody>
          <a:bodyPr wrap="square">
            <a:spAutoFit/>
          </a:bodyPr>
          <a:lstStyle/>
          <a:p>
            <a:pPr algn="ctr"/>
            <a:r>
              <a:rPr lang="ko-KR" altLang="en-US" sz="800" b="1" dirty="0" err="1">
                <a:solidFill>
                  <a:schemeClr val="bg1"/>
                </a:solidFill>
              </a:rPr>
              <a:t>미입력</a:t>
            </a:r>
            <a:endParaRPr lang="ko-KR" altLang="en-US" sz="800" b="1" dirty="0">
              <a:solidFill>
                <a:schemeClr val="bg1"/>
              </a:solidFill>
            </a:endParaRPr>
          </a:p>
        </p:txBody>
      </p:sp>
      <p:sp>
        <p:nvSpPr>
          <p:cNvPr id="81" name="TextBox 80">
            <a:extLst>
              <a:ext uri="{FF2B5EF4-FFF2-40B4-BE49-F238E27FC236}">
                <a16:creationId xmlns:a16="http://schemas.microsoft.com/office/drawing/2014/main" id="{06618A3B-5B7F-45A0-9B81-C681399F5984}"/>
              </a:ext>
            </a:extLst>
          </p:cNvPr>
          <p:cNvSpPr txBox="1"/>
          <p:nvPr/>
        </p:nvSpPr>
        <p:spPr>
          <a:xfrm>
            <a:off x="7109717" y="1500606"/>
            <a:ext cx="600265" cy="246221"/>
          </a:xfrm>
          <a:prstGeom prst="rect">
            <a:avLst/>
          </a:prstGeom>
          <a:noFill/>
        </p:spPr>
        <p:txBody>
          <a:bodyPr wrap="square">
            <a:spAutoFit/>
          </a:bodyPr>
          <a:lstStyle/>
          <a:p>
            <a:pPr algn="ctr"/>
            <a:r>
              <a:rPr lang="en-US" altLang="ko-KR" sz="1000" b="1" dirty="0">
                <a:solidFill>
                  <a:schemeClr val="bg1"/>
                </a:solidFill>
              </a:rPr>
              <a:t>Step 3</a:t>
            </a:r>
            <a:endParaRPr lang="ko-KR" altLang="en-US" sz="1000" b="1" dirty="0">
              <a:solidFill>
                <a:schemeClr val="bg1"/>
              </a:solidFill>
            </a:endParaRPr>
          </a:p>
        </p:txBody>
      </p:sp>
      <p:sp>
        <p:nvSpPr>
          <p:cNvPr id="82" name="TextBox 81">
            <a:extLst>
              <a:ext uri="{FF2B5EF4-FFF2-40B4-BE49-F238E27FC236}">
                <a16:creationId xmlns:a16="http://schemas.microsoft.com/office/drawing/2014/main" id="{CF56E428-E6CC-4BDD-917B-8F883F6663A5}"/>
              </a:ext>
            </a:extLst>
          </p:cNvPr>
          <p:cNvSpPr txBox="1"/>
          <p:nvPr/>
        </p:nvSpPr>
        <p:spPr>
          <a:xfrm>
            <a:off x="6906263" y="1740450"/>
            <a:ext cx="1007172" cy="276999"/>
          </a:xfrm>
          <a:prstGeom prst="rect">
            <a:avLst/>
          </a:prstGeom>
          <a:noFill/>
        </p:spPr>
        <p:txBody>
          <a:bodyPr wrap="square">
            <a:spAutoFit/>
          </a:bodyPr>
          <a:lstStyle/>
          <a:p>
            <a:pPr algn="ctr"/>
            <a:r>
              <a:rPr lang="ko-KR" altLang="en-US" sz="1200" b="1">
                <a:solidFill>
                  <a:schemeClr val="bg1"/>
                </a:solidFill>
              </a:rPr>
              <a:t>판매자권한</a:t>
            </a:r>
            <a:endParaRPr lang="ko-KR" altLang="en-US" sz="1200" b="1" dirty="0">
              <a:solidFill>
                <a:schemeClr val="bg1"/>
              </a:solidFill>
            </a:endParaRPr>
          </a:p>
        </p:txBody>
      </p:sp>
      <p:cxnSp>
        <p:nvCxnSpPr>
          <p:cNvPr id="12" name="직선 연결선 11">
            <a:extLst>
              <a:ext uri="{FF2B5EF4-FFF2-40B4-BE49-F238E27FC236}">
                <a16:creationId xmlns:a16="http://schemas.microsoft.com/office/drawing/2014/main" id="{6A0210A1-C992-4940-AC0F-355592DD4608}"/>
              </a:ext>
            </a:extLst>
          </p:cNvPr>
          <p:cNvCxnSpPr>
            <a:stCxn id="2" idx="6"/>
            <a:endCxn id="75" idx="2"/>
          </p:cNvCxnSpPr>
          <p:nvPr/>
        </p:nvCxnSpPr>
        <p:spPr>
          <a:xfrm>
            <a:off x="3667942" y="1705737"/>
            <a:ext cx="1055077" cy="203"/>
          </a:xfrm>
          <a:prstGeom prst="line">
            <a:avLst/>
          </a:prstGeom>
          <a:ln w="19050">
            <a:prstDash val="dash"/>
          </a:ln>
        </p:spPr>
        <p:style>
          <a:lnRef idx="1">
            <a:schemeClr val="accent1"/>
          </a:lnRef>
          <a:fillRef idx="0">
            <a:schemeClr val="accent1"/>
          </a:fillRef>
          <a:effectRef idx="0">
            <a:schemeClr val="accent1"/>
          </a:effectRef>
          <a:fontRef idx="minor">
            <a:schemeClr val="tx1"/>
          </a:fontRef>
        </p:style>
      </p:cxnSp>
      <p:cxnSp>
        <p:nvCxnSpPr>
          <p:cNvPr id="83" name="직선 연결선 82">
            <a:extLst>
              <a:ext uri="{FF2B5EF4-FFF2-40B4-BE49-F238E27FC236}">
                <a16:creationId xmlns:a16="http://schemas.microsoft.com/office/drawing/2014/main" id="{2970E752-3FF8-46B0-B9AC-1B848AB7FB92}"/>
              </a:ext>
            </a:extLst>
          </p:cNvPr>
          <p:cNvCxnSpPr>
            <a:cxnSpLocks/>
            <a:stCxn id="75" idx="6"/>
            <a:endCxn id="79" idx="2"/>
          </p:cNvCxnSpPr>
          <p:nvPr/>
        </p:nvCxnSpPr>
        <p:spPr>
          <a:xfrm flipV="1">
            <a:off x="5782754" y="1705737"/>
            <a:ext cx="1055077" cy="203"/>
          </a:xfrm>
          <a:prstGeom prst="line">
            <a:avLst/>
          </a:prstGeom>
          <a:ln w="19050">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graphicFrame>
        <p:nvGraphicFramePr>
          <p:cNvPr id="84" name="표 83">
            <a:extLst>
              <a:ext uri="{FF2B5EF4-FFF2-40B4-BE49-F238E27FC236}">
                <a16:creationId xmlns:a16="http://schemas.microsoft.com/office/drawing/2014/main" id="{84055C7A-9A00-406E-BA89-5198D367BC53}"/>
              </a:ext>
            </a:extLst>
          </p:cNvPr>
          <p:cNvGraphicFramePr>
            <a:graphicFrameLocks noGrp="1"/>
          </p:cNvGraphicFramePr>
          <p:nvPr>
            <p:extLst>
              <p:ext uri="{D42A27DB-BD31-4B8C-83A1-F6EECF244321}">
                <p14:modId xmlns:p14="http://schemas.microsoft.com/office/powerpoint/2010/main" val="2007111400"/>
              </p:ext>
            </p:extLst>
          </p:nvPr>
        </p:nvGraphicFramePr>
        <p:xfrm>
          <a:off x="10171774" y="22159"/>
          <a:ext cx="1979018" cy="336907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RF-01-07-04</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회원가입 후 추가적인 정보를 입력 받을 수 있는 화면 </a:t>
                      </a:r>
                      <a:r>
                        <a:rPr lang="en-US" altLang="ko-KR" sz="800" dirty="0"/>
                        <a:t>Step 1</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회원 가입 후 회원의 기본정보를 입력하는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080369226"/>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비밀번호 변경 화면 생성</a:t>
                      </a:r>
                      <a:endParaRPr lang="en-US" altLang="ko-KR" sz="800" b="0" baseline="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RF-01-07-04-1</a:t>
                      </a:r>
                      <a:r>
                        <a:rPr lang="en-US" altLang="ko-KR" sz="800" b="0" baseline="0" dirty="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본인인증</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다음 우편번호 찾기 서비스</a:t>
                      </a:r>
                      <a:r>
                        <a:rPr lang="en-US" altLang="ko-KR" sz="800" b="0" dirty="0">
                          <a:solidFill>
                            <a:schemeClr val="tx1"/>
                          </a:solidFill>
                        </a:rPr>
                        <a:t>(</a:t>
                      </a:r>
                      <a:r>
                        <a:rPr lang="ko-KR" altLang="en-US" sz="800" b="0" dirty="0">
                          <a:solidFill>
                            <a:schemeClr val="tx1"/>
                          </a:solidFill>
                        </a:rPr>
                        <a:t>대체 가능</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82562567"/>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필수 약관을 체크하지 않을 경우 저장 및 </a:t>
                      </a:r>
                      <a:r>
                        <a:rPr lang="en-US" altLang="ko-KR" sz="800" dirty="0"/>
                        <a:t>Step2</a:t>
                      </a:r>
                      <a:r>
                        <a:rPr lang="en-US" altLang="ko-KR" sz="800" baseline="0" dirty="0"/>
                        <a:t> </a:t>
                      </a:r>
                      <a:r>
                        <a:rPr lang="ko-KR" altLang="en-US" sz="800" baseline="0" dirty="0"/>
                        <a:t>회원사 등록으로 넘어갈 수 없다</a:t>
                      </a:r>
                      <a:r>
                        <a:rPr lang="en-US" altLang="ko-KR" sz="800" baseline="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441871921"/>
                  </a:ext>
                </a:extLst>
              </a:tr>
              <a:tr h="140746">
                <a:tc>
                  <a:txBody>
                    <a:bodyPr/>
                    <a:lstStyle/>
                    <a:p>
                      <a:pPr algn="ctr" latinLnBrk="1"/>
                      <a:r>
                        <a:rPr lang="en-US" altLang="ko-KR" sz="800" dirty="0"/>
                        <a:t>5</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버튼 클릭 시 상세내용 표시되는 아코디언 형태</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19583667"/>
                  </a:ext>
                </a:extLst>
              </a:tr>
            </a:tbl>
          </a:graphicData>
        </a:graphic>
      </p:graphicFrame>
      <p:sp>
        <p:nvSpPr>
          <p:cNvPr id="85" name="TextBox 84">
            <a:extLst>
              <a:ext uri="{FF2B5EF4-FFF2-40B4-BE49-F238E27FC236}">
                <a16:creationId xmlns:a16="http://schemas.microsoft.com/office/drawing/2014/main" id="{4089A41F-5039-45CB-879A-18B53E3C9CA3}"/>
              </a:ext>
            </a:extLst>
          </p:cNvPr>
          <p:cNvSpPr txBox="1"/>
          <p:nvPr/>
        </p:nvSpPr>
        <p:spPr>
          <a:xfrm>
            <a:off x="7310317" y="3387925"/>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86" name="TextBox 85">
            <a:extLst>
              <a:ext uri="{FF2B5EF4-FFF2-40B4-BE49-F238E27FC236}">
                <a16:creationId xmlns:a16="http://schemas.microsoft.com/office/drawing/2014/main" id="{4089A41F-5039-45CB-879A-18B53E3C9CA3}"/>
              </a:ext>
            </a:extLst>
          </p:cNvPr>
          <p:cNvSpPr txBox="1"/>
          <p:nvPr/>
        </p:nvSpPr>
        <p:spPr>
          <a:xfrm>
            <a:off x="5689788" y="4360433"/>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87" name="TextBox 86">
            <a:extLst>
              <a:ext uri="{FF2B5EF4-FFF2-40B4-BE49-F238E27FC236}">
                <a16:creationId xmlns:a16="http://schemas.microsoft.com/office/drawing/2014/main" id="{4089A41F-5039-45CB-879A-18B53E3C9CA3}"/>
              </a:ext>
            </a:extLst>
          </p:cNvPr>
          <p:cNvSpPr txBox="1"/>
          <p:nvPr/>
        </p:nvSpPr>
        <p:spPr>
          <a:xfrm>
            <a:off x="4825436" y="4832645"/>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88" name="TextBox 87">
            <a:extLst>
              <a:ext uri="{FF2B5EF4-FFF2-40B4-BE49-F238E27FC236}">
                <a16:creationId xmlns:a16="http://schemas.microsoft.com/office/drawing/2014/main" id="{4089A41F-5039-45CB-879A-18B53E3C9CA3}"/>
              </a:ext>
            </a:extLst>
          </p:cNvPr>
          <p:cNvSpPr txBox="1"/>
          <p:nvPr/>
        </p:nvSpPr>
        <p:spPr>
          <a:xfrm>
            <a:off x="1717798" y="6166629"/>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
        <p:nvSpPr>
          <p:cNvPr id="89" name="TextBox 88">
            <a:extLst>
              <a:ext uri="{FF2B5EF4-FFF2-40B4-BE49-F238E27FC236}">
                <a16:creationId xmlns:a16="http://schemas.microsoft.com/office/drawing/2014/main" id="{4089A41F-5039-45CB-879A-18B53E3C9CA3}"/>
              </a:ext>
            </a:extLst>
          </p:cNvPr>
          <p:cNvSpPr txBox="1"/>
          <p:nvPr/>
        </p:nvSpPr>
        <p:spPr>
          <a:xfrm>
            <a:off x="7746721" y="6093359"/>
            <a:ext cx="251992" cy="230832"/>
          </a:xfrm>
          <a:prstGeom prst="rect">
            <a:avLst/>
          </a:prstGeom>
          <a:solidFill>
            <a:srgbClr val="FF0000"/>
          </a:solidFill>
        </p:spPr>
        <p:txBody>
          <a:bodyPr wrap="none" rtlCol="0">
            <a:spAutoFit/>
          </a:bodyPr>
          <a:lstStyle/>
          <a:p>
            <a:r>
              <a:rPr lang="en-US" altLang="ko-KR" sz="900" b="1" dirty="0">
                <a:solidFill>
                  <a:schemeClr val="bg1"/>
                </a:solidFill>
              </a:rPr>
              <a:t>5</a:t>
            </a:r>
            <a:endParaRPr lang="ko-KR" altLang="en-US" sz="900" b="1" dirty="0">
              <a:solidFill>
                <a:schemeClr val="bg1"/>
              </a:solidFill>
            </a:endParaRPr>
          </a:p>
        </p:txBody>
      </p:sp>
    </p:spTree>
    <p:extLst>
      <p:ext uri="{BB962C8B-B14F-4D97-AF65-F5344CB8AC3E}">
        <p14:creationId xmlns:p14="http://schemas.microsoft.com/office/powerpoint/2010/main" val="3898678616"/>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TextBox 28">
            <a:extLst>
              <a:ext uri="{FF2B5EF4-FFF2-40B4-BE49-F238E27FC236}">
                <a16:creationId xmlns:a16="http://schemas.microsoft.com/office/drawing/2014/main" id="{214BDB20-38BB-4DB2-A59D-1001D9368270}"/>
              </a:ext>
            </a:extLst>
          </p:cNvPr>
          <p:cNvSpPr txBox="1"/>
          <p:nvPr/>
        </p:nvSpPr>
        <p:spPr>
          <a:xfrm>
            <a:off x="1805485" y="2959121"/>
            <a:ext cx="734496"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ko-KR" altLang="en-US" sz="800" b="1" dirty="0"/>
              <a:t>회원정보</a:t>
            </a:r>
          </a:p>
        </p:txBody>
      </p:sp>
      <p:graphicFrame>
        <p:nvGraphicFramePr>
          <p:cNvPr id="30" name="표 29">
            <a:extLst>
              <a:ext uri="{FF2B5EF4-FFF2-40B4-BE49-F238E27FC236}">
                <a16:creationId xmlns:a16="http://schemas.microsoft.com/office/drawing/2014/main" id="{3F28DBC6-22A3-403F-8E79-E115FB740C88}"/>
              </a:ext>
            </a:extLst>
          </p:cNvPr>
          <p:cNvGraphicFramePr>
            <a:graphicFrameLocks noGrp="1"/>
          </p:cNvGraphicFramePr>
          <p:nvPr/>
        </p:nvGraphicFramePr>
        <p:xfrm>
          <a:off x="1885879" y="3174565"/>
          <a:ext cx="6768756" cy="426720"/>
        </p:xfrm>
        <a:graphic>
          <a:graphicData uri="http://schemas.openxmlformats.org/drawingml/2006/table">
            <a:tbl>
              <a:tblPr firstRow="1" bandRow="1">
                <a:tableStyleId>{5C22544A-7EE6-4342-B048-85BDC9FD1C3A}</a:tableStyleId>
              </a:tblPr>
              <a:tblGrid>
                <a:gridCol w="1123770">
                  <a:extLst>
                    <a:ext uri="{9D8B030D-6E8A-4147-A177-3AD203B41FA5}">
                      <a16:colId xmlns:a16="http://schemas.microsoft.com/office/drawing/2014/main" val="20000"/>
                    </a:ext>
                  </a:extLst>
                </a:gridCol>
                <a:gridCol w="2270861">
                  <a:extLst>
                    <a:ext uri="{9D8B030D-6E8A-4147-A177-3AD203B41FA5}">
                      <a16:colId xmlns:a16="http://schemas.microsoft.com/office/drawing/2014/main" val="20001"/>
                    </a:ext>
                  </a:extLst>
                </a:gridCol>
                <a:gridCol w="1174792">
                  <a:extLst>
                    <a:ext uri="{9D8B030D-6E8A-4147-A177-3AD203B41FA5}">
                      <a16:colId xmlns:a16="http://schemas.microsoft.com/office/drawing/2014/main" val="3928038812"/>
                    </a:ext>
                  </a:extLst>
                </a:gridCol>
                <a:gridCol w="2199333">
                  <a:extLst>
                    <a:ext uri="{9D8B030D-6E8A-4147-A177-3AD203B41FA5}">
                      <a16:colId xmlns:a16="http://schemas.microsoft.com/office/drawing/2014/main" val="1221996721"/>
                    </a:ext>
                  </a:extLst>
                </a:gridCol>
              </a:tblGrid>
              <a:tr h="0">
                <a:tc>
                  <a:txBody>
                    <a:bodyPr/>
                    <a:lstStyle/>
                    <a:p>
                      <a:pPr latinLnBrk="1"/>
                      <a:r>
                        <a:rPr lang="ko-KR" altLang="en-US" sz="800" b="0" dirty="0">
                          <a:solidFill>
                            <a:schemeClr val="tx1"/>
                          </a:solidFill>
                        </a:rPr>
                        <a:t>회원번호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M9-99872</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가입일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2024-10-01 12:21:12</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아이디</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abcde1234</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비밀번호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31" name="직사각형 30">
            <a:extLst>
              <a:ext uri="{FF2B5EF4-FFF2-40B4-BE49-F238E27FC236}">
                <a16:creationId xmlns:a16="http://schemas.microsoft.com/office/drawing/2014/main" id="{6FFA145D-1A40-45B8-A7DF-0FCFAB4A4AE6}"/>
              </a:ext>
            </a:extLst>
          </p:cNvPr>
          <p:cNvSpPr/>
          <p:nvPr/>
        </p:nvSpPr>
        <p:spPr>
          <a:xfrm>
            <a:off x="6526682" y="3420268"/>
            <a:ext cx="909631" cy="140567"/>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비밀번호변경</a:t>
            </a:r>
            <a:endParaRPr lang="en-US" altLang="ko-KR" sz="800" b="1" dirty="0">
              <a:solidFill>
                <a:schemeClr val="bg1"/>
              </a:solidFill>
            </a:endParaRPr>
          </a:p>
        </p:txBody>
      </p:sp>
      <p:sp>
        <p:nvSpPr>
          <p:cNvPr id="32" name="TextBox 31">
            <a:extLst>
              <a:ext uri="{FF2B5EF4-FFF2-40B4-BE49-F238E27FC236}">
                <a16:creationId xmlns:a16="http://schemas.microsoft.com/office/drawing/2014/main" id="{D61A54EC-F790-415C-9513-73A589791498}"/>
              </a:ext>
            </a:extLst>
          </p:cNvPr>
          <p:cNvSpPr txBox="1"/>
          <p:nvPr/>
        </p:nvSpPr>
        <p:spPr>
          <a:xfrm>
            <a:off x="1805485" y="4010787"/>
            <a:ext cx="734496"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ko-KR" altLang="en-US" sz="800" b="1" dirty="0"/>
              <a:t>기본정보</a:t>
            </a:r>
          </a:p>
        </p:txBody>
      </p:sp>
      <p:graphicFrame>
        <p:nvGraphicFramePr>
          <p:cNvPr id="33" name="표 32">
            <a:extLst>
              <a:ext uri="{FF2B5EF4-FFF2-40B4-BE49-F238E27FC236}">
                <a16:creationId xmlns:a16="http://schemas.microsoft.com/office/drawing/2014/main" id="{F72B5F69-18BD-42F9-984C-2FEA87B4747B}"/>
              </a:ext>
            </a:extLst>
          </p:cNvPr>
          <p:cNvGraphicFramePr>
            <a:graphicFrameLocks noGrp="1"/>
          </p:cNvGraphicFramePr>
          <p:nvPr/>
        </p:nvGraphicFramePr>
        <p:xfrm>
          <a:off x="1885879" y="4226231"/>
          <a:ext cx="6768756" cy="1341120"/>
        </p:xfrm>
        <a:graphic>
          <a:graphicData uri="http://schemas.openxmlformats.org/drawingml/2006/table">
            <a:tbl>
              <a:tblPr firstRow="1" bandRow="1">
                <a:tableStyleId>{5C22544A-7EE6-4342-B048-85BDC9FD1C3A}</a:tableStyleId>
              </a:tblPr>
              <a:tblGrid>
                <a:gridCol w="1123770">
                  <a:extLst>
                    <a:ext uri="{9D8B030D-6E8A-4147-A177-3AD203B41FA5}">
                      <a16:colId xmlns:a16="http://schemas.microsoft.com/office/drawing/2014/main" val="20000"/>
                    </a:ext>
                  </a:extLst>
                </a:gridCol>
                <a:gridCol w="2270861">
                  <a:extLst>
                    <a:ext uri="{9D8B030D-6E8A-4147-A177-3AD203B41FA5}">
                      <a16:colId xmlns:a16="http://schemas.microsoft.com/office/drawing/2014/main" val="20001"/>
                    </a:ext>
                  </a:extLst>
                </a:gridCol>
                <a:gridCol w="1174792">
                  <a:extLst>
                    <a:ext uri="{9D8B030D-6E8A-4147-A177-3AD203B41FA5}">
                      <a16:colId xmlns:a16="http://schemas.microsoft.com/office/drawing/2014/main" val="3928038812"/>
                    </a:ext>
                  </a:extLst>
                </a:gridCol>
                <a:gridCol w="2199333">
                  <a:extLst>
                    <a:ext uri="{9D8B030D-6E8A-4147-A177-3AD203B41FA5}">
                      <a16:colId xmlns:a16="http://schemas.microsoft.com/office/drawing/2014/main" val="1221996721"/>
                    </a:ext>
                  </a:extLst>
                </a:gridCol>
              </a:tblGrid>
              <a:tr h="0">
                <a:tc>
                  <a:txBody>
                    <a:bodyPr/>
                    <a:lstStyle/>
                    <a:p>
                      <a:pPr latinLnBrk="1"/>
                      <a:r>
                        <a:rPr lang="ko-KR" altLang="en-US" sz="800" b="0" dirty="0">
                          <a:solidFill>
                            <a:schemeClr val="tx1"/>
                          </a:solidFill>
                        </a:rPr>
                        <a:t>이름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성별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남성  ○ 여성 </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연락처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                                                                           </a:t>
                      </a:r>
                      <a:endParaRPr lang="ko-KR" altLang="en-US" sz="800" b="1" i="0" u="none" strike="noStrike" dirty="0">
                        <a:solidFill>
                          <a:srgbClr val="C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생년월일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이메일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1" i="0" u="none" strike="noStrike" dirty="0">
                          <a:solidFill>
                            <a:srgbClr val="C00000"/>
                          </a:solidFill>
                          <a:effectLst/>
                          <a:latin typeface="+mn-lt"/>
                        </a:rPr>
                        <a:t>                                          </a:t>
                      </a:r>
                      <a:r>
                        <a:rPr lang="en-US" altLang="ko-KR" sz="800" b="1" i="0" u="none" strike="noStrike" dirty="0">
                          <a:solidFill>
                            <a:schemeClr val="tx1"/>
                          </a:solidFill>
                          <a:effectLst/>
                          <a:latin typeface="+mn-lt"/>
                        </a:rPr>
                        <a:t>@</a:t>
                      </a: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032034566"/>
                  </a:ext>
                </a:extLst>
              </a:tr>
              <a:tr h="0">
                <a:tc>
                  <a:txBody>
                    <a:bodyPr/>
                    <a:lstStyle/>
                    <a:p>
                      <a:pPr latinLnBrk="1"/>
                      <a:r>
                        <a:rPr lang="ko-KR" altLang="en-US" sz="800" b="0" dirty="0">
                          <a:solidFill>
                            <a:schemeClr val="tx1"/>
                          </a:solidFill>
                        </a:rPr>
                        <a:t>주소 </a:t>
                      </a:r>
                      <a:r>
                        <a:rPr lang="en-US" altLang="ko-KR" sz="800" b="0" dirty="0">
                          <a:solidFill>
                            <a:schemeClr val="tx1"/>
                          </a:solidFill>
                        </a:rPr>
                        <a:t>( </a:t>
                      </a:r>
                      <a:r>
                        <a:rPr lang="ko-KR" altLang="en-US" sz="800" b="0" dirty="0" err="1">
                          <a:solidFill>
                            <a:schemeClr val="tx1"/>
                          </a:solidFill>
                        </a:rPr>
                        <a:t>배송지</a:t>
                      </a:r>
                      <a:r>
                        <a:rPr lang="ko-KR" altLang="en-US" sz="800" b="0" dirty="0">
                          <a:solidFill>
                            <a:schemeClr val="tx1"/>
                          </a:solidFill>
                        </a:rPr>
                        <a:t>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89819523"/>
                  </a:ext>
                </a:extLst>
              </a:tr>
            </a:tbl>
          </a:graphicData>
        </a:graphic>
      </p:graphicFrame>
      <p:sp>
        <p:nvSpPr>
          <p:cNvPr id="34" name="직사각형 33">
            <a:extLst>
              <a:ext uri="{FF2B5EF4-FFF2-40B4-BE49-F238E27FC236}">
                <a16:creationId xmlns:a16="http://schemas.microsoft.com/office/drawing/2014/main" id="{ED7D4BBE-98A0-43CC-A326-064B59CE2014}"/>
              </a:ext>
            </a:extLst>
          </p:cNvPr>
          <p:cNvSpPr/>
          <p:nvPr/>
        </p:nvSpPr>
        <p:spPr>
          <a:xfrm>
            <a:off x="3057873" y="4252964"/>
            <a:ext cx="2137858"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아무개</a:t>
            </a:r>
            <a:endParaRPr lang="en-US" altLang="ko-KR" sz="800" dirty="0">
              <a:solidFill>
                <a:schemeClr val="tx1"/>
              </a:solidFill>
            </a:endParaRPr>
          </a:p>
        </p:txBody>
      </p:sp>
      <p:grpSp>
        <p:nvGrpSpPr>
          <p:cNvPr id="35" name="그룹 34">
            <a:extLst>
              <a:ext uri="{FF2B5EF4-FFF2-40B4-BE49-F238E27FC236}">
                <a16:creationId xmlns:a16="http://schemas.microsoft.com/office/drawing/2014/main" id="{1665523B-C58B-4CD6-AF9E-D252C7B98AFF}"/>
              </a:ext>
            </a:extLst>
          </p:cNvPr>
          <p:cNvGrpSpPr/>
          <p:nvPr/>
        </p:nvGrpSpPr>
        <p:grpSpPr>
          <a:xfrm>
            <a:off x="3057873" y="4412916"/>
            <a:ext cx="1789788" cy="230832"/>
            <a:chOff x="2924648" y="2579699"/>
            <a:chExt cx="1789788" cy="230832"/>
          </a:xfrm>
        </p:grpSpPr>
        <p:sp>
          <p:nvSpPr>
            <p:cNvPr id="36" name="직사각형 35">
              <a:extLst>
                <a:ext uri="{FF2B5EF4-FFF2-40B4-BE49-F238E27FC236}">
                  <a16:creationId xmlns:a16="http://schemas.microsoft.com/office/drawing/2014/main" id="{82BDF1A8-3430-4EDA-8D5A-FBC10C27AE53}"/>
                </a:ext>
              </a:extLst>
            </p:cNvPr>
            <p:cNvSpPr/>
            <p:nvPr/>
          </p:nvSpPr>
          <p:spPr>
            <a:xfrm>
              <a:off x="2924648"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010  </a:t>
              </a:r>
              <a:r>
                <a:rPr lang="ko-KR" altLang="en-US" sz="800" dirty="0">
                  <a:solidFill>
                    <a:schemeClr val="tx1"/>
                  </a:solidFill>
                </a:rPr>
                <a:t>▼</a:t>
              </a:r>
              <a:endParaRPr lang="en-US" altLang="ko-KR" sz="800" dirty="0">
                <a:solidFill>
                  <a:schemeClr val="tx1"/>
                </a:solidFill>
              </a:endParaRPr>
            </a:p>
          </p:txBody>
        </p:sp>
        <p:sp>
          <p:nvSpPr>
            <p:cNvPr id="37" name="직사각형 36">
              <a:extLst>
                <a:ext uri="{FF2B5EF4-FFF2-40B4-BE49-F238E27FC236}">
                  <a16:creationId xmlns:a16="http://schemas.microsoft.com/office/drawing/2014/main" id="{2BF555F7-47B7-4330-84AE-236864FA9DBC}"/>
                </a:ext>
              </a:extLst>
            </p:cNvPr>
            <p:cNvSpPr/>
            <p:nvPr/>
          </p:nvSpPr>
          <p:spPr>
            <a:xfrm>
              <a:off x="3542442"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38" name="직사각형 37">
              <a:extLst>
                <a:ext uri="{FF2B5EF4-FFF2-40B4-BE49-F238E27FC236}">
                  <a16:creationId xmlns:a16="http://schemas.microsoft.com/office/drawing/2014/main" id="{1511E6E6-C51E-4AB8-AD86-857964759E24}"/>
                </a:ext>
              </a:extLst>
            </p:cNvPr>
            <p:cNvSpPr/>
            <p:nvPr/>
          </p:nvSpPr>
          <p:spPr>
            <a:xfrm>
              <a:off x="4160236" y="2633078"/>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39" name="TextBox 38">
              <a:extLst>
                <a:ext uri="{FF2B5EF4-FFF2-40B4-BE49-F238E27FC236}">
                  <a16:creationId xmlns:a16="http://schemas.microsoft.com/office/drawing/2014/main" id="{DB8B9359-48E5-4ECE-83E8-0C991DAEE270}"/>
                </a:ext>
              </a:extLst>
            </p:cNvPr>
            <p:cNvSpPr txBox="1"/>
            <p:nvPr/>
          </p:nvSpPr>
          <p:spPr>
            <a:xfrm>
              <a:off x="3394267" y="2579699"/>
              <a:ext cx="232756" cy="230832"/>
            </a:xfrm>
            <a:prstGeom prst="rect">
              <a:avLst/>
            </a:prstGeom>
            <a:noFill/>
          </p:spPr>
          <p:txBody>
            <a:bodyPr wrap="none" rtlCol="0">
              <a:spAutoFit/>
            </a:bodyPr>
            <a:lstStyle/>
            <a:p>
              <a:r>
                <a:rPr lang="en-US" altLang="ko-KR" sz="900" dirty="0"/>
                <a:t>-</a:t>
              </a:r>
              <a:endParaRPr lang="ko-KR" altLang="en-US" sz="900" dirty="0"/>
            </a:p>
          </p:txBody>
        </p:sp>
        <p:sp>
          <p:nvSpPr>
            <p:cNvPr id="40" name="TextBox 39">
              <a:extLst>
                <a:ext uri="{FF2B5EF4-FFF2-40B4-BE49-F238E27FC236}">
                  <a16:creationId xmlns:a16="http://schemas.microsoft.com/office/drawing/2014/main" id="{4FEE3E75-1B6F-4C2C-8A41-6ACB5D2E0CF6}"/>
                </a:ext>
              </a:extLst>
            </p:cNvPr>
            <p:cNvSpPr txBox="1"/>
            <p:nvPr/>
          </p:nvSpPr>
          <p:spPr>
            <a:xfrm>
              <a:off x="4012061" y="2579699"/>
              <a:ext cx="232756" cy="230832"/>
            </a:xfrm>
            <a:prstGeom prst="rect">
              <a:avLst/>
            </a:prstGeom>
            <a:noFill/>
          </p:spPr>
          <p:txBody>
            <a:bodyPr wrap="none" rtlCol="0">
              <a:spAutoFit/>
            </a:bodyPr>
            <a:lstStyle/>
            <a:p>
              <a:r>
                <a:rPr lang="en-US" altLang="ko-KR" sz="900" dirty="0"/>
                <a:t>-</a:t>
              </a:r>
              <a:endParaRPr lang="ko-KR" altLang="en-US" sz="900" dirty="0"/>
            </a:p>
          </p:txBody>
        </p:sp>
      </p:grpSp>
      <p:sp>
        <p:nvSpPr>
          <p:cNvPr id="41" name="직사각형 40">
            <a:extLst>
              <a:ext uri="{FF2B5EF4-FFF2-40B4-BE49-F238E27FC236}">
                <a16:creationId xmlns:a16="http://schemas.microsoft.com/office/drawing/2014/main" id="{4D6F9C37-DBF1-4879-9BDC-687A5547DF0A}"/>
              </a:ext>
            </a:extLst>
          </p:cNvPr>
          <p:cNvSpPr/>
          <p:nvPr/>
        </p:nvSpPr>
        <p:spPr>
          <a:xfrm>
            <a:off x="4911255" y="4468408"/>
            <a:ext cx="909631" cy="15348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본인인증</a:t>
            </a:r>
            <a:endParaRPr lang="en-US" altLang="ko-KR" sz="800" b="1" dirty="0">
              <a:solidFill>
                <a:schemeClr val="bg1"/>
              </a:solidFill>
            </a:endParaRPr>
          </a:p>
        </p:txBody>
      </p:sp>
      <p:sp>
        <p:nvSpPr>
          <p:cNvPr id="42" name="직사각형 41">
            <a:extLst>
              <a:ext uri="{FF2B5EF4-FFF2-40B4-BE49-F238E27FC236}">
                <a16:creationId xmlns:a16="http://schemas.microsoft.com/office/drawing/2014/main" id="{1AB0BE26-033D-4951-B900-CD01FCF9CA6C}"/>
              </a:ext>
            </a:extLst>
          </p:cNvPr>
          <p:cNvSpPr/>
          <p:nvPr/>
        </p:nvSpPr>
        <p:spPr>
          <a:xfrm>
            <a:off x="3958823" y="4921349"/>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우편번호찾기</a:t>
            </a:r>
            <a:endParaRPr lang="ko-KR" altLang="en-US" sz="800" dirty="0">
              <a:solidFill>
                <a:schemeClr val="bg1"/>
              </a:solidFill>
            </a:endParaRPr>
          </a:p>
        </p:txBody>
      </p:sp>
      <p:sp>
        <p:nvSpPr>
          <p:cNvPr id="43" name="직사각형 42">
            <a:extLst>
              <a:ext uri="{FF2B5EF4-FFF2-40B4-BE49-F238E27FC236}">
                <a16:creationId xmlns:a16="http://schemas.microsoft.com/office/drawing/2014/main" id="{B4A191C7-95E1-4D7C-B6C3-5383991B4153}"/>
              </a:ext>
            </a:extLst>
          </p:cNvPr>
          <p:cNvSpPr/>
          <p:nvPr/>
        </p:nvSpPr>
        <p:spPr>
          <a:xfrm>
            <a:off x="3057873" y="4928325"/>
            <a:ext cx="854065"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우편번호</a:t>
            </a:r>
          </a:p>
        </p:txBody>
      </p:sp>
      <p:sp>
        <p:nvSpPr>
          <p:cNvPr id="44" name="직사각형 43">
            <a:extLst>
              <a:ext uri="{FF2B5EF4-FFF2-40B4-BE49-F238E27FC236}">
                <a16:creationId xmlns:a16="http://schemas.microsoft.com/office/drawing/2014/main" id="{DB237072-9EDC-4BD6-AAB8-1DA0B65B781C}"/>
              </a:ext>
            </a:extLst>
          </p:cNvPr>
          <p:cNvSpPr/>
          <p:nvPr/>
        </p:nvSpPr>
        <p:spPr>
          <a:xfrm>
            <a:off x="3057873" y="5136793"/>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주소</a:t>
            </a:r>
          </a:p>
        </p:txBody>
      </p:sp>
      <p:sp>
        <p:nvSpPr>
          <p:cNvPr id="45" name="직사각형 44">
            <a:extLst>
              <a:ext uri="{FF2B5EF4-FFF2-40B4-BE49-F238E27FC236}">
                <a16:creationId xmlns:a16="http://schemas.microsoft.com/office/drawing/2014/main" id="{DB0FA64B-F457-4767-8F9B-C1257EFFBEEA}"/>
              </a:ext>
            </a:extLst>
          </p:cNvPr>
          <p:cNvSpPr/>
          <p:nvPr/>
        </p:nvSpPr>
        <p:spPr>
          <a:xfrm>
            <a:off x="3057873" y="5337997"/>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상세 주소 </a:t>
            </a:r>
          </a:p>
        </p:txBody>
      </p:sp>
      <p:sp>
        <p:nvSpPr>
          <p:cNvPr id="46" name="직사각형 45">
            <a:extLst>
              <a:ext uri="{FF2B5EF4-FFF2-40B4-BE49-F238E27FC236}">
                <a16:creationId xmlns:a16="http://schemas.microsoft.com/office/drawing/2014/main" id="{CA49911E-36DF-44E6-AF49-722AB30E08EC}"/>
              </a:ext>
            </a:extLst>
          </p:cNvPr>
          <p:cNvSpPr/>
          <p:nvPr/>
        </p:nvSpPr>
        <p:spPr>
          <a:xfrm>
            <a:off x="3056164" y="4693170"/>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abcde1234</a:t>
            </a:r>
          </a:p>
        </p:txBody>
      </p:sp>
      <p:sp>
        <p:nvSpPr>
          <p:cNvPr id="47" name="직사각형 46">
            <a:extLst>
              <a:ext uri="{FF2B5EF4-FFF2-40B4-BE49-F238E27FC236}">
                <a16:creationId xmlns:a16="http://schemas.microsoft.com/office/drawing/2014/main" id="{196DE935-A63C-4E76-A33E-243FC2BF1F24}"/>
              </a:ext>
            </a:extLst>
          </p:cNvPr>
          <p:cNvSpPr/>
          <p:nvPr/>
        </p:nvSpPr>
        <p:spPr>
          <a:xfrm>
            <a:off x="4767518" y="4693170"/>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naver.com</a:t>
            </a:r>
          </a:p>
        </p:txBody>
      </p:sp>
      <p:sp>
        <p:nvSpPr>
          <p:cNvPr id="48" name="직사각형 47">
            <a:extLst>
              <a:ext uri="{FF2B5EF4-FFF2-40B4-BE49-F238E27FC236}">
                <a16:creationId xmlns:a16="http://schemas.microsoft.com/office/drawing/2014/main" id="{C8227231-CE52-411A-8804-852660C35A99}"/>
              </a:ext>
            </a:extLst>
          </p:cNvPr>
          <p:cNvSpPr/>
          <p:nvPr/>
        </p:nvSpPr>
        <p:spPr>
          <a:xfrm>
            <a:off x="6338963" y="4693170"/>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직접입력                       ▼</a:t>
            </a:r>
            <a:endParaRPr lang="en-US" altLang="ko-KR" sz="800" dirty="0">
              <a:solidFill>
                <a:schemeClr val="tx1"/>
              </a:solidFill>
            </a:endParaRPr>
          </a:p>
        </p:txBody>
      </p:sp>
      <p:sp>
        <p:nvSpPr>
          <p:cNvPr id="51" name="직사각형 50">
            <a:extLst>
              <a:ext uri="{FF2B5EF4-FFF2-40B4-BE49-F238E27FC236}">
                <a16:creationId xmlns:a16="http://schemas.microsoft.com/office/drawing/2014/main" id="{B47BF8F5-8A50-4A67-BE32-4B17C9E00332}"/>
              </a:ext>
            </a:extLst>
          </p:cNvPr>
          <p:cNvSpPr/>
          <p:nvPr/>
        </p:nvSpPr>
        <p:spPr>
          <a:xfrm>
            <a:off x="2864313" y="2517015"/>
            <a:ext cx="4572000" cy="246221"/>
          </a:xfrm>
          <a:prstGeom prst="rect">
            <a:avLst/>
          </a:prstGeom>
        </p:spPr>
        <p:txBody>
          <a:bodyPr>
            <a:spAutoFit/>
          </a:bodyPr>
          <a:lstStyle/>
          <a:p>
            <a:pPr algn="ctr">
              <a:defRPr/>
            </a:pPr>
            <a:r>
              <a:rPr lang="ko-KR" altLang="en-US" sz="1000" dirty="0"/>
              <a:t>플랫폼</a:t>
            </a:r>
            <a:r>
              <a:rPr lang="en-US" altLang="ko-KR" sz="1000" dirty="0"/>
              <a:t>(</a:t>
            </a:r>
            <a:r>
              <a:rPr lang="ko-KR" altLang="en-US" sz="1000" dirty="0"/>
              <a:t>사이트</a:t>
            </a:r>
            <a:r>
              <a:rPr lang="en-US" altLang="ko-KR" sz="1000" dirty="0"/>
              <a:t>)</a:t>
            </a:r>
            <a:r>
              <a:rPr lang="ko-KR" altLang="en-US" sz="1000" dirty="0"/>
              <a:t> 및 </a:t>
            </a:r>
            <a:r>
              <a:rPr lang="en-US" altLang="ko-KR" sz="1000" dirty="0"/>
              <a:t>Shop </a:t>
            </a:r>
            <a:r>
              <a:rPr lang="ko-KR" altLang="en-US" sz="1000" dirty="0"/>
              <a:t>채널을 이용할 수 있는 단계</a:t>
            </a:r>
            <a:endParaRPr lang="en-US" altLang="ko-KR" sz="1000" dirty="0"/>
          </a:p>
        </p:txBody>
      </p:sp>
      <p:sp>
        <p:nvSpPr>
          <p:cNvPr id="52" name="TextBox 51">
            <a:extLst>
              <a:ext uri="{FF2B5EF4-FFF2-40B4-BE49-F238E27FC236}">
                <a16:creationId xmlns:a16="http://schemas.microsoft.com/office/drawing/2014/main" id="{1931A15B-DA8C-4A8C-802A-78BF9FE804AC}"/>
              </a:ext>
            </a:extLst>
          </p:cNvPr>
          <p:cNvSpPr txBox="1"/>
          <p:nvPr/>
        </p:nvSpPr>
        <p:spPr>
          <a:xfrm>
            <a:off x="1885879" y="5905524"/>
            <a:ext cx="734496"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약관동의</a:t>
            </a:r>
            <a:endParaRPr lang="ko-KR" altLang="en-US" sz="800" b="1" dirty="0"/>
          </a:p>
        </p:txBody>
      </p:sp>
      <p:graphicFrame>
        <p:nvGraphicFramePr>
          <p:cNvPr id="68" name="표 67">
            <a:extLst>
              <a:ext uri="{FF2B5EF4-FFF2-40B4-BE49-F238E27FC236}">
                <a16:creationId xmlns:a16="http://schemas.microsoft.com/office/drawing/2014/main" id="{0B7B8BB4-2CBC-49EF-B57D-7D0236B339DC}"/>
              </a:ext>
            </a:extLst>
          </p:cNvPr>
          <p:cNvGraphicFramePr>
            <a:graphicFrameLocks noGrp="1"/>
          </p:cNvGraphicFramePr>
          <p:nvPr/>
        </p:nvGraphicFramePr>
        <p:xfrm>
          <a:off x="1885879" y="6130703"/>
          <a:ext cx="6768756" cy="1234366"/>
        </p:xfrm>
        <a:graphic>
          <a:graphicData uri="http://schemas.openxmlformats.org/drawingml/2006/table">
            <a:tbl>
              <a:tblPr firstRow="1" bandRow="1">
                <a:tableStyleId>{5C22544A-7EE6-4342-B048-85BDC9FD1C3A}</a:tableStyleId>
              </a:tblPr>
              <a:tblGrid>
                <a:gridCol w="6768756">
                  <a:extLst>
                    <a:ext uri="{9D8B030D-6E8A-4147-A177-3AD203B41FA5}">
                      <a16:colId xmlns:a16="http://schemas.microsoft.com/office/drawing/2014/main" val="20001"/>
                    </a:ext>
                  </a:extLst>
                </a:gridCol>
              </a:tblGrid>
              <a:tr h="123436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89819523"/>
                  </a:ext>
                </a:extLst>
              </a:tr>
            </a:tbl>
          </a:graphicData>
        </a:graphic>
      </p:graphicFrame>
      <p:pic>
        <p:nvPicPr>
          <p:cNvPr id="53" name="그림 52">
            <a:extLst>
              <a:ext uri="{FF2B5EF4-FFF2-40B4-BE49-F238E27FC236}">
                <a16:creationId xmlns:a16="http://schemas.microsoft.com/office/drawing/2014/main" id="{D1FF904C-E1D5-4829-9CD7-4E81343B3CE6}"/>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l="4629" t="3196" r="3195" b="2954"/>
          <a:stretch/>
        </p:blipFill>
        <p:spPr>
          <a:xfrm>
            <a:off x="1990933" y="6233543"/>
            <a:ext cx="144015" cy="146633"/>
          </a:xfrm>
          <a:prstGeom prst="rect">
            <a:avLst/>
          </a:prstGeom>
        </p:spPr>
      </p:pic>
      <p:sp>
        <p:nvSpPr>
          <p:cNvPr id="54" name="직사각형 53">
            <a:extLst>
              <a:ext uri="{FF2B5EF4-FFF2-40B4-BE49-F238E27FC236}">
                <a16:creationId xmlns:a16="http://schemas.microsoft.com/office/drawing/2014/main" id="{AF834778-5E48-4641-9843-EFB8D71DAF09}"/>
              </a:ext>
            </a:extLst>
          </p:cNvPr>
          <p:cNvSpPr/>
          <p:nvPr/>
        </p:nvSpPr>
        <p:spPr>
          <a:xfrm>
            <a:off x="2092042" y="6193822"/>
            <a:ext cx="4572000" cy="215444"/>
          </a:xfrm>
          <a:prstGeom prst="rect">
            <a:avLst/>
          </a:prstGeom>
        </p:spPr>
        <p:txBody>
          <a:bodyPr>
            <a:spAutoFit/>
          </a:bodyPr>
          <a:lstStyle/>
          <a:p>
            <a:pPr>
              <a:defRPr/>
            </a:pPr>
            <a:r>
              <a:rPr lang="ko-KR" altLang="en-US" sz="800" dirty="0"/>
              <a:t>이용약관 동의 </a:t>
            </a:r>
            <a:r>
              <a:rPr lang="en-US" altLang="ko-KR" sz="800" dirty="0"/>
              <a:t>(</a:t>
            </a:r>
            <a:r>
              <a:rPr lang="ko-KR" altLang="en-US" sz="800" dirty="0"/>
              <a:t>필수</a:t>
            </a:r>
            <a:r>
              <a:rPr lang="en-US" altLang="ko-KR" sz="800" dirty="0"/>
              <a:t>)</a:t>
            </a:r>
          </a:p>
        </p:txBody>
      </p:sp>
      <p:pic>
        <p:nvPicPr>
          <p:cNvPr id="55" name="그림 54">
            <a:extLst>
              <a:ext uri="{FF2B5EF4-FFF2-40B4-BE49-F238E27FC236}">
                <a16:creationId xmlns:a16="http://schemas.microsoft.com/office/drawing/2014/main" id="{7245CCEE-2693-45B1-B4EB-91F44E01BA8A}"/>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l="4629" t="3196" r="3195" b="2954"/>
          <a:stretch/>
        </p:blipFill>
        <p:spPr>
          <a:xfrm>
            <a:off x="1990933" y="6419897"/>
            <a:ext cx="144015" cy="146633"/>
          </a:xfrm>
          <a:prstGeom prst="rect">
            <a:avLst/>
          </a:prstGeom>
        </p:spPr>
      </p:pic>
      <p:sp>
        <p:nvSpPr>
          <p:cNvPr id="56" name="직사각형 55">
            <a:extLst>
              <a:ext uri="{FF2B5EF4-FFF2-40B4-BE49-F238E27FC236}">
                <a16:creationId xmlns:a16="http://schemas.microsoft.com/office/drawing/2014/main" id="{CEA6F74E-CA6E-4B55-880B-103FEE42132A}"/>
              </a:ext>
            </a:extLst>
          </p:cNvPr>
          <p:cNvSpPr/>
          <p:nvPr/>
        </p:nvSpPr>
        <p:spPr>
          <a:xfrm>
            <a:off x="2092042" y="6380176"/>
            <a:ext cx="4572000" cy="215444"/>
          </a:xfrm>
          <a:prstGeom prst="rect">
            <a:avLst/>
          </a:prstGeom>
        </p:spPr>
        <p:txBody>
          <a:bodyPr>
            <a:spAutoFit/>
          </a:bodyPr>
          <a:lstStyle/>
          <a:p>
            <a:pPr>
              <a:defRPr/>
            </a:pPr>
            <a:r>
              <a:rPr lang="ko-KR" altLang="en-US" sz="800" dirty="0"/>
              <a:t>개인정보 수집 및 이용에 관한 안내 </a:t>
            </a:r>
            <a:r>
              <a:rPr lang="en-US" altLang="ko-KR" sz="800" dirty="0"/>
              <a:t>(</a:t>
            </a:r>
            <a:r>
              <a:rPr lang="ko-KR" altLang="en-US" sz="800" dirty="0"/>
              <a:t>필수</a:t>
            </a:r>
            <a:r>
              <a:rPr lang="en-US" altLang="ko-KR" sz="800" dirty="0"/>
              <a:t>)</a:t>
            </a:r>
          </a:p>
        </p:txBody>
      </p:sp>
      <p:sp>
        <p:nvSpPr>
          <p:cNvPr id="57" name="직사각형 56">
            <a:extLst>
              <a:ext uri="{FF2B5EF4-FFF2-40B4-BE49-F238E27FC236}">
                <a16:creationId xmlns:a16="http://schemas.microsoft.com/office/drawing/2014/main" id="{BCECE26E-3709-4479-B503-A14D72CC2E87}"/>
              </a:ext>
            </a:extLst>
          </p:cNvPr>
          <p:cNvSpPr/>
          <p:nvPr/>
        </p:nvSpPr>
        <p:spPr>
          <a:xfrm>
            <a:off x="7904422" y="6230636"/>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sp>
        <p:nvSpPr>
          <p:cNvPr id="58" name="직사각형 57">
            <a:extLst>
              <a:ext uri="{FF2B5EF4-FFF2-40B4-BE49-F238E27FC236}">
                <a16:creationId xmlns:a16="http://schemas.microsoft.com/office/drawing/2014/main" id="{2F28E858-7D2F-4385-AAA6-E773AE215348}"/>
              </a:ext>
            </a:extLst>
          </p:cNvPr>
          <p:cNvSpPr/>
          <p:nvPr/>
        </p:nvSpPr>
        <p:spPr>
          <a:xfrm>
            <a:off x="7904422" y="6428756"/>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pic>
        <p:nvPicPr>
          <p:cNvPr id="59" name="그림 58">
            <a:extLst>
              <a:ext uri="{FF2B5EF4-FFF2-40B4-BE49-F238E27FC236}">
                <a16:creationId xmlns:a16="http://schemas.microsoft.com/office/drawing/2014/main" id="{391FAB6C-CF03-40AA-A82D-B69E227C105A}"/>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l="4629" t="3196" r="3195" b="2954"/>
          <a:stretch/>
        </p:blipFill>
        <p:spPr>
          <a:xfrm>
            <a:off x="1990933" y="6619314"/>
            <a:ext cx="144015" cy="146633"/>
          </a:xfrm>
          <a:prstGeom prst="rect">
            <a:avLst/>
          </a:prstGeom>
        </p:spPr>
      </p:pic>
      <p:sp>
        <p:nvSpPr>
          <p:cNvPr id="60" name="직사각형 59">
            <a:extLst>
              <a:ext uri="{FF2B5EF4-FFF2-40B4-BE49-F238E27FC236}">
                <a16:creationId xmlns:a16="http://schemas.microsoft.com/office/drawing/2014/main" id="{2B4480EA-63E8-4B65-B026-F5164ACA01E3}"/>
              </a:ext>
            </a:extLst>
          </p:cNvPr>
          <p:cNvSpPr/>
          <p:nvPr/>
        </p:nvSpPr>
        <p:spPr>
          <a:xfrm>
            <a:off x="2092042" y="6579593"/>
            <a:ext cx="4572000" cy="215444"/>
          </a:xfrm>
          <a:prstGeom prst="rect">
            <a:avLst/>
          </a:prstGeom>
        </p:spPr>
        <p:txBody>
          <a:bodyPr>
            <a:spAutoFit/>
          </a:bodyPr>
          <a:lstStyle/>
          <a:p>
            <a:pPr>
              <a:defRPr/>
            </a:pPr>
            <a:r>
              <a:rPr lang="ko-KR" altLang="en-US" sz="800" dirty="0"/>
              <a:t>제</a:t>
            </a:r>
            <a:r>
              <a:rPr lang="en-US" altLang="ko-KR" sz="800" dirty="0"/>
              <a:t>3</a:t>
            </a:r>
            <a:r>
              <a:rPr lang="ko-KR" altLang="en-US" sz="800" dirty="0"/>
              <a:t>자 정보제공 동의 </a:t>
            </a:r>
            <a:r>
              <a:rPr lang="en-US" altLang="ko-KR" sz="800" dirty="0"/>
              <a:t>(</a:t>
            </a:r>
            <a:r>
              <a:rPr lang="ko-KR" altLang="en-US" sz="800" dirty="0"/>
              <a:t>필수</a:t>
            </a:r>
            <a:r>
              <a:rPr lang="en-US" altLang="ko-KR" sz="800" dirty="0"/>
              <a:t>)</a:t>
            </a:r>
          </a:p>
        </p:txBody>
      </p:sp>
      <p:sp>
        <p:nvSpPr>
          <p:cNvPr id="61" name="직사각형 60">
            <a:extLst>
              <a:ext uri="{FF2B5EF4-FFF2-40B4-BE49-F238E27FC236}">
                <a16:creationId xmlns:a16="http://schemas.microsoft.com/office/drawing/2014/main" id="{C86F29E3-6202-4228-B376-ABC6341ACDB0}"/>
              </a:ext>
            </a:extLst>
          </p:cNvPr>
          <p:cNvSpPr/>
          <p:nvPr/>
        </p:nvSpPr>
        <p:spPr>
          <a:xfrm>
            <a:off x="2092042" y="6782816"/>
            <a:ext cx="4572000" cy="215444"/>
          </a:xfrm>
          <a:prstGeom prst="rect">
            <a:avLst/>
          </a:prstGeom>
        </p:spPr>
        <p:txBody>
          <a:bodyPr>
            <a:spAutoFit/>
          </a:bodyPr>
          <a:lstStyle/>
          <a:p>
            <a:pPr>
              <a:defRPr/>
            </a:pPr>
            <a:r>
              <a:rPr lang="ko-KR" altLang="en-US" sz="800" dirty="0"/>
              <a:t>마케팅활용동의 </a:t>
            </a:r>
            <a:r>
              <a:rPr lang="en-US" altLang="ko-KR" sz="800" dirty="0"/>
              <a:t>(</a:t>
            </a:r>
            <a:r>
              <a:rPr lang="ko-KR" altLang="en-US" sz="800" dirty="0"/>
              <a:t>선택</a:t>
            </a:r>
            <a:r>
              <a:rPr lang="en-US" altLang="ko-KR" sz="800" dirty="0"/>
              <a:t>)</a:t>
            </a:r>
          </a:p>
        </p:txBody>
      </p:sp>
      <p:sp>
        <p:nvSpPr>
          <p:cNvPr id="62" name="타원 61">
            <a:extLst>
              <a:ext uri="{FF2B5EF4-FFF2-40B4-BE49-F238E27FC236}">
                <a16:creationId xmlns:a16="http://schemas.microsoft.com/office/drawing/2014/main" id="{466EC8A6-6087-4383-BB1D-7996FED4BC38}"/>
              </a:ext>
            </a:extLst>
          </p:cNvPr>
          <p:cNvSpPr/>
          <p:nvPr/>
        </p:nvSpPr>
        <p:spPr>
          <a:xfrm>
            <a:off x="1990933" y="6827557"/>
            <a:ext cx="125386" cy="119095"/>
          </a:xfrm>
          <a:prstGeom prst="ellipse">
            <a:avLst/>
          </a:prstGeom>
          <a:solidFill>
            <a:schemeClr val="bg1"/>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3" name="직사각형 62">
            <a:extLst>
              <a:ext uri="{FF2B5EF4-FFF2-40B4-BE49-F238E27FC236}">
                <a16:creationId xmlns:a16="http://schemas.microsoft.com/office/drawing/2014/main" id="{11B20B55-95BC-4BF9-8A14-B3130855100D}"/>
              </a:ext>
            </a:extLst>
          </p:cNvPr>
          <p:cNvSpPr/>
          <p:nvPr/>
        </p:nvSpPr>
        <p:spPr>
          <a:xfrm>
            <a:off x="2092042" y="6968375"/>
            <a:ext cx="4572000" cy="215444"/>
          </a:xfrm>
          <a:prstGeom prst="rect">
            <a:avLst/>
          </a:prstGeom>
        </p:spPr>
        <p:txBody>
          <a:bodyPr>
            <a:spAutoFit/>
          </a:bodyPr>
          <a:lstStyle/>
          <a:p>
            <a:pPr>
              <a:defRPr/>
            </a:pPr>
            <a:r>
              <a:rPr lang="ko-KR" altLang="en-US" sz="800" dirty="0" err="1"/>
              <a:t>알림정보수신동의</a:t>
            </a:r>
            <a:r>
              <a:rPr lang="ko-KR" altLang="en-US" sz="800" dirty="0"/>
              <a:t> </a:t>
            </a:r>
            <a:r>
              <a:rPr lang="en-US" altLang="ko-KR" sz="800" dirty="0"/>
              <a:t>(</a:t>
            </a:r>
            <a:r>
              <a:rPr lang="ko-KR" altLang="en-US" sz="800" dirty="0"/>
              <a:t>선택</a:t>
            </a:r>
            <a:r>
              <a:rPr lang="en-US" altLang="ko-KR" sz="800" dirty="0"/>
              <a:t>)</a:t>
            </a:r>
          </a:p>
        </p:txBody>
      </p:sp>
      <p:sp>
        <p:nvSpPr>
          <p:cNvPr id="64" name="타원 63">
            <a:extLst>
              <a:ext uri="{FF2B5EF4-FFF2-40B4-BE49-F238E27FC236}">
                <a16:creationId xmlns:a16="http://schemas.microsoft.com/office/drawing/2014/main" id="{FC5EB03A-687B-4263-99CE-8806B8D23D72}"/>
              </a:ext>
            </a:extLst>
          </p:cNvPr>
          <p:cNvSpPr/>
          <p:nvPr/>
        </p:nvSpPr>
        <p:spPr>
          <a:xfrm>
            <a:off x="1990933" y="7013116"/>
            <a:ext cx="125386" cy="119095"/>
          </a:xfrm>
          <a:prstGeom prst="ellipse">
            <a:avLst/>
          </a:prstGeom>
          <a:solidFill>
            <a:schemeClr val="bg1"/>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5" name="직사각형 64">
            <a:extLst>
              <a:ext uri="{FF2B5EF4-FFF2-40B4-BE49-F238E27FC236}">
                <a16:creationId xmlns:a16="http://schemas.microsoft.com/office/drawing/2014/main" id="{E776545D-FE00-463B-9877-5500AF81CA7D}"/>
              </a:ext>
            </a:extLst>
          </p:cNvPr>
          <p:cNvSpPr/>
          <p:nvPr/>
        </p:nvSpPr>
        <p:spPr>
          <a:xfrm>
            <a:off x="7904422" y="6625489"/>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sp>
        <p:nvSpPr>
          <p:cNvPr id="66" name="직사각형 65">
            <a:extLst>
              <a:ext uri="{FF2B5EF4-FFF2-40B4-BE49-F238E27FC236}">
                <a16:creationId xmlns:a16="http://schemas.microsoft.com/office/drawing/2014/main" id="{0B8BEAB9-69BF-435C-9243-68707FC93D59}"/>
              </a:ext>
            </a:extLst>
          </p:cNvPr>
          <p:cNvSpPr/>
          <p:nvPr/>
        </p:nvSpPr>
        <p:spPr>
          <a:xfrm>
            <a:off x="7904422" y="6823609"/>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sp>
        <p:nvSpPr>
          <p:cNvPr id="67" name="직사각형 66">
            <a:extLst>
              <a:ext uri="{FF2B5EF4-FFF2-40B4-BE49-F238E27FC236}">
                <a16:creationId xmlns:a16="http://schemas.microsoft.com/office/drawing/2014/main" id="{2DB8CBE7-D6FC-4B1E-AEBD-8C25D30043F0}"/>
              </a:ext>
            </a:extLst>
          </p:cNvPr>
          <p:cNvSpPr/>
          <p:nvPr/>
        </p:nvSpPr>
        <p:spPr>
          <a:xfrm>
            <a:off x="7904422" y="7021729"/>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sp>
        <p:nvSpPr>
          <p:cNvPr id="70" name="직사각형 69">
            <a:extLst>
              <a:ext uri="{FF2B5EF4-FFF2-40B4-BE49-F238E27FC236}">
                <a16:creationId xmlns:a16="http://schemas.microsoft.com/office/drawing/2014/main" id="{0ECE1649-E2C6-4C48-ADBF-5C1371DE84A7}"/>
              </a:ext>
            </a:extLst>
          </p:cNvPr>
          <p:cNvSpPr/>
          <p:nvPr/>
        </p:nvSpPr>
        <p:spPr>
          <a:xfrm>
            <a:off x="4582569" y="7770159"/>
            <a:ext cx="1233215" cy="288032"/>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a:solidFill>
                  <a:schemeClr val="bg1"/>
                </a:solidFill>
              </a:rPr>
              <a:t>저장</a:t>
            </a:r>
          </a:p>
        </p:txBody>
      </p:sp>
      <p:sp>
        <p:nvSpPr>
          <p:cNvPr id="71" name="직사각형 70">
            <a:extLst>
              <a:ext uri="{FF2B5EF4-FFF2-40B4-BE49-F238E27FC236}">
                <a16:creationId xmlns:a16="http://schemas.microsoft.com/office/drawing/2014/main" id="{1182A458-D18C-4719-9A1D-9E911796DECE}"/>
              </a:ext>
            </a:extLst>
          </p:cNvPr>
          <p:cNvSpPr/>
          <p:nvPr/>
        </p:nvSpPr>
        <p:spPr>
          <a:xfrm>
            <a:off x="3231218" y="7770159"/>
            <a:ext cx="1233215" cy="288032"/>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a:solidFill>
                  <a:schemeClr val="bg1"/>
                </a:solidFill>
              </a:rPr>
              <a:t>취소</a:t>
            </a:r>
          </a:p>
        </p:txBody>
      </p:sp>
      <p:sp>
        <p:nvSpPr>
          <p:cNvPr id="72" name="직사각형 71">
            <a:extLst>
              <a:ext uri="{FF2B5EF4-FFF2-40B4-BE49-F238E27FC236}">
                <a16:creationId xmlns:a16="http://schemas.microsoft.com/office/drawing/2014/main" id="{34BF2598-983C-404D-9424-E9570FAC6101}"/>
              </a:ext>
            </a:extLst>
          </p:cNvPr>
          <p:cNvSpPr/>
          <p:nvPr/>
        </p:nvSpPr>
        <p:spPr>
          <a:xfrm>
            <a:off x="5933920" y="7770159"/>
            <a:ext cx="1669278" cy="288032"/>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dirty="0">
                <a:solidFill>
                  <a:schemeClr val="bg1"/>
                </a:solidFill>
              </a:rPr>
              <a:t>Step2 </a:t>
            </a:r>
            <a:r>
              <a:rPr lang="ko-KR" altLang="en-US" sz="900" dirty="0">
                <a:solidFill>
                  <a:schemeClr val="bg1"/>
                </a:solidFill>
              </a:rPr>
              <a:t>회원사 등록</a:t>
            </a:r>
          </a:p>
        </p:txBody>
      </p:sp>
      <p:sp>
        <p:nvSpPr>
          <p:cNvPr id="2" name="타원 1">
            <a:extLst>
              <a:ext uri="{FF2B5EF4-FFF2-40B4-BE49-F238E27FC236}">
                <a16:creationId xmlns:a16="http://schemas.microsoft.com/office/drawing/2014/main" id="{27BD3884-B30E-43B7-8650-0F5309B3E341}"/>
              </a:ext>
            </a:extLst>
          </p:cNvPr>
          <p:cNvSpPr/>
          <p:nvPr/>
        </p:nvSpPr>
        <p:spPr>
          <a:xfrm>
            <a:off x="2608207" y="1171216"/>
            <a:ext cx="1059735" cy="106904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9" name="TextBox 68">
            <a:extLst>
              <a:ext uri="{FF2B5EF4-FFF2-40B4-BE49-F238E27FC236}">
                <a16:creationId xmlns:a16="http://schemas.microsoft.com/office/drawing/2014/main" id="{C8442B1C-F01A-4DAF-91AB-F7CC95F433CE}"/>
              </a:ext>
            </a:extLst>
          </p:cNvPr>
          <p:cNvSpPr txBox="1"/>
          <p:nvPr/>
        </p:nvSpPr>
        <p:spPr>
          <a:xfrm>
            <a:off x="2854972" y="1302198"/>
            <a:ext cx="600265" cy="215444"/>
          </a:xfrm>
          <a:prstGeom prst="rect">
            <a:avLst/>
          </a:prstGeom>
          <a:noFill/>
        </p:spPr>
        <p:txBody>
          <a:bodyPr wrap="square">
            <a:spAutoFit/>
          </a:bodyPr>
          <a:lstStyle/>
          <a:p>
            <a:pPr algn="ctr"/>
            <a:r>
              <a:rPr lang="ko-KR" altLang="en-US" sz="800" b="1" dirty="0">
                <a:solidFill>
                  <a:schemeClr val="bg1"/>
                </a:solidFill>
              </a:rPr>
              <a:t>입력완료</a:t>
            </a:r>
          </a:p>
        </p:txBody>
      </p:sp>
      <p:sp>
        <p:nvSpPr>
          <p:cNvPr id="73" name="TextBox 72">
            <a:extLst>
              <a:ext uri="{FF2B5EF4-FFF2-40B4-BE49-F238E27FC236}">
                <a16:creationId xmlns:a16="http://schemas.microsoft.com/office/drawing/2014/main" id="{03BE4388-292C-44A4-B4D4-679A4496959B}"/>
              </a:ext>
            </a:extLst>
          </p:cNvPr>
          <p:cNvSpPr txBox="1"/>
          <p:nvPr/>
        </p:nvSpPr>
        <p:spPr>
          <a:xfrm>
            <a:off x="2880093" y="1500606"/>
            <a:ext cx="600265" cy="246221"/>
          </a:xfrm>
          <a:prstGeom prst="rect">
            <a:avLst/>
          </a:prstGeom>
          <a:noFill/>
        </p:spPr>
        <p:txBody>
          <a:bodyPr wrap="square">
            <a:spAutoFit/>
          </a:bodyPr>
          <a:lstStyle/>
          <a:p>
            <a:pPr algn="ctr"/>
            <a:r>
              <a:rPr lang="en-US" altLang="ko-KR" sz="1000" b="1" dirty="0">
                <a:solidFill>
                  <a:schemeClr val="bg1"/>
                </a:solidFill>
              </a:rPr>
              <a:t>Step 1</a:t>
            </a:r>
            <a:endParaRPr lang="ko-KR" altLang="en-US" sz="1000" b="1" dirty="0">
              <a:solidFill>
                <a:schemeClr val="bg1"/>
              </a:solidFill>
            </a:endParaRPr>
          </a:p>
        </p:txBody>
      </p:sp>
      <p:sp>
        <p:nvSpPr>
          <p:cNvPr id="74" name="TextBox 73">
            <a:extLst>
              <a:ext uri="{FF2B5EF4-FFF2-40B4-BE49-F238E27FC236}">
                <a16:creationId xmlns:a16="http://schemas.microsoft.com/office/drawing/2014/main" id="{7D65A327-D507-40E7-ABB5-D6619580BCA9}"/>
              </a:ext>
            </a:extLst>
          </p:cNvPr>
          <p:cNvSpPr txBox="1"/>
          <p:nvPr/>
        </p:nvSpPr>
        <p:spPr>
          <a:xfrm>
            <a:off x="2745071" y="1740450"/>
            <a:ext cx="870308" cy="276999"/>
          </a:xfrm>
          <a:prstGeom prst="rect">
            <a:avLst/>
          </a:prstGeom>
          <a:noFill/>
        </p:spPr>
        <p:txBody>
          <a:bodyPr wrap="square">
            <a:spAutoFit/>
          </a:bodyPr>
          <a:lstStyle/>
          <a:p>
            <a:pPr algn="ctr"/>
            <a:r>
              <a:rPr lang="ko-KR" altLang="en-US" sz="1200" b="1" dirty="0">
                <a:solidFill>
                  <a:schemeClr val="bg1"/>
                </a:solidFill>
              </a:rPr>
              <a:t>기본정보</a:t>
            </a:r>
          </a:p>
        </p:txBody>
      </p:sp>
      <p:sp>
        <p:nvSpPr>
          <p:cNvPr id="75" name="타원 74">
            <a:extLst>
              <a:ext uri="{FF2B5EF4-FFF2-40B4-BE49-F238E27FC236}">
                <a16:creationId xmlns:a16="http://schemas.microsoft.com/office/drawing/2014/main" id="{7E3AA089-6516-47ED-8BEB-D3E55AD4779E}"/>
              </a:ext>
            </a:extLst>
          </p:cNvPr>
          <p:cNvSpPr/>
          <p:nvPr/>
        </p:nvSpPr>
        <p:spPr>
          <a:xfrm>
            <a:off x="4723019" y="1171419"/>
            <a:ext cx="1059735" cy="1069042"/>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6" name="TextBox 75">
            <a:extLst>
              <a:ext uri="{FF2B5EF4-FFF2-40B4-BE49-F238E27FC236}">
                <a16:creationId xmlns:a16="http://schemas.microsoft.com/office/drawing/2014/main" id="{281F3F31-070B-47B9-9E1A-E03B299B34B2}"/>
              </a:ext>
            </a:extLst>
          </p:cNvPr>
          <p:cNvSpPr txBox="1"/>
          <p:nvPr/>
        </p:nvSpPr>
        <p:spPr>
          <a:xfrm>
            <a:off x="4969784" y="1302401"/>
            <a:ext cx="600265" cy="215444"/>
          </a:xfrm>
          <a:prstGeom prst="rect">
            <a:avLst/>
          </a:prstGeom>
          <a:noFill/>
        </p:spPr>
        <p:txBody>
          <a:bodyPr wrap="square">
            <a:spAutoFit/>
          </a:bodyPr>
          <a:lstStyle/>
          <a:p>
            <a:pPr algn="ctr"/>
            <a:r>
              <a:rPr lang="ko-KR" altLang="en-US" sz="800" b="1" dirty="0" err="1">
                <a:solidFill>
                  <a:schemeClr val="bg1"/>
                </a:solidFill>
              </a:rPr>
              <a:t>미입력</a:t>
            </a:r>
            <a:endParaRPr lang="ko-KR" altLang="en-US" sz="800" b="1" dirty="0">
              <a:solidFill>
                <a:schemeClr val="bg1"/>
              </a:solidFill>
            </a:endParaRPr>
          </a:p>
        </p:txBody>
      </p:sp>
      <p:sp>
        <p:nvSpPr>
          <p:cNvPr id="77" name="TextBox 76">
            <a:extLst>
              <a:ext uri="{FF2B5EF4-FFF2-40B4-BE49-F238E27FC236}">
                <a16:creationId xmlns:a16="http://schemas.microsoft.com/office/drawing/2014/main" id="{6E0F49B4-B2B5-40DB-9EED-749667DF8D99}"/>
              </a:ext>
            </a:extLst>
          </p:cNvPr>
          <p:cNvSpPr txBox="1"/>
          <p:nvPr/>
        </p:nvSpPr>
        <p:spPr>
          <a:xfrm>
            <a:off x="4994905" y="1500809"/>
            <a:ext cx="600265" cy="246221"/>
          </a:xfrm>
          <a:prstGeom prst="rect">
            <a:avLst/>
          </a:prstGeom>
          <a:noFill/>
        </p:spPr>
        <p:txBody>
          <a:bodyPr wrap="square">
            <a:spAutoFit/>
          </a:bodyPr>
          <a:lstStyle/>
          <a:p>
            <a:pPr algn="ctr"/>
            <a:r>
              <a:rPr lang="en-US" altLang="ko-KR" sz="1000" b="1" dirty="0">
                <a:solidFill>
                  <a:schemeClr val="bg1"/>
                </a:solidFill>
              </a:rPr>
              <a:t>Step 2</a:t>
            </a:r>
            <a:endParaRPr lang="ko-KR" altLang="en-US" sz="1000" b="1" dirty="0">
              <a:solidFill>
                <a:schemeClr val="bg1"/>
              </a:solidFill>
            </a:endParaRPr>
          </a:p>
        </p:txBody>
      </p:sp>
      <p:sp>
        <p:nvSpPr>
          <p:cNvPr id="78" name="TextBox 77">
            <a:extLst>
              <a:ext uri="{FF2B5EF4-FFF2-40B4-BE49-F238E27FC236}">
                <a16:creationId xmlns:a16="http://schemas.microsoft.com/office/drawing/2014/main" id="{79FDD879-688A-43A7-927C-A096D38B0790}"/>
              </a:ext>
            </a:extLst>
          </p:cNvPr>
          <p:cNvSpPr txBox="1"/>
          <p:nvPr/>
        </p:nvSpPr>
        <p:spPr>
          <a:xfrm>
            <a:off x="4788579" y="1740450"/>
            <a:ext cx="962673" cy="276999"/>
          </a:xfrm>
          <a:prstGeom prst="rect">
            <a:avLst/>
          </a:prstGeom>
          <a:noFill/>
        </p:spPr>
        <p:txBody>
          <a:bodyPr wrap="square">
            <a:spAutoFit/>
          </a:bodyPr>
          <a:lstStyle/>
          <a:p>
            <a:pPr algn="ctr"/>
            <a:r>
              <a:rPr lang="ko-KR" altLang="en-US" sz="1200" b="1">
                <a:solidFill>
                  <a:schemeClr val="bg1"/>
                </a:solidFill>
              </a:rPr>
              <a:t>회원사권한</a:t>
            </a:r>
            <a:endParaRPr lang="ko-KR" altLang="en-US" sz="1200" b="1" dirty="0">
              <a:solidFill>
                <a:schemeClr val="bg1"/>
              </a:solidFill>
            </a:endParaRPr>
          </a:p>
        </p:txBody>
      </p:sp>
      <p:sp>
        <p:nvSpPr>
          <p:cNvPr id="79" name="타원 78">
            <a:extLst>
              <a:ext uri="{FF2B5EF4-FFF2-40B4-BE49-F238E27FC236}">
                <a16:creationId xmlns:a16="http://schemas.microsoft.com/office/drawing/2014/main" id="{776B1E25-38B2-4C35-9050-5B3BCF13F269}"/>
              </a:ext>
            </a:extLst>
          </p:cNvPr>
          <p:cNvSpPr/>
          <p:nvPr/>
        </p:nvSpPr>
        <p:spPr>
          <a:xfrm>
            <a:off x="6837831" y="1171216"/>
            <a:ext cx="1059735" cy="1069042"/>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0" name="TextBox 79">
            <a:extLst>
              <a:ext uri="{FF2B5EF4-FFF2-40B4-BE49-F238E27FC236}">
                <a16:creationId xmlns:a16="http://schemas.microsoft.com/office/drawing/2014/main" id="{66BD8A6D-D4D9-4DC0-8A05-7EDD830961A5}"/>
              </a:ext>
            </a:extLst>
          </p:cNvPr>
          <p:cNvSpPr txBox="1"/>
          <p:nvPr/>
        </p:nvSpPr>
        <p:spPr>
          <a:xfrm>
            <a:off x="7084596" y="1302198"/>
            <a:ext cx="600265" cy="215444"/>
          </a:xfrm>
          <a:prstGeom prst="rect">
            <a:avLst/>
          </a:prstGeom>
          <a:noFill/>
        </p:spPr>
        <p:txBody>
          <a:bodyPr wrap="square">
            <a:spAutoFit/>
          </a:bodyPr>
          <a:lstStyle/>
          <a:p>
            <a:pPr algn="ctr"/>
            <a:r>
              <a:rPr lang="ko-KR" altLang="en-US" sz="800" b="1" dirty="0" err="1">
                <a:solidFill>
                  <a:schemeClr val="bg1"/>
                </a:solidFill>
              </a:rPr>
              <a:t>미입력</a:t>
            </a:r>
            <a:endParaRPr lang="ko-KR" altLang="en-US" sz="800" b="1" dirty="0">
              <a:solidFill>
                <a:schemeClr val="bg1"/>
              </a:solidFill>
            </a:endParaRPr>
          </a:p>
        </p:txBody>
      </p:sp>
      <p:sp>
        <p:nvSpPr>
          <p:cNvPr id="81" name="TextBox 80">
            <a:extLst>
              <a:ext uri="{FF2B5EF4-FFF2-40B4-BE49-F238E27FC236}">
                <a16:creationId xmlns:a16="http://schemas.microsoft.com/office/drawing/2014/main" id="{06618A3B-5B7F-45A0-9B81-C681399F5984}"/>
              </a:ext>
            </a:extLst>
          </p:cNvPr>
          <p:cNvSpPr txBox="1"/>
          <p:nvPr/>
        </p:nvSpPr>
        <p:spPr>
          <a:xfrm>
            <a:off x="7109717" y="1500606"/>
            <a:ext cx="600265" cy="246221"/>
          </a:xfrm>
          <a:prstGeom prst="rect">
            <a:avLst/>
          </a:prstGeom>
          <a:noFill/>
        </p:spPr>
        <p:txBody>
          <a:bodyPr wrap="square">
            <a:spAutoFit/>
          </a:bodyPr>
          <a:lstStyle/>
          <a:p>
            <a:pPr algn="ctr"/>
            <a:r>
              <a:rPr lang="en-US" altLang="ko-KR" sz="1000" b="1" dirty="0">
                <a:solidFill>
                  <a:schemeClr val="bg1"/>
                </a:solidFill>
              </a:rPr>
              <a:t>Step 3</a:t>
            </a:r>
            <a:endParaRPr lang="ko-KR" altLang="en-US" sz="1000" b="1" dirty="0">
              <a:solidFill>
                <a:schemeClr val="bg1"/>
              </a:solidFill>
            </a:endParaRPr>
          </a:p>
        </p:txBody>
      </p:sp>
      <p:sp>
        <p:nvSpPr>
          <p:cNvPr id="82" name="TextBox 81">
            <a:extLst>
              <a:ext uri="{FF2B5EF4-FFF2-40B4-BE49-F238E27FC236}">
                <a16:creationId xmlns:a16="http://schemas.microsoft.com/office/drawing/2014/main" id="{CF56E428-E6CC-4BDD-917B-8F883F6663A5}"/>
              </a:ext>
            </a:extLst>
          </p:cNvPr>
          <p:cNvSpPr txBox="1"/>
          <p:nvPr/>
        </p:nvSpPr>
        <p:spPr>
          <a:xfrm>
            <a:off x="6906263" y="1740450"/>
            <a:ext cx="1007172" cy="276999"/>
          </a:xfrm>
          <a:prstGeom prst="rect">
            <a:avLst/>
          </a:prstGeom>
          <a:noFill/>
        </p:spPr>
        <p:txBody>
          <a:bodyPr wrap="square">
            <a:spAutoFit/>
          </a:bodyPr>
          <a:lstStyle/>
          <a:p>
            <a:pPr algn="ctr"/>
            <a:r>
              <a:rPr lang="ko-KR" altLang="en-US" sz="1200" b="1">
                <a:solidFill>
                  <a:schemeClr val="bg1"/>
                </a:solidFill>
              </a:rPr>
              <a:t>판매자권한</a:t>
            </a:r>
            <a:endParaRPr lang="ko-KR" altLang="en-US" sz="1200" b="1" dirty="0">
              <a:solidFill>
                <a:schemeClr val="bg1"/>
              </a:solidFill>
            </a:endParaRPr>
          </a:p>
        </p:txBody>
      </p:sp>
      <p:cxnSp>
        <p:nvCxnSpPr>
          <p:cNvPr id="12" name="직선 연결선 11">
            <a:extLst>
              <a:ext uri="{FF2B5EF4-FFF2-40B4-BE49-F238E27FC236}">
                <a16:creationId xmlns:a16="http://schemas.microsoft.com/office/drawing/2014/main" id="{6A0210A1-C992-4940-AC0F-355592DD4608}"/>
              </a:ext>
            </a:extLst>
          </p:cNvPr>
          <p:cNvCxnSpPr>
            <a:stCxn id="2" idx="6"/>
            <a:endCxn id="75" idx="2"/>
          </p:cNvCxnSpPr>
          <p:nvPr/>
        </p:nvCxnSpPr>
        <p:spPr>
          <a:xfrm>
            <a:off x="3667942" y="1705737"/>
            <a:ext cx="1055077" cy="203"/>
          </a:xfrm>
          <a:prstGeom prst="line">
            <a:avLst/>
          </a:prstGeom>
          <a:ln w="19050">
            <a:prstDash val="dash"/>
          </a:ln>
        </p:spPr>
        <p:style>
          <a:lnRef idx="1">
            <a:schemeClr val="accent1"/>
          </a:lnRef>
          <a:fillRef idx="0">
            <a:schemeClr val="accent1"/>
          </a:fillRef>
          <a:effectRef idx="0">
            <a:schemeClr val="accent1"/>
          </a:effectRef>
          <a:fontRef idx="minor">
            <a:schemeClr val="tx1"/>
          </a:fontRef>
        </p:style>
      </p:cxnSp>
      <p:cxnSp>
        <p:nvCxnSpPr>
          <p:cNvPr id="83" name="직선 연결선 82">
            <a:extLst>
              <a:ext uri="{FF2B5EF4-FFF2-40B4-BE49-F238E27FC236}">
                <a16:creationId xmlns:a16="http://schemas.microsoft.com/office/drawing/2014/main" id="{2970E752-3FF8-46B0-B9AC-1B848AB7FB92}"/>
              </a:ext>
            </a:extLst>
          </p:cNvPr>
          <p:cNvCxnSpPr>
            <a:cxnSpLocks/>
            <a:stCxn id="75" idx="6"/>
            <a:endCxn id="79" idx="2"/>
          </p:cNvCxnSpPr>
          <p:nvPr/>
        </p:nvCxnSpPr>
        <p:spPr>
          <a:xfrm flipV="1">
            <a:off x="5782754" y="1705737"/>
            <a:ext cx="1055077" cy="203"/>
          </a:xfrm>
          <a:prstGeom prst="line">
            <a:avLst/>
          </a:prstGeom>
          <a:ln w="19050">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graphicFrame>
        <p:nvGraphicFramePr>
          <p:cNvPr id="84" name="표 83">
            <a:extLst>
              <a:ext uri="{FF2B5EF4-FFF2-40B4-BE49-F238E27FC236}">
                <a16:creationId xmlns:a16="http://schemas.microsoft.com/office/drawing/2014/main" id="{84055C7A-9A00-406E-BA89-5198D367BC53}"/>
              </a:ext>
            </a:extLst>
          </p:cNvPr>
          <p:cNvGraphicFramePr>
            <a:graphicFrameLocks noGrp="1"/>
          </p:cNvGraphicFramePr>
          <p:nvPr>
            <p:extLst>
              <p:ext uri="{D42A27DB-BD31-4B8C-83A1-F6EECF244321}">
                <p14:modId xmlns:p14="http://schemas.microsoft.com/office/powerpoint/2010/main" val="3346704848"/>
              </p:ext>
            </p:extLst>
          </p:nvPr>
        </p:nvGraphicFramePr>
        <p:xfrm>
          <a:off x="10171774" y="22159"/>
          <a:ext cx="1979018" cy="218035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RF-01-07-04-1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기본정보</a:t>
                      </a:r>
                      <a:endParaRPr lang="en-US" altLang="ko-KR"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비밀번호 변경 버튼</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현재 비밀번호와 새로운 비밀번호가 같은 경우 비밀번호가 변경되지 않는다</a:t>
                      </a:r>
                      <a:r>
                        <a:rPr lang="en-US" altLang="ko-KR" sz="800" b="0" dirty="0">
                          <a:solidFill>
                            <a:schemeClr val="tx1"/>
                          </a:solidFill>
                        </a:rPr>
                        <a:t>.</a:t>
                      </a: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새로운 비밀번호와 비밀번호 확인이 같지 않은 경우 비밀번호가 변경되지 않는다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
        <p:nvSpPr>
          <p:cNvPr id="86" name="직사각형 85">
            <a:extLst>
              <a:ext uri="{FF2B5EF4-FFF2-40B4-BE49-F238E27FC236}">
                <a16:creationId xmlns:a16="http://schemas.microsoft.com/office/drawing/2014/main" id="{E27A9511-B4F6-45C7-87AE-69AB8A55F487}"/>
              </a:ext>
            </a:extLst>
          </p:cNvPr>
          <p:cNvSpPr/>
          <p:nvPr/>
        </p:nvSpPr>
        <p:spPr>
          <a:xfrm>
            <a:off x="1659385" y="1943836"/>
            <a:ext cx="3935785" cy="247085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87" name="타원 86">
            <a:extLst>
              <a:ext uri="{FF2B5EF4-FFF2-40B4-BE49-F238E27FC236}">
                <a16:creationId xmlns:a16="http://schemas.microsoft.com/office/drawing/2014/main" id="{8547736A-300F-445B-B18C-953B1BCBC256}"/>
              </a:ext>
            </a:extLst>
          </p:cNvPr>
          <p:cNvSpPr/>
          <p:nvPr/>
        </p:nvSpPr>
        <p:spPr>
          <a:xfrm>
            <a:off x="6405545" y="3282759"/>
            <a:ext cx="1109688"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8" name="직선 화살표 연결선 87">
            <a:extLst>
              <a:ext uri="{FF2B5EF4-FFF2-40B4-BE49-F238E27FC236}">
                <a16:creationId xmlns:a16="http://schemas.microsoft.com/office/drawing/2014/main" id="{63595162-9EF9-4442-AC23-B90B8EC56B96}"/>
              </a:ext>
            </a:extLst>
          </p:cNvPr>
          <p:cNvCxnSpPr>
            <a:cxnSpLocks/>
            <a:stCxn id="87" idx="2"/>
          </p:cNvCxnSpPr>
          <p:nvPr/>
        </p:nvCxnSpPr>
        <p:spPr>
          <a:xfrm flipH="1">
            <a:off x="5282865" y="3504571"/>
            <a:ext cx="1122680"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89" name="TextBox 88">
            <a:extLst>
              <a:ext uri="{FF2B5EF4-FFF2-40B4-BE49-F238E27FC236}">
                <a16:creationId xmlns:a16="http://schemas.microsoft.com/office/drawing/2014/main" id="{951269C8-004A-4D44-BF0A-3DF12E955DE8}"/>
              </a:ext>
            </a:extLst>
          </p:cNvPr>
          <p:cNvSpPr txBox="1"/>
          <p:nvPr/>
        </p:nvSpPr>
        <p:spPr>
          <a:xfrm>
            <a:off x="1765492" y="2104118"/>
            <a:ext cx="1072730"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비밀번호 변경</a:t>
            </a:r>
            <a:endParaRPr lang="ko-KR" altLang="en-US" sz="900" dirty="0"/>
          </a:p>
        </p:txBody>
      </p:sp>
      <p:sp>
        <p:nvSpPr>
          <p:cNvPr id="94" name="직사각형 93">
            <a:extLst>
              <a:ext uri="{FF2B5EF4-FFF2-40B4-BE49-F238E27FC236}">
                <a16:creationId xmlns:a16="http://schemas.microsoft.com/office/drawing/2014/main" id="{3D7F50FB-E09A-4463-8666-067B044D9081}"/>
              </a:ext>
            </a:extLst>
          </p:cNvPr>
          <p:cNvSpPr/>
          <p:nvPr/>
        </p:nvSpPr>
        <p:spPr>
          <a:xfrm>
            <a:off x="2625883" y="3798091"/>
            <a:ext cx="962842" cy="213360"/>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변경하기</a:t>
            </a:r>
            <a:endParaRPr lang="en-US" altLang="ko-KR" sz="800" dirty="0">
              <a:solidFill>
                <a:schemeClr val="bg1"/>
              </a:solidFill>
            </a:endParaRPr>
          </a:p>
        </p:txBody>
      </p:sp>
      <p:grpSp>
        <p:nvGrpSpPr>
          <p:cNvPr id="95" name="Image">
            <a:extLst>
              <a:ext uri="{FF2B5EF4-FFF2-40B4-BE49-F238E27FC236}">
                <a16:creationId xmlns:a16="http://schemas.microsoft.com/office/drawing/2014/main" id="{A9036044-C64E-4EE8-B417-757E3F4C70CD}"/>
              </a:ext>
            </a:extLst>
          </p:cNvPr>
          <p:cNvGrpSpPr>
            <a:grpSpLocks/>
          </p:cNvGrpSpPr>
          <p:nvPr/>
        </p:nvGrpSpPr>
        <p:grpSpPr bwMode="auto">
          <a:xfrm>
            <a:off x="5239070" y="2060378"/>
            <a:ext cx="204716" cy="209797"/>
            <a:chOff x="508000" y="1397000"/>
            <a:chExt cx="1008112" cy="1008112"/>
          </a:xfrm>
        </p:grpSpPr>
        <p:sp>
          <p:nvSpPr>
            <p:cNvPr id="96" name="Border">
              <a:extLst>
                <a:ext uri="{FF2B5EF4-FFF2-40B4-BE49-F238E27FC236}">
                  <a16:creationId xmlns:a16="http://schemas.microsoft.com/office/drawing/2014/main" id="{119D0B22-7978-4EB4-B112-95DBE92B7828}"/>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7" name="Line 2">
              <a:extLst>
                <a:ext uri="{FF2B5EF4-FFF2-40B4-BE49-F238E27FC236}">
                  <a16:creationId xmlns:a16="http://schemas.microsoft.com/office/drawing/2014/main" id="{83F735CA-C588-4EA2-8EB2-E2E4D3FA9134}"/>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8" name="Line 1">
              <a:extLst>
                <a:ext uri="{FF2B5EF4-FFF2-40B4-BE49-F238E27FC236}">
                  <a16:creationId xmlns:a16="http://schemas.microsoft.com/office/drawing/2014/main" id="{6651E808-26E1-4927-8906-34CEB5C3FDED}"/>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99" name="직사각형 98">
            <a:extLst>
              <a:ext uri="{FF2B5EF4-FFF2-40B4-BE49-F238E27FC236}">
                <a16:creationId xmlns:a16="http://schemas.microsoft.com/office/drawing/2014/main" id="{8F903228-CB18-45F8-895D-28F9403DA9EC}"/>
              </a:ext>
            </a:extLst>
          </p:cNvPr>
          <p:cNvSpPr/>
          <p:nvPr/>
        </p:nvSpPr>
        <p:spPr>
          <a:xfrm>
            <a:off x="3831404" y="3797654"/>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graphicFrame>
        <p:nvGraphicFramePr>
          <p:cNvPr id="105" name="표 17">
            <a:extLst>
              <a:ext uri="{FF2B5EF4-FFF2-40B4-BE49-F238E27FC236}">
                <a16:creationId xmlns:a16="http://schemas.microsoft.com/office/drawing/2014/main" id="{FF1123EB-1F2B-46E4-A335-3755E0CABE0B}"/>
              </a:ext>
            </a:extLst>
          </p:cNvPr>
          <p:cNvGraphicFramePr>
            <a:graphicFrameLocks noGrp="1"/>
          </p:cNvGraphicFramePr>
          <p:nvPr>
            <p:extLst>
              <p:ext uri="{D42A27DB-BD31-4B8C-83A1-F6EECF244321}">
                <p14:modId xmlns:p14="http://schemas.microsoft.com/office/powerpoint/2010/main" val="4196266814"/>
              </p:ext>
            </p:extLst>
          </p:nvPr>
        </p:nvGraphicFramePr>
        <p:xfrm>
          <a:off x="1942151" y="2603850"/>
          <a:ext cx="3472494" cy="64008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현재 비밀번호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새로운 비밀번호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ko-KR" altLang="en-US" sz="800" dirty="0">
                          <a:solidFill>
                            <a:schemeClr val="tx1"/>
                          </a:solidFill>
                        </a:rPr>
                        <a:t>비밀번호 확인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bl>
          </a:graphicData>
        </a:graphic>
      </p:graphicFrame>
      <p:sp>
        <p:nvSpPr>
          <p:cNvPr id="103" name="직사각형 102">
            <a:extLst>
              <a:ext uri="{FF2B5EF4-FFF2-40B4-BE49-F238E27FC236}">
                <a16:creationId xmlns:a16="http://schemas.microsoft.com/office/drawing/2014/main" id="{74A3CA57-F603-4C98-93A8-5A57F69C52A5}"/>
              </a:ext>
            </a:extLst>
          </p:cNvPr>
          <p:cNvSpPr/>
          <p:nvPr/>
        </p:nvSpPr>
        <p:spPr>
          <a:xfrm>
            <a:off x="3039794" y="2624888"/>
            <a:ext cx="2243071" cy="16567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lumMod val="50000"/>
                  <a:lumOff val="50000"/>
                </a:schemeClr>
              </a:solidFill>
            </a:endParaRPr>
          </a:p>
        </p:txBody>
      </p:sp>
      <p:sp>
        <p:nvSpPr>
          <p:cNvPr id="106" name="직사각형 105">
            <a:extLst>
              <a:ext uri="{FF2B5EF4-FFF2-40B4-BE49-F238E27FC236}">
                <a16:creationId xmlns:a16="http://schemas.microsoft.com/office/drawing/2014/main" id="{74A3CA57-F603-4C98-93A8-5A57F69C52A5}"/>
              </a:ext>
            </a:extLst>
          </p:cNvPr>
          <p:cNvSpPr/>
          <p:nvPr/>
        </p:nvSpPr>
        <p:spPr>
          <a:xfrm>
            <a:off x="3039794" y="2846052"/>
            <a:ext cx="2243071" cy="16567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lumMod val="50000"/>
                  <a:lumOff val="50000"/>
                </a:schemeClr>
              </a:solidFill>
            </a:endParaRPr>
          </a:p>
        </p:txBody>
      </p:sp>
      <p:sp>
        <p:nvSpPr>
          <p:cNvPr id="107" name="직사각형 106">
            <a:extLst>
              <a:ext uri="{FF2B5EF4-FFF2-40B4-BE49-F238E27FC236}">
                <a16:creationId xmlns:a16="http://schemas.microsoft.com/office/drawing/2014/main" id="{74A3CA57-F603-4C98-93A8-5A57F69C52A5}"/>
              </a:ext>
            </a:extLst>
          </p:cNvPr>
          <p:cNvSpPr/>
          <p:nvPr/>
        </p:nvSpPr>
        <p:spPr>
          <a:xfrm>
            <a:off x="3039794" y="3049349"/>
            <a:ext cx="2243071" cy="16567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lumMod val="50000"/>
                  <a:lumOff val="50000"/>
                </a:schemeClr>
              </a:solidFill>
            </a:endParaRPr>
          </a:p>
        </p:txBody>
      </p:sp>
      <p:sp>
        <p:nvSpPr>
          <p:cNvPr id="108" name="TextBox 107">
            <a:extLst>
              <a:ext uri="{FF2B5EF4-FFF2-40B4-BE49-F238E27FC236}">
                <a16:creationId xmlns:a16="http://schemas.microsoft.com/office/drawing/2014/main" id="{8B04C1AF-DDCC-47D4-AD64-A633AAD90936}"/>
              </a:ext>
            </a:extLst>
          </p:cNvPr>
          <p:cNvSpPr txBox="1"/>
          <p:nvPr/>
        </p:nvSpPr>
        <p:spPr>
          <a:xfrm>
            <a:off x="2510402" y="3699229"/>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92" name="직사각형 91">
            <a:extLst>
              <a:ext uri="{FF2B5EF4-FFF2-40B4-BE49-F238E27FC236}">
                <a16:creationId xmlns:a16="http://schemas.microsoft.com/office/drawing/2014/main" id="{3D7F50FB-E09A-4463-8666-067B044D9081}"/>
              </a:ext>
            </a:extLst>
          </p:cNvPr>
          <p:cNvSpPr/>
          <p:nvPr/>
        </p:nvSpPr>
        <p:spPr>
          <a:xfrm>
            <a:off x="3683191" y="8965582"/>
            <a:ext cx="962842" cy="213360"/>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동의하기</a:t>
            </a:r>
            <a:endParaRPr lang="en-US" altLang="ko-KR" sz="800" dirty="0">
              <a:solidFill>
                <a:schemeClr val="bg1"/>
              </a:solidFill>
            </a:endParaRPr>
          </a:p>
        </p:txBody>
      </p:sp>
      <p:sp>
        <p:nvSpPr>
          <p:cNvPr id="104" name="직사각형 103">
            <a:extLst>
              <a:ext uri="{FF2B5EF4-FFF2-40B4-BE49-F238E27FC236}">
                <a16:creationId xmlns:a16="http://schemas.microsoft.com/office/drawing/2014/main" id="{8F903228-CB18-45F8-895D-28F9403DA9EC}"/>
              </a:ext>
            </a:extLst>
          </p:cNvPr>
          <p:cNvSpPr/>
          <p:nvPr/>
        </p:nvSpPr>
        <p:spPr>
          <a:xfrm>
            <a:off x="4888712" y="8965145"/>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Tree>
    <p:extLst>
      <p:ext uri="{BB962C8B-B14F-4D97-AF65-F5344CB8AC3E}">
        <p14:creationId xmlns:p14="http://schemas.microsoft.com/office/powerpoint/2010/main" val="1602583128"/>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extBox 16">
            <a:extLst>
              <a:ext uri="{FF2B5EF4-FFF2-40B4-BE49-F238E27FC236}">
                <a16:creationId xmlns:a16="http://schemas.microsoft.com/office/drawing/2014/main" id="{77CB91F8-A7B7-46E8-A70F-472977AE41E7}"/>
              </a:ext>
            </a:extLst>
          </p:cNvPr>
          <p:cNvSpPr txBox="1"/>
          <p:nvPr/>
        </p:nvSpPr>
        <p:spPr>
          <a:xfrm>
            <a:off x="1805485" y="3049951"/>
            <a:ext cx="734496"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ko-KR" altLang="en-US" sz="800" b="1" dirty="0"/>
              <a:t>회원정보</a:t>
            </a:r>
          </a:p>
        </p:txBody>
      </p:sp>
      <p:graphicFrame>
        <p:nvGraphicFramePr>
          <p:cNvPr id="18" name="표 17">
            <a:extLst>
              <a:ext uri="{FF2B5EF4-FFF2-40B4-BE49-F238E27FC236}">
                <a16:creationId xmlns:a16="http://schemas.microsoft.com/office/drawing/2014/main" id="{CEFF497C-1618-46A8-ACA3-36832DC8472E}"/>
              </a:ext>
            </a:extLst>
          </p:cNvPr>
          <p:cNvGraphicFramePr>
            <a:graphicFrameLocks noGrp="1"/>
          </p:cNvGraphicFramePr>
          <p:nvPr>
            <p:extLst>
              <p:ext uri="{D42A27DB-BD31-4B8C-83A1-F6EECF244321}">
                <p14:modId xmlns:p14="http://schemas.microsoft.com/office/powerpoint/2010/main" val="306417180"/>
              </p:ext>
            </p:extLst>
          </p:nvPr>
        </p:nvGraphicFramePr>
        <p:xfrm>
          <a:off x="1885879" y="3265395"/>
          <a:ext cx="6768756" cy="426720"/>
        </p:xfrm>
        <a:graphic>
          <a:graphicData uri="http://schemas.openxmlformats.org/drawingml/2006/table">
            <a:tbl>
              <a:tblPr firstRow="1" bandRow="1">
                <a:tableStyleId>{5C22544A-7EE6-4342-B048-85BDC9FD1C3A}</a:tableStyleId>
              </a:tblPr>
              <a:tblGrid>
                <a:gridCol w="1123770">
                  <a:extLst>
                    <a:ext uri="{9D8B030D-6E8A-4147-A177-3AD203B41FA5}">
                      <a16:colId xmlns:a16="http://schemas.microsoft.com/office/drawing/2014/main" val="20000"/>
                    </a:ext>
                  </a:extLst>
                </a:gridCol>
                <a:gridCol w="2270861">
                  <a:extLst>
                    <a:ext uri="{9D8B030D-6E8A-4147-A177-3AD203B41FA5}">
                      <a16:colId xmlns:a16="http://schemas.microsoft.com/office/drawing/2014/main" val="20001"/>
                    </a:ext>
                  </a:extLst>
                </a:gridCol>
                <a:gridCol w="1174792">
                  <a:extLst>
                    <a:ext uri="{9D8B030D-6E8A-4147-A177-3AD203B41FA5}">
                      <a16:colId xmlns:a16="http://schemas.microsoft.com/office/drawing/2014/main" val="3928038812"/>
                    </a:ext>
                  </a:extLst>
                </a:gridCol>
                <a:gridCol w="2199333">
                  <a:extLst>
                    <a:ext uri="{9D8B030D-6E8A-4147-A177-3AD203B41FA5}">
                      <a16:colId xmlns:a16="http://schemas.microsoft.com/office/drawing/2014/main" val="1221996721"/>
                    </a:ext>
                  </a:extLst>
                </a:gridCol>
              </a:tblGrid>
              <a:tr h="0">
                <a:tc>
                  <a:txBody>
                    <a:bodyPr/>
                    <a:lstStyle/>
                    <a:p>
                      <a:pPr latinLnBrk="1"/>
                      <a:r>
                        <a:rPr lang="ko-KR" altLang="en-US" sz="800" b="0" dirty="0">
                          <a:solidFill>
                            <a:schemeClr val="tx1"/>
                          </a:solidFill>
                        </a:rPr>
                        <a:t>회원번호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M9-99872</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가입일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2024-10-01 12:21:12</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아이디</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abcde1234</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비밀번호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19" name="직사각형 18">
            <a:extLst>
              <a:ext uri="{FF2B5EF4-FFF2-40B4-BE49-F238E27FC236}">
                <a16:creationId xmlns:a16="http://schemas.microsoft.com/office/drawing/2014/main" id="{95A37579-EAC6-4695-A23C-FC938E1B4C4E}"/>
              </a:ext>
            </a:extLst>
          </p:cNvPr>
          <p:cNvSpPr/>
          <p:nvPr/>
        </p:nvSpPr>
        <p:spPr>
          <a:xfrm>
            <a:off x="6526682" y="3511098"/>
            <a:ext cx="909631" cy="140567"/>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비밀번호변경</a:t>
            </a:r>
            <a:endParaRPr lang="en-US" altLang="ko-KR" sz="800" b="1" dirty="0">
              <a:solidFill>
                <a:schemeClr val="bg1"/>
              </a:solidFill>
            </a:endParaRPr>
          </a:p>
        </p:txBody>
      </p:sp>
      <p:sp>
        <p:nvSpPr>
          <p:cNvPr id="37" name="직사각형 36">
            <a:extLst>
              <a:ext uri="{FF2B5EF4-FFF2-40B4-BE49-F238E27FC236}">
                <a16:creationId xmlns:a16="http://schemas.microsoft.com/office/drawing/2014/main" id="{394EC7FA-EE5C-4FB9-82C3-37962C3C0A08}"/>
              </a:ext>
            </a:extLst>
          </p:cNvPr>
          <p:cNvSpPr/>
          <p:nvPr/>
        </p:nvSpPr>
        <p:spPr>
          <a:xfrm>
            <a:off x="2864313" y="2607845"/>
            <a:ext cx="4572000" cy="246221"/>
          </a:xfrm>
          <a:prstGeom prst="rect">
            <a:avLst/>
          </a:prstGeom>
        </p:spPr>
        <p:txBody>
          <a:bodyPr>
            <a:spAutoFit/>
          </a:bodyPr>
          <a:lstStyle/>
          <a:p>
            <a:pPr algn="ctr">
              <a:defRPr/>
            </a:pPr>
            <a:r>
              <a:rPr lang="ko-KR" altLang="en-US" sz="1000" dirty="0"/>
              <a:t>자사상품을 등록할 수 있으며</a:t>
            </a:r>
            <a:r>
              <a:rPr lang="en-US" altLang="ko-KR" sz="1000" dirty="0"/>
              <a:t>, Shop </a:t>
            </a:r>
            <a:r>
              <a:rPr lang="ko-KR" altLang="en-US" sz="1000" dirty="0"/>
              <a:t>채널에서 판매를 할 수 있는 단계</a:t>
            </a:r>
            <a:endParaRPr lang="en-US" altLang="ko-KR" sz="1000" dirty="0"/>
          </a:p>
        </p:txBody>
      </p:sp>
      <p:sp>
        <p:nvSpPr>
          <p:cNvPr id="55" name="직사각형 54">
            <a:extLst>
              <a:ext uri="{FF2B5EF4-FFF2-40B4-BE49-F238E27FC236}">
                <a16:creationId xmlns:a16="http://schemas.microsoft.com/office/drawing/2014/main" id="{A082804B-3094-4636-A326-FB821B56F561}"/>
              </a:ext>
            </a:extLst>
          </p:cNvPr>
          <p:cNvSpPr/>
          <p:nvPr/>
        </p:nvSpPr>
        <p:spPr>
          <a:xfrm>
            <a:off x="4650051" y="8389108"/>
            <a:ext cx="1233215" cy="288032"/>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a:solidFill>
                  <a:schemeClr val="bg1"/>
                </a:solidFill>
              </a:rPr>
              <a:t>저장</a:t>
            </a:r>
          </a:p>
        </p:txBody>
      </p:sp>
      <p:sp>
        <p:nvSpPr>
          <p:cNvPr id="56" name="직사각형 55">
            <a:extLst>
              <a:ext uri="{FF2B5EF4-FFF2-40B4-BE49-F238E27FC236}">
                <a16:creationId xmlns:a16="http://schemas.microsoft.com/office/drawing/2014/main" id="{36DE3A71-8B7B-4728-A581-80E61DA4E0A2}"/>
              </a:ext>
            </a:extLst>
          </p:cNvPr>
          <p:cNvSpPr/>
          <p:nvPr/>
        </p:nvSpPr>
        <p:spPr>
          <a:xfrm>
            <a:off x="2856834" y="8389108"/>
            <a:ext cx="1675081" cy="288032"/>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dirty="0">
                <a:solidFill>
                  <a:schemeClr val="bg1"/>
                </a:solidFill>
              </a:rPr>
              <a:t>Step1 </a:t>
            </a:r>
            <a:r>
              <a:rPr lang="ko-KR" altLang="en-US" sz="900" dirty="0">
                <a:solidFill>
                  <a:schemeClr val="bg1"/>
                </a:solidFill>
              </a:rPr>
              <a:t>기본정보 신청</a:t>
            </a:r>
          </a:p>
        </p:txBody>
      </p:sp>
      <p:sp>
        <p:nvSpPr>
          <p:cNvPr id="57" name="직사각형 56">
            <a:extLst>
              <a:ext uri="{FF2B5EF4-FFF2-40B4-BE49-F238E27FC236}">
                <a16:creationId xmlns:a16="http://schemas.microsoft.com/office/drawing/2014/main" id="{8D1F0621-DB0F-466C-A94B-CB9A451AD0E9}"/>
              </a:ext>
            </a:extLst>
          </p:cNvPr>
          <p:cNvSpPr/>
          <p:nvPr/>
        </p:nvSpPr>
        <p:spPr>
          <a:xfrm>
            <a:off x="6001402" y="8389108"/>
            <a:ext cx="1669278" cy="288032"/>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dirty="0">
                <a:solidFill>
                  <a:schemeClr val="bg1"/>
                </a:solidFill>
              </a:rPr>
              <a:t>Step3 </a:t>
            </a:r>
            <a:r>
              <a:rPr lang="ko-KR" altLang="en-US" sz="900" dirty="0">
                <a:solidFill>
                  <a:schemeClr val="bg1"/>
                </a:solidFill>
              </a:rPr>
              <a:t>판매권한 신청</a:t>
            </a:r>
          </a:p>
        </p:txBody>
      </p:sp>
      <p:sp>
        <p:nvSpPr>
          <p:cNvPr id="58" name="TextBox 57">
            <a:extLst>
              <a:ext uri="{FF2B5EF4-FFF2-40B4-BE49-F238E27FC236}">
                <a16:creationId xmlns:a16="http://schemas.microsoft.com/office/drawing/2014/main" id="{AC050159-4AE3-4BCD-A610-9613AAFC70D8}"/>
              </a:ext>
            </a:extLst>
          </p:cNvPr>
          <p:cNvSpPr txBox="1"/>
          <p:nvPr/>
        </p:nvSpPr>
        <p:spPr>
          <a:xfrm>
            <a:off x="1805485" y="4321840"/>
            <a:ext cx="873957"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회원사 </a:t>
            </a:r>
            <a:r>
              <a:rPr lang="ko-KR" altLang="en-US" sz="800" b="1" dirty="0"/>
              <a:t>정보</a:t>
            </a:r>
          </a:p>
        </p:txBody>
      </p:sp>
      <p:graphicFrame>
        <p:nvGraphicFramePr>
          <p:cNvPr id="59" name="표 58">
            <a:extLst>
              <a:ext uri="{FF2B5EF4-FFF2-40B4-BE49-F238E27FC236}">
                <a16:creationId xmlns:a16="http://schemas.microsoft.com/office/drawing/2014/main" id="{96A86728-FA4C-4756-AA43-D1B5EC4679CE}"/>
              </a:ext>
            </a:extLst>
          </p:cNvPr>
          <p:cNvGraphicFramePr>
            <a:graphicFrameLocks noGrp="1"/>
          </p:cNvGraphicFramePr>
          <p:nvPr>
            <p:extLst>
              <p:ext uri="{D42A27DB-BD31-4B8C-83A1-F6EECF244321}">
                <p14:modId xmlns:p14="http://schemas.microsoft.com/office/powerpoint/2010/main" val="3451867016"/>
              </p:ext>
            </p:extLst>
          </p:nvPr>
        </p:nvGraphicFramePr>
        <p:xfrm>
          <a:off x="1885879" y="4537284"/>
          <a:ext cx="6768756" cy="1981200"/>
        </p:xfrm>
        <a:graphic>
          <a:graphicData uri="http://schemas.openxmlformats.org/drawingml/2006/table">
            <a:tbl>
              <a:tblPr firstRow="1" bandRow="1">
                <a:tableStyleId>{5C22544A-7EE6-4342-B048-85BDC9FD1C3A}</a:tableStyleId>
              </a:tblPr>
              <a:tblGrid>
                <a:gridCol w="1123769">
                  <a:extLst>
                    <a:ext uri="{9D8B030D-6E8A-4147-A177-3AD203B41FA5}">
                      <a16:colId xmlns:a16="http://schemas.microsoft.com/office/drawing/2014/main" val="20000"/>
                    </a:ext>
                  </a:extLst>
                </a:gridCol>
                <a:gridCol w="2458586">
                  <a:extLst>
                    <a:ext uri="{9D8B030D-6E8A-4147-A177-3AD203B41FA5}">
                      <a16:colId xmlns:a16="http://schemas.microsoft.com/office/drawing/2014/main" val="20001"/>
                    </a:ext>
                  </a:extLst>
                </a:gridCol>
                <a:gridCol w="981012">
                  <a:extLst>
                    <a:ext uri="{9D8B030D-6E8A-4147-A177-3AD203B41FA5}">
                      <a16:colId xmlns:a16="http://schemas.microsoft.com/office/drawing/2014/main" val="4123994656"/>
                    </a:ext>
                  </a:extLst>
                </a:gridCol>
                <a:gridCol w="2205389">
                  <a:extLst>
                    <a:ext uri="{9D8B030D-6E8A-4147-A177-3AD203B41FA5}">
                      <a16:colId xmlns:a16="http://schemas.microsoft.com/office/drawing/2014/main" val="1145626449"/>
                    </a:ext>
                  </a:extLst>
                </a:gridCol>
              </a:tblGrid>
              <a:tr h="0">
                <a:tc>
                  <a:txBody>
                    <a:bodyPr/>
                    <a:lstStyle/>
                    <a:p>
                      <a:pPr latinLnBrk="1"/>
                      <a:r>
                        <a:rPr lang="ko-KR" altLang="en-US" sz="800" b="0" dirty="0">
                          <a:solidFill>
                            <a:schemeClr val="tx1"/>
                          </a:solidFill>
                        </a:rPr>
                        <a:t>회원사 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사업자구분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개인판매   ○ 개인사업자   ○ 법인사업자 </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사업자등록번호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rgbClr val="C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대표연락처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158815553"/>
                  </a:ext>
                </a:extLst>
              </a:tr>
              <a:tr h="0">
                <a:tc>
                  <a:txBody>
                    <a:bodyPr/>
                    <a:lstStyle/>
                    <a:p>
                      <a:pPr latinLnBrk="1"/>
                      <a:r>
                        <a:rPr lang="ko-KR" altLang="en-US" sz="800" b="0" dirty="0" err="1">
                          <a:solidFill>
                            <a:schemeClr val="tx1"/>
                          </a:solidFill>
                        </a:rPr>
                        <a:t>대표이메일</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1" i="0" u="none" strike="noStrike" dirty="0">
                          <a:solidFill>
                            <a:srgbClr val="C00000"/>
                          </a:solidFill>
                          <a:effectLst/>
                          <a:latin typeface="+mn-lt"/>
                        </a:rPr>
                        <a:t>                                          </a:t>
                      </a:r>
                      <a:r>
                        <a:rPr lang="en-US" altLang="ko-KR" sz="800" b="1" i="0" u="none" strike="noStrike" dirty="0">
                          <a:solidFill>
                            <a:schemeClr val="tx1"/>
                          </a:solidFill>
                          <a:effectLst/>
                          <a:latin typeface="+mn-lt"/>
                        </a:rPr>
                        <a:t>@</a:t>
                      </a: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32034566"/>
                  </a:ext>
                </a:extLst>
              </a:tr>
              <a:tr h="0">
                <a:tc>
                  <a:txBody>
                    <a:bodyPr/>
                    <a:lstStyle/>
                    <a:p>
                      <a:pPr latinLnBrk="1"/>
                      <a:r>
                        <a:rPr lang="ko-KR" altLang="en-US" sz="800" b="0" dirty="0">
                          <a:solidFill>
                            <a:schemeClr val="tx1"/>
                          </a:solidFill>
                        </a:rPr>
                        <a:t>회원사 주소지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89819523"/>
                  </a:ext>
                </a:extLst>
              </a:tr>
              <a:tr h="0">
                <a:tc>
                  <a:txBody>
                    <a:bodyPr/>
                    <a:lstStyle/>
                    <a:p>
                      <a:pPr latinLnBrk="1"/>
                      <a:r>
                        <a:rPr lang="ko-KR" altLang="en-US" sz="800" b="0" dirty="0">
                          <a:solidFill>
                            <a:schemeClr val="tx1"/>
                          </a:solidFill>
                        </a:rPr>
                        <a:t>정산용 계좌번호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4078824373"/>
                  </a:ext>
                </a:extLst>
              </a:tr>
              <a:tr h="0">
                <a:tc>
                  <a:txBody>
                    <a:bodyPr/>
                    <a:lstStyle/>
                    <a:p>
                      <a:pPr latinLnBrk="1"/>
                      <a:r>
                        <a:rPr lang="ko-KR" altLang="en-US" sz="800" b="0" dirty="0">
                          <a:solidFill>
                            <a:schemeClr val="tx1"/>
                          </a:solidFill>
                        </a:rPr>
                        <a:t>정산용 통장사본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413651622"/>
                  </a:ext>
                </a:extLst>
              </a:tr>
            </a:tbl>
          </a:graphicData>
        </a:graphic>
      </p:graphicFrame>
      <p:sp>
        <p:nvSpPr>
          <p:cNvPr id="60" name="직사각형 59">
            <a:extLst>
              <a:ext uri="{FF2B5EF4-FFF2-40B4-BE49-F238E27FC236}">
                <a16:creationId xmlns:a16="http://schemas.microsoft.com/office/drawing/2014/main" id="{B97E7EC9-704F-4875-BC65-634D04252836}"/>
              </a:ext>
            </a:extLst>
          </p:cNvPr>
          <p:cNvSpPr/>
          <p:nvPr/>
        </p:nvSpPr>
        <p:spPr>
          <a:xfrm>
            <a:off x="3057873" y="4564017"/>
            <a:ext cx="5474510" cy="148514"/>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회원사 명</a:t>
            </a:r>
            <a:endParaRPr lang="en-US" altLang="ko-KR" sz="800" dirty="0">
              <a:solidFill>
                <a:schemeClr val="tx1"/>
              </a:solidFill>
            </a:endParaRPr>
          </a:p>
        </p:txBody>
      </p:sp>
      <p:sp>
        <p:nvSpPr>
          <p:cNvPr id="61" name="직사각형 60">
            <a:extLst>
              <a:ext uri="{FF2B5EF4-FFF2-40B4-BE49-F238E27FC236}">
                <a16:creationId xmlns:a16="http://schemas.microsoft.com/office/drawing/2014/main" id="{73FF9485-8AE9-4C7E-AB99-A8471DC226F1}"/>
              </a:ext>
            </a:extLst>
          </p:cNvPr>
          <p:cNvSpPr/>
          <p:nvPr/>
        </p:nvSpPr>
        <p:spPr>
          <a:xfrm>
            <a:off x="3958823" y="5452974"/>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우편번호찾기</a:t>
            </a:r>
            <a:endParaRPr lang="ko-KR" altLang="en-US" sz="800" dirty="0">
              <a:solidFill>
                <a:schemeClr val="bg1"/>
              </a:solidFill>
            </a:endParaRPr>
          </a:p>
        </p:txBody>
      </p:sp>
      <p:sp>
        <p:nvSpPr>
          <p:cNvPr id="62" name="직사각형 61">
            <a:extLst>
              <a:ext uri="{FF2B5EF4-FFF2-40B4-BE49-F238E27FC236}">
                <a16:creationId xmlns:a16="http://schemas.microsoft.com/office/drawing/2014/main" id="{9648D8FB-8735-4393-BDDA-F3D41A2B604F}"/>
              </a:ext>
            </a:extLst>
          </p:cNvPr>
          <p:cNvSpPr/>
          <p:nvPr/>
        </p:nvSpPr>
        <p:spPr>
          <a:xfrm>
            <a:off x="3057873" y="5459950"/>
            <a:ext cx="854065"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우편번호</a:t>
            </a:r>
          </a:p>
        </p:txBody>
      </p:sp>
      <p:sp>
        <p:nvSpPr>
          <p:cNvPr id="63" name="직사각형 62">
            <a:extLst>
              <a:ext uri="{FF2B5EF4-FFF2-40B4-BE49-F238E27FC236}">
                <a16:creationId xmlns:a16="http://schemas.microsoft.com/office/drawing/2014/main" id="{0B592B73-0303-4DB2-8E27-E65D9E8539D6}"/>
              </a:ext>
            </a:extLst>
          </p:cNvPr>
          <p:cNvSpPr/>
          <p:nvPr/>
        </p:nvSpPr>
        <p:spPr>
          <a:xfrm>
            <a:off x="3057873" y="5668418"/>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주소</a:t>
            </a:r>
          </a:p>
        </p:txBody>
      </p:sp>
      <p:sp>
        <p:nvSpPr>
          <p:cNvPr id="64" name="직사각형 63">
            <a:extLst>
              <a:ext uri="{FF2B5EF4-FFF2-40B4-BE49-F238E27FC236}">
                <a16:creationId xmlns:a16="http://schemas.microsoft.com/office/drawing/2014/main" id="{5E5E10BE-D640-4BF2-9237-8A463417C868}"/>
              </a:ext>
            </a:extLst>
          </p:cNvPr>
          <p:cNvSpPr/>
          <p:nvPr/>
        </p:nvSpPr>
        <p:spPr>
          <a:xfrm>
            <a:off x="3057873" y="5869622"/>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상세 주소 </a:t>
            </a:r>
          </a:p>
        </p:txBody>
      </p:sp>
      <p:sp>
        <p:nvSpPr>
          <p:cNvPr id="65" name="직사각형 64">
            <a:extLst>
              <a:ext uri="{FF2B5EF4-FFF2-40B4-BE49-F238E27FC236}">
                <a16:creationId xmlns:a16="http://schemas.microsoft.com/office/drawing/2014/main" id="{C40F8913-ABB5-4167-8959-A36F9A4DDFFF}"/>
              </a:ext>
            </a:extLst>
          </p:cNvPr>
          <p:cNvSpPr/>
          <p:nvPr/>
        </p:nvSpPr>
        <p:spPr>
          <a:xfrm>
            <a:off x="3056164" y="5208537"/>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solidFill>
            </a:endParaRPr>
          </a:p>
        </p:txBody>
      </p:sp>
      <p:sp>
        <p:nvSpPr>
          <p:cNvPr id="66" name="직사각형 65">
            <a:extLst>
              <a:ext uri="{FF2B5EF4-FFF2-40B4-BE49-F238E27FC236}">
                <a16:creationId xmlns:a16="http://schemas.microsoft.com/office/drawing/2014/main" id="{8E7E0567-E4CE-4F6D-ADCA-25144DF7271C}"/>
              </a:ext>
            </a:extLst>
          </p:cNvPr>
          <p:cNvSpPr/>
          <p:nvPr/>
        </p:nvSpPr>
        <p:spPr>
          <a:xfrm>
            <a:off x="4767518" y="5208537"/>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solidFill>
            </a:endParaRPr>
          </a:p>
        </p:txBody>
      </p:sp>
      <p:sp>
        <p:nvSpPr>
          <p:cNvPr id="67" name="직사각형 66">
            <a:extLst>
              <a:ext uri="{FF2B5EF4-FFF2-40B4-BE49-F238E27FC236}">
                <a16:creationId xmlns:a16="http://schemas.microsoft.com/office/drawing/2014/main" id="{52FA5DB1-8761-4178-AD20-178589B2F9F8}"/>
              </a:ext>
            </a:extLst>
          </p:cNvPr>
          <p:cNvSpPr/>
          <p:nvPr/>
        </p:nvSpPr>
        <p:spPr>
          <a:xfrm>
            <a:off x="6338963" y="5208537"/>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직접입력                       ▼</a:t>
            </a:r>
            <a:endParaRPr lang="en-US" altLang="ko-KR" sz="800" dirty="0">
              <a:solidFill>
                <a:schemeClr val="tx1"/>
              </a:solidFill>
            </a:endParaRPr>
          </a:p>
        </p:txBody>
      </p:sp>
      <p:grpSp>
        <p:nvGrpSpPr>
          <p:cNvPr id="68" name="그룹 67">
            <a:extLst>
              <a:ext uri="{FF2B5EF4-FFF2-40B4-BE49-F238E27FC236}">
                <a16:creationId xmlns:a16="http://schemas.microsoft.com/office/drawing/2014/main" id="{90BE7D68-8524-40B1-9AFC-6C5938F914CD}"/>
              </a:ext>
            </a:extLst>
          </p:cNvPr>
          <p:cNvGrpSpPr/>
          <p:nvPr/>
        </p:nvGrpSpPr>
        <p:grpSpPr>
          <a:xfrm>
            <a:off x="6526682" y="4721920"/>
            <a:ext cx="1426444" cy="230832"/>
            <a:chOff x="308616" y="753079"/>
            <a:chExt cx="1426444" cy="230832"/>
          </a:xfrm>
        </p:grpSpPr>
        <p:sp>
          <p:nvSpPr>
            <p:cNvPr id="69" name="직사각형 68">
              <a:extLst>
                <a:ext uri="{FF2B5EF4-FFF2-40B4-BE49-F238E27FC236}">
                  <a16:creationId xmlns:a16="http://schemas.microsoft.com/office/drawing/2014/main" id="{8A71556C-D76B-493A-AF2A-107FC02C6DA9}"/>
                </a:ext>
              </a:extLst>
            </p:cNvPr>
            <p:cNvSpPr/>
            <p:nvPr/>
          </p:nvSpPr>
          <p:spPr>
            <a:xfrm>
              <a:off x="308616" y="808571"/>
              <a:ext cx="393733"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010  </a:t>
              </a:r>
            </a:p>
          </p:txBody>
        </p:sp>
        <p:sp>
          <p:nvSpPr>
            <p:cNvPr id="70" name="직사각형 69">
              <a:extLst>
                <a:ext uri="{FF2B5EF4-FFF2-40B4-BE49-F238E27FC236}">
                  <a16:creationId xmlns:a16="http://schemas.microsoft.com/office/drawing/2014/main" id="{DDCCD058-A776-4C55-A0CF-B69EB148790B}"/>
                </a:ext>
              </a:extLst>
            </p:cNvPr>
            <p:cNvSpPr/>
            <p:nvPr/>
          </p:nvSpPr>
          <p:spPr>
            <a:xfrm>
              <a:off x="787127" y="808571"/>
              <a:ext cx="321444"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a:t>
              </a:r>
            </a:p>
          </p:txBody>
        </p:sp>
        <p:sp>
          <p:nvSpPr>
            <p:cNvPr id="71" name="직사각형 70">
              <a:extLst>
                <a:ext uri="{FF2B5EF4-FFF2-40B4-BE49-F238E27FC236}">
                  <a16:creationId xmlns:a16="http://schemas.microsoft.com/office/drawing/2014/main" id="{FC62DA5C-BB2E-4B71-AFC5-F9D464097EBC}"/>
                </a:ext>
              </a:extLst>
            </p:cNvPr>
            <p:cNvSpPr/>
            <p:nvPr/>
          </p:nvSpPr>
          <p:spPr>
            <a:xfrm>
              <a:off x="1180860" y="806458"/>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00000</a:t>
              </a:r>
            </a:p>
          </p:txBody>
        </p:sp>
        <p:sp>
          <p:nvSpPr>
            <p:cNvPr id="72" name="TextBox 71">
              <a:extLst>
                <a:ext uri="{FF2B5EF4-FFF2-40B4-BE49-F238E27FC236}">
                  <a16:creationId xmlns:a16="http://schemas.microsoft.com/office/drawing/2014/main" id="{4D23C3C2-16BD-49BD-9014-1B1EA4FD1970}"/>
                </a:ext>
              </a:extLst>
            </p:cNvPr>
            <p:cNvSpPr txBox="1"/>
            <p:nvPr/>
          </p:nvSpPr>
          <p:spPr>
            <a:xfrm>
              <a:off x="638952" y="753079"/>
              <a:ext cx="232756" cy="230832"/>
            </a:xfrm>
            <a:prstGeom prst="rect">
              <a:avLst/>
            </a:prstGeom>
            <a:noFill/>
          </p:spPr>
          <p:txBody>
            <a:bodyPr wrap="none" rtlCol="0">
              <a:spAutoFit/>
            </a:bodyPr>
            <a:lstStyle/>
            <a:p>
              <a:r>
                <a:rPr lang="en-US" altLang="ko-KR" sz="900" dirty="0"/>
                <a:t>-</a:t>
              </a:r>
              <a:endParaRPr lang="ko-KR" altLang="en-US" sz="900" dirty="0"/>
            </a:p>
          </p:txBody>
        </p:sp>
        <p:sp>
          <p:nvSpPr>
            <p:cNvPr id="73" name="TextBox 72">
              <a:extLst>
                <a:ext uri="{FF2B5EF4-FFF2-40B4-BE49-F238E27FC236}">
                  <a16:creationId xmlns:a16="http://schemas.microsoft.com/office/drawing/2014/main" id="{438DA867-B3F1-40EF-89A2-D7216BF2DCC3}"/>
                </a:ext>
              </a:extLst>
            </p:cNvPr>
            <p:cNvSpPr txBox="1"/>
            <p:nvPr/>
          </p:nvSpPr>
          <p:spPr>
            <a:xfrm>
              <a:off x="1032685" y="753079"/>
              <a:ext cx="232756" cy="230832"/>
            </a:xfrm>
            <a:prstGeom prst="rect">
              <a:avLst/>
            </a:prstGeom>
            <a:noFill/>
          </p:spPr>
          <p:txBody>
            <a:bodyPr wrap="none" rtlCol="0">
              <a:spAutoFit/>
            </a:bodyPr>
            <a:lstStyle/>
            <a:p>
              <a:r>
                <a:rPr lang="en-US" altLang="ko-KR" sz="900" dirty="0"/>
                <a:t>-</a:t>
              </a:r>
              <a:endParaRPr lang="ko-KR" altLang="en-US" sz="900" dirty="0"/>
            </a:p>
          </p:txBody>
        </p:sp>
      </p:grpSp>
      <p:grpSp>
        <p:nvGrpSpPr>
          <p:cNvPr id="74" name="그룹 73">
            <a:extLst>
              <a:ext uri="{FF2B5EF4-FFF2-40B4-BE49-F238E27FC236}">
                <a16:creationId xmlns:a16="http://schemas.microsoft.com/office/drawing/2014/main" id="{623D37D4-6BB5-4446-A989-C0DA2D6CFFC0}"/>
              </a:ext>
            </a:extLst>
          </p:cNvPr>
          <p:cNvGrpSpPr/>
          <p:nvPr/>
        </p:nvGrpSpPr>
        <p:grpSpPr>
          <a:xfrm>
            <a:off x="3060934" y="4924351"/>
            <a:ext cx="1789788" cy="230832"/>
            <a:chOff x="2924648" y="2579699"/>
            <a:chExt cx="1789788" cy="230832"/>
          </a:xfrm>
        </p:grpSpPr>
        <p:sp>
          <p:nvSpPr>
            <p:cNvPr id="75" name="직사각형 74">
              <a:extLst>
                <a:ext uri="{FF2B5EF4-FFF2-40B4-BE49-F238E27FC236}">
                  <a16:creationId xmlns:a16="http://schemas.microsoft.com/office/drawing/2014/main" id="{7664D561-F8B1-4676-AEDF-F5D2F137F9C6}"/>
                </a:ext>
              </a:extLst>
            </p:cNvPr>
            <p:cNvSpPr/>
            <p:nvPr/>
          </p:nvSpPr>
          <p:spPr>
            <a:xfrm>
              <a:off x="2924648"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010  </a:t>
              </a:r>
              <a:r>
                <a:rPr lang="ko-KR" altLang="en-US" sz="800" dirty="0">
                  <a:solidFill>
                    <a:schemeClr val="tx1"/>
                  </a:solidFill>
                </a:rPr>
                <a:t>▼</a:t>
              </a:r>
              <a:endParaRPr lang="en-US" altLang="ko-KR" sz="800" dirty="0">
                <a:solidFill>
                  <a:schemeClr val="tx1"/>
                </a:solidFill>
              </a:endParaRPr>
            </a:p>
          </p:txBody>
        </p:sp>
        <p:sp>
          <p:nvSpPr>
            <p:cNvPr id="76" name="직사각형 75">
              <a:extLst>
                <a:ext uri="{FF2B5EF4-FFF2-40B4-BE49-F238E27FC236}">
                  <a16:creationId xmlns:a16="http://schemas.microsoft.com/office/drawing/2014/main" id="{D06E3BCB-1A11-4F44-8E50-C21FEBAC6414}"/>
                </a:ext>
              </a:extLst>
            </p:cNvPr>
            <p:cNvSpPr/>
            <p:nvPr/>
          </p:nvSpPr>
          <p:spPr>
            <a:xfrm>
              <a:off x="3542442"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77" name="직사각형 76">
              <a:extLst>
                <a:ext uri="{FF2B5EF4-FFF2-40B4-BE49-F238E27FC236}">
                  <a16:creationId xmlns:a16="http://schemas.microsoft.com/office/drawing/2014/main" id="{27D15093-7426-4E53-862E-9054ADD7DDAF}"/>
                </a:ext>
              </a:extLst>
            </p:cNvPr>
            <p:cNvSpPr/>
            <p:nvPr/>
          </p:nvSpPr>
          <p:spPr>
            <a:xfrm>
              <a:off x="4160236" y="2633078"/>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78" name="TextBox 77">
              <a:extLst>
                <a:ext uri="{FF2B5EF4-FFF2-40B4-BE49-F238E27FC236}">
                  <a16:creationId xmlns:a16="http://schemas.microsoft.com/office/drawing/2014/main" id="{DB7B2527-0174-406B-8209-6E0005D55B21}"/>
                </a:ext>
              </a:extLst>
            </p:cNvPr>
            <p:cNvSpPr txBox="1"/>
            <p:nvPr/>
          </p:nvSpPr>
          <p:spPr>
            <a:xfrm>
              <a:off x="3394267" y="2579699"/>
              <a:ext cx="232756" cy="230832"/>
            </a:xfrm>
            <a:prstGeom prst="rect">
              <a:avLst/>
            </a:prstGeom>
            <a:noFill/>
          </p:spPr>
          <p:txBody>
            <a:bodyPr wrap="none" rtlCol="0">
              <a:spAutoFit/>
            </a:bodyPr>
            <a:lstStyle/>
            <a:p>
              <a:r>
                <a:rPr lang="en-US" altLang="ko-KR" sz="900" dirty="0"/>
                <a:t>-</a:t>
              </a:r>
              <a:endParaRPr lang="ko-KR" altLang="en-US" sz="900" dirty="0"/>
            </a:p>
          </p:txBody>
        </p:sp>
        <p:sp>
          <p:nvSpPr>
            <p:cNvPr id="79" name="TextBox 78">
              <a:extLst>
                <a:ext uri="{FF2B5EF4-FFF2-40B4-BE49-F238E27FC236}">
                  <a16:creationId xmlns:a16="http://schemas.microsoft.com/office/drawing/2014/main" id="{3E6644D1-D77C-43E0-8528-7E8365C7CCAB}"/>
                </a:ext>
              </a:extLst>
            </p:cNvPr>
            <p:cNvSpPr txBox="1"/>
            <p:nvPr/>
          </p:nvSpPr>
          <p:spPr>
            <a:xfrm>
              <a:off x="4012061" y="2579699"/>
              <a:ext cx="232756" cy="230832"/>
            </a:xfrm>
            <a:prstGeom prst="rect">
              <a:avLst/>
            </a:prstGeom>
            <a:noFill/>
          </p:spPr>
          <p:txBody>
            <a:bodyPr wrap="none" rtlCol="0">
              <a:spAutoFit/>
            </a:bodyPr>
            <a:lstStyle/>
            <a:p>
              <a:r>
                <a:rPr lang="en-US" altLang="ko-KR" sz="900" dirty="0"/>
                <a:t>-</a:t>
              </a:r>
              <a:endParaRPr lang="ko-KR" altLang="en-US" sz="900" dirty="0"/>
            </a:p>
          </p:txBody>
        </p:sp>
      </p:grpSp>
      <p:sp>
        <p:nvSpPr>
          <p:cNvPr id="82" name="직사각형 81">
            <a:extLst>
              <a:ext uri="{FF2B5EF4-FFF2-40B4-BE49-F238E27FC236}">
                <a16:creationId xmlns:a16="http://schemas.microsoft.com/office/drawing/2014/main" id="{05B6E8E7-376F-47CF-B4AC-997A190489AA}"/>
              </a:ext>
            </a:extLst>
          </p:cNvPr>
          <p:cNvSpPr/>
          <p:nvPr/>
        </p:nvSpPr>
        <p:spPr>
          <a:xfrm>
            <a:off x="3056164" y="6113883"/>
            <a:ext cx="968906"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은행선택  ▼</a:t>
            </a:r>
          </a:p>
        </p:txBody>
      </p:sp>
      <p:sp>
        <p:nvSpPr>
          <p:cNvPr id="83" name="직사각형 82">
            <a:extLst>
              <a:ext uri="{FF2B5EF4-FFF2-40B4-BE49-F238E27FC236}">
                <a16:creationId xmlns:a16="http://schemas.microsoft.com/office/drawing/2014/main" id="{823BE0A2-53AA-4F5F-9B0F-94E34DDA12B9}"/>
              </a:ext>
            </a:extLst>
          </p:cNvPr>
          <p:cNvSpPr/>
          <p:nvPr/>
        </p:nvSpPr>
        <p:spPr>
          <a:xfrm>
            <a:off x="4070316" y="6113883"/>
            <a:ext cx="1949807"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계좌번호 </a:t>
            </a:r>
            <a:r>
              <a:rPr lang="en-US" altLang="ko-KR" sz="800" dirty="0">
                <a:solidFill>
                  <a:schemeClr val="bg1">
                    <a:lumMod val="65000"/>
                  </a:schemeClr>
                </a:solidFill>
              </a:rPr>
              <a:t>(‘-’</a:t>
            </a:r>
            <a:r>
              <a:rPr lang="ko-KR" altLang="en-US" sz="800" dirty="0">
                <a:solidFill>
                  <a:schemeClr val="bg1">
                    <a:lumMod val="65000"/>
                  </a:schemeClr>
                </a:solidFill>
              </a:rPr>
              <a:t>없이 숫자만 입력</a:t>
            </a:r>
            <a:r>
              <a:rPr lang="en-US" altLang="ko-KR" sz="800" dirty="0">
                <a:solidFill>
                  <a:schemeClr val="bg1">
                    <a:lumMod val="65000"/>
                  </a:schemeClr>
                </a:solidFill>
              </a:rPr>
              <a:t>)</a:t>
            </a:r>
            <a:endParaRPr lang="ko-KR" altLang="en-US" sz="800" dirty="0">
              <a:solidFill>
                <a:schemeClr val="bg1">
                  <a:lumMod val="65000"/>
                </a:schemeClr>
              </a:solidFill>
            </a:endParaRPr>
          </a:p>
        </p:txBody>
      </p:sp>
      <p:sp>
        <p:nvSpPr>
          <p:cNvPr id="84" name="직사각형 83">
            <a:extLst>
              <a:ext uri="{FF2B5EF4-FFF2-40B4-BE49-F238E27FC236}">
                <a16:creationId xmlns:a16="http://schemas.microsoft.com/office/drawing/2014/main" id="{C8C85516-B681-488A-9C70-93BAF7F94658}"/>
              </a:ext>
            </a:extLst>
          </p:cNvPr>
          <p:cNvSpPr/>
          <p:nvPr/>
        </p:nvSpPr>
        <p:spPr>
          <a:xfrm>
            <a:off x="6056280" y="6113883"/>
            <a:ext cx="1188246"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예금주</a:t>
            </a:r>
          </a:p>
        </p:txBody>
      </p:sp>
      <p:sp>
        <p:nvSpPr>
          <p:cNvPr id="85" name="직사각형 84">
            <a:extLst>
              <a:ext uri="{FF2B5EF4-FFF2-40B4-BE49-F238E27FC236}">
                <a16:creationId xmlns:a16="http://schemas.microsoft.com/office/drawing/2014/main" id="{6BC54759-93E1-4548-8D51-E24468575777}"/>
              </a:ext>
            </a:extLst>
          </p:cNvPr>
          <p:cNvSpPr/>
          <p:nvPr/>
        </p:nvSpPr>
        <p:spPr>
          <a:xfrm>
            <a:off x="5051218" y="6335791"/>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p>
        </p:txBody>
      </p:sp>
      <p:sp>
        <p:nvSpPr>
          <p:cNvPr id="86" name="직사각형 85">
            <a:extLst>
              <a:ext uri="{FF2B5EF4-FFF2-40B4-BE49-F238E27FC236}">
                <a16:creationId xmlns:a16="http://schemas.microsoft.com/office/drawing/2014/main" id="{939941F1-6904-43D3-AB05-91FFBEF33A7E}"/>
              </a:ext>
            </a:extLst>
          </p:cNvPr>
          <p:cNvSpPr/>
          <p:nvPr/>
        </p:nvSpPr>
        <p:spPr>
          <a:xfrm>
            <a:off x="3064476" y="6335791"/>
            <a:ext cx="1949807" cy="15705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입력한 계좌번호와 동일한 통장첨부</a:t>
            </a:r>
          </a:p>
        </p:txBody>
      </p:sp>
      <p:sp>
        <p:nvSpPr>
          <p:cNvPr id="51" name="타원 50">
            <a:extLst>
              <a:ext uri="{FF2B5EF4-FFF2-40B4-BE49-F238E27FC236}">
                <a16:creationId xmlns:a16="http://schemas.microsoft.com/office/drawing/2014/main" id="{A5FB3320-E241-4586-BA6C-C495E1D90553}"/>
              </a:ext>
            </a:extLst>
          </p:cNvPr>
          <p:cNvSpPr/>
          <p:nvPr/>
        </p:nvSpPr>
        <p:spPr>
          <a:xfrm>
            <a:off x="2608207" y="1171216"/>
            <a:ext cx="1059735" cy="1069042"/>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2" name="TextBox 51">
            <a:extLst>
              <a:ext uri="{FF2B5EF4-FFF2-40B4-BE49-F238E27FC236}">
                <a16:creationId xmlns:a16="http://schemas.microsoft.com/office/drawing/2014/main" id="{B1C037A6-A12D-4FD7-A9AC-7020F464F2B7}"/>
              </a:ext>
            </a:extLst>
          </p:cNvPr>
          <p:cNvSpPr txBox="1"/>
          <p:nvPr/>
        </p:nvSpPr>
        <p:spPr>
          <a:xfrm>
            <a:off x="2854972" y="1302198"/>
            <a:ext cx="600265" cy="215444"/>
          </a:xfrm>
          <a:prstGeom prst="rect">
            <a:avLst/>
          </a:prstGeom>
          <a:noFill/>
        </p:spPr>
        <p:txBody>
          <a:bodyPr wrap="square">
            <a:spAutoFit/>
          </a:bodyPr>
          <a:lstStyle/>
          <a:p>
            <a:pPr algn="ctr"/>
            <a:r>
              <a:rPr lang="ko-KR" altLang="en-US" sz="800" b="1" dirty="0">
                <a:solidFill>
                  <a:schemeClr val="bg1"/>
                </a:solidFill>
              </a:rPr>
              <a:t>입력완료</a:t>
            </a:r>
          </a:p>
        </p:txBody>
      </p:sp>
      <p:sp>
        <p:nvSpPr>
          <p:cNvPr id="53" name="TextBox 52">
            <a:extLst>
              <a:ext uri="{FF2B5EF4-FFF2-40B4-BE49-F238E27FC236}">
                <a16:creationId xmlns:a16="http://schemas.microsoft.com/office/drawing/2014/main" id="{7741EEB4-272C-4C5D-B4B0-D938AC83BA91}"/>
              </a:ext>
            </a:extLst>
          </p:cNvPr>
          <p:cNvSpPr txBox="1"/>
          <p:nvPr/>
        </p:nvSpPr>
        <p:spPr>
          <a:xfrm>
            <a:off x="2880093" y="1500606"/>
            <a:ext cx="600265" cy="246221"/>
          </a:xfrm>
          <a:prstGeom prst="rect">
            <a:avLst/>
          </a:prstGeom>
          <a:noFill/>
        </p:spPr>
        <p:txBody>
          <a:bodyPr wrap="square">
            <a:spAutoFit/>
          </a:bodyPr>
          <a:lstStyle/>
          <a:p>
            <a:pPr algn="ctr"/>
            <a:r>
              <a:rPr lang="en-US" altLang="ko-KR" sz="1000" b="1" dirty="0">
                <a:solidFill>
                  <a:schemeClr val="bg1"/>
                </a:solidFill>
              </a:rPr>
              <a:t>Step 1</a:t>
            </a:r>
            <a:endParaRPr lang="ko-KR" altLang="en-US" sz="1000" b="1" dirty="0">
              <a:solidFill>
                <a:schemeClr val="bg1"/>
              </a:solidFill>
            </a:endParaRPr>
          </a:p>
        </p:txBody>
      </p:sp>
      <p:sp>
        <p:nvSpPr>
          <p:cNvPr id="54" name="TextBox 53">
            <a:extLst>
              <a:ext uri="{FF2B5EF4-FFF2-40B4-BE49-F238E27FC236}">
                <a16:creationId xmlns:a16="http://schemas.microsoft.com/office/drawing/2014/main" id="{D97853D3-FB4F-437C-9C74-83D6A60F5722}"/>
              </a:ext>
            </a:extLst>
          </p:cNvPr>
          <p:cNvSpPr txBox="1"/>
          <p:nvPr/>
        </p:nvSpPr>
        <p:spPr>
          <a:xfrm>
            <a:off x="2745071" y="1740450"/>
            <a:ext cx="870308" cy="276999"/>
          </a:xfrm>
          <a:prstGeom prst="rect">
            <a:avLst/>
          </a:prstGeom>
          <a:noFill/>
        </p:spPr>
        <p:txBody>
          <a:bodyPr wrap="square">
            <a:spAutoFit/>
          </a:bodyPr>
          <a:lstStyle/>
          <a:p>
            <a:pPr algn="ctr"/>
            <a:r>
              <a:rPr lang="ko-KR" altLang="en-US" sz="1200" b="1" dirty="0">
                <a:solidFill>
                  <a:schemeClr val="bg1"/>
                </a:solidFill>
              </a:rPr>
              <a:t>기본정보</a:t>
            </a:r>
          </a:p>
        </p:txBody>
      </p:sp>
      <p:sp>
        <p:nvSpPr>
          <p:cNvPr id="80" name="타원 79">
            <a:extLst>
              <a:ext uri="{FF2B5EF4-FFF2-40B4-BE49-F238E27FC236}">
                <a16:creationId xmlns:a16="http://schemas.microsoft.com/office/drawing/2014/main" id="{124E5F3E-238E-4CE2-B3AD-C204F0AE9E13}"/>
              </a:ext>
            </a:extLst>
          </p:cNvPr>
          <p:cNvSpPr/>
          <p:nvPr/>
        </p:nvSpPr>
        <p:spPr>
          <a:xfrm>
            <a:off x="4723019" y="1171419"/>
            <a:ext cx="1059735" cy="1069042"/>
          </a:xfrm>
          <a:prstGeom prst="ellipse">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1" name="TextBox 80">
            <a:extLst>
              <a:ext uri="{FF2B5EF4-FFF2-40B4-BE49-F238E27FC236}">
                <a16:creationId xmlns:a16="http://schemas.microsoft.com/office/drawing/2014/main" id="{C70148F5-A9B1-461A-8AE5-E86A75D57145}"/>
              </a:ext>
            </a:extLst>
          </p:cNvPr>
          <p:cNvSpPr txBox="1"/>
          <p:nvPr/>
        </p:nvSpPr>
        <p:spPr>
          <a:xfrm>
            <a:off x="4969784" y="1302401"/>
            <a:ext cx="600265" cy="215444"/>
          </a:xfrm>
          <a:prstGeom prst="rect">
            <a:avLst/>
          </a:prstGeom>
          <a:noFill/>
        </p:spPr>
        <p:txBody>
          <a:bodyPr wrap="square">
            <a:spAutoFit/>
          </a:bodyPr>
          <a:lstStyle/>
          <a:p>
            <a:pPr algn="ctr"/>
            <a:r>
              <a:rPr lang="ko-KR" altLang="en-US" sz="800" b="1" dirty="0" err="1">
                <a:solidFill>
                  <a:schemeClr val="bg1"/>
                </a:solidFill>
              </a:rPr>
              <a:t>미입력</a:t>
            </a:r>
            <a:endParaRPr lang="ko-KR" altLang="en-US" sz="800" b="1" dirty="0">
              <a:solidFill>
                <a:schemeClr val="bg1"/>
              </a:solidFill>
            </a:endParaRPr>
          </a:p>
        </p:txBody>
      </p:sp>
      <p:sp>
        <p:nvSpPr>
          <p:cNvPr id="87" name="TextBox 86">
            <a:extLst>
              <a:ext uri="{FF2B5EF4-FFF2-40B4-BE49-F238E27FC236}">
                <a16:creationId xmlns:a16="http://schemas.microsoft.com/office/drawing/2014/main" id="{69393AE3-94C1-40FB-BA0B-20197774DBD7}"/>
              </a:ext>
            </a:extLst>
          </p:cNvPr>
          <p:cNvSpPr txBox="1"/>
          <p:nvPr/>
        </p:nvSpPr>
        <p:spPr>
          <a:xfrm>
            <a:off x="4994905" y="1500809"/>
            <a:ext cx="600265" cy="246221"/>
          </a:xfrm>
          <a:prstGeom prst="rect">
            <a:avLst/>
          </a:prstGeom>
          <a:noFill/>
        </p:spPr>
        <p:txBody>
          <a:bodyPr wrap="square">
            <a:spAutoFit/>
          </a:bodyPr>
          <a:lstStyle/>
          <a:p>
            <a:pPr algn="ctr"/>
            <a:r>
              <a:rPr lang="en-US" altLang="ko-KR" sz="1000" b="1" dirty="0">
                <a:solidFill>
                  <a:schemeClr val="bg1"/>
                </a:solidFill>
              </a:rPr>
              <a:t>Step 2</a:t>
            </a:r>
            <a:endParaRPr lang="ko-KR" altLang="en-US" sz="1000" b="1" dirty="0">
              <a:solidFill>
                <a:schemeClr val="bg1"/>
              </a:solidFill>
            </a:endParaRPr>
          </a:p>
        </p:txBody>
      </p:sp>
      <p:sp>
        <p:nvSpPr>
          <p:cNvPr id="88" name="TextBox 87">
            <a:extLst>
              <a:ext uri="{FF2B5EF4-FFF2-40B4-BE49-F238E27FC236}">
                <a16:creationId xmlns:a16="http://schemas.microsoft.com/office/drawing/2014/main" id="{881F2741-CA77-4DFF-BA8C-3C57920386A8}"/>
              </a:ext>
            </a:extLst>
          </p:cNvPr>
          <p:cNvSpPr txBox="1"/>
          <p:nvPr/>
        </p:nvSpPr>
        <p:spPr>
          <a:xfrm>
            <a:off x="4788579" y="1740450"/>
            <a:ext cx="962673" cy="276999"/>
          </a:xfrm>
          <a:prstGeom prst="rect">
            <a:avLst/>
          </a:prstGeom>
          <a:noFill/>
        </p:spPr>
        <p:txBody>
          <a:bodyPr wrap="square">
            <a:spAutoFit/>
          </a:bodyPr>
          <a:lstStyle/>
          <a:p>
            <a:pPr algn="ctr"/>
            <a:r>
              <a:rPr lang="ko-KR" altLang="en-US" sz="1200" b="1">
                <a:solidFill>
                  <a:schemeClr val="bg1"/>
                </a:solidFill>
              </a:rPr>
              <a:t>회원사권한</a:t>
            </a:r>
            <a:endParaRPr lang="ko-KR" altLang="en-US" sz="1200" b="1" dirty="0">
              <a:solidFill>
                <a:schemeClr val="bg1"/>
              </a:solidFill>
            </a:endParaRPr>
          </a:p>
        </p:txBody>
      </p:sp>
      <p:sp>
        <p:nvSpPr>
          <p:cNvPr id="89" name="타원 88">
            <a:extLst>
              <a:ext uri="{FF2B5EF4-FFF2-40B4-BE49-F238E27FC236}">
                <a16:creationId xmlns:a16="http://schemas.microsoft.com/office/drawing/2014/main" id="{58751D4E-0316-436A-8920-6AD76BDE0B4D}"/>
              </a:ext>
            </a:extLst>
          </p:cNvPr>
          <p:cNvSpPr/>
          <p:nvPr/>
        </p:nvSpPr>
        <p:spPr>
          <a:xfrm>
            <a:off x="6837831" y="1171216"/>
            <a:ext cx="1059735" cy="1069042"/>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5AE78436-CC94-42EF-B4D2-B89989674CE0}"/>
              </a:ext>
            </a:extLst>
          </p:cNvPr>
          <p:cNvSpPr txBox="1"/>
          <p:nvPr/>
        </p:nvSpPr>
        <p:spPr>
          <a:xfrm>
            <a:off x="7084596" y="1302198"/>
            <a:ext cx="600265" cy="215444"/>
          </a:xfrm>
          <a:prstGeom prst="rect">
            <a:avLst/>
          </a:prstGeom>
          <a:noFill/>
        </p:spPr>
        <p:txBody>
          <a:bodyPr wrap="square">
            <a:spAutoFit/>
          </a:bodyPr>
          <a:lstStyle/>
          <a:p>
            <a:pPr algn="ctr"/>
            <a:r>
              <a:rPr lang="ko-KR" altLang="en-US" sz="800" b="1" dirty="0" err="1">
                <a:solidFill>
                  <a:schemeClr val="bg1"/>
                </a:solidFill>
              </a:rPr>
              <a:t>미입력</a:t>
            </a:r>
            <a:endParaRPr lang="ko-KR" altLang="en-US" sz="800" b="1" dirty="0">
              <a:solidFill>
                <a:schemeClr val="bg1"/>
              </a:solidFill>
            </a:endParaRPr>
          </a:p>
        </p:txBody>
      </p:sp>
      <p:sp>
        <p:nvSpPr>
          <p:cNvPr id="91" name="TextBox 90">
            <a:extLst>
              <a:ext uri="{FF2B5EF4-FFF2-40B4-BE49-F238E27FC236}">
                <a16:creationId xmlns:a16="http://schemas.microsoft.com/office/drawing/2014/main" id="{276D19E1-12E2-40AF-96F3-CBAF3D11B561}"/>
              </a:ext>
            </a:extLst>
          </p:cNvPr>
          <p:cNvSpPr txBox="1"/>
          <p:nvPr/>
        </p:nvSpPr>
        <p:spPr>
          <a:xfrm>
            <a:off x="7109717" y="1500606"/>
            <a:ext cx="600265" cy="246221"/>
          </a:xfrm>
          <a:prstGeom prst="rect">
            <a:avLst/>
          </a:prstGeom>
          <a:noFill/>
        </p:spPr>
        <p:txBody>
          <a:bodyPr wrap="square">
            <a:spAutoFit/>
          </a:bodyPr>
          <a:lstStyle/>
          <a:p>
            <a:pPr algn="ctr"/>
            <a:r>
              <a:rPr lang="en-US" altLang="ko-KR" sz="1000" b="1" dirty="0">
                <a:solidFill>
                  <a:schemeClr val="bg1"/>
                </a:solidFill>
              </a:rPr>
              <a:t>Step 3</a:t>
            </a:r>
            <a:endParaRPr lang="ko-KR" altLang="en-US" sz="1000" b="1" dirty="0">
              <a:solidFill>
                <a:schemeClr val="bg1"/>
              </a:solidFill>
            </a:endParaRPr>
          </a:p>
        </p:txBody>
      </p:sp>
      <p:sp>
        <p:nvSpPr>
          <p:cNvPr id="92" name="TextBox 91">
            <a:extLst>
              <a:ext uri="{FF2B5EF4-FFF2-40B4-BE49-F238E27FC236}">
                <a16:creationId xmlns:a16="http://schemas.microsoft.com/office/drawing/2014/main" id="{2D9C7313-7477-460F-B896-BFAFA6E74504}"/>
              </a:ext>
            </a:extLst>
          </p:cNvPr>
          <p:cNvSpPr txBox="1"/>
          <p:nvPr/>
        </p:nvSpPr>
        <p:spPr>
          <a:xfrm>
            <a:off x="6906263" y="1740450"/>
            <a:ext cx="1007172" cy="276999"/>
          </a:xfrm>
          <a:prstGeom prst="rect">
            <a:avLst/>
          </a:prstGeom>
          <a:noFill/>
        </p:spPr>
        <p:txBody>
          <a:bodyPr wrap="square">
            <a:spAutoFit/>
          </a:bodyPr>
          <a:lstStyle/>
          <a:p>
            <a:pPr algn="ctr"/>
            <a:r>
              <a:rPr lang="ko-KR" altLang="en-US" sz="1200" b="1">
                <a:solidFill>
                  <a:schemeClr val="bg1"/>
                </a:solidFill>
              </a:rPr>
              <a:t>판매자권한</a:t>
            </a:r>
            <a:endParaRPr lang="ko-KR" altLang="en-US" sz="1200" b="1" dirty="0">
              <a:solidFill>
                <a:schemeClr val="bg1"/>
              </a:solidFill>
            </a:endParaRPr>
          </a:p>
        </p:txBody>
      </p:sp>
      <p:cxnSp>
        <p:nvCxnSpPr>
          <p:cNvPr id="93" name="직선 연결선 92">
            <a:extLst>
              <a:ext uri="{FF2B5EF4-FFF2-40B4-BE49-F238E27FC236}">
                <a16:creationId xmlns:a16="http://schemas.microsoft.com/office/drawing/2014/main" id="{500D2CC3-BF45-49B6-8973-AFF9AD14A19C}"/>
              </a:ext>
            </a:extLst>
          </p:cNvPr>
          <p:cNvCxnSpPr>
            <a:stCxn id="51" idx="6"/>
            <a:endCxn id="80" idx="2"/>
          </p:cNvCxnSpPr>
          <p:nvPr/>
        </p:nvCxnSpPr>
        <p:spPr>
          <a:xfrm>
            <a:off x="3667942" y="1705737"/>
            <a:ext cx="1055077" cy="203"/>
          </a:xfrm>
          <a:prstGeom prst="line">
            <a:avLst/>
          </a:prstGeom>
          <a:ln w="19050">
            <a:prstDash val="dash"/>
          </a:ln>
        </p:spPr>
        <p:style>
          <a:lnRef idx="1">
            <a:schemeClr val="accent1"/>
          </a:lnRef>
          <a:fillRef idx="0">
            <a:schemeClr val="accent1"/>
          </a:fillRef>
          <a:effectRef idx="0">
            <a:schemeClr val="accent1"/>
          </a:effectRef>
          <a:fontRef idx="minor">
            <a:schemeClr val="tx1"/>
          </a:fontRef>
        </p:style>
      </p:cxnSp>
      <p:cxnSp>
        <p:nvCxnSpPr>
          <p:cNvPr id="94" name="직선 연결선 93">
            <a:extLst>
              <a:ext uri="{FF2B5EF4-FFF2-40B4-BE49-F238E27FC236}">
                <a16:creationId xmlns:a16="http://schemas.microsoft.com/office/drawing/2014/main" id="{97AB5714-B40F-4BD9-8879-9C31556511EA}"/>
              </a:ext>
            </a:extLst>
          </p:cNvPr>
          <p:cNvCxnSpPr>
            <a:cxnSpLocks/>
            <a:stCxn id="80" idx="6"/>
            <a:endCxn id="89" idx="2"/>
          </p:cNvCxnSpPr>
          <p:nvPr/>
        </p:nvCxnSpPr>
        <p:spPr>
          <a:xfrm flipV="1">
            <a:off x="5782754" y="1705737"/>
            <a:ext cx="1055077" cy="203"/>
          </a:xfrm>
          <a:prstGeom prst="line">
            <a:avLst/>
          </a:prstGeom>
          <a:ln w="19050">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sp>
        <p:nvSpPr>
          <p:cNvPr id="95" name="TextBox 94">
            <a:extLst>
              <a:ext uri="{FF2B5EF4-FFF2-40B4-BE49-F238E27FC236}">
                <a16:creationId xmlns:a16="http://schemas.microsoft.com/office/drawing/2014/main" id="{8FAA9DDA-FA87-4C3E-B8C1-2138F900B272}"/>
              </a:ext>
            </a:extLst>
          </p:cNvPr>
          <p:cNvSpPr txBox="1"/>
          <p:nvPr/>
        </p:nvSpPr>
        <p:spPr>
          <a:xfrm>
            <a:off x="1805486" y="7147048"/>
            <a:ext cx="1124026"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a:t>
            </a:r>
            <a:r>
              <a:rPr lang="ko-KR" altLang="en-US" sz="800" dirty="0">
                <a:latin typeface="맑은 고딕" panose="020B0503020000020004" pitchFamily="50" charset="-127"/>
              </a:rPr>
              <a:t> </a:t>
            </a:r>
            <a:r>
              <a:rPr lang="ko-KR" altLang="en-US" sz="800" b="1" dirty="0">
                <a:latin typeface="맑은 고딕" panose="020B0503020000020004" pitchFamily="50" charset="-127"/>
              </a:rPr>
              <a:t>약관 동의 </a:t>
            </a:r>
            <a:r>
              <a:rPr lang="en-US" altLang="ko-KR" sz="800" b="1" dirty="0">
                <a:latin typeface="맑은 고딕" panose="020B0503020000020004" pitchFamily="50" charset="-127"/>
              </a:rPr>
              <a:t>(</a:t>
            </a:r>
            <a:r>
              <a:rPr lang="ko-KR" altLang="en-US" sz="800" b="1" dirty="0">
                <a:latin typeface="맑은 고딕" panose="020B0503020000020004" pitchFamily="50" charset="-127"/>
              </a:rPr>
              <a:t>필수</a:t>
            </a:r>
            <a:r>
              <a:rPr lang="en-US" altLang="ko-KR" sz="800" b="1" dirty="0">
                <a:latin typeface="맑은 고딕" panose="020B0503020000020004" pitchFamily="50" charset="-127"/>
              </a:rPr>
              <a:t>)</a:t>
            </a:r>
            <a:endParaRPr lang="ko-KR" altLang="en-US" sz="800" b="1" dirty="0"/>
          </a:p>
        </p:txBody>
      </p:sp>
      <p:graphicFrame>
        <p:nvGraphicFramePr>
          <p:cNvPr id="96" name="표 95">
            <a:extLst>
              <a:ext uri="{FF2B5EF4-FFF2-40B4-BE49-F238E27FC236}">
                <a16:creationId xmlns:a16="http://schemas.microsoft.com/office/drawing/2014/main" id="{80C02DA0-5E12-433B-9E55-2B404A165FAF}"/>
              </a:ext>
            </a:extLst>
          </p:cNvPr>
          <p:cNvGraphicFramePr>
            <a:graphicFrameLocks noGrp="1"/>
          </p:cNvGraphicFramePr>
          <p:nvPr>
            <p:extLst>
              <p:ext uri="{D42A27DB-BD31-4B8C-83A1-F6EECF244321}">
                <p14:modId xmlns:p14="http://schemas.microsoft.com/office/powerpoint/2010/main" val="2873128970"/>
              </p:ext>
            </p:extLst>
          </p:nvPr>
        </p:nvGraphicFramePr>
        <p:xfrm>
          <a:off x="1885879" y="7384726"/>
          <a:ext cx="6768756" cy="380221"/>
        </p:xfrm>
        <a:graphic>
          <a:graphicData uri="http://schemas.openxmlformats.org/drawingml/2006/table">
            <a:tbl>
              <a:tblPr firstRow="1" bandRow="1">
                <a:tableStyleId>{5C22544A-7EE6-4342-B048-85BDC9FD1C3A}</a:tableStyleId>
              </a:tblPr>
              <a:tblGrid>
                <a:gridCol w="6768756">
                  <a:extLst>
                    <a:ext uri="{9D8B030D-6E8A-4147-A177-3AD203B41FA5}">
                      <a16:colId xmlns:a16="http://schemas.microsoft.com/office/drawing/2014/main" val="20001"/>
                    </a:ext>
                  </a:extLst>
                </a:gridCol>
              </a:tblGrid>
              <a:tr h="380221">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89819523"/>
                  </a:ext>
                </a:extLst>
              </a:tr>
            </a:tbl>
          </a:graphicData>
        </a:graphic>
      </p:graphicFrame>
      <p:pic>
        <p:nvPicPr>
          <p:cNvPr id="97" name="그림 96">
            <a:extLst>
              <a:ext uri="{FF2B5EF4-FFF2-40B4-BE49-F238E27FC236}">
                <a16:creationId xmlns:a16="http://schemas.microsoft.com/office/drawing/2014/main" id="{BA7288FB-F217-4306-9A71-BB516A6A6448}"/>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l="4629" t="3196" r="3195" b="2954"/>
          <a:stretch/>
        </p:blipFill>
        <p:spPr>
          <a:xfrm>
            <a:off x="1990933" y="7487566"/>
            <a:ext cx="144015" cy="146633"/>
          </a:xfrm>
          <a:prstGeom prst="rect">
            <a:avLst/>
          </a:prstGeom>
        </p:spPr>
      </p:pic>
      <p:sp>
        <p:nvSpPr>
          <p:cNvPr id="98" name="직사각형 97">
            <a:extLst>
              <a:ext uri="{FF2B5EF4-FFF2-40B4-BE49-F238E27FC236}">
                <a16:creationId xmlns:a16="http://schemas.microsoft.com/office/drawing/2014/main" id="{58F21CC1-FB20-488A-88B6-2E641514CAD9}"/>
              </a:ext>
            </a:extLst>
          </p:cNvPr>
          <p:cNvSpPr/>
          <p:nvPr/>
        </p:nvSpPr>
        <p:spPr>
          <a:xfrm>
            <a:off x="2092042" y="7447845"/>
            <a:ext cx="4572000" cy="215444"/>
          </a:xfrm>
          <a:prstGeom prst="rect">
            <a:avLst/>
          </a:prstGeom>
        </p:spPr>
        <p:txBody>
          <a:bodyPr>
            <a:spAutoFit/>
          </a:bodyPr>
          <a:lstStyle/>
          <a:p>
            <a:pPr>
              <a:defRPr/>
            </a:pPr>
            <a:r>
              <a:rPr lang="ko-KR" altLang="en-US" sz="800" b="1" dirty="0">
                <a:latin typeface="맑은 고딕" panose="020B0503020000020004" pitchFamily="50" charset="-127"/>
              </a:rPr>
              <a:t>상품 </a:t>
            </a:r>
            <a:r>
              <a:rPr lang="ko-KR" altLang="en-US" sz="800" b="1" dirty="0" err="1">
                <a:latin typeface="맑은 고딕" panose="020B0503020000020004" pitchFamily="50" charset="-127"/>
              </a:rPr>
              <a:t>판매시</a:t>
            </a:r>
            <a:r>
              <a:rPr lang="ko-KR" altLang="en-US" sz="800" b="1" dirty="0">
                <a:latin typeface="맑은 고딕" panose="020B0503020000020004" pitchFamily="50" charset="-127"/>
              </a:rPr>
              <a:t> 약관 동의 </a:t>
            </a:r>
            <a:r>
              <a:rPr lang="en-US" altLang="ko-KR" sz="800" dirty="0"/>
              <a:t>(</a:t>
            </a:r>
            <a:r>
              <a:rPr lang="ko-KR" altLang="en-US" sz="800" dirty="0"/>
              <a:t>필수</a:t>
            </a:r>
            <a:r>
              <a:rPr lang="en-US" altLang="ko-KR" sz="800" dirty="0"/>
              <a:t>)</a:t>
            </a:r>
          </a:p>
        </p:txBody>
      </p:sp>
      <p:sp>
        <p:nvSpPr>
          <p:cNvPr id="101" name="직사각형 100">
            <a:extLst>
              <a:ext uri="{FF2B5EF4-FFF2-40B4-BE49-F238E27FC236}">
                <a16:creationId xmlns:a16="http://schemas.microsoft.com/office/drawing/2014/main" id="{6A9D0FFD-4D91-477D-978B-8CE630AB40AF}"/>
              </a:ext>
            </a:extLst>
          </p:cNvPr>
          <p:cNvSpPr/>
          <p:nvPr/>
        </p:nvSpPr>
        <p:spPr>
          <a:xfrm>
            <a:off x="7904422" y="7484659"/>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graphicFrame>
        <p:nvGraphicFramePr>
          <p:cNvPr id="99" name="표 98">
            <a:extLst>
              <a:ext uri="{FF2B5EF4-FFF2-40B4-BE49-F238E27FC236}">
                <a16:creationId xmlns:a16="http://schemas.microsoft.com/office/drawing/2014/main" id="{ED09C901-FF32-4B53-A0CC-6D9DF02A1FAD}"/>
              </a:ext>
            </a:extLst>
          </p:cNvPr>
          <p:cNvGraphicFramePr>
            <a:graphicFrameLocks noGrp="1"/>
          </p:cNvGraphicFramePr>
          <p:nvPr>
            <p:extLst>
              <p:ext uri="{D42A27DB-BD31-4B8C-83A1-F6EECF244321}">
                <p14:modId xmlns:p14="http://schemas.microsoft.com/office/powerpoint/2010/main" val="525015524"/>
              </p:ext>
            </p:extLst>
          </p:nvPr>
        </p:nvGraphicFramePr>
        <p:xfrm>
          <a:off x="10171774" y="22159"/>
          <a:ext cx="1979018" cy="224131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RF-01-07-05</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회원가입 후 추가적인 정보를 입력 받을 수 있는 화면 </a:t>
                      </a:r>
                      <a:r>
                        <a:rPr lang="en-US" altLang="ko-KR" sz="800" dirty="0"/>
                        <a:t>Step 2</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회원 가입 후 회원사 권한을 위해 정보를 입력하는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561998347"/>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회원사 정보를 입력해야 권한을 부여한다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파일 찾기</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bl>
          </a:graphicData>
        </a:graphic>
      </p:graphicFrame>
      <p:sp>
        <p:nvSpPr>
          <p:cNvPr id="100" name="TextBox 99">
            <a:extLst>
              <a:ext uri="{FF2B5EF4-FFF2-40B4-BE49-F238E27FC236}">
                <a16:creationId xmlns:a16="http://schemas.microsoft.com/office/drawing/2014/main" id="{8B04C1AF-DDCC-47D4-AD64-A633AAD90936}"/>
              </a:ext>
            </a:extLst>
          </p:cNvPr>
          <p:cNvSpPr txBox="1"/>
          <p:nvPr/>
        </p:nvSpPr>
        <p:spPr>
          <a:xfrm>
            <a:off x="1693920" y="4618532"/>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102" name="TextBox 101">
            <a:extLst>
              <a:ext uri="{FF2B5EF4-FFF2-40B4-BE49-F238E27FC236}">
                <a16:creationId xmlns:a16="http://schemas.microsoft.com/office/drawing/2014/main" id="{8B04C1AF-DDCC-47D4-AD64-A633AAD90936}"/>
              </a:ext>
            </a:extLst>
          </p:cNvPr>
          <p:cNvSpPr txBox="1"/>
          <p:nvPr/>
        </p:nvSpPr>
        <p:spPr>
          <a:xfrm>
            <a:off x="5894127" y="6377433"/>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350497252"/>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extBox 16">
            <a:extLst>
              <a:ext uri="{FF2B5EF4-FFF2-40B4-BE49-F238E27FC236}">
                <a16:creationId xmlns:a16="http://schemas.microsoft.com/office/drawing/2014/main" id="{2BE711EF-860C-4A81-ADFC-A29AA69A7E9D}"/>
              </a:ext>
            </a:extLst>
          </p:cNvPr>
          <p:cNvSpPr txBox="1"/>
          <p:nvPr/>
        </p:nvSpPr>
        <p:spPr>
          <a:xfrm>
            <a:off x="1805485" y="2916734"/>
            <a:ext cx="734496"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ko-KR" altLang="en-US" sz="800" b="1" dirty="0"/>
              <a:t>회원정보</a:t>
            </a:r>
          </a:p>
        </p:txBody>
      </p:sp>
      <p:graphicFrame>
        <p:nvGraphicFramePr>
          <p:cNvPr id="18" name="표 17">
            <a:extLst>
              <a:ext uri="{FF2B5EF4-FFF2-40B4-BE49-F238E27FC236}">
                <a16:creationId xmlns:a16="http://schemas.microsoft.com/office/drawing/2014/main" id="{7BAABFEE-E110-458A-9DEC-9CB241820C08}"/>
              </a:ext>
            </a:extLst>
          </p:cNvPr>
          <p:cNvGraphicFramePr>
            <a:graphicFrameLocks noGrp="1"/>
          </p:cNvGraphicFramePr>
          <p:nvPr>
            <p:extLst>
              <p:ext uri="{D42A27DB-BD31-4B8C-83A1-F6EECF244321}">
                <p14:modId xmlns:p14="http://schemas.microsoft.com/office/powerpoint/2010/main" val="4230805895"/>
              </p:ext>
            </p:extLst>
          </p:nvPr>
        </p:nvGraphicFramePr>
        <p:xfrm>
          <a:off x="1885879" y="3132178"/>
          <a:ext cx="6768756" cy="426720"/>
        </p:xfrm>
        <a:graphic>
          <a:graphicData uri="http://schemas.openxmlformats.org/drawingml/2006/table">
            <a:tbl>
              <a:tblPr firstRow="1" bandRow="1">
                <a:tableStyleId>{5C22544A-7EE6-4342-B048-85BDC9FD1C3A}</a:tableStyleId>
              </a:tblPr>
              <a:tblGrid>
                <a:gridCol w="1123770">
                  <a:extLst>
                    <a:ext uri="{9D8B030D-6E8A-4147-A177-3AD203B41FA5}">
                      <a16:colId xmlns:a16="http://schemas.microsoft.com/office/drawing/2014/main" val="20000"/>
                    </a:ext>
                  </a:extLst>
                </a:gridCol>
                <a:gridCol w="2270861">
                  <a:extLst>
                    <a:ext uri="{9D8B030D-6E8A-4147-A177-3AD203B41FA5}">
                      <a16:colId xmlns:a16="http://schemas.microsoft.com/office/drawing/2014/main" val="20001"/>
                    </a:ext>
                  </a:extLst>
                </a:gridCol>
                <a:gridCol w="1174792">
                  <a:extLst>
                    <a:ext uri="{9D8B030D-6E8A-4147-A177-3AD203B41FA5}">
                      <a16:colId xmlns:a16="http://schemas.microsoft.com/office/drawing/2014/main" val="3928038812"/>
                    </a:ext>
                  </a:extLst>
                </a:gridCol>
                <a:gridCol w="2199333">
                  <a:extLst>
                    <a:ext uri="{9D8B030D-6E8A-4147-A177-3AD203B41FA5}">
                      <a16:colId xmlns:a16="http://schemas.microsoft.com/office/drawing/2014/main" val="1221996721"/>
                    </a:ext>
                  </a:extLst>
                </a:gridCol>
              </a:tblGrid>
              <a:tr h="0">
                <a:tc>
                  <a:txBody>
                    <a:bodyPr/>
                    <a:lstStyle/>
                    <a:p>
                      <a:pPr latinLnBrk="1"/>
                      <a:r>
                        <a:rPr lang="ko-KR" altLang="en-US" sz="800" b="0" dirty="0">
                          <a:solidFill>
                            <a:schemeClr val="tx1"/>
                          </a:solidFill>
                        </a:rPr>
                        <a:t>회원번호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M9-99872</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가입일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2024-10-01 12:21:12</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아이디</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abcde1234</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비밀번호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19" name="직사각형 18">
            <a:extLst>
              <a:ext uri="{FF2B5EF4-FFF2-40B4-BE49-F238E27FC236}">
                <a16:creationId xmlns:a16="http://schemas.microsoft.com/office/drawing/2014/main" id="{AAA931C5-2302-4462-A6FF-6AE677BD8017}"/>
              </a:ext>
            </a:extLst>
          </p:cNvPr>
          <p:cNvSpPr/>
          <p:nvPr/>
        </p:nvSpPr>
        <p:spPr>
          <a:xfrm>
            <a:off x="6526682" y="3377881"/>
            <a:ext cx="909631" cy="140567"/>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비밀번호변경</a:t>
            </a:r>
            <a:endParaRPr lang="en-US" altLang="ko-KR" sz="800" b="1" dirty="0">
              <a:solidFill>
                <a:schemeClr val="bg1"/>
              </a:solidFill>
            </a:endParaRPr>
          </a:p>
        </p:txBody>
      </p:sp>
      <p:sp>
        <p:nvSpPr>
          <p:cNvPr id="20" name="직사각형 19">
            <a:extLst>
              <a:ext uri="{FF2B5EF4-FFF2-40B4-BE49-F238E27FC236}">
                <a16:creationId xmlns:a16="http://schemas.microsoft.com/office/drawing/2014/main" id="{468DBABC-885B-4A66-822C-9565C0E4656D}"/>
              </a:ext>
            </a:extLst>
          </p:cNvPr>
          <p:cNvSpPr/>
          <p:nvPr/>
        </p:nvSpPr>
        <p:spPr>
          <a:xfrm>
            <a:off x="2864313" y="2474628"/>
            <a:ext cx="4572000" cy="246221"/>
          </a:xfrm>
          <a:prstGeom prst="rect">
            <a:avLst/>
          </a:prstGeom>
        </p:spPr>
        <p:txBody>
          <a:bodyPr>
            <a:spAutoFit/>
          </a:bodyPr>
          <a:lstStyle/>
          <a:p>
            <a:pPr algn="ctr">
              <a:defRPr/>
            </a:pPr>
            <a:r>
              <a:rPr lang="ko-KR" altLang="en-US" sz="1000" dirty="0"/>
              <a:t>플랫폼</a:t>
            </a:r>
            <a:r>
              <a:rPr lang="en-US" altLang="ko-KR" sz="1000" dirty="0"/>
              <a:t>(</a:t>
            </a:r>
            <a:r>
              <a:rPr lang="ko-KR" altLang="en-US" sz="1000" dirty="0"/>
              <a:t>사이트</a:t>
            </a:r>
            <a:r>
              <a:rPr lang="en-US" altLang="ko-KR" sz="1000" dirty="0"/>
              <a:t>)</a:t>
            </a:r>
            <a:r>
              <a:rPr lang="ko-KR" altLang="en-US" sz="1000" dirty="0"/>
              <a:t> 및 </a:t>
            </a:r>
            <a:r>
              <a:rPr lang="en-US" altLang="ko-KR" sz="1000" dirty="0"/>
              <a:t>Shop </a:t>
            </a:r>
            <a:r>
              <a:rPr lang="ko-KR" altLang="en-US" sz="1000" dirty="0"/>
              <a:t>채널을 이용할 수 있는 단계</a:t>
            </a:r>
            <a:endParaRPr lang="en-US" altLang="ko-KR" sz="1000" dirty="0"/>
          </a:p>
        </p:txBody>
      </p:sp>
      <p:sp>
        <p:nvSpPr>
          <p:cNvPr id="21" name="직사각형 20">
            <a:extLst>
              <a:ext uri="{FF2B5EF4-FFF2-40B4-BE49-F238E27FC236}">
                <a16:creationId xmlns:a16="http://schemas.microsoft.com/office/drawing/2014/main" id="{87324D11-48B8-4495-83EA-8E01C74C31BD}"/>
              </a:ext>
            </a:extLst>
          </p:cNvPr>
          <p:cNvSpPr/>
          <p:nvPr/>
        </p:nvSpPr>
        <p:spPr>
          <a:xfrm>
            <a:off x="6374422" y="7024772"/>
            <a:ext cx="1233215" cy="288032"/>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a:solidFill>
                  <a:schemeClr val="bg1"/>
                </a:solidFill>
              </a:rPr>
              <a:t>저장</a:t>
            </a:r>
          </a:p>
        </p:txBody>
      </p:sp>
      <p:sp>
        <p:nvSpPr>
          <p:cNvPr id="22" name="직사각형 21">
            <a:extLst>
              <a:ext uri="{FF2B5EF4-FFF2-40B4-BE49-F238E27FC236}">
                <a16:creationId xmlns:a16="http://schemas.microsoft.com/office/drawing/2014/main" id="{34AE335A-8208-4851-9AA8-30E6D2406862}"/>
              </a:ext>
            </a:extLst>
          </p:cNvPr>
          <p:cNvSpPr/>
          <p:nvPr/>
        </p:nvSpPr>
        <p:spPr>
          <a:xfrm>
            <a:off x="4581205" y="7024772"/>
            <a:ext cx="1675081" cy="288032"/>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dirty="0">
                <a:solidFill>
                  <a:schemeClr val="bg1"/>
                </a:solidFill>
              </a:rPr>
              <a:t>Step2 </a:t>
            </a:r>
            <a:r>
              <a:rPr lang="ko-KR" altLang="en-US" sz="900" dirty="0">
                <a:solidFill>
                  <a:schemeClr val="bg1"/>
                </a:solidFill>
              </a:rPr>
              <a:t>회원사권한 신청</a:t>
            </a:r>
          </a:p>
        </p:txBody>
      </p:sp>
      <p:sp>
        <p:nvSpPr>
          <p:cNvPr id="54" name="TextBox 53">
            <a:extLst>
              <a:ext uri="{FF2B5EF4-FFF2-40B4-BE49-F238E27FC236}">
                <a16:creationId xmlns:a16="http://schemas.microsoft.com/office/drawing/2014/main" id="{15AA30D1-3F4B-4F7D-A795-5C7063980278}"/>
              </a:ext>
            </a:extLst>
          </p:cNvPr>
          <p:cNvSpPr txBox="1"/>
          <p:nvPr/>
        </p:nvSpPr>
        <p:spPr>
          <a:xfrm>
            <a:off x="1811625" y="3958840"/>
            <a:ext cx="5436104"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회원사 판매권한 </a:t>
            </a:r>
            <a:r>
              <a:rPr lang="ko-KR" altLang="en-US" sz="800" b="1" dirty="0"/>
              <a:t>정보 </a:t>
            </a:r>
            <a:r>
              <a:rPr lang="en-US" altLang="ko-KR" sz="800" dirty="0">
                <a:solidFill>
                  <a:srgbClr val="FF0000"/>
                </a:solidFill>
              </a:rPr>
              <a:t>( M9</a:t>
            </a:r>
            <a:r>
              <a:rPr lang="ko-KR" altLang="en-US" sz="800" dirty="0">
                <a:solidFill>
                  <a:srgbClr val="FF0000"/>
                </a:solidFill>
              </a:rPr>
              <a:t> </a:t>
            </a:r>
            <a:r>
              <a:rPr lang="en-US" altLang="ko-KR" sz="800" dirty="0">
                <a:solidFill>
                  <a:srgbClr val="FF0000"/>
                </a:solidFill>
              </a:rPr>
              <a:t>Market </a:t>
            </a:r>
            <a:r>
              <a:rPr lang="ko-KR" altLang="en-US" sz="800" dirty="0">
                <a:solidFill>
                  <a:srgbClr val="FF0000"/>
                </a:solidFill>
              </a:rPr>
              <a:t>의 </a:t>
            </a:r>
            <a:r>
              <a:rPr lang="en-US" altLang="ko-KR" sz="800" dirty="0">
                <a:solidFill>
                  <a:srgbClr val="FF0000"/>
                </a:solidFill>
              </a:rPr>
              <a:t>Shop </a:t>
            </a:r>
            <a:r>
              <a:rPr lang="ko-KR" altLang="en-US" sz="800" dirty="0">
                <a:solidFill>
                  <a:srgbClr val="FF0000"/>
                </a:solidFill>
              </a:rPr>
              <a:t>채널에서 자사물건을 판매하기 위해서는 판매인증이 필요합니다</a:t>
            </a:r>
            <a:r>
              <a:rPr lang="en-US" altLang="ko-KR" sz="800" dirty="0">
                <a:solidFill>
                  <a:srgbClr val="FF0000"/>
                </a:solidFill>
              </a:rPr>
              <a:t>. )</a:t>
            </a:r>
            <a:endParaRPr lang="ko-KR" altLang="en-US" sz="800" dirty="0">
              <a:solidFill>
                <a:srgbClr val="FF0000"/>
              </a:solidFill>
            </a:endParaRPr>
          </a:p>
        </p:txBody>
      </p:sp>
      <p:graphicFrame>
        <p:nvGraphicFramePr>
          <p:cNvPr id="57" name="표 56">
            <a:extLst>
              <a:ext uri="{FF2B5EF4-FFF2-40B4-BE49-F238E27FC236}">
                <a16:creationId xmlns:a16="http://schemas.microsoft.com/office/drawing/2014/main" id="{113D2458-0979-49D9-88DE-ED9D5A525B80}"/>
              </a:ext>
            </a:extLst>
          </p:cNvPr>
          <p:cNvGraphicFramePr>
            <a:graphicFrameLocks noGrp="1"/>
          </p:cNvGraphicFramePr>
          <p:nvPr>
            <p:extLst>
              <p:ext uri="{D42A27DB-BD31-4B8C-83A1-F6EECF244321}">
                <p14:modId xmlns:p14="http://schemas.microsoft.com/office/powerpoint/2010/main" val="1926299138"/>
              </p:ext>
            </p:extLst>
          </p:nvPr>
        </p:nvGraphicFramePr>
        <p:xfrm>
          <a:off x="1885879" y="4174284"/>
          <a:ext cx="6774896" cy="853440"/>
        </p:xfrm>
        <a:graphic>
          <a:graphicData uri="http://schemas.openxmlformats.org/drawingml/2006/table">
            <a:tbl>
              <a:tblPr firstRow="1" bandRow="1">
                <a:tableStyleId>{5C22544A-7EE6-4342-B048-85BDC9FD1C3A}</a:tableStyleId>
              </a:tblPr>
              <a:tblGrid>
                <a:gridCol w="1628178">
                  <a:extLst>
                    <a:ext uri="{9D8B030D-6E8A-4147-A177-3AD203B41FA5}">
                      <a16:colId xmlns:a16="http://schemas.microsoft.com/office/drawing/2014/main" val="20000"/>
                    </a:ext>
                  </a:extLst>
                </a:gridCol>
                <a:gridCol w="4349519">
                  <a:extLst>
                    <a:ext uri="{9D8B030D-6E8A-4147-A177-3AD203B41FA5}">
                      <a16:colId xmlns:a16="http://schemas.microsoft.com/office/drawing/2014/main" val="20001"/>
                    </a:ext>
                  </a:extLst>
                </a:gridCol>
                <a:gridCol w="797199">
                  <a:extLst>
                    <a:ext uri="{9D8B030D-6E8A-4147-A177-3AD203B41FA5}">
                      <a16:colId xmlns:a16="http://schemas.microsoft.com/office/drawing/2014/main" val="2389116110"/>
                    </a:ext>
                  </a:extLst>
                </a:gridCol>
              </a:tblGrid>
              <a:tr h="0">
                <a:tc>
                  <a:txBody>
                    <a:bodyPr/>
                    <a:lstStyle/>
                    <a:p>
                      <a:pPr latinLnBrk="1"/>
                      <a:r>
                        <a:rPr lang="ko-KR" altLang="en-US" sz="800" b="0" dirty="0">
                          <a:solidFill>
                            <a:schemeClr val="tx1"/>
                          </a:solidFill>
                        </a:rPr>
                        <a:t>판매인증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i="0" u="none" strike="noStrike" dirty="0" err="1">
                          <a:solidFill>
                            <a:srgbClr val="FF0000"/>
                          </a:solidFill>
                          <a:effectLst/>
                          <a:latin typeface="+mn-lt"/>
                        </a:rPr>
                        <a:t>미인증</a:t>
                      </a:r>
                      <a:endParaRPr lang="ko-KR" altLang="en-US" sz="800" b="1" i="0" u="none" strike="noStrike" dirty="0">
                        <a:solidFill>
                          <a:srgbClr val="FF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rowSpan="4">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rgbClr val="FF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사업자등록증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v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사업자 명의 계좌번호 </a:t>
                      </a:r>
                      <a:r>
                        <a:rPr lang="en-US" altLang="ko-KR" sz="800" b="0" dirty="0">
                          <a:solidFill>
                            <a:schemeClr val="tx1"/>
                          </a:solidFill>
                        </a:rPr>
                        <a:t>(</a:t>
                      </a:r>
                      <a:r>
                        <a:rPr lang="ko-KR" altLang="en-US" sz="800" b="0" dirty="0">
                          <a:solidFill>
                            <a:schemeClr val="tx1"/>
                          </a:solidFill>
                        </a:rPr>
                        <a:t>정산용</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v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58815553"/>
                  </a:ext>
                </a:extLst>
              </a:tr>
              <a:tr h="0">
                <a:tc>
                  <a:txBody>
                    <a:bodyPr/>
                    <a:lstStyle/>
                    <a:p>
                      <a:pPr latinLnBrk="1"/>
                      <a:r>
                        <a:rPr lang="ko-KR" altLang="en-US" sz="800" b="0" dirty="0">
                          <a:solidFill>
                            <a:schemeClr val="tx1"/>
                          </a:solidFill>
                        </a:rPr>
                        <a:t>사업자 명의 통장사본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v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32034566"/>
                  </a:ext>
                </a:extLst>
              </a:tr>
            </a:tbl>
          </a:graphicData>
        </a:graphic>
      </p:graphicFrame>
      <p:sp>
        <p:nvSpPr>
          <p:cNvPr id="58" name="직사각형 57">
            <a:extLst>
              <a:ext uri="{FF2B5EF4-FFF2-40B4-BE49-F238E27FC236}">
                <a16:creationId xmlns:a16="http://schemas.microsoft.com/office/drawing/2014/main" id="{24CC2D9D-7DD2-4B51-A041-9231FDD05C6B}"/>
              </a:ext>
            </a:extLst>
          </p:cNvPr>
          <p:cNvSpPr/>
          <p:nvPr/>
        </p:nvSpPr>
        <p:spPr>
          <a:xfrm>
            <a:off x="5574256" y="4417145"/>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p>
        </p:txBody>
      </p:sp>
      <p:sp>
        <p:nvSpPr>
          <p:cNvPr id="59" name="직사각형 58">
            <a:extLst>
              <a:ext uri="{FF2B5EF4-FFF2-40B4-BE49-F238E27FC236}">
                <a16:creationId xmlns:a16="http://schemas.microsoft.com/office/drawing/2014/main" id="{7A1F1F72-AF64-40DD-B861-F5AB4CC59799}"/>
              </a:ext>
            </a:extLst>
          </p:cNvPr>
          <p:cNvSpPr/>
          <p:nvPr/>
        </p:nvSpPr>
        <p:spPr>
          <a:xfrm>
            <a:off x="3579202" y="4627869"/>
            <a:ext cx="968906"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은행선택  ▼</a:t>
            </a:r>
          </a:p>
        </p:txBody>
      </p:sp>
      <p:sp>
        <p:nvSpPr>
          <p:cNvPr id="60" name="직사각형 59">
            <a:extLst>
              <a:ext uri="{FF2B5EF4-FFF2-40B4-BE49-F238E27FC236}">
                <a16:creationId xmlns:a16="http://schemas.microsoft.com/office/drawing/2014/main" id="{6273120E-B79C-40CB-8192-CD2EB81C24D0}"/>
              </a:ext>
            </a:extLst>
          </p:cNvPr>
          <p:cNvSpPr/>
          <p:nvPr/>
        </p:nvSpPr>
        <p:spPr>
          <a:xfrm>
            <a:off x="4593354" y="4627869"/>
            <a:ext cx="1949807"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계좌번호 </a:t>
            </a:r>
            <a:r>
              <a:rPr lang="en-US" altLang="ko-KR" sz="800" dirty="0">
                <a:solidFill>
                  <a:schemeClr val="bg1">
                    <a:lumMod val="65000"/>
                  </a:schemeClr>
                </a:solidFill>
              </a:rPr>
              <a:t>(‘-’</a:t>
            </a:r>
            <a:r>
              <a:rPr lang="ko-KR" altLang="en-US" sz="800" dirty="0">
                <a:solidFill>
                  <a:schemeClr val="bg1">
                    <a:lumMod val="65000"/>
                  </a:schemeClr>
                </a:solidFill>
              </a:rPr>
              <a:t>없이 숫자만 입력</a:t>
            </a:r>
            <a:r>
              <a:rPr lang="en-US" altLang="ko-KR" sz="800" dirty="0">
                <a:solidFill>
                  <a:schemeClr val="bg1">
                    <a:lumMod val="65000"/>
                  </a:schemeClr>
                </a:solidFill>
              </a:rPr>
              <a:t>)</a:t>
            </a:r>
            <a:endParaRPr lang="ko-KR" altLang="en-US" sz="800" dirty="0">
              <a:solidFill>
                <a:schemeClr val="bg1">
                  <a:lumMod val="65000"/>
                </a:schemeClr>
              </a:solidFill>
            </a:endParaRPr>
          </a:p>
        </p:txBody>
      </p:sp>
      <p:sp>
        <p:nvSpPr>
          <p:cNvPr id="61" name="직사각형 60">
            <a:extLst>
              <a:ext uri="{FF2B5EF4-FFF2-40B4-BE49-F238E27FC236}">
                <a16:creationId xmlns:a16="http://schemas.microsoft.com/office/drawing/2014/main" id="{3A09BF26-B95F-44C9-AF6B-C3B4C60791FD}"/>
              </a:ext>
            </a:extLst>
          </p:cNvPr>
          <p:cNvSpPr/>
          <p:nvPr/>
        </p:nvSpPr>
        <p:spPr>
          <a:xfrm>
            <a:off x="6579318" y="4627869"/>
            <a:ext cx="1188246"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예금주</a:t>
            </a:r>
          </a:p>
        </p:txBody>
      </p:sp>
      <p:sp>
        <p:nvSpPr>
          <p:cNvPr id="62" name="직사각형 61">
            <a:extLst>
              <a:ext uri="{FF2B5EF4-FFF2-40B4-BE49-F238E27FC236}">
                <a16:creationId xmlns:a16="http://schemas.microsoft.com/office/drawing/2014/main" id="{60F0E99B-3827-4E6F-877C-030715BE98D8}"/>
              </a:ext>
            </a:extLst>
          </p:cNvPr>
          <p:cNvSpPr/>
          <p:nvPr/>
        </p:nvSpPr>
        <p:spPr>
          <a:xfrm>
            <a:off x="5574256" y="4849777"/>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p>
        </p:txBody>
      </p:sp>
      <p:sp>
        <p:nvSpPr>
          <p:cNvPr id="63" name="직사각형 62">
            <a:extLst>
              <a:ext uri="{FF2B5EF4-FFF2-40B4-BE49-F238E27FC236}">
                <a16:creationId xmlns:a16="http://schemas.microsoft.com/office/drawing/2014/main" id="{515ED422-5CE5-472F-9294-181C99225512}"/>
              </a:ext>
            </a:extLst>
          </p:cNvPr>
          <p:cNvSpPr/>
          <p:nvPr/>
        </p:nvSpPr>
        <p:spPr>
          <a:xfrm>
            <a:off x="3587514" y="4849777"/>
            <a:ext cx="1949807" cy="15705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입력한 계좌번호와 동일한 통장첨부</a:t>
            </a:r>
          </a:p>
        </p:txBody>
      </p:sp>
      <p:sp>
        <p:nvSpPr>
          <p:cNvPr id="64" name="직사각형 63">
            <a:extLst>
              <a:ext uri="{FF2B5EF4-FFF2-40B4-BE49-F238E27FC236}">
                <a16:creationId xmlns:a16="http://schemas.microsoft.com/office/drawing/2014/main" id="{D7DD23B1-F9B3-47BE-AE73-D75C305BED47}"/>
              </a:ext>
            </a:extLst>
          </p:cNvPr>
          <p:cNvSpPr/>
          <p:nvPr/>
        </p:nvSpPr>
        <p:spPr>
          <a:xfrm>
            <a:off x="3587514" y="4417145"/>
            <a:ext cx="1949807"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입력한 계좌번호와 동일한 통장첨부</a:t>
            </a:r>
          </a:p>
        </p:txBody>
      </p:sp>
      <p:sp>
        <p:nvSpPr>
          <p:cNvPr id="65" name="직사각형 64">
            <a:extLst>
              <a:ext uri="{FF2B5EF4-FFF2-40B4-BE49-F238E27FC236}">
                <a16:creationId xmlns:a16="http://schemas.microsoft.com/office/drawing/2014/main" id="{82CC98F2-0962-4B39-AE5D-23FEFF8B19E7}"/>
              </a:ext>
            </a:extLst>
          </p:cNvPr>
          <p:cNvSpPr/>
          <p:nvPr/>
        </p:nvSpPr>
        <p:spPr>
          <a:xfrm>
            <a:off x="8024717" y="4327143"/>
            <a:ext cx="505097" cy="547721"/>
          </a:xfrm>
          <a:prstGeom prst="rect">
            <a:avLst/>
          </a:prstGeom>
          <a:solidFill>
            <a:schemeClr val="tx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a:solidFill>
                  <a:schemeClr val="bg1"/>
                </a:solidFill>
              </a:rPr>
              <a:t>인증</a:t>
            </a:r>
            <a:endParaRPr lang="en-US" altLang="ko-KR" sz="900" dirty="0">
              <a:solidFill>
                <a:schemeClr val="bg1"/>
              </a:solidFill>
            </a:endParaRPr>
          </a:p>
          <a:p>
            <a:pPr algn="ctr"/>
            <a:r>
              <a:rPr lang="ko-KR" altLang="en-US" sz="900" dirty="0">
                <a:solidFill>
                  <a:schemeClr val="bg1"/>
                </a:solidFill>
              </a:rPr>
              <a:t>요청</a:t>
            </a:r>
          </a:p>
        </p:txBody>
      </p:sp>
      <p:sp>
        <p:nvSpPr>
          <p:cNvPr id="66" name="직사각형 65">
            <a:extLst>
              <a:ext uri="{FF2B5EF4-FFF2-40B4-BE49-F238E27FC236}">
                <a16:creationId xmlns:a16="http://schemas.microsoft.com/office/drawing/2014/main" id="{6C0E5ACC-9DC1-4249-9B92-ACBD64D247E5}"/>
              </a:ext>
            </a:extLst>
          </p:cNvPr>
          <p:cNvSpPr/>
          <p:nvPr/>
        </p:nvSpPr>
        <p:spPr>
          <a:xfrm>
            <a:off x="2787988" y="7024772"/>
            <a:ext cx="1675081" cy="288032"/>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dirty="0">
                <a:solidFill>
                  <a:schemeClr val="bg1"/>
                </a:solidFill>
              </a:rPr>
              <a:t>Step1 </a:t>
            </a:r>
            <a:r>
              <a:rPr lang="ko-KR" altLang="en-US" sz="900" dirty="0">
                <a:solidFill>
                  <a:schemeClr val="bg1"/>
                </a:solidFill>
              </a:rPr>
              <a:t>기본정보 신청</a:t>
            </a:r>
          </a:p>
        </p:txBody>
      </p:sp>
      <p:sp>
        <p:nvSpPr>
          <p:cNvPr id="36" name="타원 35">
            <a:extLst>
              <a:ext uri="{FF2B5EF4-FFF2-40B4-BE49-F238E27FC236}">
                <a16:creationId xmlns:a16="http://schemas.microsoft.com/office/drawing/2014/main" id="{7F834330-C85A-4FA2-8FAC-B03C2FA5E0B8}"/>
              </a:ext>
            </a:extLst>
          </p:cNvPr>
          <p:cNvSpPr/>
          <p:nvPr/>
        </p:nvSpPr>
        <p:spPr>
          <a:xfrm>
            <a:off x="2608207" y="1171216"/>
            <a:ext cx="1059735" cy="1069042"/>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7" name="TextBox 36">
            <a:extLst>
              <a:ext uri="{FF2B5EF4-FFF2-40B4-BE49-F238E27FC236}">
                <a16:creationId xmlns:a16="http://schemas.microsoft.com/office/drawing/2014/main" id="{CD18073A-149F-4785-A61D-A17B7E77D703}"/>
              </a:ext>
            </a:extLst>
          </p:cNvPr>
          <p:cNvSpPr txBox="1"/>
          <p:nvPr/>
        </p:nvSpPr>
        <p:spPr>
          <a:xfrm>
            <a:off x="2854972" y="1302198"/>
            <a:ext cx="600265" cy="215444"/>
          </a:xfrm>
          <a:prstGeom prst="rect">
            <a:avLst/>
          </a:prstGeom>
          <a:noFill/>
        </p:spPr>
        <p:txBody>
          <a:bodyPr wrap="square">
            <a:spAutoFit/>
          </a:bodyPr>
          <a:lstStyle/>
          <a:p>
            <a:pPr algn="ctr"/>
            <a:r>
              <a:rPr lang="ko-KR" altLang="en-US" sz="800" b="1" dirty="0">
                <a:solidFill>
                  <a:schemeClr val="bg1"/>
                </a:solidFill>
              </a:rPr>
              <a:t>입력완료</a:t>
            </a:r>
          </a:p>
        </p:txBody>
      </p:sp>
      <p:sp>
        <p:nvSpPr>
          <p:cNvPr id="38" name="TextBox 37">
            <a:extLst>
              <a:ext uri="{FF2B5EF4-FFF2-40B4-BE49-F238E27FC236}">
                <a16:creationId xmlns:a16="http://schemas.microsoft.com/office/drawing/2014/main" id="{09AC78CB-EF21-4003-88E5-CF91B0B833DA}"/>
              </a:ext>
            </a:extLst>
          </p:cNvPr>
          <p:cNvSpPr txBox="1"/>
          <p:nvPr/>
        </p:nvSpPr>
        <p:spPr>
          <a:xfrm>
            <a:off x="2880093" y="1500606"/>
            <a:ext cx="600265" cy="246221"/>
          </a:xfrm>
          <a:prstGeom prst="rect">
            <a:avLst/>
          </a:prstGeom>
          <a:noFill/>
        </p:spPr>
        <p:txBody>
          <a:bodyPr wrap="square">
            <a:spAutoFit/>
          </a:bodyPr>
          <a:lstStyle/>
          <a:p>
            <a:pPr algn="ctr"/>
            <a:r>
              <a:rPr lang="en-US" altLang="ko-KR" sz="1000" b="1" dirty="0">
                <a:solidFill>
                  <a:schemeClr val="bg1"/>
                </a:solidFill>
              </a:rPr>
              <a:t>Step 1</a:t>
            </a:r>
            <a:endParaRPr lang="ko-KR" altLang="en-US" sz="1000" b="1" dirty="0">
              <a:solidFill>
                <a:schemeClr val="bg1"/>
              </a:solidFill>
            </a:endParaRPr>
          </a:p>
        </p:txBody>
      </p:sp>
      <p:sp>
        <p:nvSpPr>
          <p:cNvPr id="39" name="TextBox 38">
            <a:extLst>
              <a:ext uri="{FF2B5EF4-FFF2-40B4-BE49-F238E27FC236}">
                <a16:creationId xmlns:a16="http://schemas.microsoft.com/office/drawing/2014/main" id="{DCF6D2EB-F4A1-44FD-84CE-7D586B3146F6}"/>
              </a:ext>
            </a:extLst>
          </p:cNvPr>
          <p:cNvSpPr txBox="1"/>
          <p:nvPr/>
        </p:nvSpPr>
        <p:spPr>
          <a:xfrm>
            <a:off x="2745071" y="1740450"/>
            <a:ext cx="870308" cy="276999"/>
          </a:xfrm>
          <a:prstGeom prst="rect">
            <a:avLst/>
          </a:prstGeom>
          <a:noFill/>
        </p:spPr>
        <p:txBody>
          <a:bodyPr wrap="square">
            <a:spAutoFit/>
          </a:bodyPr>
          <a:lstStyle/>
          <a:p>
            <a:pPr algn="ctr"/>
            <a:r>
              <a:rPr lang="ko-KR" altLang="en-US" sz="1200" b="1" dirty="0">
                <a:solidFill>
                  <a:schemeClr val="bg1"/>
                </a:solidFill>
              </a:rPr>
              <a:t>기본정보</a:t>
            </a:r>
          </a:p>
        </p:txBody>
      </p:sp>
      <p:sp>
        <p:nvSpPr>
          <p:cNvPr id="40" name="타원 39">
            <a:extLst>
              <a:ext uri="{FF2B5EF4-FFF2-40B4-BE49-F238E27FC236}">
                <a16:creationId xmlns:a16="http://schemas.microsoft.com/office/drawing/2014/main" id="{4D37AE48-79B0-4C51-9FC5-26BD7429D150}"/>
              </a:ext>
            </a:extLst>
          </p:cNvPr>
          <p:cNvSpPr/>
          <p:nvPr/>
        </p:nvSpPr>
        <p:spPr>
          <a:xfrm>
            <a:off x="4723019" y="1171419"/>
            <a:ext cx="1059735" cy="1069042"/>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 name="TextBox 40">
            <a:extLst>
              <a:ext uri="{FF2B5EF4-FFF2-40B4-BE49-F238E27FC236}">
                <a16:creationId xmlns:a16="http://schemas.microsoft.com/office/drawing/2014/main" id="{9601033B-65D2-4AE9-B3D3-3760D934B20F}"/>
              </a:ext>
            </a:extLst>
          </p:cNvPr>
          <p:cNvSpPr txBox="1"/>
          <p:nvPr/>
        </p:nvSpPr>
        <p:spPr>
          <a:xfrm>
            <a:off x="4969784" y="1302401"/>
            <a:ext cx="600265" cy="215444"/>
          </a:xfrm>
          <a:prstGeom prst="rect">
            <a:avLst/>
          </a:prstGeom>
          <a:noFill/>
        </p:spPr>
        <p:txBody>
          <a:bodyPr wrap="square">
            <a:spAutoFit/>
          </a:bodyPr>
          <a:lstStyle/>
          <a:p>
            <a:pPr algn="ctr"/>
            <a:r>
              <a:rPr lang="ko-KR" altLang="en-US" sz="800" b="1" dirty="0">
                <a:solidFill>
                  <a:schemeClr val="bg1"/>
                </a:solidFill>
              </a:rPr>
              <a:t>입력완료</a:t>
            </a:r>
          </a:p>
        </p:txBody>
      </p:sp>
      <p:sp>
        <p:nvSpPr>
          <p:cNvPr id="42" name="TextBox 41">
            <a:extLst>
              <a:ext uri="{FF2B5EF4-FFF2-40B4-BE49-F238E27FC236}">
                <a16:creationId xmlns:a16="http://schemas.microsoft.com/office/drawing/2014/main" id="{62EADC8B-B7EE-43F2-8C96-9C4DF827E627}"/>
              </a:ext>
            </a:extLst>
          </p:cNvPr>
          <p:cNvSpPr txBox="1"/>
          <p:nvPr/>
        </p:nvSpPr>
        <p:spPr>
          <a:xfrm>
            <a:off x="4994905" y="1500809"/>
            <a:ext cx="600265" cy="246221"/>
          </a:xfrm>
          <a:prstGeom prst="rect">
            <a:avLst/>
          </a:prstGeom>
          <a:noFill/>
        </p:spPr>
        <p:txBody>
          <a:bodyPr wrap="square">
            <a:spAutoFit/>
          </a:bodyPr>
          <a:lstStyle/>
          <a:p>
            <a:pPr algn="ctr"/>
            <a:r>
              <a:rPr lang="en-US" altLang="ko-KR" sz="1000" b="1" dirty="0">
                <a:solidFill>
                  <a:schemeClr val="bg1"/>
                </a:solidFill>
              </a:rPr>
              <a:t>Step 2</a:t>
            </a:r>
            <a:endParaRPr lang="ko-KR" altLang="en-US" sz="1000" b="1" dirty="0">
              <a:solidFill>
                <a:schemeClr val="bg1"/>
              </a:solidFill>
            </a:endParaRPr>
          </a:p>
        </p:txBody>
      </p:sp>
      <p:sp>
        <p:nvSpPr>
          <p:cNvPr id="43" name="TextBox 42">
            <a:extLst>
              <a:ext uri="{FF2B5EF4-FFF2-40B4-BE49-F238E27FC236}">
                <a16:creationId xmlns:a16="http://schemas.microsoft.com/office/drawing/2014/main" id="{D3B6E9A8-7E40-470A-81B1-C8BFBC6A5083}"/>
              </a:ext>
            </a:extLst>
          </p:cNvPr>
          <p:cNvSpPr txBox="1"/>
          <p:nvPr/>
        </p:nvSpPr>
        <p:spPr>
          <a:xfrm>
            <a:off x="4788579" y="1740450"/>
            <a:ext cx="962673" cy="276999"/>
          </a:xfrm>
          <a:prstGeom prst="rect">
            <a:avLst/>
          </a:prstGeom>
          <a:noFill/>
        </p:spPr>
        <p:txBody>
          <a:bodyPr wrap="square">
            <a:spAutoFit/>
          </a:bodyPr>
          <a:lstStyle/>
          <a:p>
            <a:pPr algn="ctr"/>
            <a:r>
              <a:rPr lang="ko-KR" altLang="en-US" sz="1200" b="1">
                <a:solidFill>
                  <a:schemeClr val="bg1"/>
                </a:solidFill>
              </a:rPr>
              <a:t>회원사권한</a:t>
            </a:r>
            <a:endParaRPr lang="ko-KR" altLang="en-US" sz="1200" b="1" dirty="0">
              <a:solidFill>
                <a:schemeClr val="bg1"/>
              </a:solidFill>
            </a:endParaRPr>
          </a:p>
        </p:txBody>
      </p:sp>
      <p:sp>
        <p:nvSpPr>
          <p:cNvPr id="44" name="타원 43">
            <a:extLst>
              <a:ext uri="{FF2B5EF4-FFF2-40B4-BE49-F238E27FC236}">
                <a16:creationId xmlns:a16="http://schemas.microsoft.com/office/drawing/2014/main" id="{6B0480A3-B41A-4C3B-A565-EA20B36AFCDD}"/>
              </a:ext>
            </a:extLst>
          </p:cNvPr>
          <p:cNvSpPr/>
          <p:nvPr/>
        </p:nvSpPr>
        <p:spPr>
          <a:xfrm>
            <a:off x="6837831" y="1171216"/>
            <a:ext cx="1059735" cy="1069042"/>
          </a:xfrm>
          <a:prstGeom prst="ellipse">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5" name="TextBox 44">
            <a:extLst>
              <a:ext uri="{FF2B5EF4-FFF2-40B4-BE49-F238E27FC236}">
                <a16:creationId xmlns:a16="http://schemas.microsoft.com/office/drawing/2014/main" id="{797AEE4E-CEFB-40CD-84C0-570F3E1D7932}"/>
              </a:ext>
            </a:extLst>
          </p:cNvPr>
          <p:cNvSpPr txBox="1"/>
          <p:nvPr/>
        </p:nvSpPr>
        <p:spPr>
          <a:xfrm>
            <a:off x="7084596" y="1302198"/>
            <a:ext cx="600265" cy="215444"/>
          </a:xfrm>
          <a:prstGeom prst="rect">
            <a:avLst/>
          </a:prstGeom>
          <a:noFill/>
        </p:spPr>
        <p:txBody>
          <a:bodyPr wrap="square">
            <a:spAutoFit/>
          </a:bodyPr>
          <a:lstStyle/>
          <a:p>
            <a:pPr algn="ctr"/>
            <a:r>
              <a:rPr lang="ko-KR" altLang="en-US" sz="800" b="1" dirty="0" err="1">
                <a:solidFill>
                  <a:schemeClr val="bg1"/>
                </a:solidFill>
              </a:rPr>
              <a:t>미입력</a:t>
            </a:r>
            <a:endParaRPr lang="ko-KR" altLang="en-US" sz="800" b="1" dirty="0">
              <a:solidFill>
                <a:schemeClr val="bg1"/>
              </a:solidFill>
            </a:endParaRPr>
          </a:p>
        </p:txBody>
      </p:sp>
      <p:sp>
        <p:nvSpPr>
          <p:cNvPr id="46" name="TextBox 45">
            <a:extLst>
              <a:ext uri="{FF2B5EF4-FFF2-40B4-BE49-F238E27FC236}">
                <a16:creationId xmlns:a16="http://schemas.microsoft.com/office/drawing/2014/main" id="{2AAE224C-B2CA-47BF-9472-574873FE6557}"/>
              </a:ext>
            </a:extLst>
          </p:cNvPr>
          <p:cNvSpPr txBox="1"/>
          <p:nvPr/>
        </p:nvSpPr>
        <p:spPr>
          <a:xfrm>
            <a:off x="7109717" y="1500606"/>
            <a:ext cx="600265" cy="246221"/>
          </a:xfrm>
          <a:prstGeom prst="rect">
            <a:avLst/>
          </a:prstGeom>
          <a:noFill/>
        </p:spPr>
        <p:txBody>
          <a:bodyPr wrap="square">
            <a:spAutoFit/>
          </a:bodyPr>
          <a:lstStyle/>
          <a:p>
            <a:pPr algn="ctr"/>
            <a:r>
              <a:rPr lang="en-US" altLang="ko-KR" sz="1000" b="1" dirty="0">
                <a:solidFill>
                  <a:schemeClr val="bg1"/>
                </a:solidFill>
              </a:rPr>
              <a:t>Step 3</a:t>
            </a:r>
            <a:endParaRPr lang="ko-KR" altLang="en-US" sz="1000" b="1" dirty="0">
              <a:solidFill>
                <a:schemeClr val="bg1"/>
              </a:solidFill>
            </a:endParaRPr>
          </a:p>
        </p:txBody>
      </p:sp>
      <p:sp>
        <p:nvSpPr>
          <p:cNvPr id="47" name="TextBox 46">
            <a:extLst>
              <a:ext uri="{FF2B5EF4-FFF2-40B4-BE49-F238E27FC236}">
                <a16:creationId xmlns:a16="http://schemas.microsoft.com/office/drawing/2014/main" id="{839E9DE7-6B0F-4D7C-8A0E-D2AC4F6731AC}"/>
              </a:ext>
            </a:extLst>
          </p:cNvPr>
          <p:cNvSpPr txBox="1"/>
          <p:nvPr/>
        </p:nvSpPr>
        <p:spPr>
          <a:xfrm>
            <a:off x="6906263" y="1740450"/>
            <a:ext cx="1007172" cy="276999"/>
          </a:xfrm>
          <a:prstGeom prst="rect">
            <a:avLst/>
          </a:prstGeom>
          <a:noFill/>
        </p:spPr>
        <p:txBody>
          <a:bodyPr wrap="square">
            <a:spAutoFit/>
          </a:bodyPr>
          <a:lstStyle/>
          <a:p>
            <a:pPr algn="ctr"/>
            <a:r>
              <a:rPr lang="ko-KR" altLang="en-US" sz="1200" b="1">
                <a:solidFill>
                  <a:schemeClr val="bg1"/>
                </a:solidFill>
              </a:rPr>
              <a:t>판매자권한</a:t>
            </a:r>
            <a:endParaRPr lang="ko-KR" altLang="en-US" sz="1200" b="1" dirty="0">
              <a:solidFill>
                <a:schemeClr val="bg1"/>
              </a:solidFill>
            </a:endParaRPr>
          </a:p>
        </p:txBody>
      </p:sp>
      <p:cxnSp>
        <p:nvCxnSpPr>
          <p:cNvPr id="48" name="직선 연결선 47">
            <a:extLst>
              <a:ext uri="{FF2B5EF4-FFF2-40B4-BE49-F238E27FC236}">
                <a16:creationId xmlns:a16="http://schemas.microsoft.com/office/drawing/2014/main" id="{8EB11946-7C41-4DC7-969A-AFC6D98E357C}"/>
              </a:ext>
            </a:extLst>
          </p:cNvPr>
          <p:cNvCxnSpPr>
            <a:stCxn id="36" idx="6"/>
            <a:endCxn id="40" idx="2"/>
          </p:cNvCxnSpPr>
          <p:nvPr/>
        </p:nvCxnSpPr>
        <p:spPr>
          <a:xfrm>
            <a:off x="3667942" y="1705737"/>
            <a:ext cx="1055077" cy="203"/>
          </a:xfrm>
          <a:prstGeom prst="line">
            <a:avLst/>
          </a:prstGeom>
          <a:ln w="19050">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9" name="직선 연결선 48">
            <a:extLst>
              <a:ext uri="{FF2B5EF4-FFF2-40B4-BE49-F238E27FC236}">
                <a16:creationId xmlns:a16="http://schemas.microsoft.com/office/drawing/2014/main" id="{786FF70F-38F2-4873-B9CA-503984730B9E}"/>
              </a:ext>
            </a:extLst>
          </p:cNvPr>
          <p:cNvCxnSpPr>
            <a:cxnSpLocks/>
            <a:stCxn id="40" idx="6"/>
            <a:endCxn id="44" idx="2"/>
          </p:cNvCxnSpPr>
          <p:nvPr/>
        </p:nvCxnSpPr>
        <p:spPr>
          <a:xfrm flipV="1">
            <a:off x="5782754" y="1705737"/>
            <a:ext cx="1055077" cy="203"/>
          </a:xfrm>
          <a:prstGeom prst="line">
            <a:avLst/>
          </a:prstGeom>
          <a:ln w="19050">
            <a:solidFill>
              <a:schemeClr val="accent5">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FE5D372B-D1AB-43B5-8CD2-B1F1E6B0E767}"/>
              </a:ext>
            </a:extLst>
          </p:cNvPr>
          <p:cNvSpPr txBox="1"/>
          <p:nvPr/>
        </p:nvSpPr>
        <p:spPr>
          <a:xfrm>
            <a:off x="1805486" y="5402068"/>
            <a:ext cx="1124026"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a:t>
            </a:r>
            <a:r>
              <a:rPr lang="ko-KR" altLang="en-US" sz="800" dirty="0">
                <a:latin typeface="맑은 고딕" panose="020B0503020000020004" pitchFamily="50" charset="-127"/>
              </a:rPr>
              <a:t> </a:t>
            </a:r>
            <a:r>
              <a:rPr lang="ko-KR" altLang="en-US" sz="800" b="1" dirty="0">
                <a:latin typeface="맑은 고딕" panose="020B0503020000020004" pitchFamily="50" charset="-127"/>
              </a:rPr>
              <a:t>약관 동의 </a:t>
            </a:r>
            <a:r>
              <a:rPr lang="en-US" altLang="ko-KR" sz="800" b="1" dirty="0">
                <a:latin typeface="맑은 고딕" panose="020B0503020000020004" pitchFamily="50" charset="-127"/>
              </a:rPr>
              <a:t>(</a:t>
            </a:r>
            <a:r>
              <a:rPr lang="ko-KR" altLang="en-US" sz="800" b="1" dirty="0">
                <a:latin typeface="맑은 고딕" panose="020B0503020000020004" pitchFamily="50" charset="-127"/>
              </a:rPr>
              <a:t>필수</a:t>
            </a:r>
            <a:r>
              <a:rPr lang="en-US" altLang="ko-KR" sz="800" b="1" dirty="0">
                <a:latin typeface="맑은 고딕" panose="020B0503020000020004" pitchFamily="50" charset="-127"/>
              </a:rPr>
              <a:t>)</a:t>
            </a:r>
            <a:endParaRPr lang="ko-KR" altLang="en-US" sz="800" b="1" dirty="0"/>
          </a:p>
        </p:txBody>
      </p:sp>
      <p:graphicFrame>
        <p:nvGraphicFramePr>
          <p:cNvPr id="50" name="표 49">
            <a:extLst>
              <a:ext uri="{FF2B5EF4-FFF2-40B4-BE49-F238E27FC236}">
                <a16:creationId xmlns:a16="http://schemas.microsoft.com/office/drawing/2014/main" id="{EAD65BBF-A29F-47F8-AD96-62AA5C7D1CE1}"/>
              </a:ext>
            </a:extLst>
          </p:cNvPr>
          <p:cNvGraphicFramePr>
            <a:graphicFrameLocks noGrp="1"/>
          </p:cNvGraphicFramePr>
          <p:nvPr>
            <p:extLst>
              <p:ext uri="{D42A27DB-BD31-4B8C-83A1-F6EECF244321}">
                <p14:modId xmlns:p14="http://schemas.microsoft.com/office/powerpoint/2010/main" val="3277399100"/>
              </p:ext>
            </p:extLst>
          </p:nvPr>
        </p:nvGraphicFramePr>
        <p:xfrm>
          <a:off x="1885879" y="5639746"/>
          <a:ext cx="6768756" cy="380221"/>
        </p:xfrm>
        <a:graphic>
          <a:graphicData uri="http://schemas.openxmlformats.org/drawingml/2006/table">
            <a:tbl>
              <a:tblPr firstRow="1" bandRow="1">
                <a:tableStyleId>{5C22544A-7EE6-4342-B048-85BDC9FD1C3A}</a:tableStyleId>
              </a:tblPr>
              <a:tblGrid>
                <a:gridCol w="6768756">
                  <a:extLst>
                    <a:ext uri="{9D8B030D-6E8A-4147-A177-3AD203B41FA5}">
                      <a16:colId xmlns:a16="http://schemas.microsoft.com/office/drawing/2014/main" val="20001"/>
                    </a:ext>
                  </a:extLst>
                </a:gridCol>
              </a:tblGrid>
              <a:tr h="380221">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89819523"/>
                  </a:ext>
                </a:extLst>
              </a:tr>
            </a:tbl>
          </a:graphicData>
        </a:graphic>
      </p:graphicFrame>
      <p:pic>
        <p:nvPicPr>
          <p:cNvPr id="51" name="그림 50">
            <a:extLst>
              <a:ext uri="{FF2B5EF4-FFF2-40B4-BE49-F238E27FC236}">
                <a16:creationId xmlns:a16="http://schemas.microsoft.com/office/drawing/2014/main" id="{A9857EB6-F9FE-49BB-8DB5-B389A78DE642}"/>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l="4629" t="3196" r="3195" b="2954"/>
          <a:stretch/>
        </p:blipFill>
        <p:spPr>
          <a:xfrm>
            <a:off x="1990933" y="5742586"/>
            <a:ext cx="144015" cy="146633"/>
          </a:xfrm>
          <a:prstGeom prst="rect">
            <a:avLst/>
          </a:prstGeom>
        </p:spPr>
      </p:pic>
      <p:sp>
        <p:nvSpPr>
          <p:cNvPr id="52" name="직사각형 51">
            <a:extLst>
              <a:ext uri="{FF2B5EF4-FFF2-40B4-BE49-F238E27FC236}">
                <a16:creationId xmlns:a16="http://schemas.microsoft.com/office/drawing/2014/main" id="{929B6553-13D1-472B-891D-8B2B5329E51E}"/>
              </a:ext>
            </a:extLst>
          </p:cNvPr>
          <p:cNvSpPr/>
          <p:nvPr/>
        </p:nvSpPr>
        <p:spPr>
          <a:xfrm>
            <a:off x="2092042" y="5702865"/>
            <a:ext cx="4572000" cy="215444"/>
          </a:xfrm>
          <a:prstGeom prst="rect">
            <a:avLst/>
          </a:prstGeom>
        </p:spPr>
        <p:txBody>
          <a:bodyPr>
            <a:spAutoFit/>
          </a:bodyPr>
          <a:lstStyle/>
          <a:p>
            <a:pPr>
              <a:defRPr/>
            </a:pPr>
            <a:r>
              <a:rPr lang="ko-KR" altLang="en-US" sz="800" b="1" dirty="0">
                <a:latin typeface="맑은 고딕" panose="020B0503020000020004" pitchFamily="50" charset="-127"/>
              </a:rPr>
              <a:t>판매권한 약관 동의 </a:t>
            </a:r>
            <a:r>
              <a:rPr lang="en-US" altLang="ko-KR" sz="800" dirty="0"/>
              <a:t>(</a:t>
            </a:r>
            <a:r>
              <a:rPr lang="ko-KR" altLang="en-US" sz="800" dirty="0"/>
              <a:t>필수</a:t>
            </a:r>
            <a:r>
              <a:rPr lang="en-US" altLang="ko-KR" sz="800" dirty="0"/>
              <a:t>)</a:t>
            </a:r>
          </a:p>
        </p:txBody>
      </p:sp>
      <p:sp>
        <p:nvSpPr>
          <p:cNvPr id="53" name="직사각형 52">
            <a:extLst>
              <a:ext uri="{FF2B5EF4-FFF2-40B4-BE49-F238E27FC236}">
                <a16:creationId xmlns:a16="http://schemas.microsoft.com/office/drawing/2014/main" id="{88C5FA9F-216F-4F97-ADB9-F272188546AB}"/>
              </a:ext>
            </a:extLst>
          </p:cNvPr>
          <p:cNvSpPr/>
          <p:nvPr/>
        </p:nvSpPr>
        <p:spPr>
          <a:xfrm>
            <a:off x="7904422" y="5739679"/>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graphicFrame>
        <p:nvGraphicFramePr>
          <p:cNvPr id="55" name="표 54">
            <a:extLst>
              <a:ext uri="{FF2B5EF4-FFF2-40B4-BE49-F238E27FC236}">
                <a16:creationId xmlns:a16="http://schemas.microsoft.com/office/drawing/2014/main" id="{EAEC7A25-DA8C-40AE-A96B-532D2004CB65}"/>
              </a:ext>
            </a:extLst>
          </p:cNvPr>
          <p:cNvGraphicFramePr>
            <a:graphicFrameLocks noGrp="1"/>
          </p:cNvGraphicFramePr>
          <p:nvPr>
            <p:extLst>
              <p:ext uri="{D42A27DB-BD31-4B8C-83A1-F6EECF244321}">
                <p14:modId xmlns:p14="http://schemas.microsoft.com/office/powerpoint/2010/main" val="2400056130"/>
              </p:ext>
            </p:extLst>
          </p:nvPr>
        </p:nvGraphicFramePr>
        <p:xfrm>
          <a:off x="10171774" y="22159"/>
          <a:ext cx="1979018" cy="233275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RF-01-07-06</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회원가입 후 추가적인 정보를 입력 받을 수 있는 화면 </a:t>
                      </a:r>
                      <a:r>
                        <a:rPr lang="en-US" altLang="ko-KR" sz="800" dirty="0"/>
                        <a:t>Step 3</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회원 가입 후 판매자 권한을 위해 정보를 입력</a:t>
                      </a:r>
                      <a:r>
                        <a:rPr lang="ko-KR" altLang="en-US" sz="800" baseline="0" dirty="0"/>
                        <a:t> 후 인증을 요청하는 화면</a:t>
                      </a:r>
                      <a:endParaRPr lang="ko-KR" altLang="en-US" sz="800" dirty="0"/>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39684992"/>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파일 찾기</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파일 찾기</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판매 권한 인증 요청 버튼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82562567"/>
                  </a:ext>
                </a:extLst>
              </a:tr>
            </a:tbl>
          </a:graphicData>
        </a:graphic>
      </p:graphicFrame>
      <p:sp>
        <p:nvSpPr>
          <p:cNvPr id="67" name="TextBox 66">
            <a:extLst>
              <a:ext uri="{FF2B5EF4-FFF2-40B4-BE49-F238E27FC236}">
                <a16:creationId xmlns:a16="http://schemas.microsoft.com/office/drawing/2014/main" id="{8B04C1AF-DDCC-47D4-AD64-A633AAD90936}"/>
              </a:ext>
            </a:extLst>
          </p:cNvPr>
          <p:cNvSpPr txBox="1"/>
          <p:nvPr/>
        </p:nvSpPr>
        <p:spPr>
          <a:xfrm>
            <a:off x="6365424" y="4263401"/>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68" name="TextBox 67">
            <a:extLst>
              <a:ext uri="{FF2B5EF4-FFF2-40B4-BE49-F238E27FC236}">
                <a16:creationId xmlns:a16="http://schemas.microsoft.com/office/drawing/2014/main" id="{8B04C1AF-DDCC-47D4-AD64-A633AAD90936}"/>
              </a:ext>
            </a:extLst>
          </p:cNvPr>
          <p:cNvSpPr txBox="1"/>
          <p:nvPr/>
        </p:nvSpPr>
        <p:spPr>
          <a:xfrm>
            <a:off x="6374422" y="4920237"/>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69" name="TextBox 68">
            <a:extLst>
              <a:ext uri="{FF2B5EF4-FFF2-40B4-BE49-F238E27FC236}">
                <a16:creationId xmlns:a16="http://schemas.microsoft.com/office/drawing/2014/main" id="{8B04C1AF-DDCC-47D4-AD64-A633AAD90936}"/>
              </a:ext>
            </a:extLst>
          </p:cNvPr>
          <p:cNvSpPr txBox="1"/>
          <p:nvPr/>
        </p:nvSpPr>
        <p:spPr>
          <a:xfrm>
            <a:off x="8355492" y="4244546"/>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Tree>
    <p:extLst>
      <p:ext uri="{BB962C8B-B14F-4D97-AF65-F5344CB8AC3E}">
        <p14:creationId xmlns:p14="http://schemas.microsoft.com/office/powerpoint/2010/main" val="3272613261"/>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CBFCAB15-AA38-4178-8BAA-E6BE6602CF9A}"/>
              </a:ext>
            </a:extLst>
          </p:cNvPr>
          <p:cNvSpPr/>
          <p:nvPr/>
        </p:nvSpPr>
        <p:spPr>
          <a:xfrm>
            <a:off x="1888066" y="1926166"/>
            <a:ext cx="3225800" cy="3005667"/>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 name="직사각형 2">
            <a:extLst>
              <a:ext uri="{FF2B5EF4-FFF2-40B4-BE49-F238E27FC236}">
                <a16:creationId xmlns:a16="http://schemas.microsoft.com/office/drawing/2014/main" id="{F726BE6E-69E5-4EC4-AE54-64FF0CC7B56A}"/>
              </a:ext>
            </a:extLst>
          </p:cNvPr>
          <p:cNvSpPr/>
          <p:nvPr/>
        </p:nvSpPr>
        <p:spPr>
          <a:xfrm>
            <a:off x="5113866" y="1926165"/>
            <a:ext cx="3225800" cy="3005667"/>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TextBox 3">
            <a:extLst>
              <a:ext uri="{FF2B5EF4-FFF2-40B4-BE49-F238E27FC236}">
                <a16:creationId xmlns:a16="http://schemas.microsoft.com/office/drawing/2014/main" id="{8781A81A-EC16-4568-A2B1-AD135F83A1A3}"/>
              </a:ext>
            </a:extLst>
          </p:cNvPr>
          <p:cNvSpPr txBox="1"/>
          <p:nvPr/>
        </p:nvSpPr>
        <p:spPr>
          <a:xfrm>
            <a:off x="2087072" y="2690213"/>
            <a:ext cx="873957"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아이디 찾기</a:t>
            </a:r>
            <a:endParaRPr lang="ko-KR" altLang="en-US" sz="800" b="1" dirty="0"/>
          </a:p>
        </p:txBody>
      </p:sp>
      <p:graphicFrame>
        <p:nvGraphicFramePr>
          <p:cNvPr id="5" name="표 4">
            <a:extLst>
              <a:ext uri="{FF2B5EF4-FFF2-40B4-BE49-F238E27FC236}">
                <a16:creationId xmlns:a16="http://schemas.microsoft.com/office/drawing/2014/main" id="{5206B34E-7366-49C4-8251-A4BCE914C118}"/>
              </a:ext>
            </a:extLst>
          </p:cNvPr>
          <p:cNvGraphicFramePr>
            <a:graphicFrameLocks noGrp="1"/>
          </p:cNvGraphicFramePr>
          <p:nvPr>
            <p:extLst>
              <p:ext uri="{D42A27DB-BD31-4B8C-83A1-F6EECF244321}">
                <p14:modId xmlns:p14="http://schemas.microsoft.com/office/powerpoint/2010/main" val="1523244628"/>
              </p:ext>
            </p:extLst>
          </p:nvPr>
        </p:nvGraphicFramePr>
        <p:xfrm>
          <a:off x="2152649" y="2973390"/>
          <a:ext cx="2696635" cy="426720"/>
        </p:xfrm>
        <a:graphic>
          <a:graphicData uri="http://schemas.openxmlformats.org/drawingml/2006/table">
            <a:tbl>
              <a:tblPr firstRow="1" bandRow="1">
                <a:tableStyleId>{5C22544A-7EE6-4342-B048-85BDC9FD1C3A}</a:tableStyleId>
              </a:tblPr>
              <a:tblGrid>
                <a:gridCol w="825502">
                  <a:extLst>
                    <a:ext uri="{9D8B030D-6E8A-4147-A177-3AD203B41FA5}">
                      <a16:colId xmlns:a16="http://schemas.microsoft.com/office/drawing/2014/main" val="20000"/>
                    </a:ext>
                  </a:extLst>
                </a:gridCol>
                <a:gridCol w="1871133">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회원번호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err="1">
                          <a:solidFill>
                            <a:schemeClr val="tx1"/>
                          </a:solidFill>
                        </a:rPr>
                        <a:t>대표이메일</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6" name="직사각형 5">
            <a:extLst>
              <a:ext uri="{FF2B5EF4-FFF2-40B4-BE49-F238E27FC236}">
                <a16:creationId xmlns:a16="http://schemas.microsoft.com/office/drawing/2014/main" id="{945E1315-83A4-4536-AF37-49A56A76C050}"/>
              </a:ext>
            </a:extLst>
          </p:cNvPr>
          <p:cNvSpPr/>
          <p:nvPr/>
        </p:nvSpPr>
        <p:spPr>
          <a:xfrm>
            <a:off x="2152649" y="3520524"/>
            <a:ext cx="2696635" cy="23867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아이디 찾기</a:t>
            </a:r>
            <a:endParaRPr lang="en-US" altLang="ko-KR" sz="800" b="1" dirty="0">
              <a:solidFill>
                <a:schemeClr val="bg1"/>
              </a:solidFill>
            </a:endParaRPr>
          </a:p>
        </p:txBody>
      </p:sp>
      <p:sp>
        <p:nvSpPr>
          <p:cNvPr id="7" name="직사각형 6">
            <a:extLst>
              <a:ext uri="{FF2B5EF4-FFF2-40B4-BE49-F238E27FC236}">
                <a16:creationId xmlns:a16="http://schemas.microsoft.com/office/drawing/2014/main" id="{21BD66D6-0E95-42CD-A7D1-F6BEE23E5F92}"/>
              </a:ext>
            </a:extLst>
          </p:cNvPr>
          <p:cNvSpPr/>
          <p:nvPr/>
        </p:nvSpPr>
        <p:spPr>
          <a:xfrm>
            <a:off x="3040869" y="3010828"/>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M9-00989</a:t>
            </a:r>
          </a:p>
        </p:txBody>
      </p:sp>
      <p:sp>
        <p:nvSpPr>
          <p:cNvPr id="8" name="직사각형 7">
            <a:extLst>
              <a:ext uri="{FF2B5EF4-FFF2-40B4-BE49-F238E27FC236}">
                <a16:creationId xmlns:a16="http://schemas.microsoft.com/office/drawing/2014/main" id="{868DE4A7-4D8F-4533-9418-6225CE537D85}"/>
              </a:ext>
            </a:extLst>
          </p:cNvPr>
          <p:cNvSpPr/>
          <p:nvPr/>
        </p:nvSpPr>
        <p:spPr>
          <a:xfrm>
            <a:off x="3040869" y="3217219"/>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abcde1234@naver.com</a:t>
            </a:r>
          </a:p>
        </p:txBody>
      </p:sp>
      <p:sp>
        <p:nvSpPr>
          <p:cNvPr id="9" name="TextBox 8">
            <a:extLst>
              <a:ext uri="{FF2B5EF4-FFF2-40B4-BE49-F238E27FC236}">
                <a16:creationId xmlns:a16="http://schemas.microsoft.com/office/drawing/2014/main" id="{2F997F85-4747-4C17-A03A-6ED1082938A8}"/>
              </a:ext>
            </a:extLst>
          </p:cNvPr>
          <p:cNvSpPr txBox="1"/>
          <p:nvPr/>
        </p:nvSpPr>
        <p:spPr>
          <a:xfrm>
            <a:off x="5280083" y="2690213"/>
            <a:ext cx="976549"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비밀번호 찾기</a:t>
            </a:r>
            <a:endParaRPr lang="ko-KR" altLang="en-US" sz="800" b="1" dirty="0"/>
          </a:p>
        </p:txBody>
      </p:sp>
      <p:graphicFrame>
        <p:nvGraphicFramePr>
          <p:cNvPr id="10" name="표 9">
            <a:extLst>
              <a:ext uri="{FF2B5EF4-FFF2-40B4-BE49-F238E27FC236}">
                <a16:creationId xmlns:a16="http://schemas.microsoft.com/office/drawing/2014/main" id="{96E2C076-4403-4A8E-B878-402357362678}"/>
              </a:ext>
            </a:extLst>
          </p:cNvPr>
          <p:cNvGraphicFramePr>
            <a:graphicFrameLocks noGrp="1"/>
          </p:cNvGraphicFramePr>
          <p:nvPr>
            <p:extLst>
              <p:ext uri="{D42A27DB-BD31-4B8C-83A1-F6EECF244321}">
                <p14:modId xmlns:p14="http://schemas.microsoft.com/office/powerpoint/2010/main" val="2926405520"/>
              </p:ext>
            </p:extLst>
          </p:nvPr>
        </p:nvGraphicFramePr>
        <p:xfrm>
          <a:off x="5345660" y="2973390"/>
          <a:ext cx="2696635" cy="426720"/>
        </p:xfrm>
        <a:graphic>
          <a:graphicData uri="http://schemas.openxmlformats.org/drawingml/2006/table">
            <a:tbl>
              <a:tblPr firstRow="1" bandRow="1">
                <a:tableStyleId>{5C22544A-7EE6-4342-B048-85BDC9FD1C3A}</a:tableStyleId>
              </a:tblPr>
              <a:tblGrid>
                <a:gridCol w="825502">
                  <a:extLst>
                    <a:ext uri="{9D8B030D-6E8A-4147-A177-3AD203B41FA5}">
                      <a16:colId xmlns:a16="http://schemas.microsoft.com/office/drawing/2014/main" val="20000"/>
                    </a:ext>
                  </a:extLst>
                </a:gridCol>
                <a:gridCol w="1871133">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아이디</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err="1">
                          <a:solidFill>
                            <a:schemeClr val="tx1"/>
                          </a:solidFill>
                        </a:rPr>
                        <a:t>대표이메일</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11" name="직사각형 10">
            <a:extLst>
              <a:ext uri="{FF2B5EF4-FFF2-40B4-BE49-F238E27FC236}">
                <a16:creationId xmlns:a16="http://schemas.microsoft.com/office/drawing/2014/main" id="{0D7D9939-3E82-48E5-ACFD-8A64CAFC05B7}"/>
              </a:ext>
            </a:extLst>
          </p:cNvPr>
          <p:cNvSpPr/>
          <p:nvPr/>
        </p:nvSpPr>
        <p:spPr>
          <a:xfrm>
            <a:off x="5345660" y="3520524"/>
            <a:ext cx="2696635" cy="23867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비밀번호 찾기</a:t>
            </a:r>
            <a:endParaRPr lang="en-US" altLang="ko-KR" sz="800" b="1" dirty="0">
              <a:solidFill>
                <a:schemeClr val="bg1"/>
              </a:solidFill>
            </a:endParaRPr>
          </a:p>
        </p:txBody>
      </p:sp>
      <p:sp>
        <p:nvSpPr>
          <p:cNvPr id="12" name="직사각형 11">
            <a:extLst>
              <a:ext uri="{FF2B5EF4-FFF2-40B4-BE49-F238E27FC236}">
                <a16:creationId xmlns:a16="http://schemas.microsoft.com/office/drawing/2014/main" id="{5B5C1776-DD15-4679-8A50-607E17123CC6}"/>
              </a:ext>
            </a:extLst>
          </p:cNvPr>
          <p:cNvSpPr/>
          <p:nvPr/>
        </p:nvSpPr>
        <p:spPr>
          <a:xfrm>
            <a:off x="6233880" y="3010828"/>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id1234</a:t>
            </a:r>
          </a:p>
        </p:txBody>
      </p:sp>
      <p:sp>
        <p:nvSpPr>
          <p:cNvPr id="13" name="직사각형 12">
            <a:extLst>
              <a:ext uri="{FF2B5EF4-FFF2-40B4-BE49-F238E27FC236}">
                <a16:creationId xmlns:a16="http://schemas.microsoft.com/office/drawing/2014/main" id="{2869721F-20F0-40EB-A130-F751E06B40FF}"/>
              </a:ext>
            </a:extLst>
          </p:cNvPr>
          <p:cNvSpPr/>
          <p:nvPr/>
        </p:nvSpPr>
        <p:spPr>
          <a:xfrm>
            <a:off x="6233880" y="3217219"/>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abcde1234@naver.com</a:t>
            </a:r>
          </a:p>
        </p:txBody>
      </p:sp>
      <p:sp>
        <p:nvSpPr>
          <p:cNvPr id="14" name="TextBox 13">
            <a:extLst>
              <a:ext uri="{FF2B5EF4-FFF2-40B4-BE49-F238E27FC236}">
                <a16:creationId xmlns:a16="http://schemas.microsoft.com/office/drawing/2014/main" id="{E768A09C-AFD0-4D38-8820-144E32D4A399}"/>
              </a:ext>
            </a:extLst>
          </p:cNvPr>
          <p:cNvSpPr txBox="1"/>
          <p:nvPr/>
        </p:nvSpPr>
        <p:spPr>
          <a:xfrm>
            <a:off x="2298554" y="3937828"/>
            <a:ext cx="2404826" cy="307777"/>
          </a:xfrm>
          <a:prstGeom prst="rect">
            <a:avLst/>
          </a:prstGeom>
          <a:noFill/>
        </p:spPr>
        <p:txBody>
          <a:bodyPr wrap="none" rtlCol="0">
            <a:spAutoFit/>
          </a:bodyPr>
          <a:lstStyle/>
          <a:p>
            <a:pPr algn="ctr"/>
            <a:r>
              <a:rPr lang="ko-KR" altLang="en-US" sz="1000" b="1" dirty="0"/>
              <a:t>찾으시는 아이디는  </a:t>
            </a:r>
            <a:r>
              <a:rPr lang="en-US" altLang="ko-KR" sz="1400" b="1" dirty="0">
                <a:solidFill>
                  <a:srgbClr val="FF0000"/>
                </a:solidFill>
              </a:rPr>
              <a:t>id1234 </a:t>
            </a:r>
            <a:r>
              <a:rPr lang="ko-KR" altLang="en-US" sz="1000" b="1" dirty="0"/>
              <a:t>입니다</a:t>
            </a:r>
            <a:r>
              <a:rPr lang="en-US" altLang="ko-KR" sz="1000" b="1" dirty="0"/>
              <a:t>.</a:t>
            </a:r>
            <a:endParaRPr lang="ko-KR" altLang="en-US" sz="1000" b="1" dirty="0"/>
          </a:p>
        </p:txBody>
      </p:sp>
      <p:sp>
        <p:nvSpPr>
          <p:cNvPr id="15" name="TextBox 14">
            <a:extLst>
              <a:ext uri="{FF2B5EF4-FFF2-40B4-BE49-F238E27FC236}">
                <a16:creationId xmlns:a16="http://schemas.microsoft.com/office/drawing/2014/main" id="{51E0D948-EC41-486C-B8BD-E4A1AB7A09F8}"/>
              </a:ext>
            </a:extLst>
          </p:cNvPr>
          <p:cNvSpPr txBox="1"/>
          <p:nvPr/>
        </p:nvSpPr>
        <p:spPr>
          <a:xfrm>
            <a:off x="2644003" y="4293445"/>
            <a:ext cx="1713931" cy="246221"/>
          </a:xfrm>
          <a:prstGeom prst="rect">
            <a:avLst/>
          </a:prstGeom>
          <a:noFill/>
        </p:spPr>
        <p:txBody>
          <a:bodyPr wrap="none" rtlCol="0">
            <a:spAutoFit/>
          </a:bodyPr>
          <a:lstStyle/>
          <a:p>
            <a:pPr algn="ctr"/>
            <a:r>
              <a:rPr lang="ko-KR" altLang="en-US" sz="1000" b="1" dirty="0"/>
              <a:t>일치하는 정보가 없습니다</a:t>
            </a:r>
            <a:r>
              <a:rPr lang="en-US" altLang="ko-KR" sz="1000" b="1" dirty="0"/>
              <a:t>.</a:t>
            </a:r>
            <a:endParaRPr lang="ko-KR" altLang="en-US" sz="1000" b="1" dirty="0"/>
          </a:p>
        </p:txBody>
      </p:sp>
      <p:sp>
        <p:nvSpPr>
          <p:cNvPr id="16" name="TextBox 15">
            <a:extLst>
              <a:ext uri="{FF2B5EF4-FFF2-40B4-BE49-F238E27FC236}">
                <a16:creationId xmlns:a16="http://schemas.microsoft.com/office/drawing/2014/main" id="{C5E09C3A-5325-4495-908D-071E3BC1382A}"/>
              </a:ext>
            </a:extLst>
          </p:cNvPr>
          <p:cNvSpPr txBox="1"/>
          <p:nvPr/>
        </p:nvSpPr>
        <p:spPr>
          <a:xfrm>
            <a:off x="2087072" y="3999268"/>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17" name="TextBox 16">
            <a:extLst>
              <a:ext uri="{FF2B5EF4-FFF2-40B4-BE49-F238E27FC236}">
                <a16:creationId xmlns:a16="http://schemas.microsoft.com/office/drawing/2014/main" id="{7725A105-44A0-449D-B69F-FFC3A2409C46}"/>
              </a:ext>
            </a:extLst>
          </p:cNvPr>
          <p:cNvSpPr txBox="1"/>
          <p:nvPr/>
        </p:nvSpPr>
        <p:spPr>
          <a:xfrm>
            <a:off x="2412209" y="4301139"/>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graphicFrame>
        <p:nvGraphicFramePr>
          <p:cNvPr id="18" name="표 17">
            <a:extLst>
              <a:ext uri="{FF2B5EF4-FFF2-40B4-BE49-F238E27FC236}">
                <a16:creationId xmlns:a16="http://schemas.microsoft.com/office/drawing/2014/main" id="{A74F79B6-EEEF-4C5C-9D30-A92FBFFBA509}"/>
              </a:ext>
            </a:extLst>
          </p:cNvPr>
          <p:cNvGraphicFramePr>
            <a:graphicFrameLocks noGrp="1"/>
          </p:cNvGraphicFramePr>
          <p:nvPr>
            <p:extLst>
              <p:ext uri="{D42A27DB-BD31-4B8C-83A1-F6EECF244321}">
                <p14:modId xmlns:p14="http://schemas.microsoft.com/office/powerpoint/2010/main" val="423718848"/>
              </p:ext>
            </p:extLst>
          </p:nvPr>
        </p:nvGraphicFramePr>
        <p:xfrm>
          <a:off x="10171774" y="22159"/>
          <a:ext cx="1979018" cy="306427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RF-01-07-07</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아이디 </a:t>
                      </a:r>
                      <a:r>
                        <a:rPr lang="en-US" altLang="ko-KR" sz="800" dirty="0"/>
                        <a:t>&amp; </a:t>
                      </a:r>
                      <a:r>
                        <a:rPr lang="ko-KR" altLang="en-US" sz="800" dirty="0"/>
                        <a:t>비밀번호 찾기 폼</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아이디</a:t>
                      </a:r>
                      <a:r>
                        <a:rPr lang="en-US" altLang="ko-KR" sz="800" dirty="0"/>
                        <a:t>,</a:t>
                      </a:r>
                      <a:r>
                        <a:rPr lang="en-US" altLang="ko-KR" sz="800" baseline="0" dirty="0"/>
                        <a:t> </a:t>
                      </a:r>
                      <a:r>
                        <a:rPr lang="ko-KR" altLang="en-US" sz="800" baseline="0" dirty="0"/>
                        <a:t>비밀번호 찾기 화면</a:t>
                      </a:r>
                      <a:endParaRPr lang="ko-KR" altLang="en-US" sz="800" dirty="0"/>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890258750"/>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정보가 맞으면 하단으로 아이디가 표시</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정보가 </a:t>
                      </a:r>
                      <a:r>
                        <a:rPr lang="ko-KR" altLang="en-US" sz="800" b="0" dirty="0" err="1">
                          <a:solidFill>
                            <a:schemeClr val="tx1"/>
                          </a:solidFill>
                        </a:rPr>
                        <a:t>맞지않으면</a:t>
                      </a:r>
                      <a:r>
                        <a:rPr lang="ko-KR" altLang="en-US" sz="800" b="0" dirty="0">
                          <a:solidFill>
                            <a:schemeClr val="tx1"/>
                          </a:solidFill>
                        </a:rPr>
                        <a:t> 하단으로 </a:t>
                      </a:r>
                      <a:r>
                        <a:rPr lang="en-US" altLang="ko-KR" sz="800" b="0" dirty="0">
                          <a:solidFill>
                            <a:schemeClr val="tx1"/>
                          </a:solidFill>
                        </a:rPr>
                        <a:t>“</a:t>
                      </a:r>
                      <a:r>
                        <a:rPr lang="ko-KR" altLang="en-US" sz="800" b="0" dirty="0">
                          <a:solidFill>
                            <a:schemeClr val="tx1"/>
                          </a:solidFill>
                        </a:rPr>
                        <a:t>일치하는 정보가 없습니다</a:t>
                      </a:r>
                      <a:r>
                        <a:rPr lang="en-US" altLang="ko-KR" sz="800" b="0" dirty="0">
                          <a:solidFill>
                            <a:schemeClr val="tx1"/>
                          </a:solidFill>
                        </a:rPr>
                        <a:t>”</a:t>
                      </a:r>
                      <a:r>
                        <a:rPr lang="ko-KR" altLang="en-US" sz="800" b="0" dirty="0">
                          <a:solidFill>
                            <a:schemeClr val="tx1"/>
                          </a:solidFill>
                        </a:rPr>
                        <a:t> 의 메시지가 표시</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비밀번호의 정보가 맞으면 비밀번호를 발송했다는 </a:t>
                      </a:r>
                      <a:r>
                        <a:rPr lang="en-US" altLang="ko-KR" sz="800" b="0" dirty="0">
                          <a:solidFill>
                            <a:schemeClr val="tx1"/>
                          </a:solidFill>
                        </a:rPr>
                        <a:t>alert </a:t>
                      </a:r>
                      <a:r>
                        <a:rPr lang="ko-KR" altLang="en-US" sz="800" b="0" dirty="0">
                          <a:solidFill>
                            <a:schemeClr val="tx1"/>
                          </a:solidFill>
                        </a:rPr>
                        <a:t>이 뜨며</a:t>
                      </a:r>
                      <a:r>
                        <a:rPr lang="en-US" altLang="ko-KR" sz="800" b="0" dirty="0">
                          <a:solidFill>
                            <a:schemeClr val="tx1"/>
                          </a:solidFill>
                        </a:rPr>
                        <a:t> </a:t>
                      </a:r>
                      <a:r>
                        <a:rPr lang="ko-KR" altLang="en-US" sz="800" b="0" dirty="0" err="1">
                          <a:solidFill>
                            <a:schemeClr val="tx1"/>
                          </a:solidFill>
                        </a:rPr>
                        <a:t>대표이메일로</a:t>
                      </a:r>
                      <a:r>
                        <a:rPr lang="ko-KR" altLang="en-US" sz="800" b="0" dirty="0">
                          <a:solidFill>
                            <a:schemeClr val="tx1"/>
                          </a:solidFill>
                        </a:rPr>
                        <a:t> 변경한 비밀번호를 발송</a:t>
                      </a:r>
                      <a:r>
                        <a:rPr lang="en-US" altLang="ko-KR" sz="800" b="0" dirty="0">
                          <a:solidFill>
                            <a:schemeClr val="tx1"/>
                          </a:solidFill>
                        </a:rPr>
                        <a:t>.</a:t>
                      </a:r>
                      <a:br>
                        <a:rPr lang="en-US" altLang="ko-KR" sz="800" b="0" dirty="0">
                          <a:solidFill>
                            <a:schemeClr val="tx1"/>
                          </a:solidFill>
                        </a:rPr>
                      </a:br>
                      <a:r>
                        <a:rPr lang="en-US" altLang="ko-KR" sz="800" b="0" dirty="0">
                          <a:solidFill>
                            <a:schemeClr val="tx1"/>
                          </a:solidFill>
                        </a:rPr>
                        <a:t>-&gt; </a:t>
                      </a:r>
                      <a:r>
                        <a:rPr lang="en-US" altLang="ko-KR" sz="800" dirty="0"/>
                        <a:t>RF-01-07-08</a:t>
                      </a:r>
                      <a:r>
                        <a:rPr lang="en-US" altLang="ko-KR" sz="800" b="0" dirty="0">
                          <a:solidFill>
                            <a:schemeClr val="tx1"/>
                          </a:solidFill>
                        </a:rPr>
                        <a:t> </a:t>
                      </a:r>
                      <a:r>
                        <a:rPr lang="ko-KR" altLang="en-US" sz="800" b="0" dirty="0">
                          <a:solidFill>
                            <a:schemeClr val="tx1"/>
                          </a:solidFill>
                        </a:rPr>
                        <a:t>의 메일폼이 발송</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82562567"/>
                  </a:ext>
                </a:extLst>
              </a:tr>
            </a:tbl>
          </a:graphicData>
        </a:graphic>
      </p:graphicFrame>
      <p:sp>
        <p:nvSpPr>
          <p:cNvPr id="19" name="TextBox 18">
            <a:extLst>
              <a:ext uri="{FF2B5EF4-FFF2-40B4-BE49-F238E27FC236}">
                <a16:creationId xmlns:a16="http://schemas.microsoft.com/office/drawing/2014/main" id="{1C1E66E1-10B5-4C58-97B8-082B5B33E33C}"/>
              </a:ext>
            </a:extLst>
          </p:cNvPr>
          <p:cNvSpPr txBox="1"/>
          <p:nvPr/>
        </p:nvSpPr>
        <p:spPr>
          <a:xfrm>
            <a:off x="5272360" y="3457891"/>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Tree>
    <p:extLst>
      <p:ext uri="{BB962C8B-B14F-4D97-AF65-F5344CB8AC3E}">
        <p14:creationId xmlns:p14="http://schemas.microsoft.com/office/powerpoint/2010/main" val="1311297144"/>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직사각형 17">
            <a:extLst>
              <a:ext uri="{FF2B5EF4-FFF2-40B4-BE49-F238E27FC236}">
                <a16:creationId xmlns:a16="http://schemas.microsoft.com/office/drawing/2014/main" id="{3270EF5A-793E-4336-AEA2-D226E5BCE051}"/>
              </a:ext>
            </a:extLst>
          </p:cNvPr>
          <p:cNvSpPr/>
          <p:nvPr/>
        </p:nvSpPr>
        <p:spPr>
          <a:xfrm>
            <a:off x="1665453" y="449364"/>
            <a:ext cx="6912768" cy="5775289"/>
          </a:xfrm>
          <a:prstGeom prst="rect">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 name="그룹 19">
            <a:extLst>
              <a:ext uri="{FF2B5EF4-FFF2-40B4-BE49-F238E27FC236}">
                <a16:creationId xmlns:a16="http://schemas.microsoft.com/office/drawing/2014/main" id="{0EB78B72-D67F-4E28-A5D3-EEC599D2370A}"/>
              </a:ext>
            </a:extLst>
          </p:cNvPr>
          <p:cNvGrpSpPr/>
          <p:nvPr/>
        </p:nvGrpSpPr>
        <p:grpSpPr>
          <a:xfrm>
            <a:off x="4468175" y="1187399"/>
            <a:ext cx="1444298" cy="576593"/>
            <a:chOff x="848861" y="2032430"/>
            <a:chExt cx="5806457" cy="579075"/>
          </a:xfrm>
        </p:grpSpPr>
        <p:grpSp>
          <p:nvGrpSpPr>
            <p:cNvPr id="21" name="Image">
              <a:extLst>
                <a:ext uri="{FF2B5EF4-FFF2-40B4-BE49-F238E27FC236}">
                  <a16:creationId xmlns:a16="http://schemas.microsoft.com/office/drawing/2014/main" id="{1E2D6747-C893-46D3-A3D4-9055C6963FA5}"/>
                </a:ext>
              </a:extLst>
            </p:cNvPr>
            <p:cNvGrpSpPr>
              <a:grpSpLocks/>
            </p:cNvGrpSpPr>
            <p:nvPr/>
          </p:nvGrpSpPr>
          <p:grpSpPr bwMode="auto">
            <a:xfrm>
              <a:off x="848861" y="2032430"/>
              <a:ext cx="5806457" cy="579075"/>
              <a:chOff x="508000" y="1397000"/>
              <a:chExt cx="1008112" cy="1008112"/>
            </a:xfrm>
          </p:grpSpPr>
          <p:sp>
            <p:nvSpPr>
              <p:cNvPr id="23" name="Border">
                <a:extLst>
                  <a:ext uri="{FF2B5EF4-FFF2-40B4-BE49-F238E27FC236}">
                    <a16:creationId xmlns:a16="http://schemas.microsoft.com/office/drawing/2014/main" id="{2079A3EF-A501-49CF-ABEF-52D2622E01C4}"/>
                  </a:ext>
                </a:extLst>
              </p:cNvPr>
              <p:cNvSpPr>
                <a:spLocks/>
              </p:cNvSpPr>
              <p:nvPr/>
            </p:nvSpPr>
            <p:spPr bwMode="auto">
              <a:xfrm>
                <a:off x="508000" y="1397000"/>
                <a:ext cx="1008112" cy="1008112"/>
              </a:xfrm>
              <a:prstGeom prst="rect">
                <a:avLst/>
              </a:prstGeom>
              <a:solidFill>
                <a:srgbClr val="FFFFFF"/>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4" name="Line 2">
                <a:extLst>
                  <a:ext uri="{FF2B5EF4-FFF2-40B4-BE49-F238E27FC236}">
                    <a16:creationId xmlns:a16="http://schemas.microsoft.com/office/drawing/2014/main" id="{CA77854B-70A5-4C72-B5A8-4BCE728429DE}"/>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5" name="Line 1">
                <a:extLst>
                  <a:ext uri="{FF2B5EF4-FFF2-40B4-BE49-F238E27FC236}">
                    <a16:creationId xmlns:a16="http://schemas.microsoft.com/office/drawing/2014/main" id="{F9C4B2A7-5A7B-43D1-8334-78C8D44895D3}"/>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22" name="직사각형 21">
              <a:extLst>
                <a:ext uri="{FF2B5EF4-FFF2-40B4-BE49-F238E27FC236}">
                  <a16:creationId xmlns:a16="http://schemas.microsoft.com/office/drawing/2014/main" id="{6C559381-79F9-41C4-80CA-23887AFE0D29}"/>
                </a:ext>
              </a:extLst>
            </p:cNvPr>
            <p:cNvSpPr/>
            <p:nvPr/>
          </p:nvSpPr>
          <p:spPr>
            <a:xfrm>
              <a:off x="2259543" y="2198326"/>
              <a:ext cx="2985089" cy="247281"/>
            </a:xfrm>
            <a:prstGeom prst="rect">
              <a:avLst/>
            </a:prstGeom>
            <a:solidFill>
              <a:schemeClr val="bg1"/>
            </a:solidFill>
          </p:spPr>
          <p:txBody>
            <a:bodyPr wrap="none">
              <a:spAutoFit/>
            </a:bodyPr>
            <a:lstStyle/>
            <a:p>
              <a:pPr algn="ctr"/>
              <a:r>
                <a:rPr lang="en-US" altLang="ko-KR" sz="1000" dirty="0">
                  <a:solidFill>
                    <a:srgbClr val="FF0000"/>
                  </a:solidFill>
                </a:rPr>
                <a:t>Me9</a:t>
              </a:r>
              <a:r>
                <a:rPr lang="ko-KR" altLang="en-US" sz="1000" dirty="0">
                  <a:solidFill>
                    <a:srgbClr val="FF0000"/>
                  </a:solidFill>
                </a:rPr>
                <a:t> 로고</a:t>
              </a:r>
              <a:endParaRPr lang="ko-KR" altLang="en-US" sz="1000" dirty="0"/>
            </a:p>
          </p:txBody>
        </p:sp>
      </p:grpSp>
      <p:sp>
        <p:nvSpPr>
          <p:cNvPr id="26" name="TextBox 25">
            <a:extLst>
              <a:ext uri="{FF2B5EF4-FFF2-40B4-BE49-F238E27FC236}">
                <a16:creationId xmlns:a16="http://schemas.microsoft.com/office/drawing/2014/main" id="{C4798E47-2074-40A1-BC54-8F3E275992C9}"/>
              </a:ext>
            </a:extLst>
          </p:cNvPr>
          <p:cNvSpPr txBox="1"/>
          <p:nvPr/>
        </p:nvSpPr>
        <p:spPr>
          <a:xfrm>
            <a:off x="3493025" y="2375069"/>
            <a:ext cx="3257623" cy="253916"/>
          </a:xfrm>
          <a:prstGeom prst="rect">
            <a:avLst/>
          </a:prstGeom>
          <a:noFill/>
        </p:spPr>
        <p:txBody>
          <a:bodyPr wrap="none" rtlCol="0">
            <a:spAutoFit/>
          </a:bodyPr>
          <a:lstStyle/>
          <a:p>
            <a:pPr algn="ctr"/>
            <a:r>
              <a:rPr lang="en-US" altLang="ko-KR" sz="1050" b="1" dirty="0"/>
              <a:t>Me9 Market</a:t>
            </a:r>
            <a:r>
              <a:rPr lang="ko-KR" altLang="en-US" sz="1050" b="1" dirty="0"/>
              <a:t>에서 임시비밀번호가 발급되었습니다</a:t>
            </a:r>
            <a:r>
              <a:rPr lang="en-US" altLang="ko-KR" sz="1050" b="1" dirty="0"/>
              <a:t>.</a:t>
            </a:r>
          </a:p>
        </p:txBody>
      </p:sp>
      <p:graphicFrame>
        <p:nvGraphicFramePr>
          <p:cNvPr id="27" name="표 26">
            <a:extLst>
              <a:ext uri="{FF2B5EF4-FFF2-40B4-BE49-F238E27FC236}">
                <a16:creationId xmlns:a16="http://schemas.microsoft.com/office/drawing/2014/main" id="{DC7FC5A1-25A8-434A-929E-C5F9A4D76084}"/>
              </a:ext>
            </a:extLst>
          </p:cNvPr>
          <p:cNvGraphicFramePr>
            <a:graphicFrameLocks noGrp="1"/>
          </p:cNvGraphicFramePr>
          <p:nvPr>
            <p:extLst>
              <p:ext uri="{D42A27DB-BD31-4B8C-83A1-F6EECF244321}">
                <p14:modId xmlns:p14="http://schemas.microsoft.com/office/powerpoint/2010/main" val="2643780083"/>
              </p:ext>
            </p:extLst>
          </p:nvPr>
        </p:nvGraphicFramePr>
        <p:xfrm>
          <a:off x="2715837" y="2912285"/>
          <a:ext cx="4968555" cy="504056"/>
        </p:xfrm>
        <a:graphic>
          <a:graphicData uri="http://schemas.openxmlformats.org/drawingml/2006/table">
            <a:tbl>
              <a:tblPr firstRow="1" bandRow="1">
                <a:tableStyleId>{5C22544A-7EE6-4342-B048-85BDC9FD1C3A}</a:tableStyleId>
              </a:tblPr>
              <a:tblGrid>
                <a:gridCol w="1181864">
                  <a:extLst>
                    <a:ext uri="{9D8B030D-6E8A-4147-A177-3AD203B41FA5}">
                      <a16:colId xmlns:a16="http://schemas.microsoft.com/office/drawing/2014/main" val="20000"/>
                    </a:ext>
                  </a:extLst>
                </a:gridCol>
                <a:gridCol w="3786691">
                  <a:extLst>
                    <a:ext uri="{9D8B030D-6E8A-4147-A177-3AD203B41FA5}">
                      <a16:colId xmlns:a16="http://schemas.microsoft.com/office/drawing/2014/main" val="20001"/>
                    </a:ext>
                  </a:extLst>
                </a:gridCol>
              </a:tblGrid>
              <a:tr h="504056">
                <a:tc>
                  <a:txBody>
                    <a:bodyPr/>
                    <a:lstStyle/>
                    <a:p>
                      <a:pPr algn="ctr" latinLnBrk="1"/>
                      <a:r>
                        <a:rPr lang="ko-KR" altLang="en-US" sz="1050" b="0" dirty="0">
                          <a:solidFill>
                            <a:schemeClr val="tx1"/>
                          </a:solidFill>
                        </a:rPr>
                        <a:t>임시비밀번호</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50" b="0" i="0" u="none" strike="noStrike" dirty="0" err="1">
                          <a:solidFill>
                            <a:srgbClr val="000000"/>
                          </a:solidFill>
                          <a:effectLst/>
                          <a:latin typeface="+mn-lt"/>
                        </a:rPr>
                        <a:t>aaabbbccc</a:t>
                      </a:r>
                      <a:r>
                        <a:rPr lang="en-US" altLang="ko-KR" sz="1050" b="0" i="0" u="none" strike="noStrike" dirty="0">
                          <a:solidFill>
                            <a:srgbClr val="000000"/>
                          </a:solidFill>
                          <a:effectLst/>
                          <a:latin typeface="+mn-lt"/>
                        </a:rPr>
                        <a:t>@#$</a:t>
                      </a:r>
                      <a:endParaRPr lang="ko-KR" altLang="en-US" sz="1050" b="0" i="0" u="none" strike="noStrike" dirty="0">
                        <a:solidFill>
                          <a:srgbClr val="000000"/>
                        </a:solidFill>
                        <a:effectLst/>
                        <a:latin typeface="+mn-lt"/>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sp>
        <p:nvSpPr>
          <p:cNvPr id="28" name="직사각형 27">
            <a:extLst>
              <a:ext uri="{FF2B5EF4-FFF2-40B4-BE49-F238E27FC236}">
                <a16:creationId xmlns:a16="http://schemas.microsoft.com/office/drawing/2014/main" id="{65B3DEBB-645A-4146-A1F1-9E4ACF46F49E}"/>
              </a:ext>
            </a:extLst>
          </p:cNvPr>
          <p:cNvSpPr/>
          <p:nvPr/>
        </p:nvSpPr>
        <p:spPr>
          <a:xfrm>
            <a:off x="3641900" y="4568469"/>
            <a:ext cx="3116430" cy="432048"/>
          </a:xfrm>
          <a:prstGeom prst="rect">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t>Me9 market </a:t>
            </a:r>
            <a:r>
              <a:rPr lang="ko-KR" altLang="en-US" sz="1000" dirty="0"/>
              <a:t>로그인 </a:t>
            </a:r>
            <a:r>
              <a:rPr lang="ko-KR" altLang="en-US" sz="1000" dirty="0" err="1"/>
              <a:t>바로가기</a:t>
            </a:r>
            <a:endParaRPr lang="ko-KR" altLang="en-US" sz="1000" dirty="0"/>
          </a:p>
        </p:txBody>
      </p:sp>
      <p:graphicFrame>
        <p:nvGraphicFramePr>
          <p:cNvPr id="13" name="표 12">
            <a:extLst>
              <a:ext uri="{FF2B5EF4-FFF2-40B4-BE49-F238E27FC236}">
                <a16:creationId xmlns:a16="http://schemas.microsoft.com/office/drawing/2014/main" id="{F7016C70-480A-4B30-A5D6-7E6DBC904297}"/>
              </a:ext>
            </a:extLst>
          </p:cNvPr>
          <p:cNvGraphicFramePr>
            <a:graphicFrameLocks noGrp="1"/>
          </p:cNvGraphicFramePr>
          <p:nvPr>
            <p:extLst>
              <p:ext uri="{D42A27DB-BD31-4B8C-83A1-F6EECF244321}">
                <p14:modId xmlns:p14="http://schemas.microsoft.com/office/powerpoint/2010/main" val="399304785"/>
              </p:ext>
            </p:extLst>
          </p:nvPr>
        </p:nvGraphicFramePr>
        <p:xfrm>
          <a:off x="10171774" y="22159"/>
          <a:ext cx="1979018" cy="187555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RF-01-07-08</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새 비밀번호 </a:t>
                      </a:r>
                      <a:r>
                        <a:rPr lang="ko-KR" altLang="en-US" sz="800" dirty="0" err="1"/>
                        <a:t>메일폼</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메일로 전달 되는 임시비밀번호 화면 </a:t>
                      </a:r>
                      <a:endParaRPr lang="en-US" altLang="ko-KR" sz="800" b="0" dirty="0">
                        <a:solidFill>
                          <a:schemeClr val="tx1"/>
                        </a:solidFill>
                      </a:endParaRP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임시 비밀번호가 발급</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새창으로 미구마켓 로그인 화면으로 이동</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82562567"/>
                  </a:ext>
                </a:extLst>
              </a:tr>
            </a:tbl>
          </a:graphicData>
        </a:graphic>
      </p:graphicFrame>
      <p:sp>
        <p:nvSpPr>
          <p:cNvPr id="15" name="TextBox 14">
            <a:extLst>
              <a:ext uri="{FF2B5EF4-FFF2-40B4-BE49-F238E27FC236}">
                <a16:creationId xmlns:a16="http://schemas.microsoft.com/office/drawing/2014/main" id="{98A7DA0F-0B55-4CCE-976B-598D53258923}"/>
              </a:ext>
            </a:extLst>
          </p:cNvPr>
          <p:cNvSpPr txBox="1"/>
          <p:nvPr/>
        </p:nvSpPr>
        <p:spPr>
          <a:xfrm>
            <a:off x="2589841" y="2796869"/>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16" name="TextBox 15">
            <a:extLst>
              <a:ext uri="{FF2B5EF4-FFF2-40B4-BE49-F238E27FC236}">
                <a16:creationId xmlns:a16="http://schemas.microsoft.com/office/drawing/2014/main" id="{01945787-39C6-45E8-822E-76DA2DF34FA4}"/>
              </a:ext>
            </a:extLst>
          </p:cNvPr>
          <p:cNvSpPr txBox="1"/>
          <p:nvPr/>
        </p:nvSpPr>
        <p:spPr>
          <a:xfrm>
            <a:off x="3515904" y="4453053"/>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1135430903"/>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Box 6">
            <a:extLst>
              <a:ext uri="{FF2B5EF4-FFF2-40B4-BE49-F238E27FC236}">
                <a16:creationId xmlns:a16="http://schemas.microsoft.com/office/drawing/2014/main" id="{9DC98C09-94D0-4FB5-A8E3-60811896B0A6}"/>
              </a:ext>
            </a:extLst>
          </p:cNvPr>
          <p:cNvSpPr txBox="1"/>
          <p:nvPr/>
        </p:nvSpPr>
        <p:spPr>
          <a:xfrm>
            <a:off x="-32606" y="434917"/>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8" name="TextBox 7">
            <a:extLst>
              <a:ext uri="{FF2B5EF4-FFF2-40B4-BE49-F238E27FC236}">
                <a16:creationId xmlns:a16="http://schemas.microsoft.com/office/drawing/2014/main" id="{A9454FC2-D97D-4065-848D-B9B3A3A3DEDF}"/>
              </a:ext>
            </a:extLst>
          </p:cNvPr>
          <p:cNvSpPr txBox="1"/>
          <p:nvPr/>
        </p:nvSpPr>
        <p:spPr>
          <a:xfrm>
            <a:off x="-32606" y="2001248"/>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9" name="TextBox 8">
            <a:extLst>
              <a:ext uri="{FF2B5EF4-FFF2-40B4-BE49-F238E27FC236}">
                <a16:creationId xmlns:a16="http://schemas.microsoft.com/office/drawing/2014/main" id="{20A069B6-81FD-4525-B067-700A60211494}"/>
              </a:ext>
            </a:extLst>
          </p:cNvPr>
          <p:cNvSpPr txBox="1"/>
          <p:nvPr/>
        </p:nvSpPr>
        <p:spPr>
          <a:xfrm>
            <a:off x="-32606" y="4050181"/>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10" name="TextBox 9">
            <a:extLst>
              <a:ext uri="{FF2B5EF4-FFF2-40B4-BE49-F238E27FC236}">
                <a16:creationId xmlns:a16="http://schemas.microsoft.com/office/drawing/2014/main" id="{29900A3E-8E6C-404C-A22C-A4314F338225}"/>
              </a:ext>
            </a:extLst>
          </p:cNvPr>
          <p:cNvSpPr txBox="1"/>
          <p:nvPr/>
        </p:nvSpPr>
        <p:spPr>
          <a:xfrm>
            <a:off x="1321804" y="62383"/>
            <a:ext cx="251992" cy="230832"/>
          </a:xfrm>
          <a:prstGeom prst="rect">
            <a:avLst/>
          </a:prstGeom>
          <a:solidFill>
            <a:srgbClr val="FF0000"/>
          </a:solidFill>
        </p:spPr>
        <p:txBody>
          <a:bodyPr wrap="none" rtlCol="0">
            <a:spAutoFit/>
          </a:bodyPr>
          <a:lstStyle/>
          <a:p>
            <a:r>
              <a:rPr lang="en-US" altLang="ko-KR" sz="900" b="1" dirty="0">
                <a:solidFill>
                  <a:schemeClr val="bg1"/>
                </a:solidFill>
              </a:rPr>
              <a:t>5</a:t>
            </a:r>
            <a:endParaRPr lang="ko-KR" altLang="en-US" sz="900" b="1" dirty="0">
              <a:solidFill>
                <a:schemeClr val="bg1"/>
              </a:solidFill>
            </a:endParaRPr>
          </a:p>
        </p:txBody>
      </p:sp>
      <p:graphicFrame>
        <p:nvGraphicFramePr>
          <p:cNvPr id="15" name="표 14">
            <a:extLst>
              <a:ext uri="{FF2B5EF4-FFF2-40B4-BE49-F238E27FC236}">
                <a16:creationId xmlns:a16="http://schemas.microsoft.com/office/drawing/2014/main" id="{B0B38B17-EC25-444D-83C0-13266386DEE5}"/>
              </a:ext>
            </a:extLst>
          </p:cNvPr>
          <p:cNvGraphicFramePr>
            <a:graphicFrameLocks noGrp="1"/>
          </p:cNvGraphicFramePr>
          <p:nvPr>
            <p:extLst>
              <p:ext uri="{D42A27DB-BD31-4B8C-83A1-F6EECF244321}">
                <p14:modId xmlns:p14="http://schemas.microsoft.com/office/powerpoint/2010/main" val="3482170789"/>
              </p:ext>
            </p:extLst>
          </p:nvPr>
        </p:nvGraphicFramePr>
        <p:xfrm>
          <a:off x="10171774" y="22159"/>
          <a:ext cx="1979018" cy="51064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RF-01-07-09</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마이페이지</a:t>
                      </a:r>
                      <a:br>
                        <a:rPr lang="en-US" altLang="ko-KR" sz="800" dirty="0"/>
                      </a:br>
                      <a:r>
                        <a:rPr lang="en-US" altLang="ko-KR" sz="800" dirty="0"/>
                        <a:t>- </a:t>
                      </a:r>
                      <a:r>
                        <a:rPr lang="ko-KR" altLang="en-US" sz="800" dirty="0"/>
                        <a:t>대시보드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마이 페이지 메인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673434949"/>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주 메뉴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메뉴</a:t>
                      </a:r>
                      <a:br>
                        <a:rPr lang="en-US" altLang="ko-KR" sz="800" b="0" dirty="0">
                          <a:solidFill>
                            <a:schemeClr val="tx1"/>
                          </a:solidFill>
                        </a:rPr>
                      </a:br>
                      <a:r>
                        <a:rPr lang="en-US" altLang="ko-KR" sz="800" b="0" dirty="0">
                          <a:solidFill>
                            <a:schemeClr val="tx1"/>
                          </a:solidFill>
                        </a:rPr>
                        <a:t>: 2</a:t>
                      </a:r>
                      <a:r>
                        <a:rPr lang="ko-KR" altLang="en-US" sz="800" b="0" dirty="0">
                          <a:solidFill>
                            <a:schemeClr val="tx1"/>
                          </a:solidFill>
                        </a:rPr>
                        <a:t>단계 메뉴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홈페이지 메뉴</a:t>
                      </a:r>
                      <a:endParaRPr lang="en-US" altLang="ko-KR" sz="800" b="0" dirty="0">
                        <a:solidFill>
                          <a:schemeClr val="tx1"/>
                        </a:solidFill>
                      </a:endParaRPr>
                    </a:p>
                    <a:p>
                      <a:pPr algn="l" latinLnBrk="1"/>
                      <a:r>
                        <a:rPr lang="en-US" altLang="ko-KR" sz="800" b="0" dirty="0">
                          <a:solidFill>
                            <a:schemeClr val="tx1"/>
                          </a:solidFill>
                        </a:rPr>
                        <a:t>: </a:t>
                      </a:r>
                      <a:r>
                        <a:rPr lang="ko-KR" altLang="en-US" sz="800" b="0" dirty="0">
                          <a:solidFill>
                            <a:schemeClr val="tx1"/>
                          </a:solidFill>
                        </a:rPr>
                        <a:t>홈페이지로 </a:t>
                      </a:r>
                      <a:r>
                        <a:rPr lang="ko-KR" altLang="en-US" sz="800" b="0" dirty="0" err="1">
                          <a:solidFill>
                            <a:schemeClr val="tx1"/>
                          </a:solidFill>
                        </a:rPr>
                        <a:t>바로가는</a:t>
                      </a:r>
                      <a:r>
                        <a:rPr lang="ko-KR" altLang="en-US" sz="800" b="0" dirty="0">
                          <a:solidFill>
                            <a:schemeClr val="tx1"/>
                          </a:solidFill>
                        </a:rPr>
                        <a:t> 메뉴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서브관리 채널목록</a:t>
                      </a:r>
                      <a:endParaRPr lang="en-US" altLang="ko-KR" sz="800" b="0" dirty="0">
                        <a:solidFill>
                          <a:schemeClr val="tx1"/>
                        </a:solidFill>
                      </a:endParaRPr>
                    </a:p>
                    <a:p>
                      <a:pPr algn="l" latinLnBrk="1"/>
                      <a:r>
                        <a:rPr lang="en-US" altLang="ko-KR" sz="800" b="0" dirty="0">
                          <a:solidFill>
                            <a:schemeClr val="tx1"/>
                          </a:solidFill>
                        </a:rPr>
                        <a:t>: </a:t>
                      </a:r>
                      <a:r>
                        <a:rPr lang="ko-KR" altLang="en-US" sz="800" b="0" dirty="0">
                          <a:solidFill>
                            <a:schemeClr val="tx1"/>
                          </a:solidFill>
                        </a:rPr>
                        <a:t>서브관리자로 관리할 수 있는 채널목록</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82562567"/>
                  </a:ext>
                </a:extLst>
              </a:tr>
              <a:tr h="140746">
                <a:tc>
                  <a:txBody>
                    <a:bodyPr/>
                    <a:lstStyle/>
                    <a:p>
                      <a:pPr algn="ctr" latinLnBrk="1"/>
                      <a:r>
                        <a:rPr lang="en-US" altLang="ko-KR" sz="800" dirty="0"/>
                        <a:t>5</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바로가기 메뉴</a:t>
                      </a:r>
                      <a:endParaRPr lang="en-US" altLang="ko-KR" sz="800" b="0" dirty="0">
                        <a:solidFill>
                          <a:schemeClr val="tx1"/>
                        </a:solidFill>
                      </a:endParaRPr>
                    </a:p>
                    <a:p>
                      <a:pPr algn="l" latinLnBrk="1"/>
                      <a:r>
                        <a:rPr lang="en-US" altLang="ko-KR" sz="800" b="0" dirty="0">
                          <a:solidFill>
                            <a:schemeClr val="tx1"/>
                          </a:solidFill>
                        </a:rPr>
                        <a:t>: </a:t>
                      </a:r>
                      <a:r>
                        <a:rPr lang="ko-KR" altLang="en-US" sz="800" b="0" dirty="0" err="1">
                          <a:solidFill>
                            <a:schemeClr val="tx1"/>
                          </a:solidFill>
                        </a:rPr>
                        <a:t>자주사용하는</a:t>
                      </a:r>
                      <a:r>
                        <a:rPr lang="ko-KR" altLang="en-US" sz="800" b="0" dirty="0">
                          <a:solidFill>
                            <a:schemeClr val="tx1"/>
                          </a:solidFill>
                        </a:rPr>
                        <a:t> 메뉴는 별도 관리</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906745450"/>
                  </a:ext>
                </a:extLst>
              </a:tr>
              <a:tr h="140746">
                <a:tc>
                  <a:txBody>
                    <a:bodyPr/>
                    <a:lstStyle/>
                    <a:p>
                      <a:pPr algn="ctr" latinLnBrk="1"/>
                      <a:r>
                        <a:rPr lang="en-US" altLang="ko-KR" sz="800" dirty="0"/>
                        <a:t>6</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주문단계당 주문건수 </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500669903"/>
                  </a:ext>
                </a:extLst>
              </a:tr>
              <a:tr h="140746">
                <a:tc>
                  <a:txBody>
                    <a:bodyPr/>
                    <a:lstStyle/>
                    <a:p>
                      <a:pPr algn="ctr" latinLnBrk="1"/>
                      <a:r>
                        <a:rPr lang="en-US" altLang="ko-KR" sz="800" dirty="0"/>
                        <a:t>7</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회원정보 보기 영역</a:t>
                      </a:r>
                      <a:endParaRPr lang="en-US" altLang="ko-KR" sz="800" b="0" dirty="0">
                        <a:solidFill>
                          <a:schemeClr val="tx1"/>
                        </a:solidFill>
                      </a:endParaRPr>
                    </a:p>
                    <a:p>
                      <a:pPr algn="l" latinLnBrk="1"/>
                      <a:r>
                        <a:rPr lang="en-US" altLang="ko-KR" sz="800" b="0" dirty="0">
                          <a:solidFill>
                            <a:schemeClr val="tx1"/>
                          </a:solidFill>
                        </a:rPr>
                        <a:t>: </a:t>
                      </a:r>
                      <a:r>
                        <a:rPr lang="ko-KR" altLang="en-US" sz="800" b="0" dirty="0">
                          <a:solidFill>
                            <a:schemeClr val="tx1"/>
                          </a:solidFill>
                        </a:rPr>
                        <a:t>이름 </a:t>
                      </a:r>
                      <a:r>
                        <a:rPr lang="en-US" altLang="ko-KR" sz="800" b="0" dirty="0">
                          <a:solidFill>
                            <a:schemeClr val="tx1"/>
                          </a:solidFill>
                        </a:rPr>
                        <a:t>/ </a:t>
                      </a:r>
                      <a:r>
                        <a:rPr lang="ko-KR" altLang="en-US" sz="800" b="0" dirty="0">
                          <a:solidFill>
                            <a:schemeClr val="tx1"/>
                          </a:solidFill>
                        </a:rPr>
                        <a:t>성별 </a:t>
                      </a:r>
                      <a:r>
                        <a:rPr lang="en-US" altLang="ko-KR" sz="800" b="0" dirty="0">
                          <a:solidFill>
                            <a:schemeClr val="tx1"/>
                          </a:solidFill>
                        </a:rPr>
                        <a:t>/ </a:t>
                      </a:r>
                      <a:r>
                        <a:rPr lang="ko-KR" altLang="en-US" sz="800" b="0" dirty="0">
                          <a:solidFill>
                            <a:schemeClr val="tx1"/>
                          </a:solidFill>
                        </a:rPr>
                        <a:t>연락처 </a:t>
                      </a:r>
                      <a:r>
                        <a:rPr lang="en-US" altLang="ko-KR" sz="800" b="0" dirty="0">
                          <a:solidFill>
                            <a:schemeClr val="tx1"/>
                          </a:solidFill>
                        </a:rPr>
                        <a:t>/ </a:t>
                      </a:r>
                      <a:r>
                        <a:rPr lang="ko-KR" altLang="en-US" sz="800" b="0" dirty="0">
                          <a:solidFill>
                            <a:schemeClr val="tx1"/>
                          </a:solidFill>
                        </a:rPr>
                        <a:t>이메일 </a:t>
                      </a:r>
                      <a:r>
                        <a:rPr lang="en-US" altLang="ko-KR" sz="800" b="0" dirty="0">
                          <a:solidFill>
                            <a:schemeClr val="tx1"/>
                          </a:solidFill>
                        </a:rPr>
                        <a:t>/ </a:t>
                      </a:r>
                      <a:r>
                        <a:rPr lang="ko-KR" altLang="en-US" sz="800" b="0" dirty="0">
                          <a:solidFill>
                            <a:schemeClr val="tx1"/>
                          </a:solidFill>
                        </a:rPr>
                        <a:t>채널관리자 주소</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441871921"/>
                  </a:ext>
                </a:extLst>
              </a:tr>
              <a:tr h="140746">
                <a:tc>
                  <a:txBody>
                    <a:bodyPr/>
                    <a:lstStyle/>
                    <a:p>
                      <a:pPr algn="ctr" latinLnBrk="1"/>
                      <a:r>
                        <a:rPr lang="en-US" altLang="ko-KR" sz="800" dirty="0"/>
                        <a:t>8</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문의사항 리스트</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1187602"/>
                  </a:ext>
                </a:extLst>
              </a:tr>
              <a:tr h="140746">
                <a:tc>
                  <a:txBody>
                    <a:bodyPr/>
                    <a:lstStyle/>
                    <a:p>
                      <a:pPr algn="ctr" latinLnBrk="1"/>
                      <a:r>
                        <a:rPr lang="en-US" altLang="ko-KR" sz="800" dirty="0"/>
                        <a:t>9</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주문목록</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245855019"/>
                  </a:ext>
                </a:extLst>
              </a:tr>
              <a:tr h="140746">
                <a:tc>
                  <a:txBody>
                    <a:bodyPr/>
                    <a:lstStyle/>
                    <a:p>
                      <a:pPr algn="ctr" latinLnBrk="1"/>
                      <a:r>
                        <a:rPr lang="en-US" altLang="ko-KR" sz="800" dirty="0"/>
                        <a:t>10</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방문한 채널리스트</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475538560"/>
                  </a:ext>
                </a:extLst>
              </a:tr>
              <a:tr h="140746">
                <a:tc>
                  <a:txBody>
                    <a:bodyPr/>
                    <a:lstStyle/>
                    <a:p>
                      <a:pPr algn="ctr" latinLnBrk="1"/>
                      <a:r>
                        <a:rPr lang="en-US" altLang="ko-KR" sz="800" dirty="0"/>
                        <a:t>11</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하단 회사정보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055339751"/>
                  </a:ext>
                </a:extLst>
              </a:tr>
              <a:tr h="140746">
                <a:tc>
                  <a:txBody>
                    <a:bodyPr/>
                    <a:lstStyle/>
                    <a:p>
                      <a:pPr algn="ctr" latinLnBrk="1"/>
                      <a:r>
                        <a:rPr lang="en-US" altLang="ko-KR" sz="800" dirty="0"/>
                        <a:t>12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채널 관리자 화면 생성</a:t>
                      </a:r>
                      <a:endParaRPr lang="en-US" altLang="ko-KR" sz="800"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RF-02-02-01 </a:t>
                      </a:r>
                      <a:r>
                        <a:rPr lang="ko-KR" altLang="en-US" sz="800" dirty="0"/>
                        <a:t>참고</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940942671"/>
                  </a:ext>
                </a:extLst>
              </a:tr>
            </a:tbl>
          </a:graphicData>
        </a:graphic>
      </p:graphicFrame>
      <p:sp>
        <p:nvSpPr>
          <p:cNvPr id="17" name="TextBox 16">
            <a:extLst>
              <a:ext uri="{FF2B5EF4-FFF2-40B4-BE49-F238E27FC236}">
                <a16:creationId xmlns:a16="http://schemas.microsoft.com/office/drawing/2014/main" id="{26D545C4-7E0C-41AA-928F-178A27DFAC6C}"/>
              </a:ext>
            </a:extLst>
          </p:cNvPr>
          <p:cNvSpPr txBox="1"/>
          <p:nvPr/>
        </p:nvSpPr>
        <p:spPr>
          <a:xfrm>
            <a:off x="2633133" y="6210824"/>
            <a:ext cx="319318" cy="230832"/>
          </a:xfrm>
          <a:prstGeom prst="rect">
            <a:avLst/>
          </a:prstGeom>
          <a:solidFill>
            <a:srgbClr val="FF0000"/>
          </a:solidFill>
        </p:spPr>
        <p:txBody>
          <a:bodyPr wrap="none" rtlCol="0">
            <a:spAutoFit/>
          </a:bodyPr>
          <a:lstStyle/>
          <a:p>
            <a:r>
              <a:rPr lang="en-US" altLang="ko-KR" sz="900" b="1" dirty="0">
                <a:solidFill>
                  <a:schemeClr val="bg1"/>
                </a:solidFill>
              </a:rPr>
              <a:t>11</a:t>
            </a:r>
            <a:endParaRPr lang="ko-KR" altLang="en-US" sz="900" b="1" dirty="0">
              <a:solidFill>
                <a:schemeClr val="bg1"/>
              </a:solidFill>
            </a:endParaRPr>
          </a:p>
        </p:txBody>
      </p:sp>
      <p:sp>
        <p:nvSpPr>
          <p:cNvPr id="18" name="TextBox 17">
            <a:extLst>
              <a:ext uri="{FF2B5EF4-FFF2-40B4-BE49-F238E27FC236}">
                <a16:creationId xmlns:a16="http://schemas.microsoft.com/office/drawing/2014/main" id="{8E8E2AB9-63F0-40F4-BDE2-37AE81AF83C9}"/>
              </a:ext>
            </a:extLst>
          </p:cNvPr>
          <p:cNvSpPr txBox="1"/>
          <p:nvPr/>
        </p:nvSpPr>
        <p:spPr>
          <a:xfrm>
            <a:off x="-32606" y="5201647"/>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
        <p:nvSpPr>
          <p:cNvPr id="19" name="TextBox 18">
            <a:extLst>
              <a:ext uri="{FF2B5EF4-FFF2-40B4-BE49-F238E27FC236}">
                <a16:creationId xmlns:a16="http://schemas.microsoft.com/office/drawing/2014/main" id="{A8963A63-BA7C-4312-97AD-D8B5DEB32B43}"/>
              </a:ext>
            </a:extLst>
          </p:cNvPr>
          <p:cNvSpPr txBox="1"/>
          <p:nvPr/>
        </p:nvSpPr>
        <p:spPr>
          <a:xfrm>
            <a:off x="1371073" y="456525"/>
            <a:ext cx="251992" cy="230832"/>
          </a:xfrm>
          <a:prstGeom prst="rect">
            <a:avLst/>
          </a:prstGeom>
          <a:solidFill>
            <a:srgbClr val="FF0000"/>
          </a:solidFill>
        </p:spPr>
        <p:txBody>
          <a:bodyPr wrap="none" rtlCol="0">
            <a:spAutoFit/>
          </a:bodyPr>
          <a:lstStyle/>
          <a:p>
            <a:r>
              <a:rPr lang="en-US" altLang="ko-KR" sz="900" b="1" dirty="0">
                <a:solidFill>
                  <a:schemeClr val="bg1"/>
                </a:solidFill>
              </a:rPr>
              <a:t>6</a:t>
            </a:r>
            <a:endParaRPr lang="ko-KR" altLang="en-US" sz="900" b="1" dirty="0">
              <a:solidFill>
                <a:schemeClr val="bg1"/>
              </a:solidFill>
            </a:endParaRPr>
          </a:p>
        </p:txBody>
      </p:sp>
      <p:sp>
        <p:nvSpPr>
          <p:cNvPr id="11" name="TextBox 10">
            <a:extLst>
              <a:ext uri="{FF2B5EF4-FFF2-40B4-BE49-F238E27FC236}">
                <a16:creationId xmlns:a16="http://schemas.microsoft.com/office/drawing/2014/main" id="{1D109C51-3BF8-4210-864E-27D8DBCB04C6}"/>
              </a:ext>
            </a:extLst>
          </p:cNvPr>
          <p:cNvSpPr txBox="1"/>
          <p:nvPr/>
        </p:nvSpPr>
        <p:spPr>
          <a:xfrm>
            <a:off x="2334574" y="1803164"/>
            <a:ext cx="251992" cy="230832"/>
          </a:xfrm>
          <a:prstGeom prst="rect">
            <a:avLst/>
          </a:prstGeom>
          <a:solidFill>
            <a:srgbClr val="FF0000"/>
          </a:solidFill>
        </p:spPr>
        <p:txBody>
          <a:bodyPr wrap="none" rtlCol="0">
            <a:spAutoFit/>
          </a:bodyPr>
          <a:lstStyle/>
          <a:p>
            <a:r>
              <a:rPr lang="en-US" altLang="ko-KR" sz="900" b="1" dirty="0">
                <a:solidFill>
                  <a:schemeClr val="bg1"/>
                </a:solidFill>
              </a:rPr>
              <a:t>7</a:t>
            </a:r>
            <a:endParaRPr lang="ko-KR" altLang="en-US" sz="900" b="1" dirty="0">
              <a:solidFill>
                <a:schemeClr val="bg1"/>
              </a:solidFill>
            </a:endParaRPr>
          </a:p>
        </p:txBody>
      </p:sp>
      <p:sp>
        <p:nvSpPr>
          <p:cNvPr id="12" name="TextBox 11">
            <a:extLst>
              <a:ext uri="{FF2B5EF4-FFF2-40B4-BE49-F238E27FC236}">
                <a16:creationId xmlns:a16="http://schemas.microsoft.com/office/drawing/2014/main" id="{261F6B36-CE9E-462C-9CB3-49028B7FE85D}"/>
              </a:ext>
            </a:extLst>
          </p:cNvPr>
          <p:cNvSpPr txBox="1"/>
          <p:nvPr/>
        </p:nvSpPr>
        <p:spPr>
          <a:xfrm>
            <a:off x="2334574" y="4165597"/>
            <a:ext cx="251992" cy="230832"/>
          </a:xfrm>
          <a:prstGeom prst="rect">
            <a:avLst/>
          </a:prstGeom>
          <a:solidFill>
            <a:srgbClr val="FF0000"/>
          </a:solidFill>
        </p:spPr>
        <p:txBody>
          <a:bodyPr wrap="none" rtlCol="0">
            <a:spAutoFit/>
          </a:bodyPr>
          <a:lstStyle/>
          <a:p>
            <a:r>
              <a:rPr lang="en-US" altLang="ko-KR" sz="900" b="1" dirty="0">
                <a:solidFill>
                  <a:schemeClr val="bg1"/>
                </a:solidFill>
              </a:rPr>
              <a:t>8</a:t>
            </a:r>
            <a:endParaRPr lang="ko-KR" altLang="en-US" sz="900" b="1" dirty="0">
              <a:solidFill>
                <a:schemeClr val="bg1"/>
              </a:solidFill>
            </a:endParaRPr>
          </a:p>
        </p:txBody>
      </p:sp>
      <p:sp>
        <p:nvSpPr>
          <p:cNvPr id="13" name="TextBox 12">
            <a:extLst>
              <a:ext uri="{FF2B5EF4-FFF2-40B4-BE49-F238E27FC236}">
                <a16:creationId xmlns:a16="http://schemas.microsoft.com/office/drawing/2014/main" id="{05D790B7-B593-4C9B-ADF4-08FD48DD3A0A}"/>
              </a:ext>
            </a:extLst>
          </p:cNvPr>
          <p:cNvSpPr txBox="1"/>
          <p:nvPr/>
        </p:nvSpPr>
        <p:spPr>
          <a:xfrm>
            <a:off x="4943588" y="3198168"/>
            <a:ext cx="251992" cy="230832"/>
          </a:xfrm>
          <a:prstGeom prst="rect">
            <a:avLst/>
          </a:prstGeom>
          <a:solidFill>
            <a:srgbClr val="FF0000"/>
          </a:solidFill>
        </p:spPr>
        <p:txBody>
          <a:bodyPr wrap="none" rtlCol="0">
            <a:spAutoFit/>
          </a:bodyPr>
          <a:lstStyle/>
          <a:p>
            <a:r>
              <a:rPr lang="en-US" altLang="ko-KR" sz="900" b="1" dirty="0">
                <a:solidFill>
                  <a:schemeClr val="bg1"/>
                </a:solidFill>
              </a:rPr>
              <a:t>9</a:t>
            </a:r>
            <a:endParaRPr lang="ko-KR" altLang="en-US" sz="900" b="1" dirty="0">
              <a:solidFill>
                <a:schemeClr val="bg1"/>
              </a:solidFill>
            </a:endParaRPr>
          </a:p>
        </p:txBody>
      </p:sp>
      <p:sp>
        <p:nvSpPr>
          <p:cNvPr id="14" name="TextBox 13">
            <a:extLst>
              <a:ext uri="{FF2B5EF4-FFF2-40B4-BE49-F238E27FC236}">
                <a16:creationId xmlns:a16="http://schemas.microsoft.com/office/drawing/2014/main" id="{2596994F-7907-4833-A5FA-7BD6489E8A52}"/>
              </a:ext>
            </a:extLst>
          </p:cNvPr>
          <p:cNvSpPr txBox="1"/>
          <p:nvPr/>
        </p:nvSpPr>
        <p:spPr>
          <a:xfrm>
            <a:off x="7524018" y="3198168"/>
            <a:ext cx="319318" cy="230832"/>
          </a:xfrm>
          <a:prstGeom prst="rect">
            <a:avLst/>
          </a:prstGeom>
          <a:solidFill>
            <a:srgbClr val="FF0000"/>
          </a:solidFill>
        </p:spPr>
        <p:txBody>
          <a:bodyPr wrap="none" rtlCol="0">
            <a:spAutoFit/>
          </a:bodyPr>
          <a:lstStyle/>
          <a:p>
            <a:r>
              <a:rPr lang="en-US" altLang="ko-KR" sz="900" b="1" dirty="0">
                <a:solidFill>
                  <a:schemeClr val="bg1"/>
                </a:solidFill>
              </a:rPr>
              <a:t>10</a:t>
            </a:r>
            <a:endParaRPr lang="ko-KR" altLang="en-US" sz="900" b="1" dirty="0">
              <a:solidFill>
                <a:schemeClr val="bg1"/>
              </a:solidFill>
            </a:endParaRPr>
          </a:p>
        </p:txBody>
      </p:sp>
      <p:sp>
        <p:nvSpPr>
          <p:cNvPr id="16" name="TextBox 15">
            <a:extLst>
              <a:ext uri="{FF2B5EF4-FFF2-40B4-BE49-F238E27FC236}">
                <a16:creationId xmlns:a16="http://schemas.microsoft.com/office/drawing/2014/main" id="{2596994F-7907-4833-A5FA-7BD6489E8A52}"/>
              </a:ext>
            </a:extLst>
          </p:cNvPr>
          <p:cNvSpPr txBox="1"/>
          <p:nvPr/>
        </p:nvSpPr>
        <p:spPr>
          <a:xfrm>
            <a:off x="5713126" y="93842"/>
            <a:ext cx="319318" cy="230832"/>
          </a:xfrm>
          <a:prstGeom prst="rect">
            <a:avLst/>
          </a:prstGeom>
          <a:solidFill>
            <a:srgbClr val="FF0000"/>
          </a:solidFill>
        </p:spPr>
        <p:txBody>
          <a:bodyPr wrap="none" rtlCol="0">
            <a:spAutoFit/>
          </a:bodyPr>
          <a:lstStyle/>
          <a:p>
            <a:r>
              <a:rPr lang="en-US" altLang="ko-KR" sz="900" b="1" dirty="0">
                <a:solidFill>
                  <a:schemeClr val="bg1"/>
                </a:solidFill>
              </a:rPr>
              <a:t>12</a:t>
            </a:r>
            <a:endParaRPr lang="ko-KR" altLang="en-US" sz="900" b="1" dirty="0">
              <a:solidFill>
                <a:schemeClr val="bg1"/>
              </a:solidFill>
            </a:endParaRPr>
          </a:p>
        </p:txBody>
      </p:sp>
    </p:spTree>
    <p:extLst>
      <p:ext uri="{BB962C8B-B14F-4D97-AF65-F5344CB8AC3E}">
        <p14:creationId xmlns:p14="http://schemas.microsoft.com/office/powerpoint/2010/main" val="3986622310"/>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70EDDAD7-CC5A-4536-8174-9E22E4B2DB9A}"/>
              </a:ext>
            </a:extLst>
          </p:cNvPr>
          <p:cNvSpPr txBox="1"/>
          <p:nvPr/>
        </p:nvSpPr>
        <p:spPr>
          <a:xfrm>
            <a:off x="1451541" y="836031"/>
            <a:ext cx="734496"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ko-KR" altLang="en-US" sz="800" b="1" dirty="0"/>
              <a:t>회원정보</a:t>
            </a:r>
          </a:p>
        </p:txBody>
      </p:sp>
      <p:graphicFrame>
        <p:nvGraphicFramePr>
          <p:cNvPr id="3" name="표 2">
            <a:extLst>
              <a:ext uri="{FF2B5EF4-FFF2-40B4-BE49-F238E27FC236}">
                <a16:creationId xmlns:a16="http://schemas.microsoft.com/office/drawing/2014/main" id="{622F7717-663C-4109-AE98-00FB8B36A0C4}"/>
              </a:ext>
            </a:extLst>
          </p:cNvPr>
          <p:cNvGraphicFramePr>
            <a:graphicFrameLocks noGrp="1"/>
          </p:cNvGraphicFramePr>
          <p:nvPr>
            <p:extLst>
              <p:ext uri="{D42A27DB-BD31-4B8C-83A1-F6EECF244321}">
                <p14:modId xmlns:p14="http://schemas.microsoft.com/office/powerpoint/2010/main" val="3778539697"/>
              </p:ext>
            </p:extLst>
          </p:nvPr>
        </p:nvGraphicFramePr>
        <p:xfrm>
          <a:off x="1531934" y="1051475"/>
          <a:ext cx="7777839" cy="426720"/>
        </p:xfrm>
        <a:graphic>
          <a:graphicData uri="http://schemas.openxmlformats.org/drawingml/2006/table">
            <a:tbl>
              <a:tblPr firstRow="1" bandRow="1">
                <a:tableStyleId>{5C22544A-7EE6-4342-B048-85BDC9FD1C3A}</a:tableStyleId>
              </a:tblPr>
              <a:tblGrid>
                <a:gridCol w="1291301">
                  <a:extLst>
                    <a:ext uri="{9D8B030D-6E8A-4147-A177-3AD203B41FA5}">
                      <a16:colId xmlns:a16="http://schemas.microsoft.com/office/drawing/2014/main" val="20000"/>
                    </a:ext>
                  </a:extLst>
                </a:gridCol>
                <a:gridCol w="2609400">
                  <a:extLst>
                    <a:ext uri="{9D8B030D-6E8A-4147-A177-3AD203B41FA5}">
                      <a16:colId xmlns:a16="http://schemas.microsoft.com/office/drawing/2014/main" val="20001"/>
                    </a:ext>
                  </a:extLst>
                </a:gridCol>
                <a:gridCol w="1349929">
                  <a:extLst>
                    <a:ext uri="{9D8B030D-6E8A-4147-A177-3AD203B41FA5}">
                      <a16:colId xmlns:a16="http://schemas.microsoft.com/office/drawing/2014/main" val="3928038812"/>
                    </a:ext>
                  </a:extLst>
                </a:gridCol>
                <a:gridCol w="2527209">
                  <a:extLst>
                    <a:ext uri="{9D8B030D-6E8A-4147-A177-3AD203B41FA5}">
                      <a16:colId xmlns:a16="http://schemas.microsoft.com/office/drawing/2014/main" val="1221996721"/>
                    </a:ext>
                  </a:extLst>
                </a:gridCol>
              </a:tblGrid>
              <a:tr h="0">
                <a:tc>
                  <a:txBody>
                    <a:bodyPr/>
                    <a:lstStyle/>
                    <a:p>
                      <a:pPr latinLnBrk="1"/>
                      <a:r>
                        <a:rPr lang="ko-KR" altLang="en-US" sz="800" b="0" dirty="0">
                          <a:solidFill>
                            <a:schemeClr val="tx1"/>
                          </a:solidFill>
                        </a:rPr>
                        <a:t>회원번호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M9-99872</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가입일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2024-10-01 12:21:12</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아이디</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abcde1234</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비밀번호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4" name="직사각형 3">
            <a:extLst>
              <a:ext uri="{FF2B5EF4-FFF2-40B4-BE49-F238E27FC236}">
                <a16:creationId xmlns:a16="http://schemas.microsoft.com/office/drawing/2014/main" id="{FC305CBB-BFDD-4C20-8F7C-5DAA2B2B3235}"/>
              </a:ext>
            </a:extLst>
          </p:cNvPr>
          <p:cNvSpPr/>
          <p:nvPr/>
        </p:nvSpPr>
        <p:spPr>
          <a:xfrm>
            <a:off x="6860725" y="1297178"/>
            <a:ext cx="909631" cy="140567"/>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비밀번호변경</a:t>
            </a:r>
            <a:endParaRPr lang="en-US" altLang="ko-KR" sz="800" b="1" dirty="0">
              <a:solidFill>
                <a:schemeClr val="bg1"/>
              </a:solidFill>
            </a:endParaRPr>
          </a:p>
        </p:txBody>
      </p:sp>
      <p:sp>
        <p:nvSpPr>
          <p:cNvPr id="5" name="TextBox 4">
            <a:extLst>
              <a:ext uri="{FF2B5EF4-FFF2-40B4-BE49-F238E27FC236}">
                <a16:creationId xmlns:a16="http://schemas.microsoft.com/office/drawing/2014/main" id="{294AAC80-B33E-418E-9C90-64D6C404C427}"/>
              </a:ext>
            </a:extLst>
          </p:cNvPr>
          <p:cNvSpPr txBox="1"/>
          <p:nvPr/>
        </p:nvSpPr>
        <p:spPr>
          <a:xfrm>
            <a:off x="1451541" y="1724392"/>
            <a:ext cx="1308371"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ko-KR" altLang="en-US" sz="800" b="1" dirty="0"/>
              <a:t>기본정보  </a:t>
            </a:r>
            <a:r>
              <a:rPr lang="en-US" altLang="ko-KR" sz="800" b="1" dirty="0"/>
              <a:t>( </a:t>
            </a:r>
            <a:r>
              <a:rPr lang="ko-KR" altLang="en-US" sz="800" b="1" dirty="0"/>
              <a:t>닫침     </a:t>
            </a:r>
            <a:r>
              <a:rPr lang="en-US" altLang="ko-KR" sz="800" b="1" dirty="0"/>
              <a:t>)</a:t>
            </a:r>
            <a:endParaRPr lang="ko-KR" altLang="en-US" sz="800" b="1" dirty="0"/>
          </a:p>
        </p:txBody>
      </p:sp>
      <p:graphicFrame>
        <p:nvGraphicFramePr>
          <p:cNvPr id="6" name="표 5">
            <a:extLst>
              <a:ext uri="{FF2B5EF4-FFF2-40B4-BE49-F238E27FC236}">
                <a16:creationId xmlns:a16="http://schemas.microsoft.com/office/drawing/2014/main" id="{B70B2815-0F8A-40B5-BF2B-3A5608D378B7}"/>
              </a:ext>
            </a:extLst>
          </p:cNvPr>
          <p:cNvGraphicFramePr>
            <a:graphicFrameLocks noGrp="1"/>
          </p:cNvGraphicFramePr>
          <p:nvPr>
            <p:extLst>
              <p:ext uri="{D42A27DB-BD31-4B8C-83A1-F6EECF244321}">
                <p14:modId xmlns:p14="http://schemas.microsoft.com/office/powerpoint/2010/main" val="1589658552"/>
              </p:ext>
            </p:extLst>
          </p:nvPr>
        </p:nvGraphicFramePr>
        <p:xfrm>
          <a:off x="1531934" y="1939836"/>
          <a:ext cx="7777839" cy="1341120"/>
        </p:xfrm>
        <a:graphic>
          <a:graphicData uri="http://schemas.openxmlformats.org/drawingml/2006/table">
            <a:tbl>
              <a:tblPr firstRow="1" bandRow="1">
                <a:tableStyleId>{5C22544A-7EE6-4342-B048-85BDC9FD1C3A}</a:tableStyleId>
              </a:tblPr>
              <a:tblGrid>
                <a:gridCol w="1291301">
                  <a:extLst>
                    <a:ext uri="{9D8B030D-6E8A-4147-A177-3AD203B41FA5}">
                      <a16:colId xmlns:a16="http://schemas.microsoft.com/office/drawing/2014/main" val="20000"/>
                    </a:ext>
                  </a:extLst>
                </a:gridCol>
                <a:gridCol w="2609400">
                  <a:extLst>
                    <a:ext uri="{9D8B030D-6E8A-4147-A177-3AD203B41FA5}">
                      <a16:colId xmlns:a16="http://schemas.microsoft.com/office/drawing/2014/main" val="20001"/>
                    </a:ext>
                  </a:extLst>
                </a:gridCol>
                <a:gridCol w="1349929">
                  <a:extLst>
                    <a:ext uri="{9D8B030D-6E8A-4147-A177-3AD203B41FA5}">
                      <a16:colId xmlns:a16="http://schemas.microsoft.com/office/drawing/2014/main" val="3928038812"/>
                    </a:ext>
                  </a:extLst>
                </a:gridCol>
                <a:gridCol w="2527209">
                  <a:extLst>
                    <a:ext uri="{9D8B030D-6E8A-4147-A177-3AD203B41FA5}">
                      <a16:colId xmlns:a16="http://schemas.microsoft.com/office/drawing/2014/main" val="1221996721"/>
                    </a:ext>
                  </a:extLst>
                </a:gridCol>
              </a:tblGrid>
              <a:tr h="0">
                <a:tc>
                  <a:txBody>
                    <a:bodyPr/>
                    <a:lstStyle/>
                    <a:p>
                      <a:pPr latinLnBrk="1"/>
                      <a:r>
                        <a:rPr lang="ko-KR" altLang="en-US" sz="800" b="0" dirty="0">
                          <a:solidFill>
                            <a:schemeClr val="tx1"/>
                          </a:solidFill>
                        </a:rPr>
                        <a:t>이름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성별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남성  ○ 여성 </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연락처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                                                                             </a:t>
                      </a:r>
                      <a:r>
                        <a:rPr lang="en-US" altLang="ko-KR" sz="800" b="1" i="0" u="none" strike="noStrike" dirty="0">
                          <a:solidFill>
                            <a:srgbClr val="C00000"/>
                          </a:solidFill>
                          <a:effectLst/>
                          <a:latin typeface="+mn-lt"/>
                        </a:rPr>
                        <a:t>( 2024</a:t>
                      </a:r>
                      <a:r>
                        <a:rPr lang="ko-KR" altLang="en-US" sz="800" b="1" i="0" u="none" strike="noStrike" dirty="0">
                          <a:solidFill>
                            <a:srgbClr val="C00000"/>
                          </a:solidFill>
                          <a:effectLst/>
                          <a:latin typeface="+mn-lt"/>
                        </a:rPr>
                        <a:t>년 </a:t>
                      </a:r>
                      <a:r>
                        <a:rPr lang="en-US" altLang="ko-KR" sz="800" b="1" i="0" u="none" strike="noStrike" dirty="0">
                          <a:solidFill>
                            <a:srgbClr val="C00000"/>
                          </a:solidFill>
                          <a:effectLst/>
                          <a:latin typeface="+mn-lt"/>
                        </a:rPr>
                        <a:t>01</a:t>
                      </a:r>
                      <a:r>
                        <a:rPr lang="ko-KR" altLang="en-US" sz="800" b="1" i="0" u="none" strike="noStrike" dirty="0">
                          <a:solidFill>
                            <a:srgbClr val="C00000"/>
                          </a:solidFill>
                          <a:effectLst/>
                          <a:latin typeface="+mn-lt"/>
                        </a:rPr>
                        <a:t>월 </a:t>
                      </a:r>
                      <a:r>
                        <a:rPr lang="en-US" altLang="ko-KR" sz="800" b="1" i="0" u="none" strike="noStrike" dirty="0">
                          <a:solidFill>
                            <a:srgbClr val="C00000"/>
                          </a:solidFill>
                          <a:effectLst/>
                          <a:latin typeface="+mn-lt"/>
                        </a:rPr>
                        <a:t>01</a:t>
                      </a:r>
                      <a:r>
                        <a:rPr lang="ko-KR" altLang="en-US" sz="800" b="1" i="0" u="none" strike="noStrike" dirty="0">
                          <a:solidFill>
                            <a:srgbClr val="C00000"/>
                          </a:solidFill>
                          <a:effectLst/>
                          <a:latin typeface="+mn-lt"/>
                        </a:rPr>
                        <a:t>일 인증완료 </a:t>
                      </a:r>
                      <a:r>
                        <a:rPr lang="en-US" altLang="ko-KR" sz="800" b="1" i="0" u="none" strike="noStrike" dirty="0">
                          <a:solidFill>
                            <a:srgbClr val="C00000"/>
                          </a:solidFill>
                          <a:effectLst/>
                          <a:latin typeface="+mn-lt"/>
                        </a:rPr>
                        <a:t>)</a:t>
                      </a:r>
                      <a:endParaRPr lang="ko-KR" altLang="en-US" sz="800" b="1" i="0" u="none" strike="noStrike" dirty="0">
                        <a:solidFill>
                          <a:srgbClr val="C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생년월일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이메일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1" i="0" u="none" strike="noStrike" dirty="0">
                          <a:solidFill>
                            <a:srgbClr val="C00000"/>
                          </a:solidFill>
                          <a:effectLst/>
                          <a:latin typeface="+mn-lt"/>
                        </a:rPr>
                        <a:t>                                          </a:t>
                      </a:r>
                      <a:r>
                        <a:rPr lang="en-US" altLang="ko-KR" sz="800" b="1" i="0" u="none" strike="noStrike" dirty="0">
                          <a:solidFill>
                            <a:schemeClr val="tx1"/>
                          </a:solidFill>
                          <a:effectLst/>
                          <a:latin typeface="+mn-lt"/>
                        </a:rPr>
                        <a:t>@</a:t>
                      </a: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032034566"/>
                  </a:ext>
                </a:extLst>
              </a:tr>
              <a:tr h="0">
                <a:tc>
                  <a:txBody>
                    <a:bodyPr/>
                    <a:lstStyle/>
                    <a:p>
                      <a:pPr latinLnBrk="1"/>
                      <a:r>
                        <a:rPr lang="ko-KR" altLang="en-US" sz="800" b="0" dirty="0">
                          <a:solidFill>
                            <a:schemeClr val="tx1"/>
                          </a:solidFill>
                        </a:rPr>
                        <a:t>주소 </a:t>
                      </a:r>
                      <a:r>
                        <a:rPr lang="en-US" altLang="ko-KR" sz="800" b="0" dirty="0">
                          <a:solidFill>
                            <a:schemeClr val="tx1"/>
                          </a:solidFill>
                        </a:rPr>
                        <a:t>( </a:t>
                      </a:r>
                      <a:r>
                        <a:rPr lang="ko-KR" altLang="en-US" sz="800" b="0" dirty="0" err="1">
                          <a:solidFill>
                            <a:schemeClr val="tx1"/>
                          </a:solidFill>
                        </a:rPr>
                        <a:t>배송지</a:t>
                      </a:r>
                      <a:r>
                        <a:rPr lang="ko-KR" altLang="en-US" sz="800" b="0" dirty="0">
                          <a:solidFill>
                            <a:schemeClr val="tx1"/>
                          </a:solidFill>
                        </a:rPr>
                        <a:t>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89819523"/>
                  </a:ext>
                </a:extLst>
              </a:tr>
            </a:tbl>
          </a:graphicData>
        </a:graphic>
      </p:graphicFrame>
      <p:sp>
        <p:nvSpPr>
          <p:cNvPr id="7" name="직사각형 6">
            <a:extLst>
              <a:ext uri="{FF2B5EF4-FFF2-40B4-BE49-F238E27FC236}">
                <a16:creationId xmlns:a16="http://schemas.microsoft.com/office/drawing/2014/main" id="{1FAA4D54-08B3-48CD-8E78-68098C34A9A0}"/>
              </a:ext>
            </a:extLst>
          </p:cNvPr>
          <p:cNvSpPr/>
          <p:nvPr/>
        </p:nvSpPr>
        <p:spPr>
          <a:xfrm>
            <a:off x="2904233" y="1966569"/>
            <a:ext cx="2137858"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아무개</a:t>
            </a:r>
            <a:endParaRPr lang="en-US" altLang="ko-KR" sz="800" dirty="0">
              <a:solidFill>
                <a:schemeClr val="tx1"/>
              </a:solidFill>
            </a:endParaRPr>
          </a:p>
        </p:txBody>
      </p:sp>
      <p:sp>
        <p:nvSpPr>
          <p:cNvPr id="8" name="이등변 삼각형 7">
            <a:extLst>
              <a:ext uri="{FF2B5EF4-FFF2-40B4-BE49-F238E27FC236}">
                <a16:creationId xmlns:a16="http://schemas.microsoft.com/office/drawing/2014/main" id="{1222EE5B-1A94-4637-B13C-149C42EF23A7}"/>
              </a:ext>
            </a:extLst>
          </p:cNvPr>
          <p:cNvSpPr/>
          <p:nvPr/>
        </p:nvSpPr>
        <p:spPr>
          <a:xfrm>
            <a:off x="2476692" y="1794621"/>
            <a:ext cx="90835" cy="74987"/>
          </a:xfrm>
          <a:prstGeom prst="triangl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 name="그룹 8">
            <a:extLst>
              <a:ext uri="{FF2B5EF4-FFF2-40B4-BE49-F238E27FC236}">
                <a16:creationId xmlns:a16="http://schemas.microsoft.com/office/drawing/2014/main" id="{51EDA643-BE2F-4AEE-BE83-56B01DC911B0}"/>
              </a:ext>
            </a:extLst>
          </p:cNvPr>
          <p:cNvGrpSpPr/>
          <p:nvPr/>
        </p:nvGrpSpPr>
        <p:grpSpPr>
          <a:xfrm>
            <a:off x="2904233" y="2126521"/>
            <a:ext cx="1789788" cy="230832"/>
            <a:chOff x="2924648" y="2579699"/>
            <a:chExt cx="1789788" cy="230832"/>
          </a:xfrm>
        </p:grpSpPr>
        <p:sp>
          <p:nvSpPr>
            <p:cNvPr id="10" name="직사각형 9">
              <a:extLst>
                <a:ext uri="{FF2B5EF4-FFF2-40B4-BE49-F238E27FC236}">
                  <a16:creationId xmlns:a16="http://schemas.microsoft.com/office/drawing/2014/main" id="{EC820062-852C-4602-A4B1-3C5087146F60}"/>
                </a:ext>
              </a:extLst>
            </p:cNvPr>
            <p:cNvSpPr/>
            <p:nvPr/>
          </p:nvSpPr>
          <p:spPr>
            <a:xfrm>
              <a:off x="2924648"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010  </a:t>
              </a:r>
              <a:r>
                <a:rPr lang="ko-KR" altLang="en-US" sz="800" dirty="0">
                  <a:solidFill>
                    <a:schemeClr val="tx1"/>
                  </a:solidFill>
                </a:rPr>
                <a:t>▼</a:t>
              </a:r>
              <a:endParaRPr lang="en-US" altLang="ko-KR" sz="800" dirty="0">
                <a:solidFill>
                  <a:schemeClr val="tx1"/>
                </a:solidFill>
              </a:endParaRPr>
            </a:p>
          </p:txBody>
        </p:sp>
        <p:sp>
          <p:nvSpPr>
            <p:cNvPr id="11" name="직사각형 10">
              <a:extLst>
                <a:ext uri="{FF2B5EF4-FFF2-40B4-BE49-F238E27FC236}">
                  <a16:creationId xmlns:a16="http://schemas.microsoft.com/office/drawing/2014/main" id="{27D756EB-D508-46E2-BA14-219455DA4CBF}"/>
                </a:ext>
              </a:extLst>
            </p:cNvPr>
            <p:cNvSpPr/>
            <p:nvPr/>
          </p:nvSpPr>
          <p:spPr>
            <a:xfrm>
              <a:off x="3542442"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12" name="직사각형 11">
              <a:extLst>
                <a:ext uri="{FF2B5EF4-FFF2-40B4-BE49-F238E27FC236}">
                  <a16:creationId xmlns:a16="http://schemas.microsoft.com/office/drawing/2014/main" id="{054D1618-C0AF-4075-966B-41E7C47A8D0C}"/>
                </a:ext>
              </a:extLst>
            </p:cNvPr>
            <p:cNvSpPr/>
            <p:nvPr/>
          </p:nvSpPr>
          <p:spPr>
            <a:xfrm>
              <a:off x="4160236" y="2633078"/>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13" name="TextBox 12">
              <a:extLst>
                <a:ext uri="{FF2B5EF4-FFF2-40B4-BE49-F238E27FC236}">
                  <a16:creationId xmlns:a16="http://schemas.microsoft.com/office/drawing/2014/main" id="{CEABBB00-D492-476D-9635-73A4C360B9D4}"/>
                </a:ext>
              </a:extLst>
            </p:cNvPr>
            <p:cNvSpPr txBox="1"/>
            <p:nvPr/>
          </p:nvSpPr>
          <p:spPr>
            <a:xfrm>
              <a:off x="3394267" y="2579699"/>
              <a:ext cx="232756" cy="230832"/>
            </a:xfrm>
            <a:prstGeom prst="rect">
              <a:avLst/>
            </a:prstGeom>
            <a:noFill/>
          </p:spPr>
          <p:txBody>
            <a:bodyPr wrap="none" rtlCol="0">
              <a:spAutoFit/>
            </a:bodyPr>
            <a:lstStyle/>
            <a:p>
              <a:r>
                <a:rPr lang="en-US" altLang="ko-KR" sz="900" dirty="0"/>
                <a:t>-</a:t>
              </a:r>
              <a:endParaRPr lang="ko-KR" altLang="en-US" sz="900" dirty="0"/>
            </a:p>
          </p:txBody>
        </p:sp>
        <p:sp>
          <p:nvSpPr>
            <p:cNvPr id="14" name="TextBox 13">
              <a:extLst>
                <a:ext uri="{FF2B5EF4-FFF2-40B4-BE49-F238E27FC236}">
                  <a16:creationId xmlns:a16="http://schemas.microsoft.com/office/drawing/2014/main" id="{80D64E92-6BBF-4682-8124-9518E2E7E0F7}"/>
                </a:ext>
              </a:extLst>
            </p:cNvPr>
            <p:cNvSpPr txBox="1"/>
            <p:nvPr/>
          </p:nvSpPr>
          <p:spPr>
            <a:xfrm>
              <a:off x="4012061" y="2579699"/>
              <a:ext cx="232756" cy="230832"/>
            </a:xfrm>
            <a:prstGeom prst="rect">
              <a:avLst/>
            </a:prstGeom>
            <a:noFill/>
          </p:spPr>
          <p:txBody>
            <a:bodyPr wrap="none" rtlCol="0">
              <a:spAutoFit/>
            </a:bodyPr>
            <a:lstStyle/>
            <a:p>
              <a:r>
                <a:rPr lang="en-US" altLang="ko-KR" sz="900" dirty="0"/>
                <a:t>-</a:t>
              </a:r>
              <a:endParaRPr lang="ko-KR" altLang="en-US" sz="900" dirty="0"/>
            </a:p>
          </p:txBody>
        </p:sp>
      </p:grpSp>
      <p:sp>
        <p:nvSpPr>
          <p:cNvPr id="15" name="직사각형 14">
            <a:extLst>
              <a:ext uri="{FF2B5EF4-FFF2-40B4-BE49-F238E27FC236}">
                <a16:creationId xmlns:a16="http://schemas.microsoft.com/office/drawing/2014/main" id="{4C4ECE1A-60B0-4360-81B9-3D8DDB4BF508}"/>
              </a:ext>
            </a:extLst>
          </p:cNvPr>
          <p:cNvSpPr/>
          <p:nvPr/>
        </p:nvSpPr>
        <p:spPr>
          <a:xfrm>
            <a:off x="4757615" y="2182013"/>
            <a:ext cx="909631" cy="15348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본인인증</a:t>
            </a:r>
            <a:endParaRPr lang="en-US" altLang="ko-KR" sz="800" b="1" dirty="0">
              <a:solidFill>
                <a:schemeClr val="bg1"/>
              </a:solidFill>
            </a:endParaRPr>
          </a:p>
        </p:txBody>
      </p:sp>
      <p:sp>
        <p:nvSpPr>
          <p:cNvPr id="16" name="직사각형 15">
            <a:extLst>
              <a:ext uri="{FF2B5EF4-FFF2-40B4-BE49-F238E27FC236}">
                <a16:creationId xmlns:a16="http://schemas.microsoft.com/office/drawing/2014/main" id="{02CF7481-45AF-45B1-B87F-C44E42D7E8BC}"/>
              </a:ext>
            </a:extLst>
          </p:cNvPr>
          <p:cNvSpPr/>
          <p:nvPr/>
        </p:nvSpPr>
        <p:spPr>
          <a:xfrm>
            <a:off x="3805183" y="2634954"/>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우편번호찾기</a:t>
            </a:r>
            <a:endParaRPr lang="ko-KR" altLang="en-US" sz="800" dirty="0">
              <a:solidFill>
                <a:schemeClr val="bg1"/>
              </a:solidFill>
            </a:endParaRPr>
          </a:p>
        </p:txBody>
      </p:sp>
      <p:sp>
        <p:nvSpPr>
          <p:cNvPr id="17" name="직사각형 16">
            <a:extLst>
              <a:ext uri="{FF2B5EF4-FFF2-40B4-BE49-F238E27FC236}">
                <a16:creationId xmlns:a16="http://schemas.microsoft.com/office/drawing/2014/main" id="{BBD1E5ED-74E3-480A-854F-CA21491632A9}"/>
              </a:ext>
            </a:extLst>
          </p:cNvPr>
          <p:cNvSpPr/>
          <p:nvPr/>
        </p:nvSpPr>
        <p:spPr>
          <a:xfrm>
            <a:off x="2904233" y="2641930"/>
            <a:ext cx="854065"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우편번호</a:t>
            </a:r>
          </a:p>
        </p:txBody>
      </p:sp>
      <p:sp>
        <p:nvSpPr>
          <p:cNvPr id="18" name="직사각형 17">
            <a:extLst>
              <a:ext uri="{FF2B5EF4-FFF2-40B4-BE49-F238E27FC236}">
                <a16:creationId xmlns:a16="http://schemas.microsoft.com/office/drawing/2014/main" id="{2CC0EEDC-3E23-45F5-9054-3174F33F482A}"/>
              </a:ext>
            </a:extLst>
          </p:cNvPr>
          <p:cNvSpPr/>
          <p:nvPr/>
        </p:nvSpPr>
        <p:spPr>
          <a:xfrm>
            <a:off x="2904233" y="2850398"/>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주소</a:t>
            </a:r>
          </a:p>
        </p:txBody>
      </p:sp>
      <p:sp>
        <p:nvSpPr>
          <p:cNvPr id="19" name="직사각형 18">
            <a:extLst>
              <a:ext uri="{FF2B5EF4-FFF2-40B4-BE49-F238E27FC236}">
                <a16:creationId xmlns:a16="http://schemas.microsoft.com/office/drawing/2014/main" id="{2547F3EC-4E8C-491E-A0E3-B4B9A3E8FB6B}"/>
              </a:ext>
            </a:extLst>
          </p:cNvPr>
          <p:cNvSpPr/>
          <p:nvPr/>
        </p:nvSpPr>
        <p:spPr>
          <a:xfrm>
            <a:off x="2904233" y="3051602"/>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상세 주소 </a:t>
            </a:r>
          </a:p>
        </p:txBody>
      </p:sp>
      <p:sp>
        <p:nvSpPr>
          <p:cNvPr id="20" name="직사각형 19">
            <a:extLst>
              <a:ext uri="{FF2B5EF4-FFF2-40B4-BE49-F238E27FC236}">
                <a16:creationId xmlns:a16="http://schemas.microsoft.com/office/drawing/2014/main" id="{CAFF9624-AD84-455C-9A2D-BCB2BEFC3F6A}"/>
              </a:ext>
            </a:extLst>
          </p:cNvPr>
          <p:cNvSpPr/>
          <p:nvPr/>
        </p:nvSpPr>
        <p:spPr>
          <a:xfrm>
            <a:off x="2902524" y="2406775"/>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abcde1234</a:t>
            </a:r>
          </a:p>
        </p:txBody>
      </p:sp>
      <p:sp>
        <p:nvSpPr>
          <p:cNvPr id="21" name="직사각형 20">
            <a:extLst>
              <a:ext uri="{FF2B5EF4-FFF2-40B4-BE49-F238E27FC236}">
                <a16:creationId xmlns:a16="http://schemas.microsoft.com/office/drawing/2014/main" id="{719DA644-9B0B-4E38-B558-1B8827255FE8}"/>
              </a:ext>
            </a:extLst>
          </p:cNvPr>
          <p:cNvSpPr/>
          <p:nvPr/>
        </p:nvSpPr>
        <p:spPr>
          <a:xfrm>
            <a:off x="4613878" y="2406775"/>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naver.com</a:t>
            </a:r>
          </a:p>
        </p:txBody>
      </p:sp>
      <p:sp>
        <p:nvSpPr>
          <p:cNvPr id="22" name="직사각형 21">
            <a:extLst>
              <a:ext uri="{FF2B5EF4-FFF2-40B4-BE49-F238E27FC236}">
                <a16:creationId xmlns:a16="http://schemas.microsoft.com/office/drawing/2014/main" id="{900770DA-6DB6-4668-B8F1-03C75184F0C5}"/>
              </a:ext>
            </a:extLst>
          </p:cNvPr>
          <p:cNvSpPr/>
          <p:nvPr/>
        </p:nvSpPr>
        <p:spPr>
          <a:xfrm>
            <a:off x="6185323" y="2406775"/>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직접입력                       ▼</a:t>
            </a:r>
            <a:endParaRPr lang="en-US" altLang="ko-KR" sz="800" dirty="0">
              <a:solidFill>
                <a:schemeClr val="tx1"/>
              </a:solidFill>
            </a:endParaRPr>
          </a:p>
        </p:txBody>
      </p:sp>
      <p:sp>
        <p:nvSpPr>
          <p:cNvPr id="23" name="TextBox 22">
            <a:extLst>
              <a:ext uri="{FF2B5EF4-FFF2-40B4-BE49-F238E27FC236}">
                <a16:creationId xmlns:a16="http://schemas.microsoft.com/office/drawing/2014/main" id="{2D518BAB-EDBF-4B14-A50E-18B0EEFD1BF8}"/>
              </a:ext>
            </a:extLst>
          </p:cNvPr>
          <p:cNvSpPr txBox="1"/>
          <p:nvPr/>
        </p:nvSpPr>
        <p:spPr>
          <a:xfrm>
            <a:off x="1451541" y="3520449"/>
            <a:ext cx="1447832"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회원사 </a:t>
            </a:r>
            <a:r>
              <a:rPr lang="ko-KR" altLang="en-US" sz="800" b="1" dirty="0"/>
              <a:t>정보  </a:t>
            </a:r>
            <a:r>
              <a:rPr lang="en-US" altLang="ko-KR" sz="800" b="1" dirty="0"/>
              <a:t>( </a:t>
            </a:r>
            <a:r>
              <a:rPr lang="ko-KR" altLang="en-US" sz="800" b="1" dirty="0"/>
              <a:t>닫침     </a:t>
            </a:r>
            <a:r>
              <a:rPr lang="en-US" altLang="ko-KR" sz="800" b="1" dirty="0"/>
              <a:t>)</a:t>
            </a:r>
            <a:endParaRPr lang="ko-KR" altLang="en-US" sz="800" b="1" dirty="0"/>
          </a:p>
        </p:txBody>
      </p:sp>
      <p:graphicFrame>
        <p:nvGraphicFramePr>
          <p:cNvPr id="24" name="표 23">
            <a:extLst>
              <a:ext uri="{FF2B5EF4-FFF2-40B4-BE49-F238E27FC236}">
                <a16:creationId xmlns:a16="http://schemas.microsoft.com/office/drawing/2014/main" id="{43597B23-9C7A-4D94-B45A-EE2E318EF599}"/>
              </a:ext>
            </a:extLst>
          </p:cNvPr>
          <p:cNvGraphicFramePr>
            <a:graphicFrameLocks noGrp="1"/>
          </p:cNvGraphicFramePr>
          <p:nvPr>
            <p:extLst>
              <p:ext uri="{D42A27DB-BD31-4B8C-83A1-F6EECF244321}">
                <p14:modId xmlns:p14="http://schemas.microsoft.com/office/powerpoint/2010/main" val="3557018712"/>
              </p:ext>
            </p:extLst>
          </p:nvPr>
        </p:nvGraphicFramePr>
        <p:xfrm>
          <a:off x="1531934" y="3735893"/>
          <a:ext cx="7777839" cy="1981200"/>
        </p:xfrm>
        <a:graphic>
          <a:graphicData uri="http://schemas.openxmlformats.org/drawingml/2006/table">
            <a:tbl>
              <a:tblPr firstRow="1" bandRow="1">
                <a:tableStyleId>{5C22544A-7EE6-4342-B048-85BDC9FD1C3A}</a:tableStyleId>
              </a:tblPr>
              <a:tblGrid>
                <a:gridCol w="1291300">
                  <a:extLst>
                    <a:ext uri="{9D8B030D-6E8A-4147-A177-3AD203B41FA5}">
                      <a16:colId xmlns:a16="http://schemas.microsoft.com/office/drawing/2014/main" val="20000"/>
                    </a:ext>
                  </a:extLst>
                </a:gridCol>
                <a:gridCol w="2825111">
                  <a:extLst>
                    <a:ext uri="{9D8B030D-6E8A-4147-A177-3AD203B41FA5}">
                      <a16:colId xmlns:a16="http://schemas.microsoft.com/office/drawing/2014/main" val="20001"/>
                    </a:ext>
                  </a:extLst>
                </a:gridCol>
                <a:gridCol w="1127261">
                  <a:extLst>
                    <a:ext uri="{9D8B030D-6E8A-4147-A177-3AD203B41FA5}">
                      <a16:colId xmlns:a16="http://schemas.microsoft.com/office/drawing/2014/main" val="4123994656"/>
                    </a:ext>
                  </a:extLst>
                </a:gridCol>
                <a:gridCol w="2534167">
                  <a:extLst>
                    <a:ext uri="{9D8B030D-6E8A-4147-A177-3AD203B41FA5}">
                      <a16:colId xmlns:a16="http://schemas.microsoft.com/office/drawing/2014/main" val="1145626449"/>
                    </a:ext>
                  </a:extLst>
                </a:gridCol>
              </a:tblGrid>
              <a:tr h="0">
                <a:tc>
                  <a:txBody>
                    <a:bodyPr/>
                    <a:lstStyle/>
                    <a:p>
                      <a:pPr latinLnBrk="1"/>
                      <a:r>
                        <a:rPr lang="ko-KR" altLang="en-US" sz="800" b="0" dirty="0">
                          <a:solidFill>
                            <a:schemeClr val="tx1"/>
                          </a:solidFill>
                        </a:rPr>
                        <a:t>회원사 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사업자구분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개인판매   ○ 개인사업자   ○ 법인사업자 </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사업자등록번호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rgbClr val="C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대표연락처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158815553"/>
                  </a:ext>
                </a:extLst>
              </a:tr>
              <a:tr h="0">
                <a:tc>
                  <a:txBody>
                    <a:bodyPr/>
                    <a:lstStyle/>
                    <a:p>
                      <a:pPr latinLnBrk="1"/>
                      <a:r>
                        <a:rPr lang="ko-KR" altLang="en-US" sz="800" b="0" dirty="0" err="1">
                          <a:solidFill>
                            <a:schemeClr val="tx1"/>
                          </a:solidFill>
                        </a:rPr>
                        <a:t>대표이메일</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1" i="0" u="none" strike="noStrike" dirty="0">
                          <a:solidFill>
                            <a:srgbClr val="C00000"/>
                          </a:solidFill>
                          <a:effectLst/>
                          <a:latin typeface="+mn-lt"/>
                        </a:rPr>
                        <a:t>                                          </a:t>
                      </a:r>
                      <a:r>
                        <a:rPr lang="en-US" altLang="ko-KR" sz="800" b="1" i="0" u="none" strike="noStrike" dirty="0">
                          <a:solidFill>
                            <a:schemeClr val="tx1"/>
                          </a:solidFill>
                          <a:effectLst/>
                          <a:latin typeface="+mn-lt"/>
                        </a:rPr>
                        <a:t>@</a:t>
                      </a: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32034566"/>
                  </a:ext>
                </a:extLst>
              </a:tr>
              <a:tr h="0">
                <a:tc>
                  <a:txBody>
                    <a:bodyPr/>
                    <a:lstStyle/>
                    <a:p>
                      <a:pPr latinLnBrk="1"/>
                      <a:r>
                        <a:rPr lang="ko-KR" altLang="en-US" sz="800" b="0" dirty="0">
                          <a:solidFill>
                            <a:schemeClr val="tx1"/>
                          </a:solidFill>
                        </a:rPr>
                        <a:t>회원사 주소지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89819523"/>
                  </a:ext>
                </a:extLst>
              </a:tr>
              <a:tr h="0">
                <a:tc>
                  <a:txBody>
                    <a:bodyPr/>
                    <a:lstStyle/>
                    <a:p>
                      <a:pPr latinLnBrk="1"/>
                      <a:r>
                        <a:rPr lang="ko-KR" altLang="en-US" sz="800" b="0" dirty="0">
                          <a:solidFill>
                            <a:schemeClr val="tx1"/>
                          </a:solidFill>
                        </a:rPr>
                        <a:t>정산용 계좌번호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719954552"/>
                  </a:ext>
                </a:extLst>
              </a:tr>
              <a:tr h="0">
                <a:tc>
                  <a:txBody>
                    <a:bodyPr/>
                    <a:lstStyle/>
                    <a:p>
                      <a:pPr latinLnBrk="1"/>
                      <a:r>
                        <a:rPr lang="ko-KR" altLang="en-US" sz="800" b="0" dirty="0">
                          <a:solidFill>
                            <a:schemeClr val="tx1"/>
                          </a:solidFill>
                        </a:rPr>
                        <a:t>정산용 통장사본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685865444"/>
                  </a:ext>
                </a:extLst>
              </a:tr>
            </a:tbl>
          </a:graphicData>
        </a:graphic>
      </p:graphicFrame>
      <p:sp>
        <p:nvSpPr>
          <p:cNvPr id="25" name="직사각형 24">
            <a:extLst>
              <a:ext uri="{FF2B5EF4-FFF2-40B4-BE49-F238E27FC236}">
                <a16:creationId xmlns:a16="http://schemas.microsoft.com/office/drawing/2014/main" id="{5AEC8AFD-4FA4-430F-A8CE-0B161DD5B337}"/>
              </a:ext>
            </a:extLst>
          </p:cNvPr>
          <p:cNvSpPr/>
          <p:nvPr/>
        </p:nvSpPr>
        <p:spPr>
          <a:xfrm>
            <a:off x="2904233" y="3762626"/>
            <a:ext cx="5474510" cy="148514"/>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회원사 명</a:t>
            </a:r>
            <a:endParaRPr lang="en-US" altLang="ko-KR" sz="800" dirty="0">
              <a:solidFill>
                <a:schemeClr val="tx1"/>
              </a:solidFill>
            </a:endParaRPr>
          </a:p>
        </p:txBody>
      </p:sp>
      <p:sp>
        <p:nvSpPr>
          <p:cNvPr id="26" name="이등변 삼각형 25">
            <a:extLst>
              <a:ext uri="{FF2B5EF4-FFF2-40B4-BE49-F238E27FC236}">
                <a16:creationId xmlns:a16="http://schemas.microsoft.com/office/drawing/2014/main" id="{6735BDBE-C458-494C-8581-623A2A8F46C9}"/>
              </a:ext>
            </a:extLst>
          </p:cNvPr>
          <p:cNvSpPr/>
          <p:nvPr/>
        </p:nvSpPr>
        <p:spPr>
          <a:xfrm>
            <a:off x="2620097" y="3590678"/>
            <a:ext cx="90835" cy="74987"/>
          </a:xfrm>
          <a:prstGeom prst="triangl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 name="직사각형 26">
            <a:extLst>
              <a:ext uri="{FF2B5EF4-FFF2-40B4-BE49-F238E27FC236}">
                <a16:creationId xmlns:a16="http://schemas.microsoft.com/office/drawing/2014/main" id="{4659200C-92AE-4E71-9AB3-35B064990CEF}"/>
              </a:ext>
            </a:extLst>
          </p:cNvPr>
          <p:cNvSpPr/>
          <p:nvPr/>
        </p:nvSpPr>
        <p:spPr>
          <a:xfrm>
            <a:off x="3805183" y="4651583"/>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우편번호찾기</a:t>
            </a:r>
            <a:endParaRPr lang="ko-KR" altLang="en-US" sz="800" dirty="0">
              <a:solidFill>
                <a:schemeClr val="bg1"/>
              </a:solidFill>
            </a:endParaRPr>
          </a:p>
        </p:txBody>
      </p:sp>
      <p:sp>
        <p:nvSpPr>
          <p:cNvPr id="28" name="직사각형 27">
            <a:extLst>
              <a:ext uri="{FF2B5EF4-FFF2-40B4-BE49-F238E27FC236}">
                <a16:creationId xmlns:a16="http://schemas.microsoft.com/office/drawing/2014/main" id="{92D66B06-6668-4A34-8A0F-839BE00D40D3}"/>
              </a:ext>
            </a:extLst>
          </p:cNvPr>
          <p:cNvSpPr/>
          <p:nvPr/>
        </p:nvSpPr>
        <p:spPr>
          <a:xfrm>
            <a:off x="2904233" y="4658559"/>
            <a:ext cx="854065"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우편번호</a:t>
            </a:r>
          </a:p>
        </p:txBody>
      </p:sp>
      <p:sp>
        <p:nvSpPr>
          <p:cNvPr id="29" name="직사각형 28">
            <a:extLst>
              <a:ext uri="{FF2B5EF4-FFF2-40B4-BE49-F238E27FC236}">
                <a16:creationId xmlns:a16="http://schemas.microsoft.com/office/drawing/2014/main" id="{3C5229AB-6021-4BD7-9664-5C38CA0F2B59}"/>
              </a:ext>
            </a:extLst>
          </p:cNvPr>
          <p:cNvSpPr/>
          <p:nvPr/>
        </p:nvSpPr>
        <p:spPr>
          <a:xfrm>
            <a:off x="2904233" y="4867027"/>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주소</a:t>
            </a:r>
          </a:p>
        </p:txBody>
      </p:sp>
      <p:sp>
        <p:nvSpPr>
          <p:cNvPr id="30" name="직사각형 29">
            <a:extLst>
              <a:ext uri="{FF2B5EF4-FFF2-40B4-BE49-F238E27FC236}">
                <a16:creationId xmlns:a16="http://schemas.microsoft.com/office/drawing/2014/main" id="{702FFD0F-27DD-48BD-9BA4-6E1EE9AE8DF9}"/>
              </a:ext>
            </a:extLst>
          </p:cNvPr>
          <p:cNvSpPr/>
          <p:nvPr/>
        </p:nvSpPr>
        <p:spPr>
          <a:xfrm>
            <a:off x="2904233" y="5068231"/>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상세 주소 </a:t>
            </a:r>
          </a:p>
        </p:txBody>
      </p:sp>
      <p:sp>
        <p:nvSpPr>
          <p:cNvPr id="31" name="직사각형 30">
            <a:extLst>
              <a:ext uri="{FF2B5EF4-FFF2-40B4-BE49-F238E27FC236}">
                <a16:creationId xmlns:a16="http://schemas.microsoft.com/office/drawing/2014/main" id="{DF298682-EEA1-4084-81ED-174B600CC581}"/>
              </a:ext>
            </a:extLst>
          </p:cNvPr>
          <p:cNvSpPr/>
          <p:nvPr/>
        </p:nvSpPr>
        <p:spPr>
          <a:xfrm>
            <a:off x="2902524" y="4407146"/>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solidFill>
            </a:endParaRPr>
          </a:p>
        </p:txBody>
      </p:sp>
      <p:sp>
        <p:nvSpPr>
          <p:cNvPr id="32" name="직사각형 31">
            <a:extLst>
              <a:ext uri="{FF2B5EF4-FFF2-40B4-BE49-F238E27FC236}">
                <a16:creationId xmlns:a16="http://schemas.microsoft.com/office/drawing/2014/main" id="{B1189C7A-47A6-494E-B1EB-B63A94B5E287}"/>
              </a:ext>
            </a:extLst>
          </p:cNvPr>
          <p:cNvSpPr/>
          <p:nvPr/>
        </p:nvSpPr>
        <p:spPr>
          <a:xfrm>
            <a:off x="4613878" y="4407146"/>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solidFill>
            </a:endParaRPr>
          </a:p>
        </p:txBody>
      </p:sp>
      <p:sp>
        <p:nvSpPr>
          <p:cNvPr id="33" name="직사각형 32">
            <a:extLst>
              <a:ext uri="{FF2B5EF4-FFF2-40B4-BE49-F238E27FC236}">
                <a16:creationId xmlns:a16="http://schemas.microsoft.com/office/drawing/2014/main" id="{A37B1D29-3217-4183-8ABA-AA505B25BAAF}"/>
              </a:ext>
            </a:extLst>
          </p:cNvPr>
          <p:cNvSpPr/>
          <p:nvPr/>
        </p:nvSpPr>
        <p:spPr>
          <a:xfrm>
            <a:off x="6185323" y="4407146"/>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직접입력                       ▼</a:t>
            </a:r>
            <a:endParaRPr lang="en-US" altLang="ko-KR" sz="800" dirty="0">
              <a:solidFill>
                <a:schemeClr val="tx1"/>
              </a:solidFill>
            </a:endParaRPr>
          </a:p>
        </p:txBody>
      </p:sp>
      <p:grpSp>
        <p:nvGrpSpPr>
          <p:cNvPr id="34" name="그룹 33">
            <a:extLst>
              <a:ext uri="{FF2B5EF4-FFF2-40B4-BE49-F238E27FC236}">
                <a16:creationId xmlns:a16="http://schemas.microsoft.com/office/drawing/2014/main" id="{95B7ACFF-4BB6-4964-AE92-C3B44B2D6E85}"/>
              </a:ext>
            </a:extLst>
          </p:cNvPr>
          <p:cNvGrpSpPr/>
          <p:nvPr/>
        </p:nvGrpSpPr>
        <p:grpSpPr>
          <a:xfrm>
            <a:off x="6852012" y="3920529"/>
            <a:ext cx="1426444" cy="230832"/>
            <a:chOff x="308616" y="753079"/>
            <a:chExt cx="1426444" cy="230832"/>
          </a:xfrm>
        </p:grpSpPr>
        <p:sp>
          <p:nvSpPr>
            <p:cNvPr id="35" name="직사각형 34">
              <a:extLst>
                <a:ext uri="{FF2B5EF4-FFF2-40B4-BE49-F238E27FC236}">
                  <a16:creationId xmlns:a16="http://schemas.microsoft.com/office/drawing/2014/main" id="{E2361BC1-CBBA-4ECB-B81E-263320C4E647}"/>
                </a:ext>
              </a:extLst>
            </p:cNvPr>
            <p:cNvSpPr/>
            <p:nvPr/>
          </p:nvSpPr>
          <p:spPr>
            <a:xfrm>
              <a:off x="308616" y="808571"/>
              <a:ext cx="393733"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010  </a:t>
              </a:r>
            </a:p>
          </p:txBody>
        </p:sp>
        <p:sp>
          <p:nvSpPr>
            <p:cNvPr id="36" name="직사각형 35">
              <a:extLst>
                <a:ext uri="{FF2B5EF4-FFF2-40B4-BE49-F238E27FC236}">
                  <a16:creationId xmlns:a16="http://schemas.microsoft.com/office/drawing/2014/main" id="{5AA91524-5AA3-405A-90C8-82C34DA23DAB}"/>
                </a:ext>
              </a:extLst>
            </p:cNvPr>
            <p:cNvSpPr/>
            <p:nvPr/>
          </p:nvSpPr>
          <p:spPr>
            <a:xfrm>
              <a:off x="787127" y="808571"/>
              <a:ext cx="321444"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a:t>
              </a:r>
            </a:p>
          </p:txBody>
        </p:sp>
        <p:sp>
          <p:nvSpPr>
            <p:cNvPr id="37" name="직사각형 36">
              <a:extLst>
                <a:ext uri="{FF2B5EF4-FFF2-40B4-BE49-F238E27FC236}">
                  <a16:creationId xmlns:a16="http://schemas.microsoft.com/office/drawing/2014/main" id="{04F29357-B928-4990-9D20-B477540C059E}"/>
                </a:ext>
              </a:extLst>
            </p:cNvPr>
            <p:cNvSpPr/>
            <p:nvPr/>
          </p:nvSpPr>
          <p:spPr>
            <a:xfrm>
              <a:off x="1180860" y="806458"/>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00000</a:t>
              </a:r>
            </a:p>
          </p:txBody>
        </p:sp>
        <p:sp>
          <p:nvSpPr>
            <p:cNvPr id="38" name="TextBox 37">
              <a:extLst>
                <a:ext uri="{FF2B5EF4-FFF2-40B4-BE49-F238E27FC236}">
                  <a16:creationId xmlns:a16="http://schemas.microsoft.com/office/drawing/2014/main" id="{7DC9BD5C-24B5-41DF-883F-DF1622AD5029}"/>
                </a:ext>
              </a:extLst>
            </p:cNvPr>
            <p:cNvSpPr txBox="1"/>
            <p:nvPr/>
          </p:nvSpPr>
          <p:spPr>
            <a:xfrm>
              <a:off x="638952" y="753079"/>
              <a:ext cx="232756" cy="230832"/>
            </a:xfrm>
            <a:prstGeom prst="rect">
              <a:avLst/>
            </a:prstGeom>
            <a:noFill/>
          </p:spPr>
          <p:txBody>
            <a:bodyPr wrap="none" rtlCol="0">
              <a:spAutoFit/>
            </a:bodyPr>
            <a:lstStyle/>
            <a:p>
              <a:r>
                <a:rPr lang="en-US" altLang="ko-KR" sz="900" dirty="0"/>
                <a:t>-</a:t>
              </a:r>
              <a:endParaRPr lang="ko-KR" altLang="en-US" sz="900" dirty="0"/>
            </a:p>
          </p:txBody>
        </p:sp>
        <p:sp>
          <p:nvSpPr>
            <p:cNvPr id="39" name="TextBox 38">
              <a:extLst>
                <a:ext uri="{FF2B5EF4-FFF2-40B4-BE49-F238E27FC236}">
                  <a16:creationId xmlns:a16="http://schemas.microsoft.com/office/drawing/2014/main" id="{EDED95CE-BA01-488E-A49A-40924E41E7CE}"/>
                </a:ext>
              </a:extLst>
            </p:cNvPr>
            <p:cNvSpPr txBox="1"/>
            <p:nvPr/>
          </p:nvSpPr>
          <p:spPr>
            <a:xfrm>
              <a:off x="1032685" y="753079"/>
              <a:ext cx="232756" cy="230832"/>
            </a:xfrm>
            <a:prstGeom prst="rect">
              <a:avLst/>
            </a:prstGeom>
            <a:noFill/>
          </p:spPr>
          <p:txBody>
            <a:bodyPr wrap="none" rtlCol="0">
              <a:spAutoFit/>
            </a:bodyPr>
            <a:lstStyle/>
            <a:p>
              <a:r>
                <a:rPr lang="en-US" altLang="ko-KR" sz="900" dirty="0"/>
                <a:t>-</a:t>
              </a:r>
              <a:endParaRPr lang="ko-KR" altLang="en-US" sz="900" dirty="0"/>
            </a:p>
          </p:txBody>
        </p:sp>
      </p:grpSp>
      <p:grpSp>
        <p:nvGrpSpPr>
          <p:cNvPr id="40" name="그룹 39">
            <a:extLst>
              <a:ext uri="{FF2B5EF4-FFF2-40B4-BE49-F238E27FC236}">
                <a16:creationId xmlns:a16="http://schemas.microsoft.com/office/drawing/2014/main" id="{DD2B341B-5396-441D-9FFB-AF4646E53BA7}"/>
              </a:ext>
            </a:extLst>
          </p:cNvPr>
          <p:cNvGrpSpPr/>
          <p:nvPr/>
        </p:nvGrpSpPr>
        <p:grpSpPr>
          <a:xfrm>
            <a:off x="2907294" y="4122960"/>
            <a:ext cx="1789788" cy="230832"/>
            <a:chOff x="2924648" y="2579699"/>
            <a:chExt cx="1789788" cy="230832"/>
          </a:xfrm>
        </p:grpSpPr>
        <p:sp>
          <p:nvSpPr>
            <p:cNvPr id="41" name="직사각형 40">
              <a:extLst>
                <a:ext uri="{FF2B5EF4-FFF2-40B4-BE49-F238E27FC236}">
                  <a16:creationId xmlns:a16="http://schemas.microsoft.com/office/drawing/2014/main" id="{72AB5813-65C7-43CA-B398-EBCD1B6E192A}"/>
                </a:ext>
              </a:extLst>
            </p:cNvPr>
            <p:cNvSpPr/>
            <p:nvPr/>
          </p:nvSpPr>
          <p:spPr>
            <a:xfrm>
              <a:off x="2924648"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010  </a:t>
              </a:r>
              <a:r>
                <a:rPr lang="ko-KR" altLang="en-US" sz="800" dirty="0">
                  <a:solidFill>
                    <a:schemeClr val="tx1"/>
                  </a:solidFill>
                </a:rPr>
                <a:t>▼</a:t>
              </a:r>
              <a:endParaRPr lang="en-US" altLang="ko-KR" sz="800" dirty="0">
                <a:solidFill>
                  <a:schemeClr val="tx1"/>
                </a:solidFill>
              </a:endParaRPr>
            </a:p>
          </p:txBody>
        </p:sp>
        <p:sp>
          <p:nvSpPr>
            <p:cNvPr id="42" name="직사각형 41">
              <a:extLst>
                <a:ext uri="{FF2B5EF4-FFF2-40B4-BE49-F238E27FC236}">
                  <a16:creationId xmlns:a16="http://schemas.microsoft.com/office/drawing/2014/main" id="{83E9BEA4-0387-478A-AD15-6C073272ED3B}"/>
                </a:ext>
              </a:extLst>
            </p:cNvPr>
            <p:cNvSpPr/>
            <p:nvPr/>
          </p:nvSpPr>
          <p:spPr>
            <a:xfrm>
              <a:off x="3542442"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43" name="직사각형 42">
              <a:extLst>
                <a:ext uri="{FF2B5EF4-FFF2-40B4-BE49-F238E27FC236}">
                  <a16:creationId xmlns:a16="http://schemas.microsoft.com/office/drawing/2014/main" id="{DD125CA4-0321-4812-AE1C-1E3C6E16B7BF}"/>
                </a:ext>
              </a:extLst>
            </p:cNvPr>
            <p:cNvSpPr/>
            <p:nvPr/>
          </p:nvSpPr>
          <p:spPr>
            <a:xfrm>
              <a:off x="4160236" y="2633078"/>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44" name="TextBox 43">
              <a:extLst>
                <a:ext uri="{FF2B5EF4-FFF2-40B4-BE49-F238E27FC236}">
                  <a16:creationId xmlns:a16="http://schemas.microsoft.com/office/drawing/2014/main" id="{25C01B58-0E75-4936-830E-F64392E660DC}"/>
                </a:ext>
              </a:extLst>
            </p:cNvPr>
            <p:cNvSpPr txBox="1"/>
            <p:nvPr/>
          </p:nvSpPr>
          <p:spPr>
            <a:xfrm>
              <a:off x="3394267" y="2579699"/>
              <a:ext cx="232756" cy="230832"/>
            </a:xfrm>
            <a:prstGeom prst="rect">
              <a:avLst/>
            </a:prstGeom>
            <a:noFill/>
          </p:spPr>
          <p:txBody>
            <a:bodyPr wrap="none" rtlCol="0">
              <a:spAutoFit/>
            </a:bodyPr>
            <a:lstStyle/>
            <a:p>
              <a:r>
                <a:rPr lang="en-US" altLang="ko-KR" sz="900" dirty="0"/>
                <a:t>-</a:t>
              </a:r>
              <a:endParaRPr lang="ko-KR" altLang="en-US" sz="900" dirty="0"/>
            </a:p>
          </p:txBody>
        </p:sp>
        <p:sp>
          <p:nvSpPr>
            <p:cNvPr id="45" name="TextBox 44">
              <a:extLst>
                <a:ext uri="{FF2B5EF4-FFF2-40B4-BE49-F238E27FC236}">
                  <a16:creationId xmlns:a16="http://schemas.microsoft.com/office/drawing/2014/main" id="{DD778F61-B6FB-4146-A741-CAE282F045CE}"/>
                </a:ext>
              </a:extLst>
            </p:cNvPr>
            <p:cNvSpPr txBox="1"/>
            <p:nvPr/>
          </p:nvSpPr>
          <p:spPr>
            <a:xfrm>
              <a:off x="4012061" y="2579699"/>
              <a:ext cx="232756" cy="230832"/>
            </a:xfrm>
            <a:prstGeom prst="rect">
              <a:avLst/>
            </a:prstGeom>
            <a:noFill/>
          </p:spPr>
          <p:txBody>
            <a:bodyPr wrap="none" rtlCol="0">
              <a:spAutoFit/>
            </a:bodyPr>
            <a:lstStyle/>
            <a:p>
              <a:r>
                <a:rPr lang="en-US" altLang="ko-KR" sz="900" dirty="0"/>
                <a:t>-</a:t>
              </a:r>
              <a:endParaRPr lang="ko-KR" altLang="en-US" sz="900" dirty="0"/>
            </a:p>
          </p:txBody>
        </p:sp>
      </p:grpSp>
      <p:sp>
        <p:nvSpPr>
          <p:cNvPr id="46" name="TextBox 45">
            <a:extLst>
              <a:ext uri="{FF2B5EF4-FFF2-40B4-BE49-F238E27FC236}">
                <a16:creationId xmlns:a16="http://schemas.microsoft.com/office/drawing/2014/main" id="{5881770A-4F0F-4B1C-A588-1A9AA28AB617}"/>
              </a:ext>
            </a:extLst>
          </p:cNvPr>
          <p:cNvSpPr txBox="1"/>
          <p:nvPr/>
        </p:nvSpPr>
        <p:spPr>
          <a:xfrm>
            <a:off x="1451541" y="5983487"/>
            <a:ext cx="6022803"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회원사 판매권한 </a:t>
            </a:r>
            <a:r>
              <a:rPr lang="ko-KR" altLang="en-US" sz="800" b="1" dirty="0"/>
              <a:t>정보 </a:t>
            </a:r>
            <a:r>
              <a:rPr lang="en-US" altLang="ko-KR" sz="800" dirty="0">
                <a:solidFill>
                  <a:srgbClr val="FF0000"/>
                </a:solidFill>
              </a:rPr>
              <a:t>( M9</a:t>
            </a:r>
            <a:r>
              <a:rPr lang="ko-KR" altLang="en-US" sz="800" dirty="0">
                <a:solidFill>
                  <a:srgbClr val="FF0000"/>
                </a:solidFill>
              </a:rPr>
              <a:t> </a:t>
            </a:r>
            <a:r>
              <a:rPr lang="en-US" altLang="ko-KR" sz="800" dirty="0">
                <a:solidFill>
                  <a:srgbClr val="FF0000"/>
                </a:solidFill>
              </a:rPr>
              <a:t>Market </a:t>
            </a:r>
            <a:r>
              <a:rPr lang="ko-KR" altLang="en-US" sz="800" dirty="0">
                <a:solidFill>
                  <a:srgbClr val="FF0000"/>
                </a:solidFill>
              </a:rPr>
              <a:t>의 </a:t>
            </a:r>
            <a:r>
              <a:rPr lang="en-US" altLang="ko-KR" sz="800" dirty="0">
                <a:solidFill>
                  <a:srgbClr val="FF0000"/>
                </a:solidFill>
              </a:rPr>
              <a:t>Shop </a:t>
            </a:r>
            <a:r>
              <a:rPr lang="ko-KR" altLang="en-US" sz="800" dirty="0">
                <a:solidFill>
                  <a:srgbClr val="FF0000"/>
                </a:solidFill>
              </a:rPr>
              <a:t>채널에서 공유 및 공동구매 상품을 판매하기 위해서는 판매인증이 필요합니다</a:t>
            </a:r>
            <a:r>
              <a:rPr lang="en-US" altLang="ko-KR" sz="800" dirty="0">
                <a:solidFill>
                  <a:srgbClr val="FF0000"/>
                </a:solidFill>
              </a:rPr>
              <a:t>. )</a:t>
            </a:r>
            <a:endParaRPr lang="ko-KR" altLang="en-US" sz="800" dirty="0">
              <a:solidFill>
                <a:srgbClr val="FF0000"/>
              </a:solidFill>
            </a:endParaRPr>
          </a:p>
        </p:txBody>
      </p:sp>
      <p:graphicFrame>
        <p:nvGraphicFramePr>
          <p:cNvPr id="47" name="표 46">
            <a:extLst>
              <a:ext uri="{FF2B5EF4-FFF2-40B4-BE49-F238E27FC236}">
                <a16:creationId xmlns:a16="http://schemas.microsoft.com/office/drawing/2014/main" id="{4B5349A1-4706-4DE7-9568-49E66DDC54FA}"/>
              </a:ext>
            </a:extLst>
          </p:cNvPr>
          <p:cNvGraphicFramePr>
            <a:graphicFrameLocks noGrp="1"/>
          </p:cNvGraphicFramePr>
          <p:nvPr>
            <p:extLst>
              <p:ext uri="{D42A27DB-BD31-4B8C-83A1-F6EECF244321}">
                <p14:modId xmlns:p14="http://schemas.microsoft.com/office/powerpoint/2010/main" val="3696607490"/>
              </p:ext>
            </p:extLst>
          </p:nvPr>
        </p:nvGraphicFramePr>
        <p:xfrm>
          <a:off x="1531934" y="6198931"/>
          <a:ext cx="7777838" cy="853440"/>
        </p:xfrm>
        <a:graphic>
          <a:graphicData uri="http://schemas.openxmlformats.org/drawingml/2006/table">
            <a:tbl>
              <a:tblPr firstRow="1" bandRow="1">
                <a:tableStyleId>{5C22544A-7EE6-4342-B048-85BDC9FD1C3A}</a:tableStyleId>
              </a:tblPr>
              <a:tblGrid>
                <a:gridCol w="1594443">
                  <a:extLst>
                    <a:ext uri="{9D8B030D-6E8A-4147-A177-3AD203B41FA5}">
                      <a16:colId xmlns:a16="http://schemas.microsoft.com/office/drawing/2014/main" val="20000"/>
                    </a:ext>
                  </a:extLst>
                </a:gridCol>
                <a:gridCol w="5364480">
                  <a:extLst>
                    <a:ext uri="{9D8B030D-6E8A-4147-A177-3AD203B41FA5}">
                      <a16:colId xmlns:a16="http://schemas.microsoft.com/office/drawing/2014/main" val="20001"/>
                    </a:ext>
                  </a:extLst>
                </a:gridCol>
                <a:gridCol w="818915">
                  <a:extLst>
                    <a:ext uri="{9D8B030D-6E8A-4147-A177-3AD203B41FA5}">
                      <a16:colId xmlns:a16="http://schemas.microsoft.com/office/drawing/2014/main" val="2389116110"/>
                    </a:ext>
                  </a:extLst>
                </a:gridCol>
              </a:tblGrid>
              <a:tr h="0">
                <a:tc>
                  <a:txBody>
                    <a:bodyPr/>
                    <a:lstStyle/>
                    <a:p>
                      <a:pPr latinLnBrk="1"/>
                      <a:r>
                        <a:rPr lang="ko-KR" altLang="en-US" sz="800" b="0" dirty="0">
                          <a:solidFill>
                            <a:schemeClr val="tx1"/>
                          </a:solidFill>
                        </a:rPr>
                        <a:t>판매인증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i="0" u="none" strike="noStrike" dirty="0" err="1">
                          <a:solidFill>
                            <a:srgbClr val="FF0000"/>
                          </a:solidFill>
                          <a:effectLst/>
                          <a:latin typeface="+mn-lt"/>
                        </a:rPr>
                        <a:t>미인증</a:t>
                      </a:r>
                      <a:endParaRPr lang="ko-KR" altLang="en-US" sz="800" b="1" i="0" u="none" strike="noStrike" dirty="0">
                        <a:solidFill>
                          <a:srgbClr val="FF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rowSpan="4">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rgbClr val="FF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사업자등록증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v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사업자 명의 계좌번호 </a:t>
                      </a:r>
                      <a:r>
                        <a:rPr lang="en-US" altLang="ko-KR" sz="800" b="0" dirty="0">
                          <a:solidFill>
                            <a:schemeClr val="tx1"/>
                          </a:solidFill>
                        </a:rPr>
                        <a:t>(</a:t>
                      </a:r>
                      <a:r>
                        <a:rPr lang="ko-KR" altLang="en-US" sz="800" b="0" dirty="0">
                          <a:solidFill>
                            <a:schemeClr val="tx1"/>
                          </a:solidFill>
                        </a:rPr>
                        <a:t>정산용</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v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58815553"/>
                  </a:ext>
                </a:extLst>
              </a:tr>
              <a:tr h="0">
                <a:tc>
                  <a:txBody>
                    <a:bodyPr/>
                    <a:lstStyle/>
                    <a:p>
                      <a:pPr latinLnBrk="1"/>
                      <a:r>
                        <a:rPr lang="ko-KR" altLang="en-US" sz="800" b="0" dirty="0">
                          <a:solidFill>
                            <a:schemeClr val="tx1"/>
                          </a:solidFill>
                        </a:rPr>
                        <a:t>사업자 명의 통장사본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v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32034566"/>
                  </a:ext>
                </a:extLst>
              </a:tr>
            </a:tbl>
          </a:graphicData>
        </a:graphic>
      </p:graphicFrame>
      <p:sp>
        <p:nvSpPr>
          <p:cNvPr id="48" name="직사각형 47">
            <a:extLst>
              <a:ext uri="{FF2B5EF4-FFF2-40B4-BE49-F238E27FC236}">
                <a16:creationId xmlns:a16="http://schemas.microsoft.com/office/drawing/2014/main" id="{877B7F17-CF0E-4A53-8F0E-4BE65DCE79AE}"/>
              </a:ext>
            </a:extLst>
          </p:cNvPr>
          <p:cNvSpPr/>
          <p:nvPr/>
        </p:nvSpPr>
        <p:spPr>
          <a:xfrm>
            <a:off x="5220311" y="6441792"/>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p>
        </p:txBody>
      </p:sp>
      <p:sp>
        <p:nvSpPr>
          <p:cNvPr id="49" name="직사각형 48">
            <a:extLst>
              <a:ext uri="{FF2B5EF4-FFF2-40B4-BE49-F238E27FC236}">
                <a16:creationId xmlns:a16="http://schemas.microsoft.com/office/drawing/2014/main" id="{C2573F87-FA37-4562-853B-11C25EC6F1BE}"/>
              </a:ext>
            </a:extLst>
          </p:cNvPr>
          <p:cNvSpPr/>
          <p:nvPr/>
        </p:nvSpPr>
        <p:spPr>
          <a:xfrm>
            <a:off x="3225257" y="6652516"/>
            <a:ext cx="968906"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은행선택  ▼</a:t>
            </a:r>
          </a:p>
        </p:txBody>
      </p:sp>
      <p:sp>
        <p:nvSpPr>
          <p:cNvPr id="50" name="직사각형 49">
            <a:extLst>
              <a:ext uri="{FF2B5EF4-FFF2-40B4-BE49-F238E27FC236}">
                <a16:creationId xmlns:a16="http://schemas.microsoft.com/office/drawing/2014/main" id="{5597BF0D-F552-4CFC-B872-5DB032D4CA61}"/>
              </a:ext>
            </a:extLst>
          </p:cNvPr>
          <p:cNvSpPr/>
          <p:nvPr/>
        </p:nvSpPr>
        <p:spPr>
          <a:xfrm>
            <a:off x="4239409" y="6652516"/>
            <a:ext cx="1949807"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계좌번호 </a:t>
            </a:r>
            <a:r>
              <a:rPr lang="en-US" altLang="ko-KR" sz="800" dirty="0">
                <a:solidFill>
                  <a:schemeClr val="bg1">
                    <a:lumMod val="65000"/>
                  </a:schemeClr>
                </a:solidFill>
              </a:rPr>
              <a:t>(‘-’</a:t>
            </a:r>
            <a:r>
              <a:rPr lang="ko-KR" altLang="en-US" sz="800" dirty="0">
                <a:solidFill>
                  <a:schemeClr val="bg1">
                    <a:lumMod val="65000"/>
                  </a:schemeClr>
                </a:solidFill>
              </a:rPr>
              <a:t>없이 숫자만 입력</a:t>
            </a:r>
            <a:r>
              <a:rPr lang="en-US" altLang="ko-KR" sz="800" dirty="0">
                <a:solidFill>
                  <a:schemeClr val="bg1">
                    <a:lumMod val="65000"/>
                  </a:schemeClr>
                </a:solidFill>
              </a:rPr>
              <a:t>)</a:t>
            </a:r>
            <a:endParaRPr lang="ko-KR" altLang="en-US" sz="800" dirty="0">
              <a:solidFill>
                <a:schemeClr val="bg1">
                  <a:lumMod val="65000"/>
                </a:schemeClr>
              </a:solidFill>
            </a:endParaRPr>
          </a:p>
        </p:txBody>
      </p:sp>
      <p:sp>
        <p:nvSpPr>
          <p:cNvPr id="51" name="직사각형 50">
            <a:extLst>
              <a:ext uri="{FF2B5EF4-FFF2-40B4-BE49-F238E27FC236}">
                <a16:creationId xmlns:a16="http://schemas.microsoft.com/office/drawing/2014/main" id="{E060279C-24D7-4396-B7E6-6260884B7D74}"/>
              </a:ext>
            </a:extLst>
          </p:cNvPr>
          <p:cNvSpPr/>
          <p:nvPr/>
        </p:nvSpPr>
        <p:spPr>
          <a:xfrm>
            <a:off x="6225373" y="6652516"/>
            <a:ext cx="1188246"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예금주</a:t>
            </a:r>
          </a:p>
        </p:txBody>
      </p:sp>
      <p:sp>
        <p:nvSpPr>
          <p:cNvPr id="52" name="직사각형 51">
            <a:extLst>
              <a:ext uri="{FF2B5EF4-FFF2-40B4-BE49-F238E27FC236}">
                <a16:creationId xmlns:a16="http://schemas.microsoft.com/office/drawing/2014/main" id="{B1AF605C-B54D-402E-AB59-45CCCA5E526F}"/>
              </a:ext>
            </a:extLst>
          </p:cNvPr>
          <p:cNvSpPr/>
          <p:nvPr/>
        </p:nvSpPr>
        <p:spPr>
          <a:xfrm>
            <a:off x="5220311" y="6874424"/>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p>
        </p:txBody>
      </p:sp>
      <p:sp>
        <p:nvSpPr>
          <p:cNvPr id="53" name="직사각형 52">
            <a:extLst>
              <a:ext uri="{FF2B5EF4-FFF2-40B4-BE49-F238E27FC236}">
                <a16:creationId xmlns:a16="http://schemas.microsoft.com/office/drawing/2014/main" id="{3DEACF89-4D5C-4A8D-8A97-9DEB939FE45D}"/>
              </a:ext>
            </a:extLst>
          </p:cNvPr>
          <p:cNvSpPr/>
          <p:nvPr/>
        </p:nvSpPr>
        <p:spPr>
          <a:xfrm>
            <a:off x="3233569" y="6874424"/>
            <a:ext cx="1949807" cy="15705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입력한 계좌번호와 동일한 통장첨부</a:t>
            </a:r>
          </a:p>
        </p:txBody>
      </p:sp>
      <p:sp>
        <p:nvSpPr>
          <p:cNvPr id="54" name="직사각형 53">
            <a:extLst>
              <a:ext uri="{FF2B5EF4-FFF2-40B4-BE49-F238E27FC236}">
                <a16:creationId xmlns:a16="http://schemas.microsoft.com/office/drawing/2014/main" id="{41185650-D5E5-4B99-86AE-9B6E81FBDC1E}"/>
              </a:ext>
            </a:extLst>
          </p:cNvPr>
          <p:cNvSpPr/>
          <p:nvPr/>
        </p:nvSpPr>
        <p:spPr>
          <a:xfrm>
            <a:off x="3233569" y="6441792"/>
            <a:ext cx="1949807"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입력한 계좌번호와 동일한 통장첨부</a:t>
            </a:r>
          </a:p>
        </p:txBody>
      </p:sp>
      <p:sp>
        <p:nvSpPr>
          <p:cNvPr id="55" name="직사각형 54">
            <a:extLst>
              <a:ext uri="{FF2B5EF4-FFF2-40B4-BE49-F238E27FC236}">
                <a16:creationId xmlns:a16="http://schemas.microsoft.com/office/drawing/2014/main" id="{301A5E70-9A78-4F0B-984C-5D779CF3C0B7}"/>
              </a:ext>
            </a:extLst>
          </p:cNvPr>
          <p:cNvSpPr/>
          <p:nvPr/>
        </p:nvSpPr>
        <p:spPr>
          <a:xfrm>
            <a:off x="4626289" y="10328709"/>
            <a:ext cx="1499126" cy="315737"/>
          </a:xfrm>
          <a:prstGeom prst="rect">
            <a:avLst/>
          </a:prstGeom>
          <a:solidFill>
            <a:schemeClr val="tx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a:solidFill>
                  <a:schemeClr val="bg1"/>
                </a:solidFill>
              </a:rPr>
              <a:t>정보 수정</a:t>
            </a:r>
          </a:p>
        </p:txBody>
      </p:sp>
      <p:sp>
        <p:nvSpPr>
          <p:cNvPr id="57" name="TextBox 56">
            <a:extLst>
              <a:ext uri="{FF2B5EF4-FFF2-40B4-BE49-F238E27FC236}">
                <a16:creationId xmlns:a16="http://schemas.microsoft.com/office/drawing/2014/main" id="{9FECBA6A-576F-4815-B5E1-0964E1825C37}"/>
              </a:ext>
            </a:extLst>
          </p:cNvPr>
          <p:cNvSpPr txBox="1"/>
          <p:nvPr/>
        </p:nvSpPr>
        <p:spPr>
          <a:xfrm>
            <a:off x="2587705" y="1585109"/>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
        <p:nvSpPr>
          <p:cNvPr id="59" name="왼쪽 대괄호 58">
            <a:extLst>
              <a:ext uri="{FF2B5EF4-FFF2-40B4-BE49-F238E27FC236}">
                <a16:creationId xmlns:a16="http://schemas.microsoft.com/office/drawing/2014/main" id="{46D82BBF-D8C3-4F27-A0A2-0F68B550EF31}"/>
              </a:ext>
            </a:extLst>
          </p:cNvPr>
          <p:cNvSpPr/>
          <p:nvPr/>
        </p:nvSpPr>
        <p:spPr>
          <a:xfrm rot="10800000">
            <a:off x="9517993" y="998979"/>
            <a:ext cx="251992" cy="2229481"/>
          </a:xfrm>
          <a:prstGeom prst="leftBracket">
            <a:avLst/>
          </a:prstGeom>
          <a:ln w="1270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60" name="TextBox 59">
            <a:extLst>
              <a:ext uri="{FF2B5EF4-FFF2-40B4-BE49-F238E27FC236}">
                <a16:creationId xmlns:a16="http://schemas.microsoft.com/office/drawing/2014/main" id="{7A6A8171-B9B7-44C9-81B9-A8FE06C18F83}"/>
              </a:ext>
            </a:extLst>
          </p:cNvPr>
          <p:cNvSpPr txBox="1"/>
          <p:nvPr/>
        </p:nvSpPr>
        <p:spPr>
          <a:xfrm>
            <a:off x="9654830" y="1932609"/>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61" name="왼쪽 대괄호 60">
            <a:extLst>
              <a:ext uri="{FF2B5EF4-FFF2-40B4-BE49-F238E27FC236}">
                <a16:creationId xmlns:a16="http://schemas.microsoft.com/office/drawing/2014/main" id="{DDDFD8D2-ED53-4A6D-8C44-0E0E884E22F4}"/>
              </a:ext>
            </a:extLst>
          </p:cNvPr>
          <p:cNvSpPr/>
          <p:nvPr/>
        </p:nvSpPr>
        <p:spPr>
          <a:xfrm rot="10800000">
            <a:off x="9482148" y="3674931"/>
            <a:ext cx="251992" cy="2042162"/>
          </a:xfrm>
          <a:prstGeom prst="leftBracket">
            <a:avLst/>
          </a:prstGeom>
          <a:ln w="1270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62" name="TextBox 61">
            <a:extLst>
              <a:ext uri="{FF2B5EF4-FFF2-40B4-BE49-F238E27FC236}">
                <a16:creationId xmlns:a16="http://schemas.microsoft.com/office/drawing/2014/main" id="{B0055B98-CA62-49C6-8125-901B0278E747}"/>
              </a:ext>
            </a:extLst>
          </p:cNvPr>
          <p:cNvSpPr txBox="1"/>
          <p:nvPr/>
        </p:nvSpPr>
        <p:spPr>
          <a:xfrm>
            <a:off x="9654522" y="4577891"/>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63" name="왼쪽 대괄호 62">
            <a:extLst>
              <a:ext uri="{FF2B5EF4-FFF2-40B4-BE49-F238E27FC236}">
                <a16:creationId xmlns:a16="http://schemas.microsoft.com/office/drawing/2014/main" id="{45D754BD-0B63-4018-A387-022CF0234946}"/>
              </a:ext>
            </a:extLst>
          </p:cNvPr>
          <p:cNvSpPr/>
          <p:nvPr/>
        </p:nvSpPr>
        <p:spPr>
          <a:xfrm rot="10800000">
            <a:off x="9482148" y="6146435"/>
            <a:ext cx="251992" cy="853440"/>
          </a:xfrm>
          <a:prstGeom prst="leftBracket">
            <a:avLst/>
          </a:prstGeom>
          <a:ln w="1270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64" name="TextBox 63">
            <a:extLst>
              <a:ext uri="{FF2B5EF4-FFF2-40B4-BE49-F238E27FC236}">
                <a16:creationId xmlns:a16="http://schemas.microsoft.com/office/drawing/2014/main" id="{05B88100-9997-4FF1-97A7-FA0DC5C6E6C3}"/>
              </a:ext>
            </a:extLst>
          </p:cNvPr>
          <p:cNvSpPr txBox="1"/>
          <p:nvPr/>
        </p:nvSpPr>
        <p:spPr>
          <a:xfrm>
            <a:off x="9654522" y="6435970"/>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75" name="직사각형 74">
            <a:extLst>
              <a:ext uri="{FF2B5EF4-FFF2-40B4-BE49-F238E27FC236}">
                <a16:creationId xmlns:a16="http://schemas.microsoft.com/office/drawing/2014/main" id="{C7023361-11D4-40FA-A861-1AB989F9B303}"/>
              </a:ext>
            </a:extLst>
          </p:cNvPr>
          <p:cNvSpPr/>
          <p:nvPr/>
        </p:nvSpPr>
        <p:spPr>
          <a:xfrm>
            <a:off x="1528826" y="11266480"/>
            <a:ext cx="8456022" cy="8602670"/>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66" name="TextBox 65">
            <a:extLst>
              <a:ext uri="{FF2B5EF4-FFF2-40B4-BE49-F238E27FC236}">
                <a16:creationId xmlns:a16="http://schemas.microsoft.com/office/drawing/2014/main" id="{BC66FC1D-82C5-44E1-9D3C-E39DF05FD574}"/>
              </a:ext>
            </a:extLst>
          </p:cNvPr>
          <p:cNvSpPr txBox="1"/>
          <p:nvPr/>
        </p:nvSpPr>
        <p:spPr>
          <a:xfrm>
            <a:off x="1812632" y="11720075"/>
            <a:ext cx="5317481"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회원사 판매권한 </a:t>
            </a:r>
            <a:r>
              <a:rPr lang="ko-KR" altLang="en-US" sz="800" b="1" dirty="0"/>
              <a:t>정보 </a:t>
            </a:r>
            <a:r>
              <a:rPr lang="en-US" altLang="ko-KR" sz="800" dirty="0">
                <a:solidFill>
                  <a:srgbClr val="FF0000"/>
                </a:solidFill>
              </a:rPr>
              <a:t>( M9</a:t>
            </a:r>
            <a:r>
              <a:rPr lang="ko-KR" altLang="en-US" sz="800" dirty="0">
                <a:solidFill>
                  <a:srgbClr val="FF0000"/>
                </a:solidFill>
              </a:rPr>
              <a:t> </a:t>
            </a:r>
            <a:r>
              <a:rPr lang="en-US" altLang="ko-KR" sz="800" dirty="0">
                <a:solidFill>
                  <a:srgbClr val="FF0000"/>
                </a:solidFill>
              </a:rPr>
              <a:t>Market </a:t>
            </a:r>
            <a:r>
              <a:rPr lang="ko-KR" altLang="en-US" sz="800" dirty="0">
                <a:solidFill>
                  <a:srgbClr val="FF0000"/>
                </a:solidFill>
              </a:rPr>
              <a:t>의 </a:t>
            </a:r>
            <a:r>
              <a:rPr lang="en-US" altLang="ko-KR" sz="800" dirty="0">
                <a:solidFill>
                  <a:srgbClr val="FF0000"/>
                </a:solidFill>
              </a:rPr>
              <a:t>Shop </a:t>
            </a:r>
            <a:r>
              <a:rPr lang="ko-KR" altLang="en-US" sz="800" dirty="0">
                <a:solidFill>
                  <a:srgbClr val="FF0000"/>
                </a:solidFill>
              </a:rPr>
              <a:t>채널에서 자사물건을 판매하기 위해서는 판매인증이 필요합니다</a:t>
            </a:r>
            <a:r>
              <a:rPr lang="en-US" altLang="ko-KR" sz="800" dirty="0">
                <a:solidFill>
                  <a:srgbClr val="FF0000"/>
                </a:solidFill>
              </a:rPr>
              <a:t>. )</a:t>
            </a:r>
            <a:endParaRPr lang="ko-KR" altLang="en-US" sz="800" dirty="0">
              <a:solidFill>
                <a:srgbClr val="FF0000"/>
              </a:solidFill>
            </a:endParaRPr>
          </a:p>
        </p:txBody>
      </p:sp>
      <p:graphicFrame>
        <p:nvGraphicFramePr>
          <p:cNvPr id="67" name="표 66">
            <a:extLst>
              <a:ext uri="{FF2B5EF4-FFF2-40B4-BE49-F238E27FC236}">
                <a16:creationId xmlns:a16="http://schemas.microsoft.com/office/drawing/2014/main" id="{486B036A-424B-411A-B42B-8F3D07B81542}"/>
              </a:ext>
            </a:extLst>
          </p:cNvPr>
          <p:cNvGraphicFramePr>
            <a:graphicFrameLocks noGrp="1"/>
          </p:cNvGraphicFramePr>
          <p:nvPr>
            <p:extLst>
              <p:ext uri="{D42A27DB-BD31-4B8C-83A1-F6EECF244321}">
                <p14:modId xmlns:p14="http://schemas.microsoft.com/office/powerpoint/2010/main" val="659810585"/>
              </p:ext>
            </p:extLst>
          </p:nvPr>
        </p:nvGraphicFramePr>
        <p:xfrm>
          <a:off x="1893025" y="11935519"/>
          <a:ext cx="7777840" cy="1950720"/>
        </p:xfrm>
        <a:graphic>
          <a:graphicData uri="http://schemas.openxmlformats.org/drawingml/2006/table">
            <a:tbl>
              <a:tblPr firstRow="1" bandRow="1">
                <a:tableStyleId>{5C22544A-7EE6-4342-B048-85BDC9FD1C3A}</a:tableStyleId>
              </a:tblPr>
              <a:tblGrid>
                <a:gridCol w="1577812">
                  <a:extLst>
                    <a:ext uri="{9D8B030D-6E8A-4147-A177-3AD203B41FA5}">
                      <a16:colId xmlns:a16="http://schemas.microsoft.com/office/drawing/2014/main" val="20000"/>
                    </a:ext>
                  </a:extLst>
                </a:gridCol>
                <a:gridCol w="5451565">
                  <a:extLst>
                    <a:ext uri="{9D8B030D-6E8A-4147-A177-3AD203B41FA5}">
                      <a16:colId xmlns:a16="http://schemas.microsoft.com/office/drawing/2014/main" val="20001"/>
                    </a:ext>
                  </a:extLst>
                </a:gridCol>
                <a:gridCol w="748463">
                  <a:extLst>
                    <a:ext uri="{9D8B030D-6E8A-4147-A177-3AD203B41FA5}">
                      <a16:colId xmlns:a16="http://schemas.microsoft.com/office/drawing/2014/main" val="1420271521"/>
                    </a:ext>
                  </a:extLst>
                </a:gridCol>
              </a:tblGrid>
              <a:tr h="0">
                <a:tc>
                  <a:txBody>
                    <a:bodyPr/>
                    <a:lstStyle/>
                    <a:p>
                      <a:pPr latinLnBrk="1"/>
                      <a:r>
                        <a:rPr lang="ko-KR" altLang="en-US" sz="800" b="0" dirty="0">
                          <a:solidFill>
                            <a:schemeClr val="tx1"/>
                          </a:solidFill>
                        </a:rPr>
                        <a:t>판매인증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i="0" u="none" strike="noStrike" dirty="0">
                          <a:solidFill>
                            <a:srgbClr val="FF0000"/>
                          </a:solidFill>
                          <a:effectLst/>
                          <a:latin typeface="+mn-lt"/>
                        </a:rPr>
                        <a:t>인증대기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rowSpan="4">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rgbClr val="FF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사업자등록증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v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사업자 명의 계좌번호 </a:t>
                      </a:r>
                      <a:r>
                        <a:rPr lang="en-US" altLang="ko-KR" sz="800" b="0" dirty="0">
                          <a:solidFill>
                            <a:schemeClr val="tx1"/>
                          </a:solidFill>
                        </a:rPr>
                        <a:t>(</a:t>
                      </a:r>
                      <a:r>
                        <a:rPr lang="ko-KR" altLang="en-US" sz="800" b="0" dirty="0">
                          <a:solidFill>
                            <a:schemeClr val="tx1"/>
                          </a:solidFill>
                        </a:rPr>
                        <a:t>정산용</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v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58815553"/>
                  </a:ext>
                </a:extLst>
              </a:tr>
              <a:tr h="0">
                <a:tc>
                  <a:txBody>
                    <a:bodyPr/>
                    <a:lstStyle/>
                    <a:p>
                      <a:pPr latinLnBrk="1"/>
                      <a:r>
                        <a:rPr lang="ko-KR" altLang="en-US" sz="800" b="0" dirty="0">
                          <a:solidFill>
                            <a:schemeClr val="tx1"/>
                          </a:solidFill>
                        </a:rPr>
                        <a:t>사업자 명의 통장사본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1"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1"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1"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1"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1"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v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32034566"/>
                  </a:ext>
                </a:extLst>
              </a:tr>
            </a:tbl>
          </a:graphicData>
        </a:graphic>
      </p:graphicFrame>
      <p:sp>
        <p:nvSpPr>
          <p:cNvPr id="68" name="직사각형 67">
            <a:extLst>
              <a:ext uri="{FF2B5EF4-FFF2-40B4-BE49-F238E27FC236}">
                <a16:creationId xmlns:a16="http://schemas.microsoft.com/office/drawing/2014/main" id="{695637A4-5FF9-4E36-BCF7-CB7F33291E18}"/>
              </a:ext>
            </a:extLst>
          </p:cNvPr>
          <p:cNvSpPr/>
          <p:nvPr/>
        </p:nvSpPr>
        <p:spPr>
          <a:xfrm>
            <a:off x="5555269" y="12657362"/>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p>
        </p:txBody>
      </p:sp>
      <p:sp>
        <p:nvSpPr>
          <p:cNvPr id="69" name="직사각형 68">
            <a:extLst>
              <a:ext uri="{FF2B5EF4-FFF2-40B4-BE49-F238E27FC236}">
                <a16:creationId xmlns:a16="http://schemas.microsoft.com/office/drawing/2014/main" id="{8B46A1DF-7F02-4C58-8B0C-20C754944FF4}"/>
              </a:ext>
            </a:extLst>
          </p:cNvPr>
          <p:cNvSpPr/>
          <p:nvPr/>
        </p:nvSpPr>
        <p:spPr>
          <a:xfrm>
            <a:off x="3560215" y="12885504"/>
            <a:ext cx="968906"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은행선택  ▼</a:t>
            </a:r>
          </a:p>
        </p:txBody>
      </p:sp>
      <p:sp>
        <p:nvSpPr>
          <p:cNvPr id="70" name="직사각형 69">
            <a:extLst>
              <a:ext uri="{FF2B5EF4-FFF2-40B4-BE49-F238E27FC236}">
                <a16:creationId xmlns:a16="http://schemas.microsoft.com/office/drawing/2014/main" id="{F988BE6E-3F4B-491C-A9A1-212BAC1D0520}"/>
              </a:ext>
            </a:extLst>
          </p:cNvPr>
          <p:cNvSpPr/>
          <p:nvPr/>
        </p:nvSpPr>
        <p:spPr>
          <a:xfrm>
            <a:off x="4574367" y="12885504"/>
            <a:ext cx="1949807"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계좌번호 </a:t>
            </a:r>
            <a:r>
              <a:rPr lang="en-US" altLang="ko-KR" sz="800" dirty="0">
                <a:solidFill>
                  <a:schemeClr val="bg1">
                    <a:lumMod val="65000"/>
                  </a:schemeClr>
                </a:solidFill>
              </a:rPr>
              <a:t>(‘-’</a:t>
            </a:r>
            <a:r>
              <a:rPr lang="ko-KR" altLang="en-US" sz="800" dirty="0">
                <a:solidFill>
                  <a:schemeClr val="bg1">
                    <a:lumMod val="65000"/>
                  </a:schemeClr>
                </a:solidFill>
              </a:rPr>
              <a:t>없이 숫자만 입력</a:t>
            </a:r>
            <a:r>
              <a:rPr lang="en-US" altLang="ko-KR" sz="800" dirty="0">
                <a:solidFill>
                  <a:schemeClr val="bg1">
                    <a:lumMod val="65000"/>
                  </a:schemeClr>
                </a:solidFill>
              </a:rPr>
              <a:t>)</a:t>
            </a:r>
            <a:endParaRPr lang="ko-KR" altLang="en-US" sz="800" dirty="0">
              <a:solidFill>
                <a:schemeClr val="bg1">
                  <a:lumMod val="65000"/>
                </a:schemeClr>
              </a:solidFill>
            </a:endParaRPr>
          </a:p>
        </p:txBody>
      </p:sp>
      <p:sp>
        <p:nvSpPr>
          <p:cNvPr id="71" name="직사각형 70">
            <a:extLst>
              <a:ext uri="{FF2B5EF4-FFF2-40B4-BE49-F238E27FC236}">
                <a16:creationId xmlns:a16="http://schemas.microsoft.com/office/drawing/2014/main" id="{89DDA7C9-D6C9-4FC0-8F59-433B3BFCA50E}"/>
              </a:ext>
            </a:extLst>
          </p:cNvPr>
          <p:cNvSpPr/>
          <p:nvPr/>
        </p:nvSpPr>
        <p:spPr>
          <a:xfrm>
            <a:off x="6560331" y="12885504"/>
            <a:ext cx="1188246"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예금주</a:t>
            </a:r>
          </a:p>
        </p:txBody>
      </p:sp>
      <p:sp>
        <p:nvSpPr>
          <p:cNvPr id="72" name="직사각형 71">
            <a:extLst>
              <a:ext uri="{FF2B5EF4-FFF2-40B4-BE49-F238E27FC236}">
                <a16:creationId xmlns:a16="http://schemas.microsoft.com/office/drawing/2014/main" id="{5421C223-E1F6-493A-9723-2485D2D1C915}"/>
              </a:ext>
            </a:extLst>
          </p:cNvPr>
          <p:cNvSpPr/>
          <p:nvPr/>
        </p:nvSpPr>
        <p:spPr>
          <a:xfrm>
            <a:off x="5555269" y="13656053"/>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p>
        </p:txBody>
      </p:sp>
      <p:sp>
        <p:nvSpPr>
          <p:cNvPr id="73" name="직사각형 72">
            <a:extLst>
              <a:ext uri="{FF2B5EF4-FFF2-40B4-BE49-F238E27FC236}">
                <a16:creationId xmlns:a16="http://schemas.microsoft.com/office/drawing/2014/main" id="{5297A37E-E42C-4DC6-AEE5-CF9A79B84B47}"/>
              </a:ext>
            </a:extLst>
          </p:cNvPr>
          <p:cNvSpPr/>
          <p:nvPr/>
        </p:nvSpPr>
        <p:spPr>
          <a:xfrm>
            <a:off x="3568527" y="13656053"/>
            <a:ext cx="1949807" cy="15705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입력한 계좌번호와 동일한 통장첨부</a:t>
            </a:r>
          </a:p>
        </p:txBody>
      </p:sp>
      <p:sp>
        <p:nvSpPr>
          <p:cNvPr id="74" name="직사각형 73">
            <a:extLst>
              <a:ext uri="{FF2B5EF4-FFF2-40B4-BE49-F238E27FC236}">
                <a16:creationId xmlns:a16="http://schemas.microsoft.com/office/drawing/2014/main" id="{2D0941C9-64BF-4507-B80A-C1AD68E9876D}"/>
              </a:ext>
            </a:extLst>
          </p:cNvPr>
          <p:cNvSpPr/>
          <p:nvPr/>
        </p:nvSpPr>
        <p:spPr>
          <a:xfrm>
            <a:off x="3568527" y="12657362"/>
            <a:ext cx="1949807"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입력한 계좌번호와 동일한 통장첨부</a:t>
            </a:r>
          </a:p>
        </p:txBody>
      </p:sp>
      <p:sp>
        <p:nvSpPr>
          <p:cNvPr id="76" name="직사각형 75">
            <a:extLst>
              <a:ext uri="{FF2B5EF4-FFF2-40B4-BE49-F238E27FC236}">
                <a16:creationId xmlns:a16="http://schemas.microsoft.com/office/drawing/2014/main" id="{5A2AE545-B21B-428A-B1BC-8A485D03A3CC}"/>
              </a:ext>
            </a:extLst>
          </p:cNvPr>
          <p:cNvSpPr/>
          <p:nvPr/>
        </p:nvSpPr>
        <p:spPr>
          <a:xfrm>
            <a:off x="8649793" y="6347981"/>
            <a:ext cx="505097" cy="547721"/>
          </a:xfrm>
          <a:prstGeom prst="rect">
            <a:avLst/>
          </a:prstGeom>
          <a:solidFill>
            <a:schemeClr val="tx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a:solidFill>
                  <a:schemeClr val="bg1"/>
                </a:solidFill>
              </a:rPr>
              <a:t>인증</a:t>
            </a:r>
            <a:endParaRPr lang="en-US" altLang="ko-KR" sz="900" dirty="0">
              <a:solidFill>
                <a:schemeClr val="bg1"/>
              </a:solidFill>
            </a:endParaRPr>
          </a:p>
          <a:p>
            <a:pPr algn="ctr"/>
            <a:r>
              <a:rPr lang="ko-KR" altLang="en-US" sz="900" dirty="0">
                <a:solidFill>
                  <a:schemeClr val="bg1"/>
                </a:solidFill>
              </a:rPr>
              <a:t>요청</a:t>
            </a:r>
          </a:p>
        </p:txBody>
      </p:sp>
      <p:sp>
        <p:nvSpPr>
          <p:cNvPr id="86" name="직사각형 85">
            <a:extLst>
              <a:ext uri="{FF2B5EF4-FFF2-40B4-BE49-F238E27FC236}">
                <a16:creationId xmlns:a16="http://schemas.microsoft.com/office/drawing/2014/main" id="{9FEF9307-17A9-4664-BAC9-8120CC03810B}"/>
              </a:ext>
            </a:extLst>
          </p:cNvPr>
          <p:cNvSpPr/>
          <p:nvPr/>
        </p:nvSpPr>
        <p:spPr>
          <a:xfrm>
            <a:off x="9017857" y="12637018"/>
            <a:ext cx="579807" cy="547721"/>
          </a:xfrm>
          <a:prstGeom prst="rect">
            <a:avLst/>
          </a:prstGeom>
          <a:solidFill>
            <a:schemeClr val="tx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err="1">
                <a:solidFill>
                  <a:schemeClr val="bg1"/>
                </a:solidFill>
              </a:rPr>
              <a:t>재인증</a:t>
            </a:r>
            <a:endParaRPr lang="en-US" altLang="ko-KR" sz="900" dirty="0">
              <a:solidFill>
                <a:schemeClr val="bg1"/>
              </a:solidFill>
            </a:endParaRPr>
          </a:p>
          <a:p>
            <a:pPr algn="ctr"/>
            <a:r>
              <a:rPr lang="ko-KR" altLang="en-US" sz="900" dirty="0">
                <a:solidFill>
                  <a:schemeClr val="bg1"/>
                </a:solidFill>
              </a:rPr>
              <a:t>요청</a:t>
            </a:r>
          </a:p>
        </p:txBody>
      </p:sp>
      <p:sp>
        <p:nvSpPr>
          <p:cNvPr id="89" name="Large Icons">
            <a:extLst>
              <a:ext uri="{FF2B5EF4-FFF2-40B4-BE49-F238E27FC236}">
                <a16:creationId xmlns:a16="http://schemas.microsoft.com/office/drawing/2014/main" id="{581CB69C-1EF7-4D18-90AD-D2832DBCB968}"/>
              </a:ext>
            </a:extLst>
          </p:cNvPr>
          <p:cNvSpPr>
            <a:spLocks noChangeAspect="1" noEditPoints="1"/>
          </p:cNvSpPr>
          <p:nvPr/>
        </p:nvSpPr>
        <p:spPr bwMode="auto">
          <a:xfrm>
            <a:off x="3560215" y="12183645"/>
            <a:ext cx="505351" cy="430711"/>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90" name="Large Icons">
            <a:extLst>
              <a:ext uri="{FF2B5EF4-FFF2-40B4-BE49-F238E27FC236}">
                <a16:creationId xmlns:a16="http://schemas.microsoft.com/office/drawing/2014/main" id="{B5197FEE-5663-43BA-A6DC-E765FA055963}"/>
              </a:ext>
            </a:extLst>
          </p:cNvPr>
          <p:cNvSpPr>
            <a:spLocks noChangeAspect="1" noEditPoints="1"/>
          </p:cNvSpPr>
          <p:nvPr/>
        </p:nvSpPr>
        <p:spPr bwMode="auto">
          <a:xfrm>
            <a:off x="3563335" y="13160899"/>
            <a:ext cx="505351" cy="430711"/>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91" name="TextBox 90">
            <a:extLst>
              <a:ext uri="{FF2B5EF4-FFF2-40B4-BE49-F238E27FC236}">
                <a16:creationId xmlns:a16="http://schemas.microsoft.com/office/drawing/2014/main" id="{17A7E575-0C82-4862-A24A-04B76933BACE}"/>
              </a:ext>
            </a:extLst>
          </p:cNvPr>
          <p:cNvSpPr txBox="1"/>
          <p:nvPr/>
        </p:nvSpPr>
        <p:spPr>
          <a:xfrm>
            <a:off x="1717831" y="11743729"/>
            <a:ext cx="251992" cy="230832"/>
          </a:xfrm>
          <a:prstGeom prst="rect">
            <a:avLst/>
          </a:prstGeom>
          <a:solidFill>
            <a:srgbClr val="FF0000"/>
          </a:solidFill>
        </p:spPr>
        <p:txBody>
          <a:bodyPr wrap="none" rtlCol="0">
            <a:spAutoFit/>
          </a:bodyPr>
          <a:lstStyle/>
          <a:p>
            <a:r>
              <a:rPr lang="en-US" altLang="ko-KR" sz="900" b="1" dirty="0">
                <a:solidFill>
                  <a:schemeClr val="bg1"/>
                </a:solidFill>
              </a:rPr>
              <a:t>5</a:t>
            </a:r>
            <a:endParaRPr lang="ko-KR" altLang="en-US" sz="900" b="1" dirty="0">
              <a:solidFill>
                <a:schemeClr val="bg1"/>
              </a:solidFill>
            </a:endParaRPr>
          </a:p>
        </p:txBody>
      </p:sp>
      <p:graphicFrame>
        <p:nvGraphicFramePr>
          <p:cNvPr id="85" name="표 84">
            <a:extLst>
              <a:ext uri="{FF2B5EF4-FFF2-40B4-BE49-F238E27FC236}">
                <a16:creationId xmlns:a16="http://schemas.microsoft.com/office/drawing/2014/main" id="{3D52F8B6-A1CE-47CB-A10A-A310F7289AEC}"/>
              </a:ext>
            </a:extLst>
          </p:cNvPr>
          <p:cNvGraphicFramePr>
            <a:graphicFrameLocks noGrp="1"/>
          </p:cNvGraphicFramePr>
          <p:nvPr>
            <p:extLst>
              <p:ext uri="{D42A27DB-BD31-4B8C-83A1-F6EECF244321}">
                <p14:modId xmlns:p14="http://schemas.microsoft.com/office/powerpoint/2010/main" val="2769986726"/>
              </p:ext>
            </p:extLst>
          </p:nvPr>
        </p:nvGraphicFramePr>
        <p:xfrm>
          <a:off x="10171774" y="22159"/>
          <a:ext cx="1924435" cy="9068832"/>
        </p:xfrm>
        <a:graphic>
          <a:graphicData uri="http://schemas.openxmlformats.org/drawingml/2006/table">
            <a:tbl>
              <a:tblPr firstRow="1" bandRow="1">
                <a:tableStyleId>{5940675A-B579-460E-94D1-54222C63F5DA}</a:tableStyleId>
              </a:tblPr>
              <a:tblGrid>
                <a:gridCol w="371793">
                  <a:extLst>
                    <a:ext uri="{9D8B030D-6E8A-4147-A177-3AD203B41FA5}">
                      <a16:colId xmlns:a16="http://schemas.microsoft.com/office/drawing/2014/main" val="2768186151"/>
                    </a:ext>
                  </a:extLst>
                </a:gridCol>
                <a:gridCol w="39871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RF-01-07-10</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마이페이지 </a:t>
                      </a:r>
                      <a:endParaRPr lang="en-US" altLang="ko-KR" sz="800" dirty="0"/>
                    </a:p>
                    <a:p>
                      <a:pPr algn="l" latinLnBrk="1"/>
                      <a:r>
                        <a:rPr lang="en-US" altLang="ko-KR" sz="800" dirty="0"/>
                        <a:t>- </a:t>
                      </a:r>
                      <a:r>
                        <a:rPr lang="ko-KR" altLang="en-US" sz="800" dirty="0"/>
                        <a:t>회원정보수정</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회원 정보를 수정 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13317929"/>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기본 회원가입시 등록되는 정보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회원사 명과 사업자구분만 입력하면 채널관리자로 로그인 할 수 있는 권한을 획득한다</a:t>
                      </a:r>
                      <a:r>
                        <a:rPr lang="en-US" altLang="ko-KR" sz="800" b="0" dirty="0">
                          <a:solidFill>
                            <a:schemeClr val="tx1"/>
                          </a:solidFill>
                        </a:rPr>
                        <a:t>.</a:t>
                      </a:r>
                    </a:p>
                    <a:p>
                      <a:pPr algn="l" latinLnBrk="1"/>
                      <a:endParaRPr lang="en-US" altLang="ko-KR" sz="800" b="0" dirty="0">
                        <a:solidFill>
                          <a:schemeClr val="tx1"/>
                        </a:solidFill>
                      </a:endParaRPr>
                    </a:p>
                    <a:p>
                      <a:pPr algn="l" latinLnBrk="1"/>
                      <a:r>
                        <a:rPr lang="ko-KR" altLang="en-US" sz="800" b="0" dirty="0">
                          <a:solidFill>
                            <a:schemeClr val="tx1"/>
                          </a:solidFill>
                        </a:rPr>
                        <a:t>다만</a:t>
                      </a:r>
                      <a:r>
                        <a:rPr lang="en-US" altLang="ko-KR" sz="800" b="0" dirty="0">
                          <a:solidFill>
                            <a:schemeClr val="tx1"/>
                          </a:solidFill>
                        </a:rPr>
                        <a:t>, </a:t>
                      </a:r>
                      <a:r>
                        <a:rPr lang="ko-KR" altLang="en-US" sz="800" b="0" dirty="0">
                          <a:solidFill>
                            <a:schemeClr val="tx1"/>
                          </a:solidFill>
                        </a:rPr>
                        <a:t>자사상품을 등록할 수 없다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판매자 인증이 처리되면 채널관리자에서 자사상품을 등록할 수 있고</a:t>
                      </a:r>
                      <a:r>
                        <a:rPr lang="en-US" altLang="ko-KR" sz="800" b="0" dirty="0">
                          <a:solidFill>
                            <a:schemeClr val="tx1"/>
                          </a:solidFill>
                        </a:rPr>
                        <a:t>, </a:t>
                      </a:r>
                      <a:r>
                        <a:rPr lang="ko-KR" altLang="en-US" sz="800" b="0" dirty="0">
                          <a:solidFill>
                            <a:schemeClr val="tx1"/>
                          </a:solidFill>
                        </a:rPr>
                        <a:t>자사의 </a:t>
                      </a:r>
                      <a:r>
                        <a:rPr lang="en-US" altLang="ko-KR" sz="800" b="0" dirty="0">
                          <a:solidFill>
                            <a:schemeClr val="tx1"/>
                          </a:solidFill>
                        </a:rPr>
                        <a:t>PG</a:t>
                      </a:r>
                      <a:r>
                        <a:rPr lang="ko-KR" altLang="en-US" sz="800" b="0" dirty="0">
                          <a:solidFill>
                            <a:schemeClr val="tx1"/>
                          </a:solidFill>
                        </a:rPr>
                        <a:t>사를 이용할 수 있다</a:t>
                      </a:r>
                      <a:r>
                        <a:rPr lang="en-US" altLang="ko-KR" sz="800" b="0" dirty="0">
                          <a:solidFill>
                            <a:schemeClr val="tx1"/>
                          </a:solidFill>
                        </a:rPr>
                        <a:t>. </a:t>
                      </a:r>
                      <a:r>
                        <a:rPr lang="ko-KR" altLang="en-US" sz="800" b="0" dirty="0">
                          <a:solidFill>
                            <a:schemeClr val="tx1"/>
                          </a:solidFill>
                        </a:rPr>
                        <a:t>자사 </a:t>
                      </a:r>
                      <a:r>
                        <a:rPr lang="en-US" altLang="ko-KR" sz="800" b="0" dirty="0">
                          <a:solidFill>
                            <a:schemeClr val="tx1"/>
                          </a:solidFill>
                        </a:rPr>
                        <a:t>PG</a:t>
                      </a:r>
                      <a:r>
                        <a:rPr lang="ko-KR" altLang="en-US" sz="800" b="0" dirty="0">
                          <a:solidFill>
                            <a:schemeClr val="tx1"/>
                          </a:solidFill>
                        </a:rPr>
                        <a:t>사 </a:t>
                      </a:r>
                      <a:r>
                        <a:rPr lang="ko-KR" altLang="en-US" sz="800" b="0" dirty="0" err="1">
                          <a:solidFill>
                            <a:schemeClr val="tx1"/>
                          </a:solidFill>
                        </a:rPr>
                        <a:t>이용시</a:t>
                      </a:r>
                      <a:r>
                        <a:rPr lang="ko-KR" altLang="en-US" sz="800" b="0" dirty="0">
                          <a:solidFill>
                            <a:schemeClr val="tx1"/>
                          </a:solidFill>
                        </a:rPr>
                        <a:t> 화면은 </a:t>
                      </a:r>
                      <a:r>
                        <a:rPr lang="en-US" altLang="ko-KR" sz="800" b="0" dirty="0">
                          <a:solidFill>
                            <a:schemeClr val="tx1"/>
                          </a:solidFill>
                        </a:rPr>
                        <a:t>RF-02-03-01 </a:t>
                      </a:r>
                      <a:r>
                        <a:rPr lang="ko-KR" altLang="en-US" sz="800" b="0" dirty="0">
                          <a:solidFill>
                            <a:schemeClr val="tx1"/>
                          </a:solidFill>
                        </a:rPr>
                        <a:t>에 표시되어 있다</a:t>
                      </a:r>
                      <a:r>
                        <a:rPr lang="en-US" altLang="ko-KR" sz="800" b="0" dirty="0">
                          <a:solidFill>
                            <a:schemeClr val="tx1"/>
                          </a:solidFill>
                        </a:rPr>
                        <a:t>.</a:t>
                      </a:r>
                      <a:br>
                        <a:rPr lang="en-US" altLang="ko-KR" sz="800" b="0" dirty="0">
                          <a:solidFill>
                            <a:schemeClr val="tx1"/>
                          </a:solidFill>
                        </a:rPr>
                      </a:br>
                      <a:br>
                        <a:rPr lang="en-US" altLang="ko-KR" sz="800" b="0" dirty="0">
                          <a:solidFill>
                            <a:schemeClr val="tx1"/>
                          </a:solidFill>
                        </a:rPr>
                      </a:br>
                      <a:r>
                        <a:rPr lang="ko-KR" altLang="en-US" sz="800" b="0" dirty="0">
                          <a:solidFill>
                            <a:schemeClr val="tx1"/>
                          </a:solidFill>
                        </a:rPr>
                        <a:t>단</a:t>
                      </a:r>
                      <a:r>
                        <a:rPr lang="en-US" altLang="ko-KR" sz="800" b="0" dirty="0">
                          <a:solidFill>
                            <a:schemeClr val="tx1"/>
                          </a:solidFill>
                        </a:rPr>
                        <a:t>, </a:t>
                      </a:r>
                      <a:r>
                        <a:rPr lang="ko-KR" altLang="en-US" sz="800" b="0" dirty="0">
                          <a:solidFill>
                            <a:schemeClr val="tx1"/>
                          </a:solidFill>
                        </a:rPr>
                        <a:t>자사의 </a:t>
                      </a:r>
                      <a:r>
                        <a:rPr lang="en-US" altLang="ko-KR" sz="800" b="0" dirty="0">
                          <a:solidFill>
                            <a:schemeClr val="tx1"/>
                          </a:solidFill>
                        </a:rPr>
                        <a:t>PG</a:t>
                      </a:r>
                      <a:r>
                        <a:rPr lang="ko-KR" altLang="en-US" sz="800" b="0" dirty="0">
                          <a:solidFill>
                            <a:schemeClr val="tx1"/>
                          </a:solidFill>
                        </a:rPr>
                        <a:t>사를 이용하는 경우에는 구매자에게 </a:t>
                      </a:r>
                      <a:r>
                        <a:rPr lang="en-US" altLang="ko-KR" sz="800" b="0" dirty="0">
                          <a:solidFill>
                            <a:schemeClr val="tx1"/>
                          </a:solidFill>
                        </a:rPr>
                        <a:t>WLRMQGKSMS </a:t>
                      </a:r>
                      <a:r>
                        <a:rPr lang="ko-KR" altLang="en-US" sz="800" b="0" dirty="0">
                          <a:solidFill>
                            <a:schemeClr val="tx1"/>
                          </a:solidFill>
                        </a:rPr>
                        <a:t>포인트 기능을 이용할 수 없으며</a:t>
                      </a:r>
                      <a:r>
                        <a:rPr lang="en-US" altLang="ko-KR" sz="800" b="0" dirty="0">
                          <a:solidFill>
                            <a:schemeClr val="tx1"/>
                          </a:solidFill>
                        </a:rPr>
                        <a:t>, </a:t>
                      </a:r>
                      <a:r>
                        <a:rPr lang="ko-KR" altLang="en-US" sz="800" b="0" dirty="0" err="1">
                          <a:solidFill>
                            <a:schemeClr val="tx1"/>
                          </a:solidFill>
                        </a:rPr>
                        <a:t>방문시</a:t>
                      </a:r>
                      <a:r>
                        <a:rPr lang="ko-KR" altLang="en-US" sz="800" b="0" dirty="0">
                          <a:solidFill>
                            <a:schemeClr val="tx1"/>
                          </a:solidFill>
                        </a:rPr>
                        <a:t> 포인트 지급기능도 사용할 수 없다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82562567"/>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등급에 따라 내용이 </a:t>
                      </a:r>
                      <a:r>
                        <a:rPr lang="ko-KR" altLang="en-US" sz="800" b="0" dirty="0" err="1">
                          <a:solidFill>
                            <a:schemeClr val="tx1"/>
                          </a:solidFill>
                        </a:rPr>
                        <a:t>닫혀있다</a:t>
                      </a:r>
                      <a:r>
                        <a:rPr lang="en-US" altLang="ko-KR" sz="800" b="0" dirty="0">
                          <a:solidFill>
                            <a:schemeClr val="tx1"/>
                          </a:solidFill>
                        </a:rPr>
                        <a:t>.</a:t>
                      </a:r>
                    </a:p>
                    <a:p>
                      <a:pPr algn="l" latinLnBrk="1"/>
                      <a:r>
                        <a:rPr lang="ko-KR" altLang="en-US" sz="800" b="0" dirty="0">
                          <a:solidFill>
                            <a:schemeClr val="tx1"/>
                          </a:solidFill>
                        </a:rPr>
                        <a:t>기본정보 </a:t>
                      </a:r>
                      <a:r>
                        <a:rPr lang="en-US" altLang="ko-KR" sz="800" b="0" dirty="0">
                          <a:solidFill>
                            <a:schemeClr val="tx1"/>
                          </a:solidFill>
                        </a:rPr>
                        <a:t>: </a:t>
                      </a:r>
                      <a:r>
                        <a:rPr lang="ko-KR" altLang="en-US" sz="800" b="0" dirty="0">
                          <a:solidFill>
                            <a:schemeClr val="tx1"/>
                          </a:solidFill>
                        </a:rPr>
                        <a:t>일반회원일 경우 열림</a:t>
                      </a:r>
                      <a:endParaRPr lang="en-US" altLang="ko-KR" sz="800" b="0" dirty="0">
                        <a:solidFill>
                          <a:schemeClr val="tx1"/>
                        </a:solidFill>
                      </a:endParaRPr>
                    </a:p>
                    <a:p>
                      <a:pPr algn="l" latinLnBrk="1"/>
                      <a:r>
                        <a:rPr lang="ko-KR" altLang="en-US" sz="800" b="0" dirty="0">
                          <a:solidFill>
                            <a:schemeClr val="tx1"/>
                          </a:solidFill>
                        </a:rPr>
                        <a:t>판매회원 </a:t>
                      </a:r>
                      <a:r>
                        <a:rPr lang="en-US" altLang="ko-KR" sz="800" b="0" dirty="0">
                          <a:solidFill>
                            <a:schemeClr val="tx1"/>
                          </a:solidFill>
                        </a:rPr>
                        <a:t>1</a:t>
                      </a:r>
                      <a:r>
                        <a:rPr lang="ko-KR" altLang="en-US" sz="800" b="0" dirty="0">
                          <a:solidFill>
                            <a:schemeClr val="tx1"/>
                          </a:solidFill>
                        </a:rPr>
                        <a:t>단계 </a:t>
                      </a:r>
                      <a:r>
                        <a:rPr lang="en-US" altLang="ko-KR" sz="800" b="0" dirty="0">
                          <a:solidFill>
                            <a:schemeClr val="tx1"/>
                          </a:solidFill>
                        </a:rPr>
                        <a:t>: 1</a:t>
                      </a:r>
                      <a:r>
                        <a:rPr lang="ko-KR" altLang="en-US" sz="800" b="0" dirty="0">
                          <a:solidFill>
                            <a:schemeClr val="tx1"/>
                          </a:solidFill>
                        </a:rPr>
                        <a:t>단계 회원일 경우 열림</a:t>
                      </a:r>
                      <a:r>
                        <a:rPr lang="en-US" altLang="ko-KR" sz="800" b="0" dirty="0">
                          <a:solidFill>
                            <a:schemeClr val="tx1"/>
                          </a:solidFill>
                        </a:rPr>
                        <a:t> </a:t>
                      </a:r>
                    </a:p>
                    <a:p>
                      <a:pPr algn="l" latinLnBrk="1"/>
                      <a:r>
                        <a:rPr lang="en-US" altLang="ko-KR" sz="800" b="0" dirty="0">
                          <a:solidFill>
                            <a:schemeClr val="tx1"/>
                          </a:solidFill>
                        </a:rPr>
                        <a:t>( </a:t>
                      </a:r>
                      <a:r>
                        <a:rPr lang="ko-KR" altLang="en-US" sz="800" b="0" dirty="0">
                          <a:solidFill>
                            <a:schemeClr val="tx1"/>
                          </a:solidFill>
                        </a:rPr>
                        <a:t>판매회원 </a:t>
                      </a:r>
                      <a:r>
                        <a:rPr lang="en-US" altLang="ko-KR" sz="800" b="0" dirty="0">
                          <a:solidFill>
                            <a:schemeClr val="tx1"/>
                          </a:solidFill>
                        </a:rPr>
                        <a:t>2</a:t>
                      </a:r>
                      <a:r>
                        <a:rPr lang="ko-KR" altLang="en-US" sz="800" b="0" dirty="0">
                          <a:solidFill>
                            <a:schemeClr val="tx1"/>
                          </a:solidFill>
                        </a:rPr>
                        <a:t>단계 포함 </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441871921"/>
                  </a:ext>
                </a:extLst>
              </a:tr>
              <a:tr h="140746">
                <a:tc>
                  <a:txBody>
                    <a:bodyPr/>
                    <a:lstStyle/>
                    <a:p>
                      <a:pPr algn="ctr" latinLnBrk="1"/>
                      <a:r>
                        <a:rPr lang="en-US" altLang="ko-KR" sz="800" dirty="0"/>
                        <a:t>5</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판매회원 인증되기전 권한 정보 영역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541801396"/>
                  </a:ext>
                </a:extLst>
              </a:tr>
              <a:tr h="140746">
                <a:tc>
                  <a:txBody>
                    <a:bodyPr/>
                    <a:lstStyle/>
                    <a:p>
                      <a:pPr algn="ctr" latinLnBrk="1"/>
                      <a:r>
                        <a:rPr lang="en-US" altLang="ko-KR" sz="800" dirty="0"/>
                        <a:t>6-1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판매회원 인증 후의 권한 정보 영역</a:t>
                      </a:r>
                      <a:br>
                        <a:rPr lang="en-US" altLang="ko-KR" sz="800" b="0" dirty="0">
                          <a:solidFill>
                            <a:schemeClr val="tx1"/>
                          </a:solidFill>
                        </a:rPr>
                      </a:br>
                      <a:br>
                        <a:rPr lang="en-US" altLang="ko-KR" sz="800" b="0" dirty="0">
                          <a:solidFill>
                            <a:schemeClr val="tx1"/>
                          </a:solidFill>
                        </a:rPr>
                      </a:br>
                      <a:r>
                        <a:rPr lang="ko-KR" altLang="en-US" sz="800" b="0" dirty="0">
                          <a:solidFill>
                            <a:schemeClr val="tx1"/>
                          </a:solidFill>
                        </a:rPr>
                        <a:t>판매회원으로 인증될 때는 자사물건을 판매할 수 있으며</a:t>
                      </a:r>
                      <a:r>
                        <a:rPr lang="en-US" altLang="ko-KR" sz="800" b="0" dirty="0">
                          <a:solidFill>
                            <a:schemeClr val="tx1"/>
                          </a:solidFill>
                        </a:rPr>
                        <a:t>, </a:t>
                      </a:r>
                      <a:r>
                        <a:rPr lang="ko-KR" altLang="en-US" sz="800" b="0" dirty="0">
                          <a:solidFill>
                            <a:schemeClr val="tx1"/>
                          </a:solidFill>
                        </a:rPr>
                        <a:t>자사의 </a:t>
                      </a:r>
                      <a:r>
                        <a:rPr lang="en-US" altLang="ko-KR" sz="800" b="0" dirty="0">
                          <a:solidFill>
                            <a:schemeClr val="tx1"/>
                          </a:solidFill>
                        </a:rPr>
                        <a:t>PG</a:t>
                      </a:r>
                      <a:r>
                        <a:rPr lang="ko-KR" altLang="en-US" sz="800" b="0" dirty="0">
                          <a:solidFill>
                            <a:schemeClr val="tx1"/>
                          </a:solidFill>
                        </a:rPr>
                        <a:t>사를 사용할 수 있다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898588622"/>
                  </a:ext>
                </a:extLst>
              </a:tr>
              <a:tr h="140746">
                <a:tc>
                  <a:txBody>
                    <a:bodyPr/>
                    <a:lstStyle/>
                    <a:p>
                      <a:pPr algn="ctr" latinLnBrk="1"/>
                      <a:r>
                        <a:rPr lang="en-US" altLang="ko-KR" sz="800" dirty="0"/>
                        <a:t>6-2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자사의 </a:t>
                      </a:r>
                      <a:r>
                        <a:rPr lang="en-US" altLang="ko-KR" sz="800" b="0" dirty="0">
                          <a:solidFill>
                            <a:schemeClr val="tx1"/>
                          </a:solidFill>
                        </a:rPr>
                        <a:t>PG</a:t>
                      </a:r>
                      <a:r>
                        <a:rPr lang="ko-KR" altLang="en-US" sz="800" b="0" dirty="0">
                          <a:solidFill>
                            <a:schemeClr val="tx1"/>
                          </a:solidFill>
                        </a:rPr>
                        <a:t>는 </a:t>
                      </a:r>
                      <a:r>
                        <a:rPr lang="en-US" altLang="ko-KR" sz="800" b="0" dirty="0">
                          <a:solidFill>
                            <a:schemeClr val="tx1"/>
                          </a:solidFill>
                        </a:rPr>
                        <a:t>3</a:t>
                      </a:r>
                      <a:r>
                        <a:rPr lang="ko-KR" altLang="en-US" sz="800" b="0" dirty="0">
                          <a:solidFill>
                            <a:schemeClr val="tx1"/>
                          </a:solidFill>
                        </a:rPr>
                        <a:t>군데를 이용할 수 있으며</a:t>
                      </a:r>
                      <a:r>
                        <a:rPr lang="en-US" altLang="ko-KR" sz="800" b="0" dirty="0">
                          <a:solidFill>
                            <a:schemeClr val="tx1"/>
                          </a:solidFill>
                        </a:rPr>
                        <a:t>, </a:t>
                      </a:r>
                      <a:br>
                        <a:rPr lang="en-US" altLang="ko-KR" sz="800" b="0" dirty="0">
                          <a:solidFill>
                            <a:schemeClr val="tx1"/>
                          </a:solidFill>
                        </a:rPr>
                      </a:br>
                      <a:br>
                        <a:rPr lang="en-US" altLang="ko-KR" sz="800" b="0" dirty="0">
                          <a:solidFill>
                            <a:srgbClr val="FF0000"/>
                          </a:solidFill>
                        </a:rPr>
                      </a:br>
                      <a:r>
                        <a:rPr lang="en-US" altLang="ko-KR" sz="800" b="0" dirty="0">
                          <a:solidFill>
                            <a:srgbClr val="FF0000"/>
                          </a:solidFill>
                        </a:rPr>
                        <a:t>1. KG</a:t>
                      </a:r>
                      <a:r>
                        <a:rPr lang="ko-KR" altLang="en-US" sz="800" b="0" dirty="0">
                          <a:solidFill>
                            <a:srgbClr val="FF0000"/>
                          </a:solidFill>
                        </a:rPr>
                        <a:t> </a:t>
                      </a:r>
                      <a:r>
                        <a:rPr lang="ko-KR" altLang="en-US" sz="800" b="0" dirty="0" err="1">
                          <a:solidFill>
                            <a:srgbClr val="FF0000"/>
                          </a:solidFill>
                        </a:rPr>
                        <a:t>이니시스</a:t>
                      </a:r>
                      <a:endParaRPr lang="en-US" altLang="ko-KR" sz="800" b="0" dirty="0">
                        <a:solidFill>
                          <a:srgbClr val="FF0000"/>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FF0000"/>
                          </a:solidFill>
                        </a:rPr>
                        <a:t>2. NHN KCP</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FF0000"/>
                          </a:solidFill>
                        </a:rPr>
                        <a:t>3. </a:t>
                      </a:r>
                      <a:r>
                        <a:rPr lang="ko-KR" altLang="en-US" sz="800" b="0" dirty="0" err="1">
                          <a:solidFill>
                            <a:srgbClr val="FF0000"/>
                          </a:solidFill>
                        </a:rPr>
                        <a:t>토츠페이먼츠</a:t>
                      </a:r>
                      <a:br>
                        <a:rPr lang="en-US" altLang="ko-KR" sz="800" b="0" dirty="0">
                          <a:solidFill>
                            <a:srgbClr val="FF0000"/>
                          </a:solidFill>
                        </a:rPr>
                      </a:b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을 선택할 수 있다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선택에 따라 각 </a:t>
                      </a:r>
                      <a:r>
                        <a:rPr lang="ko-KR" altLang="en-US" sz="800" b="0" dirty="0" err="1">
                          <a:solidFill>
                            <a:schemeClr val="tx1"/>
                          </a:solidFill>
                        </a:rPr>
                        <a:t>결제모듈에서</a:t>
                      </a:r>
                      <a:r>
                        <a:rPr lang="ko-KR" altLang="en-US" sz="800" b="0" dirty="0">
                          <a:solidFill>
                            <a:schemeClr val="tx1"/>
                          </a:solidFill>
                        </a:rPr>
                        <a:t> 필요한 정보를 입력해야 한다</a:t>
                      </a:r>
                      <a:r>
                        <a:rPr lang="en-US" altLang="ko-KR" sz="800" b="0" dirty="0">
                          <a:solidFill>
                            <a:schemeClr val="tx1"/>
                          </a:solidFill>
                        </a:rPr>
                        <a:t>.</a:t>
                      </a:r>
                      <a:r>
                        <a:rPr lang="ko-KR" altLang="en-US" sz="800" b="0" dirty="0">
                          <a:solidFill>
                            <a:schemeClr val="tx1"/>
                          </a:solidFill>
                        </a:rPr>
                        <a:t> </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855747295"/>
                  </a:ext>
                </a:extLst>
              </a:tr>
              <a:tr h="140746">
                <a:tc>
                  <a:txBody>
                    <a:bodyPr/>
                    <a:lstStyle/>
                    <a:p>
                      <a:pPr algn="ctr" latinLnBrk="1"/>
                      <a:r>
                        <a:rPr lang="en-US" altLang="ko-KR" sz="800" dirty="0"/>
                        <a:t>7</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비밀번호 변경 화면 생성</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RF-01-07-10-1</a:t>
                      </a:r>
                      <a:r>
                        <a:rPr lang="en-US" altLang="ko-KR" sz="800" b="0" baseline="0" dirty="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251485546"/>
                  </a:ext>
                </a:extLst>
              </a:tr>
              <a:tr h="140746">
                <a:tc>
                  <a:txBody>
                    <a:bodyPr/>
                    <a:lstStyle/>
                    <a:p>
                      <a:pPr algn="ctr" latinLnBrk="1"/>
                      <a:r>
                        <a:rPr lang="en-US" altLang="ko-KR" sz="800" dirty="0"/>
                        <a:t>8</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버튼 클릭 시 상세내용 표시되는 아코디언 형태</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48437924"/>
                  </a:ext>
                </a:extLst>
              </a:tr>
              <a:tr h="140746">
                <a:tc>
                  <a:txBody>
                    <a:bodyPr/>
                    <a:lstStyle/>
                    <a:p>
                      <a:pPr algn="ctr" latinLnBrk="1"/>
                      <a:r>
                        <a:rPr lang="en-US" altLang="ko-KR" sz="800" dirty="0"/>
                        <a:t>9</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필수 약관에 경우 동의 여부를 수정할 수 없지만</a:t>
                      </a:r>
                      <a:r>
                        <a:rPr lang="en-US" altLang="ko-KR" sz="800" dirty="0"/>
                        <a:t>, </a:t>
                      </a:r>
                      <a:r>
                        <a:rPr lang="ko-KR" altLang="en-US" sz="800" dirty="0"/>
                        <a:t>선택 약관에 경우 동의 여부를 수정할 수 있다</a:t>
                      </a:r>
                      <a:r>
                        <a:rPr lang="en-US" altLang="ko-KR" sz="80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48773815"/>
                  </a:ext>
                </a:extLst>
              </a:tr>
            </a:tbl>
          </a:graphicData>
        </a:graphic>
      </p:graphicFrame>
      <p:sp>
        <p:nvSpPr>
          <p:cNvPr id="94" name="직사각형 93">
            <a:extLst>
              <a:ext uri="{FF2B5EF4-FFF2-40B4-BE49-F238E27FC236}">
                <a16:creationId xmlns:a16="http://schemas.microsoft.com/office/drawing/2014/main" id="{0FA1C4F6-AF4E-4644-958A-0B0DC1AB8DE2}"/>
              </a:ext>
            </a:extLst>
          </p:cNvPr>
          <p:cNvSpPr/>
          <p:nvPr/>
        </p:nvSpPr>
        <p:spPr>
          <a:xfrm>
            <a:off x="2899643" y="5302087"/>
            <a:ext cx="968906"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은행선택  ▼</a:t>
            </a:r>
          </a:p>
        </p:txBody>
      </p:sp>
      <p:sp>
        <p:nvSpPr>
          <p:cNvPr id="95" name="직사각형 94">
            <a:extLst>
              <a:ext uri="{FF2B5EF4-FFF2-40B4-BE49-F238E27FC236}">
                <a16:creationId xmlns:a16="http://schemas.microsoft.com/office/drawing/2014/main" id="{120788AD-C477-4D49-8CEB-721DD3F03F4E}"/>
              </a:ext>
            </a:extLst>
          </p:cNvPr>
          <p:cNvSpPr/>
          <p:nvPr/>
        </p:nvSpPr>
        <p:spPr>
          <a:xfrm>
            <a:off x="3913795" y="5302087"/>
            <a:ext cx="1949807"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계좌번호 </a:t>
            </a:r>
            <a:r>
              <a:rPr lang="en-US" altLang="ko-KR" sz="800" dirty="0">
                <a:solidFill>
                  <a:schemeClr val="bg1">
                    <a:lumMod val="65000"/>
                  </a:schemeClr>
                </a:solidFill>
              </a:rPr>
              <a:t>(‘-’</a:t>
            </a:r>
            <a:r>
              <a:rPr lang="ko-KR" altLang="en-US" sz="800" dirty="0">
                <a:solidFill>
                  <a:schemeClr val="bg1">
                    <a:lumMod val="65000"/>
                  </a:schemeClr>
                </a:solidFill>
              </a:rPr>
              <a:t>없이 숫자만 입력</a:t>
            </a:r>
            <a:r>
              <a:rPr lang="en-US" altLang="ko-KR" sz="800" dirty="0">
                <a:solidFill>
                  <a:schemeClr val="bg1">
                    <a:lumMod val="65000"/>
                  </a:schemeClr>
                </a:solidFill>
              </a:rPr>
              <a:t>)</a:t>
            </a:r>
            <a:endParaRPr lang="ko-KR" altLang="en-US" sz="800" dirty="0">
              <a:solidFill>
                <a:schemeClr val="bg1">
                  <a:lumMod val="65000"/>
                </a:schemeClr>
              </a:solidFill>
            </a:endParaRPr>
          </a:p>
        </p:txBody>
      </p:sp>
      <p:sp>
        <p:nvSpPr>
          <p:cNvPr id="96" name="직사각형 95">
            <a:extLst>
              <a:ext uri="{FF2B5EF4-FFF2-40B4-BE49-F238E27FC236}">
                <a16:creationId xmlns:a16="http://schemas.microsoft.com/office/drawing/2014/main" id="{EAD6A710-9D46-4422-94BC-1EADA6C4BCAB}"/>
              </a:ext>
            </a:extLst>
          </p:cNvPr>
          <p:cNvSpPr/>
          <p:nvPr/>
        </p:nvSpPr>
        <p:spPr>
          <a:xfrm>
            <a:off x="5899759" y="5302087"/>
            <a:ext cx="1188246"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예금주</a:t>
            </a:r>
          </a:p>
        </p:txBody>
      </p:sp>
      <p:sp>
        <p:nvSpPr>
          <p:cNvPr id="97" name="직사각형 96">
            <a:extLst>
              <a:ext uri="{FF2B5EF4-FFF2-40B4-BE49-F238E27FC236}">
                <a16:creationId xmlns:a16="http://schemas.microsoft.com/office/drawing/2014/main" id="{86DB0395-5A6D-41B3-B36A-D026F34BCB5E}"/>
              </a:ext>
            </a:extLst>
          </p:cNvPr>
          <p:cNvSpPr/>
          <p:nvPr/>
        </p:nvSpPr>
        <p:spPr>
          <a:xfrm>
            <a:off x="4894697" y="5523995"/>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p>
        </p:txBody>
      </p:sp>
      <p:sp>
        <p:nvSpPr>
          <p:cNvPr id="98" name="직사각형 97">
            <a:extLst>
              <a:ext uri="{FF2B5EF4-FFF2-40B4-BE49-F238E27FC236}">
                <a16:creationId xmlns:a16="http://schemas.microsoft.com/office/drawing/2014/main" id="{6F09CD7E-88EE-4ABA-83A9-D522D3F197BE}"/>
              </a:ext>
            </a:extLst>
          </p:cNvPr>
          <p:cNvSpPr/>
          <p:nvPr/>
        </p:nvSpPr>
        <p:spPr>
          <a:xfrm>
            <a:off x="2907955" y="5523995"/>
            <a:ext cx="1949807" cy="15705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입력한 계좌번호와 동일한 통장첨부</a:t>
            </a:r>
          </a:p>
        </p:txBody>
      </p:sp>
      <p:sp>
        <p:nvSpPr>
          <p:cNvPr id="99" name="TextBox 98">
            <a:extLst>
              <a:ext uri="{FF2B5EF4-FFF2-40B4-BE49-F238E27FC236}">
                <a16:creationId xmlns:a16="http://schemas.microsoft.com/office/drawing/2014/main" id="{D0403EB6-1AC0-4703-B2A0-02F90FF2C3B5}"/>
              </a:ext>
            </a:extLst>
          </p:cNvPr>
          <p:cNvSpPr txBox="1"/>
          <p:nvPr/>
        </p:nvSpPr>
        <p:spPr>
          <a:xfrm>
            <a:off x="1528826" y="7246926"/>
            <a:ext cx="734496"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약관동의</a:t>
            </a:r>
            <a:endParaRPr lang="ko-KR" altLang="en-US" sz="800" b="1" dirty="0"/>
          </a:p>
        </p:txBody>
      </p:sp>
      <p:graphicFrame>
        <p:nvGraphicFramePr>
          <p:cNvPr id="100" name="표 99">
            <a:extLst>
              <a:ext uri="{FF2B5EF4-FFF2-40B4-BE49-F238E27FC236}">
                <a16:creationId xmlns:a16="http://schemas.microsoft.com/office/drawing/2014/main" id="{11539D18-ECEC-4BE1-80AB-47ABE7D9E429}"/>
              </a:ext>
            </a:extLst>
          </p:cNvPr>
          <p:cNvGraphicFramePr>
            <a:graphicFrameLocks noGrp="1"/>
          </p:cNvGraphicFramePr>
          <p:nvPr>
            <p:extLst>
              <p:ext uri="{D42A27DB-BD31-4B8C-83A1-F6EECF244321}">
                <p14:modId xmlns:p14="http://schemas.microsoft.com/office/powerpoint/2010/main" val="1201592028"/>
              </p:ext>
            </p:extLst>
          </p:nvPr>
        </p:nvGraphicFramePr>
        <p:xfrm>
          <a:off x="1528826" y="7472104"/>
          <a:ext cx="7777838" cy="2594320"/>
        </p:xfrm>
        <a:graphic>
          <a:graphicData uri="http://schemas.openxmlformats.org/drawingml/2006/table">
            <a:tbl>
              <a:tblPr firstRow="1" bandRow="1">
                <a:tableStyleId>{5C22544A-7EE6-4342-B048-85BDC9FD1C3A}</a:tableStyleId>
              </a:tblPr>
              <a:tblGrid>
                <a:gridCol w="7777838">
                  <a:extLst>
                    <a:ext uri="{9D8B030D-6E8A-4147-A177-3AD203B41FA5}">
                      <a16:colId xmlns:a16="http://schemas.microsoft.com/office/drawing/2014/main" val="20001"/>
                    </a:ext>
                  </a:extLst>
                </a:gridCol>
              </a:tblGrid>
              <a:tr h="259432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89819523"/>
                  </a:ext>
                </a:extLst>
              </a:tr>
            </a:tbl>
          </a:graphicData>
        </a:graphic>
      </p:graphicFrame>
      <p:pic>
        <p:nvPicPr>
          <p:cNvPr id="101" name="그림 100">
            <a:extLst>
              <a:ext uri="{FF2B5EF4-FFF2-40B4-BE49-F238E27FC236}">
                <a16:creationId xmlns:a16="http://schemas.microsoft.com/office/drawing/2014/main" id="{81D4E3D3-D3EA-4A5F-BC11-8C8367115BF6}"/>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l="4629" t="3196" r="3195" b="2954"/>
          <a:stretch/>
        </p:blipFill>
        <p:spPr>
          <a:xfrm>
            <a:off x="1633880" y="7811165"/>
            <a:ext cx="144015" cy="146633"/>
          </a:xfrm>
          <a:prstGeom prst="rect">
            <a:avLst/>
          </a:prstGeom>
        </p:spPr>
      </p:pic>
      <p:sp>
        <p:nvSpPr>
          <p:cNvPr id="102" name="직사각형 101">
            <a:extLst>
              <a:ext uri="{FF2B5EF4-FFF2-40B4-BE49-F238E27FC236}">
                <a16:creationId xmlns:a16="http://schemas.microsoft.com/office/drawing/2014/main" id="{872EA40C-2995-4706-870D-9C4E7A2988A8}"/>
              </a:ext>
            </a:extLst>
          </p:cNvPr>
          <p:cNvSpPr/>
          <p:nvPr/>
        </p:nvSpPr>
        <p:spPr>
          <a:xfrm>
            <a:off x="1734989" y="7771444"/>
            <a:ext cx="4572000" cy="215444"/>
          </a:xfrm>
          <a:prstGeom prst="rect">
            <a:avLst/>
          </a:prstGeom>
        </p:spPr>
        <p:txBody>
          <a:bodyPr>
            <a:spAutoFit/>
          </a:bodyPr>
          <a:lstStyle/>
          <a:p>
            <a:pPr>
              <a:defRPr/>
            </a:pPr>
            <a:r>
              <a:rPr lang="ko-KR" altLang="en-US" sz="800" dirty="0"/>
              <a:t>이용약관 동의 </a:t>
            </a:r>
            <a:r>
              <a:rPr lang="en-US" altLang="ko-KR" sz="800" dirty="0"/>
              <a:t>(</a:t>
            </a:r>
            <a:r>
              <a:rPr lang="ko-KR" altLang="en-US" sz="800" dirty="0"/>
              <a:t>필수</a:t>
            </a:r>
            <a:r>
              <a:rPr lang="en-US" altLang="ko-KR" sz="800" dirty="0"/>
              <a:t>)</a:t>
            </a:r>
          </a:p>
        </p:txBody>
      </p:sp>
      <p:pic>
        <p:nvPicPr>
          <p:cNvPr id="103" name="그림 102">
            <a:extLst>
              <a:ext uri="{FF2B5EF4-FFF2-40B4-BE49-F238E27FC236}">
                <a16:creationId xmlns:a16="http://schemas.microsoft.com/office/drawing/2014/main" id="{92A66CB9-CD5E-4D0E-ABC9-6E9685413EA6}"/>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l="4629" t="3196" r="3195" b="2954"/>
          <a:stretch/>
        </p:blipFill>
        <p:spPr>
          <a:xfrm>
            <a:off x="1633880" y="7997519"/>
            <a:ext cx="144015" cy="146633"/>
          </a:xfrm>
          <a:prstGeom prst="rect">
            <a:avLst/>
          </a:prstGeom>
        </p:spPr>
      </p:pic>
      <p:sp>
        <p:nvSpPr>
          <p:cNvPr id="104" name="직사각형 103">
            <a:extLst>
              <a:ext uri="{FF2B5EF4-FFF2-40B4-BE49-F238E27FC236}">
                <a16:creationId xmlns:a16="http://schemas.microsoft.com/office/drawing/2014/main" id="{EA6ABC85-A009-45DF-BDD8-C07922AA2817}"/>
              </a:ext>
            </a:extLst>
          </p:cNvPr>
          <p:cNvSpPr/>
          <p:nvPr/>
        </p:nvSpPr>
        <p:spPr>
          <a:xfrm>
            <a:off x="1734989" y="7957798"/>
            <a:ext cx="4572000" cy="215444"/>
          </a:xfrm>
          <a:prstGeom prst="rect">
            <a:avLst/>
          </a:prstGeom>
        </p:spPr>
        <p:txBody>
          <a:bodyPr>
            <a:spAutoFit/>
          </a:bodyPr>
          <a:lstStyle/>
          <a:p>
            <a:pPr>
              <a:defRPr/>
            </a:pPr>
            <a:r>
              <a:rPr lang="ko-KR" altLang="en-US" sz="800" dirty="0"/>
              <a:t>개인정보 수집 및 이용에 관한 안내 </a:t>
            </a:r>
            <a:r>
              <a:rPr lang="en-US" altLang="ko-KR" sz="800" dirty="0"/>
              <a:t>(</a:t>
            </a:r>
            <a:r>
              <a:rPr lang="ko-KR" altLang="en-US" sz="800" dirty="0"/>
              <a:t>필수</a:t>
            </a:r>
            <a:r>
              <a:rPr lang="en-US" altLang="ko-KR" sz="800" dirty="0"/>
              <a:t>)</a:t>
            </a:r>
          </a:p>
        </p:txBody>
      </p:sp>
      <p:sp>
        <p:nvSpPr>
          <p:cNvPr id="105" name="직사각형 104">
            <a:extLst>
              <a:ext uri="{FF2B5EF4-FFF2-40B4-BE49-F238E27FC236}">
                <a16:creationId xmlns:a16="http://schemas.microsoft.com/office/drawing/2014/main" id="{8B03DC95-C114-4E17-905A-62F76535DB09}"/>
              </a:ext>
            </a:extLst>
          </p:cNvPr>
          <p:cNvSpPr/>
          <p:nvPr/>
        </p:nvSpPr>
        <p:spPr>
          <a:xfrm>
            <a:off x="8526929" y="7811165"/>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sp>
        <p:nvSpPr>
          <p:cNvPr id="106" name="직사각형 105">
            <a:extLst>
              <a:ext uri="{FF2B5EF4-FFF2-40B4-BE49-F238E27FC236}">
                <a16:creationId xmlns:a16="http://schemas.microsoft.com/office/drawing/2014/main" id="{B9F0EDB3-FC42-4DF2-B290-A89D7CCE9066}"/>
              </a:ext>
            </a:extLst>
          </p:cNvPr>
          <p:cNvSpPr/>
          <p:nvPr/>
        </p:nvSpPr>
        <p:spPr>
          <a:xfrm>
            <a:off x="8526929" y="8009285"/>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pic>
        <p:nvPicPr>
          <p:cNvPr id="107" name="그림 106">
            <a:extLst>
              <a:ext uri="{FF2B5EF4-FFF2-40B4-BE49-F238E27FC236}">
                <a16:creationId xmlns:a16="http://schemas.microsoft.com/office/drawing/2014/main" id="{3AE710CA-18B6-4724-883E-A8C132A7F1B7}"/>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l="4629" t="3196" r="3195" b="2954"/>
          <a:stretch/>
        </p:blipFill>
        <p:spPr>
          <a:xfrm>
            <a:off x="1633880" y="8196936"/>
            <a:ext cx="144015" cy="146633"/>
          </a:xfrm>
          <a:prstGeom prst="rect">
            <a:avLst/>
          </a:prstGeom>
        </p:spPr>
      </p:pic>
      <p:sp>
        <p:nvSpPr>
          <p:cNvPr id="108" name="직사각형 107">
            <a:extLst>
              <a:ext uri="{FF2B5EF4-FFF2-40B4-BE49-F238E27FC236}">
                <a16:creationId xmlns:a16="http://schemas.microsoft.com/office/drawing/2014/main" id="{573A75B1-EC88-4FAF-804D-AFE56333FC1C}"/>
              </a:ext>
            </a:extLst>
          </p:cNvPr>
          <p:cNvSpPr/>
          <p:nvPr/>
        </p:nvSpPr>
        <p:spPr>
          <a:xfrm>
            <a:off x="1734989" y="8157215"/>
            <a:ext cx="4572000" cy="215444"/>
          </a:xfrm>
          <a:prstGeom prst="rect">
            <a:avLst/>
          </a:prstGeom>
        </p:spPr>
        <p:txBody>
          <a:bodyPr>
            <a:spAutoFit/>
          </a:bodyPr>
          <a:lstStyle/>
          <a:p>
            <a:pPr>
              <a:defRPr/>
            </a:pPr>
            <a:r>
              <a:rPr lang="ko-KR" altLang="en-US" sz="800" dirty="0"/>
              <a:t>제</a:t>
            </a:r>
            <a:r>
              <a:rPr lang="en-US" altLang="ko-KR" sz="800" dirty="0"/>
              <a:t>3</a:t>
            </a:r>
            <a:r>
              <a:rPr lang="ko-KR" altLang="en-US" sz="800" dirty="0"/>
              <a:t>자 정보제공 동의 </a:t>
            </a:r>
            <a:r>
              <a:rPr lang="en-US" altLang="ko-KR" sz="800" dirty="0"/>
              <a:t>(</a:t>
            </a:r>
            <a:r>
              <a:rPr lang="ko-KR" altLang="en-US" sz="800" dirty="0"/>
              <a:t>필수</a:t>
            </a:r>
            <a:r>
              <a:rPr lang="en-US" altLang="ko-KR" sz="800" dirty="0"/>
              <a:t>)</a:t>
            </a:r>
          </a:p>
        </p:txBody>
      </p:sp>
      <p:sp>
        <p:nvSpPr>
          <p:cNvPr id="109" name="직사각형 108">
            <a:extLst>
              <a:ext uri="{FF2B5EF4-FFF2-40B4-BE49-F238E27FC236}">
                <a16:creationId xmlns:a16="http://schemas.microsoft.com/office/drawing/2014/main" id="{47CC037E-26DA-4B70-966A-3CC0FB92AE37}"/>
              </a:ext>
            </a:extLst>
          </p:cNvPr>
          <p:cNvSpPr/>
          <p:nvPr/>
        </p:nvSpPr>
        <p:spPr>
          <a:xfrm>
            <a:off x="1734989" y="8360438"/>
            <a:ext cx="4572000" cy="215444"/>
          </a:xfrm>
          <a:prstGeom prst="rect">
            <a:avLst/>
          </a:prstGeom>
        </p:spPr>
        <p:txBody>
          <a:bodyPr>
            <a:spAutoFit/>
          </a:bodyPr>
          <a:lstStyle/>
          <a:p>
            <a:pPr>
              <a:defRPr/>
            </a:pPr>
            <a:r>
              <a:rPr lang="ko-KR" altLang="en-US" sz="800" dirty="0"/>
              <a:t>마케팅활용동의 </a:t>
            </a:r>
            <a:r>
              <a:rPr lang="en-US" altLang="ko-KR" sz="800" dirty="0"/>
              <a:t>(</a:t>
            </a:r>
            <a:r>
              <a:rPr lang="ko-KR" altLang="en-US" sz="800" dirty="0"/>
              <a:t>선택</a:t>
            </a:r>
            <a:r>
              <a:rPr lang="en-US" altLang="ko-KR" sz="800" dirty="0"/>
              <a:t>)</a:t>
            </a:r>
          </a:p>
        </p:txBody>
      </p:sp>
      <p:sp>
        <p:nvSpPr>
          <p:cNvPr id="110" name="타원 109">
            <a:extLst>
              <a:ext uri="{FF2B5EF4-FFF2-40B4-BE49-F238E27FC236}">
                <a16:creationId xmlns:a16="http://schemas.microsoft.com/office/drawing/2014/main" id="{EEF94C61-E470-4BAF-8ED2-7656D0BFE956}"/>
              </a:ext>
            </a:extLst>
          </p:cNvPr>
          <p:cNvSpPr/>
          <p:nvPr/>
        </p:nvSpPr>
        <p:spPr>
          <a:xfrm>
            <a:off x="1633880" y="8405179"/>
            <a:ext cx="125386" cy="119095"/>
          </a:xfrm>
          <a:prstGeom prst="ellipse">
            <a:avLst/>
          </a:prstGeom>
          <a:solidFill>
            <a:schemeClr val="bg1"/>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직사각형 110">
            <a:extLst>
              <a:ext uri="{FF2B5EF4-FFF2-40B4-BE49-F238E27FC236}">
                <a16:creationId xmlns:a16="http://schemas.microsoft.com/office/drawing/2014/main" id="{980A50EE-2504-4D01-A264-94CCF30DDAA2}"/>
              </a:ext>
            </a:extLst>
          </p:cNvPr>
          <p:cNvSpPr/>
          <p:nvPr/>
        </p:nvSpPr>
        <p:spPr>
          <a:xfrm>
            <a:off x="1734989" y="8545997"/>
            <a:ext cx="4572000" cy="215444"/>
          </a:xfrm>
          <a:prstGeom prst="rect">
            <a:avLst/>
          </a:prstGeom>
        </p:spPr>
        <p:txBody>
          <a:bodyPr>
            <a:spAutoFit/>
          </a:bodyPr>
          <a:lstStyle/>
          <a:p>
            <a:pPr>
              <a:defRPr/>
            </a:pPr>
            <a:r>
              <a:rPr lang="ko-KR" altLang="en-US" sz="800" dirty="0" err="1"/>
              <a:t>알림정보수신동의</a:t>
            </a:r>
            <a:r>
              <a:rPr lang="ko-KR" altLang="en-US" sz="800" dirty="0"/>
              <a:t> </a:t>
            </a:r>
            <a:r>
              <a:rPr lang="en-US" altLang="ko-KR" sz="800" dirty="0"/>
              <a:t>(</a:t>
            </a:r>
            <a:r>
              <a:rPr lang="ko-KR" altLang="en-US" sz="800" dirty="0"/>
              <a:t>선택</a:t>
            </a:r>
            <a:r>
              <a:rPr lang="en-US" altLang="ko-KR" sz="800" dirty="0"/>
              <a:t>)</a:t>
            </a:r>
          </a:p>
        </p:txBody>
      </p:sp>
      <p:sp>
        <p:nvSpPr>
          <p:cNvPr id="112" name="타원 111">
            <a:extLst>
              <a:ext uri="{FF2B5EF4-FFF2-40B4-BE49-F238E27FC236}">
                <a16:creationId xmlns:a16="http://schemas.microsoft.com/office/drawing/2014/main" id="{BA32894C-267F-4B63-A250-2929097525BE}"/>
              </a:ext>
            </a:extLst>
          </p:cNvPr>
          <p:cNvSpPr/>
          <p:nvPr/>
        </p:nvSpPr>
        <p:spPr>
          <a:xfrm>
            <a:off x="1633880" y="8590738"/>
            <a:ext cx="125386" cy="119095"/>
          </a:xfrm>
          <a:prstGeom prst="ellipse">
            <a:avLst/>
          </a:prstGeom>
          <a:solidFill>
            <a:schemeClr val="bg1"/>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3" name="직사각형 112">
            <a:extLst>
              <a:ext uri="{FF2B5EF4-FFF2-40B4-BE49-F238E27FC236}">
                <a16:creationId xmlns:a16="http://schemas.microsoft.com/office/drawing/2014/main" id="{7FC5F25B-BE03-4371-8262-38BFB6CD098E}"/>
              </a:ext>
            </a:extLst>
          </p:cNvPr>
          <p:cNvSpPr/>
          <p:nvPr/>
        </p:nvSpPr>
        <p:spPr>
          <a:xfrm>
            <a:off x="8526929" y="8206018"/>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sp>
        <p:nvSpPr>
          <p:cNvPr id="114" name="직사각형 113">
            <a:extLst>
              <a:ext uri="{FF2B5EF4-FFF2-40B4-BE49-F238E27FC236}">
                <a16:creationId xmlns:a16="http://schemas.microsoft.com/office/drawing/2014/main" id="{B1E9980E-8C56-41B0-9A8A-551FA649441D}"/>
              </a:ext>
            </a:extLst>
          </p:cNvPr>
          <p:cNvSpPr/>
          <p:nvPr/>
        </p:nvSpPr>
        <p:spPr>
          <a:xfrm>
            <a:off x="8526929" y="8404138"/>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sp>
        <p:nvSpPr>
          <p:cNvPr id="115" name="직사각형 114">
            <a:extLst>
              <a:ext uri="{FF2B5EF4-FFF2-40B4-BE49-F238E27FC236}">
                <a16:creationId xmlns:a16="http://schemas.microsoft.com/office/drawing/2014/main" id="{AE3A769E-11EF-4F80-83CD-41337245984A}"/>
              </a:ext>
            </a:extLst>
          </p:cNvPr>
          <p:cNvSpPr/>
          <p:nvPr/>
        </p:nvSpPr>
        <p:spPr>
          <a:xfrm>
            <a:off x="8526929" y="8602258"/>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pic>
        <p:nvPicPr>
          <p:cNvPr id="116" name="그림 115">
            <a:extLst>
              <a:ext uri="{FF2B5EF4-FFF2-40B4-BE49-F238E27FC236}">
                <a16:creationId xmlns:a16="http://schemas.microsoft.com/office/drawing/2014/main" id="{6DC7C269-255D-485B-9F7B-19F89AB33EC6}"/>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l="4629" t="3196" r="3195" b="2954"/>
          <a:stretch/>
        </p:blipFill>
        <p:spPr>
          <a:xfrm>
            <a:off x="1633880" y="9134858"/>
            <a:ext cx="144015" cy="146633"/>
          </a:xfrm>
          <a:prstGeom prst="rect">
            <a:avLst/>
          </a:prstGeom>
        </p:spPr>
      </p:pic>
      <p:sp>
        <p:nvSpPr>
          <p:cNvPr id="117" name="직사각형 116">
            <a:extLst>
              <a:ext uri="{FF2B5EF4-FFF2-40B4-BE49-F238E27FC236}">
                <a16:creationId xmlns:a16="http://schemas.microsoft.com/office/drawing/2014/main" id="{9C7271B7-477C-4665-991D-5D1F7A611539}"/>
              </a:ext>
            </a:extLst>
          </p:cNvPr>
          <p:cNvSpPr/>
          <p:nvPr/>
        </p:nvSpPr>
        <p:spPr>
          <a:xfrm>
            <a:off x="1734989" y="9095137"/>
            <a:ext cx="4572000" cy="215444"/>
          </a:xfrm>
          <a:prstGeom prst="rect">
            <a:avLst/>
          </a:prstGeom>
        </p:spPr>
        <p:txBody>
          <a:bodyPr>
            <a:spAutoFit/>
          </a:bodyPr>
          <a:lstStyle/>
          <a:p>
            <a:pPr>
              <a:defRPr/>
            </a:pPr>
            <a:r>
              <a:rPr lang="ko-KR" altLang="en-US" sz="800" dirty="0">
                <a:latin typeface="맑은 고딕" panose="020B0503020000020004" pitchFamily="50" charset="-127"/>
              </a:rPr>
              <a:t>상품 </a:t>
            </a:r>
            <a:r>
              <a:rPr lang="ko-KR" altLang="en-US" sz="800" dirty="0" err="1">
                <a:latin typeface="맑은 고딕" panose="020B0503020000020004" pitchFamily="50" charset="-127"/>
              </a:rPr>
              <a:t>판매시</a:t>
            </a:r>
            <a:r>
              <a:rPr lang="ko-KR" altLang="en-US" sz="800" dirty="0">
                <a:latin typeface="맑은 고딕" panose="020B0503020000020004" pitchFamily="50" charset="-127"/>
              </a:rPr>
              <a:t> 약관 동의 </a:t>
            </a:r>
            <a:r>
              <a:rPr lang="en-US" altLang="ko-KR" sz="800" dirty="0"/>
              <a:t>(</a:t>
            </a:r>
            <a:r>
              <a:rPr lang="ko-KR" altLang="en-US" sz="800" dirty="0"/>
              <a:t>필수</a:t>
            </a:r>
            <a:r>
              <a:rPr lang="en-US" altLang="ko-KR" sz="800" dirty="0"/>
              <a:t>)</a:t>
            </a:r>
          </a:p>
        </p:txBody>
      </p:sp>
      <p:sp>
        <p:nvSpPr>
          <p:cNvPr id="118" name="직사각형 117">
            <a:extLst>
              <a:ext uri="{FF2B5EF4-FFF2-40B4-BE49-F238E27FC236}">
                <a16:creationId xmlns:a16="http://schemas.microsoft.com/office/drawing/2014/main" id="{0DF04704-5D3B-4A2A-B858-EB84B297F9A5}"/>
              </a:ext>
            </a:extLst>
          </p:cNvPr>
          <p:cNvSpPr/>
          <p:nvPr/>
        </p:nvSpPr>
        <p:spPr>
          <a:xfrm>
            <a:off x="8526929" y="9143940"/>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pic>
        <p:nvPicPr>
          <p:cNvPr id="119" name="그림 118">
            <a:extLst>
              <a:ext uri="{FF2B5EF4-FFF2-40B4-BE49-F238E27FC236}">
                <a16:creationId xmlns:a16="http://schemas.microsoft.com/office/drawing/2014/main" id="{89341A2C-FF36-47E6-B252-CEF4006DC309}"/>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l="4629" t="3196" r="3195" b="2954"/>
          <a:stretch/>
        </p:blipFill>
        <p:spPr>
          <a:xfrm>
            <a:off x="1633880" y="9797623"/>
            <a:ext cx="144015" cy="146633"/>
          </a:xfrm>
          <a:prstGeom prst="rect">
            <a:avLst/>
          </a:prstGeom>
        </p:spPr>
      </p:pic>
      <p:sp>
        <p:nvSpPr>
          <p:cNvPr id="120" name="직사각형 119">
            <a:extLst>
              <a:ext uri="{FF2B5EF4-FFF2-40B4-BE49-F238E27FC236}">
                <a16:creationId xmlns:a16="http://schemas.microsoft.com/office/drawing/2014/main" id="{D39F3A5E-350E-45F2-9D19-D9B7F6054B65}"/>
              </a:ext>
            </a:extLst>
          </p:cNvPr>
          <p:cNvSpPr/>
          <p:nvPr/>
        </p:nvSpPr>
        <p:spPr>
          <a:xfrm>
            <a:off x="1734989" y="9757902"/>
            <a:ext cx="4572000" cy="215444"/>
          </a:xfrm>
          <a:prstGeom prst="rect">
            <a:avLst/>
          </a:prstGeom>
        </p:spPr>
        <p:txBody>
          <a:bodyPr>
            <a:spAutoFit/>
          </a:bodyPr>
          <a:lstStyle/>
          <a:p>
            <a:pPr>
              <a:defRPr/>
            </a:pPr>
            <a:r>
              <a:rPr lang="ko-KR" altLang="en-US" sz="800" dirty="0">
                <a:latin typeface="맑은 고딕" panose="020B0503020000020004" pitchFamily="50" charset="-127"/>
              </a:rPr>
              <a:t>판매권한 약관 동의 </a:t>
            </a:r>
            <a:r>
              <a:rPr lang="en-US" altLang="ko-KR" sz="800" dirty="0"/>
              <a:t>(</a:t>
            </a:r>
            <a:r>
              <a:rPr lang="ko-KR" altLang="en-US" sz="800" dirty="0"/>
              <a:t>필수</a:t>
            </a:r>
            <a:r>
              <a:rPr lang="en-US" altLang="ko-KR" sz="800" dirty="0"/>
              <a:t>)</a:t>
            </a:r>
          </a:p>
        </p:txBody>
      </p:sp>
      <p:sp>
        <p:nvSpPr>
          <p:cNvPr id="121" name="직사각형 120">
            <a:extLst>
              <a:ext uri="{FF2B5EF4-FFF2-40B4-BE49-F238E27FC236}">
                <a16:creationId xmlns:a16="http://schemas.microsoft.com/office/drawing/2014/main" id="{8C2D9D9F-12CD-4253-A48D-1FBC777C91B4}"/>
              </a:ext>
            </a:extLst>
          </p:cNvPr>
          <p:cNvSpPr/>
          <p:nvPr/>
        </p:nvSpPr>
        <p:spPr>
          <a:xfrm>
            <a:off x="8526929" y="9806705"/>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sp>
        <p:nvSpPr>
          <p:cNvPr id="93" name="화살표: 아래쪽 92">
            <a:extLst>
              <a:ext uri="{FF2B5EF4-FFF2-40B4-BE49-F238E27FC236}">
                <a16:creationId xmlns:a16="http://schemas.microsoft.com/office/drawing/2014/main" id="{4FCDC46C-B143-40B9-A67A-987E514FC53D}"/>
              </a:ext>
            </a:extLst>
          </p:cNvPr>
          <p:cNvSpPr/>
          <p:nvPr/>
        </p:nvSpPr>
        <p:spPr>
          <a:xfrm>
            <a:off x="2186038" y="6891308"/>
            <a:ext cx="125386" cy="4580642"/>
          </a:xfrm>
          <a:prstGeom prst="downArrow">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직사각형 121">
            <a:extLst>
              <a:ext uri="{FF2B5EF4-FFF2-40B4-BE49-F238E27FC236}">
                <a16:creationId xmlns:a16="http://schemas.microsoft.com/office/drawing/2014/main" id="{EADC6012-90C5-4DF7-9541-711DE2223CFA}"/>
              </a:ext>
            </a:extLst>
          </p:cNvPr>
          <p:cNvSpPr/>
          <p:nvPr/>
        </p:nvSpPr>
        <p:spPr>
          <a:xfrm>
            <a:off x="1553239" y="8896917"/>
            <a:ext cx="4572000" cy="215444"/>
          </a:xfrm>
          <a:prstGeom prst="rect">
            <a:avLst/>
          </a:prstGeom>
        </p:spPr>
        <p:txBody>
          <a:bodyPr>
            <a:spAutoFit/>
          </a:bodyPr>
          <a:lstStyle/>
          <a:p>
            <a:pPr>
              <a:defRPr/>
            </a:pPr>
            <a:r>
              <a:rPr lang="ko-KR" altLang="en-US" sz="800" b="1" dirty="0"/>
              <a:t>회원사 권한 약관</a:t>
            </a:r>
            <a:endParaRPr lang="en-US" altLang="ko-KR" sz="800" b="1" dirty="0"/>
          </a:p>
        </p:txBody>
      </p:sp>
      <p:sp>
        <p:nvSpPr>
          <p:cNvPr id="123" name="직사각형 122">
            <a:extLst>
              <a:ext uri="{FF2B5EF4-FFF2-40B4-BE49-F238E27FC236}">
                <a16:creationId xmlns:a16="http://schemas.microsoft.com/office/drawing/2014/main" id="{4B98C21D-DFD6-412E-B593-4E2BB606711C}"/>
              </a:ext>
            </a:extLst>
          </p:cNvPr>
          <p:cNvSpPr/>
          <p:nvPr/>
        </p:nvSpPr>
        <p:spPr>
          <a:xfrm>
            <a:off x="1553239" y="9558353"/>
            <a:ext cx="4572000" cy="215444"/>
          </a:xfrm>
          <a:prstGeom prst="rect">
            <a:avLst/>
          </a:prstGeom>
        </p:spPr>
        <p:txBody>
          <a:bodyPr>
            <a:spAutoFit/>
          </a:bodyPr>
          <a:lstStyle/>
          <a:p>
            <a:pPr>
              <a:defRPr/>
            </a:pPr>
            <a:r>
              <a:rPr lang="ko-KR" altLang="en-US" sz="800" b="1" dirty="0"/>
              <a:t>판매 권한 약관</a:t>
            </a:r>
            <a:endParaRPr lang="en-US" altLang="ko-KR" sz="800" b="1" dirty="0"/>
          </a:p>
        </p:txBody>
      </p:sp>
      <p:sp>
        <p:nvSpPr>
          <p:cNvPr id="124" name="직사각형 123">
            <a:extLst>
              <a:ext uri="{FF2B5EF4-FFF2-40B4-BE49-F238E27FC236}">
                <a16:creationId xmlns:a16="http://schemas.microsoft.com/office/drawing/2014/main" id="{795CF6A8-7CFF-4029-82B9-88F43C8BF0A0}"/>
              </a:ext>
            </a:extLst>
          </p:cNvPr>
          <p:cNvSpPr/>
          <p:nvPr/>
        </p:nvSpPr>
        <p:spPr>
          <a:xfrm>
            <a:off x="1553239" y="7571192"/>
            <a:ext cx="4572000" cy="215444"/>
          </a:xfrm>
          <a:prstGeom prst="rect">
            <a:avLst/>
          </a:prstGeom>
        </p:spPr>
        <p:txBody>
          <a:bodyPr>
            <a:spAutoFit/>
          </a:bodyPr>
          <a:lstStyle/>
          <a:p>
            <a:pPr>
              <a:defRPr/>
            </a:pPr>
            <a:r>
              <a:rPr lang="ko-KR" altLang="en-US" sz="800" b="1" dirty="0"/>
              <a:t>회원 권한 약관</a:t>
            </a:r>
            <a:endParaRPr lang="en-US" altLang="ko-KR" sz="800" b="1" dirty="0"/>
          </a:p>
        </p:txBody>
      </p:sp>
      <p:sp>
        <p:nvSpPr>
          <p:cNvPr id="125" name="TextBox 124">
            <a:extLst>
              <a:ext uri="{FF2B5EF4-FFF2-40B4-BE49-F238E27FC236}">
                <a16:creationId xmlns:a16="http://schemas.microsoft.com/office/drawing/2014/main" id="{8B04C1AF-DDCC-47D4-AD64-A633AAD90936}"/>
              </a:ext>
            </a:extLst>
          </p:cNvPr>
          <p:cNvSpPr txBox="1"/>
          <p:nvPr/>
        </p:nvSpPr>
        <p:spPr>
          <a:xfrm>
            <a:off x="7649927" y="1150456"/>
            <a:ext cx="251992" cy="230832"/>
          </a:xfrm>
          <a:prstGeom prst="rect">
            <a:avLst/>
          </a:prstGeom>
          <a:solidFill>
            <a:srgbClr val="FF0000"/>
          </a:solidFill>
        </p:spPr>
        <p:txBody>
          <a:bodyPr wrap="none" rtlCol="0">
            <a:spAutoFit/>
          </a:bodyPr>
          <a:lstStyle/>
          <a:p>
            <a:r>
              <a:rPr lang="en-US" altLang="ko-KR" sz="900" b="1" dirty="0">
                <a:solidFill>
                  <a:schemeClr val="bg1"/>
                </a:solidFill>
              </a:rPr>
              <a:t>7</a:t>
            </a:r>
            <a:endParaRPr lang="ko-KR" altLang="en-US" sz="900" b="1" dirty="0">
              <a:solidFill>
                <a:schemeClr val="bg1"/>
              </a:solidFill>
            </a:endParaRPr>
          </a:p>
        </p:txBody>
      </p:sp>
      <p:sp>
        <p:nvSpPr>
          <p:cNvPr id="126" name="TextBox 125">
            <a:extLst>
              <a:ext uri="{FF2B5EF4-FFF2-40B4-BE49-F238E27FC236}">
                <a16:creationId xmlns:a16="http://schemas.microsoft.com/office/drawing/2014/main" id="{578A93B4-64EB-462C-AD33-3025B8EBBBAF}"/>
              </a:ext>
            </a:extLst>
          </p:cNvPr>
          <p:cNvSpPr txBox="1"/>
          <p:nvPr/>
        </p:nvSpPr>
        <p:spPr>
          <a:xfrm>
            <a:off x="9079085" y="7671843"/>
            <a:ext cx="251992" cy="230832"/>
          </a:xfrm>
          <a:prstGeom prst="rect">
            <a:avLst/>
          </a:prstGeom>
          <a:solidFill>
            <a:srgbClr val="FF0000"/>
          </a:solidFill>
        </p:spPr>
        <p:txBody>
          <a:bodyPr wrap="none" rtlCol="0">
            <a:spAutoFit/>
          </a:bodyPr>
          <a:lstStyle/>
          <a:p>
            <a:r>
              <a:rPr lang="en-US" altLang="ko-KR" sz="900" b="1" dirty="0">
                <a:solidFill>
                  <a:schemeClr val="bg1"/>
                </a:solidFill>
              </a:rPr>
              <a:t>8</a:t>
            </a:r>
            <a:endParaRPr lang="ko-KR" altLang="en-US" sz="900" b="1" dirty="0">
              <a:solidFill>
                <a:schemeClr val="bg1"/>
              </a:solidFill>
            </a:endParaRPr>
          </a:p>
        </p:txBody>
      </p:sp>
      <p:sp>
        <p:nvSpPr>
          <p:cNvPr id="127" name="TextBox 126">
            <a:extLst>
              <a:ext uri="{FF2B5EF4-FFF2-40B4-BE49-F238E27FC236}">
                <a16:creationId xmlns:a16="http://schemas.microsoft.com/office/drawing/2014/main" id="{578A93B4-64EB-462C-AD33-3025B8EBBBAF}"/>
              </a:ext>
            </a:extLst>
          </p:cNvPr>
          <p:cNvSpPr txBox="1"/>
          <p:nvPr/>
        </p:nvSpPr>
        <p:spPr>
          <a:xfrm>
            <a:off x="1371489" y="7710142"/>
            <a:ext cx="251992" cy="230832"/>
          </a:xfrm>
          <a:prstGeom prst="rect">
            <a:avLst/>
          </a:prstGeom>
          <a:solidFill>
            <a:srgbClr val="FF0000"/>
          </a:solidFill>
        </p:spPr>
        <p:txBody>
          <a:bodyPr wrap="none" rtlCol="0">
            <a:spAutoFit/>
          </a:bodyPr>
          <a:lstStyle/>
          <a:p>
            <a:r>
              <a:rPr lang="en-US" altLang="ko-KR" sz="900" b="1" dirty="0">
                <a:solidFill>
                  <a:schemeClr val="bg1"/>
                </a:solidFill>
              </a:rPr>
              <a:t>9</a:t>
            </a:r>
            <a:endParaRPr lang="ko-KR" altLang="en-US" sz="900" b="1" dirty="0">
              <a:solidFill>
                <a:schemeClr val="bg1"/>
              </a:solidFill>
            </a:endParaRPr>
          </a:p>
        </p:txBody>
      </p:sp>
      <p:sp>
        <p:nvSpPr>
          <p:cNvPr id="129" name="TextBox 128">
            <a:extLst>
              <a:ext uri="{FF2B5EF4-FFF2-40B4-BE49-F238E27FC236}">
                <a16:creationId xmlns:a16="http://schemas.microsoft.com/office/drawing/2014/main" id="{003BA4CF-6B1F-43F2-A3FF-8E1A92A781C8}"/>
              </a:ext>
            </a:extLst>
          </p:cNvPr>
          <p:cNvSpPr txBox="1"/>
          <p:nvPr/>
        </p:nvSpPr>
        <p:spPr>
          <a:xfrm>
            <a:off x="1875908" y="14296996"/>
            <a:ext cx="5317481"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회원사 판매권한 </a:t>
            </a:r>
            <a:r>
              <a:rPr lang="ko-KR" altLang="en-US" sz="800" b="1" dirty="0"/>
              <a:t>정보 </a:t>
            </a:r>
            <a:r>
              <a:rPr lang="en-US" altLang="ko-KR" sz="800" dirty="0">
                <a:solidFill>
                  <a:srgbClr val="FF0000"/>
                </a:solidFill>
              </a:rPr>
              <a:t>( M9</a:t>
            </a:r>
            <a:r>
              <a:rPr lang="ko-KR" altLang="en-US" sz="800" dirty="0">
                <a:solidFill>
                  <a:srgbClr val="FF0000"/>
                </a:solidFill>
              </a:rPr>
              <a:t> </a:t>
            </a:r>
            <a:r>
              <a:rPr lang="en-US" altLang="ko-KR" sz="800" dirty="0">
                <a:solidFill>
                  <a:srgbClr val="FF0000"/>
                </a:solidFill>
              </a:rPr>
              <a:t>Market </a:t>
            </a:r>
            <a:r>
              <a:rPr lang="ko-KR" altLang="en-US" sz="800" dirty="0">
                <a:solidFill>
                  <a:srgbClr val="FF0000"/>
                </a:solidFill>
              </a:rPr>
              <a:t>의 </a:t>
            </a:r>
            <a:r>
              <a:rPr lang="en-US" altLang="ko-KR" sz="800" dirty="0">
                <a:solidFill>
                  <a:srgbClr val="FF0000"/>
                </a:solidFill>
              </a:rPr>
              <a:t>Shop </a:t>
            </a:r>
            <a:r>
              <a:rPr lang="ko-KR" altLang="en-US" sz="800" dirty="0">
                <a:solidFill>
                  <a:srgbClr val="FF0000"/>
                </a:solidFill>
              </a:rPr>
              <a:t>채널에서 자사물건을 판매하기 위해서는 판매인증이 필요합니다</a:t>
            </a:r>
            <a:r>
              <a:rPr lang="en-US" altLang="ko-KR" sz="800" dirty="0">
                <a:solidFill>
                  <a:srgbClr val="FF0000"/>
                </a:solidFill>
              </a:rPr>
              <a:t>. )</a:t>
            </a:r>
            <a:endParaRPr lang="ko-KR" altLang="en-US" sz="800" dirty="0">
              <a:solidFill>
                <a:srgbClr val="FF0000"/>
              </a:solidFill>
            </a:endParaRPr>
          </a:p>
        </p:txBody>
      </p:sp>
      <p:graphicFrame>
        <p:nvGraphicFramePr>
          <p:cNvPr id="130" name="표 129">
            <a:extLst>
              <a:ext uri="{FF2B5EF4-FFF2-40B4-BE49-F238E27FC236}">
                <a16:creationId xmlns:a16="http://schemas.microsoft.com/office/drawing/2014/main" id="{A7973E0D-DC76-41E0-8371-CE2968EBDCF6}"/>
              </a:ext>
            </a:extLst>
          </p:cNvPr>
          <p:cNvGraphicFramePr>
            <a:graphicFrameLocks noGrp="1"/>
          </p:cNvGraphicFramePr>
          <p:nvPr>
            <p:extLst>
              <p:ext uri="{D42A27DB-BD31-4B8C-83A1-F6EECF244321}">
                <p14:modId xmlns:p14="http://schemas.microsoft.com/office/powerpoint/2010/main" val="86120679"/>
              </p:ext>
            </p:extLst>
          </p:nvPr>
        </p:nvGraphicFramePr>
        <p:xfrm>
          <a:off x="1956301" y="14508273"/>
          <a:ext cx="7777839" cy="1219200"/>
        </p:xfrm>
        <a:graphic>
          <a:graphicData uri="http://schemas.openxmlformats.org/drawingml/2006/table">
            <a:tbl>
              <a:tblPr firstRow="1" bandRow="1">
                <a:tableStyleId>{5C22544A-7EE6-4342-B048-85BDC9FD1C3A}</a:tableStyleId>
              </a:tblPr>
              <a:tblGrid>
                <a:gridCol w="1603937">
                  <a:extLst>
                    <a:ext uri="{9D8B030D-6E8A-4147-A177-3AD203B41FA5}">
                      <a16:colId xmlns:a16="http://schemas.microsoft.com/office/drawing/2014/main" val="20000"/>
                    </a:ext>
                  </a:extLst>
                </a:gridCol>
                <a:gridCol w="6173902">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판매인증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i="0" u="none" strike="noStrike" dirty="0">
                          <a:solidFill>
                            <a:schemeClr val="accent5">
                              <a:lumMod val="75000"/>
                            </a:schemeClr>
                          </a:solidFill>
                          <a:effectLst/>
                          <a:latin typeface="+mn-lt"/>
                        </a:rPr>
                        <a:t>인증완료  </a:t>
                      </a:r>
                      <a:r>
                        <a:rPr lang="en-US" altLang="ko-KR" sz="800" b="1" i="0" u="none" strike="noStrike" dirty="0">
                          <a:solidFill>
                            <a:schemeClr val="accent5">
                              <a:lumMod val="75000"/>
                            </a:schemeClr>
                          </a:solidFill>
                          <a:effectLst/>
                          <a:latin typeface="+mn-lt"/>
                        </a:rPr>
                        <a:t>( </a:t>
                      </a:r>
                      <a:r>
                        <a:rPr lang="ko-KR" altLang="en-US" sz="800" b="1" i="0" u="none" strike="noStrike" dirty="0">
                          <a:solidFill>
                            <a:schemeClr val="accent5">
                              <a:lumMod val="75000"/>
                            </a:schemeClr>
                          </a:solidFill>
                          <a:effectLst/>
                          <a:latin typeface="+mn-lt"/>
                        </a:rPr>
                        <a:t>인증완료일 </a:t>
                      </a:r>
                      <a:r>
                        <a:rPr lang="en-US" altLang="ko-KR" sz="800" b="1" i="0" u="none" strike="noStrike" dirty="0">
                          <a:solidFill>
                            <a:schemeClr val="accent5">
                              <a:lumMod val="75000"/>
                            </a:schemeClr>
                          </a:solidFill>
                          <a:effectLst/>
                          <a:latin typeface="+mn-lt"/>
                        </a:rPr>
                        <a:t>: 2024-01-01 )</a:t>
                      </a:r>
                      <a:endParaRPr lang="ko-KR" altLang="en-US" sz="800" b="1" i="0" u="none" strike="noStrike" dirty="0">
                        <a:solidFill>
                          <a:schemeClr val="accent5">
                            <a:lumMod val="75000"/>
                          </a:schemeClr>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사업자등록증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i="0" u="none" strike="noStrike" dirty="0">
                          <a:solidFill>
                            <a:schemeClr val="tx1"/>
                          </a:solidFill>
                          <a:effectLst/>
                          <a:latin typeface="+mn-lt"/>
                        </a:rPr>
                        <a:t>                 사업자등록번호 </a:t>
                      </a:r>
                      <a:r>
                        <a:rPr lang="en-US" altLang="ko-KR" sz="800" b="1" i="0" u="none" strike="noStrike" dirty="0">
                          <a:solidFill>
                            <a:schemeClr val="tx1"/>
                          </a:solidFill>
                          <a:effectLst/>
                          <a:latin typeface="+mn-lt"/>
                        </a:rPr>
                        <a:t>/ 000-01-00000</a:t>
                      </a: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사업자 명의 계좌번호 </a:t>
                      </a:r>
                      <a:r>
                        <a:rPr lang="en-US" altLang="ko-KR" sz="800" b="0" dirty="0">
                          <a:solidFill>
                            <a:schemeClr val="tx1"/>
                          </a:solidFill>
                        </a:rPr>
                        <a:t>(</a:t>
                      </a:r>
                      <a:r>
                        <a:rPr lang="ko-KR" altLang="en-US" sz="800" b="0" dirty="0">
                          <a:solidFill>
                            <a:schemeClr val="tx1"/>
                          </a:solidFill>
                        </a:rPr>
                        <a:t>정산용</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i="0" u="none" strike="noStrike" dirty="0">
                          <a:solidFill>
                            <a:schemeClr val="tx1"/>
                          </a:solidFill>
                          <a:effectLst/>
                          <a:latin typeface="+mn-lt"/>
                        </a:rPr>
                        <a:t>국민은행 </a:t>
                      </a:r>
                      <a:r>
                        <a:rPr lang="en-US" altLang="ko-KR" sz="800" b="1" i="0" u="none" strike="noStrike" dirty="0">
                          <a:solidFill>
                            <a:schemeClr val="tx1"/>
                          </a:solidFill>
                          <a:effectLst/>
                          <a:latin typeface="+mn-lt"/>
                        </a:rPr>
                        <a:t>/ 000000000-02-000000 / </a:t>
                      </a:r>
                      <a:r>
                        <a:rPr lang="ko-KR" altLang="en-US" sz="800" b="1" i="0" u="none" strike="noStrike" dirty="0" err="1">
                          <a:solidFill>
                            <a:schemeClr val="tx1"/>
                          </a:solidFill>
                          <a:effectLst/>
                          <a:latin typeface="+mn-lt"/>
                        </a:rPr>
                        <a:t>통장주</a:t>
                      </a:r>
                      <a:r>
                        <a:rPr lang="ko-KR" altLang="en-US" sz="800" b="1" i="0" u="none" strike="noStrike" dirty="0">
                          <a:solidFill>
                            <a:schemeClr val="tx1"/>
                          </a:solidFill>
                          <a:effectLst/>
                          <a:latin typeface="+mn-lt"/>
                        </a:rPr>
                        <a:t>  </a:t>
                      </a:r>
                      <a:r>
                        <a:rPr lang="en-US" altLang="ko-KR" sz="800" b="1" i="0" u="none" strike="noStrike" dirty="0">
                          <a:solidFill>
                            <a:schemeClr val="tx1"/>
                          </a:solidFill>
                          <a:effectLst/>
                          <a:latin typeface="+mn-lt"/>
                        </a:rPr>
                        <a:t>/ </a:t>
                      </a: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58815553"/>
                  </a:ext>
                </a:extLst>
              </a:tr>
              <a:tr h="0">
                <a:tc>
                  <a:txBody>
                    <a:bodyPr/>
                    <a:lstStyle/>
                    <a:p>
                      <a:pPr latinLnBrk="1"/>
                      <a:r>
                        <a:rPr lang="ko-KR" altLang="en-US" sz="800" b="0" dirty="0">
                          <a:solidFill>
                            <a:schemeClr val="tx1"/>
                          </a:solidFill>
                        </a:rPr>
                        <a:t>자사 </a:t>
                      </a:r>
                      <a:r>
                        <a:rPr lang="en-US" altLang="ko-KR" sz="800" b="0" dirty="0">
                          <a:solidFill>
                            <a:schemeClr val="tx1"/>
                          </a:solidFill>
                        </a:rPr>
                        <a:t>PG </a:t>
                      </a:r>
                      <a:r>
                        <a:rPr lang="ko-KR" altLang="en-US" sz="800" b="0" dirty="0">
                          <a:solidFill>
                            <a:schemeClr val="tx1"/>
                          </a:solidFill>
                        </a:rPr>
                        <a:t>모듈 사용여부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미사용   ○ 사용 </a:t>
                      </a: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979471822"/>
                  </a:ext>
                </a:extLst>
              </a:tr>
            </a:tbl>
          </a:graphicData>
        </a:graphic>
      </p:graphicFrame>
      <p:sp>
        <p:nvSpPr>
          <p:cNvPr id="131" name="직사각형 130">
            <a:extLst>
              <a:ext uri="{FF2B5EF4-FFF2-40B4-BE49-F238E27FC236}">
                <a16:creationId xmlns:a16="http://schemas.microsoft.com/office/drawing/2014/main" id="{25B8B588-C765-4BF9-B886-934E5E280CBC}"/>
              </a:ext>
            </a:extLst>
          </p:cNvPr>
          <p:cNvSpPr/>
          <p:nvPr/>
        </p:nvSpPr>
        <p:spPr>
          <a:xfrm>
            <a:off x="5920227" y="15327946"/>
            <a:ext cx="1567792" cy="147742"/>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통장사본 </a:t>
            </a:r>
            <a:r>
              <a:rPr lang="ko-KR" altLang="en-US" sz="800" dirty="0" err="1">
                <a:solidFill>
                  <a:schemeClr val="bg1"/>
                </a:solidFill>
              </a:rPr>
              <a:t>내려받기</a:t>
            </a:r>
            <a:endParaRPr lang="ko-KR" altLang="en-US" sz="800" dirty="0">
              <a:solidFill>
                <a:schemeClr val="bg1"/>
              </a:solidFill>
            </a:endParaRPr>
          </a:p>
        </p:txBody>
      </p:sp>
      <p:sp>
        <p:nvSpPr>
          <p:cNvPr id="132" name="Large Icons">
            <a:extLst>
              <a:ext uri="{FF2B5EF4-FFF2-40B4-BE49-F238E27FC236}">
                <a16:creationId xmlns:a16="http://schemas.microsoft.com/office/drawing/2014/main" id="{7696ECFA-EC31-4415-BF7D-90FEC98526CD}"/>
              </a:ext>
            </a:extLst>
          </p:cNvPr>
          <p:cNvSpPr>
            <a:spLocks noChangeAspect="1" noEditPoints="1"/>
          </p:cNvSpPr>
          <p:nvPr/>
        </p:nvSpPr>
        <p:spPr bwMode="auto">
          <a:xfrm>
            <a:off x="3640512" y="14798793"/>
            <a:ext cx="505351" cy="430711"/>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133" name="TextBox 132">
            <a:extLst>
              <a:ext uri="{FF2B5EF4-FFF2-40B4-BE49-F238E27FC236}">
                <a16:creationId xmlns:a16="http://schemas.microsoft.com/office/drawing/2014/main" id="{E0925B48-E6B8-4F4F-B75F-6E70E93940A8}"/>
              </a:ext>
            </a:extLst>
          </p:cNvPr>
          <p:cNvSpPr txBox="1"/>
          <p:nvPr/>
        </p:nvSpPr>
        <p:spPr>
          <a:xfrm>
            <a:off x="1748336" y="14392856"/>
            <a:ext cx="367408" cy="230832"/>
          </a:xfrm>
          <a:prstGeom prst="rect">
            <a:avLst/>
          </a:prstGeom>
          <a:solidFill>
            <a:srgbClr val="FF0000"/>
          </a:solidFill>
        </p:spPr>
        <p:txBody>
          <a:bodyPr wrap="none" rtlCol="0">
            <a:spAutoFit/>
          </a:bodyPr>
          <a:lstStyle/>
          <a:p>
            <a:r>
              <a:rPr lang="en-US" altLang="ko-KR" sz="900" b="1" dirty="0">
                <a:solidFill>
                  <a:schemeClr val="bg1"/>
                </a:solidFill>
              </a:rPr>
              <a:t>6-1</a:t>
            </a:r>
            <a:endParaRPr lang="ko-KR" altLang="en-US" sz="900" b="1" dirty="0">
              <a:solidFill>
                <a:schemeClr val="bg1"/>
              </a:solidFill>
            </a:endParaRPr>
          </a:p>
        </p:txBody>
      </p:sp>
      <p:sp>
        <p:nvSpPr>
          <p:cNvPr id="134" name="TextBox 133">
            <a:extLst>
              <a:ext uri="{FF2B5EF4-FFF2-40B4-BE49-F238E27FC236}">
                <a16:creationId xmlns:a16="http://schemas.microsoft.com/office/drawing/2014/main" id="{4C8AA7DE-D800-486B-9EB7-9192A225887A}"/>
              </a:ext>
            </a:extLst>
          </p:cNvPr>
          <p:cNvSpPr txBox="1"/>
          <p:nvPr/>
        </p:nvSpPr>
        <p:spPr>
          <a:xfrm>
            <a:off x="1875908" y="16141711"/>
            <a:ext cx="5317481"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회원사 판매권한 </a:t>
            </a:r>
            <a:r>
              <a:rPr lang="ko-KR" altLang="en-US" sz="800" b="1" dirty="0"/>
              <a:t>정보 </a:t>
            </a:r>
            <a:r>
              <a:rPr lang="en-US" altLang="ko-KR" sz="800" dirty="0">
                <a:solidFill>
                  <a:srgbClr val="FF0000"/>
                </a:solidFill>
              </a:rPr>
              <a:t>( M9</a:t>
            </a:r>
            <a:r>
              <a:rPr lang="ko-KR" altLang="en-US" sz="800" dirty="0">
                <a:solidFill>
                  <a:srgbClr val="FF0000"/>
                </a:solidFill>
              </a:rPr>
              <a:t> </a:t>
            </a:r>
            <a:r>
              <a:rPr lang="en-US" altLang="ko-KR" sz="800" dirty="0">
                <a:solidFill>
                  <a:srgbClr val="FF0000"/>
                </a:solidFill>
              </a:rPr>
              <a:t>Market </a:t>
            </a:r>
            <a:r>
              <a:rPr lang="ko-KR" altLang="en-US" sz="800" dirty="0">
                <a:solidFill>
                  <a:srgbClr val="FF0000"/>
                </a:solidFill>
              </a:rPr>
              <a:t>의 </a:t>
            </a:r>
            <a:r>
              <a:rPr lang="en-US" altLang="ko-KR" sz="800" dirty="0">
                <a:solidFill>
                  <a:srgbClr val="FF0000"/>
                </a:solidFill>
              </a:rPr>
              <a:t>Shop </a:t>
            </a:r>
            <a:r>
              <a:rPr lang="ko-KR" altLang="en-US" sz="800" dirty="0">
                <a:solidFill>
                  <a:srgbClr val="FF0000"/>
                </a:solidFill>
              </a:rPr>
              <a:t>채널에서 자사물건을 판매하기 위해서는 판매인증이 필요합니다</a:t>
            </a:r>
            <a:r>
              <a:rPr lang="en-US" altLang="ko-KR" sz="800" dirty="0">
                <a:solidFill>
                  <a:srgbClr val="FF0000"/>
                </a:solidFill>
              </a:rPr>
              <a:t>. )</a:t>
            </a:r>
            <a:endParaRPr lang="ko-KR" altLang="en-US" sz="800" dirty="0">
              <a:solidFill>
                <a:srgbClr val="FF0000"/>
              </a:solidFill>
            </a:endParaRPr>
          </a:p>
        </p:txBody>
      </p:sp>
      <p:graphicFrame>
        <p:nvGraphicFramePr>
          <p:cNvPr id="135" name="표 134">
            <a:extLst>
              <a:ext uri="{FF2B5EF4-FFF2-40B4-BE49-F238E27FC236}">
                <a16:creationId xmlns:a16="http://schemas.microsoft.com/office/drawing/2014/main" id="{C63981E0-A09F-4385-A84C-553C3F67B982}"/>
              </a:ext>
            </a:extLst>
          </p:cNvPr>
          <p:cNvGraphicFramePr>
            <a:graphicFrameLocks noGrp="1"/>
          </p:cNvGraphicFramePr>
          <p:nvPr>
            <p:extLst>
              <p:ext uri="{D42A27DB-BD31-4B8C-83A1-F6EECF244321}">
                <p14:modId xmlns:p14="http://schemas.microsoft.com/office/powerpoint/2010/main" val="3958743784"/>
              </p:ext>
            </p:extLst>
          </p:nvPr>
        </p:nvGraphicFramePr>
        <p:xfrm>
          <a:off x="1956301" y="16352988"/>
          <a:ext cx="7777839" cy="2529840"/>
        </p:xfrm>
        <a:graphic>
          <a:graphicData uri="http://schemas.openxmlformats.org/drawingml/2006/table">
            <a:tbl>
              <a:tblPr firstRow="1" bandRow="1">
                <a:tableStyleId>{5C22544A-7EE6-4342-B048-85BDC9FD1C3A}</a:tableStyleId>
              </a:tblPr>
              <a:tblGrid>
                <a:gridCol w="1603937">
                  <a:extLst>
                    <a:ext uri="{9D8B030D-6E8A-4147-A177-3AD203B41FA5}">
                      <a16:colId xmlns:a16="http://schemas.microsoft.com/office/drawing/2014/main" val="20000"/>
                    </a:ext>
                  </a:extLst>
                </a:gridCol>
                <a:gridCol w="6173902">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판매인증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i="0" u="none" strike="noStrike" dirty="0">
                          <a:solidFill>
                            <a:schemeClr val="accent5">
                              <a:lumMod val="75000"/>
                            </a:schemeClr>
                          </a:solidFill>
                          <a:effectLst/>
                          <a:latin typeface="+mn-lt"/>
                        </a:rPr>
                        <a:t>인증완료  </a:t>
                      </a:r>
                      <a:r>
                        <a:rPr lang="en-US" altLang="ko-KR" sz="800" b="1" i="0" u="none" strike="noStrike" dirty="0">
                          <a:solidFill>
                            <a:schemeClr val="accent5">
                              <a:lumMod val="75000"/>
                            </a:schemeClr>
                          </a:solidFill>
                          <a:effectLst/>
                          <a:latin typeface="+mn-lt"/>
                        </a:rPr>
                        <a:t>( </a:t>
                      </a:r>
                      <a:r>
                        <a:rPr lang="ko-KR" altLang="en-US" sz="800" b="1" i="0" u="none" strike="noStrike" dirty="0">
                          <a:solidFill>
                            <a:schemeClr val="accent5">
                              <a:lumMod val="75000"/>
                            </a:schemeClr>
                          </a:solidFill>
                          <a:effectLst/>
                          <a:latin typeface="+mn-lt"/>
                        </a:rPr>
                        <a:t>인증완료일 </a:t>
                      </a:r>
                      <a:r>
                        <a:rPr lang="en-US" altLang="ko-KR" sz="800" b="1" i="0" u="none" strike="noStrike" dirty="0">
                          <a:solidFill>
                            <a:schemeClr val="accent5">
                              <a:lumMod val="75000"/>
                            </a:schemeClr>
                          </a:solidFill>
                          <a:effectLst/>
                          <a:latin typeface="+mn-lt"/>
                        </a:rPr>
                        <a:t>: 2024-01-01 )</a:t>
                      </a:r>
                      <a:endParaRPr lang="ko-KR" altLang="en-US" sz="800" b="1" i="0" u="none" strike="noStrike" dirty="0">
                        <a:solidFill>
                          <a:schemeClr val="accent5">
                            <a:lumMod val="75000"/>
                          </a:schemeClr>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사업자등록증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i="0" u="none" strike="noStrike" dirty="0">
                          <a:solidFill>
                            <a:schemeClr val="tx1"/>
                          </a:solidFill>
                          <a:effectLst/>
                          <a:latin typeface="+mn-lt"/>
                        </a:rPr>
                        <a:t>                 사업자등록번호 </a:t>
                      </a:r>
                      <a:r>
                        <a:rPr lang="en-US" altLang="ko-KR" sz="800" b="1" i="0" u="none" strike="noStrike" dirty="0">
                          <a:solidFill>
                            <a:schemeClr val="tx1"/>
                          </a:solidFill>
                          <a:effectLst/>
                          <a:latin typeface="+mn-lt"/>
                        </a:rPr>
                        <a:t>/ 000-01-00000</a:t>
                      </a: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사업자 명의 계좌번호 </a:t>
                      </a:r>
                      <a:r>
                        <a:rPr lang="en-US" altLang="ko-KR" sz="800" b="0" dirty="0">
                          <a:solidFill>
                            <a:schemeClr val="tx1"/>
                          </a:solidFill>
                        </a:rPr>
                        <a:t>(</a:t>
                      </a:r>
                      <a:r>
                        <a:rPr lang="ko-KR" altLang="en-US" sz="800" b="0" dirty="0">
                          <a:solidFill>
                            <a:schemeClr val="tx1"/>
                          </a:solidFill>
                        </a:rPr>
                        <a:t>정산용</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i="0" u="none" strike="noStrike" dirty="0">
                          <a:solidFill>
                            <a:schemeClr val="tx1"/>
                          </a:solidFill>
                          <a:effectLst/>
                          <a:latin typeface="+mn-lt"/>
                        </a:rPr>
                        <a:t>국민은행 </a:t>
                      </a:r>
                      <a:r>
                        <a:rPr lang="en-US" altLang="ko-KR" sz="800" b="1" i="0" u="none" strike="noStrike" dirty="0">
                          <a:solidFill>
                            <a:schemeClr val="tx1"/>
                          </a:solidFill>
                          <a:effectLst/>
                          <a:latin typeface="+mn-lt"/>
                        </a:rPr>
                        <a:t>/ 000000000-02-000000 / </a:t>
                      </a:r>
                      <a:r>
                        <a:rPr lang="ko-KR" altLang="en-US" sz="800" b="1" i="0" u="none" strike="noStrike" dirty="0" err="1">
                          <a:solidFill>
                            <a:schemeClr val="tx1"/>
                          </a:solidFill>
                          <a:effectLst/>
                          <a:latin typeface="+mn-lt"/>
                        </a:rPr>
                        <a:t>통장주</a:t>
                      </a:r>
                      <a:r>
                        <a:rPr lang="ko-KR" altLang="en-US" sz="800" b="1" i="0" u="none" strike="noStrike" dirty="0">
                          <a:solidFill>
                            <a:schemeClr val="tx1"/>
                          </a:solidFill>
                          <a:effectLst/>
                          <a:latin typeface="+mn-lt"/>
                        </a:rPr>
                        <a:t>  </a:t>
                      </a:r>
                      <a:r>
                        <a:rPr lang="en-US" altLang="ko-KR" sz="800" b="1" i="0" u="none" strike="noStrike" dirty="0">
                          <a:solidFill>
                            <a:schemeClr val="tx1"/>
                          </a:solidFill>
                          <a:effectLst/>
                          <a:latin typeface="+mn-lt"/>
                        </a:rPr>
                        <a:t>/ </a:t>
                      </a: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58815553"/>
                  </a:ext>
                </a:extLst>
              </a:tr>
              <a:tr h="0">
                <a:tc>
                  <a:txBody>
                    <a:bodyPr/>
                    <a:lstStyle/>
                    <a:p>
                      <a:pPr latinLnBrk="1"/>
                      <a:r>
                        <a:rPr lang="ko-KR" altLang="en-US" sz="800" b="0" dirty="0">
                          <a:solidFill>
                            <a:schemeClr val="tx1"/>
                          </a:solidFill>
                        </a:rPr>
                        <a:t>자사 </a:t>
                      </a:r>
                      <a:r>
                        <a:rPr lang="en-US" altLang="ko-KR" sz="800" b="0" dirty="0">
                          <a:solidFill>
                            <a:schemeClr val="tx1"/>
                          </a:solidFill>
                        </a:rPr>
                        <a:t>PG </a:t>
                      </a:r>
                      <a:r>
                        <a:rPr lang="ko-KR" altLang="en-US" sz="800" b="0" dirty="0">
                          <a:solidFill>
                            <a:schemeClr val="tx1"/>
                          </a:solidFill>
                        </a:rPr>
                        <a:t>모듈 사용여부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미사용   ● 사용 </a:t>
                      </a: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979471822"/>
                  </a:ext>
                </a:extLst>
              </a:tr>
              <a:tr h="0">
                <a:tc>
                  <a:txBody>
                    <a:bodyPr/>
                    <a:lstStyle/>
                    <a:p>
                      <a:pPr latinLnBrk="1"/>
                      <a:r>
                        <a:rPr lang="ko-KR" altLang="en-US" sz="800" b="0" dirty="0">
                          <a:solidFill>
                            <a:schemeClr val="tx1"/>
                          </a:solidFill>
                        </a:rPr>
                        <a:t>자사 </a:t>
                      </a:r>
                      <a:r>
                        <a:rPr lang="en-US" altLang="ko-KR" sz="800" b="0" dirty="0">
                          <a:solidFill>
                            <a:schemeClr val="tx1"/>
                          </a:solidFill>
                        </a:rPr>
                        <a:t>PG </a:t>
                      </a:r>
                      <a:r>
                        <a:rPr lang="ko-KR" altLang="en-US" sz="800" b="0" dirty="0">
                          <a:solidFill>
                            <a:schemeClr val="tx1"/>
                          </a:solidFill>
                        </a:rPr>
                        <a:t>모듈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1"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1"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1" i="0" u="none" strike="noStrike" dirty="0">
                          <a:solidFill>
                            <a:schemeClr val="tx1"/>
                          </a:solidFill>
                          <a:effectLst/>
                          <a:latin typeface="+mn-lt"/>
                        </a:rPr>
                        <a:t>- </a:t>
                      </a:r>
                      <a:r>
                        <a:rPr lang="ko-KR" altLang="en-US" sz="800" b="1" i="0" u="none" strike="noStrike" dirty="0">
                          <a:solidFill>
                            <a:schemeClr val="tx1"/>
                          </a:solidFill>
                          <a:effectLst/>
                          <a:latin typeface="+mn-lt"/>
                        </a:rPr>
                        <a:t>상점 </a:t>
                      </a:r>
                      <a:r>
                        <a:rPr lang="en-US" altLang="ko-KR" sz="800" b="1" i="0" u="none" strike="noStrike" dirty="0">
                          <a:solidFill>
                            <a:schemeClr val="tx1"/>
                          </a:solidFill>
                          <a:effectLst/>
                          <a:latin typeface="+mn-lt"/>
                        </a:rPr>
                        <a:t>ID</a:t>
                      </a: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1"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1" i="0" u="none" strike="noStrike" dirty="0">
                          <a:solidFill>
                            <a:schemeClr val="tx1"/>
                          </a:solidFill>
                          <a:effectLst/>
                          <a:latin typeface="+mn-lt"/>
                        </a:rPr>
                        <a:t>- </a:t>
                      </a:r>
                      <a:r>
                        <a:rPr lang="ko-KR" altLang="en-US" sz="800" b="1" i="0" u="none" strike="noStrike" dirty="0">
                          <a:solidFill>
                            <a:schemeClr val="tx1"/>
                          </a:solidFill>
                          <a:effectLst/>
                          <a:latin typeface="+mn-lt"/>
                        </a:rPr>
                        <a:t>사이트코드</a:t>
                      </a:r>
                      <a:endParaRPr lang="en-US" altLang="ko-KR" sz="800" b="1"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1"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1" i="0" u="none" strike="noStrike" dirty="0">
                          <a:solidFill>
                            <a:schemeClr val="tx1"/>
                          </a:solidFill>
                          <a:effectLst/>
                          <a:latin typeface="+mn-lt"/>
                        </a:rPr>
                        <a:t>- Client Key</a:t>
                      </a: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1"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1" i="0" u="none" strike="noStrike" dirty="0">
                          <a:solidFill>
                            <a:schemeClr val="tx1"/>
                          </a:solidFill>
                          <a:effectLst/>
                          <a:latin typeface="+mn-lt"/>
                        </a:rPr>
                        <a:t>- Secret Key</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24035584"/>
                  </a:ext>
                </a:extLst>
              </a:tr>
            </a:tbl>
          </a:graphicData>
        </a:graphic>
      </p:graphicFrame>
      <p:sp>
        <p:nvSpPr>
          <p:cNvPr id="136" name="직사각형 135">
            <a:extLst>
              <a:ext uri="{FF2B5EF4-FFF2-40B4-BE49-F238E27FC236}">
                <a16:creationId xmlns:a16="http://schemas.microsoft.com/office/drawing/2014/main" id="{A58048AE-9FD0-436B-8BD9-404EDD36E378}"/>
              </a:ext>
            </a:extLst>
          </p:cNvPr>
          <p:cNvSpPr/>
          <p:nvPr/>
        </p:nvSpPr>
        <p:spPr>
          <a:xfrm>
            <a:off x="5920227" y="17172661"/>
            <a:ext cx="1567792" cy="147742"/>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통장사본 </a:t>
            </a:r>
            <a:r>
              <a:rPr lang="ko-KR" altLang="en-US" sz="800" dirty="0" err="1">
                <a:solidFill>
                  <a:schemeClr val="bg1"/>
                </a:solidFill>
              </a:rPr>
              <a:t>내려받기</a:t>
            </a:r>
            <a:endParaRPr lang="ko-KR" altLang="en-US" sz="800" dirty="0">
              <a:solidFill>
                <a:schemeClr val="bg1"/>
              </a:solidFill>
            </a:endParaRPr>
          </a:p>
        </p:txBody>
      </p:sp>
      <p:sp>
        <p:nvSpPr>
          <p:cNvPr id="137" name="Large Icons">
            <a:extLst>
              <a:ext uri="{FF2B5EF4-FFF2-40B4-BE49-F238E27FC236}">
                <a16:creationId xmlns:a16="http://schemas.microsoft.com/office/drawing/2014/main" id="{A3566EE6-1F60-4BDE-B429-7754F048FA1D}"/>
              </a:ext>
            </a:extLst>
          </p:cNvPr>
          <p:cNvSpPr>
            <a:spLocks noChangeAspect="1" noEditPoints="1"/>
          </p:cNvSpPr>
          <p:nvPr/>
        </p:nvSpPr>
        <p:spPr bwMode="auto">
          <a:xfrm>
            <a:off x="3640512" y="16643508"/>
            <a:ext cx="505351" cy="430711"/>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138" name="TextBox 137">
            <a:extLst>
              <a:ext uri="{FF2B5EF4-FFF2-40B4-BE49-F238E27FC236}">
                <a16:creationId xmlns:a16="http://schemas.microsoft.com/office/drawing/2014/main" id="{03B33B80-1230-469E-A14D-CDC8BB935468}"/>
              </a:ext>
            </a:extLst>
          </p:cNvPr>
          <p:cNvSpPr txBox="1"/>
          <p:nvPr/>
        </p:nvSpPr>
        <p:spPr>
          <a:xfrm>
            <a:off x="1731864" y="16240421"/>
            <a:ext cx="367408" cy="230832"/>
          </a:xfrm>
          <a:prstGeom prst="rect">
            <a:avLst/>
          </a:prstGeom>
          <a:solidFill>
            <a:srgbClr val="FF0000"/>
          </a:solidFill>
        </p:spPr>
        <p:txBody>
          <a:bodyPr wrap="none" rtlCol="0">
            <a:spAutoFit/>
          </a:bodyPr>
          <a:lstStyle/>
          <a:p>
            <a:r>
              <a:rPr lang="en-US" altLang="ko-KR" sz="900" b="1" dirty="0">
                <a:solidFill>
                  <a:schemeClr val="bg1"/>
                </a:solidFill>
              </a:rPr>
              <a:t>6-2</a:t>
            </a:r>
            <a:endParaRPr lang="ko-KR" altLang="en-US" sz="900" b="1" dirty="0">
              <a:solidFill>
                <a:schemeClr val="bg1"/>
              </a:solidFill>
            </a:endParaRPr>
          </a:p>
        </p:txBody>
      </p:sp>
      <p:sp>
        <p:nvSpPr>
          <p:cNvPr id="139" name="직사각형 138">
            <a:extLst>
              <a:ext uri="{FF2B5EF4-FFF2-40B4-BE49-F238E27FC236}">
                <a16:creationId xmlns:a16="http://schemas.microsoft.com/office/drawing/2014/main" id="{23F14355-C956-4F08-9783-79DC361B81B2}"/>
              </a:ext>
            </a:extLst>
          </p:cNvPr>
          <p:cNvSpPr/>
          <p:nvPr/>
        </p:nvSpPr>
        <p:spPr>
          <a:xfrm>
            <a:off x="3650818" y="17606497"/>
            <a:ext cx="2936631"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KG </a:t>
            </a:r>
            <a:r>
              <a:rPr lang="ko-KR" altLang="en-US" sz="800" dirty="0" err="1">
                <a:solidFill>
                  <a:schemeClr val="tx1"/>
                </a:solidFill>
              </a:rPr>
              <a:t>이니시스</a:t>
            </a:r>
            <a:r>
              <a:rPr lang="ko-KR" altLang="en-US" sz="800" dirty="0">
                <a:solidFill>
                  <a:schemeClr val="tx1"/>
                </a:solidFill>
              </a:rPr>
              <a:t>                                                        ▼</a:t>
            </a:r>
          </a:p>
        </p:txBody>
      </p:sp>
      <p:sp>
        <p:nvSpPr>
          <p:cNvPr id="140" name="직사각형 139">
            <a:extLst>
              <a:ext uri="{FF2B5EF4-FFF2-40B4-BE49-F238E27FC236}">
                <a16:creationId xmlns:a16="http://schemas.microsoft.com/office/drawing/2014/main" id="{A3DCD02B-57C2-461D-A933-0CA09CF882E3}"/>
              </a:ext>
            </a:extLst>
          </p:cNvPr>
          <p:cNvSpPr/>
          <p:nvPr/>
        </p:nvSpPr>
        <p:spPr>
          <a:xfrm>
            <a:off x="4371414" y="17844331"/>
            <a:ext cx="4938568" cy="15705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800" dirty="0">
              <a:solidFill>
                <a:schemeClr val="bg1">
                  <a:lumMod val="65000"/>
                </a:schemeClr>
              </a:solidFill>
            </a:endParaRPr>
          </a:p>
        </p:txBody>
      </p:sp>
      <p:sp>
        <p:nvSpPr>
          <p:cNvPr id="141" name="직사각형 140">
            <a:extLst>
              <a:ext uri="{FF2B5EF4-FFF2-40B4-BE49-F238E27FC236}">
                <a16:creationId xmlns:a16="http://schemas.microsoft.com/office/drawing/2014/main" id="{4DE0237B-1DE1-4762-A4C0-EFC5FBB53478}"/>
              </a:ext>
            </a:extLst>
          </p:cNvPr>
          <p:cNvSpPr/>
          <p:nvPr/>
        </p:nvSpPr>
        <p:spPr>
          <a:xfrm>
            <a:off x="4371414" y="18080972"/>
            <a:ext cx="4938568" cy="15705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800" dirty="0">
              <a:solidFill>
                <a:schemeClr val="bg1">
                  <a:lumMod val="65000"/>
                </a:schemeClr>
              </a:solidFill>
            </a:endParaRPr>
          </a:p>
        </p:txBody>
      </p:sp>
      <p:sp>
        <p:nvSpPr>
          <p:cNvPr id="142" name="직사각형 141">
            <a:extLst>
              <a:ext uri="{FF2B5EF4-FFF2-40B4-BE49-F238E27FC236}">
                <a16:creationId xmlns:a16="http://schemas.microsoft.com/office/drawing/2014/main" id="{4D79BAD6-C9B8-4272-8ACA-36DC5C79FA19}"/>
              </a:ext>
            </a:extLst>
          </p:cNvPr>
          <p:cNvSpPr/>
          <p:nvPr/>
        </p:nvSpPr>
        <p:spPr>
          <a:xfrm>
            <a:off x="4371414" y="18326595"/>
            <a:ext cx="4938568" cy="15705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800" dirty="0">
              <a:solidFill>
                <a:schemeClr val="bg1">
                  <a:lumMod val="65000"/>
                </a:schemeClr>
              </a:solidFill>
            </a:endParaRPr>
          </a:p>
        </p:txBody>
      </p:sp>
      <p:sp>
        <p:nvSpPr>
          <p:cNvPr id="143" name="직사각형 142">
            <a:extLst>
              <a:ext uri="{FF2B5EF4-FFF2-40B4-BE49-F238E27FC236}">
                <a16:creationId xmlns:a16="http://schemas.microsoft.com/office/drawing/2014/main" id="{A381AF61-80B4-446F-AD43-7C6422A41CF9}"/>
              </a:ext>
            </a:extLst>
          </p:cNvPr>
          <p:cNvSpPr/>
          <p:nvPr/>
        </p:nvSpPr>
        <p:spPr>
          <a:xfrm>
            <a:off x="4371414" y="18577960"/>
            <a:ext cx="4938568" cy="15705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800" dirty="0">
              <a:solidFill>
                <a:schemeClr val="bg1">
                  <a:lumMod val="65000"/>
                </a:schemeClr>
              </a:solidFill>
            </a:endParaRPr>
          </a:p>
        </p:txBody>
      </p:sp>
      <p:sp>
        <p:nvSpPr>
          <p:cNvPr id="144" name="직사각형 143">
            <a:extLst>
              <a:ext uri="{FF2B5EF4-FFF2-40B4-BE49-F238E27FC236}">
                <a16:creationId xmlns:a16="http://schemas.microsoft.com/office/drawing/2014/main" id="{106757D2-8143-49C9-AEFC-470648B616DC}"/>
              </a:ext>
            </a:extLst>
          </p:cNvPr>
          <p:cNvSpPr/>
          <p:nvPr/>
        </p:nvSpPr>
        <p:spPr>
          <a:xfrm>
            <a:off x="1913614" y="17568020"/>
            <a:ext cx="7863182" cy="1314807"/>
          </a:xfrm>
          <a:prstGeom prst="rect">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5" name="TextBox 144">
            <a:extLst>
              <a:ext uri="{FF2B5EF4-FFF2-40B4-BE49-F238E27FC236}">
                <a16:creationId xmlns:a16="http://schemas.microsoft.com/office/drawing/2014/main" id="{BA4A3278-1BAD-490E-AC77-449A96736D1A}"/>
              </a:ext>
            </a:extLst>
          </p:cNvPr>
          <p:cNvSpPr txBox="1"/>
          <p:nvPr/>
        </p:nvSpPr>
        <p:spPr>
          <a:xfrm>
            <a:off x="3018858" y="18960068"/>
            <a:ext cx="6862776" cy="215444"/>
          </a:xfrm>
          <a:prstGeom prst="rect">
            <a:avLst/>
          </a:prstGeom>
          <a:noFill/>
        </p:spPr>
        <p:txBody>
          <a:bodyPr wrap="none" rtlCol="0">
            <a:spAutoFit/>
          </a:bodyPr>
          <a:lstStyle/>
          <a:p>
            <a:r>
              <a:rPr lang="en-US" altLang="ko-KR" sz="800" b="1" dirty="0">
                <a:solidFill>
                  <a:srgbClr val="FF0000"/>
                </a:solidFill>
              </a:rPr>
              <a:t>( </a:t>
            </a:r>
            <a:r>
              <a:rPr lang="ko-KR" altLang="en-US" sz="800" b="1" dirty="0">
                <a:solidFill>
                  <a:srgbClr val="FF0000"/>
                </a:solidFill>
              </a:rPr>
              <a:t>결제로직은 연동은 가능하나</a:t>
            </a:r>
            <a:r>
              <a:rPr lang="en-US" altLang="ko-KR" sz="800" b="1" dirty="0">
                <a:solidFill>
                  <a:srgbClr val="FF0000"/>
                </a:solidFill>
              </a:rPr>
              <a:t>, </a:t>
            </a:r>
            <a:r>
              <a:rPr lang="ko-KR" altLang="en-US" sz="800" b="1" dirty="0">
                <a:solidFill>
                  <a:srgbClr val="FF0000"/>
                </a:solidFill>
              </a:rPr>
              <a:t>해당 판매자의 각 회사 </a:t>
            </a:r>
            <a:r>
              <a:rPr lang="en-US" altLang="ko-KR" sz="800" b="1" dirty="0">
                <a:solidFill>
                  <a:srgbClr val="FF0000"/>
                </a:solidFill>
              </a:rPr>
              <a:t>PG</a:t>
            </a:r>
            <a:r>
              <a:rPr lang="ko-KR" altLang="en-US" sz="800" b="1" dirty="0">
                <a:solidFill>
                  <a:srgbClr val="FF0000"/>
                </a:solidFill>
              </a:rPr>
              <a:t>사의 </a:t>
            </a:r>
            <a:r>
              <a:rPr lang="ko-KR" altLang="en-US" sz="800" b="1" dirty="0" err="1">
                <a:solidFill>
                  <a:srgbClr val="FF0000"/>
                </a:solidFill>
              </a:rPr>
              <a:t>계약관계로인한</a:t>
            </a:r>
            <a:r>
              <a:rPr lang="ko-KR" altLang="en-US" sz="800" b="1" dirty="0">
                <a:solidFill>
                  <a:srgbClr val="FF0000"/>
                </a:solidFill>
              </a:rPr>
              <a:t> </a:t>
            </a:r>
            <a:r>
              <a:rPr lang="en-US" altLang="ko-KR" sz="800" b="1" dirty="0">
                <a:solidFill>
                  <a:srgbClr val="FF0000"/>
                </a:solidFill>
              </a:rPr>
              <a:t>PG</a:t>
            </a:r>
            <a:r>
              <a:rPr lang="ko-KR" altLang="en-US" sz="800" b="1" dirty="0">
                <a:solidFill>
                  <a:srgbClr val="FF0000"/>
                </a:solidFill>
              </a:rPr>
              <a:t>사 계약파기 또는 미결제 상황까지는 책임을 지지 아니합니다</a:t>
            </a:r>
            <a:r>
              <a:rPr lang="en-US" altLang="ko-KR" sz="800" b="1" dirty="0">
                <a:solidFill>
                  <a:srgbClr val="FF0000"/>
                </a:solidFill>
              </a:rPr>
              <a:t>.  )</a:t>
            </a:r>
            <a:endParaRPr lang="ko-KR" altLang="en-US" sz="800" b="1" dirty="0">
              <a:solidFill>
                <a:srgbClr val="FF0000"/>
              </a:solidFill>
            </a:endParaRPr>
          </a:p>
        </p:txBody>
      </p:sp>
    </p:spTree>
    <p:extLst>
      <p:ext uri="{BB962C8B-B14F-4D97-AF65-F5344CB8AC3E}">
        <p14:creationId xmlns:p14="http://schemas.microsoft.com/office/powerpoint/2010/main" val="2568679740"/>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3D52F8B6-A1CE-47CB-A10A-A310F7289AEC}"/>
              </a:ext>
            </a:extLst>
          </p:cNvPr>
          <p:cNvGraphicFramePr>
            <a:graphicFrameLocks noGrp="1"/>
          </p:cNvGraphicFramePr>
          <p:nvPr>
            <p:extLst>
              <p:ext uri="{D42A27DB-BD31-4B8C-83A1-F6EECF244321}">
                <p14:modId xmlns:p14="http://schemas.microsoft.com/office/powerpoint/2010/main" val="3143383760"/>
              </p:ext>
            </p:extLst>
          </p:nvPr>
        </p:nvGraphicFramePr>
        <p:xfrm>
          <a:off x="10171774" y="22159"/>
          <a:ext cx="1979018" cy="263755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RF-01-07-10-1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마이페이지 </a:t>
                      </a:r>
                      <a:endParaRPr lang="en-US" altLang="ko-KR" sz="800" dirty="0"/>
                    </a:p>
                    <a:p>
                      <a:pPr marL="0" indent="0" algn="l" latinLnBrk="1">
                        <a:buFontTx/>
                        <a:buNone/>
                      </a:pPr>
                      <a:r>
                        <a:rPr lang="en-US" altLang="ko-KR" sz="800" dirty="0"/>
                        <a:t>- </a:t>
                      </a:r>
                      <a:r>
                        <a:rPr lang="ko-KR" altLang="en-US" sz="800" dirty="0"/>
                        <a:t>회원정보수정</a:t>
                      </a:r>
                      <a:r>
                        <a:rPr lang="en-US" altLang="ko-KR" sz="800" baseline="0" dirty="0"/>
                        <a:t> &gt; </a:t>
                      </a:r>
                      <a:r>
                        <a:rPr lang="ko-KR" altLang="en-US" sz="800" baseline="0" dirty="0"/>
                        <a:t>비밀번호 변경</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비밀번호 변경 과정</a:t>
                      </a:r>
                    </a:p>
                  </a:txBody>
                  <a:tcPr anchor="ctr">
                    <a:solidFill>
                      <a:schemeClr val="bg1"/>
                    </a:solidFill>
                  </a:tcPr>
                </a:tc>
                <a:tc hMerge="1">
                  <a:txBody>
                    <a:bodyPr/>
                    <a:lstStyle/>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851312890"/>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비밀번호 변경 버튼</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현재 비밀번호와 새로운 비밀번호가 같은 경우 비밀번호가 변경되지 않는다</a:t>
                      </a:r>
                      <a:r>
                        <a:rPr lang="en-US" altLang="ko-KR" sz="800" b="0" dirty="0">
                          <a:solidFill>
                            <a:schemeClr val="tx1"/>
                          </a:solidFill>
                        </a:rPr>
                        <a:t>.</a:t>
                      </a: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새로운 비밀번호와 비밀번호 확인이 같지 않은 경우 비밀번호가 변경되지 않는다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
        <p:nvSpPr>
          <p:cNvPr id="4" name="직사각형 3">
            <a:extLst>
              <a:ext uri="{FF2B5EF4-FFF2-40B4-BE49-F238E27FC236}">
                <a16:creationId xmlns:a16="http://schemas.microsoft.com/office/drawing/2014/main" id="{E27A9511-B4F6-45C7-87AE-69AB8A55F487}"/>
              </a:ext>
            </a:extLst>
          </p:cNvPr>
          <p:cNvSpPr/>
          <p:nvPr/>
        </p:nvSpPr>
        <p:spPr>
          <a:xfrm>
            <a:off x="1835554" y="584820"/>
            <a:ext cx="3935785" cy="247085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5" name="타원 4">
            <a:extLst>
              <a:ext uri="{FF2B5EF4-FFF2-40B4-BE49-F238E27FC236}">
                <a16:creationId xmlns:a16="http://schemas.microsoft.com/office/drawing/2014/main" id="{8547736A-300F-445B-B18C-953B1BCBC256}"/>
              </a:ext>
            </a:extLst>
          </p:cNvPr>
          <p:cNvSpPr/>
          <p:nvPr/>
        </p:nvSpPr>
        <p:spPr>
          <a:xfrm>
            <a:off x="6741753" y="1150361"/>
            <a:ext cx="1109688"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6" name="직선 화살표 연결선 5">
            <a:extLst>
              <a:ext uri="{FF2B5EF4-FFF2-40B4-BE49-F238E27FC236}">
                <a16:creationId xmlns:a16="http://schemas.microsoft.com/office/drawing/2014/main" id="{63595162-9EF9-4442-AC23-B90B8EC56B96}"/>
              </a:ext>
            </a:extLst>
          </p:cNvPr>
          <p:cNvCxnSpPr>
            <a:cxnSpLocks/>
            <a:stCxn id="5" idx="2"/>
          </p:cNvCxnSpPr>
          <p:nvPr/>
        </p:nvCxnSpPr>
        <p:spPr>
          <a:xfrm flipH="1">
            <a:off x="5619073" y="1372173"/>
            <a:ext cx="1122680"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951269C8-004A-4D44-BF0A-3DF12E955DE8}"/>
              </a:ext>
            </a:extLst>
          </p:cNvPr>
          <p:cNvSpPr txBox="1"/>
          <p:nvPr/>
        </p:nvSpPr>
        <p:spPr>
          <a:xfrm>
            <a:off x="1941661" y="745102"/>
            <a:ext cx="1072730"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비밀번호 변경</a:t>
            </a:r>
            <a:endParaRPr lang="ko-KR" altLang="en-US" sz="900" dirty="0"/>
          </a:p>
        </p:txBody>
      </p:sp>
      <p:sp>
        <p:nvSpPr>
          <p:cNvPr id="8" name="직사각형 7">
            <a:extLst>
              <a:ext uri="{FF2B5EF4-FFF2-40B4-BE49-F238E27FC236}">
                <a16:creationId xmlns:a16="http://schemas.microsoft.com/office/drawing/2014/main" id="{3D7F50FB-E09A-4463-8666-067B044D9081}"/>
              </a:ext>
            </a:extLst>
          </p:cNvPr>
          <p:cNvSpPr/>
          <p:nvPr/>
        </p:nvSpPr>
        <p:spPr>
          <a:xfrm>
            <a:off x="2802052" y="2439075"/>
            <a:ext cx="962842" cy="213360"/>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변경하기</a:t>
            </a:r>
            <a:endParaRPr lang="en-US" altLang="ko-KR" sz="800" dirty="0">
              <a:solidFill>
                <a:schemeClr val="bg1"/>
              </a:solidFill>
            </a:endParaRPr>
          </a:p>
        </p:txBody>
      </p:sp>
      <p:grpSp>
        <p:nvGrpSpPr>
          <p:cNvPr id="9" name="Image">
            <a:extLst>
              <a:ext uri="{FF2B5EF4-FFF2-40B4-BE49-F238E27FC236}">
                <a16:creationId xmlns:a16="http://schemas.microsoft.com/office/drawing/2014/main" id="{A9036044-C64E-4EE8-B417-757E3F4C70CD}"/>
              </a:ext>
            </a:extLst>
          </p:cNvPr>
          <p:cNvGrpSpPr>
            <a:grpSpLocks/>
          </p:cNvGrpSpPr>
          <p:nvPr/>
        </p:nvGrpSpPr>
        <p:grpSpPr bwMode="auto">
          <a:xfrm>
            <a:off x="5415239" y="701362"/>
            <a:ext cx="204716" cy="209797"/>
            <a:chOff x="508000" y="1397000"/>
            <a:chExt cx="1008112" cy="1008112"/>
          </a:xfrm>
        </p:grpSpPr>
        <p:sp>
          <p:nvSpPr>
            <p:cNvPr id="10" name="Border">
              <a:extLst>
                <a:ext uri="{FF2B5EF4-FFF2-40B4-BE49-F238E27FC236}">
                  <a16:creationId xmlns:a16="http://schemas.microsoft.com/office/drawing/2014/main" id="{119D0B22-7978-4EB4-B112-95DBE92B7828}"/>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 name="Line 2">
              <a:extLst>
                <a:ext uri="{FF2B5EF4-FFF2-40B4-BE49-F238E27FC236}">
                  <a16:creationId xmlns:a16="http://schemas.microsoft.com/office/drawing/2014/main" id="{83F735CA-C588-4EA2-8EB2-E2E4D3FA9134}"/>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 name="Line 1">
              <a:extLst>
                <a:ext uri="{FF2B5EF4-FFF2-40B4-BE49-F238E27FC236}">
                  <a16:creationId xmlns:a16="http://schemas.microsoft.com/office/drawing/2014/main" id="{6651E808-26E1-4927-8906-34CEB5C3FDED}"/>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3" name="직사각형 12">
            <a:extLst>
              <a:ext uri="{FF2B5EF4-FFF2-40B4-BE49-F238E27FC236}">
                <a16:creationId xmlns:a16="http://schemas.microsoft.com/office/drawing/2014/main" id="{8F903228-CB18-45F8-895D-28F9403DA9EC}"/>
              </a:ext>
            </a:extLst>
          </p:cNvPr>
          <p:cNvSpPr/>
          <p:nvPr/>
        </p:nvSpPr>
        <p:spPr>
          <a:xfrm>
            <a:off x="4007573" y="2438638"/>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graphicFrame>
        <p:nvGraphicFramePr>
          <p:cNvPr id="14" name="표 17">
            <a:extLst>
              <a:ext uri="{FF2B5EF4-FFF2-40B4-BE49-F238E27FC236}">
                <a16:creationId xmlns:a16="http://schemas.microsoft.com/office/drawing/2014/main" id="{FF1123EB-1F2B-46E4-A335-3755E0CABE0B}"/>
              </a:ext>
            </a:extLst>
          </p:cNvPr>
          <p:cNvGraphicFramePr>
            <a:graphicFrameLocks noGrp="1"/>
          </p:cNvGraphicFramePr>
          <p:nvPr>
            <p:extLst>
              <p:ext uri="{D42A27DB-BD31-4B8C-83A1-F6EECF244321}">
                <p14:modId xmlns:p14="http://schemas.microsoft.com/office/powerpoint/2010/main" val="596407930"/>
              </p:ext>
            </p:extLst>
          </p:nvPr>
        </p:nvGraphicFramePr>
        <p:xfrm>
          <a:off x="2118320" y="1244834"/>
          <a:ext cx="3472494" cy="64008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현재 비밀번호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새로운 비밀번호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ko-KR" altLang="en-US" sz="800" dirty="0">
                          <a:solidFill>
                            <a:schemeClr val="tx1"/>
                          </a:solidFill>
                        </a:rPr>
                        <a:t>비밀번호 확인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bl>
          </a:graphicData>
        </a:graphic>
      </p:graphicFrame>
      <p:sp>
        <p:nvSpPr>
          <p:cNvPr id="15" name="직사각형 14">
            <a:extLst>
              <a:ext uri="{FF2B5EF4-FFF2-40B4-BE49-F238E27FC236}">
                <a16:creationId xmlns:a16="http://schemas.microsoft.com/office/drawing/2014/main" id="{74A3CA57-F603-4C98-93A8-5A57F69C52A5}"/>
              </a:ext>
            </a:extLst>
          </p:cNvPr>
          <p:cNvSpPr/>
          <p:nvPr/>
        </p:nvSpPr>
        <p:spPr>
          <a:xfrm>
            <a:off x="3215963" y="1265872"/>
            <a:ext cx="2243071" cy="16567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lumMod val="50000"/>
                  <a:lumOff val="50000"/>
                </a:schemeClr>
              </a:solidFill>
            </a:endParaRPr>
          </a:p>
        </p:txBody>
      </p:sp>
      <p:sp>
        <p:nvSpPr>
          <p:cNvPr id="16" name="직사각형 15">
            <a:extLst>
              <a:ext uri="{FF2B5EF4-FFF2-40B4-BE49-F238E27FC236}">
                <a16:creationId xmlns:a16="http://schemas.microsoft.com/office/drawing/2014/main" id="{74A3CA57-F603-4C98-93A8-5A57F69C52A5}"/>
              </a:ext>
            </a:extLst>
          </p:cNvPr>
          <p:cNvSpPr/>
          <p:nvPr/>
        </p:nvSpPr>
        <p:spPr>
          <a:xfrm>
            <a:off x="3215963" y="1487036"/>
            <a:ext cx="2243071" cy="16567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lumMod val="50000"/>
                  <a:lumOff val="50000"/>
                </a:schemeClr>
              </a:solidFill>
            </a:endParaRPr>
          </a:p>
        </p:txBody>
      </p:sp>
      <p:sp>
        <p:nvSpPr>
          <p:cNvPr id="17" name="직사각형 16">
            <a:extLst>
              <a:ext uri="{FF2B5EF4-FFF2-40B4-BE49-F238E27FC236}">
                <a16:creationId xmlns:a16="http://schemas.microsoft.com/office/drawing/2014/main" id="{74A3CA57-F603-4C98-93A8-5A57F69C52A5}"/>
              </a:ext>
            </a:extLst>
          </p:cNvPr>
          <p:cNvSpPr/>
          <p:nvPr/>
        </p:nvSpPr>
        <p:spPr>
          <a:xfrm>
            <a:off x="3215963" y="1690333"/>
            <a:ext cx="2243071" cy="16567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lumMod val="50000"/>
                  <a:lumOff val="50000"/>
                </a:schemeClr>
              </a:solidFill>
            </a:endParaRPr>
          </a:p>
        </p:txBody>
      </p:sp>
      <p:sp>
        <p:nvSpPr>
          <p:cNvPr id="18" name="TextBox 17">
            <a:extLst>
              <a:ext uri="{FF2B5EF4-FFF2-40B4-BE49-F238E27FC236}">
                <a16:creationId xmlns:a16="http://schemas.microsoft.com/office/drawing/2014/main" id="{8B04C1AF-DDCC-47D4-AD64-A633AAD90936}"/>
              </a:ext>
            </a:extLst>
          </p:cNvPr>
          <p:cNvSpPr txBox="1"/>
          <p:nvPr/>
        </p:nvSpPr>
        <p:spPr>
          <a:xfrm>
            <a:off x="2686571" y="2340213"/>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26" name="직사각형 25">
            <a:extLst>
              <a:ext uri="{FF2B5EF4-FFF2-40B4-BE49-F238E27FC236}">
                <a16:creationId xmlns:a16="http://schemas.microsoft.com/office/drawing/2014/main" id="{8F903228-CB18-45F8-895D-28F9403DA9EC}"/>
              </a:ext>
            </a:extLst>
          </p:cNvPr>
          <p:cNvSpPr/>
          <p:nvPr/>
        </p:nvSpPr>
        <p:spPr>
          <a:xfrm>
            <a:off x="4931037" y="8317706"/>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Tree>
    <p:extLst>
      <p:ext uri="{BB962C8B-B14F-4D97-AF65-F5344CB8AC3E}">
        <p14:creationId xmlns:p14="http://schemas.microsoft.com/office/powerpoint/2010/main" val="81915181"/>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294AAC80-B33E-418E-9C90-64D6C404C427}"/>
              </a:ext>
            </a:extLst>
          </p:cNvPr>
          <p:cNvSpPr txBox="1"/>
          <p:nvPr/>
        </p:nvSpPr>
        <p:spPr>
          <a:xfrm>
            <a:off x="1610932" y="893882"/>
            <a:ext cx="873957"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ko-KR" altLang="en-US" sz="800" b="1" dirty="0"/>
              <a:t>기본 </a:t>
            </a:r>
            <a:r>
              <a:rPr lang="ko-KR" altLang="en-US" sz="800" b="1" dirty="0" err="1"/>
              <a:t>배송지</a:t>
            </a:r>
            <a:endParaRPr lang="ko-KR" altLang="en-US" sz="800" b="1" dirty="0"/>
          </a:p>
        </p:txBody>
      </p:sp>
      <p:graphicFrame>
        <p:nvGraphicFramePr>
          <p:cNvPr id="3" name="표 2">
            <a:extLst>
              <a:ext uri="{FF2B5EF4-FFF2-40B4-BE49-F238E27FC236}">
                <a16:creationId xmlns:a16="http://schemas.microsoft.com/office/drawing/2014/main" id="{B70B2815-0F8A-40B5-BF2B-3A5608D378B7}"/>
              </a:ext>
            </a:extLst>
          </p:cNvPr>
          <p:cNvGraphicFramePr>
            <a:graphicFrameLocks noGrp="1"/>
          </p:cNvGraphicFramePr>
          <p:nvPr>
            <p:extLst>
              <p:ext uri="{D42A27DB-BD31-4B8C-83A1-F6EECF244321}">
                <p14:modId xmlns:p14="http://schemas.microsoft.com/office/powerpoint/2010/main" val="1680884090"/>
              </p:ext>
            </p:extLst>
          </p:nvPr>
        </p:nvGraphicFramePr>
        <p:xfrm>
          <a:off x="1691325" y="1109326"/>
          <a:ext cx="7777839" cy="701040"/>
        </p:xfrm>
        <a:graphic>
          <a:graphicData uri="http://schemas.openxmlformats.org/drawingml/2006/table">
            <a:tbl>
              <a:tblPr firstRow="1" bandRow="1">
                <a:tableStyleId>{5C22544A-7EE6-4342-B048-85BDC9FD1C3A}</a:tableStyleId>
              </a:tblPr>
              <a:tblGrid>
                <a:gridCol w="1291301">
                  <a:extLst>
                    <a:ext uri="{9D8B030D-6E8A-4147-A177-3AD203B41FA5}">
                      <a16:colId xmlns:a16="http://schemas.microsoft.com/office/drawing/2014/main" val="20000"/>
                    </a:ext>
                  </a:extLst>
                </a:gridCol>
                <a:gridCol w="6486538">
                  <a:extLst>
                    <a:ext uri="{9D8B030D-6E8A-4147-A177-3AD203B41FA5}">
                      <a16:colId xmlns:a16="http://schemas.microsoft.com/office/drawing/2014/main" val="20001"/>
                    </a:ext>
                  </a:extLst>
                </a:gridCol>
              </a:tblGrid>
              <a:tr h="0">
                <a:tc>
                  <a:txBody>
                    <a:bodyPr/>
                    <a:lstStyle/>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89819523"/>
                  </a:ext>
                </a:extLst>
              </a:tr>
            </a:tbl>
          </a:graphicData>
        </a:graphic>
      </p:graphicFrame>
      <p:sp>
        <p:nvSpPr>
          <p:cNvPr id="13" name="직사각형 12">
            <a:extLst>
              <a:ext uri="{FF2B5EF4-FFF2-40B4-BE49-F238E27FC236}">
                <a16:creationId xmlns:a16="http://schemas.microsoft.com/office/drawing/2014/main" id="{02CF7481-45AF-45B1-B87F-C44E42D7E8BC}"/>
              </a:ext>
            </a:extLst>
          </p:cNvPr>
          <p:cNvSpPr/>
          <p:nvPr/>
        </p:nvSpPr>
        <p:spPr>
          <a:xfrm>
            <a:off x="3989693" y="1183719"/>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우편번호찾기</a:t>
            </a:r>
            <a:endParaRPr lang="ko-KR" altLang="en-US" sz="800" dirty="0">
              <a:solidFill>
                <a:schemeClr val="bg1"/>
              </a:solidFill>
            </a:endParaRPr>
          </a:p>
        </p:txBody>
      </p:sp>
      <p:sp>
        <p:nvSpPr>
          <p:cNvPr id="14" name="직사각형 13">
            <a:extLst>
              <a:ext uri="{FF2B5EF4-FFF2-40B4-BE49-F238E27FC236}">
                <a16:creationId xmlns:a16="http://schemas.microsoft.com/office/drawing/2014/main" id="{BBD1E5ED-74E3-480A-854F-CA21491632A9}"/>
              </a:ext>
            </a:extLst>
          </p:cNvPr>
          <p:cNvSpPr/>
          <p:nvPr/>
        </p:nvSpPr>
        <p:spPr>
          <a:xfrm>
            <a:off x="3055235" y="1182246"/>
            <a:ext cx="854065"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우편번호</a:t>
            </a:r>
          </a:p>
        </p:txBody>
      </p:sp>
      <p:sp>
        <p:nvSpPr>
          <p:cNvPr id="15" name="직사각형 14">
            <a:extLst>
              <a:ext uri="{FF2B5EF4-FFF2-40B4-BE49-F238E27FC236}">
                <a16:creationId xmlns:a16="http://schemas.microsoft.com/office/drawing/2014/main" id="{2CC0EEDC-3E23-45F5-9054-3174F33F482A}"/>
              </a:ext>
            </a:extLst>
          </p:cNvPr>
          <p:cNvSpPr/>
          <p:nvPr/>
        </p:nvSpPr>
        <p:spPr>
          <a:xfrm>
            <a:off x="3055235" y="1390714"/>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주소</a:t>
            </a:r>
          </a:p>
        </p:txBody>
      </p:sp>
      <p:sp>
        <p:nvSpPr>
          <p:cNvPr id="16" name="직사각형 15">
            <a:extLst>
              <a:ext uri="{FF2B5EF4-FFF2-40B4-BE49-F238E27FC236}">
                <a16:creationId xmlns:a16="http://schemas.microsoft.com/office/drawing/2014/main" id="{2547F3EC-4E8C-491E-A0E3-B4B9A3E8FB6B}"/>
              </a:ext>
            </a:extLst>
          </p:cNvPr>
          <p:cNvSpPr/>
          <p:nvPr/>
        </p:nvSpPr>
        <p:spPr>
          <a:xfrm>
            <a:off x="3055235" y="1591918"/>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상세 주소 </a:t>
            </a:r>
          </a:p>
        </p:txBody>
      </p:sp>
      <p:sp>
        <p:nvSpPr>
          <p:cNvPr id="20" name="직사각형 19">
            <a:extLst>
              <a:ext uri="{FF2B5EF4-FFF2-40B4-BE49-F238E27FC236}">
                <a16:creationId xmlns:a16="http://schemas.microsoft.com/office/drawing/2014/main" id="{02CF7481-45AF-45B1-B87F-C44E42D7E8BC}"/>
              </a:ext>
            </a:extLst>
          </p:cNvPr>
          <p:cNvSpPr/>
          <p:nvPr/>
        </p:nvSpPr>
        <p:spPr>
          <a:xfrm>
            <a:off x="4678179" y="1904432"/>
            <a:ext cx="1403839" cy="331793"/>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기본 </a:t>
            </a:r>
            <a:r>
              <a:rPr lang="ko-KR" altLang="en-US" sz="800" dirty="0" err="1">
                <a:solidFill>
                  <a:schemeClr val="bg1"/>
                </a:solidFill>
              </a:rPr>
              <a:t>배송지</a:t>
            </a:r>
            <a:r>
              <a:rPr lang="ko-KR" altLang="en-US" sz="800" dirty="0">
                <a:solidFill>
                  <a:schemeClr val="bg1"/>
                </a:solidFill>
              </a:rPr>
              <a:t> 수정</a:t>
            </a:r>
          </a:p>
        </p:txBody>
      </p:sp>
      <p:sp>
        <p:nvSpPr>
          <p:cNvPr id="21" name="직사각형 20">
            <a:extLst>
              <a:ext uri="{FF2B5EF4-FFF2-40B4-BE49-F238E27FC236}">
                <a16:creationId xmlns:a16="http://schemas.microsoft.com/office/drawing/2014/main" id="{BBD1E5ED-74E3-480A-854F-CA21491632A9}"/>
              </a:ext>
            </a:extLst>
          </p:cNvPr>
          <p:cNvSpPr/>
          <p:nvPr/>
        </p:nvSpPr>
        <p:spPr>
          <a:xfrm>
            <a:off x="1806673" y="1176632"/>
            <a:ext cx="854065"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집</a:t>
            </a:r>
          </a:p>
        </p:txBody>
      </p:sp>
      <p:graphicFrame>
        <p:nvGraphicFramePr>
          <p:cNvPr id="22" name="표 21">
            <a:extLst>
              <a:ext uri="{FF2B5EF4-FFF2-40B4-BE49-F238E27FC236}">
                <a16:creationId xmlns:a16="http://schemas.microsoft.com/office/drawing/2014/main" id="{67B3B92E-E588-41D0-B091-947E6CDFF24B}"/>
              </a:ext>
            </a:extLst>
          </p:cNvPr>
          <p:cNvGraphicFramePr>
            <a:graphicFrameLocks noGrp="1"/>
          </p:cNvGraphicFramePr>
          <p:nvPr>
            <p:extLst>
              <p:ext uri="{D42A27DB-BD31-4B8C-83A1-F6EECF244321}">
                <p14:modId xmlns:p14="http://schemas.microsoft.com/office/powerpoint/2010/main" val="357370169"/>
              </p:ext>
            </p:extLst>
          </p:nvPr>
        </p:nvGraphicFramePr>
        <p:xfrm>
          <a:off x="1691325" y="3201400"/>
          <a:ext cx="7778540" cy="624840"/>
        </p:xfrm>
        <a:graphic>
          <a:graphicData uri="http://schemas.openxmlformats.org/drawingml/2006/table">
            <a:tbl>
              <a:tblPr firstRow="1" bandRow="1">
                <a:tableStyleId>{5C22544A-7EE6-4342-B048-85BDC9FD1C3A}</a:tableStyleId>
              </a:tblPr>
              <a:tblGrid>
                <a:gridCol w="1001025">
                  <a:extLst>
                    <a:ext uri="{9D8B030D-6E8A-4147-A177-3AD203B41FA5}">
                      <a16:colId xmlns:a16="http://schemas.microsoft.com/office/drawing/2014/main" val="20000"/>
                    </a:ext>
                  </a:extLst>
                </a:gridCol>
                <a:gridCol w="5746459">
                  <a:extLst>
                    <a:ext uri="{9D8B030D-6E8A-4147-A177-3AD203B41FA5}">
                      <a16:colId xmlns:a16="http://schemas.microsoft.com/office/drawing/2014/main" val="20001"/>
                    </a:ext>
                  </a:extLst>
                </a:gridCol>
                <a:gridCol w="1031056">
                  <a:extLst>
                    <a:ext uri="{9D8B030D-6E8A-4147-A177-3AD203B41FA5}">
                      <a16:colId xmlns:a16="http://schemas.microsoft.com/office/drawing/2014/main" val="2179269706"/>
                    </a:ext>
                  </a:extLst>
                </a:gridCol>
              </a:tblGrid>
              <a:tr h="0">
                <a:tc>
                  <a:txBody>
                    <a:bodyPr/>
                    <a:lstStyle/>
                    <a:p>
                      <a:pPr algn="ctr" latinLnBrk="1"/>
                      <a:r>
                        <a:rPr lang="ko-KR" altLang="en-US" sz="700" b="0" dirty="0" err="1">
                          <a:solidFill>
                            <a:schemeClr val="tx1"/>
                          </a:solidFill>
                        </a:rPr>
                        <a:t>배송지</a:t>
                      </a:r>
                      <a:r>
                        <a:rPr lang="ko-KR" altLang="en-US" sz="700" b="0" dirty="0">
                          <a:solidFill>
                            <a:schemeClr val="tx1"/>
                          </a:solidFill>
                        </a:rPr>
                        <a:t> 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주소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관리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ko-KR" altLang="en-US" sz="800" b="0" dirty="0">
                          <a:solidFill>
                            <a:schemeClr val="tx1"/>
                          </a:solidFill>
                        </a:rPr>
                        <a:t>회사</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t>
                      </a:r>
                      <a:r>
                        <a:rPr lang="ko-KR" altLang="en-US" sz="800" b="0" dirty="0">
                          <a:solidFill>
                            <a:schemeClr val="tx1"/>
                          </a:solidFill>
                        </a:rPr>
                        <a:t>우편번호</a:t>
                      </a:r>
                      <a:r>
                        <a:rPr lang="en-US" altLang="ko-KR" sz="800" b="0" dirty="0">
                          <a:solidFill>
                            <a:schemeClr val="tx1"/>
                          </a:solidFill>
                        </a:rPr>
                        <a:t>) </a:t>
                      </a:r>
                      <a:r>
                        <a:rPr lang="ko-KR" altLang="en-US" sz="800" b="0" dirty="0">
                          <a:solidFill>
                            <a:schemeClr val="tx1"/>
                          </a:solidFill>
                        </a:rPr>
                        <a:t>주소 및 상세 주소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ko-KR" altLang="en-US" sz="800" b="0" dirty="0">
                          <a:solidFill>
                            <a:schemeClr val="tx1"/>
                          </a:solidFill>
                        </a:rPr>
                        <a:t>부모님 댁</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t>
                      </a:r>
                      <a:r>
                        <a:rPr lang="ko-KR" altLang="en-US" sz="800" b="0" dirty="0">
                          <a:solidFill>
                            <a:schemeClr val="tx1"/>
                          </a:solidFill>
                        </a:rPr>
                        <a:t>우편번호</a:t>
                      </a:r>
                      <a:r>
                        <a:rPr lang="en-US" altLang="ko-KR" sz="800" b="0" dirty="0">
                          <a:solidFill>
                            <a:schemeClr val="tx1"/>
                          </a:solidFill>
                        </a:rPr>
                        <a:t>) </a:t>
                      </a:r>
                      <a:r>
                        <a:rPr lang="ko-KR" altLang="en-US" sz="800" b="0" dirty="0">
                          <a:solidFill>
                            <a:schemeClr val="tx1"/>
                          </a:solidFill>
                        </a:rPr>
                        <a:t>주소 및 상세 주소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sp>
        <p:nvSpPr>
          <p:cNvPr id="23" name="직사각형 22">
            <a:extLst>
              <a:ext uri="{FF2B5EF4-FFF2-40B4-BE49-F238E27FC236}">
                <a16:creationId xmlns:a16="http://schemas.microsoft.com/office/drawing/2014/main" id="{81C9AE9F-5403-4770-A435-F6FCD61204E1}"/>
              </a:ext>
            </a:extLst>
          </p:cNvPr>
          <p:cNvSpPr/>
          <p:nvPr/>
        </p:nvSpPr>
        <p:spPr>
          <a:xfrm>
            <a:off x="9007689" y="3421302"/>
            <a:ext cx="341530" cy="171549"/>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24" name="직사각형 23">
            <a:extLst>
              <a:ext uri="{FF2B5EF4-FFF2-40B4-BE49-F238E27FC236}">
                <a16:creationId xmlns:a16="http://schemas.microsoft.com/office/drawing/2014/main" id="{11E70485-4032-4991-A6C3-273785B5EFCC}"/>
              </a:ext>
            </a:extLst>
          </p:cNvPr>
          <p:cNvSpPr/>
          <p:nvPr/>
        </p:nvSpPr>
        <p:spPr>
          <a:xfrm>
            <a:off x="8569046" y="3421301"/>
            <a:ext cx="341530" cy="171549"/>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28" name="직사각형 27">
            <a:extLst>
              <a:ext uri="{FF2B5EF4-FFF2-40B4-BE49-F238E27FC236}">
                <a16:creationId xmlns:a16="http://schemas.microsoft.com/office/drawing/2014/main" id="{A03550C5-E6A2-4E35-B063-8293C69AA776}"/>
              </a:ext>
            </a:extLst>
          </p:cNvPr>
          <p:cNvSpPr/>
          <p:nvPr/>
        </p:nvSpPr>
        <p:spPr>
          <a:xfrm>
            <a:off x="9007689" y="3630179"/>
            <a:ext cx="341530" cy="171549"/>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29" name="직사각형 28">
            <a:extLst>
              <a:ext uri="{FF2B5EF4-FFF2-40B4-BE49-F238E27FC236}">
                <a16:creationId xmlns:a16="http://schemas.microsoft.com/office/drawing/2014/main" id="{9CF8EBA7-F7E4-4F96-8858-4168377DDF74}"/>
              </a:ext>
            </a:extLst>
          </p:cNvPr>
          <p:cNvSpPr/>
          <p:nvPr/>
        </p:nvSpPr>
        <p:spPr>
          <a:xfrm>
            <a:off x="8569046" y="3630179"/>
            <a:ext cx="341530" cy="171549"/>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35" name="직사각형 34">
            <a:extLst>
              <a:ext uri="{FF2B5EF4-FFF2-40B4-BE49-F238E27FC236}">
                <a16:creationId xmlns:a16="http://schemas.microsoft.com/office/drawing/2014/main" id="{02CF7481-45AF-45B1-B87F-C44E42D7E8BC}"/>
              </a:ext>
            </a:extLst>
          </p:cNvPr>
          <p:cNvSpPr/>
          <p:nvPr/>
        </p:nvSpPr>
        <p:spPr>
          <a:xfrm>
            <a:off x="8187655" y="2801562"/>
            <a:ext cx="1281509" cy="327303"/>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배송지</a:t>
            </a:r>
            <a:r>
              <a:rPr lang="ko-KR" altLang="en-US" sz="800" dirty="0">
                <a:solidFill>
                  <a:schemeClr val="bg1"/>
                </a:solidFill>
              </a:rPr>
              <a:t> 추가하기</a:t>
            </a:r>
          </a:p>
        </p:txBody>
      </p:sp>
      <p:sp>
        <p:nvSpPr>
          <p:cNvPr id="36" name="TextBox 35">
            <a:extLst>
              <a:ext uri="{FF2B5EF4-FFF2-40B4-BE49-F238E27FC236}">
                <a16:creationId xmlns:a16="http://schemas.microsoft.com/office/drawing/2014/main" id="{294AAC80-B33E-418E-9C90-64D6C404C427}"/>
              </a:ext>
            </a:extLst>
          </p:cNvPr>
          <p:cNvSpPr txBox="1"/>
          <p:nvPr/>
        </p:nvSpPr>
        <p:spPr>
          <a:xfrm>
            <a:off x="1621069" y="2948627"/>
            <a:ext cx="873957"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ko-KR" altLang="en-US" sz="800" b="1" dirty="0"/>
              <a:t>추가 </a:t>
            </a:r>
            <a:r>
              <a:rPr lang="ko-KR" altLang="en-US" sz="800" b="1" dirty="0" err="1"/>
              <a:t>배송지</a:t>
            </a:r>
            <a:endParaRPr lang="ko-KR" altLang="en-US" sz="800" b="1" dirty="0"/>
          </a:p>
        </p:txBody>
      </p:sp>
      <p:graphicFrame>
        <p:nvGraphicFramePr>
          <p:cNvPr id="37" name="표 36">
            <a:extLst>
              <a:ext uri="{FF2B5EF4-FFF2-40B4-BE49-F238E27FC236}">
                <a16:creationId xmlns:a16="http://schemas.microsoft.com/office/drawing/2014/main" id="{3D52F8B6-A1CE-47CB-A10A-A310F7289AEC}"/>
              </a:ext>
            </a:extLst>
          </p:cNvPr>
          <p:cNvGraphicFramePr>
            <a:graphicFrameLocks noGrp="1"/>
          </p:cNvGraphicFramePr>
          <p:nvPr>
            <p:extLst>
              <p:ext uri="{D42A27DB-BD31-4B8C-83A1-F6EECF244321}">
                <p14:modId xmlns:p14="http://schemas.microsoft.com/office/powerpoint/2010/main" val="3466241633"/>
              </p:ext>
            </p:extLst>
          </p:nvPr>
        </p:nvGraphicFramePr>
        <p:xfrm>
          <a:off x="10171774" y="22159"/>
          <a:ext cx="1979018" cy="199747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RF-01-07-11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정보 관리</a:t>
                      </a:r>
                      <a:endParaRPr lang="en-US" altLang="ko-KR" sz="800" dirty="0"/>
                    </a:p>
                    <a:p>
                      <a:pPr algn="l" latinLnBrk="1"/>
                      <a:r>
                        <a:rPr lang="en-US" altLang="ko-KR" sz="800" dirty="0"/>
                        <a:t> </a:t>
                      </a:r>
                      <a:r>
                        <a:rPr lang="en-US" altLang="ko-KR" sz="800" baseline="0" dirty="0"/>
                        <a:t>- </a:t>
                      </a:r>
                      <a:r>
                        <a:rPr lang="ko-KR" altLang="en-US" sz="800" baseline="0" dirty="0" err="1"/>
                        <a:t>배송지</a:t>
                      </a:r>
                      <a:r>
                        <a:rPr lang="ko-KR" altLang="en-US" sz="800" baseline="0" dirty="0"/>
                        <a:t> 설정</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err="1"/>
                        <a:t>배송지</a:t>
                      </a:r>
                      <a:r>
                        <a:rPr lang="ko-KR" altLang="en-US" sz="800" dirty="0"/>
                        <a:t> 정보를 추가</a:t>
                      </a:r>
                      <a:r>
                        <a:rPr lang="en-US" altLang="ko-KR" sz="800" dirty="0"/>
                        <a:t>, </a:t>
                      </a:r>
                      <a:r>
                        <a:rPr lang="ko-KR" altLang="en-US" sz="800" dirty="0"/>
                        <a:t>수정</a:t>
                      </a:r>
                      <a:r>
                        <a:rPr lang="ko-KR" altLang="en-US" sz="800" baseline="0" dirty="0"/>
                        <a:t> 하는 화면</a:t>
                      </a:r>
                      <a:endParaRPr lang="ko-KR" altLang="en-US" sz="800" dirty="0"/>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82162937"/>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기본 </a:t>
                      </a:r>
                      <a:r>
                        <a:rPr lang="ko-KR" altLang="en-US" sz="800" b="0" dirty="0" err="1">
                          <a:solidFill>
                            <a:schemeClr val="tx1"/>
                          </a:solidFill>
                        </a:rPr>
                        <a:t>배송지</a:t>
                      </a:r>
                      <a:r>
                        <a:rPr lang="ko-KR" altLang="en-US" sz="800" b="0" dirty="0">
                          <a:solidFill>
                            <a:schemeClr val="tx1"/>
                          </a:solidFill>
                        </a:rPr>
                        <a:t> 데이터를 수정하는 버튼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추가 </a:t>
                      </a:r>
                      <a:r>
                        <a:rPr lang="ko-KR" altLang="en-US" sz="800" b="0" dirty="0" err="1">
                          <a:solidFill>
                            <a:schemeClr val="tx1"/>
                          </a:solidFill>
                        </a:rPr>
                        <a:t>배송지</a:t>
                      </a:r>
                      <a:r>
                        <a:rPr lang="ko-KR" altLang="en-US" sz="800" b="0" dirty="0">
                          <a:solidFill>
                            <a:schemeClr val="tx1"/>
                          </a:solidFill>
                        </a:rPr>
                        <a:t> 삭제 버튼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bl>
          </a:graphicData>
        </a:graphic>
      </p:graphicFrame>
      <p:sp>
        <p:nvSpPr>
          <p:cNvPr id="39" name="TextBox 38">
            <a:extLst>
              <a:ext uri="{FF2B5EF4-FFF2-40B4-BE49-F238E27FC236}">
                <a16:creationId xmlns:a16="http://schemas.microsoft.com/office/drawing/2014/main" id="{8B04C1AF-DDCC-47D4-AD64-A633AAD90936}"/>
              </a:ext>
            </a:extLst>
          </p:cNvPr>
          <p:cNvSpPr txBox="1"/>
          <p:nvPr/>
        </p:nvSpPr>
        <p:spPr>
          <a:xfrm>
            <a:off x="5910419" y="1799286"/>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19" name="TextBox 18">
            <a:extLst>
              <a:ext uri="{FF2B5EF4-FFF2-40B4-BE49-F238E27FC236}">
                <a16:creationId xmlns:a16="http://schemas.microsoft.com/office/drawing/2014/main" id="{8B04C1AF-DDCC-47D4-AD64-A633AAD90936}"/>
              </a:ext>
            </a:extLst>
          </p:cNvPr>
          <p:cNvSpPr txBox="1"/>
          <p:nvPr/>
        </p:nvSpPr>
        <p:spPr>
          <a:xfrm>
            <a:off x="9266430" y="3287204"/>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2568881325"/>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294AAC80-B33E-418E-9C90-64D6C404C427}"/>
              </a:ext>
            </a:extLst>
          </p:cNvPr>
          <p:cNvSpPr txBox="1"/>
          <p:nvPr/>
        </p:nvSpPr>
        <p:spPr>
          <a:xfrm>
            <a:off x="1610932" y="893882"/>
            <a:ext cx="873957"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ko-KR" altLang="en-US" sz="800" b="1" dirty="0"/>
              <a:t>기본 </a:t>
            </a:r>
            <a:r>
              <a:rPr lang="ko-KR" altLang="en-US" sz="800" b="1" dirty="0" err="1"/>
              <a:t>배송지</a:t>
            </a:r>
            <a:endParaRPr lang="ko-KR" altLang="en-US" sz="800" b="1" dirty="0"/>
          </a:p>
        </p:txBody>
      </p:sp>
      <p:graphicFrame>
        <p:nvGraphicFramePr>
          <p:cNvPr id="3" name="표 2">
            <a:extLst>
              <a:ext uri="{FF2B5EF4-FFF2-40B4-BE49-F238E27FC236}">
                <a16:creationId xmlns:a16="http://schemas.microsoft.com/office/drawing/2014/main" id="{B70B2815-0F8A-40B5-BF2B-3A5608D378B7}"/>
              </a:ext>
            </a:extLst>
          </p:cNvPr>
          <p:cNvGraphicFramePr>
            <a:graphicFrameLocks noGrp="1"/>
          </p:cNvGraphicFramePr>
          <p:nvPr/>
        </p:nvGraphicFramePr>
        <p:xfrm>
          <a:off x="1691325" y="1109326"/>
          <a:ext cx="7777839" cy="701040"/>
        </p:xfrm>
        <a:graphic>
          <a:graphicData uri="http://schemas.openxmlformats.org/drawingml/2006/table">
            <a:tbl>
              <a:tblPr firstRow="1" bandRow="1">
                <a:tableStyleId>{5C22544A-7EE6-4342-B048-85BDC9FD1C3A}</a:tableStyleId>
              </a:tblPr>
              <a:tblGrid>
                <a:gridCol w="1291301">
                  <a:extLst>
                    <a:ext uri="{9D8B030D-6E8A-4147-A177-3AD203B41FA5}">
                      <a16:colId xmlns:a16="http://schemas.microsoft.com/office/drawing/2014/main" val="20000"/>
                    </a:ext>
                  </a:extLst>
                </a:gridCol>
                <a:gridCol w="6486538">
                  <a:extLst>
                    <a:ext uri="{9D8B030D-6E8A-4147-A177-3AD203B41FA5}">
                      <a16:colId xmlns:a16="http://schemas.microsoft.com/office/drawing/2014/main" val="20001"/>
                    </a:ext>
                  </a:extLst>
                </a:gridCol>
              </a:tblGrid>
              <a:tr h="0">
                <a:tc>
                  <a:txBody>
                    <a:bodyPr/>
                    <a:lstStyle/>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89819523"/>
                  </a:ext>
                </a:extLst>
              </a:tr>
            </a:tbl>
          </a:graphicData>
        </a:graphic>
      </p:graphicFrame>
      <p:sp>
        <p:nvSpPr>
          <p:cNvPr id="13" name="직사각형 12">
            <a:extLst>
              <a:ext uri="{FF2B5EF4-FFF2-40B4-BE49-F238E27FC236}">
                <a16:creationId xmlns:a16="http://schemas.microsoft.com/office/drawing/2014/main" id="{02CF7481-45AF-45B1-B87F-C44E42D7E8BC}"/>
              </a:ext>
            </a:extLst>
          </p:cNvPr>
          <p:cNvSpPr/>
          <p:nvPr/>
        </p:nvSpPr>
        <p:spPr>
          <a:xfrm>
            <a:off x="3989693" y="1183719"/>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우편번호찾기</a:t>
            </a:r>
            <a:endParaRPr lang="ko-KR" altLang="en-US" sz="800" dirty="0">
              <a:solidFill>
                <a:schemeClr val="bg1"/>
              </a:solidFill>
            </a:endParaRPr>
          </a:p>
        </p:txBody>
      </p:sp>
      <p:sp>
        <p:nvSpPr>
          <p:cNvPr id="14" name="직사각형 13">
            <a:extLst>
              <a:ext uri="{FF2B5EF4-FFF2-40B4-BE49-F238E27FC236}">
                <a16:creationId xmlns:a16="http://schemas.microsoft.com/office/drawing/2014/main" id="{BBD1E5ED-74E3-480A-854F-CA21491632A9}"/>
              </a:ext>
            </a:extLst>
          </p:cNvPr>
          <p:cNvSpPr/>
          <p:nvPr/>
        </p:nvSpPr>
        <p:spPr>
          <a:xfrm>
            <a:off x="3055235" y="1182246"/>
            <a:ext cx="854065"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우편번호</a:t>
            </a:r>
          </a:p>
        </p:txBody>
      </p:sp>
      <p:sp>
        <p:nvSpPr>
          <p:cNvPr id="15" name="직사각형 14">
            <a:extLst>
              <a:ext uri="{FF2B5EF4-FFF2-40B4-BE49-F238E27FC236}">
                <a16:creationId xmlns:a16="http://schemas.microsoft.com/office/drawing/2014/main" id="{2CC0EEDC-3E23-45F5-9054-3174F33F482A}"/>
              </a:ext>
            </a:extLst>
          </p:cNvPr>
          <p:cNvSpPr/>
          <p:nvPr/>
        </p:nvSpPr>
        <p:spPr>
          <a:xfrm>
            <a:off x="3055235" y="1390714"/>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주소</a:t>
            </a:r>
          </a:p>
        </p:txBody>
      </p:sp>
      <p:sp>
        <p:nvSpPr>
          <p:cNvPr id="16" name="직사각형 15">
            <a:extLst>
              <a:ext uri="{FF2B5EF4-FFF2-40B4-BE49-F238E27FC236}">
                <a16:creationId xmlns:a16="http://schemas.microsoft.com/office/drawing/2014/main" id="{2547F3EC-4E8C-491E-A0E3-B4B9A3E8FB6B}"/>
              </a:ext>
            </a:extLst>
          </p:cNvPr>
          <p:cNvSpPr/>
          <p:nvPr/>
        </p:nvSpPr>
        <p:spPr>
          <a:xfrm>
            <a:off x="3055235" y="1591918"/>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상세 주소 </a:t>
            </a:r>
          </a:p>
        </p:txBody>
      </p:sp>
      <p:sp>
        <p:nvSpPr>
          <p:cNvPr id="20" name="직사각형 19">
            <a:extLst>
              <a:ext uri="{FF2B5EF4-FFF2-40B4-BE49-F238E27FC236}">
                <a16:creationId xmlns:a16="http://schemas.microsoft.com/office/drawing/2014/main" id="{02CF7481-45AF-45B1-B87F-C44E42D7E8BC}"/>
              </a:ext>
            </a:extLst>
          </p:cNvPr>
          <p:cNvSpPr/>
          <p:nvPr/>
        </p:nvSpPr>
        <p:spPr>
          <a:xfrm>
            <a:off x="4678179" y="1904432"/>
            <a:ext cx="1403839" cy="331793"/>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기본 </a:t>
            </a:r>
            <a:r>
              <a:rPr lang="ko-KR" altLang="en-US" sz="800" dirty="0" err="1">
                <a:solidFill>
                  <a:schemeClr val="bg1"/>
                </a:solidFill>
              </a:rPr>
              <a:t>배송지</a:t>
            </a:r>
            <a:r>
              <a:rPr lang="ko-KR" altLang="en-US" sz="800" dirty="0">
                <a:solidFill>
                  <a:schemeClr val="bg1"/>
                </a:solidFill>
              </a:rPr>
              <a:t> 수정</a:t>
            </a:r>
          </a:p>
        </p:txBody>
      </p:sp>
      <p:sp>
        <p:nvSpPr>
          <p:cNvPr id="21" name="직사각형 20">
            <a:extLst>
              <a:ext uri="{FF2B5EF4-FFF2-40B4-BE49-F238E27FC236}">
                <a16:creationId xmlns:a16="http://schemas.microsoft.com/office/drawing/2014/main" id="{BBD1E5ED-74E3-480A-854F-CA21491632A9}"/>
              </a:ext>
            </a:extLst>
          </p:cNvPr>
          <p:cNvSpPr/>
          <p:nvPr/>
        </p:nvSpPr>
        <p:spPr>
          <a:xfrm>
            <a:off x="1806673" y="1176632"/>
            <a:ext cx="854065"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집</a:t>
            </a:r>
          </a:p>
        </p:txBody>
      </p:sp>
      <p:graphicFrame>
        <p:nvGraphicFramePr>
          <p:cNvPr id="22" name="표 21">
            <a:extLst>
              <a:ext uri="{FF2B5EF4-FFF2-40B4-BE49-F238E27FC236}">
                <a16:creationId xmlns:a16="http://schemas.microsoft.com/office/drawing/2014/main" id="{67B3B92E-E588-41D0-B091-947E6CDFF24B}"/>
              </a:ext>
            </a:extLst>
          </p:cNvPr>
          <p:cNvGraphicFramePr>
            <a:graphicFrameLocks noGrp="1"/>
          </p:cNvGraphicFramePr>
          <p:nvPr/>
        </p:nvGraphicFramePr>
        <p:xfrm>
          <a:off x="1691325" y="3201400"/>
          <a:ext cx="7778540" cy="624840"/>
        </p:xfrm>
        <a:graphic>
          <a:graphicData uri="http://schemas.openxmlformats.org/drawingml/2006/table">
            <a:tbl>
              <a:tblPr firstRow="1" bandRow="1">
                <a:tableStyleId>{5C22544A-7EE6-4342-B048-85BDC9FD1C3A}</a:tableStyleId>
              </a:tblPr>
              <a:tblGrid>
                <a:gridCol w="1001025">
                  <a:extLst>
                    <a:ext uri="{9D8B030D-6E8A-4147-A177-3AD203B41FA5}">
                      <a16:colId xmlns:a16="http://schemas.microsoft.com/office/drawing/2014/main" val="20000"/>
                    </a:ext>
                  </a:extLst>
                </a:gridCol>
                <a:gridCol w="5746459">
                  <a:extLst>
                    <a:ext uri="{9D8B030D-6E8A-4147-A177-3AD203B41FA5}">
                      <a16:colId xmlns:a16="http://schemas.microsoft.com/office/drawing/2014/main" val="20001"/>
                    </a:ext>
                  </a:extLst>
                </a:gridCol>
                <a:gridCol w="1031056">
                  <a:extLst>
                    <a:ext uri="{9D8B030D-6E8A-4147-A177-3AD203B41FA5}">
                      <a16:colId xmlns:a16="http://schemas.microsoft.com/office/drawing/2014/main" val="2179269706"/>
                    </a:ext>
                  </a:extLst>
                </a:gridCol>
              </a:tblGrid>
              <a:tr h="0">
                <a:tc>
                  <a:txBody>
                    <a:bodyPr/>
                    <a:lstStyle/>
                    <a:p>
                      <a:pPr algn="ctr" latinLnBrk="1"/>
                      <a:r>
                        <a:rPr lang="ko-KR" altLang="en-US" sz="700" b="0" dirty="0" err="1">
                          <a:solidFill>
                            <a:schemeClr val="tx1"/>
                          </a:solidFill>
                        </a:rPr>
                        <a:t>배송지</a:t>
                      </a:r>
                      <a:r>
                        <a:rPr lang="ko-KR" altLang="en-US" sz="700" b="0" dirty="0">
                          <a:solidFill>
                            <a:schemeClr val="tx1"/>
                          </a:solidFill>
                        </a:rPr>
                        <a:t> 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주소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관리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ko-KR" altLang="en-US" sz="800" b="0" dirty="0">
                          <a:solidFill>
                            <a:schemeClr val="tx1"/>
                          </a:solidFill>
                        </a:rPr>
                        <a:t>회사</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t>
                      </a:r>
                      <a:r>
                        <a:rPr lang="ko-KR" altLang="en-US" sz="800" b="0" dirty="0">
                          <a:solidFill>
                            <a:schemeClr val="tx1"/>
                          </a:solidFill>
                        </a:rPr>
                        <a:t>우편번호</a:t>
                      </a:r>
                      <a:r>
                        <a:rPr lang="en-US" altLang="ko-KR" sz="800" b="0" dirty="0">
                          <a:solidFill>
                            <a:schemeClr val="tx1"/>
                          </a:solidFill>
                        </a:rPr>
                        <a:t>) </a:t>
                      </a:r>
                      <a:r>
                        <a:rPr lang="ko-KR" altLang="en-US" sz="800" b="0" dirty="0">
                          <a:solidFill>
                            <a:schemeClr val="tx1"/>
                          </a:solidFill>
                        </a:rPr>
                        <a:t>주소 및 상세 주소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ko-KR" altLang="en-US" sz="800" b="0" dirty="0">
                          <a:solidFill>
                            <a:schemeClr val="tx1"/>
                          </a:solidFill>
                        </a:rPr>
                        <a:t>부모님 댁</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t>
                      </a:r>
                      <a:r>
                        <a:rPr lang="ko-KR" altLang="en-US" sz="800" b="0" dirty="0">
                          <a:solidFill>
                            <a:schemeClr val="tx1"/>
                          </a:solidFill>
                        </a:rPr>
                        <a:t>우편번호</a:t>
                      </a:r>
                      <a:r>
                        <a:rPr lang="en-US" altLang="ko-KR" sz="800" b="0" dirty="0">
                          <a:solidFill>
                            <a:schemeClr val="tx1"/>
                          </a:solidFill>
                        </a:rPr>
                        <a:t>) </a:t>
                      </a:r>
                      <a:r>
                        <a:rPr lang="ko-KR" altLang="en-US" sz="800" b="0" dirty="0">
                          <a:solidFill>
                            <a:schemeClr val="tx1"/>
                          </a:solidFill>
                        </a:rPr>
                        <a:t>주소 및 상세 주소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sp>
        <p:nvSpPr>
          <p:cNvPr id="23" name="직사각형 22">
            <a:extLst>
              <a:ext uri="{FF2B5EF4-FFF2-40B4-BE49-F238E27FC236}">
                <a16:creationId xmlns:a16="http://schemas.microsoft.com/office/drawing/2014/main" id="{81C9AE9F-5403-4770-A435-F6FCD61204E1}"/>
              </a:ext>
            </a:extLst>
          </p:cNvPr>
          <p:cNvSpPr/>
          <p:nvPr/>
        </p:nvSpPr>
        <p:spPr>
          <a:xfrm>
            <a:off x="9007689" y="3421302"/>
            <a:ext cx="341530" cy="171549"/>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24" name="직사각형 23">
            <a:extLst>
              <a:ext uri="{FF2B5EF4-FFF2-40B4-BE49-F238E27FC236}">
                <a16:creationId xmlns:a16="http://schemas.microsoft.com/office/drawing/2014/main" id="{11E70485-4032-4991-A6C3-273785B5EFCC}"/>
              </a:ext>
            </a:extLst>
          </p:cNvPr>
          <p:cNvSpPr/>
          <p:nvPr/>
        </p:nvSpPr>
        <p:spPr>
          <a:xfrm>
            <a:off x="8569046" y="3421301"/>
            <a:ext cx="341530" cy="171549"/>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28" name="직사각형 27">
            <a:extLst>
              <a:ext uri="{FF2B5EF4-FFF2-40B4-BE49-F238E27FC236}">
                <a16:creationId xmlns:a16="http://schemas.microsoft.com/office/drawing/2014/main" id="{A03550C5-E6A2-4E35-B063-8293C69AA776}"/>
              </a:ext>
            </a:extLst>
          </p:cNvPr>
          <p:cNvSpPr/>
          <p:nvPr/>
        </p:nvSpPr>
        <p:spPr>
          <a:xfrm>
            <a:off x="9007689" y="3630179"/>
            <a:ext cx="341530" cy="171549"/>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29" name="직사각형 28">
            <a:extLst>
              <a:ext uri="{FF2B5EF4-FFF2-40B4-BE49-F238E27FC236}">
                <a16:creationId xmlns:a16="http://schemas.microsoft.com/office/drawing/2014/main" id="{9CF8EBA7-F7E4-4F96-8858-4168377DDF74}"/>
              </a:ext>
            </a:extLst>
          </p:cNvPr>
          <p:cNvSpPr/>
          <p:nvPr/>
        </p:nvSpPr>
        <p:spPr>
          <a:xfrm>
            <a:off x="8569046" y="3630179"/>
            <a:ext cx="341530" cy="171549"/>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35" name="직사각형 34">
            <a:extLst>
              <a:ext uri="{FF2B5EF4-FFF2-40B4-BE49-F238E27FC236}">
                <a16:creationId xmlns:a16="http://schemas.microsoft.com/office/drawing/2014/main" id="{02CF7481-45AF-45B1-B87F-C44E42D7E8BC}"/>
              </a:ext>
            </a:extLst>
          </p:cNvPr>
          <p:cNvSpPr/>
          <p:nvPr/>
        </p:nvSpPr>
        <p:spPr>
          <a:xfrm>
            <a:off x="8187655" y="2801562"/>
            <a:ext cx="1281509" cy="327303"/>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배송지</a:t>
            </a:r>
            <a:r>
              <a:rPr lang="ko-KR" altLang="en-US" sz="800" dirty="0">
                <a:solidFill>
                  <a:schemeClr val="bg1"/>
                </a:solidFill>
              </a:rPr>
              <a:t> 추가하기</a:t>
            </a:r>
          </a:p>
        </p:txBody>
      </p:sp>
      <p:sp>
        <p:nvSpPr>
          <p:cNvPr id="36" name="TextBox 35">
            <a:extLst>
              <a:ext uri="{FF2B5EF4-FFF2-40B4-BE49-F238E27FC236}">
                <a16:creationId xmlns:a16="http://schemas.microsoft.com/office/drawing/2014/main" id="{294AAC80-B33E-418E-9C90-64D6C404C427}"/>
              </a:ext>
            </a:extLst>
          </p:cNvPr>
          <p:cNvSpPr txBox="1"/>
          <p:nvPr/>
        </p:nvSpPr>
        <p:spPr>
          <a:xfrm>
            <a:off x="1621069" y="2948627"/>
            <a:ext cx="873957"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ko-KR" altLang="en-US" sz="800" b="1" dirty="0"/>
              <a:t>추가 </a:t>
            </a:r>
            <a:r>
              <a:rPr lang="ko-KR" altLang="en-US" sz="800" b="1" dirty="0" err="1"/>
              <a:t>배송지</a:t>
            </a:r>
            <a:endParaRPr lang="ko-KR" altLang="en-US" sz="800" b="1" dirty="0"/>
          </a:p>
        </p:txBody>
      </p:sp>
      <p:graphicFrame>
        <p:nvGraphicFramePr>
          <p:cNvPr id="37" name="표 36">
            <a:extLst>
              <a:ext uri="{FF2B5EF4-FFF2-40B4-BE49-F238E27FC236}">
                <a16:creationId xmlns:a16="http://schemas.microsoft.com/office/drawing/2014/main" id="{3D52F8B6-A1CE-47CB-A10A-A310F7289AEC}"/>
              </a:ext>
            </a:extLst>
          </p:cNvPr>
          <p:cNvGraphicFramePr>
            <a:graphicFrameLocks noGrp="1"/>
          </p:cNvGraphicFramePr>
          <p:nvPr>
            <p:extLst>
              <p:ext uri="{D42A27DB-BD31-4B8C-83A1-F6EECF244321}">
                <p14:modId xmlns:p14="http://schemas.microsoft.com/office/powerpoint/2010/main" val="1585996751"/>
              </p:ext>
            </p:extLst>
          </p:nvPr>
        </p:nvGraphicFramePr>
        <p:xfrm>
          <a:off x="10171774" y="22159"/>
          <a:ext cx="1979018" cy="187555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RF-01-07-11-1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정보 관리</a:t>
                      </a:r>
                      <a:endParaRPr lang="en-US" altLang="ko-KR" sz="800" dirty="0"/>
                    </a:p>
                    <a:p>
                      <a:pPr algn="l" latinLnBrk="1"/>
                      <a:r>
                        <a:rPr lang="en-US" altLang="ko-KR" sz="800" dirty="0"/>
                        <a:t> </a:t>
                      </a:r>
                      <a:r>
                        <a:rPr lang="en-US" altLang="ko-KR" sz="800" baseline="0" dirty="0"/>
                        <a:t>- </a:t>
                      </a:r>
                      <a:r>
                        <a:rPr lang="ko-KR" altLang="en-US" sz="800" baseline="0" dirty="0" err="1"/>
                        <a:t>배송지</a:t>
                      </a:r>
                      <a:r>
                        <a:rPr lang="ko-KR" altLang="en-US" sz="800" baseline="0" dirty="0"/>
                        <a:t> 설정</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추가 </a:t>
                      </a:r>
                      <a:r>
                        <a:rPr lang="ko-KR" altLang="en-US" sz="800" dirty="0" err="1"/>
                        <a:t>배송지를</a:t>
                      </a:r>
                      <a:r>
                        <a:rPr lang="ko-KR" altLang="en-US" sz="800" dirty="0"/>
                        <a:t> 추가하는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4049594562"/>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배송지</a:t>
                      </a:r>
                      <a:r>
                        <a:rPr lang="ko-KR" altLang="en-US" sz="800" b="0" dirty="0">
                          <a:solidFill>
                            <a:schemeClr val="tx1"/>
                          </a:solidFill>
                        </a:rPr>
                        <a:t> 추가하기 화면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algn="l" latinLnBrk="1"/>
                      <a:r>
                        <a:rPr lang="ko-KR" altLang="en-US" sz="800" b="0" dirty="0" err="1">
                          <a:solidFill>
                            <a:schemeClr val="tx1"/>
                          </a:solidFill>
                        </a:rPr>
                        <a:t>배송지</a:t>
                      </a:r>
                      <a:r>
                        <a:rPr lang="ko-KR" altLang="en-US" sz="800" b="0" dirty="0">
                          <a:solidFill>
                            <a:schemeClr val="tx1"/>
                          </a:solidFill>
                        </a:rPr>
                        <a:t> 데이터 추가 버튼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bl>
          </a:graphicData>
        </a:graphic>
      </p:graphicFrame>
      <p:sp>
        <p:nvSpPr>
          <p:cNvPr id="18" name="직사각형 17">
            <a:extLst>
              <a:ext uri="{FF2B5EF4-FFF2-40B4-BE49-F238E27FC236}">
                <a16:creationId xmlns:a16="http://schemas.microsoft.com/office/drawing/2014/main" id="{DA9BA910-6349-4F48-BAD7-9C05034ADDD1}"/>
              </a:ext>
            </a:extLst>
          </p:cNvPr>
          <p:cNvSpPr/>
          <p:nvPr/>
        </p:nvSpPr>
        <p:spPr>
          <a:xfrm>
            <a:off x="2710286" y="1584134"/>
            <a:ext cx="3935785" cy="2501306"/>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32" name="TextBox 31">
            <a:extLst>
              <a:ext uri="{FF2B5EF4-FFF2-40B4-BE49-F238E27FC236}">
                <a16:creationId xmlns:a16="http://schemas.microsoft.com/office/drawing/2014/main" id="{82BB5A97-3354-4A7F-B96B-221B66B5DA67}"/>
              </a:ext>
            </a:extLst>
          </p:cNvPr>
          <p:cNvSpPr txBox="1"/>
          <p:nvPr/>
        </p:nvSpPr>
        <p:spPr>
          <a:xfrm>
            <a:off x="2830855" y="1683166"/>
            <a:ext cx="1188146"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a:t>
            </a:r>
            <a:r>
              <a:rPr lang="ko-KR" altLang="en-US" sz="900" b="1" dirty="0" err="1">
                <a:latin typeface="맑은 고딕" panose="020B0503020000020004" pitchFamily="50" charset="-127"/>
                <a:ea typeface="맑은 고딕" panose="020B0503020000020004" pitchFamily="50" charset="-127"/>
              </a:rPr>
              <a:t>배송지</a:t>
            </a:r>
            <a:r>
              <a:rPr lang="ko-KR" altLang="en-US" sz="900" b="1" dirty="0">
                <a:latin typeface="맑은 고딕" panose="020B0503020000020004" pitchFamily="50" charset="-127"/>
                <a:ea typeface="맑은 고딕" panose="020B0503020000020004" pitchFamily="50" charset="-127"/>
              </a:rPr>
              <a:t> 추가하기</a:t>
            </a:r>
            <a:endParaRPr lang="ko-KR" altLang="en-US" sz="900" dirty="0"/>
          </a:p>
        </p:txBody>
      </p:sp>
      <p:graphicFrame>
        <p:nvGraphicFramePr>
          <p:cNvPr id="33" name="표 17">
            <a:extLst>
              <a:ext uri="{FF2B5EF4-FFF2-40B4-BE49-F238E27FC236}">
                <a16:creationId xmlns:a16="http://schemas.microsoft.com/office/drawing/2014/main" id="{6B42F047-FD99-4243-85AF-AB993667D1DC}"/>
              </a:ext>
            </a:extLst>
          </p:cNvPr>
          <p:cNvGraphicFramePr>
            <a:graphicFrameLocks noGrp="1"/>
          </p:cNvGraphicFramePr>
          <p:nvPr>
            <p:extLst>
              <p:ext uri="{D42A27DB-BD31-4B8C-83A1-F6EECF244321}">
                <p14:modId xmlns:p14="http://schemas.microsoft.com/office/powerpoint/2010/main" val="3149980508"/>
              </p:ext>
            </p:extLst>
          </p:nvPr>
        </p:nvGraphicFramePr>
        <p:xfrm>
          <a:off x="2963630" y="2176518"/>
          <a:ext cx="3472494" cy="1127760"/>
        </p:xfrm>
        <a:graphic>
          <a:graphicData uri="http://schemas.openxmlformats.org/drawingml/2006/table">
            <a:tbl>
              <a:tblPr firstRow="1" bandRow="1">
                <a:tableStyleId>{5940675A-B579-460E-94D1-54222C63F5DA}</a:tableStyleId>
              </a:tblPr>
              <a:tblGrid>
                <a:gridCol w="1005928">
                  <a:extLst>
                    <a:ext uri="{9D8B030D-6E8A-4147-A177-3AD203B41FA5}">
                      <a16:colId xmlns:a16="http://schemas.microsoft.com/office/drawing/2014/main" val="827257380"/>
                    </a:ext>
                  </a:extLst>
                </a:gridCol>
                <a:gridCol w="2466566">
                  <a:extLst>
                    <a:ext uri="{9D8B030D-6E8A-4147-A177-3AD203B41FA5}">
                      <a16:colId xmlns:a16="http://schemas.microsoft.com/office/drawing/2014/main" val="1855344563"/>
                    </a:ext>
                  </a:extLst>
                </a:gridCol>
              </a:tblGrid>
              <a:tr h="0">
                <a:tc>
                  <a:txBody>
                    <a:bodyPr/>
                    <a:lstStyle/>
                    <a:p>
                      <a:pPr latinLnBrk="1"/>
                      <a:r>
                        <a:rPr lang="ko-KR" altLang="en-US" sz="800" dirty="0" err="1">
                          <a:solidFill>
                            <a:schemeClr val="tx1"/>
                          </a:solidFill>
                        </a:rPr>
                        <a:t>배송지</a:t>
                      </a:r>
                      <a:r>
                        <a:rPr lang="ko-KR" altLang="en-US" sz="800" dirty="0">
                          <a:solidFill>
                            <a:schemeClr val="tx1"/>
                          </a:solidFill>
                        </a:rPr>
                        <a:t> 명</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주소</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ko-KR" altLang="en-US" sz="800" dirty="0" err="1">
                          <a:solidFill>
                            <a:schemeClr val="tx1"/>
                          </a:solidFill>
                        </a:rPr>
                        <a:t>배송지</a:t>
                      </a:r>
                      <a:r>
                        <a:rPr lang="ko-KR" altLang="en-US" sz="800" dirty="0">
                          <a:solidFill>
                            <a:schemeClr val="tx1"/>
                          </a:solidFill>
                        </a:rPr>
                        <a:t> 타입</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기본   ● 추가</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bl>
          </a:graphicData>
        </a:graphic>
      </p:graphicFrame>
      <p:sp>
        <p:nvSpPr>
          <p:cNvPr id="40" name="직사각형 39">
            <a:extLst>
              <a:ext uri="{FF2B5EF4-FFF2-40B4-BE49-F238E27FC236}">
                <a16:creationId xmlns:a16="http://schemas.microsoft.com/office/drawing/2014/main" id="{03919821-8ECD-4CAF-B6C8-30F71000CD9D}"/>
              </a:ext>
            </a:extLst>
          </p:cNvPr>
          <p:cNvSpPr/>
          <p:nvPr/>
        </p:nvSpPr>
        <p:spPr>
          <a:xfrm>
            <a:off x="3389728" y="3487847"/>
            <a:ext cx="1358901" cy="213360"/>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배송지추가하기</a:t>
            </a:r>
            <a:endParaRPr lang="en-US" altLang="ko-KR" sz="800" dirty="0">
              <a:solidFill>
                <a:schemeClr val="bg1"/>
              </a:solidFill>
            </a:endParaRPr>
          </a:p>
        </p:txBody>
      </p:sp>
      <p:grpSp>
        <p:nvGrpSpPr>
          <p:cNvPr id="41" name="Image">
            <a:extLst>
              <a:ext uri="{FF2B5EF4-FFF2-40B4-BE49-F238E27FC236}">
                <a16:creationId xmlns:a16="http://schemas.microsoft.com/office/drawing/2014/main" id="{7A9307DB-C6A2-47D5-BC97-B4B70869A787}"/>
              </a:ext>
            </a:extLst>
          </p:cNvPr>
          <p:cNvGrpSpPr>
            <a:grpSpLocks/>
          </p:cNvGrpSpPr>
          <p:nvPr/>
        </p:nvGrpSpPr>
        <p:grpSpPr bwMode="auto">
          <a:xfrm>
            <a:off x="6333766" y="1704201"/>
            <a:ext cx="204716" cy="209797"/>
            <a:chOff x="508000" y="1397000"/>
            <a:chExt cx="1008112" cy="1008112"/>
          </a:xfrm>
        </p:grpSpPr>
        <p:sp>
          <p:nvSpPr>
            <p:cNvPr id="42" name="Border">
              <a:extLst>
                <a:ext uri="{FF2B5EF4-FFF2-40B4-BE49-F238E27FC236}">
                  <a16:creationId xmlns:a16="http://schemas.microsoft.com/office/drawing/2014/main" id="{5BDF002F-6663-4AFC-BE0E-C81E9CC1C071}"/>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3" name="Line 2">
              <a:extLst>
                <a:ext uri="{FF2B5EF4-FFF2-40B4-BE49-F238E27FC236}">
                  <a16:creationId xmlns:a16="http://schemas.microsoft.com/office/drawing/2014/main" id="{4D2BA593-4006-45FC-B14C-9FD36ADC8EB3}"/>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4" name="Line 1">
              <a:extLst>
                <a:ext uri="{FF2B5EF4-FFF2-40B4-BE49-F238E27FC236}">
                  <a16:creationId xmlns:a16="http://schemas.microsoft.com/office/drawing/2014/main" id="{450C4853-A9A3-4FCE-AAE1-377FC23F280E}"/>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45" name="직사각형 44">
            <a:extLst>
              <a:ext uri="{FF2B5EF4-FFF2-40B4-BE49-F238E27FC236}">
                <a16:creationId xmlns:a16="http://schemas.microsoft.com/office/drawing/2014/main" id="{C6B9103B-78B2-4A03-873D-0CE1676B2FAF}"/>
              </a:ext>
            </a:extLst>
          </p:cNvPr>
          <p:cNvSpPr/>
          <p:nvPr/>
        </p:nvSpPr>
        <p:spPr>
          <a:xfrm>
            <a:off x="4855438" y="3487847"/>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49" name="타원 48">
            <a:extLst>
              <a:ext uri="{FF2B5EF4-FFF2-40B4-BE49-F238E27FC236}">
                <a16:creationId xmlns:a16="http://schemas.microsoft.com/office/drawing/2014/main" id="{91DF93CA-AF65-4966-A517-62A5EFF50BD7}"/>
              </a:ext>
            </a:extLst>
          </p:cNvPr>
          <p:cNvSpPr/>
          <p:nvPr/>
        </p:nvSpPr>
        <p:spPr>
          <a:xfrm>
            <a:off x="8435940" y="2736735"/>
            <a:ext cx="755809"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50" name="직선 화살표 연결선 49">
            <a:extLst>
              <a:ext uri="{FF2B5EF4-FFF2-40B4-BE49-F238E27FC236}">
                <a16:creationId xmlns:a16="http://schemas.microsoft.com/office/drawing/2014/main" id="{9B128DE8-3AF3-4831-9109-A87B691C64AA}"/>
              </a:ext>
            </a:extLst>
          </p:cNvPr>
          <p:cNvCxnSpPr>
            <a:cxnSpLocks/>
            <a:stCxn id="49" idx="2"/>
          </p:cNvCxnSpPr>
          <p:nvPr/>
        </p:nvCxnSpPr>
        <p:spPr>
          <a:xfrm flipH="1">
            <a:off x="6436124" y="2958547"/>
            <a:ext cx="1999816" cy="10063"/>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52" name="직사각형 51">
            <a:extLst>
              <a:ext uri="{FF2B5EF4-FFF2-40B4-BE49-F238E27FC236}">
                <a16:creationId xmlns:a16="http://schemas.microsoft.com/office/drawing/2014/main" id="{198BD6A0-9D05-430C-BAB3-9CFCF133153C}"/>
              </a:ext>
            </a:extLst>
          </p:cNvPr>
          <p:cNvSpPr/>
          <p:nvPr/>
        </p:nvSpPr>
        <p:spPr>
          <a:xfrm>
            <a:off x="4042118" y="2195474"/>
            <a:ext cx="2236996" cy="169359"/>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lumMod val="50000"/>
                  <a:lumOff val="50000"/>
                </a:schemeClr>
              </a:solidFill>
            </a:endParaRPr>
          </a:p>
        </p:txBody>
      </p:sp>
      <p:sp>
        <p:nvSpPr>
          <p:cNvPr id="53" name="직사각형 52">
            <a:extLst>
              <a:ext uri="{FF2B5EF4-FFF2-40B4-BE49-F238E27FC236}">
                <a16:creationId xmlns:a16="http://schemas.microsoft.com/office/drawing/2014/main" id="{02CF7481-45AF-45B1-B87F-C44E42D7E8BC}"/>
              </a:ext>
            </a:extLst>
          </p:cNvPr>
          <p:cNvSpPr/>
          <p:nvPr/>
        </p:nvSpPr>
        <p:spPr>
          <a:xfrm>
            <a:off x="4976576" y="2489190"/>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우편번호찾기</a:t>
            </a:r>
            <a:endParaRPr lang="ko-KR" altLang="en-US" sz="800" dirty="0">
              <a:solidFill>
                <a:schemeClr val="bg1"/>
              </a:solidFill>
            </a:endParaRPr>
          </a:p>
        </p:txBody>
      </p:sp>
      <p:sp>
        <p:nvSpPr>
          <p:cNvPr id="54" name="직사각형 53">
            <a:extLst>
              <a:ext uri="{FF2B5EF4-FFF2-40B4-BE49-F238E27FC236}">
                <a16:creationId xmlns:a16="http://schemas.microsoft.com/office/drawing/2014/main" id="{BBD1E5ED-74E3-480A-854F-CA21491632A9}"/>
              </a:ext>
            </a:extLst>
          </p:cNvPr>
          <p:cNvSpPr/>
          <p:nvPr/>
        </p:nvSpPr>
        <p:spPr>
          <a:xfrm>
            <a:off x="4042118" y="2487717"/>
            <a:ext cx="854065"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우편번호</a:t>
            </a:r>
          </a:p>
        </p:txBody>
      </p:sp>
      <p:sp>
        <p:nvSpPr>
          <p:cNvPr id="55" name="직사각형 54">
            <a:extLst>
              <a:ext uri="{FF2B5EF4-FFF2-40B4-BE49-F238E27FC236}">
                <a16:creationId xmlns:a16="http://schemas.microsoft.com/office/drawing/2014/main" id="{2CC0EEDC-3E23-45F5-9054-3174F33F482A}"/>
              </a:ext>
            </a:extLst>
          </p:cNvPr>
          <p:cNvSpPr/>
          <p:nvPr/>
        </p:nvSpPr>
        <p:spPr>
          <a:xfrm>
            <a:off x="4042118" y="2696185"/>
            <a:ext cx="2291648" cy="139063"/>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주소</a:t>
            </a:r>
          </a:p>
        </p:txBody>
      </p:sp>
      <p:sp>
        <p:nvSpPr>
          <p:cNvPr id="56" name="직사각형 55">
            <a:extLst>
              <a:ext uri="{FF2B5EF4-FFF2-40B4-BE49-F238E27FC236}">
                <a16:creationId xmlns:a16="http://schemas.microsoft.com/office/drawing/2014/main" id="{2547F3EC-4E8C-491E-A0E3-B4B9A3E8FB6B}"/>
              </a:ext>
            </a:extLst>
          </p:cNvPr>
          <p:cNvSpPr/>
          <p:nvPr/>
        </p:nvSpPr>
        <p:spPr>
          <a:xfrm>
            <a:off x="4042118" y="2897389"/>
            <a:ext cx="2291648" cy="130445"/>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상세 주소 </a:t>
            </a:r>
          </a:p>
        </p:txBody>
      </p:sp>
      <p:sp>
        <p:nvSpPr>
          <p:cNvPr id="57" name="TextBox 56">
            <a:extLst>
              <a:ext uri="{FF2B5EF4-FFF2-40B4-BE49-F238E27FC236}">
                <a16:creationId xmlns:a16="http://schemas.microsoft.com/office/drawing/2014/main" id="{8B04C1AF-DDCC-47D4-AD64-A633AAD90936}"/>
              </a:ext>
            </a:extLst>
          </p:cNvPr>
          <p:cNvSpPr txBox="1"/>
          <p:nvPr/>
        </p:nvSpPr>
        <p:spPr>
          <a:xfrm>
            <a:off x="9314038" y="2667482"/>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38" name="TextBox 37">
            <a:extLst>
              <a:ext uri="{FF2B5EF4-FFF2-40B4-BE49-F238E27FC236}">
                <a16:creationId xmlns:a16="http://schemas.microsoft.com/office/drawing/2014/main" id="{8B04C1AF-DDCC-47D4-AD64-A633AAD90936}"/>
              </a:ext>
            </a:extLst>
          </p:cNvPr>
          <p:cNvSpPr txBox="1"/>
          <p:nvPr/>
        </p:nvSpPr>
        <p:spPr>
          <a:xfrm>
            <a:off x="4552182" y="3408211"/>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3926004965"/>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294AAC80-B33E-418E-9C90-64D6C404C427}"/>
              </a:ext>
            </a:extLst>
          </p:cNvPr>
          <p:cNvSpPr txBox="1"/>
          <p:nvPr/>
        </p:nvSpPr>
        <p:spPr>
          <a:xfrm>
            <a:off x="1610932" y="893882"/>
            <a:ext cx="873957"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ko-KR" altLang="en-US" sz="800" b="1" dirty="0"/>
              <a:t>기본 </a:t>
            </a:r>
            <a:r>
              <a:rPr lang="ko-KR" altLang="en-US" sz="800" b="1" dirty="0" err="1"/>
              <a:t>배송지</a:t>
            </a:r>
            <a:endParaRPr lang="ko-KR" altLang="en-US" sz="800" b="1" dirty="0"/>
          </a:p>
        </p:txBody>
      </p:sp>
      <p:graphicFrame>
        <p:nvGraphicFramePr>
          <p:cNvPr id="3" name="표 2">
            <a:extLst>
              <a:ext uri="{FF2B5EF4-FFF2-40B4-BE49-F238E27FC236}">
                <a16:creationId xmlns:a16="http://schemas.microsoft.com/office/drawing/2014/main" id="{B70B2815-0F8A-40B5-BF2B-3A5608D378B7}"/>
              </a:ext>
            </a:extLst>
          </p:cNvPr>
          <p:cNvGraphicFramePr>
            <a:graphicFrameLocks noGrp="1"/>
          </p:cNvGraphicFramePr>
          <p:nvPr/>
        </p:nvGraphicFramePr>
        <p:xfrm>
          <a:off x="1691325" y="1109326"/>
          <a:ext cx="7777839" cy="701040"/>
        </p:xfrm>
        <a:graphic>
          <a:graphicData uri="http://schemas.openxmlformats.org/drawingml/2006/table">
            <a:tbl>
              <a:tblPr firstRow="1" bandRow="1">
                <a:tableStyleId>{5C22544A-7EE6-4342-B048-85BDC9FD1C3A}</a:tableStyleId>
              </a:tblPr>
              <a:tblGrid>
                <a:gridCol w="1291301">
                  <a:extLst>
                    <a:ext uri="{9D8B030D-6E8A-4147-A177-3AD203B41FA5}">
                      <a16:colId xmlns:a16="http://schemas.microsoft.com/office/drawing/2014/main" val="20000"/>
                    </a:ext>
                  </a:extLst>
                </a:gridCol>
                <a:gridCol w="6486538">
                  <a:extLst>
                    <a:ext uri="{9D8B030D-6E8A-4147-A177-3AD203B41FA5}">
                      <a16:colId xmlns:a16="http://schemas.microsoft.com/office/drawing/2014/main" val="20001"/>
                    </a:ext>
                  </a:extLst>
                </a:gridCol>
              </a:tblGrid>
              <a:tr h="0">
                <a:tc>
                  <a:txBody>
                    <a:bodyPr/>
                    <a:lstStyle/>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89819523"/>
                  </a:ext>
                </a:extLst>
              </a:tr>
            </a:tbl>
          </a:graphicData>
        </a:graphic>
      </p:graphicFrame>
      <p:sp>
        <p:nvSpPr>
          <p:cNvPr id="13" name="직사각형 12">
            <a:extLst>
              <a:ext uri="{FF2B5EF4-FFF2-40B4-BE49-F238E27FC236}">
                <a16:creationId xmlns:a16="http://schemas.microsoft.com/office/drawing/2014/main" id="{02CF7481-45AF-45B1-B87F-C44E42D7E8BC}"/>
              </a:ext>
            </a:extLst>
          </p:cNvPr>
          <p:cNvSpPr/>
          <p:nvPr/>
        </p:nvSpPr>
        <p:spPr>
          <a:xfrm>
            <a:off x="3989693" y="1183719"/>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우편번호찾기</a:t>
            </a:r>
            <a:endParaRPr lang="ko-KR" altLang="en-US" sz="800" dirty="0">
              <a:solidFill>
                <a:schemeClr val="bg1"/>
              </a:solidFill>
            </a:endParaRPr>
          </a:p>
        </p:txBody>
      </p:sp>
      <p:sp>
        <p:nvSpPr>
          <p:cNvPr id="14" name="직사각형 13">
            <a:extLst>
              <a:ext uri="{FF2B5EF4-FFF2-40B4-BE49-F238E27FC236}">
                <a16:creationId xmlns:a16="http://schemas.microsoft.com/office/drawing/2014/main" id="{BBD1E5ED-74E3-480A-854F-CA21491632A9}"/>
              </a:ext>
            </a:extLst>
          </p:cNvPr>
          <p:cNvSpPr/>
          <p:nvPr/>
        </p:nvSpPr>
        <p:spPr>
          <a:xfrm>
            <a:off x="3055235" y="1182246"/>
            <a:ext cx="854065"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우편번호</a:t>
            </a:r>
          </a:p>
        </p:txBody>
      </p:sp>
      <p:sp>
        <p:nvSpPr>
          <p:cNvPr id="15" name="직사각형 14">
            <a:extLst>
              <a:ext uri="{FF2B5EF4-FFF2-40B4-BE49-F238E27FC236}">
                <a16:creationId xmlns:a16="http://schemas.microsoft.com/office/drawing/2014/main" id="{2CC0EEDC-3E23-45F5-9054-3174F33F482A}"/>
              </a:ext>
            </a:extLst>
          </p:cNvPr>
          <p:cNvSpPr/>
          <p:nvPr/>
        </p:nvSpPr>
        <p:spPr>
          <a:xfrm>
            <a:off x="3055235" y="1390714"/>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주소</a:t>
            </a:r>
          </a:p>
        </p:txBody>
      </p:sp>
      <p:sp>
        <p:nvSpPr>
          <p:cNvPr id="16" name="직사각형 15">
            <a:extLst>
              <a:ext uri="{FF2B5EF4-FFF2-40B4-BE49-F238E27FC236}">
                <a16:creationId xmlns:a16="http://schemas.microsoft.com/office/drawing/2014/main" id="{2547F3EC-4E8C-491E-A0E3-B4B9A3E8FB6B}"/>
              </a:ext>
            </a:extLst>
          </p:cNvPr>
          <p:cNvSpPr/>
          <p:nvPr/>
        </p:nvSpPr>
        <p:spPr>
          <a:xfrm>
            <a:off x="3055235" y="1591918"/>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상세 주소 </a:t>
            </a:r>
          </a:p>
        </p:txBody>
      </p:sp>
      <p:sp>
        <p:nvSpPr>
          <p:cNvPr id="20" name="직사각형 19">
            <a:extLst>
              <a:ext uri="{FF2B5EF4-FFF2-40B4-BE49-F238E27FC236}">
                <a16:creationId xmlns:a16="http://schemas.microsoft.com/office/drawing/2014/main" id="{02CF7481-45AF-45B1-B87F-C44E42D7E8BC}"/>
              </a:ext>
            </a:extLst>
          </p:cNvPr>
          <p:cNvSpPr/>
          <p:nvPr/>
        </p:nvSpPr>
        <p:spPr>
          <a:xfrm>
            <a:off x="4678179" y="1904432"/>
            <a:ext cx="1403839" cy="331793"/>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기본 </a:t>
            </a:r>
            <a:r>
              <a:rPr lang="ko-KR" altLang="en-US" sz="800" dirty="0" err="1">
                <a:solidFill>
                  <a:schemeClr val="bg1"/>
                </a:solidFill>
              </a:rPr>
              <a:t>배송지</a:t>
            </a:r>
            <a:r>
              <a:rPr lang="ko-KR" altLang="en-US" sz="800" dirty="0">
                <a:solidFill>
                  <a:schemeClr val="bg1"/>
                </a:solidFill>
              </a:rPr>
              <a:t> 수정</a:t>
            </a:r>
          </a:p>
        </p:txBody>
      </p:sp>
      <p:sp>
        <p:nvSpPr>
          <p:cNvPr id="21" name="직사각형 20">
            <a:extLst>
              <a:ext uri="{FF2B5EF4-FFF2-40B4-BE49-F238E27FC236}">
                <a16:creationId xmlns:a16="http://schemas.microsoft.com/office/drawing/2014/main" id="{BBD1E5ED-74E3-480A-854F-CA21491632A9}"/>
              </a:ext>
            </a:extLst>
          </p:cNvPr>
          <p:cNvSpPr/>
          <p:nvPr/>
        </p:nvSpPr>
        <p:spPr>
          <a:xfrm>
            <a:off x="1806673" y="1176632"/>
            <a:ext cx="854065"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집</a:t>
            </a:r>
          </a:p>
        </p:txBody>
      </p:sp>
      <p:graphicFrame>
        <p:nvGraphicFramePr>
          <p:cNvPr id="22" name="표 21">
            <a:extLst>
              <a:ext uri="{FF2B5EF4-FFF2-40B4-BE49-F238E27FC236}">
                <a16:creationId xmlns:a16="http://schemas.microsoft.com/office/drawing/2014/main" id="{67B3B92E-E588-41D0-B091-947E6CDFF24B}"/>
              </a:ext>
            </a:extLst>
          </p:cNvPr>
          <p:cNvGraphicFramePr>
            <a:graphicFrameLocks noGrp="1"/>
          </p:cNvGraphicFramePr>
          <p:nvPr/>
        </p:nvGraphicFramePr>
        <p:xfrm>
          <a:off x="1691325" y="3201400"/>
          <a:ext cx="7778540" cy="624840"/>
        </p:xfrm>
        <a:graphic>
          <a:graphicData uri="http://schemas.openxmlformats.org/drawingml/2006/table">
            <a:tbl>
              <a:tblPr firstRow="1" bandRow="1">
                <a:tableStyleId>{5C22544A-7EE6-4342-B048-85BDC9FD1C3A}</a:tableStyleId>
              </a:tblPr>
              <a:tblGrid>
                <a:gridCol w="1001025">
                  <a:extLst>
                    <a:ext uri="{9D8B030D-6E8A-4147-A177-3AD203B41FA5}">
                      <a16:colId xmlns:a16="http://schemas.microsoft.com/office/drawing/2014/main" val="20000"/>
                    </a:ext>
                  </a:extLst>
                </a:gridCol>
                <a:gridCol w="5746459">
                  <a:extLst>
                    <a:ext uri="{9D8B030D-6E8A-4147-A177-3AD203B41FA5}">
                      <a16:colId xmlns:a16="http://schemas.microsoft.com/office/drawing/2014/main" val="20001"/>
                    </a:ext>
                  </a:extLst>
                </a:gridCol>
                <a:gridCol w="1031056">
                  <a:extLst>
                    <a:ext uri="{9D8B030D-6E8A-4147-A177-3AD203B41FA5}">
                      <a16:colId xmlns:a16="http://schemas.microsoft.com/office/drawing/2014/main" val="2179269706"/>
                    </a:ext>
                  </a:extLst>
                </a:gridCol>
              </a:tblGrid>
              <a:tr h="0">
                <a:tc>
                  <a:txBody>
                    <a:bodyPr/>
                    <a:lstStyle/>
                    <a:p>
                      <a:pPr algn="ctr" latinLnBrk="1"/>
                      <a:r>
                        <a:rPr lang="ko-KR" altLang="en-US" sz="700" b="0" dirty="0" err="1">
                          <a:solidFill>
                            <a:schemeClr val="tx1"/>
                          </a:solidFill>
                        </a:rPr>
                        <a:t>배송지</a:t>
                      </a:r>
                      <a:r>
                        <a:rPr lang="ko-KR" altLang="en-US" sz="700" b="0" dirty="0">
                          <a:solidFill>
                            <a:schemeClr val="tx1"/>
                          </a:solidFill>
                        </a:rPr>
                        <a:t> 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주소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관리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ko-KR" altLang="en-US" sz="800" b="0" dirty="0">
                          <a:solidFill>
                            <a:schemeClr val="tx1"/>
                          </a:solidFill>
                        </a:rPr>
                        <a:t>회사</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t>
                      </a:r>
                      <a:r>
                        <a:rPr lang="ko-KR" altLang="en-US" sz="800" b="0" dirty="0">
                          <a:solidFill>
                            <a:schemeClr val="tx1"/>
                          </a:solidFill>
                        </a:rPr>
                        <a:t>우편번호</a:t>
                      </a:r>
                      <a:r>
                        <a:rPr lang="en-US" altLang="ko-KR" sz="800" b="0" dirty="0">
                          <a:solidFill>
                            <a:schemeClr val="tx1"/>
                          </a:solidFill>
                        </a:rPr>
                        <a:t>) </a:t>
                      </a:r>
                      <a:r>
                        <a:rPr lang="ko-KR" altLang="en-US" sz="800" b="0" dirty="0">
                          <a:solidFill>
                            <a:schemeClr val="tx1"/>
                          </a:solidFill>
                        </a:rPr>
                        <a:t>주소 및 상세 주소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ko-KR" altLang="en-US" sz="800" b="0" dirty="0">
                          <a:solidFill>
                            <a:schemeClr val="tx1"/>
                          </a:solidFill>
                        </a:rPr>
                        <a:t>부모님 댁</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t>
                      </a:r>
                      <a:r>
                        <a:rPr lang="ko-KR" altLang="en-US" sz="800" b="0" dirty="0">
                          <a:solidFill>
                            <a:schemeClr val="tx1"/>
                          </a:solidFill>
                        </a:rPr>
                        <a:t>우편번호</a:t>
                      </a:r>
                      <a:r>
                        <a:rPr lang="en-US" altLang="ko-KR" sz="800" b="0" dirty="0">
                          <a:solidFill>
                            <a:schemeClr val="tx1"/>
                          </a:solidFill>
                        </a:rPr>
                        <a:t>) </a:t>
                      </a:r>
                      <a:r>
                        <a:rPr lang="ko-KR" altLang="en-US" sz="800" b="0" dirty="0">
                          <a:solidFill>
                            <a:schemeClr val="tx1"/>
                          </a:solidFill>
                        </a:rPr>
                        <a:t>주소 및 상세 주소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sp>
        <p:nvSpPr>
          <p:cNvPr id="23" name="직사각형 22">
            <a:extLst>
              <a:ext uri="{FF2B5EF4-FFF2-40B4-BE49-F238E27FC236}">
                <a16:creationId xmlns:a16="http://schemas.microsoft.com/office/drawing/2014/main" id="{81C9AE9F-5403-4770-A435-F6FCD61204E1}"/>
              </a:ext>
            </a:extLst>
          </p:cNvPr>
          <p:cNvSpPr/>
          <p:nvPr/>
        </p:nvSpPr>
        <p:spPr>
          <a:xfrm>
            <a:off x="9007689" y="3421302"/>
            <a:ext cx="341530" cy="171549"/>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24" name="직사각형 23">
            <a:extLst>
              <a:ext uri="{FF2B5EF4-FFF2-40B4-BE49-F238E27FC236}">
                <a16:creationId xmlns:a16="http://schemas.microsoft.com/office/drawing/2014/main" id="{11E70485-4032-4991-A6C3-273785B5EFCC}"/>
              </a:ext>
            </a:extLst>
          </p:cNvPr>
          <p:cNvSpPr/>
          <p:nvPr/>
        </p:nvSpPr>
        <p:spPr>
          <a:xfrm>
            <a:off x="8569046" y="3421301"/>
            <a:ext cx="341530" cy="171549"/>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28" name="직사각형 27">
            <a:extLst>
              <a:ext uri="{FF2B5EF4-FFF2-40B4-BE49-F238E27FC236}">
                <a16:creationId xmlns:a16="http://schemas.microsoft.com/office/drawing/2014/main" id="{A03550C5-E6A2-4E35-B063-8293C69AA776}"/>
              </a:ext>
            </a:extLst>
          </p:cNvPr>
          <p:cNvSpPr/>
          <p:nvPr/>
        </p:nvSpPr>
        <p:spPr>
          <a:xfrm>
            <a:off x="9007689" y="3630179"/>
            <a:ext cx="341530" cy="171549"/>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29" name="직사각형 28">
            <a:extLst>
              <a:ext uri="{FF2B5EF4-FFF2-40B4-BE49-F238E27FC236}">
                <a16:creationId xmlns:a16="http://schemas.microsoft.com/office/drawing/2014/main" id="{9CF8EBA7-F7E4-4F96-8858-4168377DDF74}"/>
              </a:ext>
            </a:extLst>
          </p:cNvPr>
          <p:cNvSpPr/>
          <p:nvPr/>
        </p:nvSpPr>
        <p:spPr>
          <a:xfrm>
            <a:off x="8569046" y="3630179"/>
            <a:ext cx="341530" cy="171549"/>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35" name="직사각형 34">
            <a:extLst>
              <a:ext uri="{FF2B5EF4-FFF2-40B4-BE49-F238E27FC236}">
                <a16:creationId xmlns:a16="http://schemas.microsoft.com/office/drawing/2014/main" id="{02CF7481-45AF-45B1-B87F-C44E42D7E8BC}"/>
              </a:ext>
            </a:extLst>
          </p:cNvPr>
          <p:cNvSpPr/>
          <p:nvPr/>
        </p:nvSpPr>
        <p:spPr>
          <a:xfrm>
            <a:off x="8187655" y="2801562"/>
            <a:ext cx="1281509" cy="327303"/>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배송지</a:t>
            </a:r>
            <a:r>
              <a:rPr lang="ko-KR" altLang="en-US" sz="800" dirty="0">
                <a:solidFill>
                  <a:schemeClr val="bg1"/>
                </a:solidFill>
              </a:rPr>
              <a:t> 추가하기</a:t>
            </a:r>
          </a:p>
        </p:txBody>
      </p:sp>
      <p:sp>
        <p:nvSpPr>
          <p:cNvPr id="36" name="TextBox 35">
            <a:extLst>
              <a:ext uri="{FF2B5EF4-FFF2-40B4-BE49-F238E27FC236}">
                <a16:creationId xmlns:a16="http://schemas.microsoft.com/office/drawing/2014/main" id="{294AAC80-B33E-418E-9C90-64D6C404C427}"/>
              </a:ext>
            </a:extLst>
          </p:cNvPr>
          <p:cNvSpPr txBox="1"/>
          <p:nvPr/>
        </p:nvSpPr>
        <p:spPr>
          <a:xfrm>
            <a:off x="1621069" y="2948627"/>
            <a:ext cx="873957"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ko-KR" altLang="en-US" sz="800" b="1" dirty="0"/>
              <a:t>추가 </a:t>
            </a:r>
            <a:r>
              <a:rPr lang="ko-KR" altLang="en-US" sz="800" b="1" dirty="0" err="1"/>
              <a:t>배송지</a:t>
            </a:r>
            <a:endParaRPr lang="ko-KR" altLang="en-US" sz="800" b="1" dirty="0"/>
          </a:p>
        </p:txBody>
      </p:sp>
      <p:graphicFrame>
        <p:nvGraphicFramePr>
          <p:cNvPr id="37" name="표 36">
            <a:extLst>
              <a:ext uri="{FF2B5EF4-FFF2-40B4-BE49-F238E27FC236}">
                <a16:creationId xmlns:a16="http://schemas.microsoft.com/office/drawing/2014/main" id="{3D52F8B6-A1CE-47CB-A10A-A310F7289AEC}"/>
              </a:ext>
            </a:extLst>
          </p:cNvPr>
          <p:cNvGraphicFramePr>
            <a:graphicFrameLocks noGrp="1"/>
          </p:cNvGraphicFramePr>
          <p:nvPr>
            <p:extLst>
              <p:ext uri="{D42A27DB-BD31-4B8C-83A1-F6EECF244321}">
                <p14:modId xmlns:p14="http://schemas.microsoft.com/office/powerpoint/2010/main" val="1202800514"/>
              </p:ext>
            </p:extLst>
          </p:nvPr>
        </p:nvGraphicFramePr>
        <p:xfrm>
          <a:off x="10171774" y="22159"/>
          <a:ext cx="1979018" cy="239371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RF-01-07-11-2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정보 관리</a:t>
                      </a:r>
                      <a:endParaRPr lang="en-US" altLang="ko-KR" sz="800" dirty="0"/>
                    </a:p>
                    <a:p>
                      <a:pPr algn="l" latinLnBrk="1"/>
                      <a:r>
                        <a:rPr lang="en-US" altLang="ko-KR" sz="800" dirty="0"/>
                        <a:t> </a:t>
                      </a:r>
                      <a:r>
                        <a:rPr lang="en-US" altLang="ko-KR" sz="800" baseline="0" dirty="0"/>
                        <a:t>- </a:t>
                      </a:r>
                      <a:r>
                        <a:rPr lang="ko-KR" altLang="en-US" sz="800" baseline="0" dirty="0" err="1"/>
                        <a:t>배송지</a:t>
                      </a:r>
                      <a:r>
                        <a:rPr lang="ko-KR" altLang="en-US" sz="800" baseline="0" dirty="0"/>
                        <a:t> 설정</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추가 </a:t>
                      </a:r>
                      <a:r>
                        <a:rPr lang="ko-KR" altLang="en-US" sz="800" dirty="0" err="1"/>
                        <a:t>배송지를</a:t>
                      </a:r>
                      <a:r>
                        <a:rPr lang="ko-KR" altLang="en-US" sz="800" dirty="0"/>
                        <a:t> 추가하는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291897777"/>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배송지</a:t>
                      </a:r>
                      <a:r>
                        <a:rPr lang="ko-KR" altLang="en-US" sz="800" b="0" dirty="0">
                          <a:solidFill>
                            <a:schemeClr val="tx1"/>
                          </a:solidFill>
                        </a:rPr>
                        <a:t> 타입을 기본으로 선택</a:t>
                      </a:r>
                      <a:r>
                        <a:rPr lang="ko-KR" altLang="en-US" sz="800" b="0" baseline="0" dirty="0">
                          <a:solidFill>
                            <a:schemeClr val="tx1"/>
                          </a:solidFill>
                        </a:rPr>
                        <a:t>한 다음 배송지추가하기를 할 경우 안내 문구가 출력됩니다</a:t>
                      </a:r>
                      <a:r>
                        <a:rPr lang="en-US" altLang="ko-KR" sz="800" b="0" baseline="0" dirty="0">
                          <a:solidFill>
                            <a:schemeClr val="tx1"/>
                          </a:solidFill>
                        </a:rPr>
                        <a:t>.</a:t>
                      </a:r>
                      <a:r>
                        <a:rPr lang="ko-KR" altLang="en-US" sz="800" b="0" baseline="0" dirty="0">
                          <a:solidFill>
                            <a:schemeClr val="tx1"/>
                          </a:solidFill>
                        </a:rPr>
                        <a:t> 확인 버튼을 누를 경우 데이터가 적용되고 취소를 누를 경우 안내 문구가 사라지며 데이터는 적용되지 않습니다</a:t>
                      </a:r>
                      <a:r>
                        <a:rPr lang="en-US" altLang="ko-KR" sz="800" b="0" baseline="0" dirty="0">
                          <a:solidFill>
                            <a:schemeClr val="tx1"/>
                          </a:solidFill>
                        </a:rPr>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
        <p:nvSpPr>
          <p:cNvPr id="18" name="직사각형 17">
            <a:extLst>
              <a:ext uri="{FF2B5EF4-FFF2-40B4-BE49-F238E27FC236}">
                <a16:creationId xmlns:a16="http://schemas.microsoft.com/office/drawing/2014/main" id="{DA9BA910-6349-4F48-BAD7-9C05034ADDD1}"/>
              </a:ext>
            </a:extLst>
          </p:cNvPr>
          <p:cNvSpPr/>
          <p:nvPr/>
        </p:nvSpPr>
        <p:spPr>
          <a:xfrm>
            <a:off x="2710286" y="1584134"/>
            <a:ext cx="3935785" cy="2501306"/>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32" name="TextBox 31">
            <a:extLst>
              <a:ext uri="{FF2B5EF4-FFF2-40B4-BE49-F238E27FC236}">
                <a16:creationId xmlns:a16="http://schemas.microsoft.com/office/drawing/2014/main" id="{82BB5A97-3354-4A7F-B96B-221B66B5DA67}"/>
              </a:ext>
            </a:extLst>
          </p:cNvPr>
          <p:cNvSpPr txBox="1"/>
          <p:nvPr/>
        </p:nvSpPr>
        <p:spPr>
          <a:xfrm>
            <a:off x="2830855" y="1683166"/>
            <a:ext cx="1188146"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a:t>
            </a:r>
            <a:r>
              <a:rPr lang="ko-KR" altLang="en-US" sz="900" b="1" dirty="0" err="1">
                <a:latin typeface="맑은 고딕" panose="020B0503020000020004" pitchFamily="50" charset="-127"/>
                <a:ea typeface="맑은 고딕" panose="020B0503020000020004" pitchFamily="50" charset="-127"/>
              </a:rPr>
              <a:t>배송지</a:t>
            </a:r>
            <a:r>
              <a:rPr lang="ko-KR" altLang="en-US" sz="900" b="1" dirty="0">
                <a:latin typeface="맑은 고딕" panose="020B0503020000020004" pitchFamily="50" charset="-127"/>
                <a:ea typeface="맑은 고딕" panose="020B0503020000020004" pitchFamily="50" charset="-127"/>
              </a:rPr>
              <a:t> 추가하기</a:t>
            </a:r>
            <a:endParaRPr lang="ko-KR" altLang="en-US" sz="900" dirty="0"/>
          </a:p>
        </p:txBody>
      </p:sp>
      <p:graphicFrame>
        <p:nvGraphicFramePr>
          <p:cNvPr id="33" name="표 17">
            <a:extLst>
              <a:ext uri="{FF2B5EF4-FFF2-40B4-BE49-F238E27FC236}">
                <a16:creationId xmlns:a16="http://schemas.microsoft.com/office/drawing/2014/main" id="{6B42F047-FD99-4243-85AF-AB993667D1DC}"/>
              </a:ext>
            </a:extLst>
          </p:cNvPr>
          <p:cNvGraphicFramePr>
            <a:graphicFrameLocks noGrp="1"/>
          </p:cNvGraphicFramePr>
          <p:nvPr>
            <p:extLst>
              <p:ext uri="{D42A27DB-BD31-4B8C-83A1-F6EECF244321}">
                <p14:modId xmlns:p14="http://schemas.microsoft.com/office/powerpoint/2010/main" val="1970707866"/>
              </p:ext>
            </p:extLst>
          </p:nvPr>
        </p:nvGraphicFramePr>
        <p:xfrm>
          <a:off x="2963630" y="2176518"/>
          <a:ext cx="3472494" cy="1127760"/>
        </p:xfrm>
        <a:graphic>
          <a:graphicData uri="http://schemas.openxmlformats.org/drawingml/2006/table">
            <a:tbl>
              <a:tblPr firstRow="1" bandRow="1">
                <a:tableStyleId>{5940675A-B579-460E-94D1-54222C63F5DA}</a:tableStyleId>
              </a:tblPr>
              <a:tblGrid>
                <a:gridCol w="1005928">
                  <a:extLst>
                    <a:ext uri="{9D8B030D-6E8A-4147-A177-3AD203B41FA5}">
                      <a16:colId xmlns:a16="http://schemas.microsoft.com/office/drawing/2014/main" val="827257380"/>
                    </a:ext>
                  </a:extLst>
                </a:gridCol>
                <a:gridCol w="2466566">
                  <a:extLst>
                    <a:ext uri="{9D8B030D-6E8A-4147-A177-3AD203B41FA5}">
                      <a16:colId xmlns:a16="http://schemas.microsoft.com/office/drawing/2014/main" val="1855344563"/>
                    </a:ext>
                  </a:extLst>
                </a:gridCol>
              </a:tblGrid>
              <a:tr h="0">
                <a:tc>
                  <a:txBody>
                    <a:bodyPr/>
                    <a:lstStyle/>
                    <a:p>
                      <a:pPr latinLnBrk="1"/>
                      <a:r>
                        <a:rPr lang="ko-KR" altLang="en-US" sz="800" dirty="0" err="1">
                          <a:solidFill>
                            <a:schemeClr val="tx1"/>
                          </a:solidFill>
                        </a:rPr>
                        <a:t>배송지</a:t>
                      </a:r>
                      <a:r>
                        <a:rPr lang="ko-KR" altLang="en-US" sz="800" dirty="0">
                          <a:solidFill>
                            <a:schemeClr val="tx1"/>
                          </a:solidFill>
                        </a:rPr>
                        <a:t> 명</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주소</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ko-KR" altLang="en-US" sz="800" dirty="0" err="1">
                          <a:solidFill>
                            <a:schemeClr val="tx1"/>
                          </a:solidFill>
                        </a:rPr>
                        <a:t>배송지</a:t>
                      </a:r>
                      <a:r>
                        <a:rPr lang="ko-KR" altLang="en-US" sz="800" dirty="0">
                          <a:solidFill>
                            <a:schemeClr val="tx1"/>
                          </a:solidFill>
                        </a:rPr>
                        <a:t> 타입</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기본 ○ 추가</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bl>
          </a:graphicData>
        </a:graphic>
      </p:graphicFrame>
      <p:sp>
        <p:nvSpPr>
          <p:cNvPr id="40" name="직사각형 39">
            <a:extLst>
              <a:ext uri="{FF2B5EF4-FFF2-40B4-BE49-F238E27FC236}">
                <a16:creationId xmlns:a16="http://schemas.microsoft.com/office/drawing/2014/main" id="{03919821-8ECD-4CAF-B6C8-30F71000CD9D}"/>
              </a:ext>
            </a:extLst>
          </p:cNvPr>
          <p:cNvSpPr/>
          <p:nvPr/>
        </p:nvSpPr>
        <p:spPr>
          <a:xfrm>
            <a:off x="3389728" y="3487847"/>
            <a:ext cx="1358901" cy="213360"/>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배송지추가하기</a:t>
            </a:r>
            <a:endParaRPr lang="en-US" altLang="ko-KR" sz="800" dirty="0">
              <a:solidFill>
                <a:schemeClr val="bg1"/>
              </a:solidFill>
            </a:endParaRPr>
          </a:p>
        </p:txBody>
      </p:sp>
      <p:grpSp>
        <p:nvGrpSpPr>
          <p:cNvPr id="41" name="Image">
            <a:extLst>
              <a:ext uri="{FF2B5EF4-FFF2-40B4-BE49-F238E27FC236}">
                <a16:creationId xmlns:a16="http://schemas.microsoft.com/office/drawing/2014/main" id="{7A9307DB-C6A2-47D5-BC97-B4B70869A787}"/>
              </a:ext>
            </a:extLst>
          </p:cNvPr>
          <p:cNvGrpSpPr>
            <a:grpSpLocks/>
          </p:cNvGrpSpPr>
          <p:nvPr/>
        </p:nvGrpSpPr>
        <p:grpSpPr bwMode="auto">
          <a:xfrm>
            <a:off x="6333766" y="1704201"/>
            <a:ext cx="204716" cy="209797"/>
            <a:chOff x="508000" y="1397000"/>
            <a:chExt cx="1008112" cy="1008112"/>
          </a:xfrm>
        </p:grpSpPr>
        <p:sp>
          <p:nvSpPr>
            <p:cNvPr id="42" name="Border">
              <a:extLst>
                <a:ext uri="{FF2B5EF4-FFF2-40B4-BE49-F238E27FC236}">
                  <a16:creationId xmlns:a16="http://schemas.microsoft.com/office/drawing/2014/main" id="{5BDF002F-6663-4AFC-BE0E-C81E9CC1C071}"/>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3" name="Line 2">
              <a:extLst>
                <a:ext uri="{FF2B5EF4-FFF2-40B4-BE49-F238E27FC236}">
                  <a16:creationId xmlns:a16="http://schemas.microsoft.com/office/drawing/2014/main" id="{4D2BA593-4006-45FC-B14C-9FD36ADC8EB3}"/>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4" name="Line 1">
              <a:extLst>
                <a:ext uri="{FF2B5EF4-FFF2-40B4-BE49-F238E27FC236}">
                  <a16:creationId xmlns:a16="http://schemas.microsoft.com/office/drawing/2014/main" id="{450C4853-A9A3-4FCE-AAE1-377FC23F280E}"/>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45" name="직사각형 44">
            <a:extLst>
              <a:ext uri="{FF2B5EF4-FFF2-40B4-BE49-F238E27FC236}">
                <a16:creationId xmlns:a16="http://schemas.microsoft.com/office/drawing/2014/main" id="{C6B9103B-78B2-4A03-873D-0CE1676B2FAF}"/>
              </a:ext>
            </a:extLst>
          </p:cNvPr>
          <p:cNvSpPr/>
          <p:nvPr/>
        </p:nvSpPr>
        <p:spPr>
          <a:xfrm>
            <a:off x="4855438" y="3487847"/>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49" name="타원 48">
            <a:extLst>
              <a:ext uri="{FF2B5EF4-FFF2-40B4-BE49-F238E27FC236}">
                <a16:creationId xmlns:a16="http://schemas.microsoft.com/office/drawing/2014/main" id="{91DF93CA-AF65-4966-A517-62A5EFF50BD7}"/>
              </a:ext>
            </a:extLst>
          </p:cNvPr>
          <p:cNvSpPr/>
          <p:nvPr/>
        </p:nvSpPr>
        <p:spPr>
          <a:xfrm>
            <a:off x="8435940" y="2736735"/>
            <a:ext cx="755809"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50" name="직선 화살표 연결선 49">
            <a:extLst>
              <a:ext uri="{FF2B5EF4-FFF2-40B4-BE49-F238E27FC236}">
                <a16:creationId xmlns:a16="http://schemas.microsoft.com/office/drawing/2014/main" id="{9B128DE8-3AF3-4831-9109-A87B691C64AA}"/>
              </a:ext>
            </a:extLst>
          </p:cNvPr>
          <p:cNvCxnSpPr>
            <a:cxnSpLocks/>
            <a:stCxn id="49" idx="2"/>
          </p:cNvCxnSpPr>
          <p:nvPr/>
        </p:nvCxnSpPr>
        <p:spPr>
          <a:xfrm flipH="1">
            <a:off x="6436124" y="2958547"/>
            <a:ext cx="1999816" cy="10063"/>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52" name="직사각형 51">
            <a:extLst>
              <a:ext uri="{FF2B5EF4-FFF2-40B4-BE49-F238E27FC236}">
                <a16:creationId xmlns:a16="http://schemas.microsoft.com/office/drawing/2014/main" id="{198BD6A0-9D05-430C-BAB3-9CFCF133153C}"/>
              </a:ext>
            </a:extLst>
          </p:cNvPr>
          <p:cNvSpPr/>
          <p:nvPr/>
        </p:nvSpPr>
        <p:spPr>
          <a:xfrm>
            <a:off x="4042118" y="2195474"/>
            <a:ext cx="2236996" cy="169359"/>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lumMod val="50000"/>
                  <a:lumOff val="50000"/>
                </a:schemeClr>
              </a:solidFill>
            </a:endParaRPr>
          </a:p>
        </p:txBody>
      </p:sp>
      <p:sp>
        <p:nvSpPr>
          <p:cNvPr id="53" name="직사각형 52">
            <a:extLst>
              <a:ext uri="{FF2B5EF4-FFF2-40B4-BE49-F238E27FC236}">
                <a16:creationId xmlns:a16="http://schemas.microsoft.com/office/drawing/2014/main" id="{02CF7481-45AF-45B1-B87F-C44E42D7E8BC}"/>
              </a:ext>
            </a:extLst>
          </p:cNvPr>
          <p:cNvSpPr/>
          <p:nvPr/>
        </p:nvSpPr>
        <p:spPr>
          <a:xfrm>
            <a:off x="4976576" y="2489190"/>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우편번호찾기</a:t>
            </a:r>
            <a:endParaRPr lang="ko-KR" altLang="en-US" sz="800" dirty="0">
              <a:solidFill>
                <a:schemeClr val="bg1"/>
              </a:solidFill>
            </a:endParaRPr>
          </a:p>
        </p:txBody>
      </p:sp>
      <p:sp>
        <p:nvSpPr>
          <p:cNvPr id="54" name="직사각형 53">
            <a:extLst>
              <a:ext uri="{FF2B5EF4-FFF2-40B4-BE49-F238E27FC236}">
                <a16:creationId xmlns:a16="http://schemas.microsoft.com/office/drawing/2014/main" id="{BBD1E5ED-74E3-480A-854F-CA21491632A9}"/>
              </a:ext>
            </a:extLst>
          </p:cNvPr>
          <p:cNvSpPr/>
          <p:nvPr/>
        </p:nvSpPr>
        <p:spPr>
          <a:xfrm>
            <a:off x="4042118" y="2487717"/>
            <a:ext cx="854065"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우편번호</a:t>
            </a:r>
          </a:p>
        </p:txBody>
      </p:sp>
      <p:sp>
        <p:nvSpPr>
          <p:cNvPr id="55" name="직사각형 54">
            <a:extLst>
              <a:ext uri="{FF2B5EF4-FFF2-40B4-BE49-F238E27FC236}">
                <a16:creationId xmlns:a16="http://schemas.microsoft.com/office/drawing/2014/main" id="{2CC0EEDC-3E23-45F5-9054-3174F33F482A}"/>
              </a:ext>
            </a:extLst>
          </p:cNvPr>
          <p:cNvSpPr/>
          <p:nvPr/>
        </p:nvSpPr>
        <p:spPr>
          <a:xfrm>
            <a:off x="4042118" y="2696185"/>
            <a:ext cx="2291648" cy="139063"/>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주소</a:t>
            </a:r>
          </a:p>
        </p:txBody>
      </p:sp>
      <p:sp>
        <p:nvSpPr>
          <p:cNvPr id="56" name="직사각형 55">
            <a:extLst>
              <a:ext uri="{FF2B5EF4-FFF2-40B4-BE49-F238E27FC236}">
                <a16:creationId xmlns:a16="http://schemas.microsoft.com/office/drawing/2014/main" id="{2547F3EC-4E8C-491E-A0E3-B4B9A3E8FB6B}"/>
              </a:ext>
            </a:extLst>
          </p:cNvPr>
          <p:cNvSpPr/>
          <p:nvPr/>
        </p:nvSpPr>
        <p:spPr>
          <a:xfrm>
            <a:off x="4042118" y="2897389"/>
            <a:ext cx="2291648" cy="130445"/>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상세 주소 </a:t>
            </a:r>
          </a:p>
        </p:txBody>
      </p:sp>
      <p:sp>
        <p:nvSpPr>
          <p:cNvPr id="34" name="Window Outer">
            <a:extLst>
              <a:ext uri="{FF2B5EF4-FFF2-40B4-BE49-F238E27FC236}">
                <a16:creationId xmlns:a16="http://schemas.microsoft.com/office/drawing/2014/main" id="{82125125-F4C5-466C-B3DB-E6A5F55042D9}"/>
              </a:ext>
            </a:extLst>
          </p:cNvPr>
          <p:cNvSpPr/>
          <p:nvPr>
            <p:custDataLst>
              <p:tags r:id="rId1"/>
            </p:custDataLst>
          </p:nvPr>
        </p:nvSpPr>
        <p:spPr>
          <a:xfrm>
            <a:off x="2613173" y="4406107"/>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sz="1000" b="1" dirty="0">
                <a:solidFill>
                  <a:schemeClr val="bg1"/>
                </a:solidFill>
                <a:latin typeface="Calibri" pitchFamily="34" charset="0"/>
                <a:cs typeface="Calibri" pitchFamily="34" charset="0"/>
              </a:rPr>
              <a:t>Confirm</a:t>
            </a:r>
          </a:p>
        </p:txBody>
      </p:sp>
      <p:sp>
        <p:nvSpPr>
          <p:cNvPr id="38" name="Window Inner">
            <a:extLst>
              <a:ext uri="{FF2B5EF4-FFF2-40B4-BE49-F238E27FC236}">
                <a16:creationId xmlns:a16="http://schemas.microsoft.com/office/drawing/2014/main" id="{CF5AD6F3-FE73-4238-823D-1124269AE25C}"/>
              </a:ext>
            </a:extLst>
          </p:cNvPr>
          <p:cNvSpPr/>
          <p:nvPr>
            <p:custDataLst>
              <p:tags r:id="rId2"/>
            </p:custDataLst>
          </p:nvPr>
        </p:nvSpPr>
        <p:spPr>
          <a:xfrm>
            <a:off x="2653389" y="4612482"/>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39" name="TextBox 38">
            <a:extLst>
              <a:ext uri="{FF2B5EF4-FFF2-40B4-BE49-F238E27FC236}">
                <a16:creationId xmlns:a16="http://schemas.microsoft.com/office/drawing/2014/main" id="{613F2A17-4A9B-464E-A047-8D8E55CE7F79}"/>
              </a:ext>
            </a:extLst>
          </p:cNvPr>
          <p:cNvSpPr txBox="1"/>
          <p:nvPr/>
        </p:nvSpPr>
        <p:spPr>
          <a:xfrm>
            <a:off x="3230663" y="4785656"/>
            <a:ext cx="2318263" cy="461665"/>
          </a:xfrm>
          <a:prstGeom prst="rect">
            <a:avLst/>
          </a:prstGeom>
          <a:noFill/>
        </p:spPr>
        <p:txBody>
          <a:bodyPr wrap="none" rtlCol="0">
            <a:spAutoFit/>
          </a:bodyPr>
          <a:lstStyle/>
          <a:p>
            <a:pPr algn="ctr">
              <a:lnSpc>
                <a:spcPct val="150000"/>
              </a:lnSpc>
            </a:pPr>
            <a:r>
              <a:rPr lang="ko-KR" altLang="en-US" sz="800" dirty="0">
                <a:latin typeface="+mn-ea"/>
              </a:rPr>
              <a:t>기본 배송지로 변경하시겠습니까</a:t>
            </a:r>
            <a:r>
              <a:rPr lang="en-US" altLang="ko-KR" sz="800" dirty="0">
                <a:latin typeface="+mn-ea"/>
              </a:rPr>
              <a:t>?</a:t>
            </a:r>
          </a:p>
          <a:p>
            <a:pPr algn="ctr">
              <a:lnSpc>
                <a:spcPct val="150000"/>
              </a:lnSpc>
            </a:pPr>
            <a:r>
              <a:rPr lang="ko-KR" altLang="en-US" sz="800" dirty="0">
                <a:latin typeface="+mn-ea"/>
              </a:rPr>
              <a:t>기존 기본 </a:t>
            </a:r>
            <a:r>
              <a:rPr lang="ko-KR" altLang="en-US" sz="800" dirty="0" err="1">
                <a:latin typeface="+mn-ea"/>
              </a:rPr>
              <a:t>배송지는</a:t>
            </a:r>
            <a:r>
              <a:rPr lang="ko-KR" altLang="en-US" sz="800" dirty="0">
                <a:latin typeface="+mn-ea"/>
              </a:rPr>
              <a:t> 추가 배송지로 변경됩니다</a:t>
            </a:r>
            <a:r>
              <a:rPr lang="en-US" altLang="ko-KR" sz="800" dirty="0">
                <a:latin typeface="+mn-ea"/>
              </a:rPr>
              <a:t>.</a:t>
            </a:r>
            <a:endParaRPr lang="ko-KR" altLang="en-US" sz="800" dirty="0">
              <a:latin typeface="+mn-ea"/>
            </a:endParaRPr>
          </a:p>
        </p:txBody>
      </p:sp>
      <p:sp>
        <p:nvSpPr>
          <p:cNvPr id="46" name="직사각형 45">
            <a:extLst>
              <a:ext uri="{FF2B5EF4-FFF2-40B4-BE49-F238E27FC236}">
                <a16:creationId xmlns:a16="http://schemas.microsoft.com/office/drawing/2014/main" id="{E4585A2F-81A4-4B68-A425-54CDC8AEAE94}"/>
              </a:ext>
            </a:extLst>
          </p:cNvPr>
          <p:cNvSpPr/>
          <p:nvPr/>
        </p:nvSpPr>
        <p:spPr>
          <a:xfrm>
            <a:off x="4416785" y="5397977"/>
            <a:ext cx="632460" cy="273050"/>
          </a:xfrm>
          <a:prstGeom prst="rect">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취소</a:t>
            </a:r>
          </a:p>
        </p:txBody>
      </p:sp>
      <p:sp>
        <p:nvSpPr>
          <p:cNvPr id="47" name="직사각형 46">
            <a:extLst>
              <a:ext uri="{FF2B5EF4-FFF2-40B4-BE49-F238E27FC236}">
                <a16:creationId xmlns:a16="http://schemas.microsoft.com/office/drawing/2014/main" id="{1A65CA5D-C94B-4AF9-921F-94F211665E33}"/>
              </a:ext>
            </a:extLst>
          </p:cNvPr>
          <p:cNvSpPr/>
          <p:nvPr/>
        </p:nvSpPr>
        <p:spPr>
          <a:xfrm>
            <a:off x="3724635" y="5399247"/>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48" name="타원 47">
            <a:extLst>
              <a:ext uri="{FF2B5EF4-FFF2-40B4-BE49-F238E27FC236}">
                <a16:creationId xmlns:a16="http://schemas.microsoft.com/office/drawing/2014/main" id="{18FCB215-04BB-46B5-AC9A-84D2D7F2AAED}"/>
              </a:ext>
            </a:extLst>
          </p:cNvPr>
          <p:cNvSpPr/>
          <p:nvPr/>
        </p:nvSpPr>
        <p:spPr>
          <a:xfrm>
            <a:off x="3941210" y="3071245"/>
            <a:ext cx="306217" cy="267659"/>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51" name="직선 화살표 연결선 50">
            <a:extLst>
              <a:ext uri="{FF2B5EF4-FFF2-40B4-BE49-F238E27FC236}">
                <a16:creationId xmlns:a16="http://schemas.microsoft.com/office/drawing/2014/main" id="{EA200D40-E155-4B37-833C-2DFFAEDB3F72}"/>
              </a:ext>
            </a:extLst>
          </p:cNvPr>
          <p:cNvCxnSpPr>
            <a:cxnSpLocks/>
            <a:stCxn id="48" idx="4"/>
            <a:endCxn id="34" idx="0"/>
          </p:cNvCxnSpPr>
          <p:nvPr/>
        </p:nvCxnSpPr>
        <p:spPr>
          <a:xfrm>
            <a:off x="4094319" y="3338904"/>
            <a:ext cx="300770" cy="1067203"/>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57" name="TextBox 56">
            <a:extLst>
              <a:ext uri="{FF2B5EF4-FFF2-40B4-BE49-F238E27FC236}">
                <a16:creationId xmlns:a16="http://schemas.microsoft.com/office/drawing/2014/main" id="{8B04C1AF-DDCC-47D4-AD64-A633AAD90936}"/>
              </a:ext>
            </a:extLst>
          </p:cNvPr>
          <p:cNvSpPr txBox="1"/>
          <p:nvPr/>
        </p:nvSpPr>
        <p:spPr>
          <a:xfrm>
            <a:off x="3808492" y="2986605"/>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2354062996"/>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294AAC80-B33E-418E-9C90-64D6C404C427}"/>
              </a:ext>
            </a:extLst>
          </p:cNvPr>
          <p:cNvSpPr txBox="1"/>
          <p:nvPr/>
        </p:nvSpPr>
        <p:spPr>
          <a:xfrm>
            <a:off x="1610932" y="893882"/>
            <a:ext cx="873957"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ko-KR" altLang="en-US" sz="800" b="1" dirty="0"/>
              <a:t>기본 </a:t>
            </a:r>
            <a:r>
              <a:rPr lang="ko-KR" altLang="en-US" sz="800" b="1" dirty="0" err="1"/>
              <a:t>배송지</a:t>
            </a:r>
            <a:endParaRPr lang="ko-KR" altLang="en-US" sz="800" b="1" dirty="0"/>
          </a:p>
        </p:txBody>
      </p:sp>
      <p:graphicFrame>
        <p:nvGraphicFramePr>
          <p:cNvPr id="3" name="표 2">
            <a:extLst>
              <a:ext uri="{FF2B5EF4-FFF2-40B4-BE49-F238E27FC236}">
                <a16:creationId xmlns:a16="http://schemas.microsoft.com/office/drawing/2014/main" id="{B70B2815-0F8A-40B5-BF2B-3A5608D378B7}"/>
              </a:ext>
            </a:extLst>
          </p:cNvPr>
          <p:cNvGraphicFramePr>
            <a:graphicFrameLocks noGrp="1"/>
          </p:cNvGraphicFramePr>
          <p:nvPr/>
        </p:nvGraphicFramePr>
        <p:xfrm>
          <a:off x="1691325" y="1109326"/>
          <a:ext cx="7777839" cy="701040"/>
        </p:xfrm>
        <a:graphic>
          <a:graphicData uri="http://schemas.openxmlformats.org/drawingml/2006/table">
            <a:tbl>
              <a:tblPr firstRow="1" bandRow="1">
                <a:tableStyleId>{5C22544A-7EE6-4342-B048-85BDC9FD1C3A}</a:tableStyleId>
              </a:tblPr>
              <a:tblGrid>
                <a:gridCol w="1291301">
                  <a:extLst>
                    <a:ext uri="{9D8B030D-6E8A-4147-A177-3AD203B41FA5}">
                      <a16:colId xmlns:a16="http://schemas.microsoft.com/office/drawing/2014/main" val="20000"/>
                    </a:ext>
                  </a:extLst>
                </a:gridCol>
                <a:gridCol w="6486538">
                  <a:extLst>
                    <a:ext uri="{9D8B030D-6E8A-4147-A177-3AD203B41FA5}">
                      <a16:colId xmlns:a16="http://schemas.microsoft.com/office/drawing/2014/main" val="20001"/>
                    </a:ext>
                  </a:extLst>
                </a:gridCol>
              </a:tblGrid>
              <a:tr h="0">
                <a:tc>
                  <a:txBody>
                    <a:bodyPr/>
                    <a:lstStyle/>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89819523"/>
                  </a:ext>
                </a:extLst>
              </a:tr>
            </a:tbl>
          </a:graphicData>
        </a:graphic>
      </p:graphicFrame>
      <p:sp>
        <p:nvSpPr>
          <p:cNvPr id="13" name="직사각형 12">
            <a:extLst>
              <a:ext uri="{FF2B5EF4-FFF2-40B4-BE49-F238E27FC236}">
                <a16:creationId xmlns:a16="http://schemas.microsoft.com/office/drawing/2014/main" id="{02CF7481-45AF-45B1-B87F-C44E42D7E8BC}"/>
              </a:ext>
            </a:extLst>
          </p:cNvPr>
          <p:cNvSpPr/>
          <p:nvPr/>
        </p:nvSpPr>
        <p:spPr>
          <a:xfrm>
            <a:off x="3989693" y="1183719"/>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우편번호찾기</a:t>
            </a:r>
            <a:endParaRPr lang="ko-KR" altLang="en-US" sz="800" dirty="0">
              <a:solidFill>
                <a:schemeClr val="bg1"/>
              </a:solidFill>
            </a:endParaRPr>
          </a:p>
        </p:txBody>
      </p:sp>
      <p:sp>
        <p:nvSpPr>
          <p:cNvPr id="14" name="직사각형 13">
            <a:extLst>
              <a:ext uri="{FF2B5EF4-FFF2-40B4-BE49-F238E27FC236}">
                <a16:creationId xmlns:a16="http://schemas.microsoft.com/office/drawing/2014/main" id="{BBD1E5ED-74E3-480A-854F-CA21491632A9}"/>
              </a:ext>
            </a:extLst>
          </p:cNvPr>
          <p:cNvSpPr/>
          <p:nvPr/>
        </p:nvSpPr>
        <p:spPr>
          <a:xfrm>
            <a:off x="3055235" y="1182246"/>
            <a:ext cx="854065"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우편번호</a:t>
            </a:r>
          </a:p>
        </p:txBody>
      </p:sp>
      <p:sp>
        <p:nvSpPr>
          <p:cNvPr id="15" name="직사각형 14">
            <a:extLst>
              <a:ext uri="{FF2B5EF4-FFF2-40B4-BE49-F238E27FC236}">
                <a16:creationId xmlns:a16="http://schemas.microsoft.com/office/drawing/2014/main" id="{2CC0EEDC-3E23-45F5-9054-3174F33F482A}"/>
              </a:ext>
            </a:extLst>
          </p:cNvPr>
          <p:cNvSpPr/>
          <p:nvPr/>
        </p:nvSpPr>
        <p:spPr>
          <a:xfrm>
            <a:off x="3055235" y="1390714"/>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주소</a:t>
            </a:r>
          </a:p>
        </p:txBody>
      </p:sp>
      <p:sp>
        <p:nvSpPr>
          <p:cNvPr id="16" name="직사각형 15">
            <a:extLst>
              <a:ext uri="{FF2B5EF4-FFF2-40B4-BE49-F238E27FC236}">
                <a16:creationId xmlns:a16="http://schemas.microsoft.com/office/drawing/2014/main" id="{2547F3EC-4E8C-491E-A0E3-B4B9A3E8FB6B}"/>
              </a:ext>
            </a:extLst>
          </p:cNvPr>
          <p:cNvSpPr/>
          <p:nvPr/>
        </p:nvSpPr>
        <p:spPr>
          <a:xfrm>
            <a:off x="3055235" y="1591918"/>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상세 주소 </a:t>
            </a:r>
          </a:p>
        </p:txBody>
      </p:sp>
      <p:sp>
        <p:nvSpPr>
          <p:cNvPr id="20" name="직사각형 19">
            <a:extLst>
              <a:ext uri="{FF2B5EF4-FFF2-40B4-BE49-F238E27FC236}">
                <a16:creationId xmlns:a16="http://schemas.microsoft.com/office/drawing/2014/main" id="{02CF7481-45AF-45B1-B87F-C44E42D7E8BC}"/>
              </a:ext>
            </a:extLst>
          </p:cNvPr>
          <p:cNvSpPr/>
          <p:nvPr/>
        </p:nvSpPr>
        <p:spPr>
          <a:xfrm>
            <a:off x="4678179" y="1904432"/>
            <a:ext cx="1403839" cy="331793"/>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기본 </a:t>
            </a:r>
            <a:r>
              <a:rPr lang="ko-KR" altLang="en-US" sz="800" dirty="0" err="1">
                <a:solidFill>
                  <a:schemeClr val="bg1"/>
                </a:solidFill>
              </a:rPr>
              <a:t>배송지</a:t>
            </a:r>
            <a:r>
              <a:rPr lang="ko-KR" altLang="en-US" sz="800" dirty="0">
                <a:solidFill>
                  <a:schemeClr val="bg1"/>
                </a:solidFill>
              </a:rPr>
              <a:t> 수정</a:t>
            </a:r>
          </a:p>
        </p:txBody>
      </p:sp>
      <p:sp>
        <p:nvSpPr>
          <p:cNvPr id="21" name="직사각형 20">
            <a:extLst>
              <a:ext uri="{FF2B5EF4-FFF2-40B4-BE49-F238E27FC236}">
                <a16:creationId xmlns:a16="http://schemas.microsoft.com/office/drawing/2014/main" id="{BBD1E5ED-74E3-480A-854F-CA21491632A9}"/>
              </a:ext>
            </a:extLst>
          </p:cNvPr>
          <p:cNvSpPr/>
          <p:nvPr/>
        </p:nvSpPr>
        <p:spPr>
          <a:xfrm>
            <a:off x="1806673" y="1176632"/>
            <a:ext cx="854065"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집</a:t>
            </a:r>
          </a:p>
        </p:txBody>
      </p:sp>
      <p:graphicFrame>
        <p:nvGraphicFramePr>
          <p:cNvPr id="22" name="표 21">
            <a:extLst>
              <a:ext uri="{FF2B5EF4-FFF2-40B4-BE49-F238E27FC236}">
                <a16:creationId xmlns:a16="http://schemas.microsoft.com/office/drawing/2014/main" id="{67B3B92E-E588-41D0-B091-947E6CDFF24B}"/>
              </a:ext>
            </a:extLst>
          </p:cNvPr>
          <p:cNvGraphicFramePr>
            <a:graphicFrameLocks noGrp="1"/>
          </p:cNvGraphicFramePr>
          <p:nvPr/>
        </p:nvGraphicFramePr>
        <p:xfrm>
          <a:off x="1691325" y="3201400"/>
          <a:ext cx="7778540" cy="624840"/>
        </p:xfrm>
        <a:graphic>
          <a:graphicData uri="http://schemas.openxmlformats.org/drawingml/2006/table">
            <a:tbl>
              <a:tblPr firstRow="1" bandRow="1">
                <a:tableStyleId>{5C22544A-7EE6-4342-B048-85BDC9FD1C3A}</a:tableStyleId>
              </a:tblPr>
              <a:tblGrid>
                <a:gridCol w="1001025">
                  <a:extLst>
                    <a:ext uri="{9D8B030D-6E8A-4147-A177-3AD203B41FA5}">
                      <a16:colId xmlns:a16="http://schemas.microsoft.com/office/drawing/2014/main" val="20000"/>
                    </a:ext>
                  </a:extLst>
                </a:gridCol>
                <a:gridCol w="5746459">
                  <a:extLst>
                    <a:ext uri="{9D8B030D-6E8A-4147-A177-3AD203B41FA5}">
                      <a16:colId xmlns:a16="http://schemas.microsoft.com/office/drawing/2014/main" val="20001"/>
                    </a:ext>
                  </a:extLst>
                </a:gridCol>
                <a:gridCol w="1031056">
                  <a:extLst>
                    <a:ext uri="{9D8B030D-6E8A-4147-A177-3AD203B41FA5}">
                      <a16:colId xmlns:a16="http://schemas.microsoft.com/office/drawing/2014/main" val="2179269706"/>
                    </a:ext>
                  </a:extLst>
                </a:gridCol>
              </a:tblGrid>
              <a:tr h="0">
                <a:tc>
                  <a:txBody>
                    <a:bodyPr/>
                    <a:lstStyle/>
                    <a:p>
                      <a:pPr algn="ctr" latinLnBrk="1"/>
                      <a:r>
                        <a:rPr lang="ko-KR" altLang="en-US" sz="700" b="0" dirty="0" err="1">
                          <a:solidFill>
                            <a:schemeClr val="tx1"/>
                          </a:solidFill>
                        </a:rPr>
                        <a:t>배송지</a:t>
                      </a:r>
                      <a:r>
                        <a:rPr lang="ko-KR" altLang="en-US" sz="700" b="0" dirty="0">
                          <a:solidFill>
                            <a:schemeClr val="tx1"/>
                          </a:solidFill>
                        </a:rPr>
                        <a:t> 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주소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관리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ko-KR" altLang="en-US" sz="800" b="0" dirty="0">
                          <a:solidFill>
                            <a:schemeClr val="tx1"/>
                          </a:solidFill>
                        </a:rPr>
                        <a:t>회사</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t>
                      </a:r>
                      <a:r>
                        <a:rPr lang="ko-KR" altLang="en-US" sz="800" b="0" dirty="0">
                          <a:solidFill>
                            <a:schemeClr val="tx1"/>
                          </a:solidFill>
                        </a:rPr>
                        <a:t>우편번호</a:t>
                      </a:r>
                      <a:r>
                        <a:rPr lang="en-US" altLang="ko-KR" sz="800" b="0" dirty="0">
                          <a:solidFill>
                            <a:schemeClr val="tx1"/>
                          </a:solidFill>
                        </a:rPr>
                        <a:t>) </a:t>
                      </a:r>
                      <a:r>
                        <a:rPr lang="ko-KR" altLang="en-US" sz="800" b="0" dirty="0">
                          <a:solidFill>
                            <a:schemeClr val="tx1"/>
                          </a:solidFill>
                        </a:rPr>
                        <a:t>주소 및 상세 주소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ko-KR" altLang="en-US" sz="800" b="0" dirty="0">
                          <a:solidFill>
                            <a:schemeClr val="tx1"/>
                          </a:solidFill>
                        </a:rPr>
                        <a:t>부모님 댁</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t>
                      </a:r>
                      <a:r>
                        <a:rPr lang="ko-KR" altLang="en-US" sz="800" b="0" dirty="0">
                          <a:solidFill>
                            <a:schemeClr val="tx1"/>
                          </a:solidFill>
                        </a:rPr>
                        <a:t>우편번호</a:t>
                      </a:r>
                      <a:r>
                        <a:rPr lang="en-US" altLang="ko-KR" sz="800" b="0" dirty="0">
                          <a:solidFill>
                            <a:schemeClr val="tx1"/>
                          </a:solidFill>
                        </a:rPr>
                        <a:t>) </a:t>
                      </a:r>
                      <a:r>
                        <a:rPr lang="ko-KR" altLang="en-US" sz="800" b="0" dirty="0">
                          <a:solidFill>
                            <a:schemeClr val="tx1"/>
                          </a:solidFill>
                        </a:rPr>
                        <a:t>주소 및 상세 주소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sp>
        <p:nvSpPr>
          <p:cNvPr id="23" name="직사각형 22">
            <a:extLst>
              <a:ext uri="{FF2B5EF4-FFF2-40B4-BE49-F238E27FC236}">
                <a16:creationId xmlns:a16="http://schemas.microsoft.com/office/drawing/2014/main" id="{81C9AE9F-5403-4770-A435-F6FCD61204E1}"/>
              </a:ext>
            </a:extLst>
          </p:cNvPr>
          <p:cNvSpPr/>
          <p:nvPr/>
        </p:nvSpPr>
        <p:spPr>
          <a:xfrm>
            <a:off x="9007689" y="3421302"/>
            <a:ext cx="341530" cy="171549"/>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24" name="직사각형 23">
            <a:extLst>
              <a:ext uri="{FF2B5EF4-FFF2-40B4-BE49-F238E27FC236}">
                <a16:creationId xmlns:a16="http://schemas.microsoft.com/office/drawing/2014/main" id="{11E70485-4032-4991-A6C3-273785B5EFCC}"/>
              </a:ext>
            </a:extLst>
          </p:cNvPr>
          <p:cNvSpPr/>
          <p:nvPr/>
        </p:nvSpPr>
        <p:spPr>
          <a:xfrm>
            <a:off x="8569046" y="3421301"/>
            <a:ext cx="341530" cy="171549"/>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28" name="직사각형 27">
            <a:extLst>
              <a:ext uri="{FF2B5EF4-FFF2-40B4-BE49-F238E27FC236}">
                <a16:creationId xmlns:a16="http://schemas.microsoft.com/office/drawing/2014/main" id="{A03550C5-E6A2-4E35-B063-8293C69AA776}"/>
              </a:ext>
            </a:extLst>
          </p:cNvPr>
          <p:cNvSpPr/>
          <p:nvPr/>
        </p:nvSpPr>
        <p:spPr>
          <a:xfrm>
            <a:off x="9007689" y="3630179"/>
            <a:ext cx="341530" cy="171549"/>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29" name="직사각형 28">
            <a:extLst>
              <a:ext uri="{FF2B5EF4-FFF2-40B4-BE49-F238E27FC236}">
                <a16:creationId xmlns:a16="http://schemas.microsoft.com/office/drawing/2014/main" id="{9CF8EBA7-F7E4-4F96-8858-4168377DDF74}"/>
              </a:ext>
            </a:extLst>
          </p:cNvPr>
          <p:cNvSpPr/>
          <p:nvPr/>
        </p:nvSpPr>
        <p:spPr>
          <a:xfrm>
            <a:off x="8569046" y="3630179"/>
            <a:ext cx="341530" cy="171549"/>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수정</a:t>
            </a:r>
            <a:endParaRPr lang="en-US" altLang="ko-KR" sz="600" dirty="0">
              <a:solidFill>
                <a:schemeClr val="bg1"/>
              </a:solidFill>
            </a:endParaRPr>
          </a:p>
        </p:txBody>
      </p:sp>
      <p:sp>
        <p:nvSpPr>
          <p:cNvPr id="35" name="직사각형 34">
            <a:extLst>
              <a:ext uri="{FF2B5EF4-FFF2-40B4-BE49-F238E27FC236}">
                <a16:creationId xmlns:a16="http://schemas.microsoft.com/office/drawing/2014/main" id="{02CF7481-45AF-45B1-B87F-C44E42D7E8BC}"/>
              </a:ext>
            </a:extLst>
          </p:cNvPr>
          <p:cNvSpPr/>
          <p:nvPr/>
        </p:nvSpPr>
        <p:spPr>
          <a:xfrm>
            <a:off x="8187655" y="2801562"/>
            <a:ext cx="1281509" cy="327303"/>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배송지</a:t>
            </a:r>
            <a:r>
              <a:rPr lang="ko-KR" altLang="en-US" sz="800" dirty="0">
                <a:solidFill>
                  <a:schemeClr val="bg1"/>
                </a:solidFill>
              </a:rPr>
              <a:t> 추가하기</a:t>
            </a:r>
          </a:p>
        </p:txBody>
      </p:sp>
      <p:sp>
        <p:nvSpPr>
          <p:cNvPr id="36" name="TextBox 35">
            <a:extLst>
              <a:ext uri="{FF2B5EF4-FFF2-40B4-BE49-F238E27FC236}">
                <a16:creationId xmlns:a16="http://schemas.microsoft.com/office/drawing/2014/main" id="{294AAC80-B33E-418E-9C90-64D6C404C427}"/>
              </a:ext>
            </a:extLst>
          </p:cNvPr>
          <p:cNvSpPr txBox="1"/>
          <p:nvPr/>
        </p:nvSpPr>
        <p:spPr>
          <a:xfrm>
            <a:off x="1621069" y="2948627"/>
            <a:ext cx="873957"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ko-KR" altLang="en-US" sz="800" b="1" dirty="0"/>
              <a:t>추가 </a:t>
            </a:r>
            <a:r>
              <a:rPr lang="ko-KR" altLang="en-US" sz="800" b="1" dirty="0" err="1"/>
              <a:t>배송지</a:t>
            </a:r>
            <a:endParaRPr lang="ko-KR" altLang="en-US" sz="800" b="1" dirty="0"/>
          </a:p>
        </p:txBody>
      </p:sp>
      <p:graphicFrame>
        <p:nvGraphicFramePr>
          <p:cNvPr id="37" name="표 36">
            <a:extLst>
              <a:ext uri="{FF2B5EF4-FFF2-40B4-BE49-F238E27FC236}">
                <a16:creationId xmlns:a16="http://schemas.microsoft.com/office/drawing/2014/main" id="{3D52F8B6-A1CE-47CB-A10A-A310F7289AEC}"/>
              </a:ext>
            </a:extLst>
          </p:cNvPr>
          <p:cNvGraphicFramePr>
            <a:graphicFrameLocks noGrp="1"/>
          </p:cNvGraphicFramePr>
          <p:nvPr>
            <p:extLst>
              <p:ext uri="{D42A27DB-BD31-4B8C-83A1-F6EECF244321}">
                <p14:modId xmlns:p14="http://schemas.microsoft.com/office/powerpoint/2010/main" val="598741073"/>
              </p:ext>
            </p:extLst>
          </p:nvPr>
        </p:nvGraphicFramePr>
        <p:xfrm>
          <a:off x="10171774" y="22159"/>
          <a:ext cx="1979018" cy="187555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RF-01-07-11-3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정보 관리</a:t>
                      </a:r>
                      <a:endParaRPr lang="en-US" altLang="ko-KR" sz="800" dirty="0"/>
                    </a:p>
                    <a:p>
                      <a:pPr algn="l" latinLnBrk="1"/>
                      <a:r>
                        <a:rPr lang="en-US" altLang="ko-KR" sz="800" dirty="0"/>
                        <a:t> </a:t>
                      </a:r>
                      <a:r>
                        <a:rPr lang="en-US" altLang="ko-KR" sz="800" baseline="0" dirty="0"/>
                        <a:t>- </a:t>
                      </a:r>
                      <a:r>
                        <a:rPr lang="ko-KR" altLang="en-US" sz="800" baseline="0" dirty="0" err="1"/>
                        <a:t>배송지</a:t>
                      </a:r>
                      <a:r>
                        <a:rPr lang="ko-KR" altLang="en-US" sz="800" baseline="0" dirty="0"/>
                        <a:t> 설정</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추가 </a:t>
                      </a:r>
                      <a:r>
                        <a:rPr lang="ko-KR" altLang="en-US" sz="800" dirty="0" err="1"/>
                        <a:t>배송지를</a:t>
                      </a:r>
                      <a:r>
                        <a:rPr lang="ko-KR" altLang="en-US" sz="800" dirty="0"/>
                        <a:t> 수정 하는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15989601"/>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배송지</a:t>
                      </a:r>
                      <a:r>
                        <a:rPr lang="ko-KR" altLang="en-US" sz="800" b="0" dirty="0">
                          <a:solidFill>
                            <a:schemeClr val="tx1"/>
                          </a:solidFill>
                        </a:rPr>
                        <a:t> 수정하기 화면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algn="l" latinLnBrk="1"/>
                      <a:r>
                        <a:rPr lang="ko-KR" altLang="en-US" sz="800" b="0" dirty="0" err="1">
                          <a:solidFill>
                            <a:schemeClr val="tx1"/>
                          </a:solidFill>
                        </a:rPr>
                        <a:t>배송지</a:t>
                      </a:r>
                      <a:r>
                        <a:rPr lang="ko-KR" altLang="en-US" sz="800" b="0" dirty="0">
                          <a:solidFill>
                            <a:schemeClr val="tx1"/>
                          </a:solidFill>
                        </a:rPr>
                        <a:t> 데이터 수정 버튼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bl>
          </a:graphicData>
        </a:graphic>
      </p:graphicFrame>
      <p:sp>
        <p:nvSpPr>
          <p:cNvPr id="18" name="직사각형 17">
            <a:extLst>
              <a:ext uri="{FF2B5EF4-FFF2-40B4-BE49-F238E27FC236}">
                <a16:creationId xmlns:a16="http://schemas.microsoft.com/office/drawing/2014/main" id="{DA9BA910-6349-4F48-BAD7-9C05034ADDD1}"/>
              </a:ext>
            </a:extLst>
          </p:cNvPr>
          <p:cNvSpPr/>
          <p:nvPr/>
        </p:nvSpPr>
        <p:spPr>
          <a:xfrm>
            <a:off x="2627726" y="2091754"/>
            <a:ext cx="3935785" cy="2501306"/>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32" name="TextBox 31">
            <a:extLst>
              <a:ext uri="{FF2B5EF4-FFF2-40B4-BE49-F238E27FC236}">
                <a16:creationId xmlns:a16="http://schemas.microsoft.com/office/drawing/2014/main" id="{82BB5A97-3354-4A7F-B96B-221B66B5DA67}"/>
              </a:ext>
            </a:extLst>
          </p:cNvPr>
          <p:cNvSpPr txBox="1"/>
          <p:nvPr/>
        </p:nvSpPr>
        <p:spPr>
          <a:xfrm>
            <a:off x="2748295" y="2190786"/>
            <a:ext cx="1188146"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a:t>
            </a:r>
            <a:r>
              <a:rPr lang="ko-KR" altLang="en-US" sz="900" b="1" dirty="0" err="1">
                <a:latin typeface="맑은 고딕" panose="020B0503020000020004" pitchFamily="50" charset="-127"/>
                <a:ea typeface="맑은 고딕" panose="020B0503020000020004" pitchFamily="50" charset="-127"/>
              </a:rPr>
              <a:t>배송지</a:t>
            </a:r>
            <a:r>
              <a:rPr lang="ko-KR" altLang="en-US" sz="900" b="1" dirty="0">
                <a:latin typeface="맑은 고딕" panose="020B0503020000020004" pitchFamily="50" charset="-127"/>
                <a:ea typeface="맑은 고딕" panose="020B0503020000020004" pitchFamily="50" charset="-127"/>
              </a:rPr>
              <a:t> 수정하기</a:t>
            </a:r>
            <a:endParaRPr lang="ko-KR" altLang="en-US" sz="900" dirty="0"/>
          </a:p>
        </p:txBody>
      </p:sp>
      <p:graphicFrame>
        <p:nvGraphicFramePr>
          <p:cNvPr id="33" name="표 17">
            <a:extLst>
              <a:ext uri="{FF2B5EF4-FFF2-40B4-BE49-F238E27FC236}">
                <a16:creationId xmlns:a16="http://schemas.microsoft.com/office/drawing/2014/main" id="{6B42F047-FD99-4243-85AF-AB993667D1DC}"/>
              </a:ext>
            </a:extLst>
          </p:cNvPr>
          <p:cNvGraphicFramePr>
            <a:graphicFrameLocks noGrp="1"/>
          </p:cNvGraphicFramePr>
          <p:nvPr>
            <p:extLst>
              <p:ext uri="{D42A27DB-BD31-4B8C-83A1-F6EECF244321}">
                <p14:modId xmlns:p14="http://schemas.microsoft.com/office/powerpoint/2010/main" val="908589229"/>
              </p:ext>
            </p:extLst>
          </p:nvPr>
        </p:nvGraphicFramePr>
        <p:xfrm>
          <a:off x="2881070" y="2684138"/>
          <a:ext cx="3472494" cy="1127760"/>
        </p:xfrm>
        <a:graphic>
          <a:graphicData uri="http://schemas.openxmlformats.org/drawingml/2006/table">
            <a:tbl>
              <a:tblPr firstRow="1" bandRow="1">
                <a:tableStyleId>{5940675A-B579-460E-94D1-54222C63F5DA}</a:tableStyleId>
              </a:tblPr>
              <a:tblGrid>
                <a:gridCol w="1005928">
                  <a:extLst>
                    <a:ext uri="{9D8B030D-6E8A-4147-A177-3AD203B41FA5}">
                      <a16:colId xmlns:a16="http://schemas.microsoft.com/office/drawing/2014/main" val="827257380"/>
                    </a:ext>
                  </a:extLst>
                </a:gridCol>
                <a:gridCol w="2466566">
                  <a:extLst>
                    <a:ext uri="{9D8B030D-6E8A-4147-A177-3AD203B41FA5}">
                      <a16:colId xmlns:a16="http://schemas.microsoft.com/office/drawing/2014/main" val="1855344563"/>
                    </a:ext>
                  </a:extLst>
                </a:gridCol>
              </a:tblGrid>
              <a:tr h="0">
                <a:tc>
                  <a:txBody>
                    <a:bodyPr/>
                    <a:lstStyle/>
                    <a:p>
                      <a:pPr latinLnBrk="1"/>
                      <a:r>
                        <a:rPr lang="ko-KR" altLang="en-US" sz="800" dirty="0" err="1">
                          <a:solidFill>
                            <a:schemeClr val="tx1"/>
                          </a:solidFill>
                        </a:rPr>
                        <a:t>배송지</a:t>
                      </a:r>
                      <a:r>
                        <a:rPr lang="ko-KR" altLang="en-US" sz="800" dirty="0">
                          <a:solidFill>
                            <a:schemeClr val="tx1"/>
                          </a:solidFill>
                        </a:rPr>
                        <a:t> 명</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주소</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ko-KR" altLang="en-US" sz="800" dirty="0" err="1">
                          <a:solidFill>
                            <a:schemeClr val="tx1"/>
                          </a:solidFill>
                        </a:rPr>
                        <a:t>배송지</a:t>
                      </a:r>
                      <a:r>
                        <a:rPr lang="ko-KR" altLang="en-US" sz="800" dirty="0">
                          <a:solidFill>
                            <a:schemeClr val="tx1"/>
                          </a:solidFill>
                        </a:rPr>
                        <a:t> 타입</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기본   ● 추가</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bl>
          </a:graphicData>
        </a:graphic>
      </p:graphicFrame>
      <p:sp>
        <p:nvSpPr>
          <p:cNvPr id="40" name="직사각형 39">
            <a:extLst>
              <a:ext uri="{FF2B5EF4-FFF2-40B4-BE49-F238E27FC236}">
                <a16:creationId xmlns:a16="http://schemas.microsoft.com/office/drawing/2014/main" id="{03919821-8ECD-4CAF-B6C8-30F71000CD9D}"/>
              </a:ext>
            </a:extLst>
          </p:cNvPr>
          <p:cNvSpPr/>
          <p:nvPr/>
        </p:nvSpPr>
        <p:spPr>
          <a:xfrm>
            <a:off x="3307168" y="3995467"/>
            <a:ext cx="1358901" cy="213360"/>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배송지수정하기</a:t>
            </a:r>
            <a:endParaRPr lang="en-US" altLang="ko-KR" sz="800" dirty="0">
              <a:solidFill>
                <a:schemeClr val="bg1"/>
              </a:solidFill>
            </a:endParaRPr>
          </a:p>
        </p:txBody>
      </p:sp>
      <p:grpSp>
        <p:nvGrpSpPr>
          <p:cNvPr id="41" name="Image">
            <a:extLst>
              <a:ext uri="{FF2B5EF4-FFF2-40B4-BE49-F238E27FC236}">
                <a16:creationId xmlns:a16="http://schemas.microsoft.com/office/drawing/2014/main" id="{7A9307DB-C6A2-47D5-BC97-B4B70869A787}"/>
              </a:ext>
            </a:extLst>
          </p:cNvPr>
          <p:cNvGrpSpPr>
            <a:grpSpLocks/>
          </p:cNvGrpSpPr>
          <p:nvPr/>
        </p:nvGrpSpPr>
        <p:grpSpPr bwMode="auto">
          <a:xfrm>
            <a:off x="6251206" y="2211821"/>
            <a:ext cx="204716" cy="209797"/>
            <a:chOff x="508000" y="1397000"/>
            <a:chExt cx="1008112" cy="1008112"/>
          </a:xfrm>
        </p:grpSpPr>
        <p:sp>
          <p:nvSpPr>
            <p:cNvPr id="42" name="Border">
              <a:extLst>
                <a:ext uri="{FF2B5EF4-FFF2-40B4-BE49-F238E27FC236}">
                  <a16:creationId xmlns:a16="http://schemas.microsoft.com/office/drawing/2014/main" id="{5BDF002F-6663-4AFC-BE0E-C81E9CC1C071}"/>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3" name="Line 2">
              <a:extLst>
                <a:ext uri="{FF2B5EF4-FFF2-40B4-BE49-F238E27FC236}">
                  <a16:creationId xmlns:a16="http://schemas.microsoft.com/office/drawing/2014/main" id="{4D2BA593-4006-45FC-B14C-9FD36ADC8EB3}"/>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4" name="Line 1">
              <a:extLst>
                <a:ext uri="{FF2B5EF4-FFF2-40B4-BE49-F238E27FC236}">
                  <a16:creationId xmlns:a16="http://schemas.microsoft.com/office/drawing/2014/main" id="{450C4853-A9A3-4FCE-AAE1-377FC23F280E}"/>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45" name="직사각형 44">
            <a:extLst>
              <a:ext uri="{FF2B5EF4-FFF2-40B4-BE49-F238E27FC236}">
                <a16:creationId xmlns:a16="http://schemas.microsoft.com/office/drawing/2014/main" id="{C6B9103B-78B2-4A03-873D-0CE1676B2FAF}"/>
              </a:ext>
            </a:extLst>
          </p:cNvPr>
          <p:cNvSpPr/>
          <p:nvPr/>
        </p:nvSpPr>
        <p:spPr>
          <a:xfrm>
            <a:off x="4772878" y="3995467"/>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49" name="타원 48">
            <a:extLst>
              <a:ext uri="{FF2B5EF4-FFF2-40B4-BE49-F238E27FC236}">
                <a16:creationId xmlns:a16="http://schemas.microsoft.com/office/drawing/2014/main" id="{91DF93CA-AF65-4966-A517-62A5EFF50BD7}"/>
              </a:ext>
            </a:extLst>
          </p:cNvPr>
          <p:cNvSpPr/>
          <p:nvPr/>
        </p:nvSpPr>
        <p:spPr>
          <a:xfrm>
            <a:off x="8545039" y="3342868"/>
            <a:ext cx="342004" cy="345111"/>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50" name="직선 화살표 연결선 49">
            <a:extLst>
              <a:ext uri="{FF2B5EF4-FFF2-40B4-BE49-F238E27FC236}">
                <a16:creationId xmlns:a16="http://schemas.microsoft.com/office/drawing/2014/main" id="{9B128DE8-3AF3-4831-9109-A87B691C64AA}"/>
              </a:ext>
            </a:extLst>
          </p:cNvPr>
          <p:cNvCxnSpPr>
            <a:cxnSpLocks/>
            <a:endCxn id="18" idx="3"/>
          </p:cNvCxnSpPr>
          <p:nvPr/>
        </p:nvCxnSpPr>
        <p:spPr>
          <a:xfrm flipH="1" flipV="1">
            <a:off x="6563511" y="3342407"/>
            <a:ext cx="1999817" cy="171413"/>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52" name="직사각형 51">
            <a:extLst>
              <a:ext uri="{FF2B5EF4-FFF2-40B4-BE49-F238E27FC236}">
                <a16:creationId xmlns:a16="http://schemas.microsoft.com/office/drawing/2014/main" id="{198BD6A0-9D05-430C-BAB3-9CFCF133153C}"/>
              </a:ext>
            </a:extLst>
          </p:cNvPr>
          <p:cNvSpPr/>
          <p:nvPr/>
        </p:nvSpPr>
        <p:spPr>
          <a:xfrm>
            <a:off x="3959558" y="2703094"/>
            <a:ext cx="2236996" cy="169359"/>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lumMod val="50000"/>
                  <a:lumOff val="50000"/>
                </a:schemeClr>
              </a:solidFill>
            </a:endParaRPr>
          </a:p>
        </p:txBody>
      </p:sp>
      <p:sp>
        <p:nvSpPr>
          <p:cNvPr id="53" name="직사각형 52">
            <a:extLst>
              <a:ext uri="{FF2B5EF4-FFF2-40B4-BE49-F238E27FC236}">
                <a16:creationId xmlns:a16="http://schemas.microsoft.com/office/drawing/2014/main" id="{02CF7481-45AF-45B1-B87F-C44E42D7E8BC}"/>
              </a:ext>
            </a:extLst>
          </p:cNvPr>
          <p:cNvSpPr/>
          <p:nvPr/>
        </p:nvSpPr>
        <p:spPr>
          <a:xfrm>
            <a:off x="4894016" y="2996810"/>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우편번호찾기</a:t>
            </a:r>
            <a:endParaRPr lang="ko-KR" altLang="en-US" sz="800" dirty="0">
              <a:solidFill>
                <a:schemeClr val="bg1"/>
              </a:solidFill>
            </a:endParaRPr>
          </a:p>
        </p:txBody>
      </p:sp>
      <p:sp>
        <p:nvSpPr>
          <p:cNvPr id="54" name="직사각형 53">
            <a:extLst>
              <a:ext uri="{FF2B5EF4-FFF2-40B4-BE49-F238E27FC236}">
                <a16:creationId xmlns:a16="http://schemas.microsoft.com/office/drawing/2014/main" id="{BBD1E5ED-74E3-480A-854F-CA21491632A9}"/>
              </a:ext>
            </a:extLst>
          </p:cNvPr>
          <p:cNvSpPr/>
          <p:nvPr/>
        </p:nvSpPr>
        <p:spPr>
          <a:xfrm>
            <a:off x="3959558" y="2995337"/>
            <a:ext cx="854065"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우편번호</a:t>
            </a:r>
          </a:p>
        </p:txBody>
      </p:sp>
      <p:sp>
        <p:nvSpPr>
          <p:cNvPr id="55" name="직사각형 54">
            <a:extLst>
              <a:ext uri="{FF2B5EF4-FFF2-40B4-BE49-F238E27FC236}">
                <a16:creationId xmlns:a16="http://schemas.microsoft.com/office/drawing/2014/main" id="{2CC0EEDC-3E23-45F5-9054-3174F33F482A}"/>
              </a:ext>
            </a:extLst>
          </p:cNvPr>
          <p:cNvSpPr/>
          <p:nvPr/>
        </p:nvSpPr>
        <p:spPr>
          <a:xfrm>
            <a:off x="3959558" y="3203805"/>
            <a:ext cx="2291648" cy="139063"/>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주소</a:t>
            </a:r>
          </a:p>
        </p:txBody>
      </p:sp>
      <p:sp>
        <p:nvSpPr>
          <p:cNvPr id="56" name="직사각형 55">
            <a:extLst>
              <a:ext uri="{FF2B5EF4-FFF2-40B4-BE49-F238E27FC236}">
                <a16:creationId xmlns:a16="http://schemas.microsoft.com/office/drawing/2014/main" id="{2547F3EC-4E8C-491E-A0E3-B4B9A3E8FB6B}"/>
              </a:ext>
            </a:extLst>
          </p:cNvPr>
          <p:cNvSpPr/>
          <p:nvPr/>
        </p:nvSpPr>
        <p:spPr>
          <a:xfrm>
            <a:off x="3959558" y="3405009"/>
            <a:ext cx="2291648" cy="130445"/>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상세 주소 </a:t>
            </a:r>
          </a:p>
        </p:txBody>
      </p:sp>
      <p:sp>
        <p:nvSpPr>
          <p:cNvPr id="38" name="TextBox 37">
            <a:extLst>
              <a:ext uri="{FF2B5EF4-FFF2-40B4-BE49-F238E27FC236}">
                <a16:creationId xmlns:a16="http://schemas.microsoft.com/office/drawing/2014/main" id="{8B04C1AF-DDCC-47D4-AD64-A633AAD90936}"/>
              </a:ext>
            </a:extLst>
          </p:cNvPr>
          <p:cNvSpPr txBox="1"/>
          <p:nvPr/>
        </p:nvSpPr>
        <p:spPr>
          <a:xfrm>
            <a:off x="8739811" y="3254969"/>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39" name="TextBox 38">
            <a:extLst>
              <a:ext uri="{FF2B5EF4-FFF2-40B4-BE49-F238E27FC236}">
                <a16:creationId xmlns:a16="http://schemas.microsoft.com/office/drawing/2014/main" id="{8B04C1AF-DDCC-47D4-AD64-A633AAD90936}"/>
              </a:ext>
            </a:extLst>
          </p:cNvPr>
          <p:cNvSpPr txBox="1"/>
          <p:nvPr/>
        </p:nvSpPr>
        <p:spPr>
          <a:xfrm>
            <a:off x="4474146" y="3898775"/>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1720105849"/>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214BDB20-38BB-4DB2-A59D-1001D9368270}"/>
              </a:ext>
            </a:extLst>
          </p:cNvPr>
          <p:cNvSpPr txBox="1"/>
          <p:nvPr/>
        </p:nvSpPr>
        <p:spPr>
          <a:xfrm>
            <a:off x="2258491" y="903817"/>
            <a:ext cx="1013419"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ko-KR" altLang="en-US" sz="800" b="1" dirty="0"/>
              <a:t>탈퇴 정보 확인</a:t>
            </a:r>
          </a:p>
        </p:txBody>
      </p:sp>
      <p:graphicFrame>
        <p:nvGraphicFramePr>
          <p:cNvPr id="3" name="표 2">
            <a:extLst>
              <a:ext uri="{FF2B5EF4-FFF2-40B4-BE49-F238E27FC236}">
                <a16:creationId xmlns:a16="http://schemas.microsoft.com/office/drawing/2014/main" id="{3F28DBC6-22A3-403F-8E79-E115FB740C88}"/>
              </a:ext>
            </a:extLst>
          </p:cNvPr>
          <p:cNvGraphicFramePr>
            <a:graphicFrameLocks noGrp="1"/>
          </p:cNvGraphicFramePr>
          <p:nvPr>
            <p:extLst>
              <p:ext uri="{D42A27DB-BD31-4B8C-83A1-F6EECF244321}">
                <p14:modId xmlns:p14="http://schemas.microsoft.com/office/powerpoint/2010/main" val="1726729316"/>
              </p:ext>
            </p:extLst>
          </p:nvPr>
        </p:nvGraphicFramePr>
        <p:xfrm>
          <a:off x="2338885" y="1119261"/>
          <a:ext cx="6768756" cy="1066800"/>
        </p:xfrm>
        <a:graphic>
          <a:graphicData uri="http://schemas.openxmlformats.org/drawingml/2006/table">
            <a:tbl>
              <a:tblPr firstRow="1" bandRow="1">
                <a:tableStyleId>{5C22544A-7EE6-4342-B048-85BDC9FD1C3A}</a:tableStyleId>
              </a:tblPr>
              <a:tblGrid>
                <a:gridCol w="1184491">
                  <a:extLst>
                    <a:ext uri="{9D8B030D-6E8A-4147-A177-3AD203B41FA5}">
                      <a16:colId xmlns:a16="http://schemas.microsoft.com/office/drawing/2014/main" val="20000"/>
                    </a:ext>
                  </a:extLst>
                </a:gridCol>
                <a:gridCol w="5584265">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회원번호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asd1234</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아이디</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id1111</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이름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0846795"/>
                  </a:ext>
                </a:extLst>
              </a:tr>
              <a:tr h="0">
                <a:tc>
                  <a:txBody>
                    <a:bodyPr/>
                    <a:lstStyle/>
                    <a:p>
                      <a:pPr latinLnBrk="1"/>
                      <a:r>
                        <a:rPr lang="ko-KR" altLang="en-US" sz="800" b="0" dirty="0">
                          <a:solidFill>
                            <a:schemeClr val="tx1"/>
                          </a:solidFill>
                        </a:rPr>
                        <a:t>보유 포인트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0000point</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41596355"/>
                  </a:ext>
                </a:extLst>
              </a:tr>
              <a:tr h="0">
                <a:tc>
                  <a:txBody>
                    <a:bodyPr/>
                    <a:lstStyle/>
                    <a:p>
                      <a:pPr latinLnBrk="1"/>
                      <a:r>
                        <a:rPr lang="ko-KR" altLang="en-US" sz="800" b="0" dirty="0">
                          <a:solidFill>
                            <a:schemeClr val="tx1"/>
                          </a:solidFill>
                        </a:rPr>
                        <a:t>판매 중 내역</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00</a:t>
                      </a:r>
                      <a:r>
                        <a:rPr lang="ko-KR" altLang="en-US" sz="800" b="0" i="0" u="none" strike="noStrike" dirty="0">
                          <a:solidFill>
                            <a:schemeClr val="tx1"/>
                          </a:solidFill>
                          <a:effectLst/>
                          <a:latin typeface="+mn-lt"/>
                        </a:rPr>
                        <a:t>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50101451"/>
                  </a:ext>
                </a:extLst>
              </a:tr>
            </a:tbl>
          </a:graphicData>
        </a:graphic>
      </p:graphicFrame>
      <p:sp>
        <p:nvSpPr>
          <p:cNvPr id="5" name="TextBox 4">
            <a:extLst>
              <a:ext uri="{FF2B5EF4-FFF2-40B4-BE49-F238E27FC236}">
                <a16:creationId xmlns:a16="http://schemas.microsoft.com/office/drawing/2014/main" id="{D61A54EC-F790-415C-9513-73A589791498}"/>
              </a:ext>
            </a:extLst>
          </p:cNvPr>
          <p:cNvSpPr txBox="1"/>
          <p:nvPr/>
        </p:nvSpPr>
        <p:spPr>
          <a:xfrm>
            <a:off x="2258491" y="4543676"/>
            <a:ext cx="976549"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비밀번호 입력</a:t>
            </a:r>
            <a:endParaRPr lang="ko-KR" altLang="en-US" sz="800" b="1" dirty="0"/>
          </a:p>
        </p:txBody>
      </p:sp>
      <p:graphicFrame>
        <p:nvGraphicFramePr>
          <p:cNvPr id="6" name="표 5">
            <a:extLst>
              <a:ext uri="{FF2B5EF4-FFF2-40B4-BE49-F238E27FC236}">
                <a16:creationId xmlns:a16="http://schemas.microsoft.com/office/drawing/2014/main" id="{F72B5F69-18BD-42F9-984C-2FEA87B4747B}"/>
              </a:ext>
            </a:extLst>
          </p:cNvPr>
          <p:cNvGraphicFramePr>
            <a:graphicFrameLocks noGrp="1"/>
          </p:cNvGraphicFramePr>
          <p:nvPr>
            <p:extLst>
              <p:ext uri="{D42A27DB-BD31-4B8C-83A1-F6EECF244321}">
                <p14:modId xmlns:p14="http://schemas.microsoft.com/office/powerpoint/2010/main" val="928186488"/>
              </p:ext>
            </p:extLst>
          </p:nvPr>
        </p:nvGraphicFramePr>
        <p:xfrm>
          <a:off x="2338885" y="4759118"/>
          <a:ext cx="6768756" cy="436440"/>
        </p:xfrm>
        <a:graphic>
          <a:graphicData uri="http://schemas.openxmlformats.org/drawingml/2006/table">
            <a:tbl>
              <a:tblPr firstRow="1" bandRow="1">
                <a:tableStyleId>{5C22544A-7EE6-4342-B048-85BDC9FD1C3A}</a:tableStyleId>
              </a:tblPr>
              <a:tblGrid>
                <a:gridCol w="1176102">
                  <a:extLst>
                    <a:ext uri="{9D8B030D-6E8A-4147-A177-3AD203B41FA5}">
                      <a16:colId xmlns:a16="http://schemas.microsoft.com/office/drawing/2014/main" val="20000"/>
                    </a:ext>
                  </a:extLst>
                </a:gridCol>
                <a:gridCol w="5592654">
                  <a:extLst>
                    <a:ext uri="{9D8B030D-6E8A-4147-A177-3AD203B41FA5}">
                      <a16:colId xmlns:a16="http://schemas.microsoft.com/office/drawing/2014/main" val="20001"/>
                    </a:ext>
                  </a:extLst>
                </a:gridCol>
              </a:tblGrid>
              <a:tr h="218220">
                <a:tc>
                  <a:txBody>
                    <a:bodyPr/>
                    <a:lstStyle/>
                    <a:p>
                      <a:pPr latinLnBrk="1"/>
                      <a:r>
                        <a:rPr lang="ko-KR" altLang="en-US" sz="800" b="0" dirty="0">
                          <a:solidFill>
                            <a:schemeClr val="tx1"/>
                          </a:solidFill>
                        </a:rPr>
                        <a:t>비밀번호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218220">
                <a:tc>
                  <a:txBody>
                    <a:bodyPr/>
                    <a:lstStyle/>
                    <a:p>
                      <a:pPr latinLnBrk="1"/>
                      <a:r>
                        <a:rPr lang="ko-KR" altLang="en-US" sz="800" b="0" dirty="0">
                          <a:solidFill>
                            <a:schemeClr val="tx1"/>
                          </a:solidFill>
                        </a:rPr>
                        <a:t>비밀번호 확인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rgbClr val="C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22" name="TextBox 21">
            <a:extLst>
              <a:ext uri="{FF2B5EF4-FFF2-40B4-BE49-F238E27FC236}">
                <a16:creationId xmlns:a16="http://schemas.microsoft.com/office/drawing/2014/main" id="{1931A15B-DA8C-4A8C-802A-78BF9FE804AC}"/>
              </a:ext>
            </a:extLst>
          </p:cNvPr>
          <p:cNvSpPr txBox="1"/>
          <p:nvPr/>
        </p:nvSpPr>
        <p:spPr>
          <a:xfrm>
            <a:off x="2258491" y="2295809"/>
            <a:ext cx="1738164" cy="215444"/>
          </a:xfrm>
          <a:prstGeom prst="rect">
            <a:avLst/>
          </a:prstGeom>
          <a:noFill/>
        </p:spPr>
        <p:txBody>
          <a:bodyPr wrap="square" rtlCol="0">
            <a:spAutoFit/>
          </a:bodyPr>
          <a:lstStyle/>
          <a:p>
            <a:r>
              <a:rPr lang="ko-KR" altLang="en-US" sz="800" b="1" dirty="0">
                <a:latin typeface="맑은 고딕" panose="020B0503020000020004" pitchFamily="50" charset="-127"/>
                <a:ea typeface="맑은 고딕" panose="020B0503020000020004" pitchFamily="50" charset="-127"/>
              </a:rPr>
              <a:t>■ 탈퇴하시는 이유는 무엇인가요</a:t>
            </a:r>
            <a:r>
              <a:rPr lang="en-US" altLang="ko-KR" sz="800" b="1" dirty="0">
                <a:latin typeface="맑은 고딕" panose="020B0503020000020004" pitchFamily="50" charset="-127"/>
                <a:ea typeface="맑은 고딕" panose="020B0503020000020004" pitchFamily="50" charset="-127"/>
              </a:rPr>
              <a:t>?</a:t>
            </a:r>
            <a:endParaRPr lang="ko-KR" altLang="en-US" sz="800" b="1" dirty="0"/>
          </a:p>
        </p:txBody>
      </p:sp>
      <p:graphicFrame>
        <p:nvGraphicFramePr>
          <p:cNvPr id="23" name="표 22">
            <a:extLst>
              <a:ext uri="{FF2B5EF4-FFF2-40B4-BE49-F238E27FC236}">
                <a16:creationId xmlns:a16="http://schemas.microsoft.com/office/drawing/2014/main" id="{0B7B8BB4-2CBC-49EF-B57D-7D0236B339DC}"/>
              </a:ext>
            </a:extLst>
          </p:cNvPr>
          <p:cNvGraphicFramePr>
            <a:graphicFrameLocks noGrp="1"/>
          </p:cNvGraphicFramePr>
          <p:nvPr>
            <p:extLst>
              <p:ext uri="{D42A27DB-BD31-4B8C-83A1-F6EECF244321}">
                <p14:modId xmlns:p14="http://schemas.microsoft.com/office/powerpoint/2010/main" val="1382736771"/>
              </p:ext>
            </p:extLst>
          </p:nvPr>
        </p:nvGraphicFramePr>
        <p:xfrm>
          <a:off x="2338885" y="2538142"/>
          <a:ext cx="6768756" cy="1776646"/>
        </p:xfrm>
        <a:graphic>
          <a:graphicData uri="http://schemas.openxmlformats.org/drawingml/2006/table">
            <a:tbl>
              <a:tblPr firstRow="1" bandRow="1">
                <a:tableStyleId>{5C22544A-7EE6-4342-B048-85BDC9FD1C3A}</a:tableStyleId>
              </a:tblPr>
              <a:tblGrid>
                <a:gridCol w="6768756">
                  <a:extLst>
                    <a:ext uri="{9D8B030D-6E8A-4147-A177-3AD203B41FA5}">
                      <a16:colId xmlns:a16="http://schemas.microsoft.com/office/drawing/2014/main" val="20001"/>
                    </a:ext>
                  </a:extLst>
                </a:gridCol>
              </a:tblGrid>
              <a:tr h="177664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89819523"/>
                  </a:ext>
                </a:extLst>
              </a:tr>
            </a:tbl>
          </a:graphicData>
        </a:graphic>
      </p:graphicFrame>
      <p:pic>
        <p:nvPicPr>
          <p:cNvPr id="24" name="그림 23">
            <a:extLst>
              <a:ext uri="{FF2B5EF4-FFF2-40B4-BE49-F238E27FC236}">
                <a16:creationId xmlns:a16="http://schemas.microsoft.com/office/drawing/2014/main" id="{D1FF904C-E1D5-4829-9CD7-4E81343B3CE6}"/>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l="4629" t="3196" r="3195" b="2954"/>
          <a:stretch/>
        </p:blipFill>
        <p:spPr>
          <a:xfrm>
            <a:off x="2443939" y="2640982"/>
            <a:ext cx="144015" cy="146633"/>
          </a:xfrm>
          <a:prstGeom prst="rect">
            <a:avLst/>
          </a:prstGeom>
        </p:spPr>
      </p:pic>
      <p:sp>
        <p:nvSpPr>
          <p:cNvPr id="25" name="직사각형 24">
            <a:extLst>
              <a:ext uri="{FF2B5EF4-FFF2-40B4-BE49-F238E27FC236}">
                <a16:creationId xmlns:a16="http://schemas.microsoft.com/office/drawing/2014/main" id="{AF834778-5E48-4641-9843-EFB8D71DAF09}"/>
              </a:ext>
            </a:extLst>
          </p:cNvPr>
          <p:cNvSpPr/>
          <p:nvPr/>
        </p:nvSpPr>
        <p:spPr>
          <a:xfrm>
            <a:off x="2545048" y="2601261"/>
            <a:ext cx="1867561" cy="215444"/>
          </a:xfrm>
          <a:prstGeom prst="rect">
            <a:avLst/>
          </a:prstGeom>
        </p:spPr>
        <p:txBody>
          <a:bodyPr wrap="square">
            <a:spAutoFit/>
          </a:bodyPr>
          <a:lstStyle/>
          <a:p>
            <a:pPr>
              <a:defRPr/>
            </a:pPr>
            <a:r>
              <a:rPr lang="ko-KR" altLang="en-US" sz="800" dirty="0"/>
              <a:t>이유 </a:t>
            </a:r>
            <a:r>
              <a:rPr lang="en-US" altLang="ko-KR" sz="800" dirty="0"/>
              <a:t>1</a:t>
            </a:r>
          </a:p>
        </p:txBody>
      </p:sp>
      <p:sp>
        <p:nvSpPr>
          <p:cNvPr id="27" name="직사각형 26">
            <a:extLst>
              <a:ext uri="{FF2B5EF4-FFF2-40B4-BE49-F238E27FC236}">
                <a16:creationId xmlns:a16="http://schemas.microsoft.com/office/drawing/2014/main" id="{CEA6F74E-CA6E-4B55-880B-103FEE42132A}"/>
              </a:ext>
            </a:extLst>
          </p:cNvPr>
          <p:cNvSpPr/>
          <p:nvPr/>
        </p:nvSpPr>
        <p:spPr>
          <a:xfrm>
            <a:off x="2545048" y="2787615"/>
            <a:ext cx="4572000" cy="215444"/>
          </a:xfrm>
          <a:prstGeom prst="rect">
            <a:avLst/>
          </a:prstGeom>
        </p:spPr>
        <p:txBody>
          <a:bodyPr>
            <a:spAutoFit/>
          </a:bodyPr>
          <a:lstStyle/>
          <a:p>
            <a:pPr>
              <a:defRPr/>
            </a:pPr>
            <a:r>
              <a:rPr lang="ko-KR" altLang="en-US" sz="800" dirty="0"/>
              <a:t>이유 </a:t>
            </a:r>
            <a:r>
              <a:rPr lang="en-US" altLang="ko-KR" sz="800" dirty="0"/>
              <a:t>2</a:t>
            </a:r>
          </a:p>
        </p:txBody>
      </p:sp>
      <p:sp>
        <p:nvSpPr>
          <p:cNvPr id="31" name="직사각형 30">
            <a:extLst>
              <a:ext uri="{FF2B5EF4-FFF2-40B4-BE49-F238E27FC236}">
                <a16:creationId xmlns:a16="http://schemas.microsoft.com/office/drawing/2014/main" id="{2B4480EA-63E8-4B65-B026-F5164ACA01E3}"/>
              </a:ext>
            </a:extLst>
          </p:cNvPr>
          <p:cNvSpPr/>
          <p:nvPr/>
        </p:nvSpPr>
        <p:spPr>
          <a:xfrm>
            <a:off x="2545048" y="2987032"/>
            <a:ext cx="4572000" cy="215444"/>
          </a:xfrm>
          <a:prstGeom prst="rect">
            <a:avLst/>
          </a:prstGeom>
        </p:spPr>
        <p:txBody>
          <a:bodyPr>
            <a:spAutoFit/>
          </a:bodyPr>
          <a:lstStyle/>
          <a:p>
            <a:pPr>
              <a:defRPr/>
            </a:pPr>
            <a:r>
              <a:rPr lang="ko-KR" altLang="en-US" sz="800" dirty="0"/>
              <a:t>이유 </a:t>
            </a:r>
            <a:r>
              <a:rPr lang="en-US" altLang="ko-KR" sz="800" dirty="0"/>
              <a:t>3</a:t>
            </a:r>
          </a:p>
        </p:txBody>
      </p:sp>
      <p:sp>
        <p:nvSpPr>
          <p:cNvPr id="32" name="직사각형 31">
            <a:extLst>
              <a:ext uri="{FF2B5EF4-FFF2-40B4-BE49-F238E27FC236}">
                <a16:creationId xmlns:a16="http://schemas.microsoft.com/office/drawing/2014/main" id="{C86F29E3-6202-4228-B376-ABC6341ACDB0}"/>
              </a:ext>
            </a:extLst>
          </p:cNvPr>
          <p:cNvSpPr/>
          <p:nvPr/>
        </p:nvSpPr>
        <p:spPr>
          <a:xfrm>
            <a:off x="2545048" y="3190255"/>
            <a:ext cx="4572000" cy="215444"/>
          </a:xfrm>
          <a:prstGeom prst="rect">
            <a:avLst/>
          </a:prstGeom>
        </p:spPr>
        <p:txBody>
          <a:bodyPr>
            <a:spAutoFit/>
          </a:bodyPr>
          <a:lstStyle/>
          <a:p>
            <a:pPr>
              <a:defRPr/>
            </a:pPr>
            <a:r>
              <a:rPr lang="ko-KR" altLang="en-US" sz="800" dirty="0"/>
              <a:t>이유 </a:t>
            </a:r>
            <a:r>
              <a:rPr lang="en-US" altLang="ko-KR" sz="800" dirty="0"/>
              <a:t>4</a:t>
            </a:r>
          </a:p>
        </p:txBody>
      </p:sp>
      <p:sp>
        <p:nvSpPr>
          <p:cNvPr id="33" name="타원 32">
            <a:extLst>
              <a:ext uri="{FF2B5EF4-FFF2-40B4-BE49-F238E27FC236}">
                <a16:creationId xmlns:a16="http://schemas.microsoft.com/office/drawing/2014/main" id="{466EC8A6-6087-4383-BB1D-7996FED4BC38}"/>
              </a:ext>
            </a:extLst>
          </p:cNvPr>
          <p:cNvSpPr/>
          <p:nvPr/>
        </p:nvSpPr>
        <p:spPr>
          <a:xfrm>
            <a:off x="2451577" y="3217377"/>
            <a:ext cx="125386" cy="119095"/>
          </a:xfrm>
          <a:prstGeom prst="ellipse">
            <a:avLst/>
          </a:prstGeom>
          <a:solidFill>
            <a:schemeClr val="bg1"/>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 name="직사각형 33">
            <a:extLst>
              <a:ext uri="{FF2B5EF4-FFF2-40B4-BE49-F238E27FC236}">
                <a16:creationId xmlns:a16="http://schemas.microsoft.com/office/drawing/2014/main" id="{11B20B55-95BC-4BF9-8A14-B3130855100D}"/>
              </a:ext>
            </a:extLst>
          </p:cNvPr>
          <p:cNvSpPr/>
          <p:nvPr/>
        </p:nvSpPr>
        <p:spPr>
          <a:xfrm>
            <a:off x="2545048" y="3375814"/>
            <a:ext cx="4572000" cy="215444"/>
          </a:xfrm>
          <a:prstGeom prst="rect">
            <a:avLst/>
          </a:prstGeom>
        </p:spPr>
        <p:txBody>
          <a:bodyPr>
            <a:spAutoFit/>
          </a:bodyPr>
          <a:lstStyle/>
          <a:p>
            <a:pPr>
              <a:defRPr/>
            </a:pPr>
            <a:r>
              <a:rPr lang="ko-KR" altLang="en-US" sz="800" dirty="0"/>
              <a:t>기타</a:t>
            </a:r>
            <a:endParaRPr lang="en-US" altLang="ko-KR" sz="800" dirty="0"/>
          </a:p>
        </p:txBody>
      </p:sp>
      <p:sp>
        <p:nvSpPr>
          <p:cNvPr id="35" name="타원 34">
            <a:extLst>
              <a:ext uri="{FF2B5EF4-FFF2-40B4-BE49-F238E27FC236}">
                <a16:creationId xmlns:a16="http://schemas.microsoft.com/office/drawing/2014/main" id="{FC5EB03A-687B-4263-99CE-8806B8D23D72}"/>
              </a:ext>
            </a:extLst>
          </p:cNvPr>
          <p:cNvSpPr/>
          <p:nvPr/>
        </p:nvSpPr>
        <p:spPr>
          <a:xfrm>
            <a:off x="2451577" y="3423661"/>
            <a:ext cx="125386" cy="119095"/>
          </a:xfrm>
          <a:prstGeom prst="ellipse">
            <a:avLst/>
          </a:prstGeom>
          <a:solidFill>
            <a:schemeClr val="bg1"/>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9" name="타원 38">
            <a:extLst>
              <a:ext uri="{FF2B5EF4-FFF2-40B4-BE49-F238E27FC236}">
                <a16:creationId xmlns:a16="http://schemas.microsoft.com/office/drawing/2014/main" id="{466EC8A6-6087-4383-BB1D-7996FED4BC38}"/>
              </a:ext>
            </a:extLst>
          </p:cNvPr>
          <p:cNvSpPr/>
          <p:nvPr/>
        </p:nvSpPr>
        <p:spPr>
          <a:xfrm>
            <a:off x="2453253" y="2857075"/>
            <a:ext cx="125386" cy="119095"/>
          </a:xfrm>
          <a:prstGeom prst="ellipse">
            <a:avLst/>
          </a:prstGeom>
          <a:solidFill>
            <a:schemeClr val="bg1"/>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 name="타원 39">
            <a:extLst>
              <a:ext uri="{FF2B5EF4-FFF2-40B4-BE49-F238E27FC236}">
                <a16:creationId xmlns:a16="http://schemas.microsoft.com/office/drawing/2014/main" id="{466EC8A6-6087-4383-BB1D-7996FED4BC38}"/>
              </a:ext>
            </a:extLst>
          </p:cNvPr>
          <p:cNvSpPr/>
          <p:nvPr/>
        </p:nvSpPr>
        <p:spPr>
          <a:xfrm>
            <a:off x="2453253" y="3044039"/>
            <a:ext cx="125386" cy="119095"/>
          </a:xfrm>
          <a:prstGeom prst="ellipse">
            <a:avLst/>
          </a:prstGeom>
          <a:solidFill>
            <a:schemeClr val="bg1"/>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 name="직사각형 40">
            <a:extLst>
              <a:ext uri="{FF2B5EF4-FFF2-40B4-BE49-F238E27FC236}">
                <a16:creationId xmlns:a16="http://schemas.microsoft.com/office/drawing/2014/main" id="{BCA13B35-92C2-457F-8EAA-7C2D429AD1A0}"/>
              </a:ext>
            </a:extLst>
          </p:cNvPr>
          <p:cNvSpPr/>
          <p:nvPr/>
        </p:nvSpPr>
        <p:spPr>
          <a:xfrm>
            <a:off x="2545047" y="3639104"/>
            <a:ext cx="6372449" cy="599953"/>
          </a:xfrm>
          <a:prstGeom prst="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사유를 입력하여 주세요</a:t>
            </a:r>
            <a:r>
              <a:rPr lang="en-US" altLang="ko-KR" sz="800" dirty="0">
                <a:solidFill>
                  <a:schemeClr val="tx1">
                    <a:lumMod val="50000"/>
                    <a:lumOff val="50000"/>
                  </a:schemeClr>
                </a:solidFill>
              </a:rPr>
              <a:t>.</a:t>
            </a:r>
          </a:p>
          <a:p>
            <a:endParaRPr lang="ko-KR" altLang="en-US" dirty="0">
              <a:solidFill>
                <a:schemeClr val="tx1">
                  <a:lumMod val="50000"/>
                  <a:lumOff val="50000"/>
                </a:schemeClr>
              </a:solidFill>
            </a:endParaRPr>
          </a:p>
        </p:txBody>
      </p:sp>
      <p:sp>
        <p:nvSpPr>
          <p:cNvPr id="42" name="직사각형 41">
            <a:extLst>
              <a:ext uri="{FF2B5EF4-FFF2-40B4-BE49-F238E27FC236}">
                <a16:creationId xmlns:a16="http://schemas.microsoft.com/office/drawing/2014/main" id="{F281544B-6D14-47A2-A027-B9C34B9BA3FB}"/>
              </a:ext>
            </a:extLst>
          </p:cNvPr>
          <p:cNvSpPr/>
          <p:nvPr/>
        </p:nvSpPr>
        <p:spPr>
          <a:xfrm>
            <a:off x="4231779" y="6015423"/>
            <a:ext cx="3116430" cy="303290"/>
          </a:xfrm>
          <a:prstGeom prst="rect">
            <a:avLst/>
          </a:prstGeom>
          <a:solidFill>
            <a:schemeClr val="tx1">
              <a:lumMod val="50000"/>
              <a:lumOff val="50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t>회원 탈퇴 신청하기</a:t>
            </a:r>
          </a:p>
        </p:txBody>
      </p:sp>
      <p:sp>
        <p:nvSpPr>
          <p:cNvPr id="43" name="직사각형 42">
            <a:extLst>
              <a:ext uri="{FF2B5EF4-FFF2-40B4-BE49-F238E27FC236}">
                <a16:creationId xmlns:a16="http://schemas.microsoft.com/office/drawing/2014/main" id="{74A3CA57-F603-4C98-93A8-5A57F69C52A5}"/>
              </a:ext>
            </a:extLst>
          </p:cNvPr>
          <p:cNvSpPr/>
          <p:nvPr/>
        </p:nvSpPr>
        <p:spPr>
          <a:xfrm>
            <a:off x="3546923" y="4785161"/>
            <a:ext cx="5496409" cy="16567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lumMod val="50000"/>
                  <a:lumOff val="50000"/>
                </a:schemeClr>
              </a:solidFill>
            </a:endParaRPr>
          </a:p>
        </p:txBody>
      </p:sp>
      <p:sp>
        <p:nvSpPr>
          <p:cNvPr id="44" name="직사각형 43">
            <a:extLst>
              <a:ext uri="{FF2B5EF4-FFF2-40B4-BE49-F238E27FC236}">
                <a16:creationId xmlns:a16="http://schemas.microsoft.com/office/drawing/2014/main" id="{74A3CA57-F603-4C98-93A8-5A57F69C52A5}"/>
              </a:ext>
            </a:extLst>
          </p:cNvPr>
          <p:cNvSpPr/>
          <p:nvPr/>
        </p:nvSpPr>
        <p:spPr>
          <a:xfrm>
            <a:off x="3546922" y="4999339"/>
            <a:ext cx="5496409" cy="16567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lumMod val="50000"/>
                  <a:lumOff val="50000"/>
                </a:schemeClr>
              </a:solidFill>
            </a:endParaRPr>
          </a:p>
        </p:txBody>
      </p:sp>
      <p:graphicFrame>
        <p:nvGraphicFramePr>
          <p:cNvPr id="45" name="표 44">
            <a:extLst>
              <a:ext uri="{FF2B5EF4-FFF2-40B4-BE49-F238E27FC236}">
                <a16:creationId xmlns:a16="http://schemas.microsoft.com/office/drawing/2014/main" id="{3D52F8B6-A1CE-47CB-A10A-A310F7289AEC}"/>
              </a:ext>
            </a:extLst>
          </p:cNvPr>
          <p:cNvGraphicFramePr>
            <a:graphicFrameLocks noGrp="1"/>
          </p:cNvGraphicFramePr>
          <p:nvPr>
            <p:extLst>
              <p:ext uri="{D42A27DB-BD31-4B8C-83A1-F6EECF244321}">
                <p14:modId xmlns:p14="http://schemas.microsoft.com/office/powerpoint/2010/main" val="3279825728"/>
              </p:ext>
            </p:extLst>
          </p:nvPr>
        </p:nvGraphicFramePr>
        <p:xfrm>
          <a:off x="10171774" y="22159"/>
          <a:ext cx="1979018" cy="178411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RF-01-07-12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정보 관리</a:t>
                      </a:r>
                      <a:endParaRPr lang="en-US" altLang="ko-KR" sz="800" dirty="0"/>
                    </a:p>
                    <a:p>
                      <a:pPr algn="l" latinLnBrk="1"/>
                      <a:r>
                        <a:rPr lang="en-US" altLang="ko-KR" sz="800" dirty="0"/>
                        <a:t> </a:t>
                      </a:r>
                      <a:r>
                        <a:rPr lang="en-US" altLang="ko-KR" sz="800" baseline="0" dirty="0"/>
                        <a:t>- </a:t>
                      </a:r>
                      <a:r>
                        <a:rPr lang="ko-KR" altLang="en-US" sz="800" baseline="0" dirty="0"/>
                        <a:t>회원 탈퇴 신청</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회원 탈퇴 신청하는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760639404"/>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회원 탈퇴 신청 버튼</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RF-01-07-12</a:t>
                      </a:r>
                      <a:r>
                        <a:rPr lang="en-US" altLang="ko-KR" sz="800" b="0" dirty="0">
                          <a:solidFill>
                            <a:schemeClr val="tx1"/>
                          </a:solidFill>
                        </a:rPr>
                        <a:t>-1</a:t>
                      </a:r>
                      <a:r>
                        <a:rPr lang="en-US" altLang="ko-KR" sz="800" b="0" baseline="0" dirty="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
        <p:nvSpPr>
          <p:cNvPr id="26" name="TextBox 25">
            <a:extLst>
              <a:ext uri="{FF2B5EF4-FFF2-40B4-BE49-F238E27FC236}">
                <a16:creationId xmlns:a16="http://schemas.microsoft.com/office/drawing/2014/main" id="{8B04C1AF-DDCC-47D4-AD64-A633AAD90936}"/>
              </a:ext>
            </a:extLst>
          </p:cNvPr>
          <p:cNvSpPr txBox="1"/>
          <p:nvPr/>
        </p:nvSpPr>
        <p:spPr>
          <a:xfrm>
            <a:off x="4160617" y="5900007"/>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3820143874"/>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214BDB20-38BB-4DB2-A59D-1001D9368270}"/>
              </a:ext>
            </a:extLst>
          </p:cNvPr>
          <p:cNvSpPr txBox="1"/>
          <p:nvPr/>
        </p:nvSpPr>
        <p:spPr>
          <a:xfrm>
            <a:off x="2258491" y="903817"/>
            <a:ext cx="1013419"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ko-KR" altLang="en-US" sz="800" b="1" dirty="0"/>
              <a:t>탈퇴 정보 확인</a:t>
            </a:r>
          </a:p>
        </p:txBody>
      </p:sp>
      <p:graphicFrame>
        <p:nvGraphicFramePr>
          <p:cNvPr id="3" name="표 2">
            <a:extLst>
              <a:ext uri="{FF2B5EF4-FFF2-40B4-BE49-F238E27FC236}">
                <a16:creationId xmlns:a16="http://schemas.microsoft.com/office/drawing/2014/main" id="{3F28DBC6-22A3-403F-8E79-E115FB740C88}"/>
              </a:ext>
            </a:extLst>
          </p:cNvPr>
          <p:cNvGraphicFramePr>
            <a:graphicFrameLocks noGrp="1"/>
          </p:cNvGraphicFramePr>
          <p:nvPr/>
        </p:nvGraphicFramePr>
        <p:xfrm>
          <a:off x="2338885" y="1119261"/>
          <a:ext cx="6768756" cy="1066800"/>
        </p:xfrm>
        <a:graphic>
          <a:graphicData uri="http://schemas.openxmlformats.org/drawingml/2006/table">
            <a:tbl>
              <a:tblPr firstRow="1" bandRow="1">
                <a:tableStyleId>{5C22544A-7EE6-4342-B048-85BDC9FD1C3A}</a:tableStyleId>
              </a:tblPr>
              <a:tblGrid>
                <a:gridCol w="1184491">
                  <a:extLst>
                    <a:ext uri="{9D8B030D-6E8A-4147-A177-3AD203B41FA5}">
                      <a16:colId xmlns:a16="http://schemas.microsoft.com/office/drawing/2014/main" val="20000"/>
                    </a:ext>
                  </a:extLst>
                </a:gridCol>
                <a:gridCol w="5584265">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회원번호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asd1234</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아이디</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id1111</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이름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0846795"/>
                  </a:ext>
                </a:extLst>
              </a:tr>
              <a:tr h="0">
                <a:tc>
                  <a:txBody>
                    <a:bodyPr/>
                    <a:lstStyle/>
                    <a:p>
                      <a:pPr latinLnBrk="1"/>
                      <a:r>
                        <a:rPr lang="ko-KR" altLang="en-US" sz="800" b="0" dirty="0">
                          <a:solidFill>
                            <a:schemeClr val="tx1"/>
                          </a:solidFill>
                        </a:rPr>
                        <a:t>보유 포인트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0000point</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41596355"/>
                  </a:ext>
                </a:extLst>
              </a:tr>
              <a:tr h="0">
                <a:tc>
                  <a:txBody>
                    <a:bodyPr/>
                    <a:lstStyle/>
                    <a:p>
                      <a:pPr latinLnBrk="1"/>
                      <a:r>
                        <a:rPr lang="ko-KR" altLang="en-US" sz="800" b="0" dirty="0">
                          <a:solidFill>
                            <a:schemeClr val="tx1"/>
                          </a:solidFill>
                        </a:rPr>
                        <a:t>판매 중 내역</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00</a:t>
                      </a:r>
                      <a:r>
                        <a:rPr lang="ko-KR" altLang="en-US" sz="800" b="0" i="0" u="none" strike="noStrike" dirty="0">
                          <a:solidFill>
                            <a:schemeClr val="tx1"/>
                          </a:solidFill>
                          <a:effectLst/>
                          <a:latin typeface="+mn-lt"/>
                        </a:rPr>
                        <a:t>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50101451"/>
                  </a:ext>
                </a:extLst>
              </a:tr>
            </a:tbl>
          </a:graphicData>
        </a:graphic>
      </p:graphicFrame>
      <p:sp>
        <p:nvSpPr>
          <p:cNvPr id="5" name="TextBox 4">
            <a:extLst>
              <a:ext uri="{FF2B5EF4-FFF2-40B4-BE49-F238E27FC236}">
                <a16:creationId xmlns:a16="http://schemas.microsoft.com/office/drawing/2014/main" id="{D61A54EC-F790-415C-9513-73A589791498}"/>
              </a:ext>
            </a:extLst>
          </p:cNvPr>
          <p:cNvSpPr txBox="1"/>
          <p:nvPr/>
        </p:nvSpPr>
        <p:spPr>
          <a:xfrm>
            <a:off x="2258491" y="4543676"/>
            <a:ext cx="976549"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비밀번호 입력</a:t>
            </a:r>
            <a:endParaRPr lang="ko-KR" altLang="en-US" sz="800" b="1" dirty="0"/>
          </a:p>
        </p:txBody>
      </p:sp>
      <p:graphicFrame>
        <p:nvGraphicFramePr>
          <p:cNvPr id="6" name="표 5">
            <a:extLst>
              <a:ext uri="{FF2B5EF4-FFF2-40B4-BE49-F238E27FC236}">
                <a16:creationId xmlns:a16="http://schemas.microsoft.com/office/drawing/2014/main" id="{F72B5F69-18BD-42F9-984C-2FEA87B4747B}"/>
              </a:ext>
            </a:extLst>
          </p:cNvPr>
          <p:cNvGraphicFramePr>
            <a:graphicFrameLocks noGrp="1"/>
          </p:cNvGraphicFramePr>
          <p:nvPr/>
        </p:nvGraphicFramePr>
        <p:xfrm>
          <a:off x="2338885" y="4759118"/>
          <a:ext cx="6768756" cy="436440"/>
        </p:xfrm>
        <a:graphic>
          <a:graphicData uri="http://schemas.openxmlformats.org/drawingml/2006/table">
            <a:tbl>
              <a:tblPr firstRow="1" bandRow="1">
                <a:tableStyleId>{5C22544A-7EE6-4342-B048-85BDC9FD1C3A}</a:tableStyleId>
              </a:tblPr>
              <a:tblGrid>
                <a:gridCol w="1176102">
                  <a:extLst>
                    <a:ext uri="{9D8B030D-6E8A-4147-A177-3AD203B41FA5}">
                      <a16:colId xmlns:a16="http://schemas.microsoft.com/office/drawing/2014/main" val="20000"/>
                    </a:ext>
                  </a:extLst>
                </a:gridCol>
                <a:gridCol w="5592654">
                  <a:extLst>
                    <a:ext uri="{9D8B030D-6E8A-4147-A177-3AD203B41FA5}">
                      <a16:colId xmlns:a16="http://schemas.microsoft.com/office/drawing/2014/main" val="20001"/>
                    </a:ext>
                  </a:extLst>
                </a:gridCol>
              </a:tblGrid>
              <a:tr h="218220">
                <a:tc>
                  <a:txBody>
                    <a:bodyPr/>
                    <a:lstStyle/>
                    <a:p>
                      <a:pPr latinLnBrk="1"/>
                      <a:r>
                        <a:rPr lang="ko-KR" altLang="en-US" sz="800" b="0" dirty="0">
                          <a:solidFill>
                            <a:schemeClr val="tx1"/>
                          </a:solidFill>
                        </a:rPr>
                        <a:t>비밀번호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218220">
                <a:tc>
                  <a:txBody>
                    <a:bodyPr/>
                    <a:lstStyle/>
                    <a:p>
                      <a:pPr latinLnBrk="1"/>
                      <a:r>
                        <a:rPr lang="ko-KR" altLang="en-US" sz="800" b="0" dirty="0">
                          <a:solidFill>
                            <a:schemeClr val="tx1"/>
                          </a:solidFill>
                        </a:rPr>
                        <a:t>비밀번호 확인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rgbClr val="C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22" name="TextBox 21">
            <a:extLst>
              <a:ext uri="{FF2B5EF4-FFF2-40B4-BE49-F238E27FC236}">
                <a16:creationId xmlns:a16="http://schemas.microsoft.com/office/drawing/2014/main" id="{1931A15B-DA8C-4A8C-802A-78BF9FE804AC}"/>
              </a:ext>
            </a:extLst>
          </p:cNvPr>
          <p:cNvSpPr txBox="1"/>
          <p:nvPr/>
        </p:nvSpPr>
        <p:spPr>
          <a:xfrm>
            <a:off x="2258491" y="2295809"/>
            <a:ext cx="1738164" cy="215444"/>
          </a:xfrm>
          <a:prstGeom prst="rect">
            <a:avLst/>
          </a:prstGeom>
          <a:noFill/>
        </p:spPr>
        <p:txBody>
          <a:bodyPr wrap="square" rtlCol="0">
            <a:spAutoFit/>
          </a:bodyPr>
          <a:lstStyle/>
          <a:p>
            <a:r>
              <a:rPr lang="ko-KR" altLang="en-US" sz="800" b="1" dirty="0">
                <a:latin typeface="맑은 고딕" panose="020B0503020000020004" pitchFamily="50" charset="-127"/>
                <a:ea typeface="맑은 고딕" panose="020B0503020000020004" pitchFamily="50" charset="-127"/>
              </a:rPr>
              <a:t>■ 탈퇴하시는 이유는 무엇인가요</a:t>
            </a:r>
            <a:r>
              <a:rPr lang="en-US" altLang="ko-KR" sz="800" b="1" dirty="0">
                <a:latin typeface="맑은 고딕" panose="020B0503020000020004" pitchFamily="50" charset="-127"/>
                <a:ea typeface="맑은 고딕" panose="020B0503020000020004" pitchFamily="50" charset="-127"/>
              </a:rPr>
              <a:t>?</a:t>
            </a:r>
            <a:endParaRPr lang="ko-KR" altLang="en-US" sz="800" b="1" dirty="0"/>
          </a:p>
        </p:txBody>
      </p:sp>
      <p:graphicFrame>
        <p:nvGraphicFramePr>
          <p:cNvPr id="23" name="표 22">
            <a:extLst>
              <a:ext uri="{FF2B5EF4-FFF2-40B4-BE49-F238E27FC236}">
                <a16:creationId xmlns:a16="http://schemas.microsoft.com/office/drawing/2014/main" id="{0B7B8BB4-2CBC-49EF-B57D-7D0236B339DC}"/>
              </a:ext>
            </a:extLst>
          </p:cNvPr>
          <p:cNvGraphicFramePr>
            <a:graphicFrameLocks noGrp="1"/>
          </p:cNvGraphicFramePr>
          <p:nvPr/>
        </p:nvGraphicFramePr>
        <p:xfrm>
          <a:off x="2338885" y="2538142"/>
          <a:ext cx="6768756" cy="1776646"/>
        </p:xfrm>
        <a:graphic>
          <a:graphicData uri="http://schemas.openxmlformats.org/drawingml/2006/table">
            <a:tbl>
              <a:tblPr firstRow="1" bandRow="1">
                <a:tableStyleId>{5C22544A-7EE6-4342-B048-85BDC9FD1C3A}</a:tableStyleId>
              </a:tblPr>
              <a:tblGrid>
                <a:gridCol w="6768756">
                  <a:extLst>
                    <a:ext uri="{9D8B030D-6E8A-4147-A177-3AD203B41FA5}">
                      <a16:colId xmlns:a16="http://schemas.microsoft.com/office/drawing/2014/main" val="20001"/>
                    </a:ext>
                  </a:extLst>
                </a:gridCol>
              </a:tblGrid>
              <a:tr h="177664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89819523"/>
                  </a:ext>
                </a:extLst>
              </a:tr>
            </a:tbl>
          </a:graphicData>
        </a:graphic>
      </p:graphicFrame>
      <p:pic>
        <p:nvPicPr>
          <p:cNvPr id="24" name="그림 23">
            <a:extLst>
              <a:ext uri="{FF2B5EF4-FFF2-40B4-BE49-F238E27FC236}">
                <a16:creationId xmlns:a16="http://schemas.microsoft.com/office/drawing/2014/main" id="{D1FF904C-E1D5-4829-9CD7-4E81343B3CE6}"/>
              </a:ext>
            </a:extLst>
          </p:cNvPr>
          <p:cNvPicPr>
            <a:picLocks noChangeAspect="1"/>
          </p:cNvPicPr>
          <p:nvPr/>
        </p:nvPicPr>
        <p:blipFill rotWithShape="1">
          <a:blip r:embed="rId4" cstate="print">
            <a:extLst>
              <a:ext uri="{28A0092B-C50C-407E-A947-70E740481C1C}">
                <a14:useLocalDpi xmlns:a14="http://schemas.microsoft.com/office/drawing/2010/main" val="0"/>
              </a:ext>
            </a:extLst>
          </a:blip>
          <a:srcRect l="4629" t="3196" r="3195" b="2954"/>
          <a:stretch/>
        </p:blipFill>
        <p:spPr>
          <a:xfrm>
            <a:off x="2443939" y="2640982"/>
            <a:ext cx="144015" cy="146633"/>
          </a:xfrm>
          <a:prstGeom prst="rect">
            <a:avLst/>
          </a:prstGeom>
        </p:spPr>
      </p:pic>
      <p:sp>
        <p:nvSpPr>
          <p:cNvPr id="25" name="직사각형 24">
            <a:extLst>
              <a:ext uri="{FF2B5EF4-FFF2-40B4-BE49-F238E27FC236}">
                <a16:creationId xmlns:a16="http://schemas.microsoft.com/office/drawing/2014/main" id="{AF834778-5E48-4641-9843-EFB8D71DAF09}"/>
              </a:ext>
            </a:extLst>
          </p:cNvPr>
          <p:cNvSpPr/>
          <p:nvPr/>
        </p:nvSpPr>
        <p:spPr>
          <a:xfrm>
            <a:off x="2545048" y="2601261"/>
            <a:ext cx="1867561" cy="215444"/>
          </a:xfrm>
          <a:prstGeom prst="rect">
            <a:avLst/>
          </a:prstGeom>
        </p:spPr>
        <p:txBody>
          <a:bodyPr wrap="square">
            <a:spAutoFit/>
          </a:bodyPr>
          <a:lstStyle/>
          <a:p>
            <a:pPr>
              <a:defRPr/>
            </a:pPr>
            <a:r>
              <a:rPr lang="ko-KR" altLang="en-US" sz="800" dirty="0"/>
              <a:t>이유 </a:t>
            </a:r>
            <a:r>
              <a:rPr lang="en-US" altLang="ko-KR" sz="800" dirty="0"/>
              <a:t>1</a:t>
            </a:r>
          </a:p>
        </p:txBody>
      </p:sp>
      <p:sp>
        <p:nvSpPr>
          <p:cNvPr id="27" name="직사각형 26">
            <a:extLst>
              <a:ext uri="{FF2B5EF4-FFF2-40B4-BE49-F238E27FC236}">
                <a16:creationId xmlns:a16="http://schemas.microsoft.com/office/drawing/2014/main" id="{CEA6F74E-CA6E-4B55-880B-103FEE42132A}"/>
              </a:ext>
            </a:extLst>
          </p:cNvPr>
          <p:cNvSpPr/>
          <p:nvPr/>
        </p:nvSpPr>
        <p:spPr>
          <a:xfrm>
            <a:off x="2545048" y="2787615"/>
            <a:ext cx="4572000" cy="215444"/>
          </a:xfrm>
          <a:prstGeom prst="rect">
            <a:avLst/>
          </a:prstGeom>
        </p:spPr>
        <p:txBody>
          <a:bodyPr>
            <a:spAutoFit/>
          </a:bodyPr>
          <a:lstStyle/>
          <a:p>
            <a:pPr>
              <a:defRPr/>
            </a:pPr>
            <a:r>
              <a:rPr lang="ko-KR" altLang="en-US" sz="800" dirty="0"/>
              <a:t>이유 </a:t>
            </a:r>
            <a:r>
              <a:rPr lang="en-US" altLang="ko-KR" sz="800" dirty="0"/>
              <a:t>2</a:t>
            </a:r>
          </a:p>
        </p:txBody>
      </p:sp>
      <p:sp>
        <p:nvSpPr>
          <p:cNvPr id="31" name="직사각형 30">
            <a:extLst>
              <a:ext uri="{FF2B5EF4-FFF2-40B4-BE49-F238E27FC236}">
                <a16:creationId xmlns:a16="http://schemas.microsoft.com/office/drawing/2014/main" id="{2B4480EA-63E8-4B65-B026-F5164ACA01E3}"/>
              </a:ext>
            </a:extLst>
          </p:cNvPr>
          <p:cNvSpPr/>
          <p:nvPr/>
        </p:nvSpPr>
        <p:spPr>
          <a:xfrm>
            <a:off x="2545048" y="2987032"/>
            <a:ext cx="4572000" cy="215444"/>
          </a:xfrm>
          <a:prstGeom prst="rect">
            <a:avLst/>
          </a:prstGeom>
        </p:spPr>
        <p:txBody>
          <a:bodyPr>
            <a:spAutoFit/>
          </a:bodyPr>
          <a:lstStyle/>
          <a:p>
            <a:pPr>
              <a:defRPr/>
            </a:pPr>
            <a:r>
              <a:rPr lang="ko-KR" altLang="en-US" sz="800" dirty="0"/>
              <a:t>이유 </a:t>
            </a:r>
            <a:r>
              <a:rPr lang="en-US" altLang="ko-KR" sz="800" dirty="0"/>
              <a:t>3</a:t>
            </a:r>
          </a:p>
        </p:txBody>
      </p:sp>
      <p:sp>
        <p:nvSpPr>
          <p:cNvPr id="32" name="직사각형 31">
            <a:extLst>
              <a:ext uri="{FF2B5EF4-FFF2-40B4-BE49-F238E27FC236}">
                <a16:creationId xmlns:a16="http://schemas.microsoft.com/office/drawing/2014/main" id="{C86F29E3-6202-4228-B376-ABC6341ACDB0}"/>
              </a:ext>
            </a:extLst>
          </p:cNvPr>
          <p:cNvSpPr/>
          <p:nvPr/>
        </p:nvSpPr>
        <p:spPr>
          <a:xfrm>
            <a:off x="2545048" y="3190255"/>
            <a:ext cx="4572000" cy="215444"/>
          </a:xfrm>
          <a:prstGeom prst="rect">
            <a:avLst/>
          </a:prstGeom>
        </p:spPr>
        <p:txBody>
          <a:bodyPr>
            <a:spAutoFit/>
          </a:bodyPr>
          <a:lstStyle/>
          <a:p>
            <a:pPr>
              <a:defRPr/>
            </a:pPr>
            <a:r>
              <a:rPr lang="ko-KR" altLang="en-US" sz="800" dirty="0"/>
              <a:t>이유 </a:t>
            </a:r>
            <a:r>
              <a:rPr lang="en-US" altLang="ko-KR" sz="800" dirty="0"/>
              <a:t>4</a:t>
            </a:r>
          </a:p>
        </p:txBody>
      </p:sp>
      <p:sp>
        <p:nvSpPr>
          <p:cNvPr id="33" name="타원 32">
            <a:extLst>
              <a:ext uri="{FF2B5EF4-FFF2-40B4-BE49-F238E27FC236}">
                <a16:creationId xmlns:a16="http://schemas.microsoft.com/office/drawing/2014/main" id="{466EC8A6-6087-4383-BB1D-7996FED4BC38}"/>
              </a:ext>
            </a:extLst>
          </p:cNvPr>
          <p:cNvSpPr/>
          <p:nvPr/>
        </p:nvSpPr>
        <p:spPr>
          <a:xfrm>
            <a:off x="2451577" y="3217377"/>
            <a:ext cx="125386" cy="119095"/>
          </a:xfrm>
          <a:prstGeom prst="ellipse">
            <a:avLst/>
          </a:prstGeom>
          <a:solidFill>
            <a:schemeClr val="bg1"/>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 name="직사각형 33">
            <a:extLst>
              <a:ext uri="{FF2B5EF4-FFF2-40B4-BE49-F238E27FC236}">
                <a16:creationId xmlns:a16="http://schemas.microsoft.com/office/drawing/2014/main" id="{11B20B55-95BC-4BF9-8A14-B3130855100D}"/>
              </a:ext>
            </a:extLst>
          </p:cNvPr>
          <p:cNvSpPr/>
          <p:nvPr/>
        </p:nvSpPr>
        <p:spPr>
          <a:xfrm>
            <a:off x="2545048" y="3375814"/>
            <a:ext cx="4572000" cy="215444"/>
          </a:xfrm>
          <a:prstGeom prst="rect">
            <a:avLst/>
          </a:prstGeom>
        </p:spPr>
        <p:txBody>
          <a:bodyPr>
            <a:spAutoFit/>
          </a:bodyPr>
          <a:lstStyle/>
          <a:p>
            <a:pPr>
              <a:defRPr/>
            </a:pPr>
            <a:r>
              <a:rPr lang="ko-KR" altLang="en-US" sz="800" dirty="0"/>
              <a:t>기타</a:t>
            </a:r>
            <a:endParaRPr lang="en-US" altLang="ko-KR" sz="800" dirty="0"/>
          </a:p>
        </p:txBody>
      </p:sp>
      <p:sp>
        <p:nvSpPr>
          <p:cNvPr id="35" name="타원 34">
            <a:extLst>
              <a:ext uri="{FF2B5EF4-FFF2-40B4-BE49-F238E27FC236}">
                <a16:creationId xmlns:a16="http://schemas.microsoft.com/office/drawing/2014/main" id="{FC5EB03A-687B-4263-99CE-8806B8D23D72}"/>
              </a:ext>
            </a:extLst>
          </p:cNvPr>
          <p:cNvSpPr/>
          <p:nvPr/>
        </p:nvSpPr>
        <p:spPr>
          <a:xfrm>
            <a:off x="2451577" y="3423661"/>
            <a:ext cx="125386" cy="119095"/>
          </a:xfrm>
          <a:prstGeom prst="ellipse">
            <a:avLst/>
          </a:prstGeom>
          <a:solidFill>
            <a:schemeClr val="bg1"/>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9" name="타원 38">
            <a:extLst>
              <a:ext uri="{FF2B5EF4-FFF2-40B4-BE49-F238E27FC236}">
                <a16:creationId xmlns:a16="http://schemas.microsoft.com/office/drawing/2014/main" id="{466EC8A6-6087-4383-BB1D-7996FED4BC38}"/>
              </a:ext>
            </a:extLst>
          </p:cNvPr>
          <p:cNvSpPr/>
          <p:nvPr/>
        </p:nvSpPr>
        <p:spPr>
          <a:xfrm>
            <a:off x="2453253" y="2857075"/>
            <a:ext cx="125386" cy="119095"/>
          </a:xfrm>
          <a:prstGeom prst="ellipse">
            <a:avLst/>
          </a:prstGeom>
          <a:solidFill>
            <a:schemeClr val="bg1"/>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 name="타원 39">
            <a:extLst>
              <a:ext uri="{FF2B5EF4-FFF2-40B4-BE49-F238E27FC236}">
                <a16:creationId xmlns:a16="http://schemas.microsoft.com/office/drawing/2014/main" id="{466EC8A6-6087-4383-BB1D-7996FED4BC38}"/>
              </a:ext>
            </a:extLst>
          </p:cNvPr>
          <p:cNvSpPr/>
          <p:nvPr/>
        </p:nvSpPr>
        <p:spPr>
          <a:xfrm>
            <a:off x="2453253" y="3044039"/>
            <a:ext cx="125386" cy="119095"/>
          </a:xfrm>
          <a:prstGeom prst="ellipse">
            <a:avLst/>
          </a:prstGeom>
          <a:solidFill>
            <a:schemeClr val="bg1"/>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 name="직사각형 40">
            <a:extLst>
              <a:ext uri="{FF2B5EF4-FFF2-40B4-BE49-F238E27FC236}">
                <a16:creationId xmlns:a16="http://schemas.microsoft.com/office/drawing/2014/main" id="{BCA13B35-92C2-457F-8EAA-7C2D429AD1A0}"/>
              </a:ext>
            </a:extLst>
          </p:cNvPr>
          <p:cNvSpPr/>
          <p:nvPr/>
        </p:nvSpPr>
        <p:spPr>
          <a:xfrm>
            <a:off x="2545047" y="3639104"/>
            <a:ext cx="6372449" cy="599953"/>
          </a:xfrm>
          <a:prstGeom prst="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사유를 입력하여 주세요</a:t>
            </a:r>
            <a:r>
              <a:rPr lang="en-US" altLang="ko-KR" sz="800" dirty="0">
                <a:solidFill>
                  <a:schemeClr val="tx1">
                    <a:lumMod val="50000"/>
                    <a:lumOff val="50000"/>
                  </a:schemeClr>
                </a:solidFill>
              </a:rPr>
              <a:t>.</a:t>
            </a:r>
          </a:p>
          <a:p>
            <a:endParaRPr lang="ko-KR" altLang="en-US" dirty="0">
              <a:solidFill>
                <a:schemeClr val="tx1">
                  <a:lumMod val="50000"/>
                  <a:lumOff val="50000"/>
                </a:schemeClr>
              </a:solidFill>
            </a:endParaRPr>
          </a:p>
        </p:txBody>
      </p:sp>
      <p:sp>
        <p:nvSpPr>
          <p:cNvPr id="42" name="직사각형 41">
            <a:extLst>
              <a:ext uri="{FF2B5EF4-FFF2-40B4-BE49-F238E27FC236}">
                <a16:creationId xmlns:a16="http://schemas.microsoft.com/office/drawing/2014/main" id="{F281544B-6D14-47A2-A027-B9C34B9BA3FB}"/>
              </a:ext>
            </a:extLst>
          </p:cNvPr>
          <p:cNvSpPr/>
          <p:nvPr/>
        </p:nvSpPr>
        <p:spPr>
          <a:xfrm>
            <a:off x="4231779" y="6015423"/>
            <a:ext cx="3116430" cy="303290"/>
          </a:xfrm>
          <a:prstGeom prst="rect">
            <a:avLst/>
          </a:prstGeom>
          <a:solidFill>
            <a:schemeClr val="tx1">
              <a:lumMod val="50000"/>
              <a:lumOff val="50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t>회원 탈퇴 신청하기</a:t>
            </a:r>
          </a:p>
        </p:txBody>
      </p:sp>
      <p:sp>
        <p:nvSpPr>
          <p:cNvPr id="43" name="직사각형 42">
            <a:extLst>
              <a:ext uri="{FF2B5EF4-FFF2-40B4-BE49-F238E27FC236}">
                <a16:creationId xmlns:a16="http://schemas.microsoft.com/office/drawing/2014/main" id="{74A3CA57-F603-4C98-93A8-5A57F69C52A5}"/>
              </a:ext>
            </a:extLst>
          </p:cNvPr>
          <p:cNvSpPr/>
          <p:nvPr/>
        </p:nvSpPr>
        <p:spPr>
          <a:xfrm>
            <a:off x="3546923" y="4785161"/>
            <a:ext cx="5496409" cy="16567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lumMod val="50000"/>
                  <a:lumOff val="50000"/>
                </a:schemeClr>
              </a:solidFill>
            </a:endParaRPr>
          </a:p>
        </p:txBody>
      </p:sp>
      <p:sp>
        <p:nvSpPr>
          <p:cNvPr id="44" name="직사각형 43">
            <a:extLst>
              <a:ext uri="{FF2B5EF4-FFF2-40B4-BE49-F238E27FC236}">
                <a16:creationId xmlns:a16="http://schemas.microsoft.com/office/drawing/2014/main" id="{74A3CA57-F603-4C98-93A8-5A57F69C52A5}"/>
              </a:ext>
            </a:extLst>
          </p:cNvPr>
          <p:cNvSpPr/>
          <p:nvPr/>
        </p:nvSpPr>
        <p:spPr>
          <a:xfrm>
            <a:off x="3546922" y="4999339"/>
            <a:ext cx="5496409" cy="16567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lumMod val="50000"/>
                  <a:lumOff val="50000"/>
                </a:schemeClr>
              </a:solidFill>
            </a:endParaRPr>
          </a:p>
        </p:txBody>
      </p:sp>
      <p:graphicFrame>
        <p:nvGraphicFramePr>
          <p:cNvPr id="45" name="표 44">
            <a:extLst>
              <a:ext uri="{FF2B5EF4-FFF2-40B4-BE49-F238E27FC236}">
                <a16:creationId xmlns:a16="http://schemas.microsoft.com/office/drawing/2014/main" id="{3D52F8B6-A1CE-47CB-A10A-A310F7289AEC}"/>
              </a:ext>
            </a:extLst>
          </p:cNvPr>
          <p:cNvGraphicFramePr>
            <a:graphicFrameLocks noGrp="1"/>
          </p:cNvGraphicFramePr>
          <p:nvPr>
            <p:extLst>
              <p:ext uri="{D42A27DB-BD31-4B8C-83A1-F6EECF244321}">
                <p14:modId xmlns:p14="http://schemas.microsoft.com/office/powerpoint/2010/main" val="974982498"/>
              </p:ext>
            </p:extLst>
          </p:nvPr>
        </p:nvGraphicFramePr>
        <p:xfrm>
          <a:off x="10171774" y="22159"/>
          <a:ext cx="1979018" cy="275947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RF-01-07-12-1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정보 관리</a:t>
                      </a:r>
                      <a:endParaRPr lang="en-US" altLang="ko-KR" sz="800" dirty="0"/>
                    </a:p>
                    <a:p>
                      <a:pPr algn="l" latinLnBrk="1"/>
                      <a:r>
                        <a:rPr lang="en-US" altLang="ko-KR" sz="800" dirty="0"/>
                        <a:t> </a:t>
                      </a:r>
                      <a:r>
                        <a:rPr lang="en-US" altLang="ko-KR" sz="800" baseline="0" dirty="0"/>
                        <a:t>- </a:t>
                      </a:r>
                      <a:r>
                        <a:rPr lang="ko-KR" altLang="en-US" sz="800" baseline="0" dirty="0"/>
                        <a:t>회원 탈퇴 신청</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a:t>회원 탈퇴 신청 과정</a:t>
                      </a:r>
                      <a:endParaRPr lang="ko-KR" altLang="en-US" sz="800" dirty="0"/>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39687833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회원 탈퇴 신청하기 버튼을 클릭 시 유의사항을 고지한다</a:t>
                      </a:r>
                      <a:r>
                        <a:rPr lang="en-US" altLang="ko-KR" sz="800" dirty="0"/>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dirty="0"/>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확인 버튼을 클릭 시 </a:t>
                      </a:r>
                      <a:r>
                        <a:rPr lang="en-US" altLang="ko-KR" sz="800" dirty="0"/>
                        <a:t>RF-01-07-13</a:t>
                      </a:r>
                      <a:r>
                        <a:rPr lang="ko-KR" altLang="en-US" sz="800" baseline="0" dirty="0"/>
                        <a:t>의 화면으로 이동되며 로그아웃이 된다</a:t>
                      </a:r>
                      <a:r>
                        <a:rPr lang="en-US" altLang="ko-KR" sz="800" baseline="0" dirty="0"/>
                        <a:t>. </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aseline="0" dirty="0"/>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aseline="0" dirty="0"/>
                        <a:t>단</a:t>
                      </a:r>
                      <a:r>
                        <a:rPr lang="en-US" altLang="ko-KR" sz="800" baseline="0" dirty="0"/>
                        <a:t>, </a:t>
                      </a:r>
                      <a:r>
                        <a:rPr lang="ko-KR" altLang="en-US" sz="800" baseline="0" dirty="0"/>
                        <a:t>내 상품을 다른 회원사에서 판매 중일 경우는 탈퇴 신청이 거부 된다</a:t>
                      </a:r>
                      <a:r>
                        <a:rPr lang="en-US" altLang="ko-KR" sz="800" baseline="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
        <p:nvSpPr>
          <p:cNvPr id="46" name="Window Outer">
            <a:extLst>
              <a:ext uri="{FF2B5EF4-FFF2-40B4-BE49-F238E27FC236}">
                <a16:creationId xmlns:a16="http://schemas.microsoft.com/office/drawing/2014/main" id="{82125125-F4C5-466C-B3DB-E6A5F55042D9}"/>
              </a:ext>
            </a:extLst>
          </p:cNvPr>
          <p:cNvSpPr/>
          <p:nvPr>
            <p:custDataLst>
              <p:tags r:id="rId1"/>
            </p:custDataLst>
          </p:nvPr>
        </p:nvSpPr>
        <p:spPr>
          <a:xfrm>
            <a:off x="3441202" y="3183087"/>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sz="1000" b="1" dirty="0">
                <a:solidFill>
                  <a:schemeClr val="bg1"/>
                </a:solidFill>
                <a:latin typeface="Calibri" pitchFamily="34" charset="0"/>
                <a:cs typeface="Calibri" pitchFamily="34" charset="0"/>
              </a:rPr>
              <a:t>Confirm</a:t>
            </a:r>
          </a:p>
        </p:txBody>
      </p:sp>
      <p:sp>
        <p:nvSpPr>
          <p:cNvPr id="47" name="Window Inner">
            <a:extLst>
              <a:ext uri="{FF2B5EF4-FFF2-40B4-BE49-F238E27FC236}">
                <a16:creationId xmlns:a16="http://schemas.microsoft.com/office/drawing/2014/main" id="{CF5AD6F3-FE73-4238-823D-1124269AE25C}"/>
              </a:ext>
            </a:extLst>
          </p:cNvPr>
          <p:cNvSpPr/>
          <p:nvPr>
            <p:custDataLst>
              <p:tags r:id="rId2"/>
            </p:custDataLst>
          </p:nvPr>
        </p:nvSpPr>
        <p:spPr>
          <a:xfrm>
            <a:off x="3481418" y="3389462"/>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48" name="TextBox 47">
            <a:extLst>
              <a:ext uri="{FF2B5EF4-FFF2-40B4-BE49-F238E27FC236}">
                <a16:creationId xmlns:a16="http://schemas.microsoft.com/office/drawing/2014/main" id="{613F2A17-4A9B-464E-A047-8D8E55CE7F79}"/>
              </a:ext>
            </a:extLst>
          </p:cNvPr>
          <p:cNvSpPr txBox="1"/>
          <p:nvPr/>
        </p:nvSpPr>
        <p:spPr>
          <a:xfrm>
            <a:off x="3665963" y="3562636"/>
            <a:ext cx="3103735" cy="461665"/>
          </a:xfrm>
          <a:prstGeom prst="rect">
            <a:avLst/>
          </a:prstGeom>
          <a:noFill/>
        </p:spPr>
        <p:txBody>
          <a:bodyPr wrap="none" rtlCol="0">
            <a:spAutoFit/>
          </a:bodyPr>
          <a:lstStyle/>
          <a:p>
            <a:pPr algn="ctr">
              <a:lnSpc>
                <a:spcPct val="150000"/>
              </a:lnSpc>
            </a:pPr>
            <a:r>
              <a:rPr lang="ko-KR" altLang="en-US" sz="800" dirty="0">
                <a:latin typeface="+mn-ea"/>
              </a:rPr>
              <a:t>탈퇴 처리 시 현재 보유 포인트는 모두 삭제 됩니다</a:t>
            </a:r>
            <a:r>
              <a:rPr lang="en-US" altLang="ko-KR" sz="800" dirty="0">
                <a:latin typeface="+mn-ea"/>
              </a:rPr>
              <a:t>.</a:t>
            </a:r>
          </a:p>
          <a:p>
            <a:pPr algn="ctr">
              <a:lnSpc>
                <a:spcPct val="150000"/>
              </a:lnSpc>
            </a:pPr>
            <a:r>
              <a:rPr lang="ko-KR" altLang="en-US" sz="800" dirty="0">
                <a:latin typeface="+mn-ea"/>
              </a:rPr>
              <a:t>내 상품을 다른 회원사에서 판매 중일 때는 탈퇴가 거부 됩니다</a:t>
            </a:r>
            <a:r>
              <a:rPr lang="en-US" altLang="ko-KR" sz="800" dirty="0">
                <a:latin typeface="+mn-ea"/>
              </a:rPr>
              <a:t>.</a:t>
            </a:r>
            <a:endParaRPr lang="ko-KR" altLang="en-US" sz="800" dirty="0">
              <a:latin typeface="+mn-ea"/>
            </a:endParaRPr>
          </a:p>
        </p:txBody>
      </p:sp>
      <p:sp>
        <p:nvSpPr>
          <p:cNvPr id="49" name="직사각형 48">
            <a:extLst>
              <a:ext uri="{FF2B5EF4-FFF2-40B4-BE49-F238E27FC236}">
                <a16:creationId xmlns:a16="http://schemas.microsoft.com/office/drawing/2014/main" id="{E4585A2F-81A4-4B68-A425-54CDC8AEAE94}"/>
              </a:ext>
            </a:extLst>
          </p:cNvPr>
          <p:cNvSpPr/>
          <p:nvPr/>
        </p:nvSpPr>
        <p:spPr>
          <a:xfrm>
            <a:off x="5244814" y="4174957"/>
            <a:ext cx="632460" cy="273050"/>
          </a:xfrm>
          <a:prstGeom prst="rect">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취소</a:t>
            </a:r>
          </a:p>
        </p:txBody>
      </p:sp>
      <p:sp>
        <p:nvSpPr>
          <p:cNvPr id="50" name="직사각형 49">
            <a:extLst>
              <a:ext uri="{FF2B5EF4-FFF2-40B4-BE49-F238E27FC236}">
                <a16:creationId xmlns:a16="http://schemas.microsoft.com/office/drawing/2014/main" id="{1A65CA5D-C94B-4AF9-921F-94F211665E33}"/>
              </a:ext>
            </a:extLst>
          </p:cNvPr>
          <p:cNvSpPr/>
          <p:nvPr/>
        </p:nvSpPr>
        <p:spPr>
          <a:xfrm>
            <a:off x="4552664" y="4176227"/>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51" name="타원 50">
            <a:extLst>
              <a:ext uri="{FF2B5EF4-FFF2-40B4-BE49-F238E27FC236}">
                <a16:creationId xmlns:a16="http://schemas.microsoft.com/office/drawing/2014/main" id="{18FCB215-04BB-46B5-AC9A-84D2D7F2AAED}"/>
              </a:ext>
            </a:extLst>
          </p:cNvPr>
          <p:cNvSpPr/>
          <p:nvPr/>
        </p:nvSpPr>
        <p:spPr>
          <a:xfrm>
            <a:off x="4232835" y="6050423"/>
            <a:ext cx="3115956" cy="267659"/>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52" name="직선 화살표 연결선 51">
            <a:extLst>
              <a:ext uri="{FF2B5EF4-FFF2-40B4-BE49-F238E27FC236}">
                <a16:creationId xmlns:a16="http://schemas.microsoft.com/office/drawing/2014/main" id="{EA200D40-E155-4B37-833C-2DFFAEDB3F72}"/>
              </a:ext>
            </a:extLst>
          </p:cNvPr>
          <p:cNvCxnSpPr>
            <a:cxnSpLocks/>
            <a:stCxn id="42" idx="0"/>
            <a:endCxn id="46" idx="2"/>
          </p:cNvCxnSpPr>
          <p:nvPr/>
        </p:nvCxnSpPr>
        <p:spPr>
          <a:xfrm flipH="1" flipV="1">
            <a:off x="5223118" y="4591517"/>
            <a:ext cx="566876" cy="1423906"/>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8B04C1AF-DDCC-47D4-AD64-A633AAD90936}"/>
              </a:ext>
            </a:extLst>
          </p:cNvPr>
          <p:cNvSpPr txBox="1"/>
          <p:nvPr/>
        </p:nvSpPr>
        <p:spPr>
          <a:xfrm>
            <a:off x="4434707" y="4107879"/>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828355355"/>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C4798E47-2074-40A1-BC54-8F3E275992C9}"/>
              </a:ext>
            </a:extLst>
          </p:cNvPr>
          <p:cNvSpPr txBox="1"/>
          <p:nvPr/>
        </p:nvSpPr>
        <p:spPr>
          <a:xfrm>
            <a:off x="4113246" y="2594286"/>
            <a:ext cx="2249334" cy="253916"/>
          </a:xfrm>
          <a:prstGeom prst="rect">
            <a:avLst/>
          </a:prstGeom>
          <a:noFill/>
        </p:spPr>
        <p:txBody>
          <a:bodyPr wrap="none" rtlCol="0">
            <a:spAutoFit/>
          </a:bodyPr>
          <a:lstStyle/>
          <a:p>
            <a:pPr algn="ctr"/>
            <a:r>
              <a:rPr lang="ko-KR" altLang="en-US" sz="1050" b="1" dirty="0"/>
              <a:t>회원 탈퇴 신청이 완료되었습니다</a:t>
            </a:r>
            <a:r>
              <a:rPr lang="en-US" altLang="ko-KR" sz="1050" b="1" dirty="0"/>
              <a:t>.</a:t>
            </a:r>
          </a:p>
        </p:txBody>
      </p:sp>
      <p:sp>
        <p:nvSpPr>
          <p:cNvPr id="3" name="직사각형 2">
            <a:extLst>
              <a:ext uri="{FF2B5EF4-FFF2-40B4-BE49-F238E27FC236}">
                <a16:creationId xmlns:a16="http://schemas.microsoft.com/office/drawing/2014/main" id="{65B3DEBB-645A-4146-A1F1-9E4ACF46F49E}"/>
              </a:ext>
            </a:extLst>
          </p:cNvPr>
          <p:cNvSpPr/>
          <p:nvPr/>
        </p:nvSpPr>
        <p:spPr>
          <a:xfrm>
            <a:off x="3679697" y="4522731"/>
            <a:ext cx="3116430" cy="432048"/>
          </a:xfrm>
          <a:prstGeom prst="rect">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err="1"/>
              <a:t>메인으로</a:t>
            </a:r>
            <a:r>
              <a:rPr lang="ko-KR" altLang="en-US" sz="1000" dirty="0"/>
              <a:t> 이동</a:t>
            </a:r>
          </a:p>
        </p:txBody>
      </p:sp>
      <p:sp>
        <p:nvSpPr>
          <p:cNvPr id="4" name="TextBox 3">
            <a:extLst>
              <a:ext uri="{FF2B5EF4-FFF2-40B4-BE49-F238E27FC236}">
                <a16:creationId xmlns:a16="http://schemas.microsoft.com/office/drawing/2014/main" id="{C4798E47-2074-40A1-BC54-8F3E275992C9}"/>
              </a:ext>
            </a:extLst>
          </p:cNvPr>
          <p:cNvSpPr txBox="1"/>
          <p:nvPr/>
        </p:nvSpPr>
        <p:spPr>
          <a:xfrm>
            <a:off x="3959259" y="2340370"/>
            <a:ext cx="2557306" cy="253916"/>
          </a:xfrm>
          <a:prstGeom prst="rect">
            <a:avLst/>
          </a:prstGeom>
          <a:noFill/>
        </p:spPr>
        <p:txBody>
          <a:bodyPr wrap="square" rtlCol="0">
            <a:spAutoFit/>
          </a:bodyPr>
          <a:lstStyle/>
          <a:p>
            <a:pPr algn="ctr"/>
            <a:r>
              <a:rPr lang="en-US" altLang="ko-KR" sz="1050" b="1" dirty="0"/>
              <a:t>2025</a:t>
            </a:r>
            <a:r>
              <a:rPr lang="ko-KR" altLang="en-US" sz="1050" b="1" dirty="0"/>
              <a:t>년 </a:t>
            </a:r>
            <a:r>
              <a:rPr lang="en-US" altLang="ko-KR" sz="1050" b="1" dirty="0"/>
              <a:t>00</a:t>
            </a:r>
            <a:r>
              <a:rPr lang="ko-KR" altLang="en-US" sz="1050" b="1" dirty="0"/>
              <a:t>월 </a:t>
            </a:r>
            <a:r>
              <a:rPr lang="en-US" altLang="ko-KR" sz="1050" b="1" dirty="0"/>
              <a:t>00</a:t>
            </a:r>
            <a:r>
              <a:rPr lang="ko-KR" altLang="en-US" sz="1050" b="1" dirty="0"/>
              <a:t>일 홍길동</a:t>
            </a:r>
            <a:r>
              <a:rPr lang="en-US" altLang="ko-KR" sz="1050" b="1" dirty="0"/>
              <a:t>(id1111)</a:t>
            </a:r>
            <a:r>
              <a:rPr lang="ko-KR" altLang="en-US" sz="1050" b="1" dirty="0"/>
              <a:t>님의  </a:t>
            </a:r>
            <a:endParaRPr lang="en-US" altLang="ko-KR" sz="1050" b="1" dirty="0"/>
          </a:p>
        </p:txBody>
      </p:sp>
      <p:sp>
        <p:nvSpPr>
          <p:cNvPr id="5" name="TextBox 4">
            <a:extLst>
              <a:ext uri="{FF2B5EF4-FFF2-40B4-BE49-F238E27FC236}">
                <a16:creationId xmlns:a16="http://schemas.microsoft.com/office/drawing/2014/main" id="{C4798E47-2074-40A1-BC54-8F3E275992C9}"/>
              </a:ext>
            </a:extLst>
          </p:cNvPr>
          <p:cNvSpPr txBox="1"/>
          <p:nvPr/>
        </p:nvSpPr>
        <p:spPr>
          <a:xfrm>
            <a:off x="3630747" y="2848202"/>
            <a:ext cx="3214342" cy="253916"/>
          </a:xfrm>
          <a:prstGeom prst="rect">
            <a:avLst/>
          </a:prstGeom>
          <a:noFill/>
        </p:spPr>
        <p:txBody>
          <a:bodyPr wrap="none" rtlCol="0">
            <a:spAutoFit/>
          </a:bodyPr>
          <a:lstStyle/>
          <a:p>
            <a:pPr algn="ctr"/>
            <a:r>
              <a:rPr lang="ko-KR" altLang="en-US" sz="1050" b="1" dirty="0"/>
              <a:t>그동안 </a:t>
            </a:r>
            <a:r>
              <a:rPr lang="en-US" altLang="ko-KR" sz="1050" b="1" dirty="0"/>
              <a:t>Me9 market</a:t>
            </a:r>
            <a:r>
              <a:rPr lang="ko-KR" altLang="en-US" sz="1050" b="1" dirty="0"/>
              <a:t>을 이용해주셔서 감사합니다</a:t>
            </a:r>
            <a:r>
              <a:rPr lang="en-US" altLang="ko-KR" sz="1050" b="1" dirty="0"/>
              <a:t>.</a:t>
            </a:r>
            <a:r>
              <a:rPr lang="ko-KR" altLang="en-US" sz="1050" b="1" dirty="0"/>
              <a:t> </a:t>
            </a:r>
            <a:endParaRPr lang="en-US" altLang="ko-KR" sz="1050" b="1" dirty="0"/>
          </a:p>
        </p:txBody>
      </p:sp>
      <p:sp>
        <p:nvSpPr>
          <p:cNvPr id="6" name="직사각형 5">
            <a:extLst>
              <a:ext uri="{FF2B5EF4-FFF2-40B4-BE49-F238E27FC236}">
                <a16:creationId xmlns:a16="http://schemas.microsoft.com/office/drawing/2014/main" id="{CBFCAB15-AA38-4178-8BAA-E6BE6602CF9A}"/>
              </a:ext>
            </a:extLst>
          </p:cNvPr>
          <p:cNvSpPr/>
          <p:nvPr/>
        </p:nvSpPr>
        <p:spPr>
          <a:xfrm>
            <a:off x="3388093" y="1263148"/>
            <a:ext cx="3624043" cy="3005667"/>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7" name="표 6">
            <a:extLst>
              <a:ext uri="{FF2B5EF4-FFF2-40B4-BE49-F238E27FC236}">
                <a16:creationId xmlns:a16="http://schemas.microsoft.com/office/drawing/2014/main" id="{3D52F8B6-A1CE-47CB-A10A-A310F7289AEC}"/>
              </a:ext>
            </a:extLst>
          </p:cNvPr>
          <p:cNvGraphicFramePr>
            <a:graphicFrameLocks noGrp="1"/>
          </p:cNvGraphicFramePr>
          <p:nvPr>
            <p:extLst>
              <p:ext uri="{D42A27DB-BD31-4B8C-83A1-F6EECF244321}">
                <p14:modId xmlns:p14="http://schemas.microsoft.com/office/powerpoint/2010/main" val="1546277629"/>
              </p:ext>
            </p:extLst>
          </p:nvPr>
        </p:nvGraphicFramePr>
        <p:xfrm>
          <a:off x="10171774" y="22159"/>
          <a:ext cx="1979018" cy="166219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RF-01-07-13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회원탈퇴 완료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회원 탈퇴 신청이 완료될 경우 이동 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72812242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회원 탈퇴 신청</a:t>
                      </a:r>
                      <a:r>
                        <a:rPr lang="ko-KR" altLang="en-US" sz="800" b="0" baseline="0" dirty="0">
                          <a:solidFill>
                            <a:schemeClr val="tx1"/>
                          </a:solidFill>
                        </a:rPr>
                        <a:t> 안내사항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
        <p:nvSpPr>
          <p:cNvPr id="8" name="TextBox 7">
            <a:extLst>
              <a:ext uri="{FF2B5EF4-FFF2-40B4-BE49-F238E27FC236}">
                <a16:creationId xmlns:a16="http://schemas.microsoft.com/office/drawing/2014/main" id="{8B04C1AF-DDCC-47D4-AD64-A633AAD90936}"/>
              </a:ext>
            </a:extLst>
          </p:cNvPr>
          <p:cNvSpPr txBox="1"/>
          <p:nvPr/>
        </p:nvSpPr>
        <p:spPr>
          <a:xfrm>
            <a:off x="3262097" y="1147732"/>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2578306420"/>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2A554BDB-8DEA-4940-9EE5-131C5FE3DF52}"/>
              </a:ext>
            </a:extLst>
          </p:cNvPr>
          <p:cNvSpPr/>
          <p:nvPr/>
        </p:nvSpPr>
        <p:spPr>
          <a:xfrm>
            <a:off x="2843127" y="942294"/>
            <a:ext cx="5521056" cy="18389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graphicFrame>
        <p:nvGraphicFramePr>
          <p:cNvPr id="4" name="표 63">
            <a:extLst>
              <a:ext uri="{FF2B5EF4-FFF2-40B4-BE49-F238E27FC236}">
                <a16:creationId xmlns:a16="http://schemas.microsoft.com/office/drawing/2014/main" id="{477FA6EC-C084-42AE-ADCD-A354BA2086C8}"/>
              </a:ext>
            </a:extLst>
          </p:cNvPr>
          <p:cNvGraphicFramePr>
            <a:graphicFrameLocks noGrp="1"/>
          </p:cNvGraphicFramePr>
          <p:nvPr>
            <p:extLst>
              <p:ext uri="{D42A27DB-BD31-4B8C-83A1-F6EECF244321}">
                <p14:modId xmlns:p14="http://schemas.microsoft.com/office/powerpoint/2010/main" val="683505046"/>
              </p:ext>
            </p:extLst>
          </p:nvPr>
        </p:nvGraphicFramePr>
        <p:xfrm>
          <a:off x="1914895" y="908906"/>
          <a:ext cx="7790380" cy="244585"/>
        </p:xfrm>
        <a:graphic>
          <a:graphicData uri="http://schemas.openxmlformats.org/drawingml/2006/table">
            <a:tbl>
              <a:tblPr firstRow="1" bandRow="1">
                <a:tableStyleId>{5940675A-B579-460E-94D1-54222C63F5DA}</a:tableStyleId>
              </a:tblPr>
              <a:tblGrid>
                <a:gridCol w="863934">
                  <a:extLst>
                    <a:ext uri="{9D8B030D-6E8A-4147-A177-3AD203B41FA5}">
                      <a16:colId xmlns:a16="http://schemas.microsoft.com/office/drawing/2014/main" val="3701388552"/>
                    </a:ext>
                  </a:extLst>
                </a:gridCol>
                <a:gridCol w="6926446">
                  <a:extLst>
                    <a:ext uri="{9D8B030D-6E8A-4147-A177-3AD203B41FA5}">
                      <a16:colId xmlns:a16="http://schemas.microsoft.com/office/drawing/2014/main" val="339215266"/>
                    </a:ext>
                  </a:extLst>
                </a:gridCol>
              </a:tblGrid>
              <a:tr h="244585">
                <a:tc>
                  <a:txBody>
                    <a:bodyPr/>
                    <a:lstStyle/>
                    <a:p>
                      <a:pPr algn="ctr" latinLnBrk="1"/>
                      <a:r>
                        <a:rPr lang="ko-KR" altLang="en-US" sz="900" dirty="0" err="1"/>
                        <a:t>채널명</a:t>
                      </a:r>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bl>
          </a:graphicData>
        </a:graphic>
      </p:graphicFrame>
      <p:sp>
        <p:nvSpPr>
          <p:cNvPr id="5" name="직사각형 4">
            <a:extLst>
              <a:ext uri="{FF2B5EF4-FFF2-40B4-BE49-F238E27FC236}">
                <a16:creationId xmlns:a16="http://schemas.microsoft.com/office/drawing/2014/main" id="{8FE5BC15-7C4B-4900-99E2-92CD2BAAE3A4}"/>
              </a:ext>
            </a:extLst>
          </p:cNvPr>
          <p:cNvSpPr/>
          <p:nvPr/>
        </p:nvSpPr>
        <p:spPr>
          <a:xfrm>
            <a:off x="8928962" y="93386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graphicFrame>
        <p:nvGraphicFramePr>
          <p:cNvPr id="6" name="표 5">
            <a:extLst>
              <a:ext uri="{FF2B5EF4-FFF2-40B4-BE49-F238E27FC236}">
                <a16:creationId xmlns:a16="http://schemas.microsoft.com/office/drawing/2014/main" id="{67B3B92E-E588-41D0-B091-947E6CDFF24B}"/>
              </a:ext>
            </a:extLst>
          </p:cNvPr>
          <p:cNvGraphicFramePr>
            <a:graphicFrameLocks noGrp="1"/>
          </p:cNvGraphicFramePr>
          <p:nvPr>
            <p:extLst>
              <p:ext uri="{D42A27DB-BD31-4B8C-83A1-F6EECF244321}">
                <p14:modId xmlns:p14="http://schemas.microsoft.com/office/powerpoint/2010/main" val="680113893"/>
              </p:ext>
            </p:extLst>
          </p:nvPr>
        </p:nvGraphicFramePr>
        <p:xfrm>
          <a:off x="1926733" y="1792050"/>
          <a:ext cx="7778540" cy="1935480"/>
        </p:xfrm>
        <a:graphic>
          <a:graphicData uri="http://schemas.openxmlformats.org/drawingml/2006/table">
            <a:tbl>
              <a:tblPr firstRow="1" bandRow="1">
                <a:tableStyleId>{5C22544A-7EE6-4342-B048-85BDC9FD1C3A}</a:tableStyleId>
              </a:tblPr>
              <a:tblGrid>
                <a:gridCol w="1001025">
                  <a:extLst>
                    <a:ext uri="{9D8B030D-6E8A-4147-A177-3AD203B41FA5}">
                      <a16:colId xmlns:a16="http://schemas.microsoft.com/office/drawing/2014/main" val="20000"/>
                    </a:ext>
                  </a:extLst>
                </a:gridCol>
                <a:gridCol w="633964">
                  <a:extLst>
                    <a:ext uri="{9D8B030D-6E8A-4147-A177-3AD203B41FA5}">
                      <a16:colId xmlns:a16="http://schemas.microsoft.com/office/drawing/2014/main" val="20001"/>
                    </a:ext>
                  </a:extLst>
                </a:gridCol>
                <a:gridCol w="3213668">
                  <a:extLst>
                    <a:ext uri="{9D8B030D-6E8A-4147-A177-3AD203B41FA5}">
                      <a16:colId xmlns:a16="http://schemas.microsoft.com/office/drawing/2014/main" val="20003"/>
                    </a:ext>
                  </a:extLst>
                </a:gridCol>
                <a:gridCol w="1898827">
                  <a:extLst>
                    <a:ext uri="{9D8B030D-6E8A-4147-A177-3AD203B41FA5}">
                      <a16:colId xmlns:a16="http://schemas.microsoft.com/office/drawing/2014/main" val="20009"/>
                    </a:ext>
                  </a:extLst>
                </a:gridCol>
                <a:gridCol w="1031056">
                  <a:extLst>
                    <a:ext uri="{9D8B030D-6E8A-4147-A177-3AD203B41FA5}">
                      <a16:colId xmlns:a16="http://schemas.microsoft.com/office/drawing/2014/main" val="2179269706"/>
                    </a:ext>
                  </a:extLst>
                </a:gridCol>
              </a:tblGrid>
              <a:tr h="0">
                <a:tc>
                  <a:txBody>
                    <a:bodyPr/>
                    <a:lstStyle/>
                    <a:p>
                      <a:pPr algn="ctr" latinLnBrk="1"/>
                      <a:r>
                        <a:rPr lang="ko-KR" altLang="en-US" sz="700" b="0" dirty="0">
                          <a:solidFill>
                            <a:schemeClr val="tx1"/>
                          </a:solidFill>
                        </a:rPr>
                        <a:t>방문 일자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700" b="0" dirty="0">
                          <a:solidFill>
                            <a:schemeClr val="tx1"/>
                          </a:solidFill>
                        </a:rPr>
                        <a:t>QR </a:t>
                      </a:r>
                      <a:r>
                        <a:rPr lang="ko-KR" altLang="en-US" sz="700" b="0" dirty="0">
                          <a:solidFill>
                            <a:schemeClr val="tx1"/>
                          </a:solidFill>
                        </a:rPr>
                        <a:t>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700" b="0" dirty="0">
                          <a:solidFill>
                            <a:schemeClr val="tx1"/>
                          </a:solidFill>
                        </a:rPr>
                        <a:t>Shop </a:t>
                      </a:r>
                      <a:r>
                        <a:rPr lang="ko-KR" altLang="en-US" sz="700" b="0" dirty="0" err="1">
                          <a:solidFill>
                            <a:schemeClr val="tx1"/>
                          </a:solidFill>
                        </a:rPr>
                        <a:t>채널명</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700" b="0" dirty="0">
                          <a:solidFill>
                            <a:schemeClr val="tx1"/>
                          </a:solidFill>
                        </a:rPr>
                        <a:t>Shop</a:t>
                      </a:r>
                      <a:r>
                        <a:rPr lang="en-US" altLang="ko-KR" sz="700" b="0" baseline="0" dirty="0">
                          <a:solidFill>
                            <a:schemeClr val="tx1"/>
                          </a:solidFill>
                        </a:rPr>
                        <a:t> </a:t>
                      </a:r>
                      <a:r>
                        <a:rPr lang="ko-KR" altLang="en-US" sz="700" b="0" dirty="0">
                          <a:solidFill>
                            <a:schemeClr val="tx1"/>
                          </a:solidFill>
                        </a:rPr>
                        <a:t>채널 주소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관리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endParaRPr lang="en-US" altLang="ko-KR" sz="800" b="0" dirty="0">
                        <a:solidFill>
                          <a:schemeClr val="tx1"/>
                        </a:solidFill>
                      </a:endParaRPr>
                    </a:p>
                    <a:p>
                      <a:pPr algn="ctr" latinLnBrk="1"/>
                      <a:r>
                        <a:rPr lang="en-US" altLang="ko-KR" sz="800" b="0" dirty="0">
                          <a:solidFill>
                            <a:schemeClr val="tx1"/>
                          </a:solidFill>
                        </a:rPr>
                        <a:t>2025-00-00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[a20392]</a:t>
                      </a:r>
                    </a:p>
                    <a:p>
                      <a:pPr algn="l" latinLnBrk="1"/>
                      <a:r>
                        <a:rPr lang="ko-KR" altLang="en-US" sz="800" b="0" dirty="0" err="1">
                          <a:solidFill>
                            <a:schemeClr val="tx1"/>
                          </a:solidFill>
                        </a:rPr>
                        <a:t>채널명</a:t>
                      </a:r>
                      <a:r>
                        <a:rPr lang="ko-KR" altLang="en-US" sz="800" b="0" dirty="0">
                          <a:solidFill>
                            <a:schemeClr val="tx1"/>
                          </a:solidFill>
                        </a:rPr>
                        <a:t> </a:t>
                      </a:r>
                      <a:r>
                        <a:rPr lang="en-US" altLang="ko-KR" sz="800" b="0" dirty="0">
                          <a:solidFill>
                            <a:schemeClr val="tx1"/>
                          </a:solidFill>
                        </a:rPr>
                        <a:t>123</a:t>
                      </a:r>
                    </a:p>
                    <a:p>
                      <a:pPr algn="l" latinLnBrk="1"/>
                      <a:endParaRPr lang="en-US" altLang="ko-KR" sz="800" b="0" dirty="0">
                        <a:solidFill>
                          <a:schemeClr val="tx1"/>
                        </a:solidFill>
                      </a:endParaRPr>
                    </a:p>
                    <a:p>
                      <a:pPr algn="l" latinLnBrk="1"/>
                      <a:r>
                        <a:rPr lang="ko-KR" altLang="en-US" sz="800" b="0" dirty="0">
                          <a:solidFill>
                            <a:schemeClr val="tx1"/>
                          </a:solidFill>
                        </a:rPr>
                        <a:t>채널에 대한 간략 설명 적는 부분</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en-US" altLang="ko-KR" sz="800" b="0" dirty="0">
                          <a:solidFill>
                            <a:schemeClr val="tx1"/>
                          </a:solidFill>
                        </a:rPr>
                        <a:t>//qcc112.ko</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endParaRPr lang="en-US" altLang="ko-KR" sz="800" b="0" dirty="0">
                        <a:solidFill>
                          <a:schemeClr val="tx1"/>
                        </a:solidFill>
                      </a:endParaRPr>
                    </a:p>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2025-00-00</a:t>
                      </a:r>
                    </a:p>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[a20321]</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비공개 </a:t>
                      </a:r>
                      <a:r>
                        <a:rPr lang="ko-KR" altLang="en-US" sz="800" b="0" dirty="0" err="1">
                          <a:solidFill>
                            <a:schemeClr val="tx1"/>
                          </a:solidFill>
                        </a:rPr>
                        <a:t>채널명</a:t>
                      </a:r>
                      <a:r>
                        <a:rPr lang="ko-KR" altLang="en-US" sz="800" b="0" dirty="0">
                          <a:solidFill>
                            <a:schemeClr val="tx1"/>
                          </a:solidFill>
                        </a:rPr>
                        <a:t> </a:t>
                      </a:r>
                      <a:r>
                        <a:rPr lang="en-US" altLang="ko-KR" sz="800" b="0" dirty="0">
                          <a:solidFill>
                            <a:schemeClr val="tx1"/>
                          </a:solidFill>
                        </a:rPr>
                        <a:t>3332221</a:t>
                      </a:r>
                    </a:p>
                    <a:p>
                      <a:pPr algn="l" latinLnBrk="1"/>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채널에 대한 간략 설명 적는 부분</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//qcc211.ko</a:t>
                      </a:r>
                      <a:endParaRPr lang="ko-KR" altLang="en-US" sz="800" b="0" dirty="0">
                        <a:solidFill>
                          <a:schemeClr val="tx1"/>
                        </a:solidFill>
                      </a:endParaRPr>
                    </a:p>
                    <a:p>
                      <a:pPr algn="l"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endParaRPr lang="en-US" altLang="ko-KR" sz="800" b="0" dirty="0">
                        <a:solidFill>
                          <a:schemeClr val="tx1"/>
                        </a:solidFill>
                      </a:endParaRPr>
                    </a:p>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2025-00-00</a:t>
                      </a: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[a20320]</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일반용 </a:t>
                      </a:r>
                      <a:r>
                        <a:rPr lang="ko-KR" altLang="en-US" sz="800" b="0" dirty="0" err="1">
                          <a:solidFill>
                            <a:schemeClr val="tx1"/>
                          </a:solidFill>
                        </a:rPr>
                        <a:t>채널명</a:t>
                      </a:r>
                      <a:r>
                        <a:rPr lang="ko-KR" altLang="en-US" sz="800" b="0" dirty="0">
                          <a:solidFill>
                            <a:schemeClr val="tx1"/>
                          </a:solidFill>
                        </a:rPr>
                        <a:t> </a:t>
                      </a:r>
                      <a:r>
                        <a:rPr lang="ko-KR" altLang="en-US" sz="800" b="0" dirty="0" err="1">
                          <a:solidFill>
                            <a:schemeClr val="tx1"/>
                          </a:solidFill>
                        </a:rPr>
                        <a:t>가나다라마바사</a:t>
                      </a:r>
                      <a:endParaRPr lang="en-US" altLang="ko-KR" sz="800" b="0" dirty="0">
                        <a:solidFill>
                          <a:schemeClr val="tx1"/>
                        </a:solidFill>
                      </a:endParaRPr>
                    </a:p>
                    <a:p>
                      <a:pPr algn="l" latinLnBrk="1"/>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채널에 대한 간략 설명 적는 부분</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//qcc344.ko</a:t>
                      </a:r>
                      <a:endParaRPr lang="ko-KR" altLang="en-US" sz="800" b="0" dirty="0">
                        <a:solidFill>
                          <a:schemeClr val="tx1"/>
                        </a:solidFill>
                      </a:endParaRPr>
                    </a:p>
                    <a:p>
                      <a:pPr algn="l"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7" name="TextBox 6">
            <a:extLst>
              <a:ext uri="{FF2B5EF4-FFF2-40B4-BE49-F238E27FC236}">
                <a16:creationId xmlns:a16="http://schemas.microsoft.com/office/drawing/2014/main" id="{F5FDCE0F-A440-4B00-A4E3-37F49BB5FF6E}"/>
              </a:ext>
            </a:extLst>
          </p:cNvPr>
          <p:cNvSpPr txBox="1"/>
          <p:nvPr/>
        </p:nvSpPr>
        <p:spPr>
          <a:xfrm>
            <a:off x="1926733" y="1555897"/>
            <a:ext cx="761547" cy="215444"/>
          </a:xfrm>
          <a:prstGeom prst="rect">
            <a:avLst/>
          </a:prstGeom>
          <a:noFill/>
        </p:spPr>
        <p:txBody>
          <a:bodyPr wrap="square" rtlCol="0">
            <a:spAutoFit/>
          </a:bodyPr>
          <a:lstStyle/>
          <a:p>
            <a:r>
              <a:rPr lang="ko-KR" altLang="en-US" sz="800"/>
              <a:t>총 </a:t>
            </a:r>
            <a:r>
              <a:rPr lang="en-US" altLang="ko-KR" sz="800" dirty="0"/>
              <a:t>00</a:t>
            </a:r>
            <a:r>
              <a:rPr lang="ko-KR" altLang="en-US" sz="800" dirty="0"/>
              <a:t>건</a:t>
            </a:r>
          </a:p>
        </p:txBody>
      </p:sp>
      <p:pic>
        <p:nvPicPr>
          <p:cNvPr id="8" name="Picture 2">
            <a:extLst>
              <a:ext uri="{FF2B5EF4-FFF2-40B4-BE49-F238E27FC236}">
                <a16:creationId xmlns:a16="http://schemas.microsoft.com/office/drawing/2014/main" id="{9DBD7ABE-A358-4C58-8E88-EEA1D309F4C4}"/>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44714" y="4087950"/>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9" name="직사각형 8">
            <a:extLst>
              <a:ext uri="{FF2B5EF4-FFF2-40B4-BE49-F238E27FC236}">
                <a16:creationId xmlns:a16="http://schemas.microsoft.com/office/drawing/2014/main" id="{C3C03F8C-7377-479A-910F-E35D9D72BE7D}"/>
              </a:ext>
            </a:extLst>
          </p:cNvPr>
          <p:cNvSpPr/>
          <p:nvPr/>
        </p:nvSpPr>
        <p:spPr>
          <a:xfrm>
            <a:off x="8547888" y="1472460"/>
            <a:ext cx="1157388"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전체 삭제</a:t>
            </a:r>
            <a:endParaRPr lang="en-US" altLang="ko-KR" sz="800" dirty="0">
              <a:solidFill>
                <a:schemeClr val="bg1"/>
              </a:solidFill>
            </a:endParaRPr>
          </a:p>
        </p:txBody>
      </p:sp>
      <p:sp>
        <p:nvSpPr>
          <p:cNvPr id="11" name="직사각형 10">
            <a:extLst>
              <a:ext uri="{FF2B5EF4-FFF2-40B4-BE49-F238E27FC236}">
                <a16:creationId xmlns:a16="http://schemas.microsoft.com/office/drawing/2014/main" id="{81C9AE9F-5403-4770-A435-F6FCD61204E1}"/>
              </a:ext>
            </a:extLst>
          </p:cNvPr>
          <p:cNvSpPr/>
          <p:nvPr/>
        </p:nvSpPr>
        <p:spPr>
          <a:xfrm>
            <a:off x="9243097" y="2199714"/>
            <a:ext cx="341530" cy="171549"/>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12" name="직사각형 11">
            <a:extLst>
              <a:ext uri="{FF2B5EF4-FFF2-40B4-BE49-F238E27FC236}">
                <a16:creationId xmlns:a16="http://schemas.microsoft.com/office/drawing/2014/main" id="{11E70485-4032-4991-A6C3-273785B5EFCC}"/>
              </a:ext>
            </a:extLst>
          </p:cNvPr>
          <p:cNvSpPr/>
          <p:nvPr/>
        </p:nvSpPr>
        <p:spPr>
          <a:xfrm>
            <a:off x="8804454" y="2199713"/>
            <a:ext cx="341530" cy="171549"/>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방문</a:t>
            </a:r>
            <a:endParaRPr lang="en-US" altLang="ko-KR" sz="600" dirty="0">
              <a:solidFill>
                <a:schemeClr val="bg1"/>
              </a:solidFill>
            </a:endParaRPr>
          </a:p>
        </p:txBody>
      </p:sp>
      <p:pic>
        <p:nvPicPr>
          <p:cNvPr id="13" name="그림 12">
            <a:extLst>
              <a:ext uri="{FF2B5EF4-FFF2-40B4-BE49-F238E27FC236}">
                <a16:creationId xmlns:a16="http://schemas.microsoft.com/office/drawing/2014/main" id="{81825F92-20E3-497A-92A9-065C3DF0DA8A}"/>
              </a:ext>
            </a:extLst>
          </p:cNvPr>
          <p:cNvPicPr>
            <a:picLocks noChangeAspect="1"/>
          </p:cNvPicPr>
          <p:nvPr/>
        </p:nvPicPr>
        <p:blipFill>
          <a:blip r:embed="rId3"/>
          <a:stretch>
            <a:fillRect/>
          </a:stretch>
        </p:blipFill>
        <p:spPr>
          <a:xfrm>
            <a:off x="3063678" y="2124958"/>
            <a:ext cx="341530" cy="341530"/>
          </a:xfrm>
          <a:prstGeom prst="rect">
            <a:avLst/>
          </a:prstGeom>
        </p:spPr>
      </p:pic>
      <p:pic>
        <p:nvPicPr>
          <p:cNvPr id="14" name="그림 13">
            <a:extLst>
              <a:ext uri="{FF2B5EF4-FFF2-40B4-BE49-F238E27FC236}">
                <a16:creationId xmlns:a16="http://schemas.microsoft.com/office/drawing/2014/main" id="{0A3B6D69-D575-42C1-846E-DB71276875DD}"/>
              </a:ext>
            </a:extLst>
          </p:cNvPr>
          <p:cNvPicPr>
            <a:picLocks noChangeAspect="1"/>
          </p:cNvPicPr>
          <p:nvPr/>
        </p:nvPicPr>
        <p:blipFill>
          <a:blip r:embed="rId3"/>
          <a:stretch>
            <a:fillRect/>
          </a:stretch>
        </p:blipFill>
        <p:spPr>
          <a:xfrm>
            <a:off x="3063678" y="2674445"/>
            <a:ext cx="341530" cy="341530"/>
          </a:xfrm>
          <a:prstGeom prst="rect">
            <a:avLst/>
          </a:prstGeom>
        </p:spPr>
      </p:pic>
      <p:pic>
        <p:nvPicPr>
          <p:cNvPr id="15" name="그림 14">
            <a:extLst>
              <a:ext uri="{FF2B5EF4-FFF2-40B4-BE49-F238E27FC236}">
                <a16:creationId xmlns:a16="http://schemas.microsoft.com/office/drawing/2014/main" id="{C9188914-C359-46E3-8C63-5A663ECCF40E}"/>
              </a:ext>
            </a:extLst>
          </p:cNvPr>
          <p:cNvPicPr>
            <a:picLocks noChangeAspect="1"/>
          </p:cNvPicPr>
          <p:nvPr/>
        </p:nvPicPr>
        <p:blipFill>
          <a:blip r:embed="rId3"/>
          <a:stretch>
            <a:fillRect/>
          </a:stretch>
        </p:blipFill>
        <p:spPr>
          <a:xfrm>
            <a:off x="3063678" y="3266503"/>
            <a:ext cx="341530" cy="341530"/>
          </a:xfrm>
          <a:prstGeom prst="rect">
            <a:avLst/>
          </a:prstGeom>
        </p:spPr>
      </p:pic>
      <p:sp>
        <p:nvSpPr>
          <p:cNvPr id="17" name="직사각형 16">
            <a:extLst>
              <a:ext uri="{FF2B5EF4-FFF2-40B4-BE49-F238E27FC236}">
                <a16:creationId xmlns:a16="http://schemas.microsoft.com/office/drawing/2014/main" id="{A03550C5-E6A2-4E35-B063-8293C69AA776}"/>
              </a:ext>
            </a:extLst>
          </p:cNvPr>
          <p:cNvSpPr/>
          <p:nvPr/>
        </p:nvSpPr>
        <p:spPr>
          <a:xfrm>
            <a:off x="9243097" y="2771100"/>
            <a:ext cx="341530" cy="171549"/>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18" name="직사각형 17">
            <a:extLst>
              <a:ext uri="{FF2B5EF4-FFF2-40B4-BE49-F238E27FC236}">
                <a16:creationId xmlns:a16="http://schemas.microsoft.com/office/drawing/2014/main" id="{9CF8EBA7-F7E4-4F96-8858-4168377DDF74}"/>
              </a:ext>
            </a:extLst>
          </p:cNvPr>
          <p:cNvSpPr/>
          <p:nvPr/>
        </p:nvSpPr>
        <p:spPr>
          <a:xfrm>
            <a:off x="8804454" y="2771100"/>
            <a:ext cx="341530" cy="171549"/>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방문</a:t>
            </a:r>
            <a:endParaRPr lang="en-US" altLang="ko-KR" sz="600" dirty="0">
              <a:solidFill>
                <a:schemeClr val="bg1"/>
              </a:solidFill>
            </a:endParaRPr>
          </a:p>
        </p:txBody>
      </p:sp>
      <p:sp>
        <p:nvSpPr>
          <p:cNvPr id="20" name="직사각형 19">
            <a:extLst>
              <a:ext uri="{FF2B5EF4-FFF2-40B4-BE49-F238E27FC236}">
                <a16:creationId xmlns:a16="http://schemas.microsoft.com/office/drawing/2014/main" id="{3F9D6CFE-18EE-4852-A903-24625371B276}"/>
              </a:ext>
            </a:extLst>
          </p:cNvPr>
          <p:cNvSpPr/>
          <p:nvPr/>
        </p:nvSpPr>
        <p:spPr>
          <a:xfrm>
            <a:off x="9243097" y="3342486"/>
            <a:ext cx="341530" cy="171549"/>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21" name="직사각형 20">
            <a:extLst>
              <a:ext uri="{FF2B5EF4-FFF2-40B4-BE49-F238E27FC236}">
                <a16:creationId xmlns:a16="http://schemas.microsoft.com/office/drawing/2014/main" id="{A5FFB086-FBD2-47F9-9E8D-6E1244DE5AB3}"/>
              </a:ext>
            </a:extLst>
          </p:cNvPr>
          <p:cNvSpPr/>
          <p:nvPr/>
        </p:nvSpPr>
        <p:spPr>
          <a:xfrm>
            <a:off x="8804454" y="3342486"/>
            <a:ext cx="341530" cy="171549"/>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방문</a:t>
            </a:r>
            <a:endParaRPr lang="en-US" altLang="ko-KR" sz="600" dirty="0">
              <a:solidFill>
                <a:schemeClr val="bg1"/>
              </a:solidFill>
            </a:endParaRPr>
          </a:p>
        </p:txBody>
      </p:sp>
      <p:graphicFrame>
        <p:nvGraphicFramePr>
          <p:cNvPr id="27" name="표 26">
            <a:extLst>
              <a:ext uri="{FF2B5EF4-FFF2-40B4-BE49-F238E27FC236}">
                <a16:creationId xmlns:a16="http://schemas.microsoft.com/office/drawing/2014/main" id="{3D52F8B6-A1CE-47CB-A10A-A310F7289AEC}"/>
              </a:ext>
            </a:extLst>
          </p:cNvPr>
          <p:cNvGraphicFramePr>
            <a:graphicFrameLocks noGrp="1"/>
          </p:cNvGraphicFramePr>
          <p:nvPr>
            <p:extLst>
              <p:ext uri="{D42A27DB-BD31-4B8C-83A1-F6EECF244321}">
                <p14:modId xmlns:p14="http://schemas.microsoft.com/office/powerpoint/2010/main" val="647929420"/>
              </p:ext>
            </p:extLst>
          </p:nvPr>
        </p:nvGraphicFramePr>
        <p:xfrm>
          <a:off x="10171774" y="22159"/>
          <a:ext cx="1979018" cy="278995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RF-01-07-14</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방문한 채널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방문한 </a:t>
                      </a:r>
                      <a:r>
                        <a:rPr lang="en-US" altLang="ko-KR" sz="800" dirty="0"/>
                        <a:t>Shop</a:t>
                      </a:r>
                      <a:r>
                        <a:rPr lang="ko-KR" altLang="en-US" sz="800" dirty="0"/>
                        <a:t> 채널 기록들이 표시되는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4366018"/>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클릭 시 </a:t>
                      </a:r>
                      <a:r>
                        <a:rPr lang="en-US" altLang="ko-KR" sz="800" b="0" dirty="0">
                          <a:solidFill>
                            <a:schemeClr val="tx1"/>
                          </a:solidFill>
                        </a:rPr>
                        <a:t>QR</a:t>
                      </a:r>
                      <a:r>
                        <a:rPr lang="en-US" altLang="ko-KR" sz="800" b="0" baseline="0" dirty="0">
                          <a:solidFill>
                            <a:schemeClr val="tx1"/>
                          </a:solidFill>
                        </a:rPr>
                        <a:t> </a:t>
                      </a:r>
                      <a:r>
                        <a:rPr lang="ko-KR" altLang="en-US" sz="800" b="0" baseline="0" dirty="0">
                          <a:solidFill>
                            <a:schemeClr val="tx1"/>
                          </a:solidFill>
                        </a:rPr>
                        <a:t>코드가 확대된 화면이 나온다</a:t>
                      </a:r>
                      <a:r>
                        <a:rPr lang="en-US" altLang="ko-KR" sz="800" b="0" baseline="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RF-01-07-14-1 </a:t>
                      </a:r>
                      <a:r>
                        <a:rPr lang="ko-KR" altLang="en-US" sz="800" dirty="0"/>
                        <a:t>참고</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방문한 채널</a:t>
                      </a:r>
                      <a:r>
                        <a:rPr lang="ko-KR" altLang="en-US" sz="800" b="0" baseline="0" dirty="0">
                          <a:solidFill>
                            <a:schemeClr val="tx1"/>
                          </a:solidFill>
                        </a:rPr>
                        <a:t>을 모두 삭제하는 버튼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방문한 채널로 이동하는 버튼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82562567"/>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방문한 채널을 개별 삭제하는 버튼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441871921"/>
                  </a:ext>
                </a:extLst>
              </a:tr>
            </a:tbl>
          </a:graphicData>
        </a:graphic>
      </p:graphicFrame>
      <p:sp>
        <p:nvSpPr>
          <p:cNvPr id="28" name="TextBox 27">
            <a:extLst>
              <a:ext uri="{FF2B5EF4-FFF2-40B4-BE49-F238E27FC236}">
                <a16:creationId xmlns:a16="http://schemas.microsoft.com/office/drawing/2014/main" id="{8B04C1AF-DDCC-47D4-AD64-A633AAD90936}"/>
              </a:ext>
            </a:extLst>
          </p:cNvPr>
          <p:cNvSpPr txBox="1"/>
          <p:nvPr/>
        </p:nvSpPr>
        <p:spPr>
          <a:xfrm>
            <a:off x="3250329" y="2054655"/>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29" name="TextBox 28">
            <a:extLst>
              <a:ext uri="{FF2B5EF4-FFF2-40B4-BE49-F238E27FC236}">
                <a16:creationId xmlns:a16="http://schemas.microsoft.com/office/drawing/2014/main" id="{8B04C1AF-DDCC-47D4-AD64-A633AAD90936}"/>
              </a:ext>
            </a:extLst>
          </p:cNvPr>
          <p:cNvSpPr txBox="1"/>
          <p:nvPr/>
        </p:nvSpPr>
        <p:spPr>
          <a:xfrm>
            <a:off x="9560536" y="1387392"/>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30" name="TextBox 29">
            <a:extLst>
              <a:ext uri="{FF2B5EF4-FFF2-40B4-BE49-F238E27FC236}">
                <a16:creationId xmlns:a16="http://schemas.microsoft.com/office/drawing/2014/main" id="{8B04C1AF-DDCC-47D4-AD64-A633AAD90936}"/>
              </a:ext>
            </a:extLst>
          </p:cNvPr>
          <p:cNvSpPr txBox="1"/>
          <p:nvPr/>
        </p:nvSpPr>
        <p:spPr>
          <a:xfrm>
            <a:off x="8650600" y="2056536"/>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31" name="TextBox 30">
            <a:extLst>
              <a:ext uri="{FF2B5EF4-FFF2-40B4-BE49-F238E27FC236}">
                <a16:creationId xmlns:a16="http://schemas.microsoft.com/office/drawing/2014/main" id="{8B04C1AF-DDCC-47D4-AD64-A633AAD90936}"/>
              </a:ext>
            </a:extLst>
          </p:cNvPr>
          <p:cNvSpPr txBox="1"/>
          <p:nvPr/>
        </p:nvSpPr>
        <p:spPr>
          <a:xfrm>
            <a:off x="9513604" y="2064891"/>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Tree>
    <p:extLst>
      <p:ext uri="{BB962C8B-B14F-4D97-AF65-F5344CB8AC3E}">
        <p14:creationId xmlns:p14="http://schemas.microsoft.com/office/powerpoint/2010/main" val="1990244163"/>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2A554BDB-8DEA-4940-9EE5-131C5FE3DF52}"/>
              </a:ext>
            </a:extLst>
          </p:cNvPr>
          <p:cNvSpPr/>
          <p:nvPr/>
        </p:nvSpPr>
        <p:spPr>
          <a:xfrm>
            <a:off x="2843127" y="942294"/>
            <a:ext cx="5521056" cy="18389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graphicFrame>
        <p:nvGraphicFramePr>
          <p:cNvPr id="4" name="표 63">
            <a:extLst>
              <a:ext uri="{FF2B5EF4-FFF2-40B4-BE49-F238E27FC236}">
                <a16:creationId xmlns:a16="http://schemas.microsoft.com/office/drawing/2014/main" id="{477FA6EC-C084-42AE-ADCD-A354BA2086C8}"/>
              </a:ext>
            </a:extLst>
          </p:cNvPr>
          <p:cNvGraphicFramePr>
            <a:graphicFrameLocks noGrp="1"/>
          </p:cNvGraphicFramePr>
          <p:nvPr/>
        </p:nvGraphicFramePr>
        <p:xfrm>
          <a:off x="1914895" y="908906"/>
          <a:ext cx="7790380" cy="244585"/>
        </p:xfrm>
        <a:graphic>
          <a:graphicData uri="http://schemas.openxmlformats.org/drawingml/2006/table">
            <a:tbl>
              <a:tblPr firstRow="1" bandRow="1">
                <a:tableStyleId>{5940675A-B579-460E-94D1-54222C63F5DA}</a:tableStyleId>
              </a:tblPr>
              <a:tblGrid>
                <a:gridCol w="863934">
                  <a:extLst>
                    <a:ext uri="{9D8B030D-6E8A-4147-A177-3AD203B41FA5}">
                      <a16:colId xmlns:a16="http://schemas.microsoft.com/office/drawing/2014/main" val="3701388552"/>
                    </a:ext>
                  </a:extLst>
                </a:gridCol>
                <a:gridCol w="6926446">
                  <a:extLst>
                    <a:ext uri="{9D8B030D-6E8A-4147-A177-3AD203B41FA5}">
                      <a16:colId xmlns:a16="http://schemas.microsoft.com/office/drawing/2014/main" val="339215266"/>
                    </a:ext>
                  </a:extLst>
                </a:gridCol>
              </a:tblGrid>
              <a:tr h="244585">
                <a:tc>
                  <a:txBody>
                    <a:bodyPr/>
                    <a:lstStyle/>
                    <a:p>
                      <a:pPr algn="ctr" latinLnBrk="1"/>
                      <a:r>
                        <a:rPr lang="ko-KR" altLang="en-US" sz="900" dirty="0" err="1"/>
                        <a:t>채널명</a:t>
                      </a:r>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bl>
          </a:graphicData>
        </a:graphic>
      </p:graphicFrame>
      <p:sp>
        <p:nvSpPr>
          <p:cNvPr id="5" name="직사각형 4">
            <a:extLst>
              <a:ext uri="{FF2B5EF4-FFF2-40B4-BE49-F238E27FC236}">
                <a16:creationId xmlns:a16="http://schemas.microsoft.com/office/drawing/2014/main" id="{8FE5BC15-7C4B-4900-99E2-92CD2BAAE3A4}"/>
              </a:ext>
            </a:extLst>
          </p:cNvPr>
          <p:cNvSpPr/>
          <p:nvPr/>
        </p:nvSpPr>
        <p:spPr>
          <a:xfrm>
            <a:off x="8928962" y="93386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graphicFrame>
        <p:nvGraphicFramePr>
          <p:cNvPr id="6" name="표 5">
            <a:extLst>
              <a:ext uri="{FF2B5EF4-FFF2-40B4-BE49-F238E27FC236}">
                <a16:creationId xmlns:a16="http://schemas.microsoft.com/office/drawing/2014/main" id="{67B3B92E-E588-41D0-B091-947E6CDFF24B}"/>
              </a:ext>
            </a:extLst>
          </p:cNvPr>
          <p:cNvGraphicFramePr>
            <a:graphicFrameLocks noGrp="1"/>
          </p:cNvGraphicFramePr>
          <p:nvPr>
            <p:extLst>
              <p:ext uri="{D42A27DB-BD31-4B8C-83A1-F6EECF244321}">
                <p14:modId xmlns:p14="http://schemas.microsoft.com/office/powerpoint/2010/main" val="3738934768"/>
              </p:ext>
            </p:extLst>
          </p:nvPr>
        </p:nvGraphicFramePr>
        <p:xfrm>
          <a:off x="1926733" y="1792050"/>
          <a:ext cx="7778540" cy="1935480"/>
        </p:xfrm>
        <a:graphic>
          <a:graphicData uri="http://schemas.openxmlformats.org/drawingml/2006/table">
            <a:tbl>
              <a:tblPr firstRow="1" bandRow="1">
                <a:tableStyleId>{5C22544A-7EE6-4342-B048-85BDC9FD1C3A}</a:tableStyleId>
              </a:tblPr>
              <a:tblGrid>
                <a:gridCol w="1001025">
                  <a:extLst>
                    <a:ext uri="{9D8B030D-6E8A-4147-A177-3AD203B41FA5}">
                      <a16:colId xmlns:a16="http://schemas.microsoft.com/office/drawing/2014/main" val="20000"/>
                    </a:ext>
                  </a:extLst>
                </a:gridCol>
                <a:gridCol w="633964">
                  <a:extLst>
                    <a:ext uri="{9D8B030D-6E8A-4147-A177-3AD203B41FA5}">
                      <a16:colId xmlns:a16="http://schemas.microsoft.com/office/drawing/2014/main" val="20001"/>
                    </a:ext>
                  </a:extLst>
                </a:gridCol>
                <a:gridCol w="3213668">
                  <a:extLst>
                    <a:ext uri="{9D8B030D-6E8A-4147-A177-3AD203B41FA5}">
                      <a16:colId xmlns:a16="http://schemas.microsoft.com/office/drawing/2014/main" val="20003"/>
                    </a:ext>
                  </a:extLst>
                </a:gridCol>
                <a:gridCol w="1898827">
                  <a:extLst>
                    <a:ext uri="{9D8B030D-6E8A-4147-A177-3AD203B41FA5}">
                      <a16:colId xmlns:a16="http://schemas.microsoft.com/office/drawing/2014/main" val="20009"/>
                    </a:ext>
                  </a:extLst>
                </a:gridCol>
                <a:gridCol w="1031056">
                  <a:extLst>
                    <a:ext uri="{9D8B030D-6E8A-4147-A177-3AD203B41FA5}">
                      <a16:colId xmlns:a16="http://schemas.microsoft.com/office/drawing/2014/main" val="2179269706"/>
                    </a:ext>
                  </a:extLst>
                </a:gridCol>
              </a:tblGrid>
              <a:tr h="0">
                <a:tc>
                  <a:txBody>
                    <a:bodyPr/>
                    <a:lstStyle/>
                    <a:p>
                      <a:pPr algn="ctr" latinLnBrk="1"/>
                      <a:r>
                        <a:rPr lang="ko-KR" altLang="en-US" sz="700" b="0" dirty="0">
                          <a:solidFill>
                            <a:schemeClr val="tx1"/>
                          </a:solidFill>
                        </a:rPr>
                        <a:t>방문 일자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700" b="0" dirty="0">
                          <a:solidFill>
                            <a:schemeClr val="tx1"/>
                          </a:solidFill>
                        </a:rPr>
                        <a:t>QR </a:t>
                      </a:r>
                      <a:r>
                        <a:rPr lang="ko-KR" altLang="en-US" sz="700" b="0" dirty="0">
                          <a:solidFill>
                            <a:schemeClr val="tx1"/>
                          </a:solidFill>
                        </a:rPr>
                        <a:t>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700" b="0" dirty="0">
                          <a:solidFill>
                            <a:schemeClr val="tx1"/>
                          </a:solidFill>
                        </a:rPr>
                        <a:t>Shop </a:t>
                      </a:r>
                      <a:r>
                        <a:rPr lang="ko-KR" altLang="en-US" sz="700" b="0" dirty="0" err="1">
                          <a:solidFill>
                            <a:schemeClr val="tx1"/>
                          </a:solidFill>
                        </a:rPr>
                        <a:t>채널명</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700" b="0" dirty="0">
                          <a:solidFill>
                            <a:schemeClr val="tx1"/>
                          </a:solidFill>
                        </a:rPr>
                        <a:t>Shop </a:t>
                      </a:r>
                      <a:r>
                        <a:rPr lang="ko-KR" altLang="en-US" sz="700" b="0" dirty="0">
                          <a:solidFill>
                            <a:schemeClr val="tx1"/>
                          </a:solidFill>
                        </a:rPr>
                        <a:t>채널 주소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관리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endParaRPr lang="en-US" altLang="ko-KR" sz="800" b="0" dirty="0">
                        <a:solidFill>
                          <a:schemeClr val="tx1"/>
                        </a:solidFill>
                      </a:endParaRPr>
                    </a:p>
                    <a:p>
                      <a:pPr algn="ctr" latinLnBrk="1"/>
                      <a:r>
                        <a:rPr lang="en-US" altLang="ko-KR" sz="800" b="0" dirty="0">
                          <a:solidFill>
                            <a:schemeClr val="tx1"/>
                          </a:solidFill>
                        </a:rPr>
                        <a:t>2025-00-00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[a20392]</a:t>
                      </a:r>
                    </a:p>
                    <a:p>
                      <a:pPr algn="l" latinLnBrk="1"/>
                      <a:r>
                        <a:rPr lang="ko-KR" altLang="en-US" sz="800" b="0" dirty="0" err="1">
                          <a:solidFill>
                            <a:schemeClr val="tx1"/>
                          </a:solidFill>
                        </a:rPr>
                        <a:t>채널명</a:t>
                      </a:r>
                      <a:r>
                        <a:rPr lang="ko-KR" altLang="en-US" sz="800" b="0" dirty="0">
                          <a:solidFill>
                            <a:schemeClr val="tx1"/>
                          </a:solidFill>
                        </a:rPr>
                        <a:t> </a:t>
                      </a:r>
                      <a:r>
                        <a:rPr lang="en-US" altLang="ko-KR" sz="800" b="0" dirty="0">
                          <a:solidFill>
                            <a:schemeClr val="tx1"/>
                          </a:solidFill>
                        </a:rPr>
                        <a:t>123</a:t>
                      </a:r>
                    </a:p>
                    <a:p>
                      <a:pPr algn="l" latinLnBrk="1"/>
                      <a:endParaRPr lang="en-US" altLang="ko-KR" sz="800" b="0" dirty="0">
                        <a:solidFill>
                          <a:schemeClr val="tx1"/>
                        </a:solidFill>
                      </a:endParaRPr>
                    </a:p>
                    <a:p>
                      <a:pPr algn="l" latinLnBrk="1"/>
                      <a:r>
                        <a:rPr lang="ko-KR" altLang="en-US" sz="800" b="0" dirty="0">
                          <a:solidFill>
                            <a:schemeClr val="tx1"/>
                          </a:solidFill>
                        </a:rPr>
                        <a:t>채널에 대한 간략 설명 적는 부분</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en-US" altLang="ko-KR" sz="800" b="0" dirty="0">
                          <a:solidFill>
                            <a:schemeClr val="tx1"/>
                          </a:solidFill>
                        </a:rPr>
                        <a:t>//qcc112.ko</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endParaRPr lang="en-US" altLang="ko-KR" sz="800" b="0" dirty="0">
                        <a:solidFill>
                          <a:schemeClr val="tx1"/>
                        </a:solidFill>
                      </a:endParaRPr>
                    </a:p>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2025-00-00</a:t>
                      </a:r>
                    </a:p>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[a20321]</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비공개 </a:t>
                      </a:r>
                      <a:r>
                        <a:rPr lang="ko-KR" altLang="en-US" sz="800" b="0" dirty="0" err="1">
                          <a:solidFill>
                            <a:schemeClr val="tx1"/>
                          </a:solidFill>
                        </a:rPr>
                        <a:t>채널명</a:t>
                      </a:r>
                      <a:r>
                        <a:rPr lang="ko-KR" altLang="en-US" sz="800" b="0" dirty="0">
                          <a:solidFill>
                            <a:schemeClr val="tx1"/>
                          </a:solidFill>
                        </a:rPr>
                        <a:t> </a:t>
                      </a:r>
                      <a:r>
                        <a:rPr lang="en-US" altLang="ko-KR" sz="800" b="0" dirty="0">
                          <a:solidFill>
                            <a:schemeClr val="tx1"/>
                          </a:solidFill>
                        </a:rPr>
                        <a:t>3332221</a:t>
                      </a:r>
                    </a:p>
                    <a:p>
                      <a:pPr algn="l" latinLnBrk="1"/>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채널에 대한 간략 설명 적는 부분</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//qcc211.ko</a:t>
                      </a:r>
                      <a:endParaRPr lang="ko-KR" altLang="en-US" sz="800" b="0" dirty="0">
                        <a:solidFill>
                          <a:schemeClr val="tx1"/>
                        </a:solidFill>
                      </a:endParaRPr>
                    </a:p>
                    <a:p>
                      <a:pPr algn="l"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endParaRPr lang="en-US" altLang="ko-KR" sz="800" b="0" dirty="0">
                        <a:solidFill>
                          <a:schemeClr val="tx1"/>
                        </a:solidFill>
                      </a:endParaRPr>
                    </a:p>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2025-00-00</a:t>
                      </a:r>
                    </a:p>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[a20320]</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일반용 </a:t>
                      </a:r>
                      <a:r>
                        <a:rPr lang="ko-KR" altLang="en-US" sz="800" b="0" dirty="0" err="1">
                          <a:solidFill>
                            <a:schemeClr val="tx1"/>
                          </a:solidFill>
                        </a:rPr>
                        <a:t>채널명</a:t>
                      </a:r>
                      <a:r>
                        <a:rPr lang="ko-KR" altLang="en-US" sz="800" b="0" dirty="0">
                          <a:solidFill>
                            <a:schemeClr val="tx1"/>
                          </a:solidFill>
                        </a:rPr>
                        <a:t> </a:t>
                      </a:r>
                      <a:r>
                        <a:rPr lang="ko-KR" altLang="en-US" sz="800" b="0" dirty="0" err="1">
                          <a:solidFill>
                            <a:schemeClr val="tx1"/>
                          </a:solidFill>
                        </a:rPr>
                        <a:t>가나다라마바사</a:t>
                      </a:r>
                      <a:endParaRPr lang="en-US" altLang="ko-KR" sz="800" b="0" dirty="0">
                        <a:solidFill>
                          <a:schemeClr val="tx1"/>
                        </a:solidFill>
                      </a:endParaRPr>
                    </a:p>
                    <a:p>
                      <a:pPr algn="l" latinLnBrk="1"/>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채널에 대한 간략 설명 적는 부분</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//qcc344.ko</a:t>
                      </a:r>
                      <a:endParaRPr lang="ko-KR" altLang="en-US" sz="800" b="0" dirty="0">
                        <a:solidFill>
                          <a:schemeClr val="tx1"/>
                        </a:solidFill>
                      </a:endParaRPr>
                    </a:p>
                    <a:p>
                      <a:pPr algn="l"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7" name="TextBox 6">
            <a:extLst>
              <a:ext uri="{FF2B5EF4-FFF2-40B4-BE49-F238E27FC236}">
                <a16:creationId xmlns:a16="http://schemas.microsoft.com/office/drawing/2014/main" id="{F5FDCE0F-A440-4B00-A4E3-37F49BB5FF6E}"/>
              </a:ext>
            </a:extLst>
          </p:cNvPr>
          <p:cNvSpPr txBox="1"/>
          <p:nvPr/>
        </p:nvSpPr>
        <p:spPr>
          <a:xfrm>
            <a:off x="1926733" y="1555897"/>
            <a:ext cx="761547" cy="215444"/>
          </a:xfrm>
          <a:prstGeom prst="rect">
            <a:avLst/>
          </a:prstGeom>
          <a:noFill/>
        </p:spPr>
        <p:txBody>
          <a:bodyPr wrap="square" rtlCol="0">
            <a:spAutoFit/>
          </a:bodyPr>
          <a:lstStyle/>
          <a:p>
            <a:r>
              <a:rPr lang="ko-KR" altLang="en-US" sz="800"/>
              <a:t>총 </a:t>
            </a:r>
            <a:r>
              <a:rPr lang="en-US" altLang="ko-KR" sz="800" dirty="0"/>
              <a:t>00</a:t>
            </a:r>
            <a:r>
              <a:rPr lang="ko-KR" altLang="en-US" sz="800" dirty="0"/>
              <a:t>건</a:t>
            </a:r>
          </a:p>
        </p:txBody>
      </p:sp>
      <p:pic>
        <p:nvPicPr>
          <p:cNvPr id="8" name="Picture 2">
            <a:extLst>
              <a:ext uri="{FF2B5EF4-FFF2-40B4-BE49-F238E27FC236}">
                <a16:creationId xmlns:a16="http://schemas.microsoft.com/office/drawing/2014/main" id="{9DBD7ABE-A358-4C58-8E88-EEA1D309F4C4}"/>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44714" y="4087950"/>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9" name="직사각형 8">
            <a:extLst>
              <a:ext uri="{FF2B5EF4-FFF2-40B4-BE49-F238E27FC236}">
                <a16:creationId xmlns:a16="http://schemas.microsoft.com/office/drawing/2014/main" id="{C3C03F8C-7377-479A-910F-E35D9D72BE7D}"/>
              </a:ext>
            </a:extLst>
          </p:cNvPr>
          <p:cNvSpPr/>
          <p:nvPr/>
        </p:nvSpPr>
        <p:spPr>
          <a:xfrm>
            <a:off x="8547888" y="1472460"/>
            <a:ext cx="1157388"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전체 삭제</a:t>
            </a:r>
            <a:endParaRPr lang="en-US" altLang="ko-KR" sz="800" dirty="0">
              <a:solidFill>
                <a:schemeClr val="bg1"/>
              </a:solidFill>
            </a:endParaRPr>
          </a:p>
        </p:txBody>
      </p:sp>
      <p:sp>
        <p:nvSpPr>
          <p:cNvPr id="11" name="직사각형 10">
            <a:extLst>
              <a:ext uri="{FF2B5EF4-FFF2-40B4-BE49-F238E27FC236}">
                <a16:creationId xmlns:a16="http://schemas.microsoft.com/office/drawing/2014/main" id="{81C9AE9F-5403-4770-A435-F6FCD61204E1}"/>
              </a:ext>
            </a:extLst>
          </p:cNvPr>
          <p:cNvSpPr/>
          <p:nvPr/>
        </p:nvSpPr>
        <p:spPr>
          <a:xfrm>
            <a:off x="9243097" y="2199714"/>
            <a:ext cx="341530" cy="171549"/>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12" name="직사각형 11">
            <a:extLst>
              <a:ext uri="{FF2B5EF4-FFF2-40B4-BE49-F238E27FC236}">
                <a16:creationId xmlns:a16="http://schemas.microsoft.com/office/drawing/2014/main" id="{11E70485-4032-4991-A6C3-273785B5EFCC}"/>
              </a:ext>
            </a:extLst>
          </p:cNvPr>
          <p:cNvSpPr/>
          <p:nvPr/>
        </p:nvSpPr>
        <p:spPr>
          <a:xfrm>
            <a:off x="8804454" y="2199713"/>
            <a:ext cx="341530" cy="171549"/>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방문</a:t>
            </a:r>
            <a:endParaRPr lang="en-US" altLang="ko-KR" sz="600" dirty="0">
              <a:solidFill>
                <a:schemeClr val="bg1"/>
              </a:solidFill>
            </a:endParaRPr>
          </a:p>
        </p:txBody>
      </p:sp>
      <p:pic>
        <p:nvPicPr>
          <p:cNvPr id="13" name="그림 12">
            <a:extLst>
              <a:ext uri="{FF2B5EF4-FFF2-40B4-BE49-F238E27FC236}">
                <a16:creationId xmlns:a16="http://schemas.microsoft.com/office/drawing/2014/main" id="{81825F92-20E3-497A-92A9-065C3DF0DA8A}"/>
              </a:ext>
            </a:extLst>
          </p:cNvPr>
          <p:cNvPicPr>
            <a:picLocks noChangeAspect="1"/>
          </p:cNvPicPr>
          <p:nvPr/>
        </p:nvPicPr>
        <p:blipFill>
          <a:blip r:embed="rId3"/>
          <a:stretch>
            <a:fillRect/>
          </a:stretch>
        </p:blipFill>
        <p:spPr>
          <a:xfrm>
            <a:off x="3063678" y="2124958"/>
            <a:ext cx="341530" cy="341530"/>
          </a:xfrm>
          <a:prstGeom prst="rect">
            <a:avLst/>
          </a:prstGeom>
        </p:spPr>
      </p:pic>
      <p:pic>
        <p:nvPicPr>
          <p:cNvPr id="14" name="그림 13">
            <a:extLst>
              <a:ext uri="{FF2B5EF4-FFF2-40B4-BE49-F238E27FC236}">
                <a16:creationId xmlns:a16="http://schemas.microsoft.com/office/drawing/2014/main" id="{0A3B6D69-D575-42C1-846E-DB71276875DD}"/>
              </a:ext>
            </a:extLst>
          </p:cNvPr>
          <p:cNvPicPr>
            <a:picLocks noChangeAspect="1"/>
          </p:cNvPicPr>
          <p:nvPr/>
        </p:nvPicPr>
        <p:blipFill>
          <a:blip r:embed="rId3"/>
          <a:stretch>
            <a:fillRect/>
          </a:stretch>
        </p:blipFill>
        <p:spPr>
          <a:xfrm>
            <a:off x="3063678" y="2674445"/>
            <a:ext cx="341530" cy="341530"/>
          </a:xfrm>
          <a:prstGeom prst="rect">
            <a:avLst/>
          </a:prstGeom>
        </p:spPr>
      </p:pic>
      <p:pic>
        <p:nvPicPr>
          <p:cNvPr id="15" name="그림 14">
            <a:extLst>
              <a:ext uri="{FF2B5EF4-FFF2-40B4-BE49-F238E27FC236}">
                <a16:creationId xmlns:a16="http://schemas.microsoft.com/office/drawing/2014/main" id="{C9188914-C359-46E3-8C63-5A663ECCF40E}"/>
              </a:ext>
            </a:extLst>
          </p:cNvPr>
          <p:cNvPicPr>
            <a:picLocks noChangeAspect="1"/>
          </p:cNvPicPr>
          <p:nvPr/>
        </p:nvPicPr>
        <p:blipFill>
          <a:blip r:embed="rId3"/>
          <a:stretch>
            <a:fillRect/>
          </a:stretch>
        </p:blipFill>
        <p:spPr>
          <a:xfrm>
            <a:off x="3063678" y="3266503"/>
            <a:ext cx="341530" cy="341530"/>
          </a:xfrm>
          <a:prstGeom prst="rect">
            <a:avLst/>
          </a:prstGeom>
        </p:spPr>
      </p:pic>
      <p:sp>
        <p:nvSpPr>
          <p:cNvPr id="17" name="직사각형 16">
            <a:extLst>
              <a:ext uri="{FF2B5EF4-FFF2-40B4-BE49-F238E27FC236}">
                <a16:creationId xmlns:a16="http://schemas.microsoft.com/office/drawing/2014/main" id="{A03550C5-E6A2-4E35-B063-8293C69AA776}"/>
              </a:ext>
            </a:extLst>
          </p:cNvPr>
          <p:cNvSpPr/>
          <p:nvPr/>
        </p:nvSpPr>
        <p:spPr>
          <a:xfrm>
            <a:off x="9243097" y="2771100"/>
            <a:ext cx="341530" cy="171549"/>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18" name="직사각형 17">
            <a:extLst>
              <a:ext uri="{FF2B5EF4-FFF2-40B4-BE49-F238E27FC236}">
                <a16:creationId xmlns:a16="http://schemas.microsoft.com/office/drawing/2014/main" id="{9CF8EBA7-F7E4-4F96-8858-4168377DDF74}"/>
              </a:ext>
            </a:extLst>
          </p:cNvPr>
          <p:cNvSpPr/>
          <p:nvPr/>
        </p:nvSpPr>
        <p:spPr>
          <a:xfrm>
            <a:off x="8804454" y="2771100"/>
            <a:ext cx="341530" cy="171549"/>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방문</a:t>
            </a:r>
            <a:endParaRPr lang="en-US" altLang="ko-KR" sz="600" dirty="0">
              <a:solidFill>
                <a:schemeClr val="bg1"/>
              </a:solidFill>
            </a:endParaRPr>
          </a:p>
        </p:txBody>
      </p:sp>
      <p:sp>
        <p:nvSpPr>
          <p:cNvPr id="20" name="직사각형 19">
            <a:extLst>
              <a:ext uri="{FF2B5EF4-FFF2-40B4-BE49-F238E27FC236}">
                <a16:creationId xmlns:a16="http://schemas.microsoft.com/office/drawing/2014/main" id="{3F9D6CFE-18EE-4852-A903-24625371B276}"/>
              </a:ext>
            </a:extLst>
          </p:cNvPr>
          <p:cNvSpPr/>
          <p:nvPr/>
        </p:nvSpPr>
        <p:spPr>
          <a:xfrm>
            <a:off x="9243097" y="3342486"/>
            <a:ext cx="341530" cy="171549"/>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21" name="직사각형 20">
            <a:extLst>
              <a:ext uri="{FF2B5EF4-FFF2-40B4-BE49-F238E27FC236}">
                <a16:creationId xmlns:a16="http://schemas.microsoft.com/office/drawing/2014/main" id="{A5FFB086-FBD2-47F9-9E8D-6E1244DE5AB3}"/>
              </a:ext>
            </a:extLst>
          </p:cNvPr>
          <p:cNvSpPr/>
          <p:nvPr/>
        </p:nvSpPr>
        <p:spPr>
          <a:xfrm>
            <a:off x="8804454" y="3342486"/>
            <a:ext cx="341530" cy="171549"/>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방문</a:t>
            </a:r>
            <a:endParaRPr lang="en-US" altLang="ko-KR" sz="600" dirty="0">
              <a:solidFill>
                <a:schemeClr val="bg1"/>
              </a:solidFill>
            </a:endParaRPr>
          </a:p>
        </p:txBody>
      </p:sp>
      <p:graphicFrame>
        <p:nvGraphicFramePr>
          <p:cNvPr id="27" name="표 26">
            <a:extLst>
              <a:ext uri="{FF2B5EF4-FFF2-40B4-BE49-F238E27FC236}">
                <a16:creationId xmlns:a16="http://schemas.microsoft.com/office/drawing/2014/main" id="{3D52F8B6-A1CE-47CB-A10A-A310F7289AEC}"/>
              </a:ext>
            </a:extLst>
          </p:cNvPr>
          <p:cNvGraphicFramePr>
            <a:graphicFrameLocks noGrp="1"/>
          </p:cNvGraphicFramePr>
          <p:nvPr>
            <p:extLst>
              <p:ext uri="{D42A27DB-BD31-4B8C-83A1-F6EECF244321}">
                <p14:modId xmlns:p14="http://schemas.microsoft.com/office/powerpoint/2010/main" val="1339818222"/>
              </p:ext>
            </p:extLst>
          </p:nvPr>
        </p:nvGraphicFramePr>
        <p:xfrm>
          <a:off x="10171774" y="22159"/>
          <a:ext cx="1979018" cy="157075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RF-01-07-14-1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algn="l" latinLnBrk="1"/>
                      <a:r>
                        <a:rPr lang="ko-KR" altLang="en-US" sz="800" dirty="0"/>
                        <a:t>방문한 채널 화면 </a:t>
                      </a:r>
                      <a:r>
                        <a:rPr lang="en-US" altLang="ko-KR" sz="800" dirty="0"/>
                        <a:t>&gt; QR </a:t>
                      </a:r>
                      <a:r>
                        <a:rPr lang="ko-KR" altLang="en-US" sz="800" dirty="0"/>
                        <a:t>코드 확대</a:t>
                      </a:r>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algn="l" latinLnBrk="1"/>
                      <a:r>
                        <a:rPr lang="ko-KR" altLang="en-US" sz="800" dirty="0"/>
                        <a:t>클릭 시 </a:t>
                      </a:r>
                      <a:r>
                        <a:rPr lang="en-US" altLang="ko-KR" sz="800" dirty="0"/>
                        <a:t>Shop</a:t>
                      </a:r>
                      <a:r>
                        <a:rPr lang="en-US" altLang="ko-KR" sz="800" baseline="0" dirty="0"/>
                        <a:t> </a:t>
                      </a:r>
                      <a:r>
                        <a:rPr lang="ko-KR" altLang="en-US" sz="800" baseline="0" dirty="0"/>
                        <a:t>채널의 </a:t>
                      </a:r>
                      <a:r>
                        <a:rPr lang="en-US" altLang="ko-KR" sz="800" baseline="0" dirty="0"/>
                        <a:t>QR </a:t>
                      </a:r>
                      <a:r>
                        <a:rPr lang="ko-KR" altLang="en-US" sz="800" baseline="0" dirty="0"/>
                        <a:t>코드가 확대되어 표시된다</a:t>
                      </a:r>
                      <a:r>
                        <a:rPr lang="en-US" altLang="ko-KR" sz="800" baseline="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289403839"/>
                  </a:ext>
                </a:extLst>
              </a:tr>
            </a:tbl>
          </a:graphicData>
        </a:graphic>
      </p:graphicFrame>
      <p:grpSp>
        <p:nvGrpSpPr>
          <p:cNvPr id="19" name="그룹 18">
            <a:extLst>
              <a:ext uri="{FF2B5EF4-FFF2-40B4-BE49-F238E27FC236}">
                <a16:creationId xmlns:a16="http://schemas.microsoft.com/office/drawing/2014/main" id="{AEB36132-1131-46AC-88E3-1372E542FC2E}"/>
              </a:ext>
            </a:extLst>
          </p:cNvPr>
          <p:cNvGrpSpPr/>
          <p:nvPr/>
        </p:nvGrpSpPr>
        <p:grpSpPr>
          <a:xfrm>
            <a:off x="4344714" y="2600750"/>
            <a:ext cx="3001296" cy="2974400"/>
            <a:chOff x="2510504" y="2198734"/>
            <a:chExt cx="3001296" cy="2974400"/>
          </a:xfrm>
        </p:grpSpPr>
        <p:sp>
          <p:nvSpPr>
            <p:cNvPr id="22" name="직사각형 21">
              <a:extLst>
                <a:ext uri="{FF2B5EF4-FFF2-40B4-BE49-F238E27FC236}">
                  <a16:creationId xmlns:a16="http://schemas.microsoft.com/office/drawing/2014/main" id="{5D063EF9-69B2-44A8-8AB4-1949707125E5}"/>
                </a:ext>
              </a:extLst>
            </p:cNvPr>
            <p:cNvSpPr/>
            <p:nvPr/>
          </p:nvSpPr>
          <p:spPr>
            <a:xfrm>
              <a:off x="2510504" y="2198734"/>
              <a:ext cx="3001296" cy="2974400"/>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pic>
          <p:nvPicPr>
            <p:cNvPr id="23" name="그림 22">
              <a:extLst>
                <a:ext uri="{FF2B5EF4-FFF2-40B4-BE49-F238E27FC236}">
                  <a16:creationId xmlns:a16="http://schemas.microsoft.com/office/drawing/2014/main" id="{55149958-E9D1-409C-A900-81619BA70318}"/>
                </a:ext>
              </a:extLst>
            </p:cNvPr>
            <p:cNvPicPr>
              <a:picLocks noChangeAspect="1"/>
            </p:cNvPicPr>
            <p:nvPr/>
          </p:nvPicPr>
          <p:blipFill>
            <a:blip r:embed="rId3"/>
            <a:stretch>
              <a:fillRect/>
            </a:stretch>
          </p:blipFill>
          <p:spPr>
            <a:xfrm>
              <a:off x="2667337" y="2363869"/>
              <a:ext cx="2607395" cy="2607395"/>
            </a:xfrm>
            <a:prstGeom prst="rect">
              <a:avLst/>
            </a:prstGeom>
          </p:spPr>
        </p:pic>
      </p:grpSp>
      <p:sp>
        <p:nvSpPr>
          <p:cNvPr id="24" name="타원 23">
            <a:extLst>
              <a:ext uri="{FF2B5EF4-FFF2-40B4-BE49-F238E27FC236}">
                <a16:creationId xmlns:a16="http://schemas.microsoft.com/office/drawing/2014/main" id="{A24881A9-C424-4A2E-A3D5-890D4F2AE0F4}"/>
              </a:ext>
            </a:extLst>
          </p:cNvPr>
          <p:cNvSpPr/>
          <p:nvPr/>
        </p:nvSpPr>
        <p:spPr>
          <a:xfrm>
            <a:off x="2886270" y="2021905"/>
            <a:ext cx="651935" cy="516467"/>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5" name="직선 화살표 연결선 24">
            <a:extLst>
              <a:ext uri="{FF2B5EF4-FFF2-40B4-BE49-F238E27FC236}">
                <a16:creationId xmlns:a16="http://schemas.microsoft.com/office/drawing/2014/main" id="{ED633534-577F-428A-8D63-7D770FB0DD72}"/>
              </a:ext>
            </a:extLst>
          </p:cNvPr>
          <p:cNvCxnSpPr>
            <a:cxnSpLocks/>
            <a:stCxn id="24" idx="4"/>
            <a:endCxn id="22" idx="1"/>
          </p:cNvCxnSpPr>
          <p:nvPr/>
        </p:nvCxnSpPr>
        <p:spPr>
          <a:xfrm>
            <a:off x="3212238" y="2538372"/>
            <a:ext cx="1132476" cy="1549578"/>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97170028"/>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2" name="표 31">
            <a:extLst>
              <a:ext uri="{FF2B5EF4-FFF2-40B4-BE49-F238E27FC236}">
                <a16:creationId xmlns:a16="http://schemas.microsoft.com/office/drawing/2014/main" id="{67B3B92E-E588-41D0-B091-947E6CDFF24B}"/>
              </a:ext>
            </a:extLst>
          </p:cNvPr>
          <p:cNvGraphicFramePr>
            <a:graphicFrameLocks noGrp="1"/>
          </p:cNvGraphicFramePr>
          <p:nvPr>
            <p:extLst>
              <p:ext uri="{D42A27DB-BD31-4B8C-83A1-F6EECF244321}">
                <p14:modId xmlns:p14="http://schemas.microsoft.com/office/powerpoint/2010/main" val="3085546924"/>
              </p:ext>
            </p:extLst>
          </p:nvPr>
        </p:nvGraphicFramePr>
        <p:xfrm>
          <a:off x="1914895" y="2107676"/>
          <a:ext cx="7589832" cy="624840"/>
        </p:xfrm>
        <a:graphic>
          <a:graphicData uri="http://schemas.openxmlformats.org/drawingml/2006/table">
            <a:tbl>
              <a:tblPr firstRow="1" bandRow="1">
                <a:tableStyleId>{5C22544A-7EE6-4342-B048-85BDC9FD1C3A}</a:tableStyleId>
              </a:tblPr>
              <a:tblGrid>
                <a:gridCol w="573886">
                  <a:extLst>
                    <a:ext uri="{9D8B030D-6E8A-4147-A177-3AD203B41FA5}">
                      <a16:colId xmlns:a16="http://schemas.microsoft.com/office/drawing/2014/main" val="20000"/>
                    </a:ext>
                  </a:extLst>
                </a:gridCol>
                <a:gridCol w="2402001">
                  <a:extLst>
                    <a:ext uri="{9D8B030D-6E8A-4147-A177-3AD203B41FA5}">
                      <a16:colId xmlns:a16="http://schemas.microsoft.com/office/drawing/2014/main" val="20001"/>
                    </a:ext>
                  </a:extLst>
                </a:gridCol>
                <a:gridCol w="604007">
                  <a:extLst>
                    <a:ext uri="{9D8B030D-6E8A-4147-A177-3AD203B41FA5}">
                      <a16:colId xmlns:a16="http://schemas.microsoft.com/office/drawing/2014/main" val="20003"/>
                    </a:ext>
                  </a:extLst>
                </a:gridCol>
                <a:gridCol w="1351587">
                  <a:extLst>
                    <a:ext uri="{9D8B030D-6E8A-4147-A177-3AD203B41FA5}">
                      <a16:colId xmlns:a16="http://schemas.microsoft.com/office/drawing/2014/main" val="1373047276"/>
                    </a:ext>
                  </a:extLst>
                </a:gridCol>
                <a:gridCol w="1467114">
                  <a:extLst>
                    <a:ext uri="{9D8B030D-6E8A-4147-A177-3AD203B41FA5}">
                      <a16:colId xmlns:a16="http://schemas.microsoft.com/office/drawing/2014/main" val="20009"/>
                    </a:ext>
                  </a:extLst>
                </a:gridCol>
                <a:gridCol w="1191237">
                  <a:extLst>
                    <a:ext uri="{9D8B030D-6E8A-4147-A177-3AD203B41FA5}">
                      <a16:colId xmlns:a16="http://schemas.microsoft.com/office/drawing/2014/main" val="2179269706"/>
                    </a:ext>
                  </a:extLst>
                </a:gridCol>
              </a:tblGrid>
              <a:tr h="163001">
                <a:tc>
                  <a:txBody>
                    <a:bodyPr/>
                    <a:lstStyle/>
                    <a:p>
                      <a:pPr algn="ctr" latinLnBrk="1"/>
                      <a:r>
                        <a:rPr lang="en-US" altLang="ko-KR" sz="700" b="0" dirty="0">
                          <a:solidFill>
                            <a:schemeClr val="tx1"/>
                          </a:solidFill>
                        </a:rPr>
                        <a:t>No</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판매자 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700" b="0" dirty="0">
                          <a:solidFill>
                            <a:schemeClr val="tx1"/>
                          </a:solidFill>
                        </a:rPr>
                        <a:t>사용 가능 포인트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사용 가능 </a:t>
                      </a:r>
                      <a:r>
                        <a:rPr lang="en-US" altLang="ko-KR" sz="700" b="0" dirty="0">
                          <a:solidFill>
                            <a:schemeClr val="tx1"/>
                          </a:solidFill>
                        </a:rPr>
                        <a:t>Shop </a:t>
                      </a:r>
                      <a:r>
                        <a:rPr lang="ko-KR" altLang="en-US" sz="700" b="0" dirty="0">
                          <a:solidFill>
                            <a:schemeClr val="tx1"/>
                          </a:solidFill>
                        </a:rPr>
                        <a:t>채널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포인트 전환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190800">
                <a:tc>
                  <a:txBody>
                    <a:bodyPr/>
                    <a:lstStyle/>
                    <a:p>
                      <a:pPr algn="ctr" latinLnBrk="1"/>
                      <a:r>
                        <a:rPr lang="en-US" altLang="ko-KR" sz="800" b="0" dirty="0">
                          <a:solidFill>
                            <a:schemeClr val="tx1"/>
                          </a:solidFill>
                        </a:rPr>
                        <a:t>20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회원사 명 </a:t>
                      </a:r>
                      <a:r>
                        <a:rPr lang="en-US" altLang="ko-KR" sz="800" b="0" dirty="0">
                          <a:solidFill>
                            <a:schemeClr val="tx1"/>
                          </a:solidFill>
                        </a:rPr>
                        <a:t>(</a:t>
                      </a:r>
                      <a:r>
                        <a:rPr lang="ko-KR" altLang="en-US" sz="800" b="0" dirty="0" err="1">
                          <a:solidFill>
                            <a:schemeClr val="tx1"/>
                          </a:solidFill>
                        </a:rPr>
                        <a:t>채널코드</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운영</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 P</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endParaRPr lang="ko-KR" altLang="en-US" sz="80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accent6"/>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190800">
                <a:tc>
                  <a:txBody>
                    <a:bodyPr/>
                    <a:lstStyle/>
                    <a:p>
                      <a:pPr algn="ctr" latinLnBrk="1"/>
                      <a:r>
                        <a:rPr lang="en-US" altLang="ko-KR" sz="800" b="0" dirty="0">
                          <a:solidFill>
                            <a:schemeClr val="tx1"/>
                          </a:solidFill>
                        </a:rPr>
                        <a:t>19</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Test (H347)</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중지</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r" defTabSz="914400" rtl="0" eaLnBrk="1" fontAlgn="auto" latinLnBrk="1" hangingPunct="1">
                        <a:lnSpc>
                          <a:spcPct val="100000"/>
                        </a:lnSpc>
                        <a:spcBef>
                          <a:spcPts val="0"/>
                        </a:spcBef>
                        <a:spcAft>
                          <a:spcPts val="0"/>
                        </a:spcAft>
                        <a:buClrTx/>
                        <a:buSzTx/>
                        <a:buFontTx/>
                        <a:buNone/>
                        <a:tabLst/>
                        <a:defRPr/>
                      </a:pPr>
                      <a:r>
                        <a:rPr lang="en-US" altLang="ko-KR" sz="800" b="0" baseline="0" dirty="0">
                          <a:solidFill>
                            <a:schemeClr val="tx1"/>
                          </a:solidFill>
                        </a:rPr>
                        <a:t> 100 </a:t>
                      </a:r>
                      <a:r>
                        <a:rPr lang="en-US" altLang="ko-KR" sz="800" b="0" dirty="0">
                          <a:solidFill>
                            <a:schemeClr val="tx1"/>
                          </a:solidFill>
                        </a:rPr>
                        <a:t>P</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en-US" altLang="ko-KR" sz="800" dirty="0"/>
                        <a:t>Shop</a:t>
                      </a:r>
                      <a:r>
                        <a:rPr lang="en-US" altLang="ko-KR" sz="800" baseline="0" dirty="0"/>
                        <a:t> </a:t>
                      </a:r>
                      <a:r>
                        <a:rPr lang="ko-KR" altLang="en-US" sz="800" baseline="0" dirty="0"/>
                        <a:t>채널 없음</a:t>
                      </a:r>
                      <a:endParaRPr lang="ko-KR" altLang="en-US" sz="80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rgbClr val="FF0000"/>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pic>
        <p:nvPicPr>
          <p:cNvPr id="54" name="Picture 2">
            <a:extLst>
              <a:ext uri="{FF2B5EF4-FFF2-40B4-BE49-F238E27FC236}">
                <a16:creationId xmlns:a16="http://schemas.microsoft.com/office/drawing/2014/main" id="{9DBD7ABE-A358-4C58-8E88-EEA1D309F4C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287413" y="3232265"/>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aphicFrame>
        <p:nvGraphicFramePr>
          <p:cNvPr id="59" name="표 58">
            <a:extLst>
              <a:ext uri="{FF2B5EF4-FFF2-40B4-BE49-F238E27FC236}">
                <a16:creationId xmlns:a16="http://schemas.microsoft.com/office/drawing/2014/main" id="{3D52F8B6-A1CE-47CB-A10A-A310F7289AEC}"/>
              </a:ext>
            </a:extLst>
          </p:cNvPr>
          <p:cNvGraphicFramePr>
            <a:graphicFrameLocks noGrp="1"/>
          </p:cNvGraphicFramePr>
          <p:nvPr>
            <p:extLst>
              <p:ext uri="{D42A27DB-BD31-4B8C-83A1-F6EECF244321}">
                <p14:modId xmlns:p14="http://schemas.microsoft.com/office/powerpoint/2010/main" val="3186250665"/>
              </p:ext>
            </p:extLst>
          </p:nvPr>
        </p:nvGraphicFramePr>
        <p:xfrm>
          <a:off x="10171774" y="22159"/>
          <a:ext cx="1979018" cy="391771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RF-01-07-15</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포인트 현황</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내가 보유한 포인트의 잔액과 채널에서 사용 가능한 포인트의 정보를 확인하는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276575178"/>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Shop</a:t>
                      </a:r>
                      <a:r>
                        <a:rPr lang="ko-KR" altLang="en-US" sz="800" b="0" baseline="0" dirty="0">
                          <a:solidFill>
                            <a:schemeClr val="tx1"/>
                          </a:solidFill>
                        </a:rPr>
                        <a:t> 채널 목록 화면 생성</a:t>
                      </a:r>
                      <a:endParaRPr lang="en-US" altLang="ko-KR" sz="800" b="0" baseline="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RF-01-07-15-1</a:t>
                      </a:r>
                      <a:r>
                        <a:rPr lang="en-US" altLang="ko-KR" sz="800" b="0" baseline="0" dirty="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algn="l" latinLnBrk="1"/>
                      <a:r>
                        <a:rPr lang="en-US" altLang="ko-KR" sz="800" b="0" dirty="0">
                          <a:solidFill>
                            <a:schemeClr val="tx1"/>
                          </a:solidFill>
                        </a:rPr>
                        <a:t>Shop </a:t>
                      </a:r>
                      <a:r>
                        <a:rPr lang="ko-KR" altLang="en-US" sz="800" b="0" dirty="0">
                          <a:solidFill>
                            <a:schemeClr val="tx1"/>
                          </a:solidFill>
                        </a:rPr>
                        <a:t>채널이 운영 중일 경우 </a:t>
                      </a:r>
                      <a:r>
                        <a:rPr lang="en-US" altLang="ko-KR" sz="800" b="0" dirty="0">
                          <a:solidFill>
                            <a:schemeClr val="tx1"/>
                          </a:solidFill>
                        </a:rPr>
                        <a:t>Shop </a:t>
                      </a:r>
                      <a:r>
                        <a:rPr lang="ko-KR" altLang="en-US" sz="800" b="0" dirty="0">
                          <a:solidFill>
                            <a:schemeClr val="tx1"/>
                          </a:solidFill>
                        </a:rPr>
                        <a:t>채널의 포인트를 </a:t>
                      </a:r>
                      <a:r>
                        <a:rPr lang="en-US" altLang="ko-KR" sz="800" b="0" dirty="0">
                          <a:solidFill>
                            <a:schemeClr val="tx1"/>
                          </a:solidFill>
                        </a:rPr>
                        <a:t>Me9</a:t>
                      </a:r>
                      <a:r>
                        <a:rPr lang="en-US" altLang="ko-KR" sz="800" b="0" baseline="0" dirty="0">
                          <a:solidFill>
                            <a:schemeClr val="tx1"/>
                          </a:solidFill>
                        </a:rPr>
                        <a:t> </a:t>
                      </a:r>
                      <a:r>
                        <a:rPr lang="ko-KR" altLang="en-US" sz="800" b="0" baseline="0" dirty="0">
                          <a:solidFill>
                            <a:schemeClr val="tx1"/>
                          </a:solidFill>
                        </a:rPr>
                        <a:t>포인트로 전환할 수 없다</a:t>
                      </a:r>
                      <a:r>
                        <a:rPr lang="en-US" altLang="ko-KR" sz="800" b="0" baseline="0" dirty="0">
                          <a:solidFill>
                            <a:schemeClr val="tx1"/>
                          </a:solidFill>
                        </a:rPr>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클릭 시 안내 메시지가 생성되며 확인 버튼 클릭 시 </a:t>
                      </a:r>
                      <a:r>
                        <a:rPr lang="en-US" altLang="ko-KR" sz="800" b="0" dirty="0">
                          <a:solidFill>
                            <a:schemeClr val="tx1"/>
                          </a:solidFill>
                        </a:rPr>
                        <a:t>Shop </a:t>
                      </a:r>
                      <a:r>
                        <a:rPr lang="ko-KR" altLang="en-US" sz="800" b="0" dirty="0">
                          <a:solidFill>
                            <a:schemeClr val="tx1"/>
                          </a:solidFill>
                        </a:rPr>
                        <a:t>채널의 포인트가 </a:t>
                      </a:r>
                      <a:r>
                        <a:rPr lang="en-US" altLang="ko-KR" sz="800" b="0" dirty="0">
                          <a:solidFill>
                            <a:schemeClr val="tx1"/>
                          </a:solidFill>
                        </a:rPr>
                        <a:t>Me9</a:t>
                      </a:r>
                      <a:r>
                        <a:rPr lang="en-US" altLang="ko-KR" sz="800" b="0" baseline="0" dirty="0">
                          <a:solidFill>
                            <a:schemeClr val="tx1"/>
                          </a:solidFill>
                        </a:rPr>
                        <a:t> </a:t>
                      </a:r>
                      <a:r>
                        <a:rPr lang="ko-KR" altLang="en-US" sz="800" b="0" baseline="0" dirty="0">
                          <a:solidFill>
                            <a:schemeClr val="tx1"/>
                          </a:solidFill>
                        </a:rPr>
                        <a:t>포인트로 전환된다</a:t>
                      </a:r>
                      <a:r>
                        <a:rPr lang="en-US" altLang="ko-KR" sz="800" b="0" baseline="0" dirty="0">
                          <a:solidFill>
                            <a:schemeClr val="tx1"/>
                          </a:solidFill>
                        </a:rPr>
                        <a:t>.</a:t>
                      </a:r>
                      <a:br>
                        <a:rPr lang="en-US" altLang="ko-KR" sz="800" b="0" baseline="0" dirty="0">
                          <a:solidFill>
                            <a:schemeClr val="tx1"/>
                          </a:solidFill>
                        </a:rPr>
                      </a:br>
                      <a:br>
                        <a:rPr lang="en-US" altLang="ko-KR" sz="800" b="0" baseline="0" dirty="0">
                          <a:solidFill>
                            <a:schemeClr val="tx1"/>
                          </a:solidFill>
                        </a:rPr>
                      </a:br>
                      <a:r>
                        <a:rPr lang="ko-KR" altLang="en-US" sz="800" b="1" baseline="0" dirty="0">
                          <a:solidFill>
                            <a:srgbClr val="FF0000"/>
                          </a:solidFill>
                        </a:rPr>
                        <a:t>포인트 전환이 가능한 경우는 </a:t>
                      </a:r>
                      <a:r>
                        <a:rPr lang="en-US" altLang="ko-KR" sz="800" b="1" baseline="0" dirty="0">
                          <a:solidFill>
                            <a:srgbClr val="FF0000"/>
                          </a:solidFill>
                        </a:rPr>
                        <a:t>Shop</a:t>
                      </a:r>
                      <a:r>
                        <a:rPr lang="ko-KR" altLang="en-US" sz="800" b="1" baseline="0" dirty="0">
                          <a:solidFill>
                            <a:srgbClr val="FF0000"/>
                          </a:solidFill>
                        </a:rPr>
                        <a:t>채널이 운영종료를 한 경우 포인트 전환이 가능하다</a:t>
                      </a:r>
                      <a:r>
                        <a:rPr lang="en-US" altLang="ko-KR" sz="800" b="1" baseline="0" dirty="0">
                          <a:solidFill>
                            <a:srgbClr val="FF0000"/>
                          </a:solidFill>
                        </a:rPr>
                        <a:t>.</a:t>
                      </a:r>
                      <a:br>
                        <a:rPr lang="en-US" altLang="ko-KR" sz="800" b="1" baseline="0" dirty="0">
                          <a:solidFill>
                            <a:srgbClr val="FF0000"/>
                          </a:solidFill>
                        </a:rPr>
                      </a:br>
                      <a:br>
                        <a:rPr lang="en-US" altLang="ko-KR" sz="800" b="1" baseline="0" dirty="0">
                          <a:solidFill>
                            <a:srgbClr val="FF0000"/>
                          </a:solidFill>
                        </a:rPr>
                      </a:br>
                      <a:r>
                        <a:rPr lang="ko-KR" altLang="en-US" sz="800" b="1" baseline="0" dirty="0">
                          <a:solidFill>
                            <a:srgbClr val="FF0000"/>
                          </a:solidFill>
                        </a:rPr>
                        <a:t>운영종료는 </a:t>
                      </a:r>
                      <a:r>
                        <a:rPr lang="en-US" altLang="ko-KR" sz="800" b="1" baseline="0" dirty="0">
                          <a:solidFill>
                            <a:srgbClr val="FF0000"/>
                          </a:solidFill>
                        </a:rPr>
                        <a:t>Me9 </a:t>
                      </a:r>
                      <a:r>
                        <a:rPr lang="ko-KR" altLang="en-US" sz="800" b="1" baseline="0" dirty="0">
                          <a:solidFill>
                            <a:srgbClr val="FF0000"/>
                          </a:solidFill>
                        </a:rPr>
                        <a:t>총괄 관리자가 최종 승인하는 것으로 운영종료가 됩니다</a:t>
                      </a:r>
                      <a:r>
                        <a:rPr lang="en-US" altLang="ko-KR" sz="800" b="1" baseline="0" dirty="0">
                          <a:solidFill>
                            <a:srgbClr val="FF0000"/>
                          </a:solidFill>
                        </a:rPr>
                        <a:t>.</a:t>
                      </a:r>
                      <a:r>
                        <a:rPr lang="ko-KR" altLang="en-US" sz="800" b="1" baseline="0" dirty="0">
                          <a:solidFill>
                            <a:srgbClr val="FF0000"/>
                          </a:solidFill>
                        </a:rPr>
                        <a:t>  </a:t>
                      </a:r>
                      <a:endParaRPr lang="en-US" altLang="ko-KR" sz="800" b="1" dirty="0">
                        <a:solidFill>
                          <a:srgbClr val="FF0000"/>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933980461"/>
                  </a:ext>
                </a:extLst>
              </a:tr>
            </a:tbl>
          </a:graphicData>
        </a:graphic>
      </p:graphicFrame>
      <p:sp>
        <p:nvSpPr>
          <p:cNvPr id="27" name="TextBox 26">
            <a:extLst>
              <a:ext uri="{FF2B5EF4-FFF2-40B4-BE49-F238E27FC236}">
                <a16:creationId xmlns:a16="http://schemas.microsoft.com/office/drawing/2014/main" id="{70EDDAD7-CC5A-4536-8174-9E22E4B2DB9A}"/>
              </a:ext>
            </a:extLst>
          </p:cNvPr>
          <p:cNvSpPr txBox="1"/>
          <p:nvPr/>
        </p:nvSpPr>
        <p:spPr>
          <a:xfrm>
            <a:off x="1834501" y="948457"/>
            <a:ext cx="631904"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ko-KR" altLang="en-US" sz="800" b="1" dirty="0"/>
              <a:t>포인트</a:t>
            </a:r>
          </a:p>
        </p:txBody>
      </p:sp>
      <p:graphicFrame>
        <p:nvGraphicFramePr>
          <p:cNvPr id="28" name="표 27">
            <a:extLst>
              <a:ext uri="{FF2B5EF4-FFF2-40B4-BE49-F238E27FC236}">
                <a16:creationId xmlns:a16="http://schemas.microsoft.com/office/drawing/2014/main" id="{622F7717-663C-4109-AE98-00FB8B36A0C4}"/>
              </a:ext>
            </a:extLst>
          </p:cNvPr>
          <p:cNvGraphicFramePr>
            <a:graphicFrameLocks noGrp="1"/>
          </p:cNvGraphicFramePr>
          <p:nvPr>
            <p:extLst>
              <p:ext uri="{D42A27DB-BD31-4B8C-83A1-F6EECF244321}">
                <p14:modId xmlns:p14="http://schemas.microsoft.com/office/powerpoint/2010/main" val="2607279852"/>
              </p:ext>
            </p:extLst>
          </p:nvPr>
        </p:nvGraphicFramePr>
        <p:xfrm>
          <a:off x="1914895" y="1163901"/>
          <a:ext cx="4938910" cy="213360"/>
        </p:xfrm>
        <a:graphic>
          <a:graphicData uri="http://schemas.openxmlformats.org/drawingml/2006/table">
            <a:tbl>
              <a:tblPr firstRow="1" bandRow="1">
                <a:tableStyleId>{5C22544A-7EE6-4342-B048-85BDC9FD1C3A}</a:tableStyleId>
              </a:tblPr>
              <a:tblGrid>
                <a:gridCol w="819973">
                  <a:extLst>
                    <a:ext uri="{9D8B030D-6E8A-4147-A177-3AD203B41FA5}">
                      <a16:colId xmlns:a16="http://schemas.microsoft.com/office/drawing/2014/main" val="20000"/>
                    </a:ext>
                  </a:extLst>
                </a:gridCol>
                <a:gridCol w="1656963">
                  <a:extLst>
                    <a:ext uri="{9D8B030D-6E8A-4147-A177-3AD203B41FA5}">
                      <a16:colId xmlns:a16="http://schemas.microsoft.com/office/drawing/2014/main" val="20001"/>
                    </a:ext>
                  </a:extLst>
                </a:gridCol>
                <a:gridCol w="857202">
                  <a:extLst>
                    <a:ext uri="{9D8B030D-6E8A-4147-A177-3AD203B41FA5}">
                      <a16:colId xmlns:a16="http://schemas.microsoft.com/office/drawing/2014/main" val="3928038812"/>
                    </a:ext>
                  </a:extLst>
                </a:gridCol>
                <a:gridCol w="1604772">
                  <a:extLst>
                    <a:ext uri="{9D8B030D-6E8A-4147-A177-3AD203B41FA5}">
                      <a16:colId xmlns:a16="http://schemas.microsoft.com/office/drawing/2014/main" val="1221996721"/>
                    </a:ext>
                  </a:extLst>
                </a:gridCol>
              </a:tblGrid>
              <a:tr h="0">
                <a:tc>
                  <a:txBody>
                    <a:bodyPr/>
                    <a:lstStyle/>
                    <a:p>
                      <a:pPr latinLnBrk="1"/>
                      <a:r>
                        <a:rPr lang="ko-KR" altLang="en-US" sz="800" b="0" dirty="0">
                          <a:solidFill>
                            <a:schemeClr val="tx1"/>
                          </a:solidFill>
                        </a:rPr>
                        <a:t>채널 포인트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1,009 P</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Me9</a:t>
                      </a:r>
                      <a:r>
                        <a:rPr lang="en-US" altLang="ko-KR" sz="800" b="0" i="0" u="none" strike="noStrike" baseline="0" dirty="0">
                          <a:solidFill>
                            <a:schemeClr val="tx1"/>
                          </a:solidFill>
                          <a:effectLst/>
                          <a:latin typeface="+mn-lt"/>
                        </a:rPr>
                        <a:t> </a:t>
                      </a:r>
                      <a:r>
                        <a:rPr lang="ko-KR" altLang="en-US" sz="800" b="0" i="0" u="none" strike="noStrike" baseline="0" dirty="0">
                          <a:solidFill>
                            <a:schemeClr val="tx1"/>
                          </a:solidFill>
                          <a:effectLst/>
                          <a:latin typeface="+mn-lt"/>
                        </a:rPr>
                        <a:t>포인트</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300</a:t>
                      </a:r>
                      <a:r>
                        <a:rPr lang="en-US" altLang="ko-KR" sz="800" b="0" i="0" u="none" strike="noStrike" baseline="0" dirty="0">
                          <a:solidFill>
                            <a:schemeClr val="tx1"/>
                          </a:solidFill>
                          <a:effectLst/>
                          <a:latin typeface="+mn-lt"/>
                        </a:rPr>
                        <a:t> P</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sp>
        <p:nvSpPr>
          <p:cNvPr id="33" name="TextBox 32">
            <a:extLst>
              <a:ext uri="{FF2B5EF4-FFF2-40B4-BE49-F238E27FC236}">
                <a16:creationId xmlns:a16="http://schemas.microsoft.com/office/drawing/2014/main" id="{70EDDAD7-CC5A-4536-8174-9E22E4B2DB9A}"/>
              </a:ext>
            </a:extLst>
          </p:cNvPr>
          <p:cNvSpPr txBox="1"/>
          <p:nvPr/>
        </p:nvSpPr>
        <p:spPr>
          <a:xfrm>
            <a:off x="1834501" y="1894316"/>
            <a:ext cx="873957"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채널 </a:t>
            </a:r>
            <a:r>
              <a:rPr lang="ko-KR" altLang="en-US" sz="800" b="1" dirty="0"/>
              <a:t>포인트</a:t>
            </a:r>
          </a:p>
        </p:txBody>
      </p:sp>
      <p:sp>
        <p:nvSpPr>
          <p:cNvPr id="34" name="직사각형 33">
            <a:extLst>
              <a:ext uri="{FF2B5EF4-FFF2-40B4-BE49-F238E27FC236}">
                <a16:creationId xmlns:a16="http://schemas.microsoft.com/office/drawing/2014/main" id="{8FE5BC15-7C4B-4900-99E2-92CD2BAAE3A4}"/>
              </a:ext>
            </a:extLst>
          </p:cNvPr>
          <p:cNvSpPr/>
          <p:nvPr/>
        </p:nvSpPr>
        <p:spPr>
          <a:xfrm>
            <a:off x="7298423" y="2332139"/>
            <a:ext cx="464266" cy="147964"/>
          </a:xfrm>
          <a:prstGeom prst="rect">
            <a:avLst/>
          </a:prstGeom>
          <a:solidFill>
            <a:schemeClr val="accent5"/>
          </a:solidFill>
          <a:ln w="635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보기</a:t>
            </a:r>
            <a:endParaRPr lang="en-US" altLang="ko-KR" sz="700" dirty="0">
              <a:solidFill>
                <a:schemeClr val="bg1"/>
              </a:solidFill>
            </a:endParaRPr>
          </a:p>
        </p:txBody>
      </p:sp>
      <p:sp>
        <p:nvSpPr>
          <p:cNvPr id="35" name="직사각형 34">
            <a:extLst>
              <a:ext uri="{FF2B5EF4-FFF2-40B4-BE49-F238E27FC236}">
                <a16:creationId xmlns:a16="http://schemas.microsoft.com/office/drawing/2014/main" id="{8FE5BC15-7C4B-4900-99E2-92CD2BAAE3A4}"/>
              </a:ext>
            </a:extLst>
          </p:cNvPr>
          <p:cNvSpPr/>
          <p:nvPr/>
        </p:nvSpPr>
        <p:spPr>
          <a:xfrm>
            <a:off x="8604385" y="2332139"/>
            <a:ext cx="602609" cy="147964"/>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전환 불가</a:t>
            </a:r>
            <a:endParaRPr lang="en-US" altLang="ko-KR" sz="700" dirty="0">
              <a:solidFill>
                <a:schemeClr val="bg1"/>
              </a:solidFill>
            </a:endParaRPr>
          </a:p>
        </p:txBody>
      </p:sp>
      <p:sp>
        <p:nvSpPr>
          <p:cNvPr id="36" name="직사각형 35">
            <a:extLst>
              <a:ext uri="{FF2B5EF4-FFF2-40B4-BE49-F238E27FC236}">
                <a16:creationId xmlns:a16="http://schemas.microsoft.com/office/drawing/2014/main" id="{8FE5BC15-7C4B-4900-99E2-92CD2BAAE3A4}"/>
              </a:ext>
            </a:extLst>
          </p:cNvPr>
          <p:cNvSpPr/>
          <p:nvPr/>
        </p:nvSpPr>
        <p:spPr>
          <a:xfrm>
            <a:off x="8604386" y="2556602"/>
            <a:ext cx="602608" cy="136861"/>
          </a:xfrm>
          <a:prstGeom prst="rect">
            <a:avLst/>
          </a:prstGeom>
          <a:solidFill>
            <a:schemeClr val="accent6"/>
          </a:solidFill>
          <a:ln w="6350">
            <a:solidFill>
              <a:schemeClr val="accent6"/>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전환</a:t>
            </a:r>
            <a:endParaRPr lang="en-US" altLang="ko-KR" sz="700" dirty="0">
              <a:solidFill>
                <a:schemeClr val="bg1"/>
              </a:solidFill>
            </a:endParaRPr>
          </a:p>
        </p:txBody>
      </p:sp>
      <p:sp>
        <p:nvSpPr>
          <p:cNvPr id="37" name="TextBox 36">
            <a:extLst>
              <a:ext uri="{FF2B5EF4-FFF2-40B4-BE49-F238E27FC236}">
                <a16:creationId xmlns:a16="http://schemas.microsoft.com/office/drawing/2014/main" id="{8B04C1AF-DDCC-47D4-AD64-A633AAD90936}"/>
              </a:ext>
            </a:extLst>
          </p:cNvPr>
          <p:cNvSpPr txBox="1"/>
          <p:nvPr/>
        </p:nvSpPr>
        <p:spPr>
          <a:xfrm>
            <a:off x="7636693" y="2363412"/>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38" name="TextBox 37">
            <a:extLst>
              <a:ext uri="{FF2B5EF4-FFF2-40B4-BE49-F238E27FC236}">
                <a16:creationId xmlns:a16="http://schemas.microsoft.com/office/drawing/2014/main" id="{8B04C1AF-DDCC-47D4-AD64-A633AAD90936}"/>
              </a:ext>
            </a:extLst>
          </p:cNvPr>
          <p:cNvSpPr txBox="1"/>
          <p:nvPr/>
        </p:nvSpPr>
        <p:spPr>
          <a:xfrm>
            <a:off x="9161392" y="2247996"/>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48" name="Window Outer">
            <a:extLst>
              <a:ext uri="{FF2B5EF4-FFF2-40B4-BE49-F238E27FC236}">
                <a16:creationId xmlns:a16="http://schemas.microsoft.com/office/drawing/2014/main" id="{82125125-F4C5-466C-B3DB-E6A5F55042D9}"/>
              </a:ext>
            </a:extLst>
          </p:cNvPr>
          <p:cNvSpPr/>
          <p:nvPr>
            <p:custDataLst>
              <p:tags r:id="rId1"/>
            </p:custDataLst>
          </p:nvPr>
        </p:nvSpPr>
        <p:spPr>
          <a:xfrm>
            <a:off x="5860072" y="4156210"/>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sz="1000" b="1" dirty="0">
                <a:solidFill>
                  <a:schemeClr val="bg1"/>
                </a:solidFill>
                <a:latin typeface="Calibri" pitchFamily="34" charset="0"/>
                <a:cs typeface="Calibri" pitchFamily="34" charset="0"/>
              </a:rPr>
              <a:t>Confirm</a:t>
            </a:r>
          </a:p>
        </p:txBody>
      </p:sp>
      <p:sp>
        <p:nvSpPr>
          <p:cNvPr id="49" name="Window Inner">
            <a:extLst>
              <a:ext uri="{FF2B5EF4-FFF2-40B4-BE49-F238E27FC236}">
                <a16:creationId xmlns:a16="http://schemas.microsoft.com/office/drawing/2014/main" id="{CF5AD6F3-FE73-4238-823D-1124269AE25C}"/>
              </a:ext>
            </a:extLst>
          </p:cNvPr>
          <p:cNvSpPr/>
          <p:nvPr>
            <p:custDataLst>
              <p:tags r:id="rId2"/>
            </p:custDataLst>
          </p:nvPr>
        </p:nvSpPr>
        <p:spPr>
          <a:xfrm>
            <a:off x="5900288" y="4362585"/>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50" name="TextBox 49">
            <a:extLst>
              <a:ext uri="{FF2B5EF4-FFF2-40B4-BE49-F238E27FC236}">
                <a16:creationId xmlns:a16="http://schemas.microsoft.com/office/drawing/2014/main" id="{613F2A17-4A9B-464E-A047-8D8E55CE7F79}"/>
              </a:ext>
            </a:extLst>
          </p:cNvPr>
          <p:cNvSpPr txBox="1"/>
          <p:nvPr/>
        </p:nvSpPr>
        <p:spPr>
          <a:xfrm>
            <a:off x="6545688" y="4616567"/>
            <a:ext cx="2182008" cy="276999"/>
          </a:xfrm>
          <a:prstGeom prst="rect">
            <a:avLst/>
          </a:prstGeom>
          <a:noFill/>
        </p:spPr>
        <p:txBody>
          <a:bodyPr wrap="none" rtlCol="0">
            <a:spAutoFit/>
          </a:bodyPr>
          <a:lstStyle/>
          <a:p>
            <a:pPr algn="ctr">
              <a:lnSpc>
                <a:spcPct val="150000"/>
              </a:lnSpc>
            </a:pPr>
            <a:r>
              <a:rPr lang="en-US" altLang="ko-KR" sz="800" dirty="0">
                <a:latin typeface="+mn-ea"/>
              </a:rPr>
              <a:t>100 P </a:t>
            </a:r>
            <a:r>
              <a:rPr lang="ko-KR" altLang="en-US" sz="800" dirty="0">
                <a:latin typeface="+mn-ea"/>
              </a:rPr>
              <a:t>를 </a:t>
            </a:r>
            <a:r>
              <a:rPr lang="en-US" altLang="ko-KR" sz="800" dirty="0">
                <a:latin typeface="+mn-ea"/>
              </a:rPr>
              <a:t>Me9 </a:t>
            </a:r>
            <a:r>
              <a:rPr lang="ko-KR" altLang="en-US" sz="800" dirty="0">
                <a:latin typeface="+mn-ea"/>
              </a:rPr>
              <a:t>포인트로 전환하시겠습니까</a:t>
            </a:r>
            <a:r>
              <a:rPr lang="en-US" altLang="ko-KR" sz="800" dirty="0">
                <a:latin typeface="+mn-ea"/>
              </a:rPr>
              <a:t>?</a:t>
            </a:r>
            <a:endParaRPr lang="ko-KR" altLang="en-US" sz="800" dirty="0">
              <a:latin typeface="+mn-ea"/>
            </a:endParaRPr>
          </a:p>
        </p:txBody>
      </p:sp>
      <p:sp>
        <p:nvSpPr>
          <p:cNvPr id="51" name="직사각형 50">
            <a:extLst>
              <a:ext uri="{FF2B5EF4-FFF2-40B4-BE49-F238E27FC236}">
                <a16:creationId xmlns:a16="http://schemas.microsoft.com/office/drawing/2014/main" id="{E4585A2F-81A4-4B68-A425-54CDC8AEAE94}"/>
              </a:ext>
            </a:extLst>
          </p:cNvPr>
          <p:cNvSpPr/>
          <p:nvPr/>
        </p:nvSpPr>
        <p:spPr>
          <a:xfrm>
            <a:off x="7663684" y="5148080"/>
            <a:ext cx="632460" cy="273050"/>
          </a:xfrm>
          <a:prstGeom prst="rect">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취소</a:t>
            </a:r>
          </a:p>
        </p:txBody>
      </p:sp>
      <p:sp>
        <p:nvSpPr>
          <p:cNvPr id="52" name="직사각형 51">
            <a:extLst>
              <a:ext uri="{FF2B5EF4-FFF2-40B4-BE49-F238E27FC236}">
                <a16:creationId xmlns:a16="http://schemas.microsoft.com/office/drawing/2014/main" id="{1A65CA5D-C94B-4AF9-921F-94F211665E33}"/>
              </a:ext>
            </a:extLst>
          </p:cNvPr>
          <p:cNvSpPr/>
          <p:nvPr/>
        </p:nvSpPr>
        <p:spPr>
          <a:xfrm>
            <a:off x="6971534" y="5149350"/>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53" name="타원 52">
            <a:extLst>
              <a:ext uri="{FF2B5EF4-FFF2-40B4-BE49-F238E27FC236}">
                <a16:creationId xmlns:a16="http://schemas.microsoft.com/office/drawing/2014/main" id="{18FCB215-04BB-46B5-AC9A-84D2D7F2AAED}"/>
              </a:ext>
            </a:extLst>
          </p:cNvPr>
          <p:cNvSpPr/>
          <p:nvPr/>
        </p:nvSpPr>
        <p:spPr>
          <a:xfrm>
            <a:off x="8439325" y="2495284"/>
            <a:ext cx="974060" cy="267659"/>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55" name="직선 화살표 연결선 54">
            <a:extLst>
              <a:ext uri="{FF2B5EF4-FFF2-40B4-BE49-F238E27FC236}">
                <a16:creationId xmlns:a16="http://schemas.microsoft.com/office/drawing/2014/main" id="{EA200D40-E155-4B37-833C-2DFFAEDB3F72}"/>
              </a:ext>
            </a:extLst>
          </p:cNvPr>
          <p:cNvCxnSpPr>
            <a:cxnSpLocks/>
            <a:stCxn id="53" idx="4"/>
            <a:endCxn id="48" idx="0"/>
          </p:cNvCxnSpPr>
          <p:nvPr/>
        </p:nvCxnSpPr>
        <p:spPr>
          <a:xfrm flipH="1">
            <a:off x="7641988" y="2762943"/>
            <a:ext cx="1284367" cy="1393267"/>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42" name="TextBox 41">
            <a:extLst>
              <a:ext uri="{FF2B5EF4-FFF2-40B4-BE49-F238E27FC236}">
                <a16:creationId xmlns:a16="http://schemas.microsoft.com/office/drawing/2014/main" id="{8B04C1AF-DDCC-47D4-AD64-A633AAD90936}"/>
              </a:ext>
            </a:extLst>
          </p:cNvPr>
          <p:cNvSpPr txBox="1"/>
          <p:nvPr/>
        </p:nvSpPr>
        <p:spPr>
          <a:xfrm>
            <a:off x="9161392" y="2594244"/>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Tree>
    <p:extLst>
      <p:ext uri="{BB962C8B-B14F-4D97-AF65-F5344CB8AC3E}">
        <p14:creationId xmlns:p14="http://schemas.microsoft.com/office/powerpoint/2010/main" val="1567349593"/>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2" name="표 31">
            <a:extLst>
              <a:ext uri="{FF2B5EF4-FFF2-40B4-BE49-F238E27FC236}">
                <a16:creationId xmlns:a16="http://schemas.microsoft.com/office/drawing/2014/main" id="{67B3B92E-E588-41D0-B091-947E6CDFF24B}"/>
              </a:ext>
            </a:extLst>
          </p:cNvPr>
          <p:cNvGraphicFramePr>
            <a:graphicFrameLocks noGrp="1"/>
          </p:cNvGraphicFramePr>
          <p:nvPr/>
        </p:nvGraphicFramePr>
        <p:xfrm>
          <a:off x="1914895" y="2107676"/>
          <a:ext cx="7589832" cy="624840"/>
        </p:xfrm>
        <a:graphic>
          <a:graphicData uri="http://schemas.openxmlformats.org/drawingml/2006/table">
            <a:tbl>
              <a:tblPr firstRow="1" bandRow="1">
                <a:tableStyleId>{5C22544A-7EE6-4342-B048-85BDC9FD1C3A}</a:tableStyleId>
              </a:tblPr>
              <a:tblGrid>
                <a:gridCol w="573886">
                  <a:extLst>
                    <a:ext uri="{9D8B030D-6E8A-4147-A177-3AD203B41FA5}">
                      <a16:colId xmlns:a16="http://schemas.microsoft.com/office/drawing/2014/main" val="20000"/>
                    </a:ext>
                  </a:extLst>
                </a:gridCol>
                <a:gridCol w="2402001">
                  <a:extLst>
                    <a:ext uri="{9D8B030D-6E8A-4147-A177-3AD203B41FA5}">
                      <a16:colId xmlns:a16="http://schemas.microsoft.com/office/drawing/2014/main" val="20001"/>
                    </a:ext>
                  </a:extLst>
                </a:gridCol>
                <a:gridCol w="604007">
                  <a:extLst>
                    <a:ext uri="{9D8B030D-6E8A-4147-A177-3AD203B41FA5}">
                      <a16:colId xmlns:a16="http://schemas.microsoft.com/office/drawing/2014/main" val="20003"/>
                    </a:ext>
                  </a:extLst>
                </a:gridCol>
                <a:gridCol w="1351587">
                  <a:extLst>
                    <a:ext uri="{9D8B030D-6E8A-4147-A177-3AD203B41FA5}">
                      <a16:colId xmlns:a16="http://schemas.microsoft.com/office/drawing/2014/main" val="1373047276"/>
                    </a:ext>
                  </a:extLst>
                </a:gridCol>
                <a:gridCol w="1467114">
                  <a:extLst>
                    <a:ext uri="{9D8B030D-6E8A-4147-A177-3AD203B41FA5}">
                      <a16:colId xmlns:a16="http://schemas.microsoft.com/office/drawing/2014/main" val="20009"/>
                    </a:ext>
                  </a:extLst>
                </a:gridCol>
                <a:gridCol w="1191237">
                  <a:extLst>
                    <a:ext uri="{9D8B030D-6E8A-4147-A177-3AD203B41FA5}">
                      <a16:colId xmlns:a16="http://schemas.microsoft.com/office/drawing/2014/main" val="2179269706"/>
                    </a:ext>
                  </a:extLst>
                </a:gridCol>
              </a:tblGrid>
              <a:tr h="163001">
                <a:tc>
                  <a:txBody>
                    <a:bodyPr/>
                    <a:lstStyle/>
                    <a:p>
                      <a:pPr algn="ctr" latinLnBrk="1"/>
                      <a:r>
                        <a:rPr lang="en-US" altLang="ko-KR" sz="700" b="0" dirty="0">
                          <a:solidFill>
                            <a:schemeClr val="tx1"/>
                          </a:solidFill>
                        </a:rPr>
                        <a:t>No</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판매자 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700" b="0" dirty="0">
                          <a:solidFill>
                            <a:schemeClr val="tx1"/>
                          </a:solidFill>
                        </a:rPr>
                        <a:t>사용 가능 포인트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사용 가능 </a:t>
                      </a:r>
                      <a:r>
                        <a:rPr lang="en-US" altLang="ko-KR" sz="700" b="0" dirty="0">
                          <a:solidFill>
                            <a:schemeClr val="tx1"/>
                          </a:solidFill>
                        </a:rPr>
                        <a:t>Shop </a:t>
                      </a:r>
                      <a:r>
                        <a:rPr lang="ko-KR" altLang="en-US" sz="700" b="0" dirty="0">
                          <a:solidFill>
                            <a:schemeClr val="tx1"/>
                          </a:solidFill>
                        </a:rPr>
                        <a:t>채널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포인트 전환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190800">
                <a:tc>
                  <a:txBody>
                    <a:bodyPr/>
                    <a:lstStyle/>
                    <a:p>
                      <a:pPr algn="ctr" latinLnBrk="1"/>
                      <a:r>
                        <a:rPr lang="en-US" altLang="ko-KR" sz="800" b="0" dirty="0">
                          <a:solidFill>
                            <a:schemeClr val="tx1"/>
                          </a:solidFill>
                        </a:rPr>
                        <a:t>20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회원사 명 </a:t>
                      </a:r>
                      <a:r>
                        <a:rPr lang="en-US" altLang="ko-KR" sz="800" b="0" dirty="0">
                          <a:solidFill>
                            <a:schemeClr val="tx1"/>
                          </a:solidFill>
                        </a:rPr>
                        <a:t>(</a:t>
                      </a:r>
                      <a:r>
                        <a:rPr lang="ko-KR" altLang="en-US" sz="800" b="0" dirty="0" err="1">
                          <a:solidFill>
                            <a:schemeClr val="tx1"/>
                          </a:solidFill>
                        </a:rPr>
                        <a:t>채널코드</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운영</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 P</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endParaRPr lang="ko-KR" altLang="en-US" sz="80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chemeClr val="accent6"/>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190800">
                <a:tc>
                  <a:txBody>
                    <a:bodyPr/>
                    <a:lstStyle/>
                    <a:p>
                      <a:pPr algn="ctr" latinLnBrk="1"/>
                      <a:r>
                        <a:rPr lang="en-US" altLang="ko-KR" sz="800" b="0" dirty="0">
                          <a:solidFill>
                            <a:schemeClr val="tx1"/>
                          </a:solidFill>
                        </a:rPr>
                        <a:t>19</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Test (H347)</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중지</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r" defTabSz="914400" rtl="0" eaLnBrk="1" fontAlgn="auto" latinLnBrk="1" hangingPunct="1">
                        <a:lnSpc>
                          <a:spcPct val="100000"/>
                        </a:lnSpc>
                        <a:spcBef>
                          <a:spcPts val="0"/>
                        </a:spcBef>
                        <a:spcAft>
                          <a:spcPts val="0"/>
                        </a:spcAft>
                        <a:buClrTx/>
                        <a:buSzTx/>
                        <a:buFontTx/>
                        <a:buNone/>
                        <a:tabLst/>
                        <a:defRPr/>
                      </a:pPr>
                      <a:r>
                        <a:rPr lang="en-US" altLang="ko-KR" sz="800" b="0" baseline="0" dirty="0">
                          <a:solidFill>
                            <a:schemeClr val="tx1"/>
                          </a:solidFill>
                        </a:rPr>
                        <a:t> 100 </a:t>
                      </a:r>
                      <a:r>
                        <a:rPr lang="en-US" altLang="ko-KR" sz="800" b="0" dirty="0">
                          <a:solidFill>
                            <a:schemeClr val="tx1"/>
                          </a:solidFill>
                        </a:rPr>
                        <a:t>P</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en-US" altLang="ko-KR" sz="800" dirty="0"/>
                        <a:t>Shop</a:t>
                      </a:r>
                      <a:r>
                        <a:rPr lang="en-US" altLang="ko-KR" sz="800" baseline="0" dirty="0"/>
                        <a:t> </a:t>
                      </a:r>
                      <a:r>
                        <a:rPr lang="ko-KR" altLang="en-US" sz="800" baseline="0" dirty="0"/>
                        <a:t>채널 없음</a:t>
                      </a:r>
                      <a:endParaRPr lang="ko-KR" altLang="en-US" sz="80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ko-KR" altLang="en-US" sz="800" b="0" dirty="0">
                        <a:solidFill>
                          <a:srgbClr val="FF0000"/>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pic>
        <p:nvPicPr>
          <p:cNvPr id="54" name="Picture 2">
            <a:extLst>
              <a:ext uri="{FF2B5EF4-FFF2-40B4-BE49-F238E27FC236}">
                <a16:creationId xmlns:a16="http://schemas.microsoft.com/office/drawing/2014/main" id="{9DBD7ABE-A358-4C58-8E88-EEA1D309F4C4}"/>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287413" y="3232265"/>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aphicFrame>
        <p:nvGraphicFramePr>
          <p:cNvPr id="59" name="표 58">
            <a:extLst>
              <a:ext uri="{FF2B5EF4-FFF2-40B4-BE49-F238E27FC236}">
                <a16:creationId xmlns:a16="http://schemas.microsoft.com/office/drawing/2014/main" id="{3D52F8B6-A1CE-47CB-A10A-A310F7289AEC}"/>
              </a:ext>
            </a:extLst>
          </p:cNvPr>
          <p:cNvGraphicFramePr>
            <a:graphicFrameLocks noGrp="1"/>
          </p:cNvGraphicFramePr>
          <p:nvPr>
            <p:extLst>
              <p:ext uri="{D42A27DB-BD31-4B8C-83A1-F6EECF244321}">
                <p14:modId xmlns:p14="http://schemas.microsoft.com/office/powerpoint/2010/main" val="814564915"/>
              </p:ext>
            </p:extLst>
          </p:nvPr>
        </p:nvGraphicFramePr>
        <p:xfrm>
          <a:off x="10171774" y="22159"/>
          <a:ext cx="1979018" cy="211939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RF-01-07-15-1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포인트 현황 </a:t>
                      </a:r>
                      <a:r>
                        <a:rPr lang="en-US" altLang="ko-KR" sz="800" dirty="0"/>
                        <a:t>&gt; </a:t>
                      </a:r>
                      <a:r>
                        <a:rPr lang="ko-KR" altLang="en-US" sz="800" dirty="0"/>
                        <a:t>보기</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회원사가 운영하는 </a:t>
                      </a:r>
                      <a:r>
                        <a:rPr lang="en-US" altLang="ko-KR" sz="800" dirty="0"/>
                        <a:t>Shop</a:t>
                      </a:r>
                      <a:r>
                        <a:rPr lang="ko-KR" altLang="en-US" sz="800" baseline="0" dirty="0"/>
                        <a:t> 채널 목록이 표시되는 화면</a:t>
                      </a:r>
                      <a:endParaRPr lang="ko-KR" altLang="en-US" sz="800" dirty="0"/>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276575178"/>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클릭 시 </a:t>
                      </a:r>
                      <a:r>
                        <a:rPr lang="en-US" altLang="ko-KR" sz="800" dirty="0"/>
                        <a:t>QR</a:t>
                      </a:r>
                      <a:r>
                        <a:rPr lang="en-US" altLang="ko-KR" sz="800" baseline="0" dirty="0"/>
                        <a:t> </a:t>
                      </a:r>
                      <a:r>
                        <a:rPr lang="ko-KR" altLang="en-US" sz="800" baseline="0" dirty="0"/>
                        <a:t>코드가 확대되어 생성된다</a:t>
                      </a:r>
                      <a:r>
                        <a:rPr lang="en-US" altLang="ko-KR" sz="800" baseline="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해당 </a:t>
                      </a:r>
                      <a:r>
                        <a:rPr lang="en-US" altLang="ko-KR" sz="800" b="0" dirty="0">
                          <a:solidFill>
                            <a:schemeClr val="tx1"/>
                          </a:solidFill>
                        </a:rPr>
                        <a:t>Shop </a:t>
                      </a:r>
                      <a:r>
                        <a:rPr lang="ko-KR" altLang="en-US" sz="800" b="0" dirty="0">
                          <a:solidFill>
                            <a:schemeClr val="tx1"/>
                          </a:solidFill>
                        </a:rPr>
                        <a:t>채널 </a:t>
                      </a:r>
                      <a:r>
                        <a:rPr lang="ko-KR" altLang="en-US" sz="800" b="0" dirty="0" err="1">
                          <a:solidFill>
                            <a:schemeClr val="tx1"/>
                          </a:solidFill>
                        </a:rPr>
                        <a:t>메인으로</a:t>
                      </a:r>
                      <a:r>
                        <a:rPr lang="ko-KR" altLang="en-US" sz="800" b="0" dirty="0">
                          <a:solidFill>
                            <a:schemeClr val="tx1"/>
                          </a:solidFill>
                        </a:rPr>
                        <a:t> 이동한다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bl>
          </a:graphicData>
        </a:graphic>
      </p:graphicFrame>
      <p:sp>
        <p:nvSpPr>
          <p:cNvPr id="27" name="TextBox 26">
            <a:extLst>
              <a:ext uri="{FF2B5EF4-FFF2-40B4-BE49-F238E27FC236}">
                <a16:creationId xmlns:a16="http://schemas.microsoft.com/office/drawing/2014/main" id="{70EDDAD7-CC5A-4536-8174-9E22E4B2DB9A}"/>
              </a:ext>
            </a:extLst>
          </p:cNvPr>
          <p:cNvSpPr txBox="1"/>
          <p:nvPr/>
        </p:nvSpPr>
        <p:spPr>
          <a:xfrm>
            <a:off x="1834501" y="948457"/>
            <a:ext cx="631904"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ko-KR" altLang="en-US" sz="800" b="1" dirty="0"/>
              <a:t>포인트</a:t>
            </a:r>
          </a:p>
        </p:txBody>
      </p:sp>
      <p:graphicFrame>
        <p:nvGraphicFramePr>
          <p:cNvPr id="28" name="표 27">
            <a:extLst>
              <a:ext uri="{FF2B5EF4-FFF2-40B4-BE49-F238E27FC236}">
                <a16:creationId xmlns:a16="http://schemas.microsoft.com/office/drawing/2014/main" id="{622F7717-663C-4109-AE98-00FB8B36A0C4}"/>
              </a:ext>
            </a:extLst>
          </p:cNvPr>
          <p:cNvGraphicFramePr>
            <a:graphicFrameLocks noGrp="1"/>
          </p:cNvGraphicFramePr>
          <p:nvPr/>
        </p:nvGraphicFramePr>
        <p:xfrm>
          <a:off x="1914895" y="1163901"/>
          <a:ext cx="4938910" cy="213360"/>
        </p:xfrm>
        <a:graphic>
          <a:graphicData uri="http://schemas.openxmlformats.org/drawingml/2006/table">
            <a:tbl>
              <a:tblPr firstRow="1" bandRow="1">
                <a:tableStyleId>{5C22544A-7EE6-4342-B048-85BDC9FD1C3A}</a:tableStyleId>
              </a:tblPr>
              <a:tblGrid>
                <a:gridCol w="819973">
                  <a:extLst>
                    <a:ext uri="{9D8B030D-6E8A-4147-A177-3AD203B41FA5}">
                      <a16:colId xmlns:a16="http://schemas.microsoft.com/office/drawing/2014/main" val="20000"/>
                    </a:ext>
                  </a:extLst>
                </a:gridCol>
                <a:gridCol w="1656963">
                  <a:extLst>
                    <a:ext uri="{9D8B030D-6E8A-4147-A177-3AD203B41FA5}">
                      <a16:colId xmlns:a16="http://schemas.microsoft.com/office/drawing/2014/main" val="20001"/>
                    </a:ext>
                  </a:extLst>
                </a:gridCol>
                <a:gridCol w="857202">
                  <a:extLst>
                    <a:ext uri="{9D8B030D-6E8A-4147-A177-3AD203B41FA5}">
                      <a16:colId xmlns:a16="http://schemas.microsoft.com/office/drawing/2014/main" val="3928038812"/>
                    </a:ext>
                  </a:extLst>
                </a:gridCol>
                <a:gridCol w="1604772">
                  <a:extLst>
                    <a:ext uri="{9D8B030D-6E8A-4147-A177-3AD203B41FA5}">
                      <a16:colId xmlns:a16="http://schemas.microsoft.com/office/drawing/2014/main" val="1221996721"/>
                    </a:ext>
                  </a:extLst>
                </a:gridCol>
              </a:tblGrid>
              <a:tr h="0">
                <a:tc>
                  <a:txBody>
                    <a:bodyPr/>
                    <a:lstStyle/>
                    <a:p>
                      <a:pPr latinLnBrk="1"/>
                      <a:r>
                        <a:rPr lang="ko-KR" altLang="en-US" sz="800" b="0" dirty="0">
                          <a:solidFill>
                            <a:schemeClr val="tx1"/>
                          </a:solidFill>
                        </a:rPr>
                        <a:t>채널 포인트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1,009 P</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Me9</a:t>
                      </a:r>
                      <a:r>
                        <a:rPr lang="en-US" altLang="ko-KR" sz="800" b="0" i="0" u="none" strike="noStrike" baseline="0" dirty="0">
                          <a:solidFill>
                            <a:schemeClr val="tx1"/>
                          </a:solidFill>
                          <a:effectLst/>
                          <a:latin typeface="+mn-lt"/>
                        </a:rPr>
                        <a:t> </a:t>
                      </a:r>
                      <a:r>
                        <a:rPr lang="ko-KR" altLang="en-US" sz="800" b="0" i="0" u="none" strike="noStrike" baseline="0" dirty="0">
                          <a:solidFill>
                            <a:schemeClr val="tx1"/>
                          </a:solidFill>
                          <a:effectLst/>
                          <a:latin typeface="+mn-lt"/>
                        </a:rPr>
                        <a:t>포인트</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300</a:t>
                      </a:r>
                      <a:r>
                        <a:rPr lang="en-US" altLang="ko-KR" sz="800" b="0" i="0" u="none" strike="noStrike" baseline="0" dirty="0">
                          <a:solidFill>
                            <a:schemeClr val="tx1"/>
                          </a:solidFill>
                          <a:effectLst/>
                          <a:latin typeface="+mn-lt"/>
                        </a:rPr>
                        <a:t> P</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sp>
        <p:nvSpPr>
          <p:cNvPr id="33" name="TextBox 32">
            <a:extLst>
              <a:ext uri="{FF2B5EF4-FFF2-40B4-BE49-F238E27FC236}">
                <a16:creationId xmlns:a16="http://schemas.microsoft.com/office/drawing/2014/main" id="{70EDDAD7-CC5A-4536-8174-9E22E4B2DB9A}"/>
              </a:ext>
            </a:extLst>
          </p:cNvPr>
          <p:cNvSpPr txBox="1"/>
          <p:nvPr/>
        </p:nvSpPr>
        <p:spPr>
          <a:xfrm>
            <a:off x="1834501" y="1894316"/>
            <a:ext cx="873957"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채널 </a:t>
            </a:r>
            <a:r>
              <a:rPr lang="ko-KR" altLang="en-US" sz="800" b="1" dirty="0"/>
              <a:t>포인트</a:t>
            </a:r>
          </a:p>
        </p:txBody>
      </p:sp>
      <p:sp>
        <p:nvSpPr>
          <p:cNvPr id="34" name="직사각형 33">
            <a:extLst>
              <a:ext uri="{FF2B5EF4-FFF2-40B4-BE49-F238E27FC236}">
                <a16:creationId xmlns:a16="http://schemas.microsoft.com/office/drawing/2014/main" id="{8FE5BC15-7C4B-4900-99E2-92CD2BAAE3A4}"/>
              </a:ext>
            </a:extLst>
          </p:cNvPr>
          <p:cNvSpPr/>
          <p:nvPr/>
        </p:nvSpPr>
        <p:spPr>
          <a:xfrm>
            <a:off x="7298423" y="2332139"/>
            <a:ext cx="464266" cy="147964"/>
          </a:xfrm>
          <a:prstGeom prst="rect">
            <a:avLst/>
          </a:prstGeom>
          <a:solidFill>
            <a:schemeClr val="accent5"/>
          </a:solidFill>
          <a:ln w="635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보기</a:t>
            </a:r>
            <a:endParaRPr lang="en-US" altLang="ko-KR" sz="700" dirty="0">
              <a:solidFill>
                <a:schemeClr val="bg1"/>
              </a:solidFill>
            </a:endParaRPr>
          </a:p>
        </p:txBody>
      </p:sp>
      <p:sp>
        <p:nvSpPr>
          <p:cNvPr id="35" name="직사각형 34">
            <a:extLst>
              <a:ext uri="{FF2B5EF4-FFF2-40B4-BE49-F238E27FC236}">
                <a16:creationId xmlns:a16="http://schemas.microsoft.com/office/drawing/2014/main" id="{8FE5BC15-7C4B-4900-99E2-92CD2BAAE3A4}"/>
              </a:ext>
            </a:extLst>
          </p:cNvPr>
          <p:cNvSpPr/>
          <p:nvPr/>
        </p:nvSpPr>
        <p:spPr>
          <a:xfrm>
            <a:off x="8604385" y="2332139"/>
            <a:ext cx="602609" cy="147964"/>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전환 불가</a:t>
            </a:r>
            <a:endParaRPr lang="en-US" altLang="ko-KR" sz="700" dirty="0">
              <a:solidFill>
                <a:schemeClr val="bg1"/>
              </a:solidFill>
            </a:endParaRPr>
          </a:p>
        </p:txBody>
      </p:sp>
      <p:sp>
        <p:nvSpPr>
          <p:cNvPr id="36" name="직사각형 35">
            <a:extLst>
              <a:ext uri="{FF2B5EF4-FFF2-40B4-BE49-F238E27FC236}">
                <a16:creationId xmlns:a16="http://schemas.microsoft.com/office/drawing/2014/main" id="{8FE5BC15-7C4B-4900-99E2-92CD2BAAE3A4}"/>
              </a:ext>
            </a:extLst>
          </p:cNvPr>
          <p:cNvSpPr/>
          <p:nvPr/>
        </p:nvSpPr>
        <p:spPr>
          <a:xfrm>
            <a:off x="8604386" y="2556602"/>
            <a:ext cx="602608" cy="136861"/>
          </a:xfrm>
          <a:prstGeom prst="rect">
            <a:avLst/>
          </a:prstGeom>
          <a:solidFill>
            <a:schemeClr val="accent6"/>
          </a:solidFill>
          <a:ln w="6350">
            <a:solidFill>
              <a:schemeClr val="accent6"/>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전환</a:t>
            </a:r>
            <a:endParaRPr lang="en-US" altLang="ko-KR" sz="700" dirty="0">
              <a:solidFill>
                <a:schemeClr val="bg1"/>
              </a:solidFill>
            </a:endParaRPr>
          </a:p>
        </p:txBody>
      </p:sp>
      <p:sp>
        <p:nvSpPr>
          <p:cNvPr id="53" name="타원 52">
            <a:extLst>
              <a:ext uri="{FF2B5EF4-FFF2-40B4-BE49-F238E27FC236}">
                <a16:creationId xmlns:a16="http://schemas.microsoft.com/office/drawing/2014/main" id="{18FCB215-04BB-46B5-AC9A-84D2D7F2AAED}"/>
              </a:ext>
            </a:extLst>
          </p:cNvPr>
          <p:cNvSpPr/>
          <p:nvPr/>
        </p:nvSpPr>
        <p:spPr>
          <a:xfrm>
            <a:off x="7136420" y="2272291"/>
            <a:ext cx="740375" cy="267659"/>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 name="직사각형 20">
            <a:extLst>
              <a:ext uri="{FF2B5EF4-FFF2-40B4-BE49-F238E27FC236}">
                <a16:creationId xmlns:a16="http://schemas.microsoft.com/office/drawing/2014/main" id="{DA9BA910-6349-4F48-BAD7-9C05034ADDD1}"/>
              </a:ext>
            </a:extLst>
          </p:cNvPr>
          <p:cNvSpPr/>
          <p:nvPr/>
        </p:nvSpPr>
        <p:spPr>
          <a:xfrm>
            <a:off x="796954" y="948457"/>
            <a:ext cx="5834422" cy="3581598"/>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22" name="TextBox 21">
            <a:extLst>
              <a:ext uri="{FF2B5EF4-FFF2-40B4-BE49-F238E27FC236}">
                <a16:creationId xmlns:a16="http://schemas.microsoft.com/office/drawing/2014/main" id="{82BB5A97-3354-4A7F-B96B-221B66B5DA67}"/>
              </a:ext>
            </a:extLst>
          </p:cNvPr>
          <p:cNvSpPr txBox="1"/>
          <p:nvPr/>
        </p:nvSpPr>
        <p:spPr>
          <a:xfrm>
            <a:off x="857625" y="1064267"/>
            <a:ext cx="1162498"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a:t>
            </a:r>
            <a:r>
              <a:rPr lang="en-US" altLang="ko-KR" sz="900" b="1" dirty="0">
                <a:latin typeface="맑은 고딕" panose="020B0503020000020004" pitchFamily="50" charset="-127"/>
                <a:ea typeface="맑은 고딕" panose="020B0503020000020004" pitchFamily="50" charset="-127"/>
              </a:rPr>
              <a:t>Shop </a:t>
            </a:r>
            <a:r>
              <a:rPr lang="ko-KR" altLang="en-US" sz="900" b="1" dirty="0">
                <a:latin typeface="맑은 고딕" panose="020B0503020000020004" pitchFamily="50" charset="-127"/>
                <a:ea typeface="맑은 고딕" panose="020B0503020000020004" pitchFamily="50" charset="-127"/>
              </a:rPr>
              <a:t>채널 목록</a:t>
            </a:r>
            <a:endParaRPr lang="ko-KR" altLang="en-US" sz="900" dirty="0"/>
          </a:p>
        </p:txBody>
      </p:sp>
      <p:grpSp>
        <p:nvGrpSpPr>
          <p:cNvPr id="25" name="Image">
            <a:extLst>
              <a:ext uri="{FF2B5EF4-FFF2-40B4-BE49-F238E27FC236}">
                <a16:creationId xmlns:a16="http://schemas.microsoft.com/office/drawing/2014/main" id="{7A9307DB-C6A2-47D5-BC97-B4B70869A787}"/>
              </a:ext>
            </a:extLst>
          </p:cNvPr>
          <p:cNvGrpSpPr>
            <a:grpSpLocks/>
          </p:cNvGrpSpPr>
          <p:nvPr/>
        </p:nvGrpSpPr>
        <p:grpSpPr bwMode="auto">
          <a:xfrm>
            <a:off x="6281617" y="1068524"/>
            <a:ext cx="204716" cy="209797"/>
            <a:chOff x="508000" y="1397000"/>
            <a:chExt cx="1008112" cy="1008112"/>
          </a:xfrm>
        </p:grpSpPr>
        <p:sp>
          <p:nvSpPr>
            <p:cNvPr id="26" name="Border">
              <a:extLst>
                <a:ext uri="{FF2B5EF4-FFF2-40B4-BE49-F238E27FC236}">
                  <a16:creationId xmlns:a16="http://schemas.microsoft.com/office/drawing/2014/main" id="{5BDF002F-6663-4AFC-BE0E-C81E9CC1C071}"/>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9" name="Line 2">
              <a:extLst>
                <a:ext uri="{FF2B5EF4-FFF2-40B4-BE49-F238E27FC236}">
                  <a16:creationId xmlns:a16="http://schemas.microsoft.com/office/drawing/2014/main" id="{4D2BA593-4006-45FC-B14C-9FD36ADC8EB3}"/>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0" name="Line 1">
              <a:extLst>
                <a:ext uri="{FF2B5EF4-FFF2-40B4-BE49-F238E27FC236}">
                  <a16:creationId xmlns:a16="http://schemas.microsoft.com/office/drawing/2014/main" id="{450C4853-A9A3-4FCE-AAE1-377FC23F280E}"/>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31" name="직사각형 30">
            <a:extLst>
              <a:ext uri="{FF2B5EF4-FFF2-40B4-BE49-F238E27FC236}">
                <a16:creationId xmlns:a16="http://schemas.microsoft.com/office/drawing/2014/main" id="{C6B9103B-78B2-4A03-873D-0CE1676B2FAF}"/>
              </a:ext>
            </a:extLst>
          </p:cNvPr>
          <p:cNvSpPr/>
          <p:nvPr/>
        </p:nvSpPr>
        <p:spPr>
          <a:xfrm>
            <a:off x="3268357" y="4142629"/>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창닫기</a:t>
            </a:r>
            <a:endParaRPr lang="en-US" altLang="ko-KR" sz="800" dirty="0">
              <a:solidFill>
                <a:schemeClr val="bg1"/>
              </a:solidFill>
            </a:endParaRPr>
          </a:p>
        </p:txBody>
      </p:sp>
      <p:cxnSp>
        <p:nvCxnSpPr>
          <p:cNvPr id="55" name="직선 화살표 연결선 54">
            <a:extLst>
              <a:ext uri="{FF2B5EF4-FFF2-40B4-BE49-F238E27FC236}">
                <a16:creationId xmlns:a16="http://schemas.microsoft.com/office/drawing/2014/main" id="{EA200D40-E155-4B37-833C-2DFFAEDB3F72}"/>
              </a:ext>
            </a:extLst>
          </p:cNvPr>
          <p:cNvCxnSpPr>
            <a:cxnSpLocks/>
            <a:stCxn id="53" idx="2"/>
          </p:cNvCxnSpPr>
          <p:nvPr/>
        </p:nvCxnSpPr>
        <p:spPr>
          <a:xfrm flipH="1" flipV="1">
            <a:off x="6383975" y="2406120"/>
            <a:ext cx="752445" cy="1"/>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46" name="표 45">
            <a:extLst>
              <a:ext uri="{FF2B5EF4-FFF2-40B4-BE49-F238E27FC236}">
                <a16:creationId xmlns:a16="http://schemas.microsoft.com/office/drawing/2014/main" id="{67B3B92E-E588-41D0-B091-947E6CDFF24B}"/>
              </a:ext>
            </a:extLst>
          </p:cNvPr>
          <p:cNvGraphicFramePr>
            <a:graphicFrameLocks noGrp="1"/>
          </p:cNvGraphicFramePr>
          <p:nvPr>
            <p:extLst>
              <p:ext uri="{D42A27DB-BD31-4B8C-83A1-F6EECF244321}">
                <p14:modId xmlns:p14="http://schemas.microsoft.com/office/powerpoint/2010/main" val="401983390"/>
              </p:ext>
            </p:extLst>
          </p:nvPr>
        </p:nvGraphicFramePr>
        <p:xfrm>
          <a:off x="1014554" y="1698973"/>
          <a:ext cx="5255315" cy="2077520"/>
        </p:xfrm>
        <a:graphic>
          <a:graphicData uri="http://schemas.openxmlformats.org/drawingml/2006/table">
            <a:tbl>
              <a:tblPr firstRow="1" bandRow="1">
                <a:tableStyleId>{5C22544A-7EE6-4342-B048-85BDC9FD1C3A}</a:tableStyleId>
              </a:tblPr>
              <a:tblGrid>
                <a:gridCol w="611572">
                  <a:extLst>
                    <a:ext uri="{9D8B030D-6E8A-4147-A177-3AD203B41FA5}">
                      <a16:colId xmlns:a16="http://schemas.microsoft.com/office/drawing/2014/main" val="20000"/>
                    </a:ext>
                  </a:extLst>
                </a:gridCol>
                <a:gridCol w="2559730">
                  <a:extLst>
                    <a:ext uri="{9D8B030D-6E8A-4147-A177-3AD203B41FA5}">
                      <a16:colId xmlns:a16="http://schemas.microsoft.com/office/drawing/2014/main" val="20001"/>
                    </a:ext>
                  </a:extLst>
                </a:gridCol>
                <a:gridCol w="643671">
                  <a:extLst>
                    <a:ext uri="{9D8B030D-6E8A-4147-A177-3AD203B41FA5}">
                      <a16:colId xmlns:a16="http://schemas.microsoft.com/office/drawing/2014/main" val="20003"/>
                    </a:ext>
                  </a:extLst>
                </a:gridCol>
                <a:gridCol w="1440342">
                  <a:extLst>
                    <a:ext uri="{9D8B030D-6E8A-4147-A177-3AD203B41FA5}">
                      <a16:colId xmlns:a16="http://schemas.microsoft.com/office/drawing/2014/main" val="1373047276"/>
                    </a:ext>
                  </a:extLst>
                </a:gridCol>
              </a:tblGrid>
              <a:tr h="196939">
                <a:tc>
                  <a:txBody>
                    <a:bodyPr/>
                    <a:lstStyle/>
                    <a:p>
                      <a:pPr algn="ctr" latinLnBrk="1"/>
                      <a:r>
                        <a:rPr lang="en-US" altLang="ko-KR" sz="700" b="0" dirty="0">
                          <a:solidFill>
                            <a:schemeClr val="tx1"/>
                          </a:solidFill>
                        </a:rPr>
                        <a:t>No</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700" b="0" dirty="0">
                          <a:solidFill>
                            <a:schemeClr val="tx1"/>
                          </a:solidFill>
                        </a:rPr>
                        <a:t>Shop </a:t>
                      </a:r>
                      <a:r>
                        <a:rPr lang="ko-KR" altLang="en-US" sz="700" b="0" dirty="0" err="1">
                          <a:solidFill>
                            <a:schemeClr val="tx1"/>
                          </a:solidFill>
                        </a:rPr>
                        <a:t>채널명</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700" b="0" dirty="0">
                          <a:solidFill>
                            <a:schemeClr val="tx1"/>
                          </a:solidFill>
                        </a:rPr>
                        <a:t>QR</a:t>
                      </a:r>
                      <a:r>
                        <a:rPr lang="en-US" altLang="ko-KR" sz="700" b="0" baseline="0" dirty="0">
                          <a:solidFill>
                            <a:schemeClr val="tx1"/>
                          </a:solidFill>
                        </a:rPr>
                        <a:t> </a:t>
                      </a:r>
                      <a:r>
                        <a:rPr lang="ko-KR" altLang="en-US" sz="700" b="0" baseline="0" dirty="0">
                          <a:solidFill>
                            <a:schemeClr val="tx1"/>
                          </a:solidFill>
                        </a:rPr>
                        <a:t>코드</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700" b="0" dirty="0" err="1">
                          <a:solidFill>
                            <a:schemeClr val="tx1"/>
                          </a:solidFill>
                        </a:rPr>
                        <a:t>바로가기</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469850">
                <a:tc>
                  <a:txBody>
                    <a:bodyPr/>
                    <a:lstStyle/>
                    <a:p>
                      <a:pPr algn="ctr" latinLnBrk="1"/>
                      <a:endParaRPr lang="en-US" altLang="ko-KR" sz="800" b="0" dirty="0">
                        <a:solidFill>
                          <a:schemeClr val="tx1"/>
                        </a:solidFill>
                      </a:endParaRPr>
                    </a:p>
                    <a:p>
                      <a:pPr algn="ctr" latinLnBrk="1"/>
                      <a:r>
                        <a:rPr lang="en-US" altLang="ko-KR" sz="800" b="0" dirty="0">
                          <a:solidFill>
                            <a:schemeClr val="tx1"/>
                          </a:solidFill>
                        </a:rPr>
                        <a:t>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Shop</a:t>
                      </a:r>
                      <a:r>
                        <a:rPr lang="en-US" altLang="ko-KR" sz="800" b="0" baseline="0" dirty="0">
                          <a:solidFill>
                            <a:schemeClr val="tx1"/>
                          </a:solidFill>
                        </a:rPr>
                        <a:t> </a:t>
                      </a:r>
                      <a:r>
                        <a:rPr lang="ko-KR" altLang="en-US" sz="800" b="0" baseline="0" dirty="0" err="1">
                          <a:solidFill>
                            <a:schemeClr val="tx1"/>
                          </a:solidFill>
                        </a:rPr>
                        <a:t>채널명</a:t>
                      </a:r>
                      <a:r>
                        <a:rPr lang="ko-KR" altLang="en-US" sz="800" b="0" baseline="0" dirty="0">
                          <a:solidFill>
                            <a:schemeClr val="tx1"/>
                          </a:solidFill>
                        </a:rPr>
                        <a:t> </a:t>
                      </a:r>
                      <a:r>
                        <a:rPr lang="en-US" altLang="ko-KR" sz="800" b="0" baseline="0" dirty="0">
                          <a:solidFill>
                            <a:schemeClr val="tx1"/>
                          </a:solidFill>
                        </a:rPr>
                        <a:t>1</a:t>
                      </a: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Shop </a:t>
                      </a:r>
                      <a:r>
                        <a:rPr lang="ko-KR" altLang="en-US" sz="800" b="0" dirty="0">
                          <a:solidFill>
                            <a:schemeClr val="tx1"/>
                          </a:solidFill>
                        </a:rPr>
                        <a:t>채널 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469850">
                <a:tc>
                  <a:txBody>
                    <a:bodyPr/>
                    <a:lstStyle/>
                    <a:p>
                      <a:pPr algn="ctr" latinLnBrk="1"/>
                      <a:endParaRPr lang="en-US" altLang="ko-KR" sz="800" b="0" dirty="0">
                        <a:solidFill>
                          <a:schemeClr val="tx1"/>
                        </a:solidFill>
                      </a:endParaRPr>
                    </a:p>
                    <a:p>
                      <a:pPr algn="ctr" latinLnBrk="1"/>
                      <a:r>
                        <a:rPr lang="en-US" altLang="ko-KR" sz="800" b="0" dirty="0">
                          <a:solidFill>
                            <a:schemeClr val="tx1"/>
                          </a:solidFill>
                        </a:rPr>
                        <a:t>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Shop</a:t>
                      </a:r>
                      <a:r>
                        <a:rPr lang="en-US" altLang="ko-KR" sz="800" b="0" baseline="0" dirty="0">
                          <a:solidFill>
                            <a:schemeClr val="tx1"/>
                          </a:solidFill>
                        </a:rPr>
                        <a:t> </a:t>
                      </a:r>
                      <a:r>
                        <a:rPr lang="ko-KR" altLang="en-US" sz="800" b="0" baseline="0" dirty="0" err="1">
                          <a:solidFill>
                            <a:schemeClr val="tx1"/>
                          </a:solidFill>
                        </a:rPr>
                        <a:t>채널명</a:t>
                      </a:r>
                      <a:r>
                        <a:rPr lang="ko-KR" altLang="en-US" sz="800" b="0" baseline="0" dirty="0">
                          <a:solidFill>
                            <a:schemeClr val="tx1"/>
                          </a:solidFill>
                        </a:rPr>
                        <a:t> </a:t>
                      </a:r>
                      <a:r>
                        <a:rPr lang="en-US" altLang="ko-KR" sz="800" b="0" baseline="0" dirty="0">
                          <a:solidFill>
                            <a:schemeClr val="tx1"/>
                          </a:solidFill>
                        </a:rPr>
                        <a:t>2</a:t>
                      </a: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Shop </a:t>
                      </a:r>
                      <a:r>
                        <a:rPr lang="ko-KR" altLang="en-US" sz="800" b="0" dirty="0">
                          <a:solidFill>
                            <a:schemeClr val="tx1"/>
                          </a:solidFill>
                        </a:rPr>
                        <a:t>채널 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r"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469850">
                <a:tc>
                  <a:txBody>
                    <a:bodyPr/>
                    <a:lstStyle/>
                    <a:p>
                      <a:pPr algn="ctr" latinLnBrk="1"/>
                      <a:endParaRPr lang="en-US" altLang="ko-KR" sz="800" b="0" dirty="0">
                        <a:solidFill>
                          <a:schemeClr val="tx1"/>
                        </a:solidFill>
                      </a:endParaRPr>
                    </a:p>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Shop</a:t>
                      </a:r>
                      <a:r>
                        <a:rPr lang="en-US" altLang="ko-KR" sz="800" b="0" baseline="0" dirty="0">
                          <a:solidFill>
                            <a:schemeClr val="tx1"/>
                          </a:solidFill>
                        </a:rPr>
                        <a:t> </a:t>
                      </a:r>
                      <a:r>
                        <a:rPr lang="ko-KR" altLang="en-US" sz="800" b="0" baseline="0" dirty="0" err="1">
                          <a:solidFill>
                            <a:schemeClr val="tx1"/>
                          </a:solidFill>
                        </a:rPr>
                        <a:t>채널명</a:t>
                      </a:r>
                      <a:r>
                        <a:rPr lang="ko-KR" altLang="en-US" sz="800" b="0" baseline="0" dirty="0">
                          <a:solidFill>
                            <a:schemeClr val="tx1"/>
                          </a:solidFill>
                        </a:rPr>
                        <a:t> </a:t>
                      </a:r>
                      <a:r>
                        <a:rPr lang="en-US" altLang="ko-KR" sz="800" b="0" baseline="0" dirty="0">
                          <a:solidFill>
                            <a:schemeClr val="tx1"/>
                          </a:solidFill>
                        </a:rPr>
                        <a:t>3</a:t>
                      </a: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Shop </a:t>
                      </a:r>
                      <a:r>
                        <a:rPr lang="ko-KR" altLang="en-US" sz="800" b="0" dirty="0">
                          <a:solidFill>
                            <a:schemeClr val="tx1"/>
                          </a:solidFill>
                        </a:rPr>
                        <a:t>채널 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r"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458489575"/>
                  </a:ext>
                </a:extLst>
              </a:tr>
              <a:tr h="469850">
                <a:tc>
                  <a:txBody>
                    <a:bodyPr/>
                    <a:lstStyle/>
                    <a:p>
                      <a:pPr algn="ctr" latinLnBrk="1"/>
                      <a:endParaRPr lang="en-US" altLang="ko-KR" sz="800" b="0" dirty="0">
                        <a:solidFill>
                          <a:schemeClr val="tx1"/>
                        </a:solidFill>
                      </a:endParaRPr>
                    </a:p>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Shop</a:t>
                      </a:r>
                      <a:r>
                        <a:rPr lang="en-US" altLang="ko-KR" sz="800" b="0" baseline="0" dirty="0">
                          <a:solidFill>
                            <a:schemeClr val="tx1"/>
                          </a:solidFill>
                        </a:rPr>
                        <a:t> </a:t>
                      </a:r>
                      <a:r>
                        <a:rPr lang="ko-KR" altLang="en-US" sz="800" b="0" baseline="0" dirty="0" err="1">
                          <a:solidFill>
                            <a:schemeClr val="tx1"/>
                          </a:solidFill>
                        </a:rPr>
                        <a:t>채널명</a:t>
                      </a:r>
                      <a:r>
                        <a:rPr lang="ko-KR" altLang="en-US" sz="800" b="0" baseline="0" dirty="0">
                          <a:solidFill>
                            <a:schemeClr val="tx1"/>
                          </a:solidFill>
                        </a:rPr>
                        <a:t> </a:t>
                      </a:r>
                      <a:r>
                        <a:rPr lang="en-US" altLang="ko-KR" sz="800" b="0" baseline="0" dirty="0">
                          <a:solidFill>
                            <a:schemeClr val="tx1"/>
                          </a:solidFill>
                        </a:rPr>
                        <a:t>4</a:t>
                      </a: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Shop </a:t>
                      </a:r>
                      <a:r>
                        <a:rPr lang="ko-KR" altLang="en-US" sz="800" b="0" dirty="0">
                          <a:solidFill>
                            <a:schemeClr val="tx1"/>
                          </a:solidFill>
                        </a:rPr>
                        <a:t>채널 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r"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29374253"/>
                  </a:ext>
                </a:extLst>
              </a:tr>
            </a:tbl>
          </a:graphicData>
        </a:graphic>
      </p:graphicFrame>
      <p:pic>
        <p:nvPicPr>
          <p:cNvPr id="47" name="그림 46">
            <a:extLst>
              <a:ext uri="{FF2B5EF4-FFF2-40B4-BE49-F238E27FC236}">
                <a16:creationId xmlns:a16="http://schemas.microsoft.com/office/drawing/2014/main" id="{81825F92-20E3-497A-92A9-065C3DF0DA8A}"/>
              </a:ext>
            </a:extLst>
          </p:cNvPr>
          <p:cNvPicPr>
            <a:picLocks noChangeAspect="1"/>
          </p:cNvPicPr>
          <p:nvPr/>
        </p:nvPicPr>
        <p:blipFill>
          <a:blip r:embed="rId3"/>
          <a:stretch>
            <a:fillRect/>
          </a:stretch>
        </p:blipFill>
        <p:spPr>
          <a:xfrm>
            <a:off x="4318398" y="1964317"/>
            <a:ext cx="341530" cy="341530"/>
          </a:xfrm>
          <a:prstGeom prst="rect">
            <a:avLst/>
          </a:prstGeom>
        </p:spPr>
      </p:pic>
      <p:pic>
        <p:nvPicPr>
          <p:cNvPr id="56" name="그림 55">
            <a:extLst>
              <a:ext uri="{FF2B5EF4-FFF2-40B4-BE49-F238E27FC236}">
                <a16:creationId xmlns:a16="http://schemas.microsoft.com/office/drawing/2014/main" id="{81825F92-20E3-497A-92A9-065C3DF0DA8A}"/>
              </a:ext>
            </a:extLst>
          </p:cNvPr>
          <p:cNvPicPr>
            <a:picLocks noChangeAspect="1"/>
          </p:cNvPicPr>
          <p:nvPr/>
        </p:nvPicPr>
        <p:blipFill>
          <a:blip r:embed="rId3"/>
          <a:stretch>
            <a:fillRect/>
          </a:stretch>
        </p:blipFill>
        <p:spPr>
          <a:xfrm>
            <a:off x="4318398" y="2439369"/>
            <a:ext cx="341530" cy="341530"/>
          </a:xfrm>
          <a:prstGeom prst="rect">
            <a:avLst/>
          </a:prstGeom>
        </p:spPr>
      </p:pic>
      <p:pic>
        <p:nvPicPr>
          <p:cNvPr id="57" name="그림 56">
            <a:extLst>
              <a:ext uri="{FF2B5EF4-FFF2-40B4-BE49-F238E27FC236}">
                <a16:creationId xmlns:a16="http://schemas.microsoft.com/office/drawing/2014/main" id="{81825F92-20E3-497A-92A9-065C3DF0DA8A}"/>
              </a:ext>
            </a:extLst>
          </p:cNvPr>
          <p:cNvPicPr>
            <a:picLocks noChangeAspect="1"/>
          </p:cNvPicPr>
          <p:nvPr/>
        </p:nvPicPr>
        <p:blipFill>
          <a:blip r:embed="rId3"/>
          <a:stretch>
            <a:fillRect/>
          </a:stretch>
        </p:blipFill>
        <p:spPr>
          <a:xfrm>
            <a:off x="4318398" y="2890735"/>
            <a:ext cx="341530" cy="341530"/>
          </a:xfrm>
          <a:prstGeom prst="rect">
            <a:avLst/>
          </a:prstGeom>
        </p:spPr>
      </p:pic>
      <p:pic>
        <p:nvPicPr>
          <p:cNvPr id="58" name="그림 57">
            <a:extLst>
              <a:ext uri="{FF2B5EF4-FFF2-40B4-BE49-F238E27FC236}">
                <a16:creationId xmlns:a16="http://schemas.microsoft.com/office/drawing/2014/main" id="{81825F92-20E3-497A-92A9-065C3DF0DA8A}"/>
              </a:ext>
            </a:extLst>
          </p:cNvPr>
          <p:cNvPicPr>
            <a:picLocks noChangeAspect="1"/>
          </p:cNvPicPr>
          <p:nvPr/>
        </p:nvPicPr>
        <p:blipFill>
          <a:blip r:embed="rId3"/>
          <a:stretch>
            <a:fillRect/>
          </a:stretch>
        </p:blipFill>
        <p:spPr>
          <a:xfrm>
            <a:off x="4318398" y="3378406"/>
            <a:ext cx="341530" cy="341530"/>
          </a:xfrm>
          <a:prstGeom prst="rect">
            <a:avLst/>
          </a:prstGeom>
        </p:spPr>
      </p:pic>
      <p:sp>
        <p:nvSpPr>
          <p:cNvPr id="60" name="직사각형 59">
            <a:extLst>
              <a:ext uri="{FF2B5EF4-FFF2-40B4-BE49-F238E27FC236}">
                <a16:creationId xmlns:a16="http://schemas.microsoft.com/office/drawing/2014/main" id="{8FE5BC15-7C4B-4900-99E2-92CD2BAAE3A4}"/>
              </a:ext>
            </a:extLst>
          </p:cNvPr>
          <p:cNvSpPr/>
          <p:nvPr/>
        </p:nvSpPr>
        <p:spPr>
          <a:xfrm>
            <a:off x="5182166" y="2033693"/>
            <a:ext cx="757239" cy="238597"/>
          </a:xfrm>
          <a:prstGeom prst="rect">
            <a:avLst/>
          </a:prstGeom>
          <a:solidFill>
            <a:schemeClr val="accent4"/>
          </a:solidFill>
          <a:ln w="6350">
            <a:solidFill>
              <a:schemeClr val="accent4"/>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err="1">
                <a:solidFill>
                  <a:schemeClr val="bg1"/>
                </a:solidFill>
              </a:rPr>
              <a:t>바로가기</a:t>
            </a:r>
            <a:endParaRPr lang="en-US" altLang="ko-KR" sz="700" dirty="0">
              <a:solidFill>
                <a:schemeClr val="bg1"/>
              </a:solidFill>
            </a:endParaRPr>
          </a:p>
        </p:txBody>
      </p:sp>
      <p:sp>
        <p:nvSpPr>
          <p:cNvPr id="61" name="직사각형 60">
            <a:extLst>
              <a:ext uri="{FF2B5EF4-FFF2-40B4-BE49-F238E27FC236}">
                <a16:creationId xmlns:a16="http://schemas.microsoft.com/office/drawing/2014/main" id="{8FE5BC15-7C4B-4900-99E2-92CD2BAAE3A4}"/>
              </a:ext>
            </a:extLst>
          </p:cNvPr>
          <p:cNvSpPr/>
          <p:nvPr/>
        </p:nvSpPr>
        <p:spPr>
          <a:xfrm>
            <a:off x="5183231" y="2454866"/>
            <a:ext cx="757239" cy="238597"/>
          </a:xfrm>
          <a:prstGeom prst="rect">
            <a:avLst/>
          </a:prstGeom>
          <a:solidFill>
            <a:schemeClr val="accent4"/>
          </a:solidFill>
          <a:ln w="6350">
            <a:solidFill>
              <a:schemeClr val="accent4"/>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err="1">
                <a:solidFill>
                  <a:schemeClr val="bg1"/>
                </a:solidFill>
              </a:rPr>
              <a:t>바로가기</a:t>
            </a:r>
            <a:endParaRPr lang="en-US" altLang="ko-KR" sz="700" dirty="0">
              <a:solidFill>
                <a:schemeClr val="bg1"/>
              </a:solidFill>
            </a:endParaRPr>
          </a:p>
        </p:txBody>
      </p:sp>
      <p:sp>
        <p:nvSpPr>
          <p:cNvPr id="62" name="직사각형 61">
            <a:extLst>
              <a:ext uri="{FF2B5EF4-FFF2-40B4-BE49-F238E27FC236}">
                <a16:creationId xmlns:a16="http://schemas.microsoft.com/office/drawing/2014/main" id="{8FE5BC15-7C4B-4900-99E2-92CD2BAAE3A4}"/>
              </a:ext>
            </a:extLst>
          </p:cNvPr>
          <p:cNvSpPr/>
          <p:nvPr/>
        </p:nvSpPr>
        <p:spPr>
          <a:xfrm>
            <a:off x="5182165" y="2950945"/>
            <a:ext cx="757239" cy="238597"/>
          </a:xfrm>
          <a:prstGeom prst="rect">
            <a:avLst/>
          </a:prstGeom>
          <a:solidFill>
            <a:schemeClr val="accent4"/>
          </a:solidFill>
          <a:ln w="6350">
            <a:solidFill>
              <a:schemeClr val="accent4"/>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err="1">
                <a:solidFill>
                  <a:schemeClr val="bg1"/>
                </a:solidFill>
              </a:rPr>
              <a:t>바로가기</a:t>
            </a:r>
            <a:endParaRPr lang="en-US" altLang="ko-KR" sz="700" dirty="0">
              <a:solidFill>
                <a:schemeClr val="bg1"/>
              </a:solidFill>
            </a:endParaRPr>
          </a:p>
        </p:txBody>
      </p:sp>
      <p:sp>
        <p:nvSpPr>
          <p:cNvPr id="63" name="직사각형 62">
            <a:extLst>
              <a:ext uri="{FF2B5EF4-FFF2-40B4-BE49-F238E27FC236}">
                <a16:creationId xmlns:a16="http://schemas.microsoft.com/office/drawing/2014/main" id="{8FE5BC15-7C4B-4900-99E2-92CD2BAAE3A4}"/>
              </a:ext>
            </a:extLst>
          </p:cNvPr>
          <p:cNvSpPr/>
          <p:nvPr/>
        </p:nvSpPr>
        <p:spPr>
          <a:xfrm>
            <a:off x="5183184" y="3429872"/>
            <a:ext cx="757239" cy="238597"/>
          </a:xfrm>
          <a:prstGeom prst="rect">
            <a:avLst/>
          </a:prstGeom>
          <a:solidFill>
            <a:schemeClr val="accent4"/>
          </a:solidFill>
          <a:ln w="6350">
            <a:solidFill>
              <a:schemeClr val="accent4"/>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err="1">
                <a:solidFill>
                  <a:schemeClr val="bg1"/>
                </a:solidFill>
              </a:rPr>
              <a:t>바로가기</a:t>
            </a:r>
            <a:endParaRPr lang="en-US" altLang="ko-KR" sz="700" dirty="0">
              <a:solidFill>
                <a:schemeClr val="bg1"/>
              </a:solidFill>
            </a:endParaRPr>
          </a:p>
        </p:txBody>
      </p:sp>
      <p:sp>
        <p:nvSpPr>
          <p:cNvPr id="64" name="TextBox 63">
            <a:extLst>
              <a:ext uri="{FF2B5EF4-FFF2-40B4-BE49-F238E27FC236}">
                <a16:creationId xmlns:a16="http://schemas.microsoft.com/office/drawing/2014/main" id="{8B04C1AF-DDCC-47D4-AD64-A633AAD90936}"/>
              </a:ext>
            </a:extLst>
          </p:cNvPr>
          <p:cNvSpPr txBox="1"/>
          <p:nvPr/>
        </p:nvSpPr>
        <p:spPr>
          <a:xfrm>
            <a:off x="4520522" y="1867438"/>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65" name="TextBox 64">
            <a:extLst>
              <a:ext uri="{FF2B5EF4-FFF2-40B4-BE49-F238E27FC236}">
                <a16:creationId xmlns:a16="http://schemas.microsoft.com/office/drawing/2014/main" id="{8B04C1AF-DDCC-47D4-AD64-A633AAD90936}"/>
              </a:ext>
            </a:extLst>
          </p:cNvPr>
          <p:cNvSpPr txBox="1"/>
          <p:nvPr/>
        </p:nvSpPr>
        <p:spPr>
          <a:xfrm>
            <a:off x="5810376" y="1884236"/>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grpSp>
        <p:nvGrpSpPr>
          <p:cNvPr id="66" name="그룹 65">
            <a:extLst>
              <a:ext uri="{FF2B5EF4-FFF2-40B4-BE49-F238E27FC236}">
                <a16:creationId xmlns:a16="http://schemas.microsoft.com/office/drawing/2014/main" id="{AEB36132-1131-46AC-88E3-1372E542FC2E}"/>
              </a:ext>
            </a:extLst>
          </p:cNvPr>
          <p:cNvGrpSpPr/>
          <p:nvPr/>
        </p:nvGrpSpPr>
        <p:grpSpPr>
          <a:xfrm>
            <a:off x="5739976" y="3407971"/>
            <a:ext cx="3001296" cy="2974400"/>
            <a:chOff x="2510504" y="2198734"/>
            <a:chExt cx="3001296" cy="2974400"/>
          </a:xfrm>
        </p:grpSpPr>
        <p:sp>
          <p:nvSpPr>
            <p:cNvPr id="67" name="직사각형 66">
              <a:extLst>
                <a:ext uri="{FF2B5EF4-FFF2-40B4-BE49-F238E27FC236}">
                  <a16:creationId xmlns:a16="http://schemas.microsoft.com/office/drawing/2014/main" id="{5D063EF9-69B2-44A8-8AB4-1949707125E5}"/>
                </a:ext>
              </a:extLst>
            </p:cNvPr>
            <p:cNvSpPr/>
            <p:nvPr/>
          </p:nvSpPr>
          <p:spPr>
            <a:xfrm>
              <a:off x="2510504" y="2198734"/>
              <a:ext cx="3001296" cy="2974400"/>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pic>
          <p:nvPicPr>
            <p:cNvPr id="68" name="그림 67">
              <a:extLst>
                <a:ext uri="{FF2B5EF4-FFF2-40B4-BE49-F238E27FC236}">
                  <a16:creationId xmlns:a16="http://schemas.microsoft.com/office/drawing/2014/main" id="{55149958-E9D1-409C-A900-81619BA70318}"/>
                </a:ext>
              </a:extLst>
            </p:cNvPr>
            <p:cNvPicPr>
              <a:picLocks noChangeAspect="1"/>
            </p:cNvPicPr>
            <p:nvPr/>
          </p:nvPicPr>
          <p:blipFill>
            <a:blip r:embed="rId3"/>
            <a:stretch>
              <a:fillRect/>
            </a:stretch>
          </p:blipFill>
          <p:spPr>
            <a:xfrm>
              <a:off x="2667337" y="2363869"/>
              <a:ext cx="2607395" cy="2607395"/>
            </a:xfrm>
            <a:prstGeom prst="rect">
              <a:avLst/>
            </a:prstGeom>
          </p:spPr>
        </p:pic>
      </p:grpSp>
      <p:sp>
        <p:nvSpPr>
          <p:cNvPr id="69" name="타원 68">
            <a:extLst>
              <a:ext uri="{FF2B5EF4-FFF2-40B4-BE49-F238E27FC236}">
                <a16:creationId xmlns:a16="http://schemas.microsoft.com/office/drawing/2014/main" id="{A24881A9-C424-4A2E-A3D5-890D4F2AE0F4}"/>
              </a:ext>
            </a:extLst>
          </p:cNvPr>
          <p:cNvSpPr/>
          <p:nvPr/>
        </p:nvSpPr>
        <p:spPr>
          <a:xfrm>
            <a:off x="4144645" y="1876021"/>
            <a:ext cx="651935" cy="516467"/>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0" name="직선 화살표 연결선 69">
            <a:extLst>
              <a:ext uri="{FF2B5EF4-FFF2-40B4-BE49-F238E27FC236}">
                <a16:creationId xmlns:a16="http://schemas.microsoft.com/office/drawing/2014/main" id="{ED633534-577F-428A-8D63-7D770FB0DD72}"/>
              </a:ext>
            </a:extLst>
          </p:cNvPr>
          <p:cNvCxnSpPr>
            <a:cxnSpLocks/>
            <a:stCxn id="69" idx="4"/>
            <a:endCxn id="67" idx="1"/>
          </p:cNvCxnSpPr>
          <p:nvPr/>
        </p:nvCxnSpPr>
        <p:spPr>
          <a:xfrm>
            <a:off x="4470613" y="2392488"/>
            <a:ext cx="1269363" cy="2502683"/>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33386040"/>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2" name="표 31">
            <a:extLst>
              <a:ext uri="{FF2B5EF4-FFF2-40B4-BE49-F238E27FC236}">
                <a16:creationId xmlns:a16="http://schemas.microsoft.com/office/drawing/2014/main" id="{67B3B92E-E588-41D0-B091-947E6CDFF24B}"/>
              </a:ext>
            </a:extLst>
          </p:cNvPr>
          <p:cNvGraphicFramePr>
            <a:graphicFrameLocks noGrp="1"/>
          </p:cNvGraphicFramePr>
          <p:nvPr>
            <p:extLst>
              <p:ext uri="{D42A27DB-BD31-4B8C-83A1-F6EECF244321}">
                <p14:modId xmlns:p14="http://schemas.microsoft.com/office/powerpoint/2010/main" val="2914975709"/>
              </p:ext>
            </p:extLst>
          </p:nvPr>
        </p:nvGraphicFramePr>
        <p:xfrm>
          <a:off x="1914895" y="3173077"/>
          <a:ext cx="7778540" cy="838200"/>
        </p:xfrm>
        <a:graphic>
          <a:graphicData uri="http://schemas.openxmlformats.org/drawingml/2006/table">
            <a:tbl>
              <a:tblPr firstRow="1" bandRow="1">
                <a:tableStyleId>{5C22544A-7EE6-4342-B048-85BDC9FD1C3A}</a:tableStyleId>
              </a:tblPr>
              <a:tblGrid>
                <a:gridCol w="413251">
                  <a:extLst>
                    <a:ext uri="{9D8B030D-6E8A-4147-A177-3AD203B41FA5}">
                      <a16:colId xmlns:a16="http://schemas.microsoft.com/office/drawing/2014/main" val="20000"/>
                    </a:ext>
                  </a:extLst>
                </a:gridCol>
                <a:gridCol w="762139">
                  <a:extLst>
                    <a:ext uri="{9D8B030D-6E8A-4147-A177-3AD203B41FA5}">
                      <a16:colId xmlns:a16="http://schemas.microsoft.com/office/drawing/2014/main" val="20001"/>
                    </a:ext>
                  </a:extLst>
                </a:gridCol>
                <a:gridCol w="1273324">
                  <a:extLst>
                    <a:ext uri="{9D8B030D-6E8A-4147-A177-3AD203B41FA5}">
                      <a16:colId xmlns:a16="http://schemas.microsoft.com/office/drawing/2014/main" val="20003"/>
                    </a:ext>
                  </a:extLst>
                </a:gridCol>
                <a:gridCol w="1102407">
                  <a:extLst>
                    <a:ext uri="{9D8B030D-6E8A-4147-A177-3AD203B41FA5}">
                      <a16:colId xmlns:a16="http://schemas.microsoft.com/office/drawing/2014/main" val="1373047276"/>
                    </a:ext>
                  </a:extLst>
                </a:gridCol>
                <a:gridCol w="589660">
                  <a:extLst>
                    <a:ext uri="{9D8B030D-6E8A-4147-A177-3AD203B41FA5}">
                      <a16:colId xmlns:a16="http://schemas.microsoft.com/office/drawing/2014/main" val="20009"/>
                    </a:ext>
                  </a:extLst>
                </a:gridCol>
                <a:gridCol w="1324598">
                  <a:extLst>
                    <a:ext uri="{9D8B030D-6E8A-4147-A177-3AD203B41FA5}">
                      <a16:colId xmlns:a16="http://schemas.microsoft.com/office/drawing/2014/main" val="2179269706"/>
                    </a:ext>
                  </a:extLst>
                </a:gridCol>
                <a:gridCol w="2313161">
                  <a:extLst>
                    <a:ext uri="{9D8B030D-6E8A-4147-A177-3AD203B41FA5}">
                      <a16:colId xmlns:a16="http://schemas.microsoft.com/office/drawing/2014/main" val="3501964476"/>
                    </a:ext>
                  </a:extLst>
                </a:gridCol>
              </a:tblGrid>
              <a:tr h="163001">
                <a:tc>
                  <a:txBody>
                    <a:bodyPr/>
                    <a:lstStyle/>
                    <a:p>
                      <a:pPr algn="ctr" latinLnBrk="1"/>
                      <a:r>
                        <a:rPr lang="en-US" altLang="ko-KR" sz="700" b="0" dirty="0">
                          <a:solidFill>
                            <a:schemeClr val="tx1"/>
                          </a:solidFill>
                        </a:rPr>
                        <a:t>No</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등록일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700" b="0" dirty="0">
                          <a:solidFill>
                            <a:schemeClr val="tx1"/>
                          </a:solidFill>
                        </a:rPr>
                        <a:t>Shop </a:t>
                      </a:r>
                      <a:r>
                        <a:rPr lang="ko-KR" altLang="en-US" sz="700" b="0" dirty="0">
                          <a:solidFill>
                            <a:schemeClr val="tx1"/>
                          </a:solidFill>
                        </a:rPr>
                        <a:t>채널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rPr>
                        <a:t>Shop </a:t>
                      </a:r>
                      <a:r>
                        <a:rPr lang="ko-KR" altLang="en-US" sz="700" b="0" dirty="0">
                          <a:solidFill>
                            <a:schemeClr val="tx1"/>
                          </a:solidFill>
                        </a:rPr>
                        <a:t>채널 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포인트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상세 내용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190800">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2025-00-00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err="1">
                          <a:solidFill>
                            <a:schemeClr val="tx1"/>
                          </a:solidFill>
                        </a:rPr>
                        <a:t>채널명</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Code1</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ko-KR" altLang="en-US" sz="800" dirty="0"/>
                        <a:t>적립</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accent6"/>
                          </a:solidFill>
                        </a:rPr>
                        <a:t>+1,000</a:t>
                      </a:r>
                      <a:endParaRPr lang="ko-KR" altLang="en-US" sz="800" b="0" dirty="0">
                        <a:solidFill>
                          <a:schemeClr val="accent6"/>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리뷰 작성으로 인한 포인트 적립</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190800">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2025-00-00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err="1">
                          <a:solidFill>
                            <a:schemeClr val="tx1"/>
                          </a:solidFill>
                        </a:rPr>
                        <a:t>채널명</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Code2</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ko-KR" altLang="en-US" sz="800" dirty="0"/>
                        <a:t>소진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rgbClr val="FF0000"/>
                          </a:solidFill>
                        </a:rPr>
                        <a:t>-2,000</a:t>
                      </a:r>
                      <a:endParaRPr lang="ko-KR" altLang="en-US" sz="800" b="0" dirty="0">
                        <a:solidFill>
                          <a:srgbClr val="FF0000"/>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주문 번호 </a:t>
                      </a:r>
                      <a:r>
                        <a:rPr lang="en-US" altLang="ko-KR" sz="800" b="0" dirty="0">
                          <a:solidFill>
                            <a:schemeClr val="tx1"/>
                          </a:solidFill>
                        </a:rPr>
                        <a:t>asd123 </a:t>
                      </a:r>
                      <a:r>
                        <a:rPr lang="ko-KR" altLang="en-US" sz="800" b="0" dirty="0">
                          <a:solidFill>
                            <a:schemeClr val="tx1"/>
                          </a:solidFill>
                        </a:rPr>
                        <a:t>주문 결제 시 포인트 사용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190800">
                <a:tc>
                  <a:txBody>
                    <a:bodyPr/>
                    <a:lstStyle/>
                    <a:p>
                      <a:pPr algn="ctr" latinLnBrk="1"/>
                      <a:r>
                        <a:rPr lang="en-US" altLang="ko-KR" sz="800" b="0" dirty="0">
                          <a:solidFill>
                            <a:schemeClr val="tx1"/>
                          </a:solidFill>
                        </a:rPr>
                        <a:t>3</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2025-00-00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err="1">
                          <a:solidFill>
                            <a:schemeClr val="tx1"/>
                          </a:solidFill>
                        </a:rPr>
                        <a:t>채널명</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Code3</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ko-KR" altLang="en-US" sz="800" dirty="0"/>
                        <a:t>적립</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accent6"/>
                          </a:solidFill>
                        </a:rPr>
                        <a:t>+3,000</a:t>
                      </a:r>
                      <a:endParaRPr lang="ko-KR" altLang="en-US" sz="800" b="0" dirty="0">
                        <a:solidFill>
                          <a:schemeClr val="accent6"/>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이벤트 참여로 인한 포인트 적립</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pic>
        <p:nvPicPr>
          <p:cNvPr id="54" name="Picture 2">
            <a:extLst>
              <a:ext uri="{FF2B5EF4-FFF2-40B4-BE49-F238E27FC236}">
                <a16:creationId xmlns:a16="http://schemas.microsoft.com/office/drawing/2014/main" id="{9DBD7ABE-A358-4C58-8E88-EEA1D309F4C4}"/>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451270" y="4273118"/>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aphicFrame>
        <p:nvGraphicFramePr>
          <p:cNvPr id="56" name="표 63">
            <a:extLst>
              <a:ext uri="{FF2B5EF4-FFF2-40B4-BE49-F238E27FC236}">
                <a16:creationId xmlns:a16="http://schemas.microsoft.com/office/drawing/2014/main" id="{477FA6EC-C084-42AE-ADCD-A354BA2086C8}"/>
              </a:ext>
            </a:extLst>
          </p:cNvPr>
          <p:cNvGraphicFramePr>
            <a:graphicFrameLocks noGrp="1"/>
          </p:cNvGraphicFramePr>
          <p:nvPr>
            <p:extLst>
              <p:ext uri="{D42A27DB-BD31-4B8C-83A1-F6EECF244321}">
                <p14:modId xmlns:p14="http://schemas.microsoft.com/office/powerpoint/2010/main" val="3205372002"/>
              </p:ext>
            </p:extLst>
          </p:nvPr>
        </p:nvGraphicFramePr>
        <p:xfrm>
          <a:off x="1914895" y="908906"/>
          <a:ext cx="7790382" cy="1771664"/>
        </p:xfrm>
        <a:graphic>
          <a:graphicData uri="http://schemas.openxmlformats.org/drawingml/2006/table">
            <a:tbl>
              <a:tblPr firstRow="1" bandRow="1">
                <a:tableStyleId>{5940675A-B579-460E-94D1-54222C63F5DA}</a:tableStyleId>
              </a:tblPr>
              <a:tblGrid>
                <a:gridCol w="863934">
                  <a:extLst>
                    <a:ext uri="{9D8B030D-6E8A-4147-A177-3AD203B41FA5}">
                      <a16:colId xmlns:a16="http://schemas.microsoft.com/office/drawing/2014/main" val="3701388552"/>
                    </a:ext>
                  </a:extLst>
                </a:gridCol>
                <a:gridCol w="3032311">
                  <a:extLst>
                    <a:ext uri="{9D8B030D-6E8A-4147-A177-3AD203B41FA5}">
                      <a16:colId xmlns:a16="http://schemas.microsoft.com/office/drawing/2014/main" val="339215266"/>
                    </a:ext>
                  </a:extLst>
                </a:gridCol>
                <a:gridCol w="931493">
                  <a:extLst>
                    <a:ext uri="{9D8B030D-6E8A-4147-A177-3AD203B41FA5}">
                      <a16:colId xmlns:a16="http://schemas.microsoft.com/office/drawing/2014/main" val="3165152037"/>
                    </a:ext>
                  </a:extLst>
                </a:gridCol>
                <a:gridCol w="2962644">
                  <a:extLst>
                    <a:ext uri="{9D8B030D-6E8A-4147-A177-3AD203B41FA5}">
                      <a16:colId xmlns:a16="http://schemas.microsoft.com/office/drawing/2014/main" val="2517400000"/>
                    </a:ext>
                  </a:extLst>
                </a:gridCol>
              </a:tblGrid>
              <a:tr h="351476">
                <a:tc>
                  <a:txBody>
                    <a:bodyPr/>
                    <a:lstStyle/>
                    <a:p>
                      <a:pPr algn="ctr" latinLnBrk="1">
                        <a:lnSpc>
                          <a:spcPct val="150000"/>
                        </a:lnSpc>
                      </a:pPr>
                      <a:r>
                        <a:rPr lang="ko-KR" altLang="en-US" sz="900" dirty="0"/>
                        <a:t>등록 기간</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4285685650"/>
                  </a:ext>
                </a:extLst>
              </a:tr>
              <a:tr h="351476">
                <a:tc>
                  <a:txBody>
                    <a:bodyPr/>
                    <a:lstStyle/>
                    <a:p>
                      <a:pPr algn="ctr" latinLnBrk="1">
                        <a:lnSpc>
                          <a:spcPct val="150000"/>
                        </a:lnSpc>
                      </a:pPr>
                      <a:r>
                        <a:rPr lang="en-US" altLang="ko-KR" sz="900" dirty="0"/>
                        <a:t>Shop </a:t>
                      </a:r>
                      <a:r>
                        <a:rPr lang="ko-KR" altLang="en-US" sz="900" dirty="0"/>
                        <a:t>채널</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lnSpc>
                          <a:spcPct val="150000"/>
                        </a:lnSpc>
                      </a:pPr>
                      <a:r>
                        <a:rPr lang="ko-KR" altLang="en-US" sz="900" dirty="0"/>
                        <a:t>채널 코드</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16101665"/>
                  </a:ext>
                </a:extLst>
              </a:tr>
              <a:tr h="351476">
                <a:tc>
                  <a:txBody>
                    <a:bodyPr/>
                    <a:lstStyle/>
                    <a:p>
                      <a:pPr algn="ctr" latinLnBrk="1">
                        <a:lnSpc>
                          <a:spcPct val="150000"/>
                        </a:lnSpc>
                      </a:pPr>
                      <a:r>
                        <a:rPr lang="ko-KR" altLang="en-US" sz="900" dirty="0"/>
                        <a:t>포인트 구분</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lnSpc>
                          <a:spcPct val="150000"/>
                        </a:lnSpc>
                      </a:pPr>
                      <a:r>
                        <a:rPr lang="ko-KR" altLang="en-US" sz="900" dirty="0"/>
                        <a:t>포인트 범위</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02739122"/>
                  </a:ext>
                </a:extLst>
              </a:tr>
              <a:tr h="351476">
                <a:tc>
                  <a:txBody>
                    <a:bodyPr/>
                    <a:lstStyle/>
                    <a:p>
                      <a:pPr algn="ctr" latinLnBrk="1">
                        <a:lnSpc>
                          <a:spcPct val="150000"/>
                        </a:lnSpc>
                      </a:pPr>
                      <a:r>
                        <a:rPr lang="ko-KR" altLang="en-US" sz="900" dirty="0"/>
                        <a:t>상세 내용</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141918442"/>
                  </a:ext>
                </a:extLst>
              </a:tr>
              <a:tr h="351476">
                <a:tc gridSpan="4">
                  <a:txBody>
                    <a:bodyPr/>
                    <a:lstStyle/>
                    <a:p>
                      <a:pPr algn="ctr" latinLnBrk="1">
                        <a:lnSpc>
                          <a:spcPct val="150000"/>
                        </a:lnSpc>
                      </a:pPr>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169280296"/>
                  </a:ext>
                </a:extLst>
              </a:tr>
            </a:tbl>
          </a:graphicData>
        </a:graphic>
      </p:graphicFrame>
      <p:sp>
        <p:nvSpPr>
          <p:cNvPr id="58" name="TextBox 57">
            <a:extLst>
              <a:ext uri="{FF2B5EF4-FFF2-40B4-BE49-F238E27FC236}">
                <a16:creationId xmlns:a16="http://schemas.microsoft.com/office/drawing/2014/main" id="{F5FDCE0F-A440-4B00-A4E3-37F49BB5FF6E}"/>
              </a:ext>
            </a:extLst>
          </p:cNvPr>
          <p:cNvSpPr txBox="1"/>
          <p:nvPr/>
        </p:nvSpPr>
        <p:spPr>
          <a:xfrm>
            <a:off x="1914895" y="2932465"/>
            <a:ext cx="761547" cy="215444"/>
          </a:xfrm>
          <a:prstGeom prst="rect">
            <a:avLst/>
          </a:prstGeom>
          <a:noFill/>
        </p:spPr>
        <p:txBody>
          <a:bodyPr wrap="square" rtlCol="0">
            <a:spAutoFit/>
          </a:bodyPr>
          <a:lstStyle/>
          <a:p>
            <a:r>
              <a:rPr lang="ko-KR" altLang="en-US" sz="800" dirty="0"/>
              <a:t>총 </a:t>
            </a:r>
            <a:r>
              <a:rPr lang="en-US" altLang="ko-KR" sz="800" dirty="0"/>
              <a:t>00</a:t>
            </a:r>
            <a:r>
              <a:rPr lang="ko-KR" altLang="en-US" sz="800" dirty="0"/>
              <a:t>건</a:t>
            </a:r>
          </a:p>
        </p:txBody>
      </p:sp>
      <p:graphicFrame>
        <p:nvGraphicFramePr>
          <p:cNvPr id="59" name="표 58">
            <a:extLst>
              <a:ext uri="{FF2B5EF4-FFF2-40B4-BE49-F238E27FC236}">
                <a16:creationId xmlns:a16="http://schemas.microsoft.com/office/drawing/2014/main" id="{3D52F8B6-A1CE-47CB-A10A-A310F7289AEC}"/>
              </a:ext>
            </a:extLst>
          </p:cNvPr>
          <p:cNvGraphicFramePr>
            <a:graphicFrameLocks noGrp="1"/>
          </p:cNvGraphicFramePr>
          <p:nvPr>
            <p:extLst>
              <p:ext uri="{D42A27DB-BD31-4B8C-83A1-F6EECF244321}">
                <p14:modId xmlns:p14="http://schemas.microsoft.com/office/powerpoint/2010/main" val="2188597325"/>
              </p:ext>
            </p:extLst>
          </p:nvPr>
        </p:nvGraphicFramePr>
        <p:xfrm>
          <a:off x="10171774" y="22159"/>
          <a:ext cx="1979018" cy="187555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RF-01-07-15-2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포인트 이력</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포인트 적립 및 사용 내역을 확인할 수 있는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276575178"/>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상세 검색 영역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포인트 적립</a:t>
                      </a:r>
                      <a:r>
                        <a:rPr lang="en-US" altLang="ko-KR" sz="800" b="0" dirty="0">
                          <a:solidFill>
                            <a:schemeClr val="tx1"/>
                          </a:solidFill>
                        </a:rPr>
                        <a:t>, </a:t>
                      </a:r>
                      <a:r>
                        <a:rPr lang="ko-KR" altLang="en-US" sz="800" b="0" dirty="0">
                          <a:solidFill>
                            <a:schemeClr val="tx1"/>
                          </a:solidFill>
                        </a:rPr>
                        <a:t>사용 내역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bl>
          </a:graphicData>
        </a:graphic>
      </p:graphicFrame>
      <p:sp>
        <p:nvSpPr>
          <p:cNvPr id="39" name="직사각형 38">
            <a:extLst>
              <a:ext uri="{FF2B5EF4-FFF2-40B4-BE49-F238E27FC236}">
                <a16:creationId xmlns:a16="http://schemas.microsoft.com/office/drawing/2014/main" id="{D1D13EC7-65D3-4AA9-A7BD-AF4395E8371F}"/>
              </a:ext>
            </a:extLst>
          </p:cNvPr>
          <p:cNvSpPr/>
          <p:nvPr/>
        </p:nvSpPr>
        <p:spPr>
          <a:xfrm>
            <a:off x="2882899" y="968972"/>
            <a:ext cx="1203146"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40" name="그림 39">
            <a:extLst>
              <a:ext uri="{FF2B5EF4-FFF2-40B4-BE49-F238E27FC236}">
                <a16:creationId xmlns:a16="http://schemas.microsoft.com/office/drawing/2014/main" id="{33C9A05F-E493-4C70-A3C8-2585ECA29678}"/>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4145826" y="961041"/>
            <a:ext cx="200163" cy="207177"/>
          </a:xfrm>
          <a:prstGeom prst="rect">
            <a:avLst/>
          </a:prstGeom>
          <a:ln w="6350">
            <a:noFill/>
          </a:ln>
        </p:spPr>
      </p:pic>
      <p:sp>
        <p:nvSpPr>
          <p:cNvPr id="41" name="TextBox 40">
            <a:extLst>
              <a:ext uri="{FF2B5EF4-FFF2-40B4-BE49-F238E27FC236}">
                <a16:creationId xmlns:a16="http://schemas.microsoft.com/office/drawing/2014/main" id="{079A09DA-E2F4-44AF-A165-8253190F9AA0}"/>
              </a:ext>
            </a:extLst>
          </p:cNvPr>
          <p:cNvSpPr txBox="1"/>
          <p:nvPr/>
        </p:nvSpPr>
        <p:spPr>
          <a:xfrm>
            <a:off x="4331911" y="945775"/>
            <a:ext cx="264816" cy="230832"/>
          </a:xfrm>
          <a:prstGeom prst="rect">
            <a:avLst/>
          </a:prstGeom>
          <a:noFill/>
        </p:spPr>
        <p:txBody>
          <a:bodyPr wrap="square" rtlCol="0">
            <a:spAutoFit/>
          </a:bodyPr>
          <a:lstStyle/>
          <a:p>
            <a:r>
              <a:rPr lang="en-US" altLang="ko-KR" sz="900" dirty="0"/>
              <a:t>~</a:t>
            </a:r>
            <a:endParaRPr lang="ko-KR" altLang="en-US" sz="900" dirty="0"/>
          </a:p>
        </p:txBody>
      </p:sp>
      <p:sp>
        <p:nvSpPr>
          <p:cNvPr id="60" name="직사각형 59">
            <a:extLst>
              <a:ext uri="{FF2B5EF4-FFF2-40B4-BE49-F238E27FC236}">
                <a16:creationId xmlns:a16="http://schemas.microsoft.com/office/drawing/2014/main" id="{5DD1C19D-E86F-43E7-B63C-AD9DC7C0DFA4}"/>
              </a:ext>
            </a:extLst>
          </p:cNvPr>
          <p:cNvSpPr/>
          <p:nvPr/>
        </p:nvSpPr>
        <p:spPr>
          <a:xfrm>
            <a:off x="4592443" y="968971"/>
            <a:ext cx="1330447" cy="20763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71" name="그림 70">
            <a:extLst>
              <a:ext uri="{FF2B5EF4-FFF2-40B4-BE49-F238E27FC236}">
                <a16:creationId xmlns:a16="http://schemas.microsoft.com/office/drawing/2014/main" id="{5AE449CF-6139-49F1-9690-272904AB5AAB}"/>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5979190" y="961041"/>
            <a:ext cx="208267" cy="215565"/>
          </a:xfrm>
          <a:prstGeom prst="rect">
            <a:avLst/>
          </a:prstGeom>
          <a:ln w="6350">
            <a:noFill/>
          </a:ln>
        </p:spPr>
      </p:pic>
      <p:sp>
        <p:nvSpPr>
          <p:cNvPr id="73" name="직사각형 72">
            <a:extLst>
              <a:ext uri="{FF2B5EF4-FFF2-40B4-BE49-F238E27FC236}">
                <a16:creationId xmlns:a16="http://schemas.microsoft.com/office/drawing/2014/main" id="{D1D13EC7-65D3-4AA9-A7BD-AF4395E8371F}"/>
              </a:ext>
            </a:extLst>
          </p:cNvPr>
          <p:cNvSpPr/>
          <p:nvPr/>
        </p:nvSpPr>
        <p:spPr>
          <a:xfrm>
            <a:off x="2907113" y="1326471"/>
            <a:ext cx="2767294" cy="22201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74" name="직사각형 73">
            <a:extLst>
              <a:ext uri="{FF2B5EF4-FFF2-40B4-BE49-F238E27FC236}">
                <a16:creationId xmlns:a16="http://schemas.microsoft.com/office/drawing/2014/main" id="{D1D13EC7-65D3-4AA9-A7BD-AF4395E8371F}"/>
              </a:ext>
            </a:extLst>
          </p:cNvPr>
          <p:cNvSpPr/>
          <p:nvPr/>
        </p:nvSpPr>
        <p:spPr>
          <a:xfrm>
            <a:off x="6826886" y="1326471"/>
            <a:ext cx="2767294" cy="22201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75" name="직사각형 74">
            <a:extLst>
              <a:ext uri="{FF2B5EF4-FFF2-40B4-BE49-F238E27FC236}">
                <a16:creationId xmlns:a16="http://schemas.microsoft.com/office/drawing/2014/main" id="{779E96A2-95CF-4DCB-B7D8-17469EBE4F4C}"/>
              </a:ext>
            </a:extLst>
          </p:cNvPr>
          <p:cNvSpPr/>
          <p:nvPr/>
        </p:nvSpPr>
        <p:spPr>
          <a:xfrm>
            <a:off x="8443245" y="2354911"/>
            <a:ext cx="1150935"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76" name="직사각형 75">
            <a:extLst>
              <a:ext uri="{FF2B5EF4-FFF2-40B4-BE49-F238E27FC236}">
                <a16:creationId xmlns:a16="http://schemas.microsoft.com/office/drawing/2014/main" id="{D1D13EC7-65D3-4AA9-A7BD-AF4395E8371F}"/>
              </a:ext>
            </a:extLst>
          </p:cNvPr>
          <p:cNvSpPr/>
          <p:nvPr/>
        </p:nvSpPr>
        <p:spPr>
          <a:xfrm>
            <a:off x="2907113" y="1683731"/>
            <a:ext cx="2767294" cy="22201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77" name="직사각형 76">
            <a:extLst>
              <a:ext uri="{FF2B5EF4-FFF2-40B4-BE49-F238E27FC236}">
                <a16:creationId xmlns:a16="http://schemas.microsoft.com/office/drawing/2014/main" id="{D1D13EC7-65D3-4AA9-A7BD-AF4395E8371F}"/>
              </a:ext>
            </a:extLst>
          </p:cNvPr>
          <p:cNvSpPr/>
          <p:nvPr/>
        </p:nvSpPr>
        <p:spPr>
          <a:xfrm>
            <a:off x="2907112" y="2040991"/>
            <a:ext cx="6687067" cy="22201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78" name="직사각형 77">
            <a:extLst>
              <a:ext uri="{FF2B5EF4-FFF2-40B4-BE49-F238E27FC236}">
                <a16:creationId xmlns:a16="http://schemas.microsoft.com/office/drawing/2014/main" id="{D1D13EC7-65D3-4AA9-A7BD-AF4395E8371F}"/>
              </a:ext>
            </a:extLst>
          </p:cNvPr>
          <p:cNvSpPr/>
          <p:nvPr/>
        </p:nvSpPr>
        <p:spPr>
          <a:xfrm>
            <a:off x="6826885" y="1676006"/>
            <a:ext cx="1206162" cy="22201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79" name="TextBox 78">
            <a:extLst>
              <a:ext uri="{FF2B5EF4-FFF2-40B4-BE49-F238E27FC236}">
                <a16:creationId xmlns:a16="http://schemas.microsoft.com/office/drawing/2014/main" id="{079A09DA-E2F4-44AF-A165-8253190F9AA0}"/>
              </a:ext>
            </a:extLst>
          </p:cNvPr>
          <p:cNvSpPr txBox="1"/>
          <p:nvPr/>
        </p:nvSpPr>
        <p:spPr>
          <a:xfrm>
            <a:off x="8088912" y="1671596"/>
            <a:ext cx="264816" cy="230832"/>
          </a:xfrm>
          <a:prstGeom prst="rect">
            <a:avLst/>
          </a:prstGeom>
          <a:noFill/>
        </p:spPr>
        <p:txBody>
          <a:bodyPr wrap="square" rtlCol="0">
            <a:spAutoFit/>
          </a:bodyPr>
          <a:lstStyle/>
          <a:p>
            <a:r>
              <a:rPr lang="en-US" altLang="ko-KR" sz="900" dirty="0"/>
              <a:t>~</a:t>
            </a:r>
            <a:endParaRPr lang="ko-KR" altLang="en-US" sz="900" dirty="0"/>
          </a:p>
        </p:txBody>
      </p:sp>
      <p:sp>
        <p:nvSpPr>
          <p:cNvPr id="80" name="직사각형 79">
            <a:extLst>
              <a:ext uri="{FF2B5EF4-FFF2-40B4-BE49-F238E27FC236}">
                <a16:creationId xmlns:a16="http://schemas.microsoft.com/office/drawing/2014/main" id="{D1D13EC7-65D3-4AA9-A7BD-AF4395E8371F}"/>
              </a:ext>
            </a:extLst>
          </p:cNvPr>
          <p:cNvSpPr/>
          <p:nvPr/>
        </p:nvSpPr>
        <p:spPr>
          <a:xfrm>
            <a:off x="8388017" y="1683730"/>
            <a:ext cx="1206162" cy="22201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81" name="TextBox 80">
            <a:extLst>
              <a:ext uri="{FF2B5EF4-FFF2-40B4-BE49-F238E27FC236}">
                <a16:creationId xmlns:a16="http://schemas.microsoft.com/office/drawing/2014/main" id="{8B04C1AF-DDCC-47D4-AD64-A633AAD90936}"/>
              </a:ext>
            </a:extLst>
          </p:cNvPr>
          <p:cNvSpPr txBox="1"/>
          <p:nvPr/>
        </p:nvSpPr>
        <p:spPr>
          <a:xfrm>
            <a:off x="1788899" y="830359"/>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82" name="TextBox 81">
            <a:extLst>
              <a:ext uri="{FF2B5EF4-FFF2-40B4-BE49-F238E27FC236}">
                <a16:creationId xmlns:a16="http://schemas.microsoft.com/office/drawing/2014/main" id="{8B04C1AF-DDCC-47D4-AD64-A633AAD90936}"/>
              </a:ext>
            </a:extLst>
          </p:cNvPr>
          <p:cNvSpPr txBox="1"/>
          <p:nvPr/>
        </p:nvSpPr>
        <p:spPr>
          <a:xfrm>
            <a:off x="1766733" y="3110669"/>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2279604121"/>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2" name="표 31">
            <a:extLst>
              <a:ext uri="{FF2B5EF4-FFF2-40B4-BE49-F238E27FC236}">
                <a16:creationId xmlns:a16="http://schemas.microsoft.com/office/drawing/2014/main" id="{67B3B92E-E588-41D0-B091-947E6CDFF24B}"/>
              </a:ext>
            </a:extLst>
          </p:cNvPr>
          <p:cNvGraphicFramePr>
            <a:graphicFrameLocks noGrp="1"/>
          </p:cNvGraphicFramePr>
          <p:nvPr>
            <p:extLst>
              <p:ext uri="{D42A27DB-BD31-4B8C-83A1-F6EECF244321}">
                <p14:modId xmlns:p14="http://schemas.microsoft.com/office/powerpoint/2010/main" val="1522846998"/>
              </p:ext>
            </p:extLst>
          </p:nvPr>
        </p:nvGraphicFramePr>
        <p:xfrm>
          <a:off x="1926733" y="1771341"/>
          <a:ext cx="7778540" cy="2262811"/>
        </p:xfrm>
        <a:graphic>
          <a:graphicData uri="http://schemas.openxmlformats.org/drawingml/2006/table">
            <a:tbl>
              <a:tblPr firstRow="1" bandRow="1">
                <a:tableStyleId>{5C22544A-7EE6-4342-B048-85BDC9FD1C3A}</a:tableStyleId>
              </a:tblPr>
              <a:tblGrid>
                <a:gridCol w="2787880">
                  <a:extLst>
                    <a:ext uri="{9D8B030D-6E8A-4147-A177-3AD203B41FA5}">
                      <a16:colId xmlns:a16="http://schemas.microsoft.com/office/drawing/2014/main" val="20000"/>
                    </a:ext>
                  </a:extLst>
                </a:gridCol>
                <a:gridCol w="511728">
                  <a:extLst>
                    <a:ext uri="{9D8B030D-6E8A-4147-A177-3AD203B41FA5}">
                      <a16:colId xmlns:a16="http://schemas.microsoft.com/office/drawing/2014/main" val="20001"/>
                    </a:ext>
                  </a:extLst>
                </a:gridCol>
                <a:gridCol w="847288">
                  <a:extLst>
                    <a:ext uri="{9D8B030D-6E8A-4147-A177-3AD203B41FA5}">
                      <a16:colId xmlns:a16="http://schemas.microsoft.com/office/drawing/2014/main" val="20003"/>
                    </a:ext>
                  </a:extLst>
                </a:gridCol>
                <a:gridCol w="701761">
                  <a:extLst>
                    <a:ext uri="{9D8B030D-6E8A-4147-A177-3AD203B41FA5}">
                      <a16:colId xmlns:a16="http://schemas.microsoft.com/office/drawing/2014/main" val="1373047276"/>
                    </a:ext>
                  </a:extLst>
                </a:gridCol>
                <a:gridCol w="1613601">
                  <a:extLst>
                    <a:ext uri="{9D8B030D-6E8A-4147-A177-3AD203B41FA5}">
                      <a16:colId xmlns:a16="http://schemas.microsoft.com/office/drawing/2014/main" val="20009"/>
                    </a:ext>
                  </a:extLst>
                </a:gridCol>
                <a:gridCol w="1316282">
                  <a:extLst>
                    <a:ext uri="{9D8B030D-6E8A-4147-A177-3AD203B41FA5}">
                      <a16:colId xmlns:a16="http://schemas.microsoft.com/office/drawing/2014/main" val="2179269706"/>
                    </a:ext>
                  </a:extLst>
                </a:gridCol>
              </a:tblGrid>
              <a:tr h="285598">
                <a:tc>
                  <a:txBody>
                    <a:bodyPr/>
                    <a:lstStyle/>
                    <a:p>
                      <a:pPr algn="ctr" latinLnBrk="1"/>
                      <a:r>
                        <a:rPr lang="ko-KR" altLang="en-US" sz="700" b="0" dirty="0">
                          <a:solidFill>
                            <a:schemeClr val="tx1"/>
                          </a:solidFill>
                        </a:rPr>
                        <a:t>상품 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rPr>
                        <a:t>QR </a:t>
                      </a:r>
                      <a:r>
                        <a:rPr lang="ko-KR" altLang="en-US" sz="700" b="0" dirty="0">
                          <a:solidFill>
                            <a:schemeClr val="tx1"/>
                          </a:solidFill>
                        </a:rPr>
                        <a:t>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700" b="0" dirty="0">
                          <a:solidFill>
                            <a:schemeClr val="tx1"/>
                          </a:solidFill>
                        </a:rPr>
                        <a:t>Shop</a:t>
                      </a:r>
                      <a:r>
                        <a:rPr lang="ko-KR" altLang="en-US" sz="700" b="0" dirty="0">
                          <a:solidFill>
                            <a:schemeClr val="tx1"/>
                          </a:solidFill>
                        </a:rPr>
                        <a:t> </a:t>
                      </a:r>
                      <a:r>
                        <a:rPr lang="ko-KR" altLang="en-US" sz="700" b="0" dirty="0" err="1">
                          <a:solidFill>
                            <a:schemeClr val="tx1"/>
                          </a:solidFill>
                        </a:rPr>
                        <a:t>채널명</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관리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659071">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endParaRPr lang="en-US" altLang="ko-KR" sz="800" b="0" dirty="0">
                        <a:solidFill>
                          <a:schemeClr val="tx1"/>
                        </a:solidFill>
                      </a:endParaRPr>
                    </a:p>
                    <a:p>
                      <a:pPr algn="l" latinLnBrk="1"/>
                      <a:endParaRPr lang="en-US" altLang="ko-KR" sz="800" b="0" dirty="0">
                        <a:solidFill>
                          <a:schemeClr val="tx1"/>
                        </a:solidFill>
                      </a:endParaRPr>
                    </a:p>
                    <a:p>
                      <a:pPr algn="ctr" latinLnBrk="1"/>
                      <a:r>
                        <a:rPr lang="en-US" altLang="ko-KR" sz="800" b="0" dirty="0">
                          <a:solidFill>
                            <a:schemeClr val="tx1"/>
                          </a:solidFill>
                        </a:rPr>
                        <a:t>10.000</a:t>
                      </a:r>
                      <a:r>
                        <a:rPr lang="ko-KR" altLang="en-US" sz="800" b="0" dirty="0">
                          <a:solidFill>
                            <a:schemeClr val="tx1"/>
                          </a:solidFill>
                        </a:rPr>
                        <a:t>원</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endParaRPr lang="en-US" altLang="ko-KR" sz="800" b="0" dirty="0">
                        <a:solidFill>
                          <a:schemeClr val="tx1"/>
                        </a:solidFill>
                      </a:endParaRPr>
                    </a:p>
                    <a:p>
                      <a:pPr algn="l" latinLnBrk="1"/>
                      <a:endParaRPr lang="en-US" altLang="ko-KR" sz="800" b="0" dirty="0">
                        <a:solidFill>
                          <a:schemeClr val="tx1"/>
                        </a:solidFill>
                      </a:endParaRPr>
                    </a:p>
                    <a:p>
                      <a:pPr algn="l" latinLnBrk="1"/>
                      <a:r>
                        <a:rPr lang="ko-KR" altLang="en-US" sz="800" b="0" dirty="0" err="1">
                          <a:solidFill>
                            <a:schemeClr val="tx1"/>
                          </a:solidFill>
                        </a:rPr>
                        <a:t>채널명</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659071">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endParaRPr lang="en-US" altLang="ko-KR" sz="800" b="0" dirty="0">
                        <a:solidFill>
                          <a:schemeClr val="tx1"/>
                        </a:solidFill>
                      </a:endParaRPr>
                    </a:p>
                    <a:p>
                      <a:pPr algn="l" latinLnBrk="1"/>
                      <a:endParaRPr lang="en-US" altLang="ko-KR" sz="800" b="0" dirty="0">
                        <a:solidFill>
                          <a:schemeClr val="tx1"/>
                        </a:solidFill>
                      </a:endParaRPr>
                    </a:p>
                    <a:p>
                      <a:pPr algn="ctr" latinLnBrk="1"/>
                      <a:r>
                        <a:rPr lang="en-US" altLang="ko-KR" sz="800" b="0" dirty="0">
                          <a:solidFill>
                            <a:schemeClr val="tx1"/>
                          </a:solidFill>
                        </a:rPr>
                        <a:t>20,000</a:t>
                      </a:r>
                      <a:r>
                        <a:rPr lang="ko-KR" altLang="en-US" sz="800" b="0" dirty="0">
                          <a:solidFill>
                            <a:schemeClr val="tx1"/>
                          </a:solidFill>
                        </a:rPr>
                        <a:t>원</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endParaRPr lang="en-US" altLang="ko-KR" sz="800" b="0" dirty="0">
                        <a:solidFill>
                          <a:schemeClr val="tx1"/>
                        </a:solidFill>
                      </a:endParaRPr>
                    </a:p>
                    <a:p>
                      <a:pPr algn="l" latinLnBrk="1"/>
                      <a:endParaRPr lang="en-US" altLang="ko-KR" sz="800" b="0" dirty="0">
                        <a:solidFill>
                          <a:schemeClr val="tx1"/>
                        </a:solidFill>
                      </a:endParaRPr>
                    </a:p>
                    <a:p>
                      <a:pPr algn="l" latinLnBrk="1"/>
                      <a:r>
                        <a:rPr lang="ko-KR" altLang="en-US" sz="800" b="0" dirty="0" err="1">
                          <a:solidFill>
                            <a:schemeClr val="tx1"/>
                          </a:solidFill>
                        </a:rPr>
                        <a:t>채널명</a:t>
                      </a:r>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659071">
                <a:tc>
                  <a:txBody>
                    <a:bodyPr/>
                    <a:lstStyle/>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endParaRPr lang="en-US" altLang="ko-KR" sz="800" b="0" dirty="0">
                        <a:solidFill>
                          <a:schemeClr val="tx1"/>
                        </a:solidFill>
                      </a:endParaRPr>
                    </a:p>
                    <a:p>
                      <a:pPr algn="l" latinLnBrk="1"/>
                      <a:endParaRPr lang="en-US" altLang="ko-KR" sz="800" b="0" dirty="0">
                        <a:solidFill>
                          <a:schemeClr val="tx1"/>
                        </a:solidFill>
                      </a:endParaRPr>
                    </a:p>
                    <a:p>
                      <a:pPr algn="ctr" latinLnBrk="1"/>
                      <a:r>
                        <a:rPr lang="en-US" altLang="ko-KR" sz="800" b="0" dirty="0">
                          <a:solidFill>
                            <a:schemeClr val="tx1"/>
                          </a:solidFill>
                        </a:rPr>
                        <a:t>30,000</a:t>
                      </a:r>
                      <a:r>
                        <a:rPr lang="ko-KR" altLang="en-US" sz="800" b="0" dirty="0">
                          <a:solidFill>
                            <a:schemeClr val="tx1"/>
                          </a:solidFill>
                        </a:rPr>
                        <a:t>원</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endParaRPr lang="en-US" altLang="ko-KR" sz="800" b="0" dirty="0">
                        <a:solidFill>
                          <a:schemeClr val="tx1"/>
                        </a:solidFill>
                      </a:endParaRPr>
                    </a:p>
                    <a:p>
                      <a:pPr algn="l" latinLnBrk="1"/>
                      <a:endParaRPr lang="en-US" altLang="ko-KR" sz="800" b="0" dirty="0">
                        <a:solidFill>
                          <a:schemeClr val="tx1"/>
                        </a:solidFill>
                      </a:endParaRPr>
                    </a:p>
                    <a:p>
                      <a:pPr algn="l" latinLnBrk="1"/>
                      <a:r>
                        <a:rPr lang="ko-KR" altLang="en-US" sz="800" b="0" dirty="0" err="1">
                          <a:solidFill>
                            <a:schemeClr val="tx1"/>
                          </a:solidFill>
                        </a:rPr>
                        <a:t>채널명</a:t>
                      </a:r>
                      <a:r>
                        <a:rPr lang="en-US" altLang="ko-KR" sz="800" b="0" dirty="0">
                          <a:solidFill>
                            <a:schemeClr val="tx1"/>
                          </a:solidFill>
                        </a:rPr>
                        <a:t>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33" name="직사각형 32">
            <a:extLst>
              <a:ext uri="{FF2B5EF4-FFF2-40B4-BE49-F238E27FC236}">
                <a16:creationId xmlns:a16="http://schemas.microsoft.com/office/drawing/2014/main" id="{81C9AE9F-5403-4770-A435-F6FCD61204E1}"/>
              </a:ext>
            </a:extLst>
          </p:cNvPr>
          <p:cNvSpPr/>
          <p:nvPr/>
        </p:nvSpPr>
        <p:spPr>
          <a:xfrm>
            <a:off x="9145984" y="2273502"/>
            <a:ext cx="438643" cy="20284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비우기</a:t>
            </a:r>
            <a:endParaRPr lang="en-US" altLang="ko-KR" sz="600" dirty="0">
              <a:solidFill>
                <a:schemeClr val="bg1"/>
              </a:solidFill>
            </a:endParaRPr>
          </a:p>
        </p:txBody>
      </p:sp>
      <p:sp>
        <p:nvSpPr>
          <p:cNvPr id="34" name="직사각형 33">
            <a:extLst>
              <a:ext uri="{FF2B5EF4-FFF2-40B4-BE49-F238E27FC236}">
                <a16:creationId xmlns:a16="http://schemas.microsoft.com/office/drawing/2014/main" id="{11E70485-4032-4991-A6C3-273785B5EFCC}"/>
              </a:ext>
            </a:extLst>
          </p:cNvPr>
          <p:cNvSpPr/>
          <p:nvPr/>
        </p:nvSpPr>
        <p:spPr>
          <a:xfrm>
            <a:off x="8571203" y="2277272"/>
            <a:ext cx="438643" cy="199075"/>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방문</a:t>
            </a:r>
            <a:endParaRPr lang="en-US" altLang="ko-KR" sz="600" dirty="0">
              <a:solidFill>
                <a:schemeClr val="bg1"/>
              </a:solidFill>
            </a:endParaRPr>
          </a:p>
        </p:txBody>
      </p:sp>
      <p:grpSp>
        <p:nvGrpSpPr>
          <p:cNvPr id="5" name="그룹 4">
            <a:extLst>
              <a:ext uri="{FF2B5EF4-FFF2-40B4-BE49-F238E27FC236}">
                <a16:creationId xmlns:a16="http://schemas.microsoft.com/office/drawing/2014/main" id="{54613AB3-CE8C-4428-9894-6C5DE59434FD}"/>
              </a:ext>
            </a:extLst>
          </p:cNvPr>
          <p:cNvGrpSpPr/>
          <p:nvPr/>
        </p:nvGrpSpPr>
        <p:grpSpPr>
          <a:xfrm>
            <a:off x="2087323" y="2173908"/>
            <a:ext cx="689346" cy="440906"/>
            <a:chOff x="2843808" y="1955121"/>
            <a:chExt cx="1674813" cy="596970"/>
          </a:xfrm>
          <a:solidFill>
            <a:schemeClr val="bg1">
              <a:lumMod val="95000"/>
            </a:schemeClr>
          </a:solidFill>
        </p:grpSpPr>
        <p:sp>
          <p:nvSpPr>
            <p:cNvPr id="6" name="Border">
              <a:extLst>
                <a:ext uri="{FF2B5EF4-FFF2-40B4-BE49-F238E27FC236}">
                  <a16:creationId xmlns:a16="http://schemas.microsoft.com/office/drawing/2014/main" id="{A34535E5-292B-4A54-8F1A-026F6E9F36E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 name="Line 2">
              <a:extLst>
                <a:ext uri="{FF2B5EF4-FFF2-40B4-BE49-F238E27FC236}">
                  <a16:creationId xmlns:a16="http://schemas.microsoft.com/office/drawing/2014/main" id="{377777D6-F01E-4E68-B002-4C311AECC9A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1">
              <a:extLst>
                <a:ext uri="{FF2B5EF4-FFF2-40B4-BE49-F238E27FC236}">
                  <a16:creationId xmlns:a16="http://schemas.microsoft.com/office/drawing/2014/main" id="{75B8D18C-8E40-40D4-AF90-79C65DF2595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TextBox 8">
              <a:extLst>
                <a:ext uri="{FF2B5EF4-FFF2-40B4-BE49-F238E27FC236}">
                  <a16:creationId xmlns:a16="http://schemas.microsoft.com/office/drawing/2014/main" id="{7665ACB7-967B-4C04-BA0E-B7BFD60AC35A}"/>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grpSp>
        <p:nvGrpSpPr>
          <p:cNvPr id="42" name="그룹 41">
            <a:extLst>
              <a:ext uri="{FF2B5EF4-FFF2-40B4-BE49-F238E27FC236}">
                <a16:creationId xmlns:a16="http://schemas.microsoft.com/office/drawing/2014/main" id="{54613AB3-CE8C-4428-9894-6C5DE59434FD}"/>
              </a:ext>
            </a:extLst>
          </p:cNvPr>
          <p:cNvGrpSpPr/>
          <p:nvPr/>
        </p:nvGrpSpPr>
        <p:grpSpPr>
          <a:xfrm>
            <a:off x="2087323" y="2818943"/>
            <a:ext cx="689346" cy="440906"/>
            <a:chOff x="2843808" y="1955121"/>
            <a:chExt cx="1674813" cy="596970"/>
          </a:xfrm>
          <a:solidFill>
            <a:schemeClr val="bg1">
              <a:lumMod val="95000"/>
            </a:schemeClr>
          </a:solidFill>
        </p:grpSpPr>
        <p:sp>
          <p:nvSpPr>
            <p:cNvPr id="43" name="Border">
              <a:extLst>
                <a:ext uri="{FF2B5EF4-FFF2-40B4-BE49-F238E27FC236}">
                  <a16:creationId xmlns:a16="http://schemas.microsoft.com/office/drawing/2014/main" id="{A34535E5-292B-4A54-8F1A-026F6E9F36E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4" name="Line 2">
              <a:extLst>
                <a:ext uri="{FF2B5EF4-FFF2-40B4-BE49-F238E27FC236}">
                  <a16:creationId xmlns:a16="http://schemas.microsoft.com/office/drawing/2014/main" id="{377777D6-F01E-4E68-B002-4C311AECC9A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5" name="Line 1">
              <a:extLst>
                <a:ext uri="{FF2B5EF4-FFF2-40B4-BE49-F238E27FC236}">
                  <a16:creationId xmlns:a16="http://schemas.microsoft.com/office/drawing/2014/main" id="{75B8D18C-8E40-40D4-AF90-79C65DF2595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6" name="TextBox 45">
              <a:extLst>
                <a:ext uri="{FF2B5EF4-FFF2-40B4-BE49-F238E27FC236}">
                  <a16:creationId xmlns:a16="http://schemas.microsoft.com/office/drawing/2014/main" id="{7665ACB7-967B-4C04-BA0E-B7BFD60AC35A}"/>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grpSp>
        <p:nvGrpSpPr>
          <p:cNvPr id="47" name="그룹 46">
            <a:extLst>
              <a:ext uri="{FF2B5EF4-FFF2-40B4-BE49-F238E27FC236}">
                <a16:creationId xmlns:a16="http://schemas.microsoft.com/office/drawing/2014/main" id="{54613AB3-CE8C-4428-9894-6C5DE59434FD}"/>
              </a:ext>
            </a:extLst>
          </p:cNvPr>
          <p:cNvGrpSpPr/>
          <p:nvPr/>
        </p:nvGrpSpPr>
        <p:grpSpPr>
          <a:xfrm>
            <a:off x="2084418" y="3485868"/>
            <a:ext cx="689346" cy="440906"/>
            <a:chOff x="2843808" y="1955121"/>
            <a:chExt cx="1674813" cy="596970"/>
          </a:xfrm>
          <a:solidFill>
            <a:schemeClr val="bg1">
              <a:lumMod val="95000"/>
            </a:schemeClr>
          </a:solidFill>
        </p:grpSpPr>
        <p:sp>
          <p:nvSpPr>
            <p:cNvPr id="48" name="Border">
              <a:extLst>
                <a:ext uri="{FF2B5EF4-FFF2-40B4-BE49-F238E27FC236}">
                  <a16:creationId xmlns:a16="http://schemas.microsoft.com/office/drawing/2014/main" id="{A34535E5-292B-4A54-8F1A-026F6E9F36E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9" name="Line 2">
              <a:extLst>
                <a:ext uri="{FF2B5EF4-FFF2-40B4-BE49-F238E27FC236}">
                  <a16:creationId xmlns:a16="http://schemas.microsoft.com/office/drawing/2014/main" id="{377777D6-F01E-4E68-B002-4C311AECC9A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0" name="Line 1">
              <a:extLst>
                <a:ext uri="{FF2B5EF4-FFF2-40B4-BE49-F238E27FC236}">
                  <a16:creationId xmlns:a16="http://schemas.microsoft.com/office/drawing/2014/main" id="{75B8D18C-8E40-40D4-AF90-79C65DF2595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1" name="TextBox 50">
              <a:extLst>
                <a:ext uri="{FF2B5EF4-FFF2-40B4-BE49-F238E27FC236}">
                  <a16:creationId xmlns:a16="http://schemas.microsoft.com/office/drawing/2014/main" id="{7665ACB7-967B-4C04-BA0E-B7BFD60AC35A}"/>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0" name="직사각형 9">
            <a:extLst>
              <a:ext uri="{FF2B5EF4-FFF2-40B4-BE49-F238E27FC236}">
                <a16:creationId xmlns:a16="http://schemas.microsoft.com/office/drawing/2014/main" id="{B45796C6-F870-4148-A8DC-A5E07662CEB6}"/>
              </a:ext>
            </a:extLst>
          </p:cNvPr>
          <p:cNvSpPr/>
          <p:nvPr/>
        </p:nvSpPr>
        <p:spPr>
          <a:xfrm>
            <a:off x="2857741" y="2069680"/>
            <a:ext cx="2116119" cy="646331"/>
          </a:xfrm>
          <a:prstGeom prst="rect">
            <a:avLst/>
          </a:prstGeom>
        </p:spPr>
        <p:txBody>
          <a:bodyPr wrap="square">
            <a:spAutoFit/>
          </a:bodyPr>
          <a:lstStyle/>
          <a:p>
            <a:pPr>
              <a:lnSpc>
                <a:spcPct val="150000"/>
              </a:lnSpc>
              <a:defRPr/>
            </a:pPr>
            <a:r>
              <a:rPr lang="en-US" altLang="ko-KR" sz="800" b="1" dirty="0"/>
              <a:t>[a11111]</a:t>
            </a:r>
          </a:p>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a:t>
            </a:r>
            <a:endParaRPr lang="ko-KR" altLang="en-US" sz="800" b="1" dirty="0"/>
          </a:p>
        </p:txBody>
      </p:sp>
      <p:sp>
        <p:nvSpPr>
          <p:cNvPr id="52" name="직사각형 51">
            <a:extLst>
              <a:ext uri="{FF2B5EF4-FFF2-40B4-BE49-F238E27FC236}">
                <a16:creationId xmlns:a16="http://schemas.microsoft.com/office/drawing/2014/main" id="{B45796C6-F870-4148-A8DC-A5E07662CEB6}"/>
              </a:ext>
            </a:extLst>
          </p:cNvPr>
          <p:cNvSpPr/>
          <p:nvPr/>
        </p:nvSpPr>
        <p:spPr>
          <a:xfrm>
            <a:off x="2857741" y="2728750"/>
            <a:ext cx="2116119" cy="646331"/>
          </a:xfrm>
          <a:prstGeom prst="rect">
            <a:avLst/>
          </a:prstGeom>
        </p:spPr>
        <p:txBody>
          <a:bodyPr wrap="square">
            <a:spAutoFit/>
          </a:bodyPr>
          <a:lstStyle/>
          <a:p>
            <a:pPr>
              <a:lnSpc>
                <a:spcPct val="150000"/>
              </a:lnSpc>
              <a:defRPr/>
            </a:pPr>
            <a:r>
              <a:rPr lang="en-US" altLang="ko-KR" sz="800" b="1" dirty="0"/>
              <a:t>[a22222]</a:t>
            </a:r>
          </a:p>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a:t>
            </a:r>
            <a:endParaRPr lang="ko-KR" altLang="en-US" sz="800" b="1" dirty="0"/>
          </a:p>
        </p:txBody>
      </p:sp>
      <p:sp>
        <p:nvSpPr>
          <p:cNvPr id="53" name="직사각형 52">
            <a:extLst>
              <a:ext uri="{FF2B5EF4-FFF2-40B4-BE49-F238E27FC236}">
                <a16:creationId xmlns:a16="http://schemas.microsoft.com/office/drawing/2014/main" id="{B45796C6-F870-4148-A8DC-A5E07662CEB6}"/>
              </a:ext>
            </a:extLst>
          </p:cNvPr>
          <p:cNvSpPr/>
          <p:nvPr/>
        </p:nvSpPr>
        <p:spPr>
          <a:xfrm>
            <a:off x="2854836" y="3400560"/>
            <a:ext cx="2116119" cy="646331"/>
          </a:xfrm>
          <a:prstGeom prst="rect">
            <a:avLst/>
          </a:prstGeom>
        </p:spPr>
        <p:txBody>
          <a:bodyPr wrap="square">
            <a:spAutoFit/>
          </a:bodyPr>
          <a:lstStyle/>
          <a:p>
            <a:pPr>
              <a:lnSpc>
                <a:spcPct val="150000"/>
              </a:lnSpc>
              <a:defRPr/>
            </a:pPr>
            <a:r>
              <a:rPr lang="en-US" altLang="ko-KR" sz="800" b="1" dirty="0"/>
              <a:t>[a33333]</a:t>
            </a:r>
          </a:p>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a:t>
            </a:r>
            <a:endParaRPr lang="ko-KR" altLang="en-US" sz="800" b="1" dirty="0"/>
          </a:p>
        </p:txBody>
      </p:sp>
      <p:pic>
        <p:nvPicPr>
          <p:cNvPr id="54" name="Picture 2">
            <a:extLst>
              <a:ext uri="{FF2B5EF4-FFF2-40B4-BE49-F238E27FC236}">
                <a16:creationId xmlns:a16="http://schemas.microsoft.com/office/drawing/2014/main" id="{9DBD7ABE-A358-4C58-8E88-EEA1D309F4C4}"/>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586948" y="4364519"/>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5" name="직사각형 54">
            <a:extLst>
              <a:ext uri="{FF2B5EF4-FFF2-40B4-BE49-F238E27FC236}">
                <a16:creationId xmlns:a16="http://schemas.microsoft.com/office/drawing/2014/main" id="{2A554BDB-8DEA-4940-9EE5-131C5FE3DF52}"/>
              </a:ext>
            </a:extLst>
          </p:cNvPr>
          <p:cNvSpPr/>
          <p:nvPr/>
        </p:nvSpPr>
        <p:spPr>
          <a:xfrm>
            <a:off x="2843127" y="942294"/>
            <a:ext cx="5521056" cy="18389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graphicFrame>
        <p:nvGraphicFramePr>
          <p:cNvPr id="56" name="표 63">
            <a:extLst>
              <a:ext uri="{FF2B5EF4-FFF2-40B4-BE49-F238E27FC236}">
                <a16:creationId xmlns:a16="http://schemas.microsoft.com/office/drawing/2014/main" id="{477FA6EC-C084-42AE-ADCD-A354BA2086C8}"/>
              </a:ext>
            </a:extLst>
          </p:cNvPr>
          <p:cNvGraphicFramePr>
            <a:graphicFrameLocks noGrp="1"/>
          </p:cNvGraphicFramePr>
          <p:nvPr>
            <p:extLst>
              <p:ext uri="{D42A27DB-BD31-4B8C-83A1-F6EECF244321}">
                <p14:modId xmlns:p14="http://schemas.microsoft.com/office/powerpoint/2010/main" val="2307976411"/>
              </p:ext>
            </p:extLst>
          </p:nvPr>
        </p:nvGraphicFramePr>
        <p:xfrm>
          <a:off x="1914895" y="908906"/>
          <a:ext cx="7790380" cy="244585"/>
        </p:xfrm>
        <a:graphic>
          <a:graphicData uri="http://schemas.openxmlformats.org/drawingml/2006/table">
            <a:tbl>
              <a:tblPr firstRow="1" bandRow="1">
                <a:tableStyleId>{5940675A-B579-460E-94D1-54222C63F5DA}</a:tableStyleId>
              </a:tblPr>
              <a:tblGrid>
                <a:gridCol w="863934">
                  <a:extLst>
                    <a:ext uri="{9D8B030D-6E8A-4147-A177-3AD203B41FA5}">
                      <a16:colId xmlns:a16="http://schemas.microsoft.com/office/drawing/2014/main" val="3701388552"/>
                    </a:ext>
                  </a:extLst>
                </a:gridCol>
                <a:gridCol w="6926446">
                  <a:extLst>
                    <a:ext uri="{9D8B030D-6E8A-4147-A177-3AD203B41FA5}">
                      <a16:colId xmlns:a16="http://schemas.microsoft.com/office/drawing/2014/main" val="339215266"/>
                    </a:ext>
                  </a:extLst>
                </a:gridCol>
              </a:tblGrid>
              <a:tr h="244585">
                <a:tc>
                  <a:txBody>
                    <a:bodyPr/>
                    <a:lstStyle/>
                    <a:p>
                      <a:pPr algn="ctr" latinLnBrk="1"/>
                      <a:r>
                        <a:rPr lang="ko-KR" altLang="en-US" sz="900" dirty="0" err="1"/>
                        <a:t>채널명</a:t>
                      </a:r>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bl>
          </a:graphicData>
        </a:graphic>
      </p:graphicFrame>
      <p:sp>
        <p:nvSpPr>
          <p:cNvPr id="57" name="직사각형 56">
            <a:extLst>
              <a:ext uri="{FF2B5EF4-FFF2-40B4-BE49-F238E27FC236}">
                <a16:creationId xmlns:a16="http://schemas.microsoft.com/office/drawing/2014/main" id="{8FE5BC15-7C4B-4900-99E2-92CD2BAAE3A4}"/>
              </a:ext>
            </a:extLst>
          </p:cNvPr>
          <p:cNvSpPr/>
          <p:nvPr/>
        </p:nvSpPr>
        <p:spPr>
          <a:xfrm>
            <a:off x="8928962" y="93386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58" name="TextBox 57">
            <a:extLst>
              <a:ext uri="{FF2B5EF4-FFF2-40B4-BE49-F238E27FC236}">
                <a16:creationId xmlns:a16="http://schemas.microsoft.com/office/drawing/2014/main" id="{F5FDCE0F-A440-4B00-A4E3-37F49BB5FF6E}"/>
              </a:ext>
            </a:extLst>
          </p:cNvPr>
          <p:cNvSpPr txBox="1"/>
          <p:nvPr/>
        </p:nvSpPr>
        <p:spPr>
          <a:xfrm>
            <a:off x="1926733" y="1530730"/>
            <a:ext cx="761547" cy="215444"/>
          </a:xfrm>
          <a:prstGeom prst="rect">
            <a:avLst/>
          </a:prstGeom>
          <a:noFill/>
        </p:spPr>
        <p:txBody>
          <a:bodyPr wrap="square" rtlCol="0">
            <a:spAutoFit/>
          </a:bodyPr>
          <a:lstStyle/>
          <a:p>
            <a:r>
              <a:rPr lang="ko-KR" altLang="en-US" sz="800" dirty="0"/>
              <a:t>총 </a:t>
            </a:r>
            <a:r>
              <a:rPr lang="en-US" altLang="ko-KR" sz="800" dirty="0"/>
              <a:t>00</a:t>
            </a:r>
            <a:r>
              <a:rPr lang="ko-KR" altLang="en-US" sz="800" dirty="0"/>
              <a:t>건</a:t>
            </a:r>
          </a:p>
        </p:txBody>
      </p:sp>
      <p:graphicFrame>
        <p:nvGraphicFramePr>
          <p:cNvPr id="59" name="표 58">
            <a:extLst>
              <a:ext uri="{FF2B5EF4-FFF2-40B4-BE49-F238E27FC236}">
                <a16:creationId xmlns:a16="http://schemas.microsoft.com/office/drawing/2014/main" id="{3D52F8B6-A1CE-47CB-A10A-A310F7289AEC}"/>
              </a:ext>
            </a:extLst>
          </p:cNvPr>
          <p:cNvGraphicFramePr>
            <a:graphicFrameLocks noGrp="1"/>
          </p:cNvGraphicFramePr>
          <p:nvPr>
            <p:extLst>
              <p:ext uri="{D42A27DB-BD31-4B8C-83A1-F6EECF244321}">
                <p14:modId xmlns:p14="http://schemas.microsoft.com/office/powerpoint/2010/main" val="2155556832"/>
              </p:ext>
            </p:extLst>
          </p:nvPr>
        </p:nvGraphicFramePr>
        <p:xfrm>
          <a:off x="10171774" y="22159"/>
          <a:ext cx="1979018" cy="233275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RF-01-07-16</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장바구니 목록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장바구니에</a:t>
                      </a:r>
                      <a:r>
                        <a:rPr lang="ko-KR" altLang="en-US" sz="800" baseline="0" dirty="0"/>
                        <a:t> 등록한 상품들이 표시되는 화면</a:t>
                      </a:r>
                      <a:endParaRPr lang="ko-KR" altLang="en-US" sz="800" dirty="0"/>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276575178"/>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클릭 시 </a:t>
                      </a:r>
                      <a:r>
                        <a:rPr lang="en-US" altLang="ko-KR" sz="800" b="0" dirty="0">
                          <a:solidFill>
                            <a:schemeClr val="tx1"/>
                          </a:solidFill>
                        </a:rPr>
                        <a:t>QR</a:t>
                      </a:r>
                      <a:r>
                        <a:rPr lang="en-US" altLang="ko-KR" sz="800" b="0" baseline="0" dirty="0">
                          <a:solidFill>
                            <a:schemeClr val="tx1"/>
                          </a:solidFill>
                        </a:rPr>
                        <a:t> </a:t>
                      </a:r>
                      <a:r>
                        <a:rPr lang="ko-KR" altLang="en-US" sz="800" b="0" baseline="0" dirty="0">
                          <a:solidFill>
                            <a:schemeClr val="tx1"/>
                          </a:solidFill>
                        </a:rPr>
                        <a:t>코드가 확대된 화면이 나온다</a:t>
                      </a:r>
                      <a:r>
                        <a:rPr lang="en-US" altLang="ko-KR" sz="800" b="0" baseline="0" dirty="0">
                          <a:solidFill>
                            <a:schemeClr val="tx1"/>
                          </a:solidFill>
                        </a:rPr>
                        <a:t>. </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RF-01-07-16-1 </a:t>
                      </a:r>
                      <a:r>
                        <a:rPr lang="ko-KR" altLang="en-US" sz="800" dirty="0"/>
                        <a:t>참고</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상품 상세 보기로 이동</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장바구니 비우기 버튼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82562567"/>
                  </a:ext>
                </a:extLst>
              </a:tr>
            </a:tbl>
          </a:graphicData>
        </a:graphic>
      </p:graphicFrame>
      <p:sp>
        <p:nvSpPr>
          <p:cNvPr id="61" name="직사각형 60">
            <a:extLst>
              <a:ext uri="{FF2B5EF4-FFF2-40B4-BE49-F238E27FC236}">
                <a16:creationId xmlns:a16="http://schemas.microsoft.com/office/drawing/2014/main" id="{81C9AE9F-5403-4770-A435-F6FCD61204E1}"/>
              </a:ext>
            </a:extLst>
          </p:cNvPr>
          <p:cNvSpPr/>
          <p:nvPr/>
        </p:nvSpPr>
        <p:spPr>
          <a:xfrm>
            <a:off x="9145984" y="2950406"/>
            <a:ext cx="438643" cy="20284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비우기</a:t>
            </a:r>
            <a:endParaRPr lang="en-US" altLang="ko-KR" sz="600" dirty="0">
              <a:solidFill>
                <a:schemeClr val="bg1"/>
              </a:solidFill>
            </a:endParaRPr>
          </a:p>
        </p:txBody>
      </p:sp>
      <p:sp>
        <p:nvSpPr>
          <p:cNvPr id="62" name="직사각형 61">
            <a:extLst>
              <a:ext uri="{FF2B5EF4-FFF2-40B4-BE49-F238E27FC236}">
                <a16:creationId xmlns:a16="http://schemas.microsoft.com/office/drawing/2014/main" id="{11E70485-4032-4991-A6C3-273785B5EFCC}"/>
              </a:ext>
            </a:extLst>
          </p:cNvPr>
          <p:cNvSpPr/>
          <p:nvPr/>
        </p:nvSpPr>
        <p:spPr>
          <a:xfrm>
            <a:off x="8571203" y="2954176"/>
            <a:ext cx="438643" cy="199075"/>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방문</a:t>
            </a:r>
            <a:endParaRPr lang="en-US" altLang="ko-KR" sz="600" dirty="0">
              <a:solidFill>
                <a:schemeClr val="bg1"/>
              </a:solidFill>
            </a:endParaRPr>
          </a:p>
        </p:txBody>
      </p:sp>
      <p:sp>
        <p:nvSpPr>
          <p:cNvPr id="63" name="직사각형 62">
            <a:extLst>
              <a:ext uri="{FF2B5EF4-FFF2-40B4-BE49-F238E27FC236}">
                <a16:creationId xmlns:a16="http://schemas.microsoft.com/office/drawing/2014/main" id="{81C9AE9F-5403-4770-A435-F6FCD61204E1}"/>
              </a:ext>
            </a:extLst>
          </p:cNvPr>
          <p:cNvSpPr/>
          <p:nvPr/>
        </p:nvSpPr>
        <p:spPr>
          <a:xfrm>
            <a:off x="9145984" y="3612535"/>
            <a:ext cx="438643" cy="20284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비우기</a:t>
            </a:r>
            <a:endParaRPr lang="en-US" altLang="ko-KR" sz="600" dirty="0">
              <a:solidFill>
                <a:schemeClr val="bg1"/>
              </a:solidFill>
            </a:endParaRPr>
          </a:p>
        </p:txBody>
      </p:sp>
      <p:sp>
        <p:nvSpPr>
          <p:cNvPr id="64" name="직사각형 63">
            <a:extLst>
              <a:ext uri="{FF2B5EF4-FFF2-40B4-BE49-F238E27FC236}">
                <a16:creationId xmlns:a16="http://schemas.microsoft.com/office/drawing/2014/main" id="{11E70485-4032-4991-A6C3-273785B5EFCC}"/>
              </a:ext>
            </a:extLst>
          </p:cNvPr>
          <p:cNvSpPr/>
          <p:nvPr/>
        </p:nvSpPr>
        <p:spPr>
          <a:xfrm>
            <a:off x="8571203" y="3616305"/>
            <a:ext cx="438643" cy="199075"/>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방문</a:t>
            </a:r>
            <a:endParaRPr lang="en-US" altLang="ko-KR" sz="600" dirty="0">
              <a:solidFill>
                <a:schemeClr val="bg1"/>
              </a:solidFill>
            </a:endParaRPr>
          </a:p>
        </p:txBody>
      </p:sp>
      <p:pic>
        <p:nvPicPr>
          <p:cNvPr id="65" name="그림 64">
            <a:extLst>
              <a:ext uri="{FF2B5EF4-FFF2-40B4-BE49-F238E27FC236}">
                <a16:creationId xmlns:a16="http://schemas.microsoft.com/office/drawing/2014/main" id="{81825F92-20E3-497A-92A9-065C3DF0DA8A}"/>
              </a:ext>
            </a:extLst>
          </p:cNvPr>
          <p:cNvPicPr>
            <a:picLocks noChangeAspect="1"/>
          </p:cNvPicPr>
          <p:nvPr/>
        </p:nvPicPr>
        <p:blipFill>
          <a:blip r:embed="rId3"/>
          <a:stretch>
            <a:fillRect/>
          </a:stretch>
        </p:blipFill>
        <p:spPr>
          <a:xfrm>
            <a:off x="6259262" y="2245106"/>
            <a:ext cx="341530" cy="341530"/>
          </a:xfrm>
          <a:prstGeom prst="rect">
            <a:avLst/>
          </a:prstGeom>
        </p:spPr>
      </p:pic>
      <p:pic>
        <p:nvPicPr>
          <p:cNvPr id="66" name="그림 65">
            <a:extLst>
              <a:ext uri="{FF2B5EF4-FFF2-40B4-BE49-F238E27FC236}">
                <a16:creationId xmlns:a16="http://schemas.microsoft.com/office/drawing/2014/main" id="{81825F92-20E3-497A-92A9-065C3DF0DA8A}"/>
              </a:ext>
            </a:extLst>
          </p:cNvPr>
          <p:cNvPicPr>
            <a:picLocks noChangeAspect="1"/>
          </p:cNvPicPr>
          <p:nvPr/>
        </p:nvPicPr>
        <p:blipFill>
          <a:blip r:embed="rId3"/>
          <a:stretch>
            <a:fillRect/>
          </a:stretch>
        </p:blipFill>
        <p:spPr>
          <a:xfrm>
            <a:off x="6259262" y="2881063"/>
            <a:ext cx="341530" cy="341530"/>
          </a:xfrm>
          <a:prstGeom prst="rect">
            <a:avLst/>
          </a:prstGeom>
        </p:spPr>
      </p:pic>
      <p:pic>
        <p:nvPicPr>
          <p:cNvPr id="67" name="그림 66">
            <a:extLst>
              <a:ext uri="{FF2B5EF4-FFF2-40B4-BE49-F238E27FC236}">
                <a16:creationId xmlns:a16="http://schemas.microsoft.com/office/drawing/2014/main" id="{81825F92-20E3-497A-92A9-065C3DF0DA8A}"/>
              </a:ext>
            </a:extLst>
          </p:cNvPr>
          <p:cNvPicPr>
            <a:picLocks noChangeAspect="1"/>
          </p:cNvPicPr>
          <p:nvPr/>
        </p:nvPicPr>
        <p:blipFill>
          <a:blip r:embed="rId3"/>
          <a:stretch>
            <a:fillRect/>
          </a:stretch>
        </p:blipFill>
        <p:spPr>
          <a:xfrm>
            <a:off x="6259262" y="3552960"/>
            <a:ext cx="341530" cy="341530"/>
          </a:xfrm>
          <a:prstGeom prst="rect">
            <a:avLst/>
          </a:prstGeom>
        </p:spPr>
      </p:pic>
      <p:sp>
        <p:nvSpPr>
          <p:cNvPr id="68" name="TextBox 67">
            <a:extLst>
              <a:ext uri="{FF2B5EF4-FFF2-40B4-BE49-F238E27FC236}">
                <a16:creationId xmlns:a16="http://schemas.microsoft.com/office/drawing/2014/main" id="{8B04C1AF-DDCC-47D4-AD64-A633AAD90936}"/>
              </a:ext>
            </a:extLst>
          </p:cNvPr>
          <p:cNvSpPr txBox="1"/>
          <p:nvPr/>
        </p:nvSpPr>
        <p:spPr>
          <a:xfrm>
            <a:off x="6456054" y="2144092"/>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69" name="TextBox 68">
            <a:extLst>
              <a:ext uri="{FF2B5EF4-FFF2-40B4-BE49-F238E27FC236}">
                <a16:creationId xmlns:a16="http://schemas.microsoft.com/office/drawing/2014/main" id="{8B04C1AF-DDCC-47D4-AD64-A633AAD90936}"/>
              </a:ext>
            </a:extLst>
          </p:cNvPr>
          <p:cNvSpPr txBox="1"/>
          <p:nvPr/>
        </p:nvSpPr>
        <p:spPr>
          <a:xfrm>
            <a:off x="8825923" y="2158086"/>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70" name="TextBox 69">
            <a:extLst>
              <a:ext uri="{FF2B5EF4-FFF2-40B4-BE49-F238E27FC236}">
                <a16:creationId xmlns:a16="http://schemas.microsoft.com/office/drawing/2014/main" id="{8B04C1AF-DDCC-47D4-AD64-A633AAD90936}"/>
              </a:ext>
            </a:extLst>
          </p:cNvPr>
          <p:cNvSpPr txBox="1"/>
          <p:nvPr/>
        </p:nvSpPr>
        <p:spPr>
          <a:xfrm>
            <a:off x="9453281" y="2149081"/>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Tree>
    <p:extLst>
      <p:ext uri="{BB962C8B-B14F-4D97-AF65-F5344CB8AC3E}">
        <p14:creationId xmlns:p14="http://schemas.microsoft.com/office/powerpoint/2010/main" val="2906074793"/>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2" name="표 31">
            <a:extLst>
              <a:ext uri="{FF2B5EF4-FFF2-40B4-BE49-F238E27FC236}">
                <a16:creationId xmlns:a16="http://schemas.microsoft.com/office/drawing/2014/main" id="{67B3B92E-E588-41D0-B091-947E6CDFF24B}"/>
              </a:ext>
            </a:extLst>
          </p:cNvPr>
          <p:cNvGraphicFramePr>
            <a:graphicFrameLocks noGrp="1"/>
          </p:cNvGraphicFramePr>
          <p:nvPr/>
        </p:nvGraphicFramePr>
        <p:xfrm>
          <a:off x="1926733" y="1771341"/>
          <a:ext cx="7778540" cy="2262811"/>
        </p:xfrm>
        <a:graphic>
          <a:graphicData uri="http://schemas.openxmlformats.org/drawingml/2006/table">
            <a:tbl>
              <a:tblPr firstRow="1" bandRow="1">
                <a:tableStyleId>{5C22544A-7EE6-4342-B048-85BDC9FD1C3A}</a:tableStyleId>
              </a:tblPr>
              <a:tblGrid>
                <a:gridCol w="2787880">
                  <a:extLst>
                    <a:ext uri="{9D8B030D-6E8A-4147-A177-3AD203B41FA5}">
                      <a16:colId xmlns:a16="http://schemas.microsoft.com/office/drawing/2014/main" val="20000"/>
                    </a:ext>
                  </a:extLst>
                </a:gridCol>
                <a:gridCol w="511728">
                  <a:extLst>
                    <a:ext uri="{9D8B030D-6E8A-4147-A177-3AD203B41FA5}">
                      <a16:colId xmlns:a16="http://schemas.microsoft.com/office/drawing/2014/main" val="20001"/>
                    </a:ext>
                  </a:extLst>
                </a:gridCol>
                <a:gridCol w="847288">
                  <a:extLst>
                    <a:ext uri="{9D8B030D-6E8A-4147-A177-3AD203B41FA5}">
                      <a16:colId xmlns:a16="http://schemas.microsoft.com/office/drawing/2014/main" val="20003"/>
                    </a:ext>
                  </a:extLst>
                </a:gridCol>
                <a:gridCol w="701761">
                  <a:extLst>
                    <a:ext uri="{9D8B030D-6E8A-4147-A177-3AD203B41FA5}">
                      <a16:colId xmlns:a16="http://schemas.microsoft.com/office/drawing/2014/main" val="1373047276"/>
                    </a:ext>
                  </a:extLst>
                </a:gridCol>
                <a:gridCol w="1613601">
                  <a:extLst>
                    <a:ext uri="{9D8B030D-6E8A-4147-A177-3AD203B41FA5}">
                      <a16:colId xmlns:a16="http://schemas.microsoft.com/office/drawing/2014/main" val="20009"/>
                    </a:ext>
                  </a:extLst>
                </a:gridCol>
                <a:gridCol w="1316282">
                  <a:extLst>
                    <a:ext uri="{9D8B030D-6E8A-4147-A177-3AD203B41FA5}">
                      <a16:colId xmlns:a16="http://schemas.microsoft.com/office/drawing/2014/main" val="2179269706"/>
                    </a:ext>
                  </a:extLst>
                </a:gridCol>
              </a:tblGrid>
              <a:tr h="285598">
                <a:tc>
                  <a:txBody>
                    <a:bodyPr/>
                    <a:lstStyle/>
                    <a:p>
                      <a:pPr algn="ctr" latinLnBrk="1"/>
                      <a:r>
                        <a:rPr lang="ko-KR" altLang="en-US" sz="700" b="0" dirty="0">
                          <a:solidFill>
                            <a:schemeClr val="tx1"/>
                          </a:solidFill>
                        </a:rPr>
                        <a:t>상품 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rPr>
                        <a:t>QR </a:t>
                      </a:r>
                      <a:r>
                        <a:rPr lang="ko-KR" altLang="en-US" sz="700" b="0" dirty="0">
                          <a:solidFill>
                            <a:schemeClr val="tx1"/>
                          </a:solidFill>
                        </a:rPr>
                        <a:t>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700" b="0" dirty="0">
                          <a:solidFill>
                            <a:schemeClr val="tx1"/>
                          </a:solidFill>
                        </a:rPr>
                        <a:t>Shop</a:t>
                      </a:r>
                      <a:r>
                        <a:rPr lang="ko-KR" altLang="en-US" sz="700" b="0" dirty="0">
                          <a:solidFill>
                            <a:schemeClr val="tx1"/>
                          </a:solidFill>
                        </a:rPr>
                        <a:t> </a:t>
                      </a:r>
                      <a:r>
                        <a:rPr lang="ko-KR" altLang="en-US" sz="700" b="0" dirty="0" err="1">
                          <a:solidFill>
                            <a:schemeClr val="tx1"/>
                          </a:solidFill>
                        </a:rPr>
                        <a:t>채널명</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관리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659071">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endParaRPr lang="en-US" altLang="ko-KR" sz="800" b="0" dirty="0">
                        <a:solidFill>
                          <a:schemeClr val="tx1"/>
                        </a:solidFill>
                      </a:endParaRPr>
                    </a:p>
                    <a:p>
                      <a:pPr algn="l" latinLnBrk="1"/>
                      <a:endParaRPr lang="en-US" altLang="ko-KR" sz="800" b="0" dirty="0">
                        <a:solidFill>
                          <a:schemeClr val="tx1"/>
                        </a:solidFill>
                      </a:endParaRPr>
                    </a:p>
                    <a:p>
                      <a:pPr algn="ctr" latinLnBrk="1"/>
                      <a:r>
                        <a:rPr lang="en-US" altLang="ko-KR" sz="800" b="0" dirty="0">
                          <a:solidFill>
                            <a:schemeClr val="tx1"/>
                          </a:solidFill>
                        </a:rPr>
                        <a:t>10.000</a:t>
                      </a:r>
                      <a:r>
                        <a:rPr lang="ko-KR" altLang="en-US" sz="800" b="0" dirty="0">
                          <a:solidFill>
                            <a:schemeClr val="tx1"/>
                          </a:solidFill>
                        </a:rPr>
                        <a:t>원</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endParaRPr lang="en-US" altLang="ko-KR" sz="800" b="0" dirty="0">
                        <a:solidFill>
                          <a:schemeClr val="tx1"/>
                        </a:solidFill>
                      </a:endParaRPr>
                    </a:p>
                    <a:p>
                      <a:pPr algn="l" latinLnBrk="1"/>
                      <a:endParaRPr lang="en-US" altLang="ko-KR" sz="800" b="0" dirty="0">
                        <a:solidFill>
                          <a:schemeClr val="tx1"/>
                        </a:solidFill>
                      </a:endParaRPr>
                    </a:p>
                    <a:p>
                      <a:pPr algn="l" latinLnBrk="1"/>
                      <a:r>
                        <a:rPr lang="ko-KR" altLang="en-US" sz="800" b="0" dirty="0" err="1">
                          <a:solidFill>
                            <a:schemeClr val="tx1"/>
                          </a:solidFill>
                        </a:rPr>
                        <a:t>채널명</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659071">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endParaRPr lang="en-US" altLang="ko-KR" sz="800" b="0" dirty="0">
                        <a:solidFill>
                          <a:schemeClr val="tx1"/>
                        </a:solidFill>
                      </a:endParaRPr>
                    </a:p>
                    <a:p>
                      <a:pPr algn="l" latinLnBrk="1"/>
                      <a:endParaRPr lang="en-US" altLang="ko-KR" sz="800" b="0" dirty="0">
                        <a:solidFill>
                          <a:schemeClr val="tx1"/>
                        </a:solidFill>
                      </a:endParaRPr>
                    </a:p>
                    <a:p>
                      <a:pPr algn="ctr" latinLnBrk="1"/>
                      <a:r>
                        <a:rPr lang="en-US" altLang="ko-KR" sz="800" b="0" dirty="0">
                          <a:solidFill>
                            <a:schemeClr val="tx1"/>
                          </a:solidFill>
                        </a:rPr>
                        <a:t>20,000</a:t>
                      </a:r>
                      <a:r>
                        <a:rPr lang="ko-KR" altLang="en-US" sz="800" b="0" dirty="0">
                          <a:solidFill>
                            <a:schemeClr val="tx1"/>
                          </a:solidFill>
                        </a:rPr>
                        <a:t>원</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endParaRPr lang="en-US" altLang="ko-KR" sz="800" b="0" dirty="0">
                        <a:solidFill>
                          <a:schemeClr val="tx1"/>
                        </a:solidFill>
                      </a:endParaRPr>
                    </a:p>
                    <a:p>
                      <a:pPr algn="l" latinLnBrk="1"/>
                      <a:endParaRPr lang="en-US" altLang="ko-KR" sz="800" b="0" dirty="0">
                        <a:solidFill>
                          <a:schemeClr val="tx1"/>
                        </a:solidFill>
                      </a:endParaRPr>
                    </a:p>
                    <a:p>
                      <a:pPr algn="l" latinLnBrk="1"/>
                      <a:r>
                        <a:rPr lang="ko-KR" altLang="en-US" sz="800" b="0" dirty="0" err="1">
                          <a:solidFill>
                            <a:schemeClr val="tx1"/>
                          </a:solidFill>
                        </a:rPr>
                        <a:t>채널명</a:t>
                      </a:r>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659071">
                <a:tc>
                  <a:txBody>
                    <a:bodyPr/>
                    <a:lstStyle/>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endParaRPr lang="en-US" altLang="ko-KR" sz="800" b="0" dirty="0">
                        <a:solidFill>
                          <a:schemeClr val="tx1"/>
                        </a:solidFill>
                      </a:endParaRPr>
                    </a:p>
                    <a:p>
                      <a:pPr algn="l" latinLnBrk="1"/>
                      <a:endParaRPr lang="en-US" altLang="ko-KR" sz="800" b="0" dirty="0">
                        <a:solidFill>
                          <a:schemeClr val="tx1"/>
                        </a:solidFill>
                      </a:endParaRPr>
                    </a:p>
                    <a:p>
                      <a:pPr algn="ctr" latinLnBrk="1"/>
                      <a:r>
                        <a:rPr lang="en-US" altLang="ko-KR" sz="800" b="0" dirty="0">
                          <a:solidFill>
                            <a:schemeClr val="tx1"/>
                          </a:solidFill>
                        </a:rPr>
                        <a:t>30,000</a:t>
                      </a:r>
                      <a:r>
                        <a:rPr lang="ko-KR" altLang="en-US" sz="800" b="0" dirty="0">
                          <a:solidFill>
                            <a:schemeClr val="tx1"/>
                          </a:solidFill>
                        </a:rPr>
                        <a:t>원</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endParaRPr lang="en-US" altLang="ko-KR" sz="800" b="0" dirty="0">
                        <a:solidFill>
                          <a:schemeClr val="tx1"/>
                        </a:solidFill>
                      </a:endParaRPr>
                    </a:p>
                    <a:p>
                      <a:pPr algn="l" latinLnBrk="1"/>
                      <a:endParaRPr lang="en-US" altLang="ko-KR" sz="800" b="0" dirty="0">
                        <a:solidFill>
                          <a:schemeClr val="tx1"/>
                        </a:solidFill>
                      </a:endParaRPr>
                    </a:p>
                    <a:p>
                      <a:pPr algn="l" latinLnBrk="1"/>
                      <a:r>
                        <a:rPr lang="ko-KR" altLang="en-US" sz="800" b="0" dirty="0" err="1">
                          <a:solidFill>
                            <a:schemeClr val="tx1"/>
                          </a:solidFill>
                        </a:rPr>
                        <a:t>채널명</a:t>
                      </a:r>
                      <a:r>
                        <a:rPr lang="en-US" altLang="ko-KR" sz="800" b="0" dirty="0">
                          <a:solidFill>
                            <a:schemeClr val="tx1"/>
                          </a:solidFill>
                        </a:rPr>
                        <a:t>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33" name="직사각형 32">
            <a:extLst>
              <a:ext uri="{FF2B5EF4-FFF2-40B4-BE49-F238E27FC236}">
                <a16:creationId xmlns:a16="http://schemas.microsoft.com/office/drawing/2014/main" id="{81C9AE9F-5403-4770-A435-F6FCD61204E1}"/>
              </a:ext>
            </a:extLst>
          </p:cNvPr>
          <p:cNvSpPr/>
          <p:nvPr/>
        </p:nvSpPr>
        <p:spPr>
          <a:xfrm>
            <a:off x="9145984" y="2273502"/>
            <a:ext cx="438643" cy="20284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비우기</a:t>
            </a:r>
            <a:endParaRPr lang="en-US" altLang="ko-KR" sz="600" dirty="0">
              <a:solidFill>
                <a:schemeClr val="bg1"/>
              </a:solidFill>
            </a:endParaRPr>
          </a:p>
        </p:txBody>
      </p:sp>
      <p:sp>
        <p:nvSpPr>
          <p:cNvPr id="34" name="직사각형 33">
            <a:extLst>
              <a:ext uri="{FF2B5EF4-FFF2-40B4-BE49-F238E27FC236}">
                <a16:creationId xmlns:a16="http://schemas.microsoft.com/office/drawing/2014/main" id="{11E70485-4032-4991-A6C3-273785B5EFCC}"/>
              </a:ext>
            </a:extLst>
          </p:cNvPr>
          <p:cNvSpPr/>
          <p:nvPr/>
        </p:nvSpPr>
        <p:spPr>
          <a:xfrm>
            <a:off x="8571203" y="2277272"/>
            <a:ext cx="438643" cy="199075"/>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방문</a:t>
            </a:r>
            <a:endParaRPr lang="en-US" altLang="ko-KR" sz="600" dirty="0">
              <a:solidFill>
                <a:schemeClr val="bg1"/>
              </a:solidFill>
            </a:endParaRPr>
          </a:p>
        </p:txBody>
      </p:sp>
      <p:grpSp>
        <p:nvGrpSpPr>
          <p:cNvPr id="5" name="그룹 4">
            <a:extLst>
              <a:ext uri="{FF2B5EF4-FFF2-40B4-BE49-F238E27FC236}">
                <a16:creationId xmlns:a16="http://schemas.microsoft.com/office/drawing/2014/main" id="{54613AB3-CE8C-4428-9894-6C5DE59434FD}"/>
              </a:ext>
            </a:extLst>
          </p:cNvPr>
          <p:cNvGrpSpPr/>
          <p:nvPr/>
        </p:nvGrpSpPr>
        <p:grpSpPr>
          <a:xfrm>
            <a:off x="2087323" y="2173908"/>
            <a:ext cx="689346" cy="440906"/>
            <a:chOff x="2843808" y="1955121"/>
            <a:chExt cx="1674813" cy="596970"/>
          </a:xfrm>
          <a:solidFill>
            <a:schemeClr val="bg1">
              <a:lumMod val="95000"/>
            </a:schemeClr>
          </a:solidFill>
        </p:grpSpPr>
        <p:sp>
          <p:nvSpPr>
            <p:cNvPr id="6" name="Border">
              <a:extLst>
                <a:ext uri="{FF2B5EF4-FFF2-40B4-BE49-F238E27FC236}">
                  <a16:creationId xmlns:a16="http://schemas.microsoft.com/office/drawing/2014/main" id="{A34535E5-292B-4A54-8F1A-026F6E9F36E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 name="Line 2">
              <a:extLst>
                <a:ext uri="{FF2B5EF4-FFF2-40B4-BE49-F238E27FC236}">
                  <a16:creationId xmlns:a16="http://schemas.microsoft.com/office/drawing/2014/main" id="{377777D6-F01E-4E68-B002-4C311AECC9A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1">
              <a:extLst>
                <a:ext uri="{FF2B5EF4-FFF2-40B4-BE49-F238E27FC236}">
                  <a16:creationId xmlns:a16="http://schemas.microsoft.com/office/drawing/2014/main" id="{75B8D18C-8E40-40D4-AF90-79C65DF2595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TextBox 8">
              <a:extLst>
                <a:ext uri="{FF2B5EF4-FFF2-40B4-BE49-F238E27FC236}">
                  <a16:creationId xmlns:a16="http://schemas.microsoft.com/office/drawing/2014/main" id="{7665ACB7-967B-4C04-BA0E-B7BFD60AC35A}"/>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grpSp>
        <p:nvGrpSpPr>
          <p:cNvPr id="42" name="그룹 41">
            <a:extLst>
              <a:ext uri="{FF2B5EF4-FFF2-40B4-BE49-F238E27FC236}">
                <a16:creationId xmlns:a16="http://schemas.microsoft.com/office/drawing/2014/main" id="{54613AB3-CE8C-4428-9894-6C5DE59434FD}"/>
              </a:ext>
            </a:extLst>
          </p:cNvPr>
          <p:cNvGrpSpPr/>
          <p:nvPr/>
        </p:nvGrpSpPr>
        <p:grpSpPr>
          <a:xfrm>
            <a:off x="2087323" y="2818943"/>
            <a:ext cx="689346" cy="440906"/>
            <a:chOff x="2843808" y="1955121"/>
            <a:chExt cx="1674813" cy="596970"/>
          </a:xfrm>
          <a:solidFill>
            <a:schemeClr val="bg1">
              <a:lumMod val="95000"/>
            </a:schemeClr>
          </a:solidFill>
        </p:grpSpPr>
        <p:sp>
          <p:nvSpPr>
            <p:cNvPr id="43" name="Border">
              <a:extLst>
                <a:ext uri="{FF2B5EF4-FFF2-40B4-BE49-F238E27FC236}">
                  <a16:creationId xmlns:a16="http://schemas.microsoft.com/office/drawing/2014/main" id="{A34535E5-292B-4A54-8F1A-026F6E9F36E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4" name="Line 2">
              <a:extLst>
                <a:ext uri="{FF2B5EF4-FFF2-40B4-BE49-F238E27FC236}">
                  <a16:creationId xmlns:a16="http://schemas.microsoft.com/office/drawing/2014/main" id="{377777D6-F01E-4E68-B002-4C311AECC9A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5" name="Line 1">
              <a:extLst>
                <a:ext uri="{FF2B5EF4-FFF2-40B4-BE49-F238E27FC236}">
                  <a16:creationId xmlns:a16="http://schemas.microsoft.com/office/drawing/2014/main" id="{75B8D18C-8E40-40D4-AF90-79C65DF2595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6" name="TextBox 45">
              <a:extLst>
                <a:ext uri="{FF2B5EF4-FFF2-40B4-BE49-F238E27FC236}">
                  <a16:creationId xmlns:a16="http://schemas.microsoft.com/office/drawing/2014/main" id="{7665ACB7-967B-4C04-BA0E-B7BFD60AC35A}"/>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grpSp>
        <p:nvGrpSpPr>
          <p:cNvPr id="47" name="그룹 46">
            <a:extLst>
              <a:ext uri="{FF2B5EF4-FFF2-40B4-BE49-F238E27FC236}">
                <a16:creationId xmlns:a16="http://schemas.microsoft.com/office/drawing/2014/main" id="{54613AB3-CE8C-4428-9894-6C5DE59434FD}"/>
              </a:ext>
            </a:extLst>
          </p:cNvPr>
          <p:cNvGrpSpPr/>
          <p:nvPr/>
        </p:nvGrpSpPr>
        <p:grpSpPr>
          <a:xfrm>
            <a:off x="2084418" y="3485868"/>
            <a:ext cx="689346" cy="440906"/>
            <a:chOff x="2843808" y="1955121"/>
            <a:chExt cx="1674813" cy="596970"/>
          </a:xfrm>
          <a:solidFill>
            <a:schemeClr val="bg1">
              <a:lumMod val="95000"/>
            </a:schemeClr>
          </a:solidFill>
        </p:grpSpPr>
        <p:sp>
          <p:nvSpPr>
            <p:cNvPr id="48" name="Border">
              <a:extLst>
                <a:ext uri="{FF2B5EF4-FFF2-40B4-BE49-F238E27FC236}">
                  <a16:creationId xmlns:a16="http://schemas.microsoft.com/office/drawing/2014/main" id="{A34535E5-292B-4A54-8F1A-026F6E9F36E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9" name="Line 2">
              <a:extLst>
                <a:ext uri="{FF2B5EF4-FFF2-40B4-BE49-F238E27FC236}">
                  <a16:creationId xmlns:a16="http://schemas.microsoft.com/office/drawing/2014/main" id="{377777D6-F01E-4E68-B002-4C311AECC9A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0" name="Line 1">
              <a:extLst>
                <a:ext uri="{FF2B5EF4-FFF2-40B4-BE49-F238E27FC236}">
                  <a16:creationId xmlns:a16="http://schemas.microsoft.com/office/drawing/2014/main" id="{75B8D18C-8E40-40D4-AF90-79C65DF2595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1" name="TextBox 50">
              <a:extLst>
                <a:ext uri="{FF2B5EF4-FFF2-40B4-BE49-F238E27FC236}">
                  <a16:creationId xmlns:a16="http://schemas.microsoft.com/office/drawing/2014/main" id="{7665ACB7-967B-4C04-BA0E-B7BFD60AC35A}"/>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0" name="직사각형 9">
            <a:extLst>
              <a:ext uri="{FF2B5EF4-FFF2-40B4-BE49-F238E27FC236}">
                <a16:creationId xmlns:a16="http://schemas.microsoft.com/office/drawing/2014/main" id="{B45796C6-F870-4148-A8DC-A5E07662CEB6}"/>
              </a:ext>
            </a:extLst>
          </p:cNvPr>
          <p:cNvSpPr/>
          <p:nvPr/>
        </p:nvSpPr>
        <p:spPr>
          <a:xfrm>
            <a:off x="2857741" y="2069680"/>
            <a:ext cx="2116119" cy="646331"/>
          </a:xfrm>
          <a:prstGeom prst="rect">
            <a:avLst/>
          </a:prstGeom>
        </p:spPr>
        <p:txBody>
          <a:bodyPr wrap="square">
            <a:spAutoFit/>
          </a:bodyPr>
          <a:lstStyle/>
          <a:p>
            <a:pPr>
              <a:lnSpc>
                <a:spcPct val="150000"/>
              </a:lnSpc>
              <a:defRPr/>
            </a:pPr>
            <a:r>
              <a:rPr lang="en-US" altLang="ko-KR" sz="800" b="1" dirty="0"/>
              <a:t>[a11111]</a:t>
            </a:r>
          </a:p>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a:t>
            </a:r>
            <a:endParaRPr lang="ko-KR" altLang="en-US" sz="800" b="1" dirty="0"/>
          </a:p>
        </p:txBody>
      </p:sp>
      <p:sp>
        <p:nvSpPr>
          <p:cNvPr id="52" name="직사각형 51">
            <a:extLst>
              <a:ext uri="{FF2B5EF4-FFF2-40B4-BE49-F238E27FC236}">
                <a16:creationId xmlns:a16="http://schemas.microsoft.com/office/drawing/2014/main" id="{B45796C6-F870-4148-A8DC-A5E07662CEB6}"/>
              </a:ext>
            </a:extLst>
          </p:cNvPr>
          <p:cNvSpPr/>
          <p:nvPr/>
        </p:nvSpPr>
        <p:spPr>
          <a:xfrm>
            <a:off x="2857741" y="2728750"/>
            <a:ext cx="2116119" cy="646331"/>
          </a:xfrm>
          <a:prstGeom prst="rect">
            <a:avLst/>
          </a:prstGeom>
        </p:spPr>
        <p:txBody>
          <a:bodyPr wrap="square">
            <a:spAutoFit/>
          </a:bodyPr>
          <a:lstStyle/>
          <a:p>
            <a:pPr>
              <a:lnSpc>
                <a:spcPct val="150000"/>
              </a:lnSpc>
              <a:defRPr/>
            </a:pPr>
            <a:r>
              <a:rPr lang="en-US" altLang="ko-KR" sz="800" b="1" dirty="0"/>
              <a:t>[a22222]</a:t>
            </a:r>
          </a:p>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a:t>
            </a:r>
            <a:endParaRPr lang="ko-KR" altLang="en-US" sz="800" b="1" dirty="0"/>
          </a:p>
        </p:txBody>
      </p:sp>
      <p:sp>
        <p:nvSpPr>
          <p:cNvPr id="53" name="직사각형 52">
            <a:extLst>
              <a:ext uri="{FF2B5EF4-FFF2-40B4-BE49-F238E27FC236}">
                <a16:creationId xmlns:a16="http://schemas.microsoft.com/office/drawing/2014/main" id="{B45796C6-F870-4148-A8DC-A5E07662CEB6}"/>
              </a:ext>
            </a:extLst>
          </p:cNvPr>
          <p:cNvSpPr/>
          <p:nvPr/>
        </p:nvSpPr>
        <p:spPr>
          <a:xfrm>
            <a:off x="2854836" y="3400560"/>
            <a:ext cx="2116119" cy="646331"/>
          </a:xfrm>
          <a:prstGeom prst="rect">
            <a:avLst/>
          </a:prstGeom>
        </p:spPr>
        <p:txBody>
          <a:bodyPr wrap="square">
            <a:spAutoFit/>
          </a:bodyPr>
          <a:lstStyle/>
          <a:p>
            <a:pPr>
              <a:lnSpc>
                <a:spcPct val="150000"/>
              </a:lnSpc>
              <a:defRPr/>
            </a:pPr>
            <a:r>
              <a:rPr lang="en-US" altLang="ko-KR" sz="800" b="1" dirty="0"/>
              <a:t>[a33333]</a:t>
            </a:r>
          </a:p>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a:t>
            </a:r>
            <a:endParaRPr lang="ko-KR" altLang="en-US" sz="800" b="1" dirty="0"/>
          </a:p>
        </p:txBody>
      </p:sp>
      <p:pic>
        <p:nvPicPr>
          <p:cNvPr id="54" name="Picture 2">
            <a:extLst>
              <a:ext uri="{FF2B5EF4-FFF2-40B4-BE49-F238E27FC236}">
                <a16:creationId xmlns:a16="http://schemas.microsoft.com/office/drawing/2014/main" id="{9DBD7ABE-A358-4C58-8E88-EEA1D309F4C4}"/>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586948" y="4364519"/>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5" name="직사각형 54">
            <a:extLst>
              <a:ext uri="{FF2B5EF4-FFF2-40B4-BE49-F238E27FC236}">
                <a16:creationId xmlns:a16="http://schemas.microsoft.com/office/drawing/2014/main" id="{2A554BDB-8DEA-4940-9EE5-131C5FE3DF52}"/>
              </a:ext>
            </a:extLst>
          </p:cNvPr>
          <p:cNvSpPr/>
          <p:nvPr/>
        </p:nvSpPr>
        <p:spPr>
          <a:xfrm>
            <a:off x="2843127" y="942294"/>
            <a:ext cx="5521056" cy="18389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graphicFrame>
        <p:nvGraphicFramePr>
          <p:cNvPr id="56" name="표 63">
            <a:extLst>
              <a:ext uri="{FF2B5EF4-FFF2-40B4-BE49-F238E27FC236}">
                <a16:creationId xmlns:a16="http://schemas.microsoft.com/office/drawing/2014/main" id="{477FA6EC-C084-42AE-ADCD-A354BA2086C8}"/>
              </a:ext>
            </a:extLst>
          </p:cNvPr>
          <p:cNvGraphicFramePr>
            <a:graphicFrameLocks noGrp="1"/>
          </p:cNvGraphicFramePr>
          <p:nvPr/>
        </p:nvGraphicFramePr>
        <p:xfrm>
          <a:off x="1914895" y="908906"/>
          <a:ext cx="7790380" cy="244585"/>
        </p:xfrm>
        <a:graphic>
          <a:graphicData uri="http://schemas.openxmlformats.org/drawingml/2006/table">
            <a:tbl>
              <a:tblPr firstRow="1" bandRow="1">
                <a:tableStyleId>{5940675A-B579-460E-94D1-54222C63F5DA}</a:tableStyleId>
              </a:tblPr>
              <a:tblGrid>
                <a:gridCol w="863934">
                  <a:extLst>
                    <a:ext uri="{9D8B030D-6E8A-4147-A177-3AD203B41FA5}">
                      <a16:colId xmlns:a16="http://schemas.microsoft.com/office/drawing/2014/main" val="3701388552"/>
                    </a:ext>
                  </a:extLst>
                </a:gridCol>
                <a:gridCol w="6926446">
                  <a:extLst>
                    <a:ext uri="{9D8B030D-6E8A-4147-A177-3AD203B41FA5}">
                      <a16:colId xmlns:a16="http://schemas.microsoft.com/office/drawing/2014/main" val="339215266"/>
                    </a:ext>
                  </a:extLst>
                </a:gridCol>
              </a:tblGrid>
              <a:tr h="244585">
                <a:tc>
                  <a:txBody>
                    <a:bodyPr/>
                    <a:lstStyle/>
                    <a:p>
                      <a:pPr algn="ctr" latinLnBrk="1"/>
                      <a:r>
                        <a:rPr lang="ko-KR" altLang="en-US" sz="900" dirty="0" err="1"/>
                        <a:t>채널명</a:t>
                      </a:r>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bl>
          </a:graphicData>
        </a:graphic>
      </p:graphicFrame>
      <p:sp>
        <p:nvSpPr>
          <p:cNvPr id="57" name="직사각형 56">
            <a:extLst>
              <a:ext uri="{FF2B5EF4-FFF2-40B4-BE49-F238E27FC236}">
                <a16:creationId xmlns:a16="http://schemas.microsoft.com/office/drawing/2014/main" id="{8FE5BC15-7C4B-4900-99E2-92CD2BAAE3A4}"/>
              </a:ext>
            </a:extLst>
          </p:cNvPr>
          <p:cNvSpPr/>
          <p:nvPr/>
        </p:nvSpPr>
        <p:spPr>
          <a:xfrm>
            <a:off x="8928962" y="93386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58" name="TextBox 57">
            <a:extLst>
              <a:ext uri="{FF2B5EF4-FFF2-40B4-BE49-F238E27FC236}">
                <a16:creationId xmlns:a16="http://schemas.microsoft.com/office/drawing/2014/main" id="{F5FDCE0F-A440-4B00-A4E3-37F49BB5FF6E}"/>
              </a:ext>
            </a:extLst>
          </p:cNvPr>
          <p:cNvSpPr txBox="1"/>
          <p:nvPr/>
        </p:nvSpPr>
        <p:spPr>
          <a:xfrm>
            <a:off x="1926733" y="1530730"/>
            <a:ext cx="761547" cy="215444"/>
          </a:xfrm>
          <a:prstGeom prst="rect">
            <a:avLst/>
          </a:prstGeom>
          <a:noFill/>
        </p:spPr>
        <p:txBody>
          <a:bodyPr wrap="square" rtlCol="0">
            <a:spAutoFit/>
          </a:bodyPr>
          <a:lstStyle/>
          <a:p>
            <a:r>
              <a:rPr lang="ko-KR" altLang="en-US" sz="800" dirty="0"/>
              <a:t>총 </a:t>
            </a:r>
            <a:r>
              <a:rPr lang="en-US" altLang="ko-KR" sz="800" dirty="0"/>
              <a:t>00</a:t>
            </a:r>
            <a:r>
              <a:rPr lang="ko-KR" altLang="en-US" sz="800" dirty="0"/>
              <a:t>건</a:t>
            </a:r>
          </a:p>
        </p:txBody>
      </p:sp>
      <p:graphicFrame>
        <p:nvGraphicFramePr>
          <p:cNvPr id="59" name="표 58">
            <a:extLst>
              <a:ext uri="{FF2B5EF4-FFF2-40B4-BE49-F238E27FC236}">
                <a16:creationId xmlns:a16="http://schemas.microsoft.com/office/drawing/2014/main" id="{3D52F8B6-A1CE-47CB-A10A-A310F7289AEC}"/>
              </a:ext>
            </a:extLst>
          </p:cNvPr>
          <p:cNvGraphicFramePr>
            <a:graphicFrameLocks noGrp="1"/>
          </p:cNvGraphicFramePr>
          <p:nvPr>
            <p:extLst>
              <p:ext uri="{D42A27DB-BD31-4B8C-83A1-F6EECF244321}">
                <p14:modId xmlns:p14="http://schemas.microsoft.com/office/powerpoint/2010/main" val="2019679599"/>
              </p:ext>
            </p:extLst>
          </p:nvPr>
        </p:nvGraphicFramePr>
        <p:xfrm>
          <a:off x="10171774" y="22159"/>
          <a:ext cx="1979018" cy="157075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RF-01-07-16-1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algn="l" latinLnBrk="1"/>
                      <a:r>
                        <a:rPr lang="ko-KR" altLang="en-US" sz="800" dirty="0"/>
                        <a:t>장바구니 목록 화면 </a:t>
                      </a:r>
                      <a:r>
                        <a:rPr lang="en-US" altLang="ko-KR" sz="800" dirty="0"/>
                        <a:t>&gt; QR</a:t>
                      </a:r>
                      <a:r>
                        <a:rPr lang="ko-KR" altLang="en-US" sz="800" dirty="0"/>
                        <a:t>코드 확대</a:t>
                      </a:r>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algn="l" latinLnBrk="1"/>
                      <a:r>
                        <a:rPr lang="ko-KR" altLang="en-US" sz="800" dirty="0"/>
                        <a:t>클릭 시 </a:t>
                      </a:r>
                      <a:r>
                        <a:rPr lang="en-US" altLang="ko-KR" sz="800" dirty="0"/>
                        <a:t>Shop</a:t>
                      </a:r>
                      <a:r>
                        <a:rPr lang="en-US" altLang="ko-KR" sz="800" baseline="0" dirty="0"/>
                        <a:t> </a:t>
                      </a:r>
                      <a:r>
                        <a:rPr lang="ko-KR" altLang="en-US" sz="800" baseline="0" dirty="0"/>
                        <a:t>채널의 </a:t>
                      </a:r>
                      <a:r>
                        <a:rPr lang="en-US" altLang="ko-KR" sz="800" baseline="0" dirty="0"/>
                        <a:t>QR </a:t>
                      </a:r>
                      <a:r>
                        <a:rPr lang="ko-KR" altLang="en-US" sz="800" baseline="0" dirty="0"/>
                        <a:t>코드가 확대되어 표시된다</a:t>
                      </a:r>
                      <a:r>
                        <a:rPr lang="en-US" altLang="ko-KR" sz="800" baseline="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
        <p:nvSpPr>
          <p:cNvPr id="61" name="직사각형 60">
            <a:extLst>
              <a:ext uri="{FF2B5EF4-FFF2-40B4-BE49-F238E27FC236}">
                <a16:creationId xmlns:a16="http://schemas.microsoft.com/office/drawing/2014/main" id="{81C9AE9F-5403-4770-A435-F6FCD61204E1}"/>
              </a:ext>
            </a:extLst>
          </p:cNvPr>
          <p:cNvSpPr/>
          <p:nvPr/>
        </p:nvSpPr>
        <p:spPr>
          <a:xfrm>
            <a:off x="9145984" y="2950406"/>
            <a:ext cx="438643" cy="20284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비우기</a:t>
            </a:r>
            <a:endParaRPr lang="en-US" altLang="ko-KR" sz="600" dirty="0">
              <a:solidFill>
                <a:schemeClr val="bg1"/>
              </a:solidFill>
            </a:endParaRPr>
          </a:p>
        </p:txBody>
      </p:sp>
      <p:sp>
        <p:nvSpPr>
          <p:cNvPr id="62" name="직사각형 61">
            <a:extLst>
              <a:ext uri="{FF2B5EF4-FFF2-40B4-BE49-F238E27FC236}">
                <a16:creationId xmlns:a16="http://schemas.microsoft.com/office/drawing/2014/main" id="{11E70485-4032-4991-A6C3-273785B5EFCC}"/>
              </a:ext>
            </a:extLst>
          </p:cNvPr>
          <p:cNvSpPr/>
          <p:nvPr/>
        </p:nvSpPr>
        <p:spPr>
          <a:xfrm>
            <a:off x="8571203" y="2954176"/>
            <a:ext cx="438643" cy="199075"/>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방문</a:t>
            </a:r>
            <a:endParaRPr lang="en-US" altLang="ko-KR" sz="600" dirty="0">
              <a:solidFill>
                <a:schemeClr val="bg1"/>
              </a:solidFill>
            </a:endParaRPr>
          </a:p>
        </p:txBody>
      </p:sp>
      <p:sp>
        <p:nvSpPr>
          <p:cNvPr id="63" name="직사각형 62">
            <a:extLst>
              <a:ext uri="{FF2B5EF4-FFF2-40B4-BE49-F238E27FC236}">
                <a16:creationId xmlns:a16="http://schemas.microsoft.com/office/drawing/2014/main" id="{81C9AE9F-5403-4770-A435-F6FCD61204E1}"/>
              </a:ext>
            </a:extLst>
          </p:cNvPr>
          <p:cNvSpPr/>
          <p:nvPr/>
        </p:nvSpPr>
        <p:spPr>
          <a:xfrm>
            <a:off x="9145984" y="3612535"/>
            <a:ext cx="438643" cy="202845"/>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비우기</a:t>
            </a:r>
            <a:endParaRPr lang="en-US" altLang="ko-KR" sz="600" dirty="0">
              <a:solidFill>
                <a:schemeClr val="bg1"/>
              </a:solidFill>
            </a:endParaRPr>
          </a:p>
        </p:txBody>
      </p:sp>
      <p:sp>
        <p:nvSpPr>
          <p:cNvPr id="64" name="직사각형 63">
            <a:extLst>
              <a:ext uri="{FF2B5EF4-FFF2-40B4-BE49-F238E27FC236}">
                <a16:creationId xmlns:a16="http://schemas.microsoft.com/office/drawing/2014/main" id="{11E70485-4032-4991-A6C3-273785B5EFCC}"/>
              </a:ext>
            </a:extLst>
          </p:cNvPr>
          <p:cNvSpPr/>
          <p:nvPr/>
        </p:nvSpPr>
        <p:spPr>
          <a:xfrm>
            <a:off x="8571203" y="3616305"/>
            <a:ext cx="438643" cy="199075"/>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방문</a:t>
            </a:r>
            <a:endParaRPr lang="en-US" altLang="ko-KR" sz="600" dirty="0">
              <a:solidFill>
                <a:schemeClr val="bg1"/>
              </a:solidFill>
            </a:endParaRPr>
          </a:p>
        </p:txBody>
      </p:sp>
      <p:pic>
        <p:nvPicPr>
          <p:cNvPr id="65" name="그림 64">
            <a:extLst>
              <a:ext uri="{FF2B5EF4-FFF2-40B4-BE49-F238E27FC236}">
                <a16:creationId xmlns:a16="http://schemas.microsoft.com/office/drawing/2014/main" id="{81825F92-20E3-497A-92A9-065C3DF0DA8A}"/>
              </a:ext>
            </a:extLst>
          </p:cNvPr>
          <p:cNvPicPr>
            <a:picLocks noChangeAspect="1"/>
          </p:cNvPicPr>
          <p:nvPr/>
        </p:nvPicPr>
        <p:blipFill>
          <a:blip r:embed="rId3"/>
          <a:stretch>
            <a:fillRect/>
          </a:stretch>
        </p:blipFill>
        <p:spPr>
          <a:xfrm>
            <a:off x="6259262" y="2245106"/>
            <a:ext cx="341530" cy="341530"/>
          </a:xfrm>
          <a:prstGeom prst="rect">
            <a:avLst/>
          </a:prstGeom>
        </p:spPr>
      </p:pic>
      <p:pic>
        <p:nvPicPr>
          <p:cNvPr id="66" name="그림 65">
            <a:extLst>
              <a:ext uri="{FF2B5EF4-FFF2-40B4-BE49-F238E27FC236}">
                <a16:creationId xmlns:a16="http://schemas.microsoft.com/office/drawing/2014/main" id="{81825F92-20E3-497A-92A9-065C3DF0DA8A}"/>
              </a:ext>
            </a:extLst>
          </p:cNvPr>
          <p:cNvPicPr>
            <a:picLocks noChangeAspect="1"/>
          </p:cNvPicPr>
          <p:nvPr/>
        </p:nvPicPr>
        <p:blipFill>
          <a:blip r:embed="rId3"/>
          <a:stretch>
            <a:fillRect/>
          </a:stretch>
        </p:blipFill>
        <p:spPr>
          <a:xfrm>
            <a:off x="6259262" y="2881063"/>
            <a:ext cx="341530" cy="341530"/>
          </a:xfrm>
          <a:prstGeom prst="rect">
            <a:avLst/>
          </a:prstGeom>
        </p:spPr>
      </p:pic>
      <p:pic>
        <p:nvPicPr>
          <p:cNvPr id="67" name="그림 66">
            <a:extLst>
              <a:ext uri="{FF2B5EF4-FFF2-40B4-BE49-F238E27FC236}">
                <a16:creationId xmlns:a16="http://schemas.microsoft.com/office/drawing/2014/main" id="{81825F92-20E3-497A-92A9-065C3DF0DA8A}"/>
              </a:ext>
            </a:extLst>
          </p:cNvPr>
          <p:cNvPicPr>
            <a:picLocks noChangeAspect="1"/>
          </p:cNvPicPr>
          <p:nvPr/>
        </p:nvPicPr>
        <p:blipFill>
          <a:blip r:embed="rId3"/>
          <a:stretch>
            <a:fillRect/>
          </a:stretch>
        </p:blipFill>
        <p:spPr>
          <a:xfrm>
            <a:off x="6259262" y="3552960"/>
            <a:ext cx="341530" cy="341530"/>
          </a:xfrm>
          <a:prstGeom prst="rect">
            <a:avLst/>
          </a:prstGeom>
        </p:spPr>
      </p:pic>
      <p:grpSp>
        <p:nvGrpSpPr>
          <p:cNvPr id="36" name="그룹 35">
            <a:extLst>
              <a:ext uri="{FF2B5EF4-FFF2-40B4-BE49-F238E27FC236}">
                <a16:creationId xmlns:a16="http://schemas.microsoft.com/office/drawing/2014/main" id="{AEB36132-1131-46AC-88E3-1372E542FC2E}"/>
              </a:ext>
            </a:extLst>
          </p:cNvPr>
          <p:cNvGrpSpPr/>
          <p:nvPr/>
        </p:nvGrpSpPr>
        <p:grpSpPr>
          <a:xfrm>
            <a:off x="1883138" y="2125335"/>
            <a:ext cx="3001296" cy="2974400"/>
            <a:chOff x="2510504" y="2198734"/>
            <a:chExt cx="3001296" cy="2974400"/>
          </a:xfrm>
        </p:grpSpPr>
        <p:sp>
          <p:nvSpPr>
            <p:cNvPr id="37" name="직사각형 36">
              <a:extLst>
                <a:ext uri="{FF2B5EF4-FFF2-40B4-BE49-F238E27FC236}">
                  <a16:creationId xmlns:a16="http://schemas.microsoft.com/office/drawing/2014/main" id="{5D063EF9-69B2-44A8-8AB4-1949707125E5}"/>
                </a:ext>
              </a:extLst>
            </p:cNvPr>
            <p:cNvSpPr/>
            <p:nvPr/>
          </p:nvSpPr>
          <p:spPr>
            <a:xfrm>
              <a:off x="2510504" y="2198734"/>
              <a:ext cx="3001296" cy="2974400"/>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pic>
          <p:nvPicPr>
            <p:cNvPr id="38" name="그림 37">
              <a:extLst>
                <a:ext uri="{FF2B5EF4-FFF2-40B4-BE49-F238E27FC236}">
                  <a16:creationId xmlns:a16="http://schemas.microsoft.com/office/drawing/2014/main" id="{55149958-E9D1-409C-A900-81619BA70318}"/>
                </a:ext>
              </a:extLst>
            </p:cNvPr>
            <p:cNvPicPr>
              <a:picLocks noChangeAspect="1"/>
            </p:cNvPicPr>
            <p:nvPr/>
          </p:nvPicPr>
          <p:blipFill>
            <a:blip r:embed="rId3"/>
            <a:stretch>
              <a:fillRect/>
            </a:stretch>
          </p:blipFill>
          <p:spPr>
            <a:xfrm>
              <a:off x="2667337" y="2363869"/>
              <a:ext cx="2607395" cy="2607395"/>
            </a:xfrm>
            <a:prstGeom prst="rect">
              <a:avLst/>
            </a:prstGeom>
          </p:spPr>
        </p:pic>
      </p:grpSp>
      <p:sp>
        <p:nvSpPr>
          <p:cNvPr id="39" name="타원 38">
            <a:extLst>
              <a:ext uri="{FF2B5EF4-FFF2-40B4-BE49-F238E27FC236}">
                <a16:creationId xmlns:a16="http://schemas.microsoft.com/office/drawing/2014/main" id="{A24881A9-C424-4A2E-A3D5-890D4F2AE0F4}"/>
              </a:ext>
            </a:extLst>
          </p:cNvPr>
          <p:cNvSpPr/>
          <p:nvPr/>
        </p:nvSpPr>
        <p:spPr>
          <a:xfrm>
            <a:off x="6078407" y="2157637"/>
            <a:ext cx="651935" cy="516467"/>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0" name="직선 화살표 연결선 39">
            <a:extLst>
              <a:ext uri="{FF2B5EF4-FFF2-40B4-BE49-F238E27FC236}">
                <a16:creationId xmlns:a16="http://schemas.microsoft.com/office/drawing/2014/main" id="{ED633534-577F-428A-8D63-7D770FB0DD72}"/>
              </a:ext>
            </a:extLst>
          </p:cNvPr>
          <p:cNvCxnSpPr>
            <a:cxnSpLocks/>
            <a:stCxn id="39" idx="4"/>
            <a:endCxn id="37" idx="3"/>
          </p:cNvCxnSpPr>
          <p:nvPr/>
        </p:nvCxnSpPr>
        <p:spPr>
          <a:xfrm flipH="1">
            <a:off x="4884434" y="2674104"/>
            <a:ext cx="1519941" cy="938431"/>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41" name="TextBox 40">
            <a:extLst>
              <a:ext uri="{FF2B5EF4-FFF2-40B4-BE49-F238E27FC236}">
                <a16:creationId xmlns:a16="http://schemas.microsoft.com/office/drawing/2014/main" id="{8B04C1AF-DDCC-47D4-AD64-A633AAD90936}"/>
              </a:ext>
            </a:extLst>
          </p:cNvPr>
          <p:cNvSpPr txBox="1"/>
          <p:nvPr/>
        </p:nvSpPr>
        <p:spPr>
          <a:xfrm>
            <a:off x="4739696" y="1993368"/>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2513409264"/>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2" name="표 31">
            <a:extLst>
              <a:ext uri="{FF2B5EF4-FFF2-40B4-BE49-F238E27FC236}">
                <a16:creationId xmlns:a16="http://schemas.microsoft.com/office/drawing/2014/main" id="{67B3B92E-E588-41D0-B091-947E6CDFF24B}"/>
              </a:ext>
            </a:extLst>
          </p:cNvPr>
          <p:cNvGraphicFramePr>
            <a:graphicFrameLocks noGrp="1"/>
          </p:cNvGraphicFramePr>
          <p:nvPr>
            <p:extLst>
              <p:ext uri="{D42A27DB-BD31-4B8C-83A1-F6EECF244321}">
                <p14:modId xmlns:p14="http://schemas.microsoft.com/office/powerpoint/2010/main" val="676406341"/>
              </p:ext>
            </p:extLst>
          </p:nvPr>
        </p:nvGraphicFramePr>
        <p:xfrm>
          <a:off x="1926733" y="1771341"/>
          <a:ext cx="7778542" cy="2262811"/>
        </p:xfrm>
        <a:graphic>
          <a:graphicData uri="http://schemas.openxmlformats.org/drawingml/2006/table">
            <a:tbl>
              <a:tblPr firstRow="1" bandRow="1">
                <a:tableStyleId>{5C22544A-7EE6-4342-B048-85BDC9FD1C3A}</a:tableStyleId>
              </a:tblPr>
              <a:tblGrid>
                <a:gridCol w="3535231">
                  <a:extLst>
                    <a:ext uri="{9D8B030D-6E8A-4147-A177-3AD203B41FA5}">
                      <a16:colId xmlns:a16="http://schemas.microsoft.com/office/drawing/2014/main" val="20000"/>
                    </a:ext>
                  </a:extLst>
                </a:gridCol>
                <a:gridCol w="1096205">
                  <a:extLst>
                    <a:ext uri="{9D8B030D-6E8A-4147-A177-3AD203B41FA5}">
                      <a16:colId xmlns:a16="http://schemas.microsoft.com/office/drawing/2014/main" val="20003"/>
                    </a:ext>
                  </a:extLst>
                </a:gridCol>
                <a:gridCol w="2039607">
                  <a:extLst>
                    <a:ext uri="{9D8B030D-6E8A-4147-A177-3AD203B41FA5}">
                      <a16:colId xmlns:a16="http://schemas.microsoft.com/office/drawing/2014/main" val="20009"/>
                    </a:ext>
                  </a:extLst>
                </a:gridCol>
                <a:gridCol w="1107499">
                  <a:extLst>
                    <a:ext uri="{9D8B030D-6E8A-4147-A177-3AD203B41FA5}">
                      <a16:colId xmlns:a16="http://schemas.microsoft.com/office/drawing/2014/main" val="2179269706"/>
                    </a:ext>
                  </a:extLst>
                </a:gridCol>
              </a:tblGrid>
              <a:tr h="285598">
                <a:tc>
                  <a:txBody>
                    <a:bodyPr/>
                    <a:lstStyle/>
                    <a:p>
                      <a:pPr algn="ctr" latinLnBrk="1"/>
                      <a:r>
                        <a:rPr lang="ko-KR" altLang="en-US" sz="700" b="0" dirty="0">
                          <a:solidFill>
                            <a:schemeClr val="tx1"/>
                          </a:solidFill>
                        </a:rPr>
                        <a:t>상품 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700" b="0" dirty="0">
                          <a:solidFill>
                            <a:schemeClr val="tx1"/>
                          </a:solidFill>
                        </a:rPr>
                        <a:t>Shop</a:t>
                      </a:r>
                      <a:r>
                        <a:rPr lang="ko-KR" altLang="en-US" sz="700" b="0" dirty="0">
                          <a:solidFill>
                            <a:schemeClr val="tx1"/>
                          </a:solidFill>
                        </a:rPr>
                        <a:t> </a:t>
                      </a:r>
                      <a:r>
                        <a:rPr lang="ko-KR" altLang="en-US" sz="700" b="0" dirty="0" err="1">
                          <a:solidFill>
                            <a:schemeClr val="tx1"/>
                          </a:solidFill>
                        </a:rPr>
                        <a:t>채널명</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관리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659071">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endParaRPr lang="en-US" altLang="ko-KR" sz="800" b="0" dirty="0">
                        <a:solidFill>
                          <a:schemeClr val="tx1"/>
                        </a:solidFill>
                      </a:endParaRPr>
                    </a:p>
                    <a:p>
                      <a:pPr algn="l" latinLnBrk="1"/>
                      <a:endParaRPr lang="en-US" altLang="ko-KR" sz="800" b="0" dirty="0">
                        <a:solidFill>
                          <a:schemeClr val="tx1"/>
                        </a:solidFill>
                      </a:endParaRPr>
                    </a:p>
                    <a:p>
                      <a:pPr algn="ctr" latinLnBrk="1"/>
                      <a:r>
                        <a:rPr lang="en-US" altLang="ko-KR" sz="800" b="0" dirty="0">
                          <a:solidFill>
                            <a:schemeClr val="tx1"/>
                          </a:solidFill>
                        </a:rPr>
                        <a:t>10.000</a:t>
                      </a:r>
                      <a:r>
                        <a:rPr lang="ko-KR" altLang="en-US" sz="800" b="0" dirty="0">
                          <a:solidFill>
                            <a:schemeClr val="tx1"/>
                          </a:solidFill>
                        </a:rPr>
                        <a:t>원</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endParaRPr lang="en-US" altLang="ko-KR" sz="800" b="0" dirty="0">
                        <a:solidFill>
                          <a:schemeClr val="tx1"/>
                        </a:solidFill>
                      </a:endParaRPr>
                    </a:p>
                    <a:p>
                      <a:pPr algn="l" latinLnBrk="1"/>
                      <a:endParaRPr lang="en-US" altLang="ko-KR" sz="800" b="0" dirty="0">
                        <a:solidFill>
                          <a:schemeClr val="tx1"/>
                        </a:solidFill>
                      </a:endParaRPr>
                    </a:p>
                    <a:p>
                      <a:pPr algn="l" latinLnBrk="1"/>
                      <a:r>
                        <a:rPr lang="ko-KR" altLang="en-US" sz="800" b="0" dirty="0" err="1">
                          <a:solidFill>
                            <a:schemeClr val="tx1"/>
                          </a:solidFill>
                        </a:rPr>
                        <a:t>채널명</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659071">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endParaRPr lang="en-US" altLang="ko-KR" sz="800" b="0" dirty="0">
                        <a:solidFill>
                          <a:schemeClr val="tx1"/>
                        </a:solidFill>
                      </a:endParaRPr>
                    </a:p>
                    <a:p>
                      <a:pPr algn="l" latinLnBrk="1"/>
                      <a:endParaRPr lang="en-US" altLang="ko-KR" sz="800" b="0" dirty="0">
                        <a:solidFill>
                          <a:schemeClr val="tx1"/>
                        </a:solidFill>
                      </a:endParaRPr>
                    </a:p>
                    <a:p>
                      <a:pPr algn="ctr" latinLnBrk="1"/>
                      <a:r>
                        <a:rPr lang="en-US" altLang="ko-KR" sz="800" b="0" dirty="0">
                          <a:solidFill>
                            <a:schemeClr val="tx1"/>
                          </a:solidFill>
                        </a:rPr>
                        <a:t>20,000</a:t>
                      </a:r>
                      <a:r>
                        <a:rPr lang="ko-KR" altLang="en-US" sz="800" b="0" dirty="0">
                          <a:solidFill>
                            <a:schemeClr val="tx1"/>
                          </a:solidFill>
                        </a:rPr>
                        <a:t>원</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endParaRPr lang="en-US" altLang="ko-KR" sz="800" b="0" dirty="0">
                        <a:solidFill>
                          <a:schemeClr val="tx1"/>
                        </a:solidFill>
                      </a:endParaRPr>
                    </a:p>
                    <a:p>
                      <a:pPr algn="l" latinLnBrk="1"/>
                      <a:endParaRPr lang="en-US" altLang="ko-KR" sz="800" b="0" dirty="0">
                        <a:solidFill>
                          <a:schemeClr val="tx1"/>
                        </a:solidFill>
                      </a:endParaRPr>
                    </a:p>
                    <a:p>
                      <a:pPr algn="l" latinLnBrk="1"/>
                      <a:r>
                        <a:rPr lang="ko-KR" altLang="en-US" sz="800" b="0" dirty="0" err="1">
                          <a:solidFill>
                            <a:schemeClr val="tx1"/>
                          </a:solidFill>
                        </a:rPr>
                        <a:t>채널명</a:t>
                      </a:r>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659071">
                <a:tc>
                  <a:txBody>
                    <a:bodyPr/>
                    <a:lstStyle/>
                    <a:p>
                      <a:pPr algn="ctr"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endParaRPr lang="en-US" altLang="ko-KR" sz="800" b="0" dirty="0">
                        <a:solidFill>
                          <a:schemeClr val="tx1"/>
                        </a:solidFill>
                      </a:endParaRPr>
                    </a:p>
                    <a:p>
                      <a:pPr algn="l" latinLnBrk="1"/>
                      <a:endParaRPr lang="en-US" altLang="ko-KR" sz="800" b="0" dirty="0">
                        <a:solidFill>
                          <a:schemeClr val="tx1"/>
                        </a:solidFill>
                      </a:endParaRPr>
                    </a:p>
                    <a:p>
                      <a:pPr algn="ctr" latinLnBrk="1"/>
                      <a:r>
                        <a:rPr lang="en-US" altLang="ko-KR" sz="800" b="0" dirty="0">
                          <a:solidFill>
                            <a:schemeClr val="tx1"/>
                          </a:solidFill>
                        </a:rPr>
                        <a:t>30,000</a:t>
                      </a:r>
                      <a:r>
                        <a:rPr lang="ko-KR" altLang="en-US" sz="800" b="0" dirty="0">
                          <a:solidFill>
                            <a:schemeClr val="tx1"/>
                          </a:solidFill>
                        </a:rPr>
                        <a:t>원</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endParaRPr lang="en-US" altLang="ko-KR" sz="800" b="0" dirty="0">
                        <a:solidFill>
                          <a:schemeClr val="tx1"/>
                        </a:solidFill>
                      </a:endParaRPr>
                    </a:p>
                    <a:p>
                      <a:pPr algn="l" latinLnBrk="1"/>
                      <a:endParaRPr lang="en-US" altLang="ko-KR" sz="800" b="0" dirty="0">
                        <a:solidFill>
                          <a:schemeClr val="tx1"/>
                        </a:solidFill>
                      </a:endParaRPr>
                    </a:p>
                    <a:p>
                      <a:pPr algn="l" latinLnBrk="1"/>
                      <a:r>
                        <a:rPr lang="ko-KR" altLang="en-US" sz="800" b="0" dirty="0" err="1">
                          <a:solidFill>
                            <a:schemeClr val="tx1"/>
                          </a:solidFill>
                        </a:rPr>
                        <a:t>채널명</a:t>
                      </a:r>
                      <a:r>
                        <a:rPr lang="en-US" altLang="ko-KR" sz="800" b="0" dirty="0">
                          <a:solidFill>
                            <a:schemeClr val="tx1"/>
                          </a:solidFill>
                        </a:rPr>
                        <a:t>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33" name="직사각형 32">
            <a:extLst>
              <a:ext uri="{FF2B5EF4-FFF2-40B4-BE49-F238E27FC236}">
                <a16:creationId xmlns:a16="http://schemas.microsoft.com/office/drawing/2014/main" id="{81C9AE9F-5403-4770-A435-F6FCD61204E1}"/>
              </a:ext>
            </a:extLst>
          </p:cNvPr>
          <p:cNvSpPr/>
          <p:nvPr/>
        </p:nvSpPr>
        <p:spPr>
          <a:xfrm>
            <a:off x="9209541" y="2282048"/>
            <a:ext cx="341530" cy="171549"/>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34" name="직사각형 33">
            <a:extLst>
              <a:ext uri="{FF2B5EF4-FFF2-40B4-BE49-F238E27FC236}">
                <a16:creationId xmlns:a16="http://schemas.microsoft.com/office/drawing/2014/main" id="{11E70485-4032-4991-A6C3-273785B5EFCC}"/>
              </a:ext>
            </a:extLst>
          </p:cNvPr>
          <p:cNvSpPr/>
          <p:nvPr/>
        </p:nvSpPr>
        <p:spPr>
          <a:xfrm>
            <a:off x="8770898" y="2282047"/>
            <a:ext cx="341530" cy="171549"/>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방문</a:t>
            </a:r>
            <a:endParaRPr lang="en-US" altLang="ko-KR" sz="600" dirty="0">
              <a:solidFill>
                <a:schemeClr val="bg1"/>
              </a:solidFill>
            </a:endParaRPr>
          </a:p>
        </p:txBody>
      </p:sp>
      <p:sp>
        <p:nvSpPr>
          <p:cNvPr id="38" name="직사각형 37">
            <a:extLst>
              <a:ext uri="{FF2B5EF4-FFF2-40B4-BE49-F238E27FC236}">
                <a16:creationId xmlns:a16="http://schemas.microsoft.com/office/drawing/2014/main" id="{A03550C5-E6A2-4E35-B063-8293C69AA776}"/>
              </a:ext>
            </a:extLst>
          </p:cNvPr>
          <p:cNvSpPr/>
          <p:nvPr/>
        </p:nvSpPr>
        <p:spPr>
          <a:xfrm>
            <a:off x="9209541" y="2953668"/>
            <a:ext cx="341530" cy="171549"/>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39" name="직사각형 38">
            <a:extLst>
              <a:ext uri="{FF2B5EF4-FFF2-40B4-BE49-F238E27FC236}">
                <a16:creationId xmlns:a16="http://schemas.microsoft.com/office/drawing/2014/main" id="{9CF8EBA7-F7E4-4F96-8858-4168377DDF74}"/>
              </a:ext>
            </a:extLst>
          </p:cNvPr>
          <p:cNvSpPr/>
          <p:nvPr/>
        </p:nvSpPr>
        <p:spPr>
          <a:xfrm>
            <a:off x="8770898" y="2953668"/>
            <a:ext cx="341530" cy="171549"/>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방문</a:t>
            </a:r>
            <a:endParaRPr lang="en-US" altLang="ko-KR" sz="600" dirty="0">
              <a:solidFill>
                <a:schemeClr val="bg1"/>
              </a:solidFill>
            </a:endParaRPr>
          </a:p>
        </p:txBody>
      </p:sp>
      <p:sp>
        <p:nvSpPr>
          <p:cNvPr id="40" name="직사각형 39">
            <a:extLst>
              <a:ext uri="{FF2B5EF4-FFF2-40B4-BE49-F238E27FC236}">
                <a16:creationId xmlns:a16="http://schemas.microsoft.com/office/drawing/2014/main" id="{3F9D6CFE-18EE-4852-A903-24625371B276}"/>
              </a:ext>
            </a:extLst>
          </p:cNvPr>
          <p:cNvSpPr/>
          <p:nvPr/>
        </p:nvSpPr>
        <p:spPr>
          <a:xfrm>
            <a:off x="9209541" y="3597763"/>
            <a:ext cx="341530" cy="171549"/>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41" name="직사각형 40">
            <a:extLst>
              <a:ext uri="{FF2B5EF4-FFF2-40B4-BE49-F238E27FC236}">
                <a16:creationId xmlns:a16="http://schemas.microsoft.com/office/drawing/2014/main" id="{A5FFB086-FBD2-47F9-9E8D-6E1244DE5AB3}"/>
              </a:ext>
            </a:extLst>
          </p:cNvPr>
          <p:cNvSpPr/>
          <p:nvPr/>
        </p:nvSpPr>
        <p:spPr>
          <a:xfrm>
            <a:off x="8770898" y="3597763"/>
            <a:ext cx="341530" cy="171549"/>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방문</a:t>
            </a:r>
            <a:endParaRPr lang="en-US" altLang="ko-KR" sz="600" dirty="0">
              <a:solidFill>
                <a:schemeClr val="bg1"/>
              </a:solidFill>
            </a:endParaRPr>
          </a:p>
        </p:txBody>
      </p:sp>
      <p:grpSp>
        <p:nvGrpSpPr>
          <p:cNvPr id="5" name="그룹 4">
            <a:extLst>
              <a:ext uri="{FF2B5EF4-FFF2-40B4-BE49-F238E27FC236}">
                <a16:creationId xmlns:a16="http://schemas.microsoft.com/office/drawing/2014/main" id="{54613AB3-CE8C-4428-9894-6C5DE59434FD}"/>
              </a:ext>
            </a:extLst>
          </p:cNvPr>
          <p:cNvGrpSpPr/>
          <p:nvPr/>
        </p:nvGrpSpPr>
        <p:grpSpPr>
          <a:xfrm>
            <a:off x="2087323" y="2173908"/>
            <a:ext cx="689346" cy="440906"/>
            <a:chOff x="2843808" y="1955121"/>
            <a:chExt cx="1674813" cy="596970"/>
          </a:xfrm>
          <a:solidFill>
            <a:schemeClr val="bg1">
              <a:lumMod val="95000"/>
            </a:schemeClr>
          </a:solidFill>
        </p:grpSpPr>
        <p:sp>
          <p:nvSpPr>
            <p:cNvPr id="6" name="Border">
              <a:extLst>
                <a:ext uri="{FF2B5EF4-FFF2-40B4-BE49-F238E27FC236}">
                  <a16:creationId xmlns:a16="http://schemas.microsoft.com/office/drawing/2014/main" id="{A34535E5-292B-4A54-8F1A-026F6E9F36E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 name="Line 2">
              <a:extLst>
                <a:ext uri="{FF2B5EF4-FFF2-40B4-BE49-F238E27FC236}">
                  <a16:creationId xmlns:a16="http://schemas.microsoft.com/office/drawing/2014/main" id="{377777D6-F01E-4E68-B002-4C311AECC9A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1">
              <a:extLst>
                <a:ext uri="{FF2B5EF4-FFF2-40B4-BE49-F238E27FC236}">
                  <a16:creationId xmlns:a16="http://schemas.microsoft.com/office/drawing/2014/main" id="{75B8D18C-8E40-40D4-AF90-79C65DF2595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TextBox 8">
              <a:extLst>
                <a:ext uri="{FF2B5EF4-FFF2-40B4-BE49-F238E27FC236}">
                  <a16:creationId xmlns:a16="http://schemas.microsoft.com/office/drawing/2014/main" id="{7665ACB7-967B-4C04-BA0E-B7BFD60AC35A}"/>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grpSp>
        <p:nvGrpSpPr>
          <p:cNvPr id="42" name="그룹 41">
            <a:extLst>
              <a:ext uri="{FF2B5EF4-FFF2-40B4-BE49-F238E27FC236}">
                <a16:creationId xmlns:a16="http://schemas.microsoft.com/office/drawing/2014/main" id="{54613AB3-CE8C-4428-9894-6C5DE59434FD}"/>
              </a:ext>
            </a:extLst>
          </p:cNvPr>
          <p:cNvGrpSpPr/>
          <p:nvPr/>
        </p:nvGrpSpPr>
        <p:grpSpPr>
          <a:xfrm>
            <a:off x="2087323" y="2818943"/>
            <a:ext cx="689346" cy="440906"/>
            <a:chOff x="2843808" y="1955121"/>
            <a:chExt cx="1674813" cy="596970"/>
          </a:xfrm>
          <a:solidFill>
            <a:schemeClr val="bg1">
              <a:lumMod val="95000"/>
            </a:schemeClr>
          </a:solidFill>
        </p:grpSpPr>
        <p:sp>
          <p:nvSpPr>
            <p:cNvPr id="43" name="Border">
              <a:extLst>
                <a:ext uri="{FF2B5EF4-FFF2-40B4-BE49-F238E27FC236}">
                  <a16:creationId xmlns:a16="http://schemas.microsoft.com/office/drawing/2014/main" id="{A34535E5-292B-4A54-8F1A-026F6E9F36E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4" name="Line 2">
              <a:extLst>
                <a:ext uri="{FF2B5EF4-FFF2-40B4-BE49-F238E27FC236}">
                  <a16:creationId xmlns:a16="http://schemas.microsoft.com/office/drawing/2014/main" id="{377777D6-F01E-4E68-B002-4C311AECC9A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5" name="Line 1">
              <a:extLst>
                <a:ext uri="{FF2B5EF4-FFF2-40B4-BE49-F238E27FC236}">
                  <a16:creationId xmlns:a16="http://schemas.microsoft.com/office/drawing/2014/main" id="{75B8D18C-8E40-40D4-AF90-79C65DF2595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6" name="TextBox 45">
              <a:extLst>
                <a:ext uri="{FF2B5EF4-FFF2-40B4-BE49-F238E27FC236}">
                  <a16:creationId xmlns:a16="http://schemas.microsoft.com/office/drawing/2014/main" id="{7665ACB7-967B-4C04-BA0E-B7BFD60AC35A}"/>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grpSp>
        <p:nvGrpSpPr>
          <p:cNvPr id="47" name="그룹 46">
            <a:extLst>
              <a:ext uri="{FF2B5EF4-FFF2-40B4-BE49-F238E27FC236}">
                <a16:creationId xmlns:a16="http://schemas.microsoft.com/office/drawing/2014/main" id="{54613AB3-CE8C-4428-9894-6C5DE59434FD}"/>
              </a:ext>
            </a:extLst>
          </p:cNvPr>
          <p:cNvGrpSpPr/>
          <p:nvPr/>
        </p:nvGrpSpPr>
        <p:grpSpPr>
          <a:xfrm>
            <a:off x="2084418" y="3485868"/>
            <a:ext cx="689346" cy="440906"/>
            <a:chOff x="2843808" y="1955121"/>
            <a:chExt cx="1674813" cy="596970"/>
          </a:xfrm>
          <a:solidFill>
            <a:schemeClr val="bg1">
              <a:lumMod val="95000"/>
            </a:schemeClr>
          </a:solidFill>
        </p:grpSpPr>
        <p:sp>
          <p:nvSpPr>
            <p:cNvPr id="48" name="Border">
              <a:extLst>
                <a:ext uri="{FF2B5EF4-FFF2-40B4-BE49-F238E27FC236}">
                  <a16:creationId xmlns:a16="http://schemas.microsoft.com/office/drawing/2014/main" id="{A34535E5-292B-4A54-8F1A-026F6E9F36E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9" name="Line 2">
              <a:extLst>
                <a:ext uri="{FF2B5EF4-FFF2-40B4-BE49-F238E27FC236}">
                  <a16:creationId xmlns:a16="http://schemas.microsoft.com/office/drawing/2014/main" id="{377777D6-F01E-4E68-B002-4C311AECC9A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0" name="Line 1">
              <a:extLst>
                <a:ext uri="{FF2B5EF4-FFF2-40B4-BE49-F238E27FC236}">
                  <a16:creationId xmlns:a16="http://schemas.microsoft.com/office/drawing/2014/main" id="{75B8D18C-8E40-40D4-AF90-79C65DF2595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1" name="TextBox 50">
              <a:extLst>
                <a:ext uri="{FF2B5EF4-FFF2-40B4-BE49-F238E27FC236}">
                  <a16:creationId xmlns:a16="http://schemas.microsoft.com/office/drawing/2014/main" id="{7665ACB7-967B-4C04-BA0E-B7BFD60AC35A}"/>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0" name="직사각형 9">
            <a:extLst>
              <a:ext uri="{FF2B5EF4-FFF2-40B4-BE49-F238E27FC236}">
                <a16:creationId xmlns:a16="http://schemas.microsoft.com/office/drawing/2014/main" id="{B45796C6-F870-4148-A8DC-A5E07662CEB6}"/>
              </a:ext>
            </a:extLst>
          </p:cNvPr>
          <p:cNvSpPr/>
          <p:nvPr/>
        </p:nvSpPr>
        <p:spPr>
          <a:xfrm>
            <a:off x="2857741" y="2069680"/>
            <a:ext cx="2116119" cy="646331"/>
          </a:xfrm>
          <a:prstGeom prst="rect">
            <a:avLst/>
          </a:prstGeom>
        </p:spPr>
        <p:txBody>
          <a:bodyPr wrap="square">
            <a:spAutoFit/>
          </a:bodyPr>
          <a:lstStyle/>
          <a:p>
            <a:pPr>
              <a:lnSpc>
                <a:spcPct val="150000"/>
              </a:lnSpc>
              <a:defRPr/>
            </a:pPr>
            <a:r>
              <a:rPr lang="en-US" altLang="ko-KR" sz="800" b="1" dirty="0"/>
              <a:t>[a11111]</a:t>
            </a:r>
          </a:p>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a:t>
            </a:r>
            <a:endParaRPr lang="ko-KR" altLang="en-US" sz="800" b="1" dirty="0"/>
          </a:p>
        </p:txBody>
      </p:sp>
      <p:sp>
        <p:nvSpPr>
          <p:cNvPr id="52" name="직사각형 51">
            <a:extLst>
              <a:ext uri="{FF2B5EF4-FFF2-40B4-BE49-F238E27FC236}">
                <a16:creationId xmlns:a16="http://schemas.microsoft.com/office/drawing/2014/main" id="{B45796C6-F870-4148-A8DC-A5E07662CEB6}"/>
              </a:ext>
            </a:extLst>
          </p:cNvPr>
          <p:cNvSpPr/>
          <p:nvPr/>
        </p:nvSpPr>
        <p:spPr>
          <a:xfrm>
            <a:off x="2857741" y="2728750"/>
            <a:ext cx="2116119" cy="646331"/>
          </a:xfrm>
          <a:prstGeom prst="rect">
            <a:avLst/>
          </a:prstGeom>
        </p:spPr>
        <p:txBody>
          <a:bodyPr wrap="square">
            <a:spAutoFit/>
          </a:bodyPr>
          <a:lstStyle/>
          <a:p>
            <a:pPr>
              <a:lnSpc>
                <a:spcPct val="150000"/>
              </a:lnSpc>
              <a:defRPr/>
            </a:pPr>
            <a:r>
              <a:rPr lang="en-US" altLang="ko-KR" sz="800" b="1" dirty="0"/>
              <a:t>[a22222]</a:t>
            </a:r>
          </a:p>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a:t>
            </a:r>
            <a:endParaRPr lang="ko-KR" altLang="en-US" sz="800" b="1" dirty="0"/>
          </a:p>
        </p:txBody>
      </p:sp>
      <p:sp>
        <p:nvSpPr>
          <p:cNvPr id="53" name="직사각형 52">
            <a:extLst>
              <a:ext uri="{FF2B5EF4-FFF2-40B4-BE49-F238E27FC236}">
                <a16:creationId xmlns:a16="http://schemas.microsoft.com/office/drawing/2014/main" id="{B45796C6-F870-4148-A8DC-A5E07662CEB6}"/>
              </a:ext>
            </a:extLst>
          </p:cNvPr>
          <p:cNvSpPr/>
          <p:nvPr/>
        </p:nvSpPr>
        <p:spPr>
          <a:xfrm>
            <a:off x="2854836" y="3400560"/>
            <a:ext cx="2116119" cy="646331"/>
          </a:xfrm>
          <a:prstGeom prst="rect">
            <a:avLst/>
          </a:prstGeom>
        </p:spPr>
        <p:txBody>
          <a:bodyPr wrap="square">
            <a:spAutoFit/>
          </a:bodyPr>
          <a:lstStyle/>
          <a:p>
            <a:pPr>
              <a:lnSpc>
                <a:spcPct val="150000"/>
              </a:lnSpc>
              <a:defRPr/>
            </a:pPr>
            <a:r>
              <a:rPr lang="en-US" altLang="ko-KR" sz="800" b="1" dirty="0"/>
              <a:t>[a33333]</a:t>
            </a:r>
          </a:p>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a:t>
            </a:r>
            <a:endParaRPr lang="ko-KR" altLang="en-US" sz="800" b="1" dirty="0"/>
          </a:p>
        </p:txBody>
      </p:sp>
      <p:pic>
        <p:nvPicPr>
          <p:cNvPr id="54" name="Picture 2">
            <a:extLst>
              <a:ext uri="{FF2B5EF4-FFF2-40B4-BE49-F238E27FC236}">
                <a16:creationId xmlns:a16="http://schemas.microsoft.com/office/drawing/2014/main" id="{9DBD7ABE-A358-4C58-8E88-EEA1D309F4C4}"/>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586948" y="4332491"/>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5" name="직사각형 54">
            <a:extLst>
              <a:ext uri="{FF2B5EF4-FFF2-40B4-BE49-F238E27FC236}">
                <a16:creationId xmlns:a16="http://schemas.microsoft.com/office/drawing/2014/main" id="{2A554BDB-8DEA-4940-9EE5-131C5FE3DF52}"/>
              </a:ext>
            </a:extLst>
          </p:cNvPr>
          <p:cNvSpPr/>
          <p:nvPr/>
        </p:nvSpPr>
        <p:spPr>
          <a:xfrm>
            <a:off x="2843127" y="942294"/>
            <a:ext cx="5521056" cy="18389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graphicFrame>
        <p:nvGraphicFramePr>
          <p:cNvPr id="56" name="표 63">
            <a:extLst>
              <a:ext uri="{FF2B5EF4-FFF2-40B4-BE49-F238E27FC236}">
                <a16:creationId xmlns:a16="http://schemas.microsoft.com/office/drawing/2014/main" id="{477FA6EC-C084-42AE-ADCD-A354BA2086C8}"/>
              </a:ext>
            </a:extLst>
          </p:cNvPr>
          <p:cNvGraphicFramePr>
            <a:graphicFrameLocks noGrp="1"/>
          </p:cNvGraphicFramePr>
          <p:nvPr/>
        </p:nvGraphicFramePr>
        <p:xfrm>
          <a:off x="1914895" y="908906"/>
          <a:ext cx="7790380" cy="244585"/>
        </p:xfrm>
        <a:graphic>
          <a:graphicData uri="http://schemas.openxmlformats.org/drawingml/2006/table">
            <a:tbl>
              <a:tblPr firstRow="1" bandRow="1">
                <a:tableStyleId>{5940675A-B579-460E-94D1-54222C63F5DA}</a:tableStyleId>
              </a:tblPr>
              <a:tblGrid>
                <a:gridCol w="863934">
                  <a:extLst>
                    <a:ext uri="{9D8B030D-6E8A-4147-A177-3AD203B41FA5}">
                      <a16:colId xmlns:a16="http://schemas.microsoft.com/office/drawing/2014/main" val="3701388552"/>
                    </a:ext>
                  </a:extLst>
                </a:gridCol>
                <a:gridCol w="6926446">
                  <a:extLst>
                    <a:ext uri="{9D8B030D-6E8A-4147-A177-3AD203B41FA5}">
                      <a16:colId xmlns:a16="http://schemas.microsoft.com/office/drawing/2014/main" val="339215266"/>
                    </a:ext>
                  </a:extLst>
                </a:gridCol>
              </a:tblGrid>
              <a:tr h="244585">
                <a:tc>
                  <a:txBody>
                    <a:bodyPr/>
                    <a:lstStyle/>
                    <a:p>
                      <a:pPr algn="ctr" latinLnBrk="1"/>
                      <a:r>
                        <a:rPr lang="ko-KR" altLang="en-US" sz="900" dirty="0" err="1"/>
                        <a:t>채널명</a:t>
                      </a:r>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bl>
          </a:graphicData>
        </a:graphic>
      </p:graphicFrame>
      <p:sp>
        <p:nvSpPr>
          <p:cNvPr id="57" name="직사각형 56">
            <a:extLst>
              <a:ext uri="{FF2B5EF4-FFF2-40B4-BE49-F238E27FC236}">
                <a16:creationId xmlns:a16="http://schemas.microsoft.com/office/drawing/2014/main" id="{8FE5BC15-7C4B-4900-99E2-92CD2BAAE3A4}"/>
              </a:ext>
            </a:extLst>
          </p:cNvPr>
          <p:cNvSpPr/>
          <p:nvPr/>
        </p:nvSpPr>
        <p:spPr>
          <a:xfrm>
            <a:off x="8928962" y="93386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58" name="TextBox 57">
            <a:extLst>
              <a:ext uri="{FF2B5EF4-FFF2-40B4-BE49-F238E27FC236}">
                <a16:creationId xmlns:a16="http://schemas.microsoft.com/office/drawing/2014/main" id="{F5FDCE0F-A440-4B00-A4E3-37F49BB5FF6E}"/>
              </a:ext>
            </a:extLst>
          </p:cNvPr>
          <p:cNvSpPr txBox="1"/>
          <p:nvPr/>
        </p:nvSpPr>
        <p:spPr>
          <a:xfrm>
            <a:off x="1926733" y="1530730"/>
            <a:ext cx="761547" cy="215444"/>
          </a:xfrm>
          <a:prstGeom prst="rect">
            <a:avLst/>
          </a:prstGeom>
          <a:noFill/>
        </p:spPr>
        <p:txBody>
          <a:bodyPr wrap="square" rtlCol="0">
            <a:spAutoFit/>
          </a:bodyPr>
          <a:lstStyle/>
          <a:p>
            <a:r>
              <a:rPr lang="ko-KR" altLang="en-US" sz="800" dirty="0"/>
              <a:t>총 </a:t>
            </a:r>
            <a:r>
              <a:rPr lang="en-US" altLang="ko-KR" sz="800" dirty="0"/>
              <a:t>00</a:t>
            </a:r>
            <a:r>
              <a:rPr lang="ko-KR" altLang="en-US" sz="800" dirty="0"/>
              <a:t>건</a:t>
            </a:r>
          </a:p>
        </p:txBody>
      </p:sp>
      <p:graphicFrame>
        <p:nvGraphicFramePr>
          <p:cNvPr id="59" name="표 58">
            <a:extLst>
              <a:ext uri="{FF2B5EF4-FFF2-40B4-BE49-F238E27FC236}">
                <a16:creationId xmlns:a16="http://schemas.microsoft.com/office/drawing/2014/main" id="{3D52F8B6-A1CE-47CB-A10A-A310F7289AEC}"/>
              </a:ext>
            </a:extLst>
          </p:cNvPr>
          <p:cNvGraphicFramePr>
            <a:graphicFrameLocks noGrp="1"/>
          </p:cNvGraphicFramePr>
          <p:nvPr>
            <p:extLst>
              <p:ext uri="{D42A27DB-BD31-4B8C-83A1-F6EECF244321}">
                <p14:modId xmlns:p14="http://schemas.microsoft.com/office/powerpoint/2010/main" val="3369774232"/>
              </p:ext>
            </p:extLst>
          </p:nvPr>
        </p:nvGraphicFramePr>
        <p:xfrm>
          <a:off x="10171774" y="22159"/>
          <a:ext cx="1979018" cy="178411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RF-01-07-17</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err="1"/>
                        <a:t>찜한</a:t>
                      </a:r>
                      <a:r>
                        <a:rPr lang="ko-KR" altLang="en-US" sz="800" dirty="0"/>
                        <a:t> 상품 목록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찜 버튼을 눌러 등록한 상품들이 표시되는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736388259"/>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 상세 보기 화면으로 이동한다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
        <p:nvSpPr>
          <p:cNvPr id="35" name="TextBox 34">
            <a:extLst>
              <a:ext uri="{FF2B5EF4-FFF2-40B4-BE49-F238E27FC236}">
                <a16:creationId xmlns:a16="http://schemas.microsoft.com/office/drawing/2014/main" id="{8B04C1AF-DDCC-47D4-AD64-A633AAD90936}"/>
              </a:ext>
            </a:extLst>
          </p:cNvPr>
          <p:cNvSpPr txBox="1"/>
          <p:nvPr/>
        </p:nvSpPr>
        <p:spPr>
          <a:xfrm>
            <a:off x="8644902" y="2142898"/>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213072259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 name="표 58">
            <a:extLst>
              <a:ext uri="{FF2B5EF4-FFF2-40B4-BE49-F238E27FC236}">
                <a16:creationId xmlns:a16="http://schemas.microsoft.com/office/drawing/2014/main" id="{3D52F8B6-A1CE-47CB-A10A-A310F7289AEC}"/>
              </a:ext>
            </a:extLst>
          </p:cNvPr>
          <p:cNvGraphicFramePr>
            <a:graphicFrameLocks noGrp="1"/>
          </p:cNvGraphicFramePr>
          <p:nvPr>
            <p:extLst>
              <p:ext uri="{D42A27DB-BD31-4B8C-83A1-F6EECF244321}">
                <p14:modId xmlns:p14="http://schemas.microsoft.com/office/powerpoint/2010/main" val="2593561927"/>
              </p:ext>
            </p:extLst>
          </p:nvPr>
        </p:nvGraphicFramePr>
        <p:xfrm>
          <a:off x="10171774" y="22159"/>
          <a:ext cx="1979018" cy="458827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RF-01-07-18</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주문 목록 </a:t>
                      </a:r>
                      <a:r>
                        <a:rPr lang="en-US" altLang="ko-KR" sz="800" dirty="0"/>
                        <a:t>&gt; </a:t>
                      </a:r>
                      <a:r>
                        <a:rPr lang="ko-KR" altLang="en-US" sz="800" dirty="0"/>
                        <a:t>주문</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주문 내역들이 표시되는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736388259"/>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클릭 시 주문 타입에 맞는</a:t>
                      </a:r>
                      <a:r>
                        <a:rPr lang="ko-KR" altLang="en-US" sz="800" b="0" baseline="0" dirty="0">
                          <a:solidFill>
                            <a:schemeClr val="tx1"/>
                          </a:solidFill>
                        </a:rPr>
                        <a:t> 페이지로 이동한다</a:t>
                      </a:r>
                      <a:r>
                        <a:rPr lang="en-US" altLang="ko-KR" sz="800" b="0" baseline="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baseline="0" dirty="0">
                        <a:solidFill>
                          <a:schemeClr val="tx1"/>
                        </a:solidFill>
                      </a:endParaRPr>
                    </a:p>
                    <a:p>
                      <a:pPr algn="l" latinLnBrk="1"/>
                      <a:r>
                        <a:rPr lang="ko-KR" altLang="en-US" sz="800" b="0" baseline="0" dirty="0">
                          <a:solidFill>
                            <a:schemeClr val="tx1"/>
                          </a:solidFill>
                        </a:rPr>
                        <a:t>취소 </a:t>
                      </a:r>
                      <a:r>
                        <a:rPr lang="en-US" altLang="ko-KR" sz="800" b="0" baseline="0" dirty="0">
                          <a:solidFill>
                            <a:schemeClr val="tx1"/>
                          </a:solidFill>
                        </a:rPr>
                        <a:t>-&gt; </a:t>
                      </a:r>
                      <a:r>
                        <a:rPr lang="en-US" altLang="ko-KR" sz="800" dirty="0"/>
                        <a:t>RF-01-07-19</a:t>
                      </a:r>
                      <a:endParaRPr lang="ko-KR" altLang="en-US" sz="800" dirty="0"/>
                    </a:p>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반품 </a:t>
                      </a:r>
                      <a:r>
                        <a:rPr lang="en-US" altLang="ko-KR" sz="800" b="0" dirty="0">
                          <a:solidFill>
                            <a:schemeClr val="tx1"/>
                          </a:solidFill>
                        </a:rPr>
                        <a:t>-&gt;</a:t>
                      </a:r>
                      <a:r>
                        <a:rPr lang="en-US" altLang="ko-KR" sz="800" b="0" baseline="0" dirty="0">
                          <a:solidFill>
                            <a:schemeClr val="tx1"/>
                          </a:solidFill>
                        </a:rPr>
                        <a:t> </a:t>
                      </a:r>
                      <a:r>
                        <a:rPr lang="en-US" altLang="ko-KR" sz="800" dirty="0"/>
                        <a:t>RF-01-07-20</a:t>
                      </a:r>
                      <a:endParaRPr lang="ko-KR" altLang="en-US" sz="800" dirty="0"/>
                    </a:p>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a:t>교환 </a:t>
                      </a:r>
                      <a:r>
                        <a:rPr lang="en-US" altLang="ko-KR" sz="800" dirty="0"/>
                        <a:t>-&gt; RF-01-07-21</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주문 상태</a:t>
                      </a:r>
                      <a:r>
                        <a:rPr lang="en-US" altLang="ko-KR" sz="800" b="0" dirty="0">
                          <a:solidFill>
                            <a:schemeClr val="tx1"/>
                          </a:solidFill>
                        </a:rPr>
                        <a:t>, </a:t>
                      </a:r>
                      <a:r>
                        <a:rPr lang="ko-KR" altLang="en-US" sz="800" b="0" dirty="0">
                          <a:solidFill>
                            <a:schemeClr val="tx1"/>
                          </a:solidFill>
                        </a:rPr>
                        <a:t>날짜 검색 영역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01603866"/>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주문 상세 페이지 </a:t>
                      </a:r>
                      <a:r>
                        <a:rPr lang="en-US" altLang="ko-KR" sz="800" dirty="0"/>
                        <a:t>RF-01-07-22</a:t>
                      </a:r>
                      <a:r>
                        <a:rPr lang="en-US" altLang="ko-KR" sz="800" b="0" baseline="0" dirty="0">
                          <a:solidFill>
                            <a:schemeClr val="tx1"/>
                          </a:solidFill>
                        </a:rPr>
                        <a:t> </a:t>
                      </a:r>
                      <a:r>
                        <a:rPr lang="ko-KR" altLang="en-US" sz="800" b="0" baseline="0" dirty="0">
                          <a:solidFill>
                            <a:schemeClr val="tx1"/>
                          </a:solidFill>
                        </a:rPr>
                        <a:t>로 이동한다</a:t>
                      </a:r>
                      <a:r>
                        <a:rPr lang="en-US" altLang="ko-KR" sz="800" b="0" baseline="0" dirty="0">
                          <a:solidFill>
                            <a:schemeClr val="tx1"/>
                          </a:solidFill>
                        </a:rPr>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38146099"/>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취소 신청 버튼</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RF-01-07-18-2</a:t>
                      </a:r>
                      <a:r>
                        <a:rPr lang="en-US" altLang="ko-KR" sz="800" b="0" baseline="0" dirty="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891173458"/>
                  </a:ext>
                </a:extLst>
              </a:tr>
              <a:tr h="140746">
                <a:tc>
                  <a:txBody>
                    <a:bodyPr/>
                    <a:lstStyle/>
                    <a:p>
                      <a:pPr algn="ctr" latinLnBrk="1"/>
                      <a:r>
                        <a:rPr lang="en-US" altLang="ko-KR" sz="800" dirty="0"/>
                        <a:t>5</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상품 정보 표시 영역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93061094"/>
                  </a:ext>
                </a:extLst>
              </a:tr>
              <a:tr h="140746">
                <a:tc>
                  <a:txBody>
                    <a:bodyPr/>
                    <a:lstStyle/>
                    <a:p>
                      <a:pPr algn="ctr" latinLnBrk="1"/>
                      <a:r>
                        <a:rPr lang="en-US" altLang="ko-KR" sz="800" dirty="0"/>
                        <a:t>6</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판매자 문의하기 버튼</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RF-01-07-18-1 </a:t>
                      </a:r>
                      <a:r>
                        <a:rPr lang="ko-KR" altLang="en-US" sz="800" dirty="0"/>
                        <a:t>참고</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733757167"/>
                  </a:ext>
                </a:extLst>
              </a:tr>
              <a:tr h="140746">
                <a:tc>
                  <a:txBody>
                    <a:bodyPr/>
                    <a:lstStyle/>
                    <a:p>
                      <a:pPr algn="ctr" latinLnBrk="1"/>
                      <a:r>
                        <a:rPr lang="en-US" altLang="ko-KR" sz="800" dirty="0"/>
                        <a:t>7</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반품 신청 버튼</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RF-01-07-18-3</a:t>
                      </a:r>
                      <a:r>
                        <a:rPr lang="en-US" altLang="ko-KR" sz="800" b="0" baseline="0" dirty="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259313687"/>
                  </a:ext>
                </a:extLst>
              </a:tr>
              <a:tr h="140746">
                <a:tc>
                  <a:txBody>
                    <a:bodyPr/>
                    <a:lstStyle/>
                    <a:p>
                      <a:pPr algn="ctr" latinLnBrk="1"/>
                      <a:r>
                        <a:rPr lang="en-US" altLang="ko-KR" sz="800" dirty="0"/>
                        <a:t>8</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교환 신청 버튼</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RF-01-07-18-4</a:t>
                      </a:r>
                      <a:r>
                        <a:rPr lang="en-US" altLang="ko-KR" sz="800" b="0" baseline="0" dirty="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283893388"/>
                  </a:ext>
                </a:extLst>
              </a:tr>
              <a:tr h="140746">
                <a:tc>
                  <a:txBody>
                    <a:bodyPr/>
                    <a:lstStyle/>
                    <a:p>
                      <a:pPr algn="ctr" latinLnBrk="1"/>
                      <a:r>
                        <a:rPr lang="en-US" altLang="ko-KR" sz="800" dirty="0"/>
                        <a:t>9</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구매</a:t>
                      </a:r>
                      <a:r>
                        <a:rPr lang="ko-KR" altLang="en-US" sz="800" b="0" baseline="0" dirty="0">
                          <a:solidFill>
                            <a:schemeClr val="tx1"/>
                          </a:solidFill>
                        </a:rPr>
                        <a:t> 확정 버튼</a:t>
                      </a:r>
                      <a:endParaRPr lang="en-US" altLang="ko-KR" sz="800" b="0" baseline="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RF-01-07-18-5</a:t>
                      </a:r>
                      <a:r>
                        <a:rPr lang="en-US" altLang="ko-KR" sz="800" baseline="0" dirty="0"/>
                        <a:t> </a:t>
                      </a:r>
                      <a:r>
                        <a:rPr lang="ko-KR" altLang="en-US" sz="800" baseline="0" dirty="0"/>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775280574"/>
                  </a:ext>
                </a:extLst>
              </a:tr>
            </a:tbl>
          </a:graphicData>
        </a:graphic>
      </p:graphicFrame>
    </p:spTree>
    <p:extLst>
      <p:ext uri="{BB962C8B-B14F-4D97-AF65-F5344CB8AC3E}">
        <p14:creationId xmlns:p14="http://schemas.microsoft.com/office/powerpoint/2010/main" val="2106282840"/>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 name="표 58">
            <a:extLst>
              <a:ext uri="{FF2B5EF4-FFF2-40B4-BE49-F238E27FC236}">
                <a16:creationId xmlns:a16="http://schemas.microsoft.com/office/drawing/2014/main" id="{3D52F8B6-A1CE-47CB-A10A-A310F7289AEC}"/>
              </a:ext>
            </a:extLst>
          </p:cNvPr>
          <p:cNvGraphicFramePr>
            <a:graphicFrameLocks noGrp="1"/>
          </p:cNvGraphicFramePr>
          <p:nvPr>
            <p:extLst>
              <p:ext uri="{D42A27DB-BD31-4B8C-83A1-F6EECF244321}">
                <p14:modId xmlns:p14="http://schemas.microsoft.com/office/powerpoint/2010/main" val="3912344715"/>
              </p:ext>
            </p:extLst>
          </p:nvPr>
        </p:nvGraphicFramePr>
        <p:xfrm>
          <a:off x="10171774" y="22159"/>
          <a:ext cx="1979018" cy="224131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t>RF-01-07-18-1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err="1"/>
                        <a:t>주문목록</a:t>
                      </a:r>
                      <a:r>
                        <a:rPr lang="ko-KR" altLang="en-US" sz="800" dirty="0"/>
                        <a:t> </a:t>
                      </a:r>
                      <a:r>
                        <a:rPr lang="en-US" altLang="ko-KR" sz="800" dirty="0"/>
                        <a:t>&gt; </a:t>
                      </a:r>
                      <a:r>
                        <a:rPr lang="ko-KR" altLang="en-US" sz="800" dirty="0"/>
                        <a:t>주문 </a:t>
                      </a:r>
                      <a:r>
                        <a:rPr lang="en-US" altLang="ko-KR" sz="800" dirty="0"/>
                        <a:t>&gt; </a:t>
                      </a:r>
                      <a:r>
                        <a:rPr lang="ko-KR" altLang="en-US" sz="800" dirty="0"/>
                        <a:t>상품 문의하기</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err="1"/>
                        <a:t>판매자에게</a:t>
                      </a:r>
                      <a:r>
                        <a:rPr lang="ko-KR" altLang="en-US" sz="800" dirty="0"/>
                        <a:t> 상품에 관한 내용을 문의하는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736388259"/>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버튼 클릭 시 상품 문의하기 화면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판매자에게</a:t>
                      </a:r>
                      <a:r>
                        <a:rPr lang="ko-KR" altLang="en-US" sz="800" b="0" dirty="0">
                          <a:solidFill>
                            <a:schemeClr val="tx1"/>
                          </a:solidFill>
                        </a:rPr>
                        <a:t> 상품에 관하여 문의 할 수 있는 화면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851086214"/>
                  </a:ext>
                </a:extLst>
              </a:tr>
            </a:tbl>
          </a:graphicData>
        </a:graphic>
      </p:graphicFrame>
      <p:sp>
        <p:nvSpPr>
          <p:cNvPr id="3" name="직사각형 2">
            <a:extLst>
              <a:ext uri="{FF2B5EF4-FFF2-40B4-BE49-F238E27FC236}">
                <a16:creationId xmlns:a16="http://schemas.microsoft.com/office/drawing/2014/main" id="{48678D97-41E3-457A-8D17-13CAD24851D6}"/>
              </a:ext>
            </a:extLst>
          </p:cNvPr>
          <p:cNvSpPr/>
          <p:nvPr/>
        </p:nvSpPr>
        <p:spPr>
          <a:xfrm>
            <a:off x="2995141" y="2777981"/>
            <a:ext cx="3935785" cy="439841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4" name="그룹 3">
            <a:extLst>
              <a:ext uri="{FF2B5EF4-FFF2-40B4-BE49-F238E27FC236}">
                <a16:creationId xmlns:a16="http://schemas.microsoft.com/office/drawing/2014/main" id="{220FC6F9-3486-494B-ACD7-CCC7577388B9}"/>
              </a:ext>
            </a:extLst>
          </p:cNvPr>
          <p:cNvGrpSpPr/>
          <p:nvPr/>
        </p:nvGrpSpPr>
        <p:grpSpPr>
          <a:xfrm>
            <a:off x="3211867" y="3335742"/>
            <a:ext cx="517956" cy="248122"/>
            <a:chOff x="2681976" y="1955121"/>
            <a:chExt cx="1929510" cy="596970"/>
          </a:xfrm>
        </p:grpSpPr>
        <p:sp>
          <p:nvSpPr>
            <p:cNvPr id="5" name="Border">
              <a:extLst>
                <a:ext uri="{FF2B5EF4-FFF2-40B4-BE49-F238E27FC236}">
                  <a16:creationId xmlns:a16="http://schemas.microsoft.com/office/drawing/2014/main" id="{F5F8123C-5020-40EB-BB8B-B10F1D540BE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 name="Line 2">
              <a:extLst>
                <a:ext uri="{FF2B5EF4-FFF2-40B4-BE49-F238E27FC236}">
                  <a16:creationId xmlns:a16="http://schemas.microsoft.com/office/drawing/2014/main" id="{53838C6C-D8DA-4373-84ED-5025A618534F}"/>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 name="Line 1">
              <a:extLst>
                <a:ext uri="{FF2B5EF4-FFF2-40B4-BE49-F238E27FC236}">
                  <a16:creationId xmlns:a16="http://schemas.microsoft.com/office/drawing/2014/main" id="{512A7E0C-EFCC-44F6-B3B0-2AC51BA2042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TextBox 7">
              <a:extLst>
                <a:ext uri="{FF2B5EF4-FFF2-40B4-BE49-F238E27FC236}">
                  <a16:creationId xmlns:a16="http://schemas.microsoft.com/office/drawing/2014/main" id="{DBE25AE5-1D3F-4DB5-B035-15DFF4C26594}"/>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9" name="직사각형 8">
            <a:extLst>
              <a:ext uri="{FF2B5EF4-FFF2-40B4-BE49-F238E27FC236}">
                <a16:creationId xmlns:a16="http://schemas.microsoft.com/office/drawing/2014/main" id="{7FF93421-6226-4F7B-BA63-F365DE0706A2}"/>
              </a:ext>
            </a:extLst>
          </p:cNvPr>
          <p:cNvSpPr/>
          <p:nvPr/>
        </p:nvSpPr>
        <p:spPr>
          <a:xfrm>
            <a:off x="3729822" y="3248376"/>
            <a:ext cx="3093515"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sp>
        <p:nvSpPr>
          <p:cNvPr id="10" name="TextBox 9">
            <a:extLst>
              <a:ext uri="{FF2B5EF4-FFF2-40B4-BE49-F238E27FC236}">
                <a16:creationId xmlns:a16="http://schemas.microsoft.com/office/drawing/2014/main" id="{29AD539E-9574-4216-938A-FA40CE609F29}"/>
              </a:ext>
            </a:extLst>
          </p:cNvPr>
          <p:cNvSpPr txBox="1"/>
          <p:nvPr/>
        </p:nvSpPr>
        <p:spPr>
          <a:xfrm>
            <a:off x="3115710" y="2877013"/>
            <a:ext cx="1072730"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상품 문의하기</a:t>
            </a:r>
            <a:endParaRPr lang="ko-KR" altLang="en-US" sz="900" dirty="0"/>
          </a:p>
        </p:txBody>
      </p:sp>
      <p:graphicFrame>
        <p:nvGraphicFramePr>
          <p:cNvPr id="11" name="표 17">
            <a:extLst>
              <a:ext uri="{FF2B5EF4-FFF2-40B4-BE49-F238E27FC236}">
                <a16:creationId xmlns:a16="http://schemas.microsoft.com/office/drawing/2014/main" id="{C2136942-397C-44AF-9EB8-A840A812DAAF}"/>
              </a:ext>
            </a:extLst>
          </p:cNvPr>
          <p:cNvGraphicFramePr>
            <a:graphicFrameLocks noGrp="1"/>
          </p:cNvGraphicFramePr>
          <p:nvPr>
            <p:extLst>
              <p:ext uri="{D42A27DB-BD31-4B8C-83A1-F6EECF244321}">
                <p14:modId xmlns:p14="http://schemas.microsoft.com/office/powerpoint/2010/main" val="2075467973"/>
              </p:ext>
            </p:extLst>
          </p:nvPr>
        </p:nvGraphicFramePr>
        <p:xfrm>
          <a:off x="3255309" y="4327701"/>
          <a:ext cx="3472494" cy="1974140"/>
        </p:xfrm>
        <a:graphic>
          <a:graphicData uri="http://schemas.openxmlformats.org/drawingml/2006/table">
            <a:tbl>
              <a:tblPr firstRow="1" bandRow="1">
                <a:tableStyleId>{5940675A-B579-460E-94D1-54222C63F5DA}</a:tableStyleId>
              </a:tblPr>
              <a:tblGrid>
                <a:gridCol w="721645">
                  <a:extLst>
                    <a:ext uri="{9D8B030D-6E8A-4147-A177-3AD203B41FA5}">
                      <a16:colId xmlns:a16="http://schemas.microsoft.com/office/drawing/2014/main" val="827257380"/>
                    </a:ext>
                  </a:extLst>
                </a:gridCol>
                <a:gridCol w="2750849">
                  <a:extLst>
                    <a:ext uri="{9D8B030D-6E8A-4147-A177-3AD203B41FA5}">
                      <a16:colId xmlns:a16="http://schemas.microsoft.com/office/drawing/2014/main" val="1855344563"/>
                    </a:ext>
                  </a:extLst>
                </a:gridCol>
              </a:tblGrid>
              <a:tr h="188330">
                <a:tc>
                  <a:txBody>
                    <a:bodyPr/>
                    <a:lstStyle/>
                    <a:p>
                      <a:pPr latinLnBrk="1"/>
                      <a:r>
                        <a:rPr lang="ko-KR" altLang="en-US" sz="800" dirty="0">
                          <a:solidFill>
                            <a:schemeClr val="tx1"/>
                          </a:solidFill>
                        </a:rPr>
                        <a:t>질문 제목</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1760780">
                <a:tc>
                  <a:txBody>
                    <a:bodyPr/>
                    <a:lstStyle/>
                    <a:p>
                      <a:pPr latinLnBrk="1"/>
                      <a:r>
                        <a:rPr lang="ko-KR" altLang="en-US" sz="800" dirty="0">
                          <a:solidFill>
                            <a:schemeClr val="tx1"/>
                          </a:solidFill>
                        </a:rPr>
                        <a:t>질문 내용</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bl>
          </a:graphicData>
        </a:graphic>
      </p:graphicFrame>
      <p:sp>
        <p:nvSpPr>
          <p:cNvPr id="12" name="TextBox 11">
            <a:extLst>
              <a:ext uri="{FF2B5EF4-FFF2-40B4-BE49-F238E27FC236}">
                <a16:creationId xmlns:a16="http://schemas.microsoft.com/office/drawing/2014/main" id="{A869BA48-204E-41B6-AB2F-28B5DAC9F063}"/>
              </a:ext>
            </a:extLst>
          </p:cNvPr>
          <p:cNvSpPr txBox="1"/>
          <p:nvPr/>
        </p:nvSpPr>
        <p:spPr>
          <a:xfrm>
            <a:off x="3148491" y="3809369"/>
            <a:ext cx="841897"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문의내용</a:t>
            </a:r>
            <a:r>
              <a:rPr lang="en-US" altLang="ko-KR" sz="900" dirty="0">
                <a:latin typeface="맑은 고딕" panose="020B0503020000020004" pitchFamily="50" charset="-127"/>
                <a:ea typeface="맑은 고딕" panose="020B0503020000020004" pitchFamily="50" charset="-127"/>
              </a:rPr>
              <a:t> </a:t>
            </a:r>
            <a:endParaRPr lang="ko-KR" altLang="en-US" sz="900" dirty="0"/>
          </a:p>
        </p:txBody>
      </p:sp>
      <p:sp>
        <p:nvSpPr>
          <p:cNvPr id="13" name="직사각형 12">
            <a:extLst>
              <a:ext uri="{FF2B5EF4-FFF2-40B4-BE49-F238E27FC236}">
                <a16:creationId xmlns:a16="http://schemas.microsoft.com/office/drawing/2014/main" id="{D77927F8-2BE1-4900-888C-443D372B81CE}"/>
              </a:ext>
            </a:extLst>
          </p:cNvPr>
          <p:cNvSpPr/>
          <p:nvPr/>
        </p:nvSpPr>
        <p:spPr>
          <a:xfrm>
            <a:off x="4016369" y="6531738"/>
            <a:ext cx="891615" cy="213360"/>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문의하기</a:t>
            </a:r>
            <a:endParaRPr lang="en-US" altLang="ko-KR" sz="800" dirty="0">
              <a:solidFill>
                <a:schemeClr val="bg1"/>
              </a:solidFill>
            </a:endParaRPr>
          </a:p>
        </p:txBody>
      </p:sp>
      <p:grpSp>
        <p:nvGrpSpPr>
          <p:cNvPr id="14" name="Image">
            <a:extLst>
              <a:ext uri="{FF2B5EF4-FFF2-40B4-BE49-F238E27FC236}">
                <a16:creationId xmlns:a16="http://schemas.microsoft.com/office/drawing/2014/main" id="{3BEB5C07-8BFC-48DF-9B3E-72143A65675D}"/>
              </a:ext>
            </a:extLst>
          </p:cNvPr>
          <p:cNvGrpSpPr>
            <a:grpSpLocks/>
          </p:cNvGrpSpPr>
          <p:nvPr/>
        </p:nvGrpSpPr>
        <p:grpSpPr bwMode="auto">
          <a:xfrm>
            <a:off x="6618621" y="2898048"/>
            <a:ext cx="204716" cy="209797"/>
            <a:chOff x="508000" y="1397000"/>
            <a:chExt cx="1008112" cy="1008112"/>
          </a:xfrm>
        </p:grpSpPr>
        <p:sp>
          <p:nvSpPr>
            <p:cNvPr id="15" name="Border">
              <a:extLst>
                <a:ext uri="{FF2B5EF4-FFF2-40B4-BE49-F238E27FC236}">
                  <a16:creationId xmlns:a16="http://schemas.microsoft.com/office/drawing/2014/main" id="{3352B494-1BB8-46E6-9EAD-A5ED28BEE8DD}"/>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 name="Line 2">
              <a:extLst>
                <a:ext uri="{FF2B5EF4-FFF2-40B4-BE49-F238E27FC236}">
                  <a16:creationId xmlns:a16="http://schemas.microsoft.com/office/drawing/2014/main" id="{D82FAE0E-F512-4245-A72A-71FE692022C9}"/>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 name="Line 1">
              <a:extLst>
                <a:ext uri="{FF2B5EF4-FFF2-40B4-BE49-F238E27FC236}">
                  <a16:creationId xmlns:a16="http://schemas.microsoft.com/office/drawing/2014/main" id="{D9B3F6DD-EB0D-430F-916B-5F3F6ADD7583}"/>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8" name="직사각형 17">
            <a:extLst>
              <a:ext uri="{FF2B5EF4-FFF2-40B4-BE49-F238E27FC236}">
                <a16:creationId xmlns:a16="http://schemas.microsoft.com/office/drawing/2014/main" id="{095FE38C-C61A-4D9B-9019-1BC79EE30F4B}"/>
              </a:ext>
            </a:extLst>
          </p:cNvPr>
          <p:cNvSpPr/>
          <p:nvPr/>
        </p:nvSpPr>
        <p:spPr>
          <a:xfrm>
            <a:off x="5014793" y="6531738"/>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19" name="직사각형 18">
            <a:extLst>
              <a:ext uri="{FF2B5EF4-FFF2-40B4-BE49-F238E27FC236}">
                <a16:creationId xmlns:a16="http://schemas.microsoft.com/office/drawing/2014/main" id="{D601AB47-9192-47C1-BBD2-39A67D898854}"/>
              </a:ext>
            </a:extLst>
          </p:cNvPr>
          <p:cNvSpPr/>
          <p:nvPr/>
        </p:nvSpPr>
        <p:spPr>
          <a:xfrm>
            <a:off x="4016369" y="4357464"/>
            <a:ext cx="2603896" cy="14585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a:solidFill>
                  <a:schemeClr val="tx1">
                    <a:lumMod val="50000"/>
                    <a:lumOff val="50000"/>
                  </a:schemeClr>
                </a:solidFill>
              </a:rPr>
              <a:t>질문 제목입니다</a:t>
            </a:r>
            <a:endParaRPr lang="en-US" altLang="ko-KR" sz="800" dirty="0">
              <a:solidFill>
                <a:schemeClr val="tx1">
                  <a:lumMod val="50000"/>
                  <a:lumOff val="50000"/>
                </a:schemeClr>
              </a:solidFill>
            </a:endParaRPr>
          </a:p>
        </p:txBody>
      </p:sp>
      <p:sp>
        <p:nvSpPr>
          <p:cNvPr id="20" name="직사각형 19">
            <a:extLst>
              <a:ext uri="{FF2B5EF4-FFF2-40B4-BE49-F238E27FC236}">
                <a16:creationId xmlns:a16="http://schemas.microsoft.com/office/drawing/2014/main" id="{9D7D67E2-33BC-4953-9802-7BC95DEF4E87}"/>
              </a:ext>
            </a:extLst>
          </p:cNvPr>
          <p:cNvSpPr/>
          <p:nvPr/>
        </p:nvSpPr>
        <p:spPr>
          <a:xfrm>
            <a:off x="4016369" y="4577748"/>
            <a:ext cx="2603896" cy="1574331"/>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ko-KR" altLang="en-US" sz="800" dirty="0">
                <a:solidFill>
                  <a:schemeClr val="tx1">
                    <a:lumMod val="50000"/>
                    <a:lumOff val="50000"/>
                  </a:schemeClr>
                </a:solidFill>
              </a:rPr>
              <a:t>내용입니다</a:t>
            </a:r>
            <a:endParaRPr lang="en-US" altLang="ko-KR" sz="800" dirty="0">
              <a:solidFill>
                <a:schemeClr val="tx1">
                  <a:lumMod val="50000"/>
                  <a:lumOff val="50000"/>
                </a:schemeClr>
              </a:solidFill>
            </a:endParaRPr>
          </a:p>
        </p:txBody>
      </p:sp>
      <p:sp>
        <p:nvSpPr>
          <p:cNvPr id="21" name="TextBox 20">
            <a:extLst>
              <a:ext uri="{FF2B5EF4-FFF2-40B4-BE49-F238E27FC236}">
                <a16:creationId xmlns:a16="http://schemas.microsoft.com/office/drawing/2014/main" id="{F0E99411-34F2-4274-A633-13D47B1B1DF3}"/>
              </a:ext>
            </a:extLst>
          </p:cNvPr>
          <p:cNvSpPr txBox="1"/>
          <p:nvPr/>
        </p:nvSpPr>
        <p:spPr>
          <a:xfrm>
            <a:off x="3197281" y="4068884"/>
            <a:ext cx="3398687" cy="215444"/>
          </a:xfrm>
          <a:prstGeom prst="rect">
            <a:avLst/>
          </a:prstGeom>
          <a:noFill/>
        </p:spPr>
        <p:txBody>
          <a:bodyPr wrap="none" rtlCol="0">
            <a:spAutoFit/>
          </a:bodyPr>
          <a:lstStyle/>
          <a:p>
            <a:r>
              <a:rPr lang="ko-KR" altLang="en-US" sz="800" dirty="0">
                <a:latin typeface="맑은 고딕" panose="020B0503020000020004" pitchFamily="50" charset="-127"/>
                <a:ea typeface="맑은 고딕" panose="020B0503020000020004" pitchFamily="50" charset="-127"/>
              </a:rPr>
              <a:t>판매자에게 상품</a:t>
            </a:r>
            <a:r>
              <a:rPr lang="en-US" altLang="ko-KR" sz="800" dirty="0">
                <a:latin typeface="맑은 고딕" panose="020B0503020000020004" pitchFamily="50" charset="-127"/>
                <a:ea typeface="맑은 고딕" panose="020B0503020000020004" pitchFamily="50" charset="-127"/>
              </a:rPr>
              <a:t>, </a:t>
            </a:r>
            <a:r>
              <a:rPr lang="ko-KR" altLang="en-US" sz="800" dirty="0">
                <a:latin typeface="맑은 고딕" panose="020B0503020000020004" pitchFamily="50" charset="-127"/>
                <a:ea typeface="맑은 고딕" panose="020B0503020000020004" pitchFamily="50" charset="-127"/>
              </a:rPr>
              <a:t>배송</a:t>
            </a:r>
            <a:r>
              <a:rPr lang="en-US" altLang="ko-KR" sz="800" dirty="0">
                <a:latin typeface="맑은 고딕" panose="020B0503020000020004" pitchFamily="50" charset="-127"/>
                <a:ea typeface="맑은 고딕" panose="020B0503020000020004" pitchFamily="50" charset="-127"/>
              </a:rPr>
              <a:t>, </a:t>
            </a:r>
            <a:r>
              <a:rPr lang="ko-KR" altLang="en-US" sz="800" dirty="0">
                <a:latin typeface="맑은 고딕" panose="020B0503020000020004" pitchFamily="50" charset="-127"/>
                <a:ea typeface="맑은 고딕" panose="020B0503020000020004" pitchFamily="50" charset="-127"/>
              </a:rPr>
              <a:t>취소</a:t>
            </a:r>
            <a:r>
              <a:rPr lang="en-US" altLang="ko-KR" sz="800" dirty="0">
                <a:latin typeface="맑은 고딕" panose="020B0503020000020004" pitchFamily="50" charset="-127"/>
                <a:ea typeface="맑은 고딕" panose="020B0503020000020004" pitchFamily="50" charset="-127"/>
              </a:rPr>
              <a:t>, </a:t>
            </a:r>
            <a:r>
              <a:rPr lang="ko-KR" altLang="en-US" sz="800" dirty="0">
                <a:latin typeface="맑은 고딕" panose="020B0503020000020004" pitchFamily="50" charset="-127"/>
                <a:ea typeface="맑은 고딕" panose="020B0503020000020004" pitchFamily="50" charset="-127"/>
              </a:rPr>
              <a:t>교환</a:t>
            </a:r>
            <a:r>
              <a:rPr lang="en-US" altLang="ko-KR" sz="800" dirty="0">
                <a:latin typeface="맑은 고딕" panose="020B0503020000020004" pitchFamily="50" charset="-127"/>
                <a:ea typeface="맑은 고딕" panose="020B0503020000020004" pitchFamily="50" charset="-127"/>
              </a:rPr>
              <a:t>, </a:t>
            </a:r>
            <a:r>
              <a:rPr lang="ko-KR" altLang="en-US" sz="800" dirty="0">
                <a:latin typeface="맑은 고딕" panose="020B0503020000020004" pitchFamily="50" charset="-127"/>
                <a:ea typeface="맑은 고딕" panose="020B0503020000020004" pitchFamily="50" charset="-127"/>
              </a:rPr>
              <a:t>반품 등 궁금한 내용을 문의하세요</a:t>
            </a:r>
            <a:r>
              <a:rPr lang="en-US" altLang="ko-KR" sz="800" dirty="0">
                <a:latin typeface="맑은 고딕" panose="020B0503020000020004" pitchFamily="50" charset="-127"/>
                <a:ea typeface="맑은 고딕" panose="020B0503020000020004" pitchFamily="50" charset="-127"/>
              </a:rPr>
              <a:t>.</a:t>
            </a:r>
            <a:endParaRPr lang="ko-KR" altLang="en-US" sz="800" dirty="0"/>
          </a:p>
        </p:txBody>
      </p:sp>
      <p:sp>
        <p:nvSpPr>
          <p:cNvPr id="22" name="타원 21">
            <a:extLst>
              <a:ext uri="{FF2B5EF4-FFF2-40B4-BE49-F238E27FC236}">
                <a16:creationId xmlns:a16="http://schemas.microsoft.com/office/drawing/2014/main" id="{3091B47E-62CF-4297-8AF6-3E70004CF9AC}"/>
              </a:ext>
            </a:extLst>
          </p:cNvPr>
          <p:cNvSpPr/>
          <p:nvPr/>
        </p:nvSpPr>
        <p:spPr>
          <a:xfrm>
            <a:off x="8258979" y="3875813"/>
            <a:ext cx="1241378"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3" name="직선 화살표 연결선 22">
            <a:extLst>
              <a:ext uri="{FF2B5EF4-FFF2-40B4-BE49-F238E27FC236}">
                <a16:creationId xmlns:a16="http://schemas.microsoft.com/office/drawing/2014/main" id="{60AE5251-69BB-4C80-A7CA-BC74CFA9B3B2}"/>
              </a:ext>
            </a:extLst>
          </p:cNvPr>
          <p:cNvCxnSpPr>
            <a:cxnSpLocks/>
            <a:stCxn id="22" idx="2"/>
          </p:cNvCxnSpPr>
          <p:nvPr/>
        </p:nvCxnSpPr>
        <p:spPr>
          <a:xfrm flipH="1">
            <a:off x="6618621" y="4097625"/>
            <a:ext cx="1640358"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39A59C64-A3D8-452D-BFC7-09FA7DA3D13C}"/>
              </a:ext>
            </a:extLst>
          </p:cNvPr>
          <p:cNvSpPr txBox="1"/>
          <p:nvPr/>
        </p:nvSpPr>
        <p:spPr>
          <a:xfrm>
            <a:off x="9248365" y="3809369"/>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25" name="TextBox 24">
            <a:extLst>
              <a:ext uri="{FF2B5EF4-FFF2-40B4-BE49-F238E27FC236}">
                <a16:creationId xmlns:a16="http://schemas.microsoft.com/office/drawing/2014/main" id="{39A59C64-A3D8-452D-BFC7-09FA7DA3D13C}"/>
              </a:ext>
            </a:extLst>
          </p:cNvPr>
          <p:cNvSpPr txBox="1"/>
          <p:nvPr/>
        </p:nvSpPr>
        <p:spPr>
          <a:xfrm>
            <a:off x="2863718" y="2662565"/>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2710380623"/>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 name="표 58">
            <a:extLst>
              <a:ext uri="{FF2B5EF4-FFF2-40B4-BE49-F238E27FC236}">
                <a16:creationId xmlns:a16="http://schemas.microsoft.com/office/drawing/2014/main" id="{3D52F8B6-A1CE-47CB-A10A-A310F7289AEC}"/>
              </a:ext>
            </a:extLst>
          </p:cNvPr>
          <p:cNvGraphicFramePr>
            <a:graphicFrameLocks noGrp="1"/>
          </p:cNvGraphicFramePr>
          <p:nvPr>
            <p:extLst>
              <p:ext uri="{D42A27DB-BD31-4B8C-83A1-F6EECF244321}">
                <p14:modId xmlns:p14="http://schemas.microsoft.com/office/powerpoint/2010/main" val="384296994"/>
              </p:ext>
            </p:extLst>
          </p:nvPr>
        </p:nvGraphicFramePr>
        <p:xfrm>
          <a:off x="10171774" y="22159"/>
          <a:ext cx="1979018" cy="245467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t>RF-01-07-18-2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주문 목록 </a:t>
                      </a:r>
                      <a:r>
                        <a:rPr lang="en-US" altLang="ko-KR" sz="800" dirty="0"/>
                        <a:t>&gt; </a:t>
                      </a:r>
                      <a:r>
                        <a:rPr lang="ko-KR" altLang="en-US" sz="800" dirty="0"/>
                        <a:t>주문 </a:t>
                      </a:r>
                      <a:r>
                        <a:rPr lang="en-US" altLang="ko-KR" sz="800" dirty="0"/>
                        <a:t>&gt; </a:t>
                      </a:r>
                      <a:r>
                        <a:rPr lang="ko-KR" altLang="en-US" sz="800" dirty="0" err="1"/>
                        <a:t>취소신청</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주문한 상품을 취소하는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736388259"/>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버튼 클릭 시 취소신청하기 화면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주문 취소를</a:t>
                      </a:r>
                      <a:r>
                        <a:rPr lang="ko-KR" altLang="en-US" sz="800" b="0" baseline="0" dirty="0">
                          <a:solidFill>
                            <a:schemeClr val="tx1"/>
                          </a:solidFill>
                        </a:rPr>
                        <a:t> 신청할 수 있는 화면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849708696"/>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취소사유가 기타일 경우 사유를 입력할 수 있는 입력 영역이 표시된다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506341783"/>
                  </a:ext>
                </a:extLst>
              </a:tr>
            </a:tbl>
          </a:graphicData>
        </a:graphic>
      </p:graphicFrame>
      <p:grpSp>
        <p:nvGrpSpPr>
          <p:cNvPr id="3" name="Image">
            <a:extLst>
              <a:ext uri="{FF2B5EF4-FFF2-40B4-BE49-F238E27FC236}">
                <a16:creationId xmlns:a16="http://schemas.microsoft.com/office/drawing/2014/main" id="{B8C1A9A8-34FD-40F0-8CD4-74120A9BECC7}"/>
              </a:ext>
            </a:extLst>
          </p:cNvPr>
          <p:cNvGrpSpPr>
            <a:grpSpLocks/>
          </p:cNvGrpSpPr>
          <p:nvPr/>
        </p:nvGrpSpPr>
        <p:grpSpPr bwMode="auto">
          <a:xfrm>
            <a:off x="4753471" y="4068453"/>
            <a:ext cx="204716" cy="209797"/>
            <a:chOff x="508000" y="1397000"/>
            <a:chExt cx="1008112" cy="1008112"/>
          </a:xfrm>
        </p:grpSpPr>
        <p:sp>
          <p:nvSpPr>
            <p:cNvPr id="4" name="Border">
              <a:extLst>
                <a:ext uri="{FF2B5EF4-FFF2-40B4-BE49-F238E27FC236}">
                  <a16:creationId xmlns:a16="http://schemas.microsoft.com/office/drawing/2014/main" id="{A63E5B8B-31F6-4BBB-8E6C-C460C9E02D6A}"/>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 name="Line 2">
              <a:extLst>
                <a:ext uri="{FF2B5EF4-FFF2-40B4-BE49-F238E27FC236}">
                  <a16:creationId xmlns:a16="http://schemas.microsoft.com/office/drawing/2014/main" id="{895704A0-8013-4B91-91E0-953FCA70EF04}"/>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 name="Line 1">
              <a:extLst>
                <a:ext uri="{FF2B5EF4-FFF2-40B4-BE49-F238E27FC236}">
                  <a16:creationId xmlns:a16="http://schemas.microsoft.com/office/drawing/2014/main" id="{9EDBD880-C610-4C44-BF4E-AD963BB215DA}"/>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7" name="타원 6">
            <a:extLst>
              <a:ext uri="{FF2B5EF4-FFF2-40B4-BE49-F238E27FC236}">
                <a16:creationId xmlns:a16="http://schemas.microsoft.com/office/drawing/2014/main" id="{A3313140-F1AB-4CCF-887F-392174F9DA5A}"/>
              </a:ext>
            </a:extLst>
          </p:cNvPr>
          <p:cNvSpPr/>
          <p:nvPr/>
        </p:nvSpPr>
        <p:spPr>
          <a:xfrm>
            <a:off x="8489582" y="3345593"/>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 name="그룹 7">
            <a:extLst>
              <a:ext uri="{FF2B5EF4-FFF2-40B4-BE49-F238E27FC236}">
                <a16:creationId xmlns:a16="http://schemas.microsoft.com/office/drawing/2014/main" id="{9B1A4ED7-25D6-4B79-B094-5A91D9F049B0}"/>
              </a:ext>
            </a:extLst>
          </p:cNvPr>
          <p:cNvGrpSpPr/>
          <p:nvPr/>
        </p:nvGrpSpPr>
        <p:grpSpPr>
          <a:xfrm>
            <a:off x="1541675" y="1017633"/>
            <a:ext cx="3935785" cy="3120355"/>
            <a:chOff x="-4621742" y="308645"/>
            <a:chExt cx="3935785" cy="3120355"/>
          </a:xfrm>
        </p:grpSpPr>
        <p:sp>
          <p:nvSpPr>
            <p:cNvPr id="9" name="직사각형 8">
              <a:extLst>
                <a:ext uri="{FF2B5EF4-FFF2-40B4-BE49-F238E27FC236}">
                  <a16:creationId xmlns:a16="http://schemas.microsoft.com/office/drawing/2014/main" id="{2716B5CA-7A3E-43F5-9BA1-EF96194E7124}"/>
                </a:ext>
              </a:extLst>
            </p:cNvPr>
            <p:cNvSpPr/>
            <p:nvPr/>
          </p:nvSpPr>
          <p:spPr>
            <a:xfrm>
              <a:off x="-4621742" y="308645"/>
              <a:ext cx="3935785" cy="3120355"/>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10" name="TextBox 9">
              <a:extLst>
                <a:ext uri="{FF2B5EF4-FFF2-40B4-BE49-F238E27FC236}">
                  <a16:creationId xmlns:a16="http://schemas.microsoft.com/office/drawing/2014/main" id="{474B90BE-DA23-4F31-ACDD-9809946FEA0A}"/>
                </a:ext>
              </a:extLst>
            </p:cNvPr>
            <p:cNvSpPr txBox="1"/>
            <p:nvPr/>
          </p:nvSpPr>
          <p:spPr>
            <a:xfrm>
              <a:off x="-4518724" y="461211"/>
              <a:ext cx="103265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취소신청하기</a:t>
              </a:r>
              <a:endParaRPr lang="ko-KR" altLang="en-US" sz="900" dirty="0"/>
            </a:p>
          </p:txBody>
        </p:sp>
        <p:sp>
          <p:nvSpPr>
            <p:cNvPr id="11" name="직사각형 10">
              <a:extLst>
                <a:ext uri="{FF2B5EF4-FFF2-40B4-BE49-F238E27FC236}">
                  <a16:creationId xmlns:a16="http://schemas.microsoft.com/office/drawing/2014/main" id="{63B78CF1-9EE4-458D-B640-BDFE3CAFE9B5}"/>
                </a:ext>
              </a:extLst>
            </p:cNvPr>
            <p:cNvSpPr/>
            <p:nvPr/>
          </p:nvSpPr>
          <p:spPr>
            <a:xfrm>
              <a:off x="-3581841" y="2674828"/>
              <a:ext cx="891615" cy="213360"/>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취소신청</a:t>
              </a:r>
              <a:endParaRPr lang="en-US" altLang="ko-KR" sz="800" dirty="0">
                <a:solidFill>
                  <a:schemeClr val="bg1"/>
                </a:solidFill>
              </a:endParaRPr>
            </a:p>
          </p:txBody>
        </p:sp>
        <p:grpSp>
          <p:nvGrpSpPr>
            <p:cNvPr id="12" name="Image">
              <a:extLst>
                <a:ext uri="{FF2B5EF4-FFF2-40B4-BE49-F238E27FC236}">
                  <a16:creationId xmlns:a16="http://schemas.microsoft.com/office/drawing/2014/main" id="{A05EFA07-7986-4D99-B60F-B6E1337BF2CE}"/>
                </a:ext>
              </a:extLst>
            </p:cNvPr>
            <p:cNvGrpSpPr>
              <a:grpSpLocks/>
            </p:cNvGrpSpPr>
            <p:nvPr/>
          </p:nvGrpSpPr>
          <p:grpSpPr bwMode="auto">
            <a:xfrm>
              <a:off x="-998262" y="428712"/>
              <a:ext cx="204716" cy="209797"/>
              <a:chOff x="508000" y="1397000"/>
              <a:chExt cx="1008112" cy="1008112"/>
            </a:xfrm>
          </p:grpSpPr>
          <p:sp>
            <p:nvSpPr>
              <p:cNvPr id="23" name="Border">
                <a:extLst>
                  <a:ext uri="{FF2B5EF4-FFF2-40B4-BE49-F238E27FC236}">
                    <a16:creationId xmlns:a16="http://schemas.microsoft.com/office/drawing/2014/main" id="{A1827CC4-8CB9-4F63-AEDC-F953142EA03E}"/>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4" name="Line 2">
                <a:extLst>
                  <a:ext uri="{FF2B5EF4-FFF2-40B4-BE49-F238E27FC236}">
                    <a16:creationId xmlns:a16="http://schemas.microsoft.com/office/drawing/2014/main" id="{117F02A0-AA0A-4AF9-82AC-9D97692FC642}"/>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5" name="Line 1">
                <a:extLst>
                  <a:ext uri="{FF2B5EF4-FFF2-40B4-BE49-F238E27FC236}">
                    <a16:creationId xmlns:a16="http://schemas.microsoft.com/office/drawing/2014/main" id="{F1B8EE69-A088-434F-A96B-190C4C1D125D}"/>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3" name="직사각형 12">
              <a:extLst>
                <a:ext uri="{FF2B5EF4-FFF2-40B4-BE49-F238E27FC236}">
                  <a16:creationId xmlns:a16="http://schemas.microsoft.com/office/drawing/2014/main" id="{153AB22E-2285-44C6-A130-1085DEEB6A0F}"/>
                </a:ext>
              </a:extLst>
            </p:cNvPr>
            <p:cNvSpPr/>
            <p:nvPr/>
          </p:nvSpPr>
          <p:spPr>
            <a:xfrm>
              <a:off x="-2583417" y="2674828"/>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14" name="TextBox 13">
              <a:extLst>
                <a:ext uri="{FF2B5EF4-FFF2-40B4-BE49-F238E27FC236}">
                  <a16:creationId xmlns:a16="http://schemas.microsoft.com/office/drawing/2014/main" id="{C7AD0228-9FB0-43AA-82D1-17DD49BF37FE}"/>
                </a:ext>
              </a:extLst>
            </p:cNvPr>
            <p:cNvSpPr txBox="1"/>
            <p:nvPr/>
          </p:nvSpPr>
          <p:spPr>
            <a:xfrm>
              <a:off x="-4381765" y="833345"/>
              <a:ext cx="646331" cy="230832"/>
            </a:xfrm>
            <a:prstGeom prst="rect">
              <a:avLst/>
            </a:prstGeom>
            <a:noFill/>
          </p:spPr>
          <p:txBody>
            <a:bodyPr wrap="none" rtlCol="0">
              <a:spAutoFit/>
            </a:bodyPr>
            <a:lstStyle/>
            <a:p>
              <a:r>
                <a:rPr lang="ko-KR" altLang="en-US" sz="900" dirty="0"/>
                <a:t>주문상품</a:t>
              </a:r>
            </a:p>
          </p:txBody>
        </p:sp>
        <p:grpSp>
          <p:nvGrpSpPr>
            <p:cNvPr id="15" name="그룹 14">
              <a:extLst>
                <a:ext uri="{FF2B5EF4-FFF2-40B4-BE49-F238E27FC236}">
                  <a16:creationId xmlns:a16="http://schemas.microsoft.com/office/drawing/2014/main" id="{7F03EEA9-568F-481C-B799-AC932EC99E47}"/>
                </a:ext>
              </a:extLst>
            </p:cNvPr>
            <p:cNvGrpSpPr/>
            <p:nvPr/>
          </p:nvGrpSpPr>
          <p:grpSpPr>
            <a:xfrm>
              <a:off x="-4344551" y="1159700"/>
              <a:ext cx="689346" cy="440906"/>
              <a:chOff x="2843808" y="1955121"/>
              <a:chExt cx="1674813" cy="596970"/>
            </a:xfrm>
            <a:solidFill>
              <a:schemeClr val="bg1">
                <a:lumMod val="95000"/>
              </a:schemeClr>
            </a:solidFill>
          </p:grpSpPr>
          <p:sp>
            <p:nvSpPr>
              <p:cNvPr id="19" name="Border">
                <a:extLst>
                  <a:ext uri="{FF2B5EF4-FFF2-40B4-BE49-F238E27FC236}">
                    <a16:creationId xmlns:a16="http://schemas.microsoft.com/office/drawing/2014/main" id="{92848CFB-A1BF-40B6-8901-2A5CD544367B}"/>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 name="Line 2">
                <a:extLst>
                  <a:ext uri="{FF2B5EF4-FFF2-40B4-BE49-F238E27FC236}">
                    <a16:creationId xmlns:a16="http://schemas.microsoft.com/office/drawing/2014/main" id="{5F16D10A-33FC-4A5E-A772-7F0AF9A904F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 name="Line 1">
                <a:extLst>
                  <a:ext uri="{FF2B5EF4-FFF2-40B4-BE49-F238E27FC236}">
                    <a16:creationId xmlns:a16="http://schemas.microsoft.com/office/drawing/2014/main" id="{CCA653D3-8714-49DB-921F-CA7BBE7181A3}"/>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 name="TextBox 21">
                <a:extLst>
                  <a:ext uri="{FF2B5EF4-FFF2-40B4-BE49-F238E27FC236}">
                    <a16:creationId xmlns:a16="http://schemas.microsoft.com/office/drawing/2014/main" id="{7AF7D1DA-E2F4-45F7-83FC-55779B675CB3}"/>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6" name="직사각형 15">
              <a:extLst>
                <a:ext uri="{FF2B5EF4-FFF2-40B4-BE49-F238E27FC236}">
                  <a16:creationId xmlns:a16="http://schemas.microsoft.com/office/drawing/2014/main" id="{EE59B1BE-60B7-41F6-9935-05C5798BCAF9}"/>
                </a:ext>
              </a:extLst>
            </p:cNvPr>
            <p:cNvSpPr/>
            <p:nvPr/>
          </p:nvSpPr>
          <p:spPr>
            <a:xfrm>
              <a:off x="-3634122" y="1159700"/>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7" name="TextBox 16">
              <a:extLst>
                <a:ext uri="{FF2B5EF4-FFF2-40B4-BE49-F238E27FC236}">
                  <a16:creationId xmlns:a16="http://schemas.microsoft.com/office/drawing/2014/main" id="{F6807E25-D592-4A47-B259-E01FBB76C3B4}"/>
                </a:ext>
              </a:extLst>
            </p:cNvPr>
            <p:cNvSpPr txBox="1"/>
            <p:nvPr/>
          </p:nvSpPr>
          <p:spPr>
            <a:xfrm>
              <a:off x="-4381765" y="1795849"/>
              <a:ext cx="646331" cy="230832"/>
            </a:xfrm>
            <a:prstGeom prst="rect">
              <a:avLst/>
            </a:prstGeom>
            <a:noFill/>
          </p:spPr>
          <p:txBody>
            <a:bodyPr wrap="none" rtlCol="0">
              <a:spAutoFit/>
            </a:bodyPr>
            <a:lstStyle/>
            <a:p>
              <a:r>
                <a:rPr lang="ko-KR" altLang="en-US" sz="900" dirty="0"/>
                <a:t>취소사유</a:t>
              </a:r>
            </a:p>
          </p:txBody>
        </p:sp>
        <p:sp>
          <p:nvSpPr>
            <p:cNvPr id="18" name="직사각형 17">
              <a:extLst>
                <a:ext uri="{FF2B5EF4-FFF2-40B4-BE49-F238E27FC236}">
                  <a16:creationId xmlns:a16="http://schemas.microsoft.com/office/drawing/2014/main" id="{2D48900E-32A0-401A-8D7B-E9D68195FDD0}"/>
                </a:ext>
              </a:extLst>
            </p:cNvPr>
            <p:cNvSpPr/>
            <p:nvPr/>
          </p:nvSpPr>
          <p:spPr>
            <a:xfrm>
              <a:off x="-4345601" y="2079075"/>
              <a:ext cx="3471371" cy="250173"/>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solidFill>
                </a:rPr>
                <a:t>단순변심</a:t>
              </a:r>
              <a:r>
                <a:rPr lang="ko-KR" altLang="en-US" sz="800" dirty="0">
                  <a:solidFill>
                    <a:schemeClr val="tx1"/>
                  </a:solidFill>
                </a:rPr>
                <a:t>                                                                          ▼</a:t>
              </a:r>
              <a:endParaRPr lang="en-US" altLang="ko-KR" sz="800" dirty="0">
                <a:solidFill>
                  <a:schemeClr val="tx1"/>
                </a:solidFill>
              </a:endParaRPr>
            </a:p>
          </p:txBody>
        </p:sp>
      </p:grpSp>
      <p:sp>
        <p:nvSpPr>
          <p:cNvPr id="26" name="직사각형 25">
            <a:extLst>
              <a:ext uri="{FF2B5EF4-FFF2-40B4-BE49-F238E27FC236}">
                <a16:creationId xmlns:a16="http://schemas.microsoft.com/office/drawing/2014/main" id="{1CA43ABC-C263-43EA-AAA1-4C5D16D6EA15}"/>
              </a:ext>
            </a:extLst>
          </p:cNvPr>
          <p:cNvSpPr/>
          <p:nvPr/>
        </p:nvSpPr>
        <p:spPr>
          <a:xfrm>
            <a:off x="1541675" y="4597622"/>
            <a:ext cx="3935785" cy="3894104"/>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27" name="TextBox 26">
            <a:extLst>
              <a:ext uri="{FF2B5EF4-FFF2-40B4-BE49-F238E27FC236}">
                <a16:creationId xmlns:a16="http://schemas.microsoft.com/office/drawing/2014/main" id="{EFCE456C-A036-4F71-8CDE-4CF5775374E6}"/>
              </a:ext>
            </a:extLst>
          </p:cNvPr>
          <p:cNvSpPr txBox="1"/>
          <p:nvPr/>
        </p:nvSpPr>
        <p:spPr>
          <a:xfrm>
            <a:off x="1644693" y="4750188"/>
            <a:ext cx="103265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취소신청하기</a:t>
            </a:r>
            <a:endParaRPr lang="ko-KR" altLang="en-US" sz="900" dirty="0"/>
          </a:p>
        </p:txBody>
      </p:sp>
      <p:sp>
        <p:nvSpPr>
          <p:cNvPr id="28" name="직사각형 27">
            <a:extLst>
              <a:ext uri="{FF2B5EF4-FFF2-40B4-BE49-F238E27FC236}">
                <a16:creationId xmlns:a16="http://schemas.microsoft.com/office/drawing/2014/main" id="{FF72C17E-333A-4523-8E33-9B7B941F96AF}"/>
              </a:ext>
            </a:extLst>
          </p:cNvPr>
          <p:cNvSpPr/>
          <p:nvPr/>
        </p:nvSpPr>
        <p:spPr>
          <a:xfrm>
            <a:off x="2655317" y="8050158"/>
            <a:ext cx="891615" cy="213360"/>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취소신청</a:t>
            </a:r>
            <a:endParaRPr lang="en-US" altLang="ko-KR" sz="800" dirty="0">
              <a:solidFill>
                <a:schemeClr val="bg1"/>
              </a:solidFill>
            </a:endParaRPr>
          </a:p>
        </p:txBody>
      </p:sp>
      <p:grpSp>
        <p:nvGrpSpPr>
          <p:cNvPr id="29" name="Image">
            <a:extLst>
              <a:ext uri="{FF2B5EF4-FFF2-40B4-BE49-F238E27FC236}">
                <a16:creationId xmlns:a16="http://schemas.microsoft.com/office/drawing/2014/main" id="{5BA48398-417A-464C-8ABC-B52EF395C728}"/>
              </a:ext>
            </a:extLst>
          </p:cNvPr>
          <p:cNvGrpSpPr>
            <a:grpSpLocks/>
          </p:cNvGrpSpPr>
          <p:nvPr/>
        </p:nvGrpSpPr>
        <p:grpSpPr bwMode="auto">
          <a:xfrm>
            <a:off x="5165155" y="4717689"/>
            <a:ext cx="204716" cy="209797"/>
            <a:chOff x="508000" y="1397000"/>
            <a:chExt cx="1008112" cy="1008112"/>
          </a:xfrm>
        </p:grpSpPr>
        <p:sp>
          <p:nvSpPr>
            <p:cNvPr id="30" name="Border">
              <a:extLst>
                <a:ext uri="{FF2B5EF4-FFF2-40B4-BE49-F238E27FC236}">
                  <a16:creationId xmlns:a16="http://schemas.microsoft.com/office/drawing/2014/main" id="{652534A6-4387-49A8-B709-64540F622240}"/>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1" name="Line 2">
              <a:extLst>
                <a:ext uri="{FF2B5EF4-FFF2-40B4-BE49-F238E27FC236}">
                  <a16:creationId xmlns:a16="http://schemas.microsoft.com/office/drawing/2014/main" id="{9EC67E51-3413-4E56-893A-17FE6B27E736}"/>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2" name="Line 1">
              <a:extLst>
                <a:ext uri="{FF2B5EF4-FFF2-40B4-BE49-F238E27FC236}">
                  <a16:creationId xmlns:a16="http://schemas.microsoft.com/office/drawing/2014/main" id="{A88CD9A5-0F91-4760-958B-B3EE572D3D44}"/>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33" name="직사각형 32">
            <a:extLst>
              <a:ext uri="{FF2B5EF4-FFF2-40B4-BE49-F238E27FC236}">
                <a16:creationId xmlns:a16="http://schemas.microsoft.com/office/drawing/2014/main" id="{ACF149AC-3B14-4221-AEC5-3A81798E7D03}"/>
              </a:ext>
            </a:extLst>
          </p:cNvPr>
          <p:cNvSpPr/>
          <p:nvPr/>
        </p:nvSpPr>
        <p:spPr>
          <a:xfrm>
            <a:off x="3653741" y="8050158"/>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34" name="TextBox 33">
            <a:extLst>
              <a:ext uri="{FF2B5EF4-FFF2-40B4-BE49-F238E27FC236}">
                <a16:creationId xmlns:a16="http://schemas.microsoft.com/office/drawing/2014/main" id="{B66C7A60-B6C3-495A-B448-88E046917676}"/>
              </a:ext>
            </a:extLst>
          </p:cNvPr>
          <p:cNvSpPr txBox="1"/>
          <p:nvPr/>
        </p:nvSpPr>
        <p:spPr>
          <a:xfrm>
            <a:off x="1817817" y="6776508"/>
            <a:ext cx="646331" cy="230832"/>
          </a:xfrm>
          <a:prstGeom prst="rect">
            <a:avLst/>
          </a:prstGeom>
          <a:noFill/>
        </p:spPr>
        <p:txBody>
          <a:bodyPr wrap="none" rtlCol="0">
            <a:spAutoFit/>
          </a:bodyPr>
          <a:lstStyle/>
          <a:p>
            <a:r>
              <a:rPr lang="ko-KR" altLang="en-US" sz="900" dirty="0"/>
              <a:t>기타내용</a:t>
            </a:r>
          </a:p>
        </p:txBody>
      </p:sp>
      <p:sp>
        <p:nvSpPr>
          <p:cNvPr id="35" name="TextBox 34">
            <a:extLst>
              <a:ext uri="{FF2B5EF4-FFF2-40B4-BE49-F238E27FC236}">
                <a16:creationId xmlns:a16="http://schemas.microsoft.com/office/drawing/2014/main" id="{0C1F7BB9-3560-4301-BABD-E9CE689D6DED}"/>
              </a:ext>
            </a:extLst>
          </p:cNvPr>
          <p:cNvSpPr txBox="1"/>
          <p:nvPr/>
        </p:nvSpPr>
        <p:spPr>
          <a:xfrm>
            <a:off x="1781652" y="5122322"/>
            <a:ext cx="646331" cy="230832"/>
          </a:xfrm>
          <a:prstGeom prst="rect">
            <a:avLst/>
          </a:prstGeom>
          <a:noFill/>
        </p:spPr>
        <p:txBody>
          <a:bodyPr wrap="none" rtlCol="0">
            <a:spAutoFit/>
          </a:bodyPr>
          <a:lstStyle/>
          <a:p>
            <a:r>
              <a:rPr lang="ko-KR" altLang="en-US" sz="900" dirty="0"/>
              <a:t>주문상품</a:t>
            </a:r>
          </a:p>
        </p:txBody>
      </p:sp>
      <p:grpSp>
        <p:nvGrpSpPr>
          <p:cNvPr id="36" name="그룹 35">
            <a:extLst>
              <a:ext uri="{FF2B5EF4-FFF2-40B4-BE49-F238E27FC236}">
                <a16:creationId xmlns:a16="http://schemas.microsoft.com/office/drawing/2014/main" id="{BE84331C-BD1F-4FAE-8A65-7CD9542BA635}"/>
              </a:ext>
            </a:extLst>
          </p:cNvPr>
          <p:cNvGrpSpPr/>
          <p:nvPr/>
        </p:nvGrpSpPr>
        <p:grpSpPr>
          <a:xfrm>
            <a:off x="1818866" y="5448677"/>
            <a:ext cx="689346" cy="440906"/>
            <a:chOff x="2843808" y="1955121"/>
            <a:chExt cx="1674813" cy="596970"/>
          </a:xfrm>
          <a:solidFill>
            <a:schemeClr val="bg1">
              <a:lumMod val="95000"/>
            </a:schemeClr>
          </a:solidFill>
        </p:grpSpPr>
        <p:sp>
          <p:nvSpPr>
            <p:cNvPr id="37" name="Border">
              <a:extLst>
                <a:ext uri="{FF2B5EF4-FFF2-40B4-BE49-F238E27FC236}">
                  <a16:creationId xmlns:a16="http://schemas.microsoft.com/office/drawing/2014/main" id="{BA7AEBF9-FBFA-4181-AF3F-F447B5F1A183}"/>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8" name="Line 2">
              <a:extLst>
                <a:ext uri="{FF2B5EF4-FFF2-40B4-BE49-F238E27FC236}">
                  <a16:creationId xmlns:a16="http://schemas.microsoft.com/office/drawing/2014/main" id="{B42B014B-1927-4EB5-911F-8BC3D81B05E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9" name="Line 1">
              <a:extLst>
                <a:ext uri="{FF2B5EF4-FFF2-40B4-BE49-F238E27FC236}">
                  <a16:creationId xmlns:a16="http://schemas.microsoft.com/office/drawing/2014/main" id="{918BF88B-8B26-4A92-A115-4D0628E9B43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0" name="TextBox 39">
              <a:extLst>
                <a:ext uri="{FF2B5EF4-FFF2-40B4-BE49-F238E27FC236}">
                  <a16:creationId xmlns:a16="http://schemas.microsoft.com/office/drawing/2014/main" id="{A5DE2C63-F5BC-49E8-9882-815709A5090A}"/>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41" name="직사각형 40">
            <a:extLst>
              <a:ext uri="{FF2B5EF4-FFF2-40B4-BE49-F238E27FC236}">
                <a16:creationId xmlns:a16="http://schemas.microsoft.com/office/drawing/2014/main" id="{992E5177-74CF-4B3F-8217-E2C92472A393}"/>
              </a:ext>
            </a:extLst>
          </p:cNvPr>
          <p:cNvSpPr/>
          <p:nvPr/>
        </p:nvSpPr>
        <p:spPr>
          <a:xfrm>
            <a:off x="2529295" y="5448677"/>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42" name="직사각형 41">
            <a:extLst>
              <a:ext uri="{FF2B5EF4-FFF2-40B4-BE49-F238E27FC236}">
                <a16:creationId xmlns:a16="http://schemas.microsoft.com/office/drawing/2014/main" id="{365D6243-1987-45BB-96D8-6AE844F6DC8B}"/>
              </a:ext>
            </a:extLst>
          </p:cNvPr>
          <p:cNvSpPr/>
          <p:nvPr/>
        </p:nvSpPr>
        <p:spPr>
          <a:xfrm>
            <a:off x="1817817" y="7066101"/>
            <a:ext cx="3471372" cy="804306"/>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ko-KR" altLang="en-US" sz="800" dirty="0">
                <a:solidFill>
                  <a:schemeClr val="bg1">
                    <a:lumMod val="65000"/>
                  </a:schemeClr>
                </a:solidFill>
              </a:rPr>
              <a:t>기타 내용을 입력해 주세요 </a:t>
            </a:r>
          </a:p>
        </p:txBody>
      </p:sp>
      <p:sp>
        <p:nvSpPr>
          <p:cNvPr id="43" name="TextBox 42">
            <a:extLst>
              <a:ext uri="{FF2B5EF4-FFF2-40B4-BE49-F238E27FC236}">
                <a16:creationId xmlns:a16="http://schemas.microsoft.com/office/drawing/2014/main" id="{609627D6-59EC-4D4D-B580-539BE3795CD5}"/>
              </a:ext>
            </a:extLst>
          </p:cNvPr>
          <p:cNvSpPr txBox="1"/>
          <p:nvPr/>
        </p:nvSpPr>
        <p:spPr>
          <a:xfrm>
            <a:off x="1781652" y="6084826"/>
            <a:ext cx="646331" cy="230832"/>
          </a:xfrm>
          <a:prstGeom prst="rect">
            <a:avLst/>
          </a:prstGeom>
          <a:noFill/>
        </p:spPr>
        <p:txBody>
          <a:bodyPr wrap="none" rtlCol="0">
            <a:spAutoFit/>
          </a:bodyPr>
          <a:lstStyle/>
          <a:p>
            <a:r>
              <a:rPr lang="ko-KR" altLang="en-US" sz="900" dirty="0"/>
              <a:t>취소사유</a:t>
            </a:r>
          </a:p>
        </p:txBody>
      </p:sp>
      <p:sp>
        <p:nvSpPr>
          <p:cNvPr id="44" name="직사각형 43">
            <a:extLst>
              <a:ext uri="{FF2B5EF4-FFF2-40B4-BE49-F238E27FC236}">
                <a16:creationId xmlns:a16="http://schemas.microsoft.com/office/drawing/2014/main" id="{F2E197D0-3588-4F65-8A7A-D2EB50F2558E}"/>
              </a:ext>
            </a:extLst>
          </p:cNvPr>
          <p:cNvSpPr/>
          <p:nvPr/>
        </p:nvSpPr>
        <p:spPr>
          <a:xfrm>
            <a:off x="1817816" y="6368052"/>
            <a:ext cx="3471371" cy="250173"/>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기타                                                                               ▼</a:t>
            </a:r>
            <a:endParaRPr lang="en-US" altLang="ko-KR" sz="800" dirty="0">
              <a:solidFill>
                <a:schemeClr val="tx1"/>
              </a:solidFill>
            </a:endParaRPr>
          </a:p>
        </p:txBody>
      </p:sp>
      <p:cxnSp>
        <p:nvCxnSpPr>
          <p:cNvPr id="45" name="직선 화살표 연결선 44">
            <a:extLst>
              <a:ext uri="{FF2B5EF4-FFF2-40B4-BE49-F238E27FC236}">
                <a16:creationId xmlns:a16="http://schemas.microsoft.com/office/drawing/2014/main" id="{4066E19B-3303-40DE-9227-EFCFE3DDCED5}"/>
              </a:ext>
            </a:extLst>
          </p:cNvPr>
          <p:cNvCxnSpPr>
            <a:cxnSpLocks/>
            <a:stCxn id="7" idx="2"/>
          </p:cNvCxnSpPr>
          <p:nvPr/>
        </p:nvCxnSpPr>
        <p:spPr>
          <a:xfrm flipH="1" flipV="1">
            <a:off x="5165156" y="2504839"/>
            <a:ext cx="3324426" cy="1062566"/>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46" name="타원 45">
            <a:extLst>
              <a:ext uri="{FF2B5EF4-FFF2-40B4-BE49-F238E27FC236}">
                <a16:creationId xmlns:a16="http://schemas.microsoft.com/office/drawing/2014/main" id="{071A061E-D953-4E23-9BB8-D40145A793C4}"/>
              </a:ext>
            </a:extLst>
          </p:cNvPr>
          <p:cNvSpPr/>
          <p:nvPr/>
        </p:nvSpPr>
        <p:spPr>
          <a:xfrm>
            <a:off x="1649617" y="6257443"/>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7" name="직선 화살표 연결선 46">
            <a:extLst>
              <a:ext uri="{FF2B5EF4-FFF2-40B4-BE49-F238E27FC236}">
                <a16:creationId xmlns:a16="http://schemas.microsoft.com/office/drawing/2014/main" id="{D0A72B7A-E5C5-4FA1-BCFB-BE6A5DDB5BDA}"/>
              </a:ext>
            </a:extLst>
          </p:cNvPr>
          <p:cNvCxnSpPr>
            <a:cxnSpLocks/>
          </p:cNvCxnSpPr>
          <p:nvPr/>
        </p:nvCxnSpPr>
        <p:spPr>
          <a:xfrm flipH="1">
            <a:off x="2132766" y="6701067"/>
            <a:ext cx="1" cy="617027"/>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48" name="타원 47">
            <a:extLst>
              <a:ext uri="{FF2B5EF4-FFF2-40B4-BE49-F238E27FC236}">
                <a16:creationId xmlns:a16="http://schemas.microsoft.com/office/drawing/2014/main" id="{A09DA55F-D204-4316-8D4D-621F6CC3E60A}"/>
              </a:ext>
            </a:extLst>
          </p:cNvPr>
          <p:cNvSpPr/>
          <p:nvPr/>
        </p:nvSpPr>
        <p:spPr>
          <a:xfrm>
            <a:off x="1629543" y="2686480"/>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9" name="직선 화살표 연결선 48">
            <a:extLst>
              <a:ext uri="{FF2B5EF4-FFF2-40B4-BE49-F238E27FC236}">
                <a16:creationId xmlns:a16="http://schemas.microsoft.com/office/drawing/2014/main" id="{E4101F62-8761-4DF5-BD10-5E4219F79EE0}"/>
              </a:ext>
            </a:extLst>
          </p:cNvPr>
          <p:cNvCxnSpPr>
            <a:cxnSpLocks/>
          </p:cNvCxnSpPr>
          <p:nvPr/>
        </p:nvCxnSpPr>
        <p:spPr>
          <a:xfrm flipH="1">
            <a:off x="2112693" y="3130104"/>
            <a:ext cx="1" cy="3059558"/>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50" name="TextBox 49">
            <a:extLst>
              <a:ext uri="{FF2B5EF4-FFF2-40B4-BE49-F238E27FC236}">
                <a16:creationId xmlns:a16="http://schemas.microsoft.com/office/drawing/2014/main" id="{3B92474A-24C1-46A1-B904-5C4593C7187C}"/>
              </a:ext>
            </a:extLst>
          </p:cNvPr>
          <p:cNvSpPr txBox="1"/>
          <p:nvPr/>
        </p:nvSpPr>
        <p:spPr>
          <a:xfrm>
            <a:off x="9370517" y="3597176"/>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51" name="TextBox 50">
            <a:extLst>
              <a:ext uri="{FF2B5EF4-FFF2-40B4-BE49-F238E27FC236}">
                <a16:creationId xmlns:a16="http://schemas.microsoft.com/office/drawing/2014/main" id="{E37D2DA0-C8E5-4413-AB30-E88627A9C50B}"/>
              </a:ext>
            </a:extLst>
          </p:cNvPr>
          <p:cNvSpPr txBox="1"/>
          <p:nvPr/>
        </p:nvSpPr>
        <p:spPr>
          <a:xfrm>
            <a:off x="1417280" y="928668"/>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52" name="TextBox 51">
            <a:extLst>
              <a:ext uri="{FF2B5EF4-FFF2-40B4-BE49-F238E27FC236}">
                <a16:creationId xmlns:a16="http://schemas.microsoft.com/office/drawing/2014/main" id="{3ABF9C04-40D5-4074-A50D-2E7492831308}"/>
              </a:ext>
            </a:extLst>
          </p:cNvPr>
          <p:cNvSpPr txBox="1"/>
          <p:nvPr/>
        </p:nvSpPr>
        <p:spPr>
          <a:xfrm>
            <a:off x="1669272" y="6962443"/>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Tree>
    <p:extLst>
      <p:ext uri="{BB962C8B-B14F-4D97-AF65-F5344CB8AC3E}">
        <p14:creationId xmlns:p14="http://schemas.microsoft.com/office/powerpoint/2010/main" val="17094500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 name="표 58">
            <a:extLst>
              <a:ext uri="{FF2B5EF4-FFF2-40B4-BE49-F238E27FC236}">
                <a16:creationId xmlns:a16="http://schemas.microsoft.com/office/drawing/2014/main" id="{3D52F8B6-A1CE-47CB-A10A-A310F7289AEC}"/>
              </a:ext>
            </a:extLst>
          </p:cNvPr>
          <p:cNvGraphicFramePr>
            <a:graphicFrameLocks noGrp="1"/>
          </p:cNvGraphicFramePr>
          <p:nvPr>
            <p:extLst>
              <p:ext uri="{D42A27DB-BD31-4B8C-83A1-F6EECF244321}">
                <p14:modId xmlns:p14="http://schemas.microsoft.com/office/powerpoint/2010/main" val="2845817549"/>
              </p:ext>
            </p:extLst>
          </p:nvPr>
        </p:nvGraphicFramePr>
        <p:xfrm>
          <a:off x="10171774" y="22159"/>
          <a:ext cx="1979018" cy="306427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t>RF-01-07-18-3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주문 목록 </a:t>
                      </a:r>
                      <a:r>
                        <a:rPr lang="en-US" altLang="ko-KR" sz="800" dirty="0"/>
                        <a:t>&gt; </a:t>
                      </a:r>
                      <a:r>
                        <a:rPr lang="ko-KR" altLang="en-US" sz="800" dirty="0"/>
                        <a:t>주문 </a:t>
                      </a:r>
                      <a:r>
                        <a:rPr lang="en-US" altLang="ko-KR" sz="800" dirty="0"/>
                        <a:t>&gt; </a:t>
                      </a:r>
                      <a:r>
                        <a:rPr lang="ko-KR" altLang="en-US" sz="800" dirty="0"/>
                        <a:t>반품 신청</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주문한 상품을 반품하는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736388259"/>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버튼 클릭 시 반품 신청하기 화면</a:t>
                      </a:r>
                      <a:r>
                        <a:rPr lang="ko-KR" altLang="en-US" sz="800" b="0" baseline="0" dirty="0">
                          <a:solidFill>
                            <a:schemeClr val="tx1"/>
                          </a:solidFill>
                        </a:rPr>
                        <a:t>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 회수 방법 중 자동 회수를 선택할 경우 자동 회수 방법에 대한 문구가 표시된다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수동 회수를 선택할 경우 수동 회수에 필요한 주소 정보가 표시된다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607233606"/>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반품 사유가 기타일 경우 사유를 입력할 수 있는 입력 영역이 표시된다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36607452"/>
                  </a:ext>
                </a:extLst>
              </a:tr>
            </a:tbl>
          </a:graphicData>
        </a:graphic>
      </p:graphicFrame>
      <p:sp>
        <p:nvSpPr>
          <p:cNvPr id="3" name="타원 2">
            <a:extLst>
              <a:ext uri="{FF2B5EF4-FFF2-40B4-BE49-F238E27FC236}">
                <a16:creationId xmlns:a16="http://schemas.microsoft.com/office/drawing/2014/main" id="{724C2B27-0185-44DE-BD4F-0EA1FC34D518}"/>
              </a:ext>
            </a:extLst>
          </p:cNvPr>
          <p:cNvSpPr/>
          <p:nvPr/>
        </p:nvSpPr>
        <p:spPr>
          <a:xfrm>
            <a:off x="8522990" y="4876563"/>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4" name="그룹 3">
            <a:extLst>
              <a:ext uri="{FF2B5EF4-FFF2-40B4-BE49-F238E27FC236}">
                <a16:creationId xmlns:a16="http://schemas.microsoft.com/office/drawing/2014/main" id="{17EFD9FE-D7ED-4568-B888-21ECD892B38C}"/>
              </a:ext>
            </a:extLst>
          </p:cNvPr>
          <p:cNvGrpSpPr/>
          <p:nvPr/>
        </p:nvGrpSpPr>
        <p:grpSpPr>
          <a:xfrm>
            <a:off x="5499412" y="27568"/>
            <a:ext cx="3935785" cy="4360092"/>
            <a:chOff x="-3314154" y="1030623"/>
            <a:chExt cx="3935785" cy="4360092"/>
          </a:xfrm>
        </p:grpSpPr>
        <p:sp>
          <p:nvSpPr>
            <p:cNvPr id="5" name="직사각형 4">
              <a:extLst>
                <a:ext uri="{FF2B5EF4-FFF2-40B4-BE49-F238E27FC236}">
                  <a16:creationId xmlns:a16="http://schemas.microsoft.com/office/drawing/2014/main" id="{95D4663A-3B6E-4901-B5BE-7874C5F55B11}"/>
                </a:ext>
              </a:extLst>
            </p:cNvPr>
            <p:cNvSpPr/>
            <p:nvPr/>
          </p:nvSpPr>
          <p:spPr>
            <a:xfrm>
              <a:off x="-3314154" y="1030623"/>
              <a:ext cx="3935785" cy="436009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6" name="TextBox 5">
              <a:extLst>
                <a:ext uri="{FF2B5EF4-FFF2-40B4-BE49-F238E27FC236}">
                  <a16:creationId xmlns:a16="http://schemas.microsoft.com/office/drawing/2014/main" id="{67074170-90D0-4626-BDCE-B809F0FF7770}"/>
                </a:ext>
              </a:extLst>
            </p:cNvPr>
            <p:cNvSpPr txBox="1"/>
            <p:nvPr/>
          </p:nvSpPr>
          <p:spPr>
            <a:xfrm>
              <a:off x="-3211136" y="1183189"/>
              <a:ext cx="103265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반품신청하기</a:t>
              </a:r>
              <a:endParaRPr lang="ko-KR" altLang="en-US" sz="900" dirty="0"/>
            </a:p>
          </p:txBody>
        </p:sp>
        <p:sp>
          <p:nvSpPr>
            <p:cNvPr id="7" name="직사각형 6">
              <a:extLst>
                <a:ext uri="{FF2B5EF4-FFF2-40B4-BE49-F238E27FC236}">
                  <a16:creationId xmlns:a16="http://schemas.microsoft.com/office/drawing/2014/main" id="{E7D2BDDC-F788-4F3D-BEDF-953EB27DD111}"/>
                </a:ext>
              </a:extLst>
            </p:cNvPr>
            <p:cNvSpPr/>
            <p:nvPr/>
          </p:nvSpPr>
          <p:spPr>
            <a:xfrm>
              <a:off x="-2227923" y="4868152"/>
              <a:ext cx="891615" cy="213360"/>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반품신청</a:t>
              </a:r>
              <a:endParaRPr lang="en-US" altLang="ko-KR" sz="800" dirty="0">
                <a:solidFill>
                  <a:schemeClr val="bg1"/>
                </a:solidFill>
              </a:endParaRPr>
            </a:p>
          </p:txBody>
        </p:sp>
        <p:grpSp>
          <p:nvGrpSpPr>
            <p:cNvPr id="8" name="Image">
              <a:extLst>
                <a:ext uri="{FF2B5EF4-FFF2-40B4-BE49-F238E27FC236}">
                  <a16:creationId xmlns:a16="http://schemas.microsoft.com/office/drawing/2014/main" id="{6D79BBA9-8494-497E-8C31-6A41E6043606}"/>
                </a:ext>
              </a:extLst>
            </p:cNvPr>
            <p:cNvGrpSpPr>
              <a:grpSpLocks/>
            </p:cNvGrpSpPr>
            <p:nvPr/>
          </p:nvGrpSpPr>
          <p:grpSpPr bwMode="auto">
            <a:xfrm>
              <a:off x="309326" y="1150690"/>
              <a:ext cx="204716" cy="209797"/>
              <a:chOff x="508000" y="1397000"/>
              <a:chExt cx="1008112" cy="1008112"/>
            </a:xfrm>
          </p:grpSpPr>
          <p:sp>
            <p:nvSpPr>
              <p:cNvPr id="22" name="Border">
                <a:extLst>
                  <a:ext uri="{FF2B5EF4-FFF2-40B4-BE49-F238E27FC236}">
                    <a16:creationId xmlns:a16="http://schemas.microsoft.com/office/drawing/2014/main" id="{8860CA92-E2A5-4427-90DB-2D84DE717F57}"/>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3" name="Line 2">
                <a:extLst>
                  <a:ext uri="{FF2B5EF4-FFF2-40B4-BE49-F238E27FC236}">
                    <a16:creationId xmlns:a16="http://schemas.microsoft.com/office/drawing/2014/main" id="{B474811D-B31E-425E-A72A-57D36DA1FFD2}"/>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4" name="Line 1">
                <a:extLst>
                  <a:ext uri="{FF2B5EF4-FFF2-40B4-BE49-F238E27FC236}">
                    <a16:creationId xmlns:a16="http://schemas.microsoft.com/office/drawing/2014/main" id="{EEEC624B-9D27-4BA4-867F-AD9516EE9597}"/>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9" name="직사각형 8">
              <a:extLst>
                <a:ext uri="{FF2B5EF4-FFF2-40B4-BE49-F238E27FC236}">
                  <a16:creationId xmlns:a16="http://schemas.microsoft.com/office/drawing/2014/main" id="{53E1F1BB-FB36-49A8-9CEF-83475F2CD81C}"/>
                </a:ext>
              </a:extLst>
            </p:cNvPr>
            <p:cNvSpPr/>
            <p:nvPr/>
          </p:nvSpPr>
          <p:spPr>
            <a:xfrm>
              <a:off x="-1229499" y="4868152"/>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10" name="TextBox 9">
              <a:extLst>
                <a:ext uri="{FF2B5EF4-FFF2-40B4-BE49-F238E27FC236}">
                  <a16:creationId xmlns:a16="http://schemas.microsoft.com/office/drawing/2014/main" id="{E898E592-079D-455E-ACED-318D7943D820}"/>
                </a:ext>
              </a:extLst>
            </p:cNvPr>
            <p:cNvSpPr txBox="1"/>
            <p:nvPr/>
          </p:nvSpPr>
          <p:spPr>
            <a:xfrm>
              <a:off x="-3074177" y="1555323"/>
              <a:ext cx="646331" cy="230832"/>
            </a:xfrm>
            <a:prstGeom prst="rect">
              <a:avLst/>
            </a:prstGeom>
            <a:noFill/>
          </p:spPr>
          <p:txBody>
            <a:bodyPr wrap="none" rtlCol="0">
              <a:spAutoFit/>
            </a:bodyPr>
            <a:lstStyle/>
            <a:p>
              <a:r>
                <a:rPr lang="ko-KR" altLang="en-US" sz="900" dirty="0"/>
                <a:t>주문상품</a:t>
              </a:r>
            </a:p>
          </p:txBody>
        </p:sp>
        <p:grpSp>
          <p:nvGrpSpPr>
            <p:cNvPr id="11" name="그룹 10">
              <a:extLst>
                <a:ext uri="{FF2B5EF4-FFF2-40B4-BE49-F238E27FC236}">
                  <a16:creationId xmlns:a16="http://schemas.microsoft.com/office/drawing/2014/main" id="{DD19A04F-8AE6-4804-B72B-5AB46005EBCF}"/>
                </a:ext>
              </a:extLst>
            </p:cNvPr>
            <p:cNvGrpSpPr/>
            <p:nvPr/>
          </p:nvGrpSpPr>
          <p:grpSpPr>
            <a:xfrm>
              <a:off x="-3036963" y="1881678"/>
              <a:ext cx="689346" cy="440906"/>
              <a:chOff x="2843808" y="1955121"/>
              <a:chExt cx="1674813" cy="596970"/>
            </a:xfrm>
            <a:solidFill>
              <a:schemeClr val="bg1">
                <a:lumMod val="95000"/>
              </a:schemeClr>
            </a:solidFill>
          </p:grpSpPr>
          <p:sp>
            <p:nvSpPr>
              <p:cNvPr id="18" name="Border">
                <a:extLst>
                  <a:ext uri="{FF2B5EF4-FFF2-40B4-BE49-F238E27FC236}">
                    <a16:creationId xmlns:a16="http://schemas.microsoft.com/office/drawing/2014/main" id="{49895EF0-5967-4A7A-80D5-180708280A53}"/>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 name="Line 2">
                <a:extLst>
                  <a:ext uri="{FF2B5EF4-FFF2-40B4-BE49-F238E27FC236}">
                    <a16:creationId xmlns:a16="http://schemas.microsoft.com/office/drawing/2014/main" id="{F51AA1F2-910A-4E02-9248-2E196DF150F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 name="Line 1">
                <a:extLst>
                  <a:ext uri="{FF2B5EF4-FFF2-40B4-BE49-F238E27FC236}">
                    <a16:creationId xmlns:a16="http://schemas.microsoft.com/office/drawing/2014/main" id="{2ADE6638-801D-414A-B7A1-D0020DDCC7B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 name="TextBox 20">
                <a:extLst>
                  <a:ext uri="{FF2B5EF4-FFF2-40B4-BE49-F238E27FC236}">
                    <a16:creationId xmlns:a16="http://schemas.microsoft.com/office/drawing/2014/main" id="{7BE6CBCE-10EE-4941-A382-2EE5666B5C9D}"/>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2" name="직사각형 11">
              <a:extLst>
                <a:ext uri="{FF2B5EF4-FFF2-40B4-BE49-F238E27FC236}">
                  <a16:creationId xmlns:a16="http://schemas.microsoft.com/office/drawing/2014/main" id="{C5B457FE-4B53-4959-BDBF-D270C95AEA8B}"/>
                </a:ext>
              </a:extLst>
            </p:cNvPr>
            <p:cNvSpPr/>
            <p:nvPr/>
          </p:nvSpPr>
          <p:spPr>
            <a:xfrm>
              <a:off x="-2326534" y="1881678"/>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3" name="TextBox 12">
              <a:extLst>
                <a:ext uri="{FF2B5EF4-FFF2-40B4-BE49-F238E27FC236}">
                  <a16:creationId xmlns:a16="http://schemas.microsoft.com/office/drawing/2014/main" id="{E8D37E87-292C-4A50-8E2F-5F8E619438D4}"/>
                </a:ext>
              </a:extLst>
            </p:cNvPr>
            <p:cNvSpPr txBox="1"/>
            <p:nvPr/>
          </p:nvSpPr>
          <p:spPr>
            <a:xfrm>
              <a:off x="-3074177" y="2517827"/>
              <a:ext cx="646331" cy="230832"/>
            </a:xfrm>
            <a:prstGeom prst="rect">
              <a:avLst/>
            </a:prstGeom>
            <a:noFill/>
          </p:spPr>
          <p:txBody>
            <a:bodyPr wrap="none" rtlCol="0">
              <a:spAutoFit/>
            </a:bodyPr>
            <a:lstStyle/>
            <a:p>
              <a:r>
                <a:rPr lang="ko-KR" altLang="en-US" sz="900" dirty="0"/>
                <a:t>반품사유</a:t>
              </a:r>
            </a:p>
          </p:txBody>
        </p:sp>
        <p:sp>
          <p:nvSpPr>
            <p:cNvPr id="14" name="직사각형 13">
              <a:extLst>
                <a:ext uri="{FF2B5EF4-FFF2-40B4-BE49-F238E27FC236}">
                  <a16:creationId xmlns:a16="http://schemas.microsoft.com/office/drawing/2014/main" id="{1FE79434-7DBA-4AC2-8F7A-79BF6E9C662C}"/>
                </a:ext>
              </a:extLst>
            </p:cNvPr>
            <p:cNvSpPr/>
            <p:nvPr/>
          </p:nvSpPr>
          <p:spPr>
            <a:xfrm>
              <a:off x="-3038013" y="2801053"/>
              <a:ext cx="3471371" cy="250173"/>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solidFill>
                </a:rPr>
                <a:t>단순변심</a:t>
              </a:r>
              <a:r>
                <a:rPr lang="ko-KR" altLang="en-US" sz="800" dirty="0">
                  <a:solidFill>
                    <a:schemeClr val="tx1"/>
                  </a:solidFill>
                </a:rPr>
                <a:t>                                                                          ▼</a:t>
              </a:r>
              <a:endParaRPr lang="en-US" altLang="ko-KR" sz="800" dirty="0">
                <a:solidFill>
                  <a:schemeClr val="tx1"/>
                </a:solidFill>
              </a:endParaRPr>
            </a:p>
          </p:txBody>
        </p:sp>
        <p:sp>
          <p:nvSpPr>
            <p:cNvPr id="15" name="TextBox 14">
              <a:extLst>
                <a:ext uri="{FF2B5EF4-FFF2-40B4-BE49-F238E27FC236}">
                  <a16:creationId xmlns:a16="http://schemas.microsoft.com/office/drawing/2014/main" id="{A45CC1E0-5885-4C7D-AE98-FA00025EA557}"/>
                </a:ext>
              </a:extLst>
            </p:cNvPr>
            <p:cNvSpPr txBox="1"/>
            <p:nvPr/>
          </p:nvSpPr>
          <p:spPr>
            <a:xfrm>
              <a:off x="-3075020" y="3343189"/>
              <a:ext cx="877163" cy="230832"/>
            </a:xfrm>
            <a:prstGeom prst="rect">
              <a:avLst/>
            </a:prstGeom>
            <a:noFill/>
          </p:spPr>
          <p:txBody>
            <a:bodyPr wrap="none" rtlCol="0">
              <a:spAutoFit/>
            </a:bodyPr>
            <a:lstStyle/>
            <a:p>
              <a:r>
                <a:rPr lang="ko-KR" altLang="en-US" sz="900" dirty="0"/>
                <a:t>상품회수방법</a:t>
              </a:r>
            </a:p>
          </p:txBody>
        </p:sp>
        <p:sp>
          <p:nvSpPr>
            <p:cNvPr id="16" name="TextBox 15">
              <a:extLst>
                <a:ext uri="{FF2B5EF4-FFF2-40B4-BE49-F238E27FC236}">
                  <a16:creationId xmlns:a16="http://schemas.microsoft.com/office/drawing/2014/main" id="{B515194B-1B98-4D6C-8BD3-E1B2E68A50C7}"/>
                </a:ext>
              </a:extLst>
            </p:cNvPr>
            <p:cNvSpPr txBox="1"/>
            <p:nvPr/>
          </p:nvSpPr>
          <p:spPr>
            <a:xfrm>
              <a:off x="-3077675" y="3645435"/>
              <a:ext cx="1699504" cy="230832"/>
            </a:xfrm>
            <a:prstGeom prst="rect">
              <a:avLst/>
            </a:prstGeom>
            <a:noFill/>
          </p:spPr>
          <p:txBody>
            <a:bodyPr wrap="none" rtlCol="0">
              <a:spAutoFit/>
            </a:bodyPr>
            <a:lstStyle/>
            <a:p>
              <a:r>
                <a:rPr lang="ko-KR" altLang="en-US" sz="900" dirty="0"/>
                <a:t>● 자동회수       ○ 수동회수</a:t>
              </a:r>
            </a:p>
          </p:txBody>
        </p:sp>
        <p:sp>
          <p:nvSpPr>
            <p:cNvPr id="17" name="직사각형 16">
              <a:extLst>
                <a:ext uri="{FF2B5EF4-FFF2-40B4-BE49-F238E27FC236}">
                  <a16:creationId xmlns:a16="http://schemas.microsoft.com/office/drawing/2014/main" id="{8664E076-4133-490A-A489-BEFC162D8EAA}"/>
                </a:ext>
              </a:extLst>
            </p:cNvPr>
            <p:cNvSpPr/>
            <p:nvPr/>
          </p:nvSpPr>
          <p:spPr>
            <a:xfrm>
              <a:off x="-3038014" y="3962058"/>
              <a:ext cx="3471371" cy="684281"/>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a:solidFill>
                    <a:schemeClr val="tx1"/>
                  </a:solidFill>
                </a:rPr>
                <a:t>※ </a:t>
              </a:r>
              <a:r>
                <a:rPr lang="ko-KR" altLang="en-US" sz="800" dirty="0">
                  <a:solidFill>
                    <a:schemeClr val="tx1"/>
                  </a:solidFill>
                </a:rPr>
                <a:t>반품이라고 표기해서 문 앞에 두시면 </a:t>
              </a:r>
              <a:r>
                <a:rPr lang="en-US" altLang="ko-KR" sz="800" dirty="0">
                  <a:solidFill>
                    <a:schemeClr val="tx1"/>
                  </a:solidFill>
                </a:rPr>
                <a:t>“</a:t>
              </a:r>
              <a:r>
                <a:rPr lang="ko-KR" altLang="en-US" sz="800" dirty="0">
                  <a:solidFill>
                    <a:schemeClr val="tx1"/>
                  </a:solidFill>
                </a:rPr>
                <a:t>한진택배</a:t>
              </a:r>
              <a:r>
                <a:rPr lang="en-US" altLang="ko-KR" sz="800" dirty="0">
                  <a:solidFill>
                    <a:schemeClr val="tx1"/>
                  </a:solidFill>
                </a:rPr>
                <a:t>”</a:t>
              </a:r>
              <a:r>
                <a:rPr lang="ko-KR" altLang="en-US" sz="800" dirty="0">
                  <a:solidFill>
                    <a:schemeClr val="tx1"/>
                  </a:solidFill>
                </a:rPr>
                <a:t>에서 회수합니다</a:t>
              </a:r>
              <a:r>
                <a:rPr lang="en-US" altLang="ko-KR" sz="800" dirty="0">
                  <a:solidFill>
                    <a:schemeClr val="tx1"/>
                  </a:solidFill>
                </a:rPr>
                <a:t>.</a:t>
              </a:r>
              <a:r>
                <a:rPr lang="ko-KR" altLang="en-US" sz="800" dirty="0">
                  <a:solidFill>
                    <a:schemeClr val="tx1"/>
                  </a:solidFill>
                </a:rPr>
                <a:t> </a:t>
              </a:r>
              <a:endParaRPr lang="en-US" altLang="ko-KR" sz="800" dirty="0">
                <a:solidFill>
                  <a:schemeClr val="tx1"/>
                </a:solidFill>
              </a:endParaRPr>
            </a:p>
            <a:p>
              <a:pPr>
                <a:lnSpc>
                  <a:spcPct val="150000"/>
                </a:lnSpc>
              </a:pPr>
              <a:r>
                <a:rPr lang="ko-KR" altLang="en-US" sz="800" dirty="0">
                  <a:solidFill>
                    <a:schemeClr val="tx1"/>
                  </a:solidFill>
                </a:rPr>
                <a:t>   물품에 문제가 없을 경우 택배비가 발생합니다</a:t>
              </a:r>
              <a:r>
                <a:rPr lang="en-US" altLang="ko-KR" sz="800" dirty="0">
                  <a:solidFill>
                    <a:schemeClr val="tx1"/>
                  </a:solidFill>
                </a:rPr>
                <a:t>.</a:t>
              </a:r>
            </a:p>
          </p:txBody>
        </p:sp>
      </p:grpSp>
      <p:grpSp>
        <p:nvGrpSpPr>
          <p:cNvPr id="25" name="그룹 24">
            <a:extLst>
              <a:ext uri="{FF2B5EF4-FFF2-40B4-BE49-F238E27FC236}">
                <a16:creationId xmlns:a16="http://schemas.microsoft.com/office/drawing/2014/main" id="{BCD10A30-7EC7-4AAC-8C8B-97E6E018A96D}"/>
              </a:ext>
            </a:extLst>
          </p:cNvPr>
          <p:cNvGrpSpPr/>
          <p:nvPr/>
        </p:nvGrpSpPr>
        <p:grpSpPr>
          <a:xfrm>
            <a:off x="1043712" y="22159"/>
            <a:ext cx="3935785" cy="4360092"/>
            <a:chOff x="-3314154" y="1030623"/>
            <a:chExt cx="3935785" cy="4360092"/>
          </a:xfrm>
        </p:grpSpPr>
        <p:sp>
          <p:nvSpPr>
            <p:cNvPr id="26" name="직사각형 25">
              <a:extLst>
                <a:ext uri="{FF2B5EF4-FFF2-40B4-BE49-F238E27FC236}">
                  <a16:creationId xmlns:a16="http://schemas.microsoft.com/office/drawing/2014/main" id="{670C25F3-C0A3-440C-B5F8-33AAB4A90973}"/>
                </a:ext>
              </a:extLst>
            </p:cNvPr>
            <p:cNvSpPr/>
            <p:nvPr/>
          </p:nvSpPr>
          <p:spPr>
            <a:xfrm>
              <a:off x="-3314154" y="1030623"/>
              <a:ext cx="3935785" cy="436009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27" name="TextBox 26">
              <a:extLst>
                <a:ext uri="{FF2B5EF4-FFF2-40B4-BE49-F238E27FC236}">
                  <a16:creationId xmlns:a16="http://schemas.microsoft.com/office/drawing/2014/main" id="{38F96062-CB7B-444B-8620-F1E5522C14D1}"/>
                </a:ext>
              </a:extLst>
            </p:cNvPr>
            <p:cNvSpPr txBox="1"/>
            <p:nvPr/>
          </p:nvSpPr>
          <p:spPr>
            <a:xfrm>
              <a:off x="-3211136" y="1183189"/>
              <a:ext cx="103265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반품신청하기</a:t>
              </a:r>
              <a:endParaRPr lang="ko-KR" altLang="en-US" sz="900" dirty="0"/>
            </a:p>
          </p:txBody>
        </p:sp>
        <p:sp>
          <p:nvSpPr>
            <p:cNvPr id="28" name="직사각형 27">
              <a:extLst>
                <a:ext uri="{FF2B5EF4-FFF2-40B4-BE49-F238E27FC236}">
                  <a16:creationId xmlns:a16="http://schemas.microsoft.com/office/drawing/2014/main" id="{D8882CCD-6101-4C0F-A1A5-FDAAA8A32D37}"/>
                </a:ext>
              </a:extLst>
            </p:cNvPr>
            <p:cNvSpPr/>
            <p:nvPr/>
          </p:nvSpPr>
          <p:spPr>
            <a:xfrm>
              <a:off x="-2227923" y="4868152"/>
              <a:ext cx="891615" cy="213360"/>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반품신청</a:t>
              </a:r>
              <a:endParaRPr lang="en-US" altLang="ko-KR" sz="800" dirty="0">
                <a:solidFill>
                  <a:schemeClr val="bg1"/>
                </a:solidFill>
              </a:endParaRPr>
            </a:p>
          </p:txBody>
        </p:sp>
        <p:grpSp>
          <p:nvGrpSpPr>
            <p:cNvPr id="29" name="Image">
              <a:extLst>
                <a:ext uri="{FF2B5EF4-FFF2-40B4-BE49-F238E27FC236}">
                  <a16:creationId xmlns:a16="http://schemas.microsoft.com/office/drawing/2014/main" id="{8F3271D1-BAD7-4676-9AE8-9067DFC64B0C}"/>
                </a:ext>
              </a:extLst>
            </p:cNvPr>
            <p:cNvGrpSpPr>
              <a:grpSpLocks/>
            </p:cNvGrpSpPr>
            <p:nvPr/>
          </p:nvGrpSpPr>
          <p:grpSpPr bwMode="auto">
            <a:xfrm>
              <a:off x="309326" y="1150690"/>
              <a:ext cx="204716" cy="209797"/>
              <a:chOff x="508000" y="1397000"/>
              <a:chExt cx="1008112" cy="1008112"/>
            </a:xfrm>
          </p:grpSpPr>
          <p:sp>
            <p:nvSpPr>
              <p:cNvPr id="43" name="Border">
                <a:extLst>
                  <a:ext uri="{FF2B5EF4-FFF2-40B4-BE49-F238E27FC236}">
                    <a16:creationId xmlns:a16="http://schemas.microsoft.com/office/drawing/2014/main" id="{81591179-7961-4F7B-9F50-5CCAE8C48350}"/>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4" name="Line 2">
                <a:extLst>
                  <a:ext uri="{FF2B5EF4-FFF2-40B4-BE49-F238E27FC236}">
                    <a16:creationId xmlns:a16="http://schemas.microsoft.com/office/drawing/2014/main" id="{401F7C57-7C60-409F-8D02-85797885CFA9}"/>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5" name="Line 1">
                <a:extLst>
                  <a:ext uri="{FF2B5EF4-FFF2-40B4-BE49-F238E27FC236}">
                    <a16:creationId xmlns:a16="http://schemas.microsoft.com/office/drawing/2014/main" id="{F5C54742-752D-4BA9-B001-FD49B669FDED}"/>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30" name="직사각형 29">
              <a:extLst>
                <a:ext uri="{FF2B5EF4-FFF2-40B4-BE49-F238E27FC236}">
                  <a16:creationId xmlns:a16="http://schemas.microsoft.com/office/drawing/2014/main" id="{9683374B-6B5B-4937-AD04-C4860C57E981}"/>
                </a:ext>
              </a:extLst>
            </p:cNvPr>
            <p:cNvSpPr/>
            <p:nvPr/>
          </p:nvSpPr>
          <p:spPr>
            <a:xfrm>
              <a:off x="-1229499" y="4868152"/>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31" name="TextBox 30">
              <a:extLst>
                <a:ext uri="{FF2B5EF4-FFF2-40B4-BE49-F238E27FC236}">
                  <a16:creationId xmlns:a16="http://schemas.microsoft.com/office/drawing/2014/main" id="{E27E2D30-B115-44B9-9581-2B73EA80DA5F}"/>
                </a:ext>
              </a:extLst>
            </p:cNvPr>
            <p:cNvSpPr txBox="1"/>
            <p:nvPr/>
          </p:nvSpPr>
          <p:spPr>
            <a:xfrm>
              <a:off x="-3074177" y="1555323"/>
              <a:ext cx="646331" cy="230832"/>
            </a:xfrm>
            <a:prstGeom prst="rect">
              <a:avLst/>
            </a:prstGeom>
            <a:noFill/>
          </p:spPr>
          <p:txBody>
            <a:bodyPr wrap="none" rtlCol="0">
              <a:spAutoFit/>
            </a:bodyPr>
            <a:lstStyle/>
            <a:p>
              <a:r>
                <a:rPr lang="ko-KR" altLang="en-US" sz="900" dirty="0"/>
                <a:t>주문상품</a:t>
              </a:r>
            </a:p>
          </p:txBody>
        </p:sp>
        <p:grpSp>
          <p:nvGrpSpPr>
            <p:cNvPr id="32" name="그룹 31">
              <a:extLst>
                <a:ext uri="{FF2B5EF4-FFF2-40B4-BE49-F238E27FC236}">
                  <a16:creationId xmlns:a16="http://schemas.microsoft.com/office/drawing/2014/main" id="{3FC19D8E-AE65-415D-8779-D853688C1B8B}"/>
                </a:ext>
              </a:extLst>
            </p:cNvPr>
            <p:cNvGrpSpPr/>
            <p:nvPr/>
          </p:nvGrpSpPr>
          <p:grpSpPr>
            <a:xfrm>
              <a:off x="-3036963" y="1881678"/>
              <a:ext cx="689346" cy="440906"/>
              <a:chOff x="2843808" y="1955121"/>
              <a:chExt cx="1674813" cy="596970"/>
            </a:xfrm>
            <a:solidFill>
              <a:schemeClr val="bg1">
                <a:lumMod val="95000"/>
              </a:schemeClr>
            </a:solidFill>
          </p:grpSpPr>
          <p:sp>
            <p:nvSpPr>
              <p:cNvPr id="39" name="Border">
                <a:extLst>
                  <a:ext uri="{FF2B5EF4-FFF2-40B4-BE49-F238E27FC236}">
                    <a16:creationId xmlns:a16="http://schemas.microsoft.com/office/drawing/2014/main" id="{1CE74FE5-2765-4EDD-8ABB-15675137F8BE}"/>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0" name="Line 2">
                <a:extLst>
                  <a:ext uri="{FF2B5EF4-FFF2-40B4-BE49-F238E27FC236}">
                    <a16:creationId xmlns:a16="http://schemas.microsoft.com/office/drawing/2014/main" id="{FFB62B01-AA7E-41C4-B7CF-95B427122B7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1" name="Line 1">
                <a:extLst>
                  <a:ext uri="{FF2B5EF4-FFF2-40B4-BE49-F238E27FC236}">
                    <a16:creationId xmlns:a16="http://schemas.microsoft.com/office/drawing/2014/main" id="{26EDFE89-B341-4774-9E32-6DA59C147515}"/>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2" name="TextBox 41">
                <a:extLst>
                  <a:ext uri="{FF2B5EF4-FFF2-40B4-BE49-F238E27FC236}">
                    <a16:creationId xmlns:a16="http://schemas.microsoft.com/office/drawing/2014/main" id="{B102C3F6-BE70-451D-9D99-EA81E8276583}"/>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33" name="직사각형 32">
              <a:extLst>
                <a:ext uri="{FF2B5EF4-FFF2-40B4-BE49-F238E27FC236}">
                  <a16:creationId xmlns:a16="http://schemas.microsoft.com/office/drawing/2014/main" id="{0E5D33A2-078D-4F77-8EEB-3563A194D72A}"/>
                </a:ext>
              </a:extLst>
            </p:cNvPr>
            <p:cNvSpPr/>
            <p:nvPr/>
          </p:nvSpPr>
          <p:spPr>
            <a:xfrm>
              <a:off x="-2326534" y="1881678"/>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34" name="TextBox 33">
              <a:extLst>
                <a:ext uri="{FF2B5EF4-FFF2-40B4-BE49-F238E27FC236}">
                  <a16:creationId xmlns:a16="http://schemas.microsoft.com/office/drawing/2014/main" id="{EACAF288-7FB6-4E18-AB87-EC86D5EC616E}"/>
                </a:ext>
              </a:extLst>
            </p:cNvPr>
            <p:cNvSpPr txBox="1"/>
            <p:nvPr/>
          </p:nvSpPr>
          <p:spPr>
            <a:xfrm>
              <a:off x="-3074177" y="2517827"/>
              <a:ext cx="646331" cy="230832"/>
            </a:xfrm>
            <a:prstGeom prst="rect">
              <a:avLst/>
            </a:prstGeom>
            <a:noFill/>
          </p:spPr>
          <p:txBody>
            <a:bodyPr wrap="none" rtlCol="0">
              <a:spAutoFit/>
            </a:bodyPr>
            <a:lstStyle/>
            <a:p>
              <a:r>
                <a:rPr lang="ko-KR" altLang="en-US" sz="900" dirty="0"/>
                <a:t>반품사유</a:t>
              </a:r>
            </a:p>
          </p:txBody>
        </p:sp>
        <p:sp>
          <p:nvSpPr>
            <p:cNvPr id="35" name="직사각형 34">
              <a:extLst>
                <a:ext uri="{FF2B5EF4-FFF2-40B4-BE49-F238E27FC236}">
                  <a16:creationId xmlns:a16="http://schemas.microsoft.com/office/drawing/2014/main" id="{94B86C4B-54A4-4A0C-A6D8-8FB31534704D}"/>
                </a:ext>
              </a:extLst>
            </p:cNvPr>
            <p:cNvSpPr/>
            <p:nvPr/>
          </p:nvSpPr>
          <p:spPr>
            <a:xfrm>
              <a:off x="-3038013" y="2801053"/>
              <a:ext cx="3471371" cy="250173"/>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solidFill>
                </a:rPr>
                <a:t>단순변심</a:t>
              </a:r>
              <a:r>
                <a:rPr lang="ko-KR" altLang="en-US" sz="800" dirty="0">
                  <a:solidFill>
                    <a:schemeClr val="tx1"/>
                  </a:solidFill>
                </a:rPr>
                <a:t>                                                                          ▼</a:t>
              </a:r>
              <a:endParaRPr lang="en-US" altLang="ko-KR" sz="800" dirty="0">
                <a:solidFill>
                  <a:schemeClr val="tx1"/>
                </a:solidFill>
              </a:endParaRPr>
            </a:p>
          </p:txBody>
        </p:sp>
        <p:sp>
          <p:nvSpPr>
            <p:cNvPr id="36" name="TextBox 35">
              <a:extLst>
                <a:ext uri="{FF2B5EF4-FFF2-40B4-BE49-F238E27FC236}">
                  <a16:creationId xmlns:a16="http://schemas.microsoft.com/office/drawing/2014/main" id="{D9A6B9B1-C701-4C6F-9861-66FE9C5A4108}"/>
                </a:ext>
              </a:extLst>
            </p:cNvPr>
            <p:cNvSpPr txBox="1"/>
            <p:nvPr/>
          </p:nvSpPr>
          <p:spPr>
            <a:xfrm>
              <a:off x="-3075020" y="3343189"/>
              <a:ext cx="877163" cy="230832"/>
            </a:xfrm>
            <a:prstGeom prst="rect">
              <a:avLst/>
            </a:prstGeom>
            <a:noFill/>
          </p:spPr>
          <p:txBody>
            <a:bodyPr wrap="none" rtlCol="0">
              <a:spAutoFit/>
            </a:bodyPr>
            <a:lstStyle/>
            <a:p>
              <a:r>
                <a:rPr lang="ko-KR" altLang="en-US" sz="900" dirty="0"/>
                <a:t>상품회수방법</a:t>
              </a:r>
            </a:p>
          </p:txBody>
        </p:sp>
        <p:sp>
          <p:nvSpPr>
            <p:cNvPr id="37" name="TextBox 36">
              <a:extLst>
                <a:ext uri="{FF2B5EF4-FFF2-40B4-BE49-F238E27FC236}">
                  <a16:creationId xmlns:a16="http://schemas.microsoft.com/office/drawing/2014/main" id="{B485DE25-97E8-4D92-AA67-BC2F7A7DE416}"/>
                </a:ext>
              </a:extLst>
            </p:cNvPr>
            <p:cNvSpPr txBox="1"/>
            <p:nvPr/>
          </p:nvSpPr>
          <p:spPr>
            <a:xfrm>
              <a:off x="-3077675" y="3645435"/>
              <a:ext cx="1699504" cy="230832"/>
            </a:xfrm>
            <a:prstGeom prst="rect">
              <a:avLst/>
            </a:prstGeom>
            <a:noFill/>
          </p:spPr>
          <p:txBody>
            <a:bodyPr wrap="none" rtlCol="0">
              <a:spAutoFit/>
            </a:bodyPr>
            <a:lstStyle/>
            <a:p>
              <a:r>
                <a:rPr lang="ko-KR" altLang="en-US" sz="900" dirty="0"/>
                <a:t>○ 자동회수       ● 수동회수</a:t>
              </a:r>
            </a:p>
          </p:txBody>
        </p:sp>
        <p:sp>
          <p:nvSpPr>
            <p:cNvPr id="38" name="직사각형 37">
              <a:extLst>
                <a:ext uri="{FF2B5EF4-FFF2-40B4-BE49-F238E27FC236}">
                  <a16:creationId xmlns:a16="http://schemas.microsoft.com/office/drawing/2014/main" id="{8C861117-B4E8-49DA-A932-0D1AC068C54E}"/>
                </a:ext>
              </a:extLst>
            </p:cNvPr>
            <p:cNvSpPr/>
            <p:nvPr/>
          </p:nvSpPr>
          <p:spPr>
            <a:xfrm>
              <a:off x="-3038014" y="3967467"/>
              <a:ext cx="3471371" cy="710360"/>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a:solidFill>
                    <a:schemeClr val="tx1"/>
                  </a:solidFill>
                </a:rPr>
                <a:t>   </a:t>
              </a:r>
              <a:r>
                <a:rPr lang="ko-KR" altLang="en-US" sz="800" dirty="0">
                  <a:solidFill>
                    <a:schemeClr val="tx1"/>
                  </a:solidFill>
                </a:rPr>
                <a:t>상품회수주소</a:t>
              </a:r>
              <a:endParaRPr lang="en-US" altLang="ko-KR" sz="800" dirty="0">
                <a:solidFill>
                  <a:schemeClr val="tx1"/>
                </a:solidFill>
              </a:endParaRPr>
            </a:p>
            <a:p>
              <a:pPr>
                <a:lnSpc>
                  <a:spcPct val="150000"/>
                </a:lnSpc>
              </a:pPr>
              <a:r>
                <a:rPr lang="en-US" altLang="ko-KR" sz="800" dirty="0">
                  <a:solidFill>
                    <a:schemeClr val="tx1"/>
                  </a:solidFill>
                </a:rPr>
                <a:t>   20202</a:t>
              </a:r>
            </a:p>
            <a:p>
              <a:pPr>
                <a:lnSpc>
                  <a:spcPct val="150000"/>
                </a:lnSpc>
              </a:pPr>
              <a:r>
                <a:rPr lang="en-US" altLang="ko-KR" sz="800" dirty="0">
                  <a:solidFill>
                    <a:schemeClr val="tx1"/>
                  </a:solidFill>
                </a:rPr>
                <a:t>   </a:t>
              </a:r>
              <a:r>
                <a:rPr lang="ko-KR" altLang="en-US" sz="800" dirty="0">
                  <a:solidFill>
                    <a:schemeClr val="tx1"/>
                  </a:solidFill>
                </a:rPr>
                <a:t>서울시 마포구 공덕동 </a:t>
              </a:r>
              <a:r>
                <a:rPr lang="en-US" altLang="ko-KR" sz="800" dirty="0">
                  <a:solidFill>
                    <a:schemeClr val="tx1"/>
                  </a:solidFill>
                </a:rPr>
                <a:t>2003</a:t>
              </a:r>
              <a:r>
                <a:rPr lang="ko-KR" altLang="en-US" sz="800" dirty="0">
                  <a:solidFill>
                    <a:schemeClr val="tx1"/>
                  </a:solidFill>
                </a:rPr>
                <a:t> </a:t>
              </a:r>
              <a:endParaRPr lang="en-US" altLang="ko-KR" sz="800" dirty="0">
                <a:solidFill>
                  <a:schemeClr val="tx1"/>
                </a:solidFill>
              </a:endParaRPr>
            </a:p>
          </p:txBody>
        </p:sp>
      </p:grpSp>
      <p:cxnSp>
        <p:nvCxnSpPr>
          <p:cNvPr id="46" name="직선 화살표 연결선 45">
            <a:extLst>
              <a:ext uri="{FF2B5EF4-FFF2-40B4-BE49-F238E27FC236}">
                <a16:creationId xmlns:a16="http://schemas.microsoft.com/office/drawing/2014/main" id="{D735C341-A7EB-4A83-8880-FE3F6C1D08B1}"/>
              </a:ext>
            </a:extLst>
          </p:cNvPr>
          <p:cNvCxnSpPr>
            <a:cxnSpLocks/>
            <a:stCxn id="3" idx="0"/>
          </p:cNvCxnSpPr>
          <p:nvPr/>
        </p:nvCxnSpPr>
        <p:spPr>
          <a:xfrm flipV="1">
            <a:off x="9026456" y="4192282"/>
            <a:ext cx="0" cy="684281"/>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47" name="타원 46">
            <a:extLst>
              <a:ext uri="{FF2B5EF4-FFF2-40B4-BE49-F238E27FC236}">
                <a16:creationId xmlns:a16="http://schemas.microsoft.com/office/drawing/2014/main" id="{855D0178-F4D7-40DE-875E-04A158C89DEC}"/>
              </a:ext>
            </a:extLst>
          </p:cNvPr>
          <p:cNvSpPr/>
          <p:nvPr/>
        </p:nvSpPr>
        <p:spPr>
          <a:xfrm>
            <a:off x="5499412" y="2552937"/>
            <a:ext cx="2084655"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8" name="직선 화살표 연결선 47">
            <a:extLst>
              <a:ext uri="{FF2B5EF4-FFF2-40B4-BE49-F238E27FC236}">
                <a16:creationId xmlns:a16="http://schemas.microsoft.com/office/drawing/2014/main" id="{81A56085-492D-47E7-B9B7-E7EF9B2545A1}"/>
              </a:ext>
            </a:extLst>
          </p:cNvPr>
          <p:cNvCxnSpPr>
            <a:cxnSpLocks/>
            <a:stCxn id="47" idx="2"/>
          </p:cNvCxnSpPr>
          <p:nvPr/>
        </p:nvCxnSpPr>
        <p:spPr>
          <a:xfrm flipH="1">
            <a:off x="3021558" y="2774749"/>
            <a:ext cx="2477854"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49" name="직사각형 48">
            <a:extLst>
              <a:ext uri="{FF2B5EF4-FFF2-40B4-BE49-F238E27FC236}">
                <a16:creationId xmlns:a16="http://schemas.microsoft.com/office/drawing/2014/main" id="{2A704B23-D0C2-4A9E-A469-802FC7C93B2B}"/>
              </a:ext>
            </a:extLst>
          </p:cNvPr>
          <p:cNvSpPr/>
          <p:nvPr/>
        </p:nvSpPr>
        <p:spPr>
          <a:xfrm>
            <a:off x="1053665" y="4789942"/>
            <a:ext cx="3935785" cy="5277873"/>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50" name="TextBox 49">
            <a:extLst>
              <a:ext uri="{FF2B5EF4-FFF2-40B4-BE49-F238E27FC236}">
                <a16:creationId xmlns:a16="http://schemas.microsoft.com/office/drawing/2014/main" id="{CAC8503A-D629-4E9A-B162-698D5183242E}"/>
              </a:ext>
            </a:extLst>
          </p:cNvPr>
          <p:cNvSpPr txBox="1"/>
          <p:nvPr/>
        </p:nvSpPr>
        <p:spPr>
          <a:xfrm>
            <a:off x="1156683" y="4942509"/>
            <a:ext cx="103265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반품신청하기</a:t>
            </a:r>
            <a:endParaRPr lang="ko-KR" altLang="en-US" sz="900" dirty="0"/>
          </a:p>
        </p:txBody>
      </p:sp>
      <p:sp>
        <p:nvSpPr>
          <p:cNvPr id="51" name="직사각형 50">
            <a:extLst>
              <a:ext uri="{FF2B5EF4-FFF2-40B4-BE49-F238E27FC236}">
                <a16:creationId xmlns:a16="http://schemas.microsoft.com/office/drawing/2014/main" id="{D09498B1-3F12-4E35-B4D3-15D2DF82BB4A}"/>
              </a:ext>
            </a:extLst>
          </p:cNvPr>
          <p:cNvSpPr/>
          <p:nvPr/>
        </p:nvSpPr>
        <p:spPr>
          <a:xfrm>
            <a:off x="2139896" y="9563995"/>
            <a:ext cx="891615" cy="213360"/>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반품신청</a:t>
            </a:r>
            <a:endParaRPr lang="en-US" altLang="ko-KR" sz="800" dirty="0">
              <a:solidFill>
                <a:schemeClr val="bg1"/>
              </a:solidFill>
            </a:endParaRPr>
          </a:p>
        </p:txBody>
      </p:sp>
      <p:grpSp>
        <p:nvGrpSpPr>
          <p:cNvPr id="52" name="Image">
            <a:extLst>
              <a:ext uri="{FF2B5EF4-FFF2-40B4-BE49-F238E27FC236}">
                <a16:creationId xmlns:a16="http://schemas.microsoft.com/office/drawing/2014/main" id="{734D3479-7304-425A-BC83-90312432EE13}"/>
              </a:ext>
            </a:extLst>
          </p:cNvPr>
          <p:cNvGrpSpPr>
            <a:grpSpLocks/>
          </p:cNvGrpSpPr>
          <p:nvPr/>
        </p:nvGrpSpPr>
        <p:grpSpPr bwMode="auto">
          <a:xfrm>
            <a:off x="4677145" y="4910010"/>
            <a:ext cx="204716" cy="209797"/>
            <a:chOff x="508000" y="1397000"/>
            <a:chExt cx="1008112" cy="1008112"/>
          </a:xfrm>
        </p:grpSpPr>
        <p:sp>
          <p:nvSpPr>
            <p:cNvPr id="53" name="Border">
              <a:extLst>
                <a:ext uri="{FF2B5EF4-FFF2-40B4-BE49-F238E27FC236}">
                  <a16:creationId xmlns:a16="http://schemas.microsoft.com/office/drawing/2014/main" id="{E545D390-B12F-428A-B3CB-6109A4F0639A}"/>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4" name="Line 2">
              <a:extLst>
                <a:ext uri="{FF2B5EF4-FFF2-40B4-BE49-F238E27FC236}">
                  <a16:creationId xmlns:a16="http://schemas.microsoft.com/office/drawing/2014/main" id="{538F9350-2486-4B85-83CB-DE8AAD74A353}"/>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5" name="Line 1">
              <a:extLst>
                <a:ext uri="{FF2B5EF4-FFF2-40B4-BE49-F238E27FC236}">
                  <a16:creationId xmlns:a16="http://schemas.microsoft.com/office/drawing/2014/main" id="{B946D283-AFBE-4E4E-91FE-C29B77373B52}"/>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56" name="직사각형 55">
            <a:extLst>
              <a:ext uri="{FF2B5EF4-FFF2-40B4-BE49-F238E27FC236}">
                <a16:creationId xmlns:a16="http://schemas.microsoft.com/office/drawing/2014/main" id="{D3527065-7DE3-4F0B-BDFD-44AE0156C2AC}"/>
              </a:ext>
            </a:extLst>
          </p:cNvPr>
          <p:cNvSpPr/>
          <p:nvPr/>
        </p:nvSpPr>
        <p:spPr>
          <a:xfrm>
            <a:off x="3138320" y="9563995"/>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57" name="TextBox 56">
            <a:extLst>
              <a:ext uri="{FF2B5EF4-FFF2-40B4-BE49-F238E27FC236}">
                <a16:creationId xmlns:a16="http://schemas.microsoft.com/office/drawing/2014/main" id="{073C4847-ECED-4F41-943E-C51B22B958DF}"/>
              </a:ext>
            </a:extLst>
          </p:cNvPr>
          <p:cNvSpPr txBox="1"/>
          <p:nvPr/>
        </p:nvSpPr>
        <p:spPr>
          <a:xfrm>
            <a:off x="1293642" y="5314643"/>
            <a:ext cx="646331" cy="230832"/>
          </a:xfrm>
          <a:prstGeom prst="rect">
            <a:avLst/>
          </a:prstGeom>
          <a:noFill/>
        </p:spPr>
        <p:txBody>
          <a:bodyPr wrap="none" rtlCol="0">
            <a:spAutoFit/>
          </a:bodyPr>
          <a:lstStyle/>
          <a:p>
            <a:r>
              <a:rPr lang="ko-KR" altLang="en-US" sz="900" dirty="0"/>
              <a:t>주문상품</a:t>
            </a:r>
          </a:p>
        </p:txBody>
      </p:sp>
      <p:grpSp>
        <p:nvGrpSpPr>
          <p:cNvPr id="58" name="그룹 57">
            <a:extLst>
              <a:ext uri="{FF2B5EF4-FFF2-40B4-BE49-F238E27FC236}">
                <a16:creationId xmlns:a16="http://schemas.microsoft.com/office/drawing/2014/main" id="{53DEA932-39F8-4171-9B16-AAF66680023D}"/>
              </a:ext>
            </a:extLst>
          </p:cNvPr>
          <p:cNvGrpSpPr/>
          <p:nvPr/>
        </p:nvGrpSpPr>
        <p:grpSpPr>
          <a:xfrm>
            <a:off x="1330856" y="5640998"/>
            <a:ext cx="689346" cy="440906"/>
            <a:chOff x="2843808" y="1955121"/>
            <a:chExt cx="1674813" cy="596970"/>
          </a:xfrm>
          <a:solidFill>
            <a:schemeClr val="bg1">
              <a:lumMod val="95000"/>
            </a:schemeClr>
          </a:solidFill>
        </p:grpSpPr>
        <p:sp>
          <p:nvSpPr>
            <p:cNvPr id="60" name="Border">
              <a:extLst>
                <a:ext uri="{FF2B5EF4-FFF2-40B4-BE49-F238E27FC236}">
                  <a16:creationId xmlns:a16="http://schemas.microsoft.com/office/drawing/2014/main" id="{8C6CEA95-58D6-484A-B867-B649F325C5BB}"/>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1" name="Line 2">
              <a:extLst>
                <a:ext uri="{FF2B5EF4-FFF2-40B4-BE49-F238E27FC236}">
                  <a16:creationId xmlns:a16="http://schemas.microsoft.com/office/drawing/2014/main" id="{74059CFA-370F-4EFB-B539-5BD9A8F5BDEE}"/>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2" name="Line 1">
              <a:extLst>
                <a:ext uri="{FF2B5EF4-FFF2-40B4-BE49-F238E27FC236}">
                  <a16:creationId xmlns:a16="http://schemas.microsoft.com/office/drawing/2014/main" id="{0D8FE4ED-507C-4C41-9E60-3E79AE963373}"/>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3" name="TextBox 62">
              <a:extLst>
                <a:ext uri="{FF2B5EF4-FFF2-40B4-BE49-F238E27FC236}">
                  <a16:creationId xmlns:a16="http://schemas.microsoft.com/office/drawing/2014/main" id="{60887D7D-3CC2-44F5-9C57-A6D5B0FB47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64" name="직사각형 63">
            <a:extLst>
              <a:ext uri="{FF2B5EF4-FFF2-40B4-BE49-F238E27FC236}">
                <a16:creationId xmlns:a16="http://schemas.microsoft.com/office/drawing/2014/main" id="{00EC9F91-4BA2-4C4C-9565-6B0718692A02}"/>
              </a:ext>
            </a:extLst>
          </p:cNvPr>
          <p:cNvSpPr/>
          <p:nvPr/>
        </p:nvSpPr>
        <p:spPr>
          <a:xfrm>
            <a:off x="2041285" y="5640998"/>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65" name="TextBox 64">
            <a:extLst>
              <a:ext uri="{FF2B5EF4-FFF2-40B4-BE49-F238E27FC236}">
                <a16:creationId xmlns:a16="http://schemas.microsoft.com/office/drawing/2014/main" id="{45D85652-EC79-4525-83A3-3E4925B5A9FB}"/>
              </a:ext>
            </a:extLst>
          </p:cNvPr>
          <p:cNvSpPr txBox="1"/>
          <p:nvPr/>
        </p:nvSpPr>
        <p:spPr>
          <a:xfrm>
            <a:off x="1293642" y="6277147"/>
            <a:ext cx="646331" cy="230832"/>
          </a:xfrm>
          <a:prstGeom prst="rect">
            <a:avLst/>
          </a:prstGeom>
          <a:noFill/>
        </p:spPr>
        <p:txBody>
          <a:bodyPr wrap="none" rtlCol="0">
            <a:spAutoFit/>
          </a:bodyPr>
          <a:lstStyle/>
          <a:p>
            <a:r>
              <a:rPr lang="ko-KR" altLang="en-US" sz="900" dirty="0"/>
              <a:t>반품사유</a:t>
            </a:r>
          </a:p>
        </p:txBody>
      </p:sp>
      <p:sp>
        <p:nvSpPr>
          <p:cNvPr id="66" name="직사각형 65">
            <a:extLst>
              <a:ext uri="{FF2B5EF4-FFF2-40B4-BE49-F238E27FC236}">
                <a16:creationId xmlns:a16="http://schemas.microsoft.com/office/drawing/2014/main" id="{9DD3AA99-4727-4F28-9322-B1AB4CC823F9}"/>
              </a:ext>
            </a:extLst>
          </p:cNvPr>
          <p:cNvSpPr/>
          <p:nvPr/>
        </p:nvSpPr>
        <p:spPr>
          <a:xfrm>
            <a:off x="1329806" y="6560373"/>
            <a:ext cx="3471371" cy="250173"/>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기타                                                                               ▼</a:t>
            </a:r>
            <a:endParaRPr lang="en-US" altLang="ko-KR" sz="800" dirty="0">
              <a:solidFill>
                <a:schemeClr val="tx1"/>
              </a:solidFill>
            </a:endParaRPr>
          </a:p>
        </p:txBody>
      </p:sp>
      <p:sp>
        <p:nvSpPr>
          <p:cNvPr id="67" name="TextBox 66">
            <a:extLst>
              <a:ext uri="{FF2B5EF4-FFF2-40B4-BE49-F238E27FC236}">
                <a16:creationId xmlns:a16="http://schemas.microsoft.com/office/drawing/2014/main" id="{8E952967-6486-4A42-861D-4DAF705F4E46}"/>
              </a:ext>
            </a:extLst>
          </p:cNvPr>
          <p:cNvSpPr txBox="1"/>
          <p:nvPr/>
        </p:nvSpPr>
        <p:spPr>
          <a:xfrm>
            <a:off x="1292799" y="8039032"/>
            <a:ext cx="877163" cy="230832"/>
          </a:xfrm>
          <a:prstGeom prst="rect">
            <a:avLst/>
          </a:prstGeom>
          <a:noFill/>
        </p:spPr>
        <p:txBody>
          <a:bodyPr wrap="none" rtlCol="0">
            <a:spAutoFit/>
          </a:bodyPr>
          <a:lstStyle/>
          <a:p>
            <a:r>
              <a:rPr lang="ko-KR" altLang="en-US" sz="900" dirty="0"/>
              <a:t>상품회수방법</a:t>
            </a:r>
          </a:p>
        </p:txBody>
      </p:sp>
      <p:sp>
        <p:nvSpPr>
          <p:cNvPr id="68" name="TextBox 67">
            <a:extLst>
              <a:ext uri="{FF2B5EF4-FFF2-40B4-BE49-F238E27FC236}">
                <a16:creationId xmlns:a16="http://schemas.microsoft.com/office/drawing/2014/main" id="{49B39AF2-F79C-4106-AA50-B868A57A359A}"/>
              </a:ext>
            </a:extLst>
          </p:cNvPr>
          <p:cNvSpPr txBox="1"/>
          <p:nvPr/>
        </p:nvSpPr>
        <p:spPr>
          <a:xfrm>
            <a:off x="1290144" y="8341278"/>
            <a:ext cx="1699504" cy="230832"/>
          </a:xfrm>
          <a:prstGeom prst="rect">
            <a:avLst/>
          </a:prstGeom>
          <a:noFill/>
        </p:spPr>
        <p:txBody>
          <a:bodyPr wrap="none" rtlCol="0">
            <a:spAutoFit/>
          </a:bodyPr>
          <a:lstStyle/>
          <a:p>
            <a:r>
              <a:rPr lang="ko-KR" altLang="en-US" sz="900" dirty="0"/>
              <a:t>○ 자동회수       ● 수동회수</a:t>
            </a:r>
          </a:p>
        </p:txBody>
      </p:sp>
      <p:sp>
        <p:nvSpPr>
          <p:cNvPr id="69" name="직사각형 68">
            <a:extLst>
              <a:ext uri="{FF2B5EF4-FFF2-40B4-BE49-F238E27FC236}">
                <a16:creationId xmlns:a16="http://schemas.microsoft.com/office/drawing/2014/main" id="{00B39261-1C1A-470B-ABC7-9195A40836FA}"/>
              </a:ext>
            </a:extLst>
          </p:cNvPr>
          <p:cNvSpPr/>
          <p:nvPr/>
        </p:nvSpPr>
        <p:spPr>
          <a:xfrm>
            <a:off x="1329805" y="8663310"/>
            <a:ext cx="3471371" cy="710360"/>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a:solidFill>
                  <a:schemeClr val="tx1"/>
                </a:solidFill>
              </a:rPr>
              <a:t>   </a:t>
            </a:r>
            <a:r>
              <a:rPr lang="ko-KR" altLang="en-US" sz="800" dirty="0">
                <a:solidFill>
                  <a:schemeClr val="tx1"/>
                </a:solidFill>
              </a:rPr>
              <a:t>상품회수주소</a:t>
            </a:r>
            <a:endParaRPr lang="en-US" altLang="ko-KR" sz="800" dirty="0">
              <a:solidFill>
                <a:schemeClr val="tx1"/>
              </a:solidFill>
            </a:endParaRPr>
          </a:p>
          <a:p>
            <a:pPr>
              <a:lnSpc>
                <a:spcPct val="150000"/>
              </a:lnSpc>
            </a:pPr>
            <a:r>
              <a:rPr lang="en-US" altLang="ko-KR" sz="800" dirty="0">
                <a:solidFill>
                  <a:schemeClr val="tx1"/>
                </a:solidFill>
              </a:rPr>
              <a:t>   20202</a:t>
            </a:r>
          </a:p>
          <a:p>
            <a:pPr>
              <a:lnSpc>
                <a:spcPct val="150000"/>
              </a:lnSpc>
            </a:pPr>
            <a:r>
              <a:rPr lang="en-US" altLang="ko-KR" sz="800" dirty="0">
                <a:solidFill>
                  <a:schemeClr val="tx1"/>
                </a:solidFill>
              </a:rPr>
              <a:t>   </a:t>
            </a:r>
            <a:r>
              <a:rPr lang="ko-KR" altLang="en-US" sz="800" dirty="0">
                <a:solidFill>
                  <a:schemeClr val="tx1"/>
                </a:solidFill>
              </a:rPr>
              <a:t>서울시 마포구 공덕동 </a:t>
            </a:r>
            <a:r>
              <a:rPr lang="en-US" altLang="ko-KR" sz="800" dirty="0">
                <a:solidFill>
                  <a:schemeClr val="tx1"/>
                </a:solidFill>
              </a:rPr>
              <a:t>2003</a:t>
            </a:r>
            <a:r>
              <a:rPr lang="ko-KR" altLang="en-US" sz="800" dirty="0">
                <a:solidFill>
                  <a:schemeClr val="tx1"/>
                </a:solidFill>
              </a:rPr>
              <a:t> </a:t>
            </a:r>
            <a:endParaRPr lang="en-US" altLang="ko-KR" sz="800" dirty="0">
              <a:solidFill>
                <a:schemeClr val="tx1"/>
              </a:solidFill>
            </a:endParaRPr>
          </a:p>
        </p:txBody>
      </p:sp>
      <p:sp>
        <p:nvSpPr>
          <p:cNvPr id="70" name="TextBox 69">
            <a:extLst>
              <a:ext uri="{FF2B5EF4-FFF2-40B4-BE49-F238E27FC236}">
                <a16:creationId xmlns:a16="http://schemas.microsoft.com/office/drawing/2014/main" id="{B9680BE1-E3C5-4D77-AA7E-0FFC46C5CBD7}"/>
              </a:ext>
            </a:extLst>
          </p:cNvPr>
          <p:cNvSpPr txBox="1"/>
          <p:nvPr/>
        </p:nvSpPr>
        <p:spPr>
          <a:xfrm>
            <a:off x="1329805" y="7069607"/>
            <a:ext cx="646331" cy="230832"/>
          </a:xfrm>
          <a:prstGeom prst="rect">
            <a:avLst/>
          </a:prstGeom>
          <a:noFill/>
        </p:spPr>
        <p:txBody>
          <a:bodyPr wrap="none" rtlCol="0">
            <a:spAutoFit/>
          </a:bodyPr>
          <a:lstStyle/>
          <a:p>
            <a:r>
              <a:rPr lang="ko-KR" altLang="en-US" sz="900" dirty="0"/>
              <a:t>기타내용</a:t>
            </a:r>
          </a:p>
        </p:txBody>
      </p:sp>
      <p:sp>
        <p:nvSpPr>
          <p:cNvPr id="71" name="직사각형 70">
            <a:extLst>
              <a:ext uri="{FF2B5EF4-FFF2-40B4-BE49-F238E27FC236}">
                <a16:creationId xmlns:a16="http://schemas.microsoft.com/office/drawing/2014/main" id="{DA470288-7807-4D01-912F-7C40105467D7}"/>
              </a:ext>
            </a:extLst>
          </p:cNvPr>
          <p:cNvSpPr/>
          <p:nvPr/>
        </p:nvSpPr>
        <p:spPr>
          <a:xfrm>
            <a:off x="1329805" y="7359200"/>
            <a:ext cx="3461418" cy="51105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ko-KR" altLang="en-US" sz="800" dirty="0">
                <a:solidFill>
                  <a:schemeClr val="bg1">
                    <a:lumMod val="65000"/>
                  </a:schemeClr>
                </a:solidFill>
              </a:rPr>
              <a:t>기타 내용을 입력해 주세요 </a:t>
            </a:r>
          </a:p>
        </p:txBody>
      </p:sp>
      <p:cxnSp>
        <p:nvCxnSpPr>
          <p:cNvPr id="72" name="직선 화살표 연결선 71">
            <a:extLst>
              <a:ext uri="{FF2B5EF4-FFF2-40B4-BE49-F238E27FC236}">
                <a16:creationId xmlns:a16="http://schemas.microsoft.com/office/drawing/2014/main" id="{024C1074-D1AF-4CEC-A366-687DADBB50E2}"/>
              </a:ext>
            </a:extLst>
          </p:cNvPr>
          <p:cNvCxnSpPr>
            <a:cxnSpLocks/>
          </p:cNvCxnSpPr>
          <p:nvPr/>
        </p:nvCxnSpPr>
        <p:spPr>
          <a:xfrm flipH="1">
            <a:off x="1636611" y="6913348"/>
            <a:ext cx="16361" cy="581421"/>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73" name="타원 72">
            <a:extLst>
              <a:ext uri="{FF2B5EF4-FFF2-40B4-BE49-F238E27FC236}">
                <a16:creationId xmlns:a16="http://schemas.microsoft.com/office/drawing/2014/main" id="{099E247D-BEA3-4932-9A9D-464720630B4F}"/>
              </a:ext>
            </a:extLst>
          </p:cNvPr>
          <p:cNvSpPr/>
          <p:nvPr/>
        </p:nvSpPr>
        <p:spPr>
          <a:xfrm>
            <a:off x="1141533" y="6469888"/>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4" name="타원 73">
            <a:extLst>
              <a:ext uri="{FF2B5EF4-FFF2-40B4-BE49-F238E27FC236}">
                <a16:creationId xmlns:a16="http://schemas.microsoft.com/office/drawing/2014/main" id="{BAC919A1-64F6-42C9-AE5E-6C6B12BF3E9F}"/>
              </a:ext>
            </a:extLst>
          </p:cNvPr>
          <p:cNvSpPr/>
          <p:nvPr/>
        </p:nvSpPr>
        <p:spPr>
          <a:xfrm>
            <a:off x="1153459" y="1675255"/>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5" name="직선 화살표 연결선 74">
            <a:extLst>
              <a:ext uri="{FF2B5EF4-FFF2-40B4-BE49-F238E27FC236}">
                <a16:creationId xmlns:a16="http://schemas.microsoft.com/office/drawing/2014/main" id="{8BA13E24-6585-42ED-B6AB-CAC785A4FC1D}"/>
              </a:ext>
            </a:extLst>
          </p:cNvPr>
          <p:cNvCxnSpPr>
            <a:cxnSpLocks/>
            <a:endCxn id="73" idx="0"/>
          </p:cNvCxnSpPr>
          <p:nvPr/>
        </p:nvCxnSpPr>
        <p:spPr>
          <a:xfrm>
            <a:off x="1636611" y="2118879"/>
            <a:ext cx="8388" cy="4351009"/>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76" name="TextBox 75">
            <a:extLst>
              <a:ext uri="{FF2B5EF4-FFF2-40B4-BE49-F238E27FC236}">
                <a16:creationId xmlns:a16="http://schemas.microsoft.com/office/drawing/2014/main" id="{8E4E64E2-B2AB-4FC7-89E6-AB6318D55315}"/>
              </a:ext>
            </a:extLst>
          </p:cNvPr>
          <p:cNvSpPr txBox="1"/>
          <p:nvPr/>
        </p:nvSpPr>
        <p:spPr>
          <a:xfrm>
            <a:off x="9435197" y="4827093"/>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77" name="TextBox 76">
            <a:extLst>
              <a:ext uri="{FF2B5EF4-FFF2-40B4-BE49-F238E27FC236}">
                <a16:creationId xmlns:a16="http://schemas.microsoft.com/office/drawing/2014/main" id="{5B2DA7BE-C760-4BED-B231-B633402C12A4}"/>
              </a:ext>
            </a:extLst>
          </p:cNvPr>
          <p:cNvSpPr txBox="1"/>
          <p:nvPr/>
        </p:nvSpPr>
        <p:spPr>
          <a:xfrm>
            <a:off x="5605683" y="3125596"/>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78" name="TextBox 77">
            <a:extLst>
              <a:ext uri="{FF2B5EF4-FFF2-40B4-BE49-F238E27FC236}">
                <a16:creationId xmlns:a16="http://schemas.microsoft.com/office/drawing/2014/main" id="{DD7B5309-1CC5-480D-B487-6791DF05FD1D}"/>
              </a:ext>
            </a:extLst>
          </p:cNvPr>
          <p:cNvSpPr txBox="1"/>
          <p:nvPr/>
        </p:nvSpPr>
        <p:spPr>
          <a:xfrm>
            <a:off x="1862310" y="1598581"/>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Tree>
    <p:extLst>
      <p:ext uri="{BB962C8B-B14F-4D97-AF65-F5344CB8AC3E}">
        <p14:creationId xmlns:p14="http://schemas.microsoft.com/office/powerpoint/2010/main" val="3965271191"/>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 name="표 58">
            <a:extLst>
              <a:ext uri="{FF2B5EF4-FFF2-40B4-BE49-F238E27FC236}">
                <a16:creationId xmlns:a16="http://schemas.microsoft.com/office/drawing/2014/main" id="{3D52F8B6-A1CE-47CB-A10A-A310F7289AEC}"/>
              </a:ext>
            </a:extLst>
          </p:cNvPr>
          <p:cNvGraphicFramePr>
            <a:graphicFrameLocks noGrp="1"/>
          </p:cNvGraphicFramePr>
          <p:nvPr>
            <p:extLst>
              <p:ext uri="{D42A27DB-BD31-4B8C-83A1-F6EECF244321}">
                <p14:modId xmlns:p14="http://schemas.microsoft.com/office/powerpoint/2010/main" val="2140110799"/>
              </p:ext>
            </p:extLst>
          </p:nvPr>
        </p:nvGraphicFramePr>
        <p:xfrm>
          <a:off x="10171774" y="22159"/>
          <a:ext cx="1979018" cy="306427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t>RF-01-07-18-4</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주문 목록 </a:t>
                      </a:r>
                      <a:r>
                        <a:rPr lang="en-US" altLang="ko-KR" sz="800" dirty="0"/>
                        <a:t>&gt; </a:t>
                      </a:r>
                      <a:r>
                        <a:rPr lang="ko-KR" altLang="en-US" sz="800" dirty="0"/>
                        <a:t>주문 </a:t>
                      </a:r>
                      <a:r>
                        <a:rPr lang="en-US" altLang="ko-KR" sz="800" dirty="0"/>
                        <a:t>&gt; </a:t>
                      </a:r>
                      <a:r>
                        <a:rPr lang="ko-KR" altLang="en-US" sz="800" dirty="0"/>
                        <a:t>교환 신청</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주문한 상품을 교환하는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736388259"/>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버튼 클릭 시 교환 신청 하기 화면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 회수 방법 중 자동 교환을 선택할 경우 자동 교환 방법에 대한 문구가 표시된다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수동 반품을 선택할 경우 수동 반품에 필요한 주소 정보가 표시된다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258030823"/>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교환 사유가 기타일 경우 사유를 입력할 수 있는 입력 영역이 표시된다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4078599438"/>
                  </a:ext>
                </a:extLst>
              </a:tr>
            </a:tbl>
          </a:graphicData>
        </a:graphic>
      </p:graphicFrame>
      <p:sp>
        <p:nvSpPr>
          <p:cNvPr id="3" name="타원 2">
            <a:extLst>
              <a:ext uri="{FF2B5EF4-FFF2-40B4-BE49-F238E27FC236}">
                <a16:creationId xmlns:a16="http://schemas.microsoft.com/office/drawing/2014/main" id="{0088EF82-A1B4-4F30-BE30-B157EFC2D6C8}"/>
              </a:ext>
            </a:extLst>
          </p:cNvPr>
          <p:cNvSpPr/>
          <p:nvPr/>
        </p:nvSpPr>
        <p:spPr>
          <a:xfrm>
            <a:off x="8532005" y="6485806"/>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4" name="그룹 3">
            <a:extLst>
              <a:ext uri="{FF2B5EF4-FFF2-40B4-BE49-F238E27FC236}">
                <a16:creationId xmlns:a16="http://schemas.microsoft.com/office/drawing/2014/main" id="{887E7612-08BF-481B-8604-4256EDF648FA}"/>
              </a:ext>
            </a:extLst>
          </p:cNvPr>
          <p:cNvGrpSpPr/>
          <p:nvPr/>
        </p:nvGrpSpPr>
        <p:grpSpPr>
          <a:xfrm>
            <a:off x="5549747" y="759834"/>
            <a:ext cx="3935785" cy="4360092"/>
            <a:chOff x="-3314154" y="1030623"/>
            <a:chExt cx="3935785" cy="4360092"/>
          </a:xfrm>
        </p:grpSpPr>
        <p:sp>
          <p:nvSpPr>
            <p:cNvPr id="5" name="직사각형 4">
              <a:extLst>
                <a:ext uri="{FF2B5EF4-FFF2-40B4-BE49-F238E27FC236}">
                  <a16:creationId xmlns:a16="http://schemas.microsoft.com/office/drawing/2014/main" id="{342644C2-D409-42E9-BEB3-480D83A14309}"/>
                </a:ext>
              </a:extLst>
            </p:cNvPr>
            <p:cNvSpPr/>
            <p:nvPr/>
          </p:nvSpPr>
          <p:spPr>
            <a:xfrm>
              <a:off x="-3314154" y="1030623"/>
              <a:ext cx="3935785" cy="436009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6" name="TextBox 5">
              <a:extLst>
                <a:ext uri="{FF2B5EF4-FFF2-40B4-BE49-F238E27FC236}">
                  <a16:creationId xmlns:a16="http://schemas.microsoft.com/office/drawing/2014/main" id="{2D4F8A29-DC52-4C50-AC5E-459501974738}"/>
                </a:ext>
              </a:extLst>
            </p:cNvPr>
            <p:cNvSpPr txBox="1"/>
            <p:nvPr/>
          </p:nvSpPr>
          <p:spPr>
            <a:xfrm>
              <a:off x="-3211136" y="1183189"/>
              <a:ext cx="103265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교환신청하기</a:t>
              </a:r>
              <a:endParaRPr lang="ko-KR" altLang="en-US" sz="900" dirty="0"/>
            </a:p>
          </p:txBody>
        </p:sp>
        <p:sp>
          <p:nvSpPr>
            <p:cNvPr id="7" name="직사각형 6">
              <a:extLst>
                <a:ext uri="{FF2B5EF4-FFF2-40B4-BE49-F238E27FC236}">
                  <a16:creationId xmlns:a16="http://schemas.microsoft.com/office/drawing/2014/main" id="{741780FE-B044-4716-A362-A315F8588E5F}"/>
                </a:ext>
              </a:extLst>
            </p:cNvPr>
            <p:cNvSpPr/>
            <p:nvPr/>
          </p:nvSpPr>
          <p:spPr>
            <a:xfrm>
              <a:off x="-2227923" y="4868152"/>
              <a:ext cx="891615" cy="213360"/>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교환신청</a:t>
              </a:r>
              <a:endParaRPr lang="en-US" altLang="ko-KR" sz="800" dirty="0">
                <a:solidFill>
                  <a:schemeClr val="bg1"/>
                </a:solidFill>
              </a:endParaRPr>
            </a:p>
          </p:txBody>
        </p:sp>
        <p:grpSp>
          <p:nvGrpSpPr>
            <p:cNvPr id="8" name="Image">
              <a:extLst>
                <a:ext uri="{FF2B5EF4-FFF2-40B4-BE49-F238E27FC236}">
                  <a16:creationId xmlns:a16="http://schemas.microsoft.com/office/drawing/2014/main" id="{EB7CFED1-211A-4525-8E47-A7A0EFBBFC69}"/>
                </a:ext>
              </a:extLst>
            </p:cNvPr>
            <p:cNvGrpSpPr>
              <a:grpSpLocks/>
            </p:cNvGrpSpPr>
            <p:nvPr/>
          </p:nvGrpSpPr>
          <p:grpSpPr bwMode="auto">
            <a:xfrm>
              <a:off x="309326" y="1150690"/>
              <a:ext cx="204716" cy="209797"/>
              <a:chOff x="508000" y="1397000"/>
              <a:chExt cx="1008112" cy="1008112"/>
            </a:xfrm>
          </p:grpSpPr>
          <p:sp>
            <p:nvSpPr>
              <p:cNvPr id="22" name="Border">
                <a:extLst>
                  <a:ext uri="{FF2B5EF4-FFF2-40B4-BE49-F238E27FC236}">
                    <a16:creationId xmlns:a16="http://schemas.microsoft.com/office/drawing/2014/main" id="{E32DA9C8-3501-4B5F-8FEA-8A11D86206E0}"/>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3" name="Line 2">
                <a:extLst>
                  <a:ext uri="{FF2B5EF4-FFF2-40B4-BE49-F238E27FC236}">
                    <a16:creationId xmlns:a16="http://schemas.microsoft.com/office/drawing/2014/main" id="{B7E6219F-D1C5-491C-A08D-D2D638C771E5}"/>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4" name="Line 1">
                <a:extLst>
                  <a:ext uri="{FF2B5EF4-FFF2-40B4-BE49-F238E27FC236}">
                    <a16:creationId xmlns:a16="http://schemas.microsoft.com/office/drawing/2014/main" id="{5A1D47DB-2EB3-4AEE-B493-75479E21FF7C}"/>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9" name="직사각형 8">
              <a:extLst>
                <a:ext uri="{FF2B5EF4-FFF2-40B4-BE49-F238E27FC236}">
                  <a16:creationId xmlns:a16="http://schemas.microsoft.com/office/drawing/2014/main" id="{A4BA3EA5-4F60-4143-B8D7-B3AB4351C0EF}"/>
                </a:ext>
              </a:extLst>
            </p:cNvPr>
            <p:cNvSpPr/>
            <p:nvPr/>
          </p:nvSpPr>
          <p:spPr>
            <a:xfrm>
              <a:off x="-1229499" y="4868152"/>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10" name="TextBox 9">
              <a:extLst>
                <a:ext uri="{FF2B5EF4-FFF2-40B4-BE49-F238E27FC236}">
                  <a16:creationId xmlns:a16="http://schemas.microsoft.com/office/drawing/2014/main" id="{B3E85073-E93B-4D5D-B500-9294825DD061}"/>
                </a:ext>
              </a:extLst>
            </p:cNvPr>
            <p:cNvSpPr txBox="1"/>
            <p:nvPr/>
          </p:nvSpPr>
          <p:spPr>
            <a:xfrm>
              <a:off x="-3074177" y="1555323"/>
              <a:ext cx="646331" cy="230832"/>
            </a:xfrm>
            <a:prstGeom prst="rect">
              <a:avLst/>
            </a:prstGeom>
            <a:noFill/>
          </p:spPr>
          <p:txBody>
            <a:bodyPr wrap="none" rtlCol="0">
              <a:spAutoFit/>
            </a:bodyPr>
            <a:lstStyle/>
            <a:p>
              <a:r>
                <a:rPr lang="ko-KR" altLang="en-US" sz="900" dirty="0"/>
                <a:t>주문상품</a:t>
              </a:r>
            </a:p>
          </p:txBody>
        </p:sp>
        <p:grpSp>
          <p:nvGrpSpPr>
            <p:cNvPr id="11" name="그룹 10">
              <a:extLst>
                <a:ext uri="{FF2B5EF4-FFF2-40B4-BE49-F238E27FC236}">
                  <a16:creationId xmlns:a16="http://schemas.microsoft.com/office/drawing/2014/main" id="{A1AC11D7-77E9-44BA-9E50-479C0BD2A0DE}"/>
                </a:ext>
              </a:extLst>
            </p:cNvPr>
            <p:cNvGrpSpPr/>
            <p:nvPr/>
          </p:nvGrpSpPr>
          <p:grpSpPr>
            <a:xfrm>
              <a:off x="-3036963" y="1881678"/>
              <a:ext cx="689346" cy="440906"/>
              <a:chOff x="2843808" y="1955121"/>
              <a:chExt cx="1674813" cy="596970"/>
            </a:xfrm>
            <a:solidFill>
              <a:schemeClr val="bg1">
                <a:lumMod val="95000"/>
              </a:schemeClr>
            </a:solidFill>
          </p:grpSpPr>
          <p:sp>
            <p:nvSpPr>
              <p:cNvPr id="18" name="Border">
                <a:extLst>
                  <a:ext uri="{FF2B5EF4-FFF2-40B4-BE49-F238E27FC236}">
                    <a16:creationId xmlns:a16="http://schemas.microsoft.com/office/drawing/2014/main" id="{0FCDC8B6-578D-4C46-AA2E-D64B3C33085A}"/>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 name="Line 2">
                <a:extLst>
                  <a:ext uri="{FF2B5EF4-FFF2-40B4-BE49-F238E27FC236}">
                    <a16:creationId xmlns:a16="http://schemas.microsoft.com/office/drawing/2014/main" id="{C08C2CF2-949B-42E8-83B2-CA9AFC5AA758}"/>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 name="Line 1">
                <a:extLst>
                  <a:ext uri="{FF2B5EF4-FFF2-40B4-BE49-F238E27FC236}">
                    <a16:creationId xmlns:a16="http://schemas.microsoft.com/office/drawing/2014/main" id="{EB8BB97A-C400-4741-994E-C2B591578D6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 name="TextBox 20">
                <a:extLst>
                  <a:ext uri="{FF2B5EF4-FFF2-40B4-BE49-F238E27FC236}">
                    <a16:creationId xmlns:a16="http://schemas.microsoft.com/office/drawing/2014/main" id="{37CADA31-6554-491C-9BBD-D9F4CD1F4CF6}"/>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2" name="직사각형 11">
              <a:extLst>
                <a:ext uri="{FF2B5EF4-FFF2-40B4-BE49-F238E27FC236}">
                  <a16:creationId xmlns:a16="http://schemas.microsoft.com/office/drawing/2014/main" id="{69343730-970D-4DB9-A435-BED97135273B}"/>
                </a:ext>
              </a:extLst>
            </p:cNvPr>
            <p:cNvSpPr/>
            <p:nvPr/>
          </p:nvSpPr>
          <p:spPr>
            <a:xfrm>
              <a:off x="-2326534" y="1881678"/>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3" name="TextBox 12">
              <a:extLst>
                <a:ext uri="{FF2B5EF4-FFF2-40B4-BE49-F238E27FC236}">
                  <a16:creationId xmlns:a16="http://schemas.microsoft.com/office/drawing/2014/main" id="{3884EC74-4CB4-48CA-AC96-79A4EE2DC2CF}"/>
                </a:ext>
              </a:extLst>
            </p:cNvPr>
            <p:cNvSpPr txBox="1"/>
            <p:nvPr/>
          </p:nvSpPr>
          <p:spPr>
            <a:xfrm>
              <a:off x="-3074177" y="2517827"/>
              <a:ext cx="646331" cy="230832"/>
            </a:xfrm>
            <a:prstGeom prst="rect">
              <a:avLst/>
            </a:prstGeom>
            <a:noFill/>
          </p:spPr>
          <p:txBody>
            <a:bodyPr wrap="none" rtlCol="0">
              <a:spAutoFit/>
            </a:bodyPr>
            <a:lstStyle/>
            <a:p>
              <a:r>
                <a:rPr lang="ko-KR" altLang="en-US" sz="900" dirty="0"/>
                <a:t>교환사유</a:t>
              </a:r>
            </a:p>
          </p:txBody>
        </p:sp>
        <p:sp>
          <p:nvSpPr>
            <p:cNvPr id="14" name="직사각형 13">
              <a:extLst>
                <a:ext uri="{FF2B5EF4-FFF2-40B4-BE49-F238E27FC236}">
                  <a16:creationId xmlns:a16="http://schemas.microsoft.com/office/drawing/2014/main" id="{8FB192FA-6051-4EC5-8B42-9C38412032FA}"/>
                </a:ext>
              </a:extLst>
            </p:cNvPr>
            <p:cNvSpPr/>
            <p:nvPr/>
          </p:nvSpPr>
          <p:spPr>
            <a:xfrm>
              <a:off x="-3038013" y="2801053"/>
              <a:ext cx="3471371" cy="250173"/>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다른 상품이 배송되었습니다                                                 ▼</a:t>
              </a:r>
              <a:endParaRPr lang="en-US" altLang="ko-KR" sz="800" dirty="0">
                <a:solidFill>
                  <a:schemeClr val="tx1"/>
                </a:solidFill>
              </a:endParaRPr>
            </a:p>
          </p:txBody>
        </p:sp>
        <p:sp>
          <p:nvSpPr>
            <p:cNvPr id="15" name="TextBox 14">
              <a:extLst>
                <a:ext uri="{FF2B5EF4-FFF2-40B4-BE49-F238E27FC236}">
                  <a16:creationId xmlns:a16="http://schemas.microsoft.com/office/drawing/2014/main" id="{B56B381F-E66C-4241-A8CB-318C6599C4EA}"/>
                </a:ext>
              </a:extLst>
            </p:cNvPr>
            <p:cNvSpPr txBox="1"/>
            <p:nvPr/>
          </p:nvSpPr>
          <p:spPr>
            <a:xfrm>
              <a:off x="-3075020" y="3343189"/>
              <a:ext cx="877163" cy="230832"/>
            </a:xfrm>
            <a:prstGeom prst="rect">
              <a:avLst/>
            </a:prstGeom>
            <a:noFill/>
          </p:spPr>
          <p:txBody>
            <a:bodyPr wrap="none" rtlCol="0">
              <a:spAutoFit/>
            </a:bodyPr>
            <a:lstStyle/>
            <a:p>
              <a:r>
                <a:rPr lang="ko-KR" altLang="en-US" sz="900" dirty="0"/>
                <a:t>상품회수방법</a:t>
              </a:r>
            </a:p>
          </p:txBody>
        </p:sp>
        <p:sp>
          <p:nvSpPr>
            <p:cNvPr id="16" name="TextBox 15">
              <a:extLst>
                <a:ext uri="{FF2B5EF4-FFF2-40B4-BE49-F238E27FC236}">
                  <a16:creationId xmlns:a16="http://schemas.microsoft.com/office/drawing/2014/main" id="{C5792DAC-BD32-48FA-9D27-868E7720E1DC}"/>
                </a:ext>
              </a:extLst>
            </p:cNvPr>
            <p:cNvSpPr txBox="1"/>
            <p:nvPr/>
          </p:nvSpPr>
          <p:spPr>
            <a:xfrm>
              <a:off x="-3077675" y="3645435"/>
              <a:ext cx="1699504" cy="230832"/>
            </a:xfrm>
            <a:prstGeom prst="rect">
              <a:avLst/>
            </a:prstGeom>
            <a:noFill/>
          </p:spPr>
          <p:txBody>
            <a:bodyPr wrap="none" rtlCol="0">
              <a:spAutoFit/>
            </a:bodyPr>
            <a:lstStyle/>
            <a:p>
              <a:r>
                <a:rPr lang="ko-KR" altLang="en-US" sz="900" dirty="0"/>
                <a:t>● </a:t>
              </a:r>
              <a:r>
                <a:rPr lang="ko-KR" altLang="en-US" sz="900" dirty="0" err="1"/>
                <a:t>자동회수</a:t>
              </a:r>
              <a:r>
                <a:rPr lang="ko-KR" altLang="en-US" sz="900" dirty="0"/>
                <a:t>       ○ </a:t>
              </a:r>
              <a:r>
                <a:rPr lang="ko-KR" altLang="en-US" sz="900" dirty="0" err="1"/>
                <a:t>수동회수</a:t>
              </a:r>
              <a:endParaRPr lang="ko-KR" altLang="en-US" sz="900" dirty="0"/>
            </a:p>
          </p:txBody>
        </p:sp>
        <p:sp>
          <p:nvSpPr>
            <p:cNvPr id="17" name="직사각형 16">
              <a:extLst>
                <a:ext uri="{FF2B5EF4-FFF2-40B4-BE49-F238E27FC236}">
                  <a16:creationId xmlns:a16="http://schemas.microsoft.com/office/drawing/2014/main" id="{CB7BB57E-69E6-47E8-A606-A47EA61C8EE2}"/>
                </a:ext>
              </a:extLst>
            </p:cNvPr>
            <p:cNvSpPr/>
            <p:nvPr/>
          </p:nvSpPr>
          <p:spPr>
            <a:xfrm>
              <a:off x="-3038014" y="3962058"/>
              <a:ext cx="3471371" cy="684281"/>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a:solidFill>
                    <a:schemeClr val="tx1"/>
                  </a:solidFill>
                </a:rPr>
                <a:t>※ </a:t>
              </a:r>
              <a:r>
                <a:rPr lang="ko-KR" altLang="en-US" sz="800" dirty="0">
                  <a:solidFill>
                    <a:schemeClr val="tx1"/>
                  </a:solidFill>
                </a:rPr>
                <a:t>교환이라고 표기해서 문 앞에 두시면 </a:t>
              </a:r>
              <a:r>
                <a:rPr lang="en-US" altLang="ko-KR" sz="800" dirty="0">
                  <a:solidFill>
                    <a:schemeClr val="tx1"/>
                  </a:solidFill>
                </a:rPr>
                <a:t>“</a:t>
              </a:r>
              <a:r>
                <a:rPr lang="ko-KR" altLang="en-US" sz="800" dirty="0">
                  <a:solidFill>
                    <a:schemeClr val="tx1"/>
                  </a:solidFill>
                </a:rPr>
                <a:t>한진택배</a:t>
              </a:r>
              <a:r>
                <a:rPr lang="en-US" altLang="ko-KR" sz="800" dirty="0">
                  <a:solidFill>
                    <a:schemeClr val="tx1"/>
                  </a:solidFill>
                </a:rPr>
                <a:t>”</a:t>
              </a:r>
              <a:r>
                <a:rPr lang="ko-KR" altLang="en-US" sz="800" dirty="0">
                  <a:solidFill>
                    <a:schemeClr val="tx1"/>
                  </a:solidFill>
                </a:rPr>
                <a:t>에서 회수합니다</a:t>
              </a:r>
              <a:r>
                <a:rPr lang="en-US" altLang="ko-KR" sz="800" dirty="0">
                  <a:solidFill>
                    <a:schemeClr val="tx1"/>
                  </a:solidFill>
                </a:rPr>
                <a:t>.</a:t>
              </a:r>
              <a:r>
                <a:rPr lang="ko-KR" altLang="en-US" sz="800" dirty="0">
                  <a:solidFill>
                    <a:schemeClr val="tx1"/>
                  </a:solidFill>
                </a:rPr>
                <a:t> </a:t>
              </a:r>
              <a:endParaRPr lang="en-US" altLang="ko-KR" sz="800" dirty="0">
                <a:solidFill>
                  <a:schemeClr val="tx1"/>
                </a:solidFill>
              </a:endParaRPr>
            </a:p>
            <a:p>
              <a:pPr>
                <a:lnSpc>
                  <a:spcPct val="150000"/>
                </a:lnSpc>
              </a:pPr>
              <a:r>
                <a:rPr lang="ko-KR" altLang="en-US" sz="800" dirty="0">
                  <a:solidFill>
                    <a:schemeClr val="tx1"/>
                  </a:solidFill>
                </a:rPr>
                <a:t>   물품에 문제가 없을 경우 택배비가 발생합니다</a:t>
              </a:r>
              <a:r>
                <a:rPr lang="en-US" altLang="ko-KR" sz="800" dirty="0">
                  <a:solidFill>
                    <a:schemeClr val="tx1"/>
                  </a:solidFill>
                </a:rPr>
                <a:t>.</a:t>
              </a:r>
            </a:p>
          </p:txBody>
        </p:sp>
      </p:grpSp>
      <p:grpSp>
        <p:nvGrpSpPr>
          <p:cNvPr id="25" name="그룹 24">
            <a:extLst>
              <a:ext uri="{FF2B5EF4-FFF2-40B4-BE49-F238E27FC236}">
                <a16:creationId xmlns:a16="http://schemas.microsoft.com/office/drawing/2014/main" id="{7C87A503-0541-441D-9A2A-A3A8B5E8BEE5}"/>
              </a:ext>
            </a:extLst>
          </p:cNvPr>
          <p:cNvGrpSpPr/>
          <p:nvPr/>
        </p:nvGrpSpPr>
        <p:grpSpPr>
          <a:xfrm>
            <a:off x="1094047" y="754425"/>
            <a:ext cx="3935785" cy="4360092"/>
            <a:chOff x="-3314154" y="1030623"/>
            <a:chExt cx="3935785" cy="4360092"/>
          </a:xfrm>
        </p:grpSpPr>
        <p:sp>
          <p:nvSpPr>
            <p:cNvPr id="26" name="직사각형 25">
              <a:extLst>
                <a:ext uri="{FF2B5EF4-FFF2-40B4-BE49-F238E27FC236}">
                  <a16:creationId xmlns:a16="http://schemas.microsoft.com/office/drawing/2014/main" id="{8F4E4935-3F9B-49A2-9FF9-83D7F21B1A7A}"/>
                </a:ext>
              </a:extLst>
            </p:cNvPr>
            <p:cNvSpPr/>
            <p:nvPr/>
          </p:nvSpPr>
          <p:spPr>
            <a:xfrm>
              <a:off x="-3314154" y="1030623"/>
              <a:ext cx="3935785" cy="436009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27" name="TextBox 26">
              <a:extLst>
                <a:ext uri="{FF2B5EF4-FFF2-40B4-BE49-F238E27FC236}">
                  <a16:creationId xmlns:a16="http://schemas.microsoft.com/office/drawing/2014/main" id="{1AE83F9A-A804-4AD4-8BF9-47B4E4970C73}"/>
                </a:ext>
              </a:extLst>
            </p:cNvPr>
            <p:cNvSpPr txBox="1"/>
            <p:nvPr/>
          </p:nvSpPr>
          <p:spPr>
            <a:xfrm>
              <a:off x="-3211136" y="1183189"/>
              <a:ext cx="103265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교환신청하기</a:t>
              </a:r>
              <a:endParaRPr lang="ko-KR" altLang="en-US" sz="900" dirty="0"/>
            </a:p>
          </p:txBody>
        </p:sp>
        <p:sp>
          <p:nvSpPr>
            <p:cNvPr id="28" name="직사각형 27">
              <a:extLst>
                <a:ext uri="{FF2B5EF4-FFF2-40B4-BE49-F238E27FC236}">
                  <a16:creationId xmlns:a16="http://schemas.microsoft.com/office/drawing/2014/main" id="{E8992FC0-0143-426F-B79D-8772881FA1CE}"/>
                </a:ext>
              </a:extLst>
            </p:cNvPr>
            <p:cNvSpPr/>
            <p:nvPr/>
          </p:nvSpPr>
          <p:spPr>
            <a:xfrm>
              <a:off x="-2227923" y="4868152"/>
              <a:ext cx="891615" cy="213360"/>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교환신청</a:t>
              </a:r>
              <a:endParaRPr lang="en-US" altLang="ko-KR" sz="800" dirty="0">
                <a:solidFill>
                  <a:schemeClr val="bg1"/>
                </a:solidFill>
              </a:endParaRPr>
            </a:p>
          </p:txBody>
        </p:sp>
        <p:grpSp>
          <p:nvGrpSpPr>
            <p:cNvPr id="29" name="Image">
              <a:extLst>
                <a:ext uri="{FF2B5EF4-FFF2-40B4-BE49-F238E27FC236}">
                  <a16:creationId xmlns:a16="http://schemas.microsoft.com/office/drawing/2014/main" id="{59F26161-F1A4-4FB4-84D6-C94EB451A5F1}"/>
                </a:ext>
              </a:extLst>
            </p:cNvPr>
            <p:cNvGrpSpPr>
              <a:grpSpLocks/>
            </p:cNvGrpSpPr>
            <p:nvPr/>
          </p:nvGrpSpPr>
          <p:grpSpPr bwMode="auto">
            <a:xfrm>
              <a:off x="309326" y="1150690"/>
              <a:ext cx="204716" cy="209797"/>
              <a:chOff x="508000" y="1397000"/>
              <a:chExt cx="1008112" cy="1008112"/>
            </a:xfrm>
          </p:grpSpPr>
          <p:sp>
            <p:nvSpPr>
              <p:cNvPr id="43" name="Border">
                <a:extLst>
                  <a:ext uri="{FF2B5EF4-FFF2-40B4-BE49-F238E27FC236}">
                    <a16:creationId xmlns:a16="http://schemas.microsoft.com/office/drawing/2014/main" id="{59222FE1-791F-450F-A3FA-9C43F942716D}"/>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4" name="Line 2">
                <a:extLst>
                  <a:ext uri="{FF2B5EF4-FFF2-40B4-BE49-F238E27FC236}">
                    <a16:creationId xmlns:a16="http://schemas.microsoft.com/office/drawing/2014/main" id="{A07955BF-1A18-4D9F-B857-9C2898658ED7}"/>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5" name="Line 1">
                <a:extLst>
                  <a:ext uri="{FF2B5EF4-FFF2-40B4-BE49-F238E27FC236}">
                    <a16:creationId xmlns:a16="http://schemas.microsoft.com/office/drawing/2014/main" id="{ECFB9282-86B3-44BF-836F-3D85BBEC4CD5}"/>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30" name="직사각형 29">
              <a:extLst>
                <a:ext uri="{FF2B5EF4-FFF2-40B4-BE49-F238E27FC236}">
                  <a16:creationId xmlns:a16="http://schemas.microsoft.com/office/drawing/2014/main" id="{AB8B323E-5724-4141-B52E-41FA12FD7A18}"/>
                </a:ext>
              </a:extLst>
            </p:cNvPr>
            <p:cNvSpPr/>
            <p:nvPr/>
          </p:nvSpPr>
          <p:spPr>
            <a:xfrm>
              <a:off x="-1229499" y="4868152"/>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31" name="TextBox 30">
              <a:extLst>
                <a:ext uri="{FF2B5EF4-FFF2-40B4-BE49-F238E27FC236}">
                  <a16:creationId xmlns:a16="http://schemas.microsoft.com/office/drawing/2014/main" id="{F942CFDB-87AD-4682-B0FF-DD17000C9BCE}"/>
                </a:ext>
              </a:extLst>
            </p:cNvPr>
            <p:cNvSpPr txBox="1"/>
            <p:nvPr/>
          </p:nvSpPr>
          <p:spPr>
            <a:xfrm>
              <a:off x="-3074177" y="1555323"/>
              <a:ext cx="646331" cy="230832"/>
            </a:xfrm>
            <a:prstGeom prst="rect">
              <a:avLst/>
            </a:prstGeom>
            <a:noFill/>
          </p:spPr>
          <p:txBody>
            <a:bodyPr wrap="none" rtlCol="0">
              <a:spAutoFit/>
            </a:bodyPr>
            <a:lstStyle/>
            <a:p>
              <a:r>
                <a:rPr lang="ko-KR" altLang="en-US" sz="900" dirty="0"/>
                <a:t>주문상품</a:t>
              </a:r>
            </a:p>
          </p:txBody>
        </p:sp>
        <p:grpSp>
          <p:nvGrpSpPr>
            <p:cNvPr id="32" name="그룹 31">
              <a:extLst>
                <a:ext uri="{FF2B5EF4-FFF2-40B4-BE49-F238E27FC236}">
                  <a16:creationId xmlns:a16="http://schemas.microsoft.com/office/drawing/2014/main" id="{872A2784-DD6E-40A7-94C2-8EEA627F74B7}"/>
                </a:ext>
              </a:extLst>
            </p:cNvPr>
            <p:cNvGrpSpPr/>
            <p:nvPr/>
          </p:nvGrpSpPr>
          <p:grpSpPr>
            <a:xfrm>
              <a:off x="-3036963" y="1881678"/>
              <a:ext cx="689346" cy="440906"/>
              <a:chOff x="2843808" y="1955121"/>
              <a:chExt cx="1674813" cy="596970"/>
            </a:xfrm>
            <a:solidFill>
              <a:schemeClr val="bg1">
                <a:lumMod val="95000"/>
              </a:schemeClr>
            </a:solidFill>
          </p:grpSpPr>
          <p:sp>
            <p:nvSpPr>
              <p:cNvPr id="39" name="Border">
                <a:extLst>
                  <a:ext uri="{FF2B5EF4-FFF2-40B4-BE49-F238E27FC236}">
                    <a16:creationId xmlns:a16="http://schemas.microsoft.com/office/drawing/2014/main" id="{8EA994C5-E90A-413C-BB58-BA893A734600}"/>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0" name="Line 2">
                <a:extLst>
                  <a:ext uri="{FF2B5EF4-FFF2-40B4-BE49-F238E27FC236}">
                    <a16:creationId xmlns:a16="http://schemas.microsoft.com/office/drawing/2014/main" id="{345CDD63-AC25-4B98-921C-4C67CCBC60A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1" name="Line 1">
                <a:extLst>
                  <a:ext uri="{FF2B5EF4-FFF2-40B4-BE49-F238E27FC236}">
                    <a16:creationId xmlns:a16="http://schemas.microsoft.com/office/drawing/2014/main" id="{58A15312-843A-4D7F-8046-0827399534DD}"/>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2" name="TextBox 41">
                <a:extLst>
                  <a:ext uri="{FF2B5EF4-FFF2-40B4-BE49-F238E27FC236}">
                    <a16:creationId xmlns:a16="http://schemas.microsoft.com/office/drawing/2014/main" id="{6D99D08E-5FD3-432C-B9AC-0B6D5AB9F9B9}"/>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33" name="직사각형 32">
              <a:extLst>
                <a:ext uri="{FF2B5EF4-FFF2-40B4-BE49-F238E27FC236}">
                  <a16:creationId xmlns:a16="http://schemas.microsoft.com/office/drawing/2014/main" id="{14CBFC62-1B6E-46E0-B869-C4A2C0251C8E}"/>
                </a:ext>
              </a:extLst>
            </p:cNvPr>
            <p:cNvSpPr/>
            <p:nvPr/>
          </p:nvSpPr>
          <p:spPr>
            <a:xfrm>
              <a:off x="-2326534" y="1881678"/>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34" name="TextBox 33">
              <a:extLst>
                <a:ext uri="{FF2B5EF4-FFF2-40B4-BE49-F238E27FC236}">
                  <a16:creationId xmlns:a16="http://schemas.microsoft.com/office/drawing/2014/main" id="{18F28F5F-2247-48F5-A999-25ECDCC22384}"/>
                </a:ext>
              </a:extLst>
            </p:cNvPr>
            <p:cNvSpPr txBox="1"/>
            <p:nvPr/>
          </p:nvSpPr>
          <p:spPr>
            <a:xfrm>
              <a:off x="-3074177" y="2517827"/>
              <a:ext cx="646331" cy="230832"/>
            </a:xfrm>
            <a:prstGeom prst="rect">
              <a:avLst/>
            </a:prstGeom>
            <a:noFill/>
          </p:spPr>
          <p:txBody>
            <a:bodyPr wrap="none" rtlCol="0">
              <a:spAutoFit/>
            </a:bodyPr>
            <a:lstStyle/>
            <a:p>
              <a:r>
                <a:rPr lang="ko-KR" altLang="en-US" sz="900" dirty="0"/>
                <a:t>교환사유</a:t>
              </a:r>
            </a:p>
          </p:txBody>
        </p:sp>
        <p:sp>
          <p:nvSpPr>
            <p:cNvPr id="35" name="직사각형 34">
              <a:extLst>
                <a:ext uri="{FF2B5EF4-FFF2-40B4-BE49-F238E27FC236}">
                  <a16:creationId xmlns:a16="http://schemas.microsoft.com/office/drawing/2014/main" id="{70189901-8D87-45C7-86AE-1DBE786783AD}"/>
                </a:ext>
              </a:extLst>
            </p:cNvPr>
            <p:cNvSpPr/>
            <p:nvPr/>
          </p:nvSpPr>
          <p:spPr>
            <a:xfrm>
              <a:off x="-3038013" y="2801053"/>
              <a:ext cx="3471371" cy="250173"/>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다른 상품이 배송되었습니다                                                ▼</a:t>
              </a:r>
              <a:endParaRPr lang="en-US" altLang="ko-KR" sz="800" dirty="0">
                <a:solidFill>
                  <a:schemeClr val="tx1"/>
                </a:solidFill>
              </a:endParaRPr>
            </a:p>
          </p:txBody>
        </p:sp>
        <p:sp>
          <p:nvSpPr>
            <p:cNvPr id="36" name="TextBox 35">
              <a:extLst>
                <a:ext uri="{FF2B5EF4-FFF2-40B4-BE49-F238E27FC236}">
                  <a16:creationId xmlns:a16="http://schemas.microsoft.com/office/drawing/2014/main" id="{709BDB94-D3E7-45AC-B705-C37E3C9BF34F}"/>
                </a:ext>
              </a:extLst>
            </p:cNvPr>
            <p:cNvSpPr txBox="1"/>
            <p:nvPr/>
          </p:nvSpPr>
          <p:spPr>
            <a:xfrm>
              <a:off x="-3075020" y="3343189"/>
              <a:ext cx="877163" cy="230832"/>
            </a:xfrm>
            <a:prstGeom prst="rect">
              <a:avLst/>
            </a:prstGeom>
            <a:noFill/>
          </p:spPr>
          <p:txBody>
            <a:bodyPr wrap="none" rtlCol="0">
              <a:spAutoFit/>
            </a:bodyPr>
            <a:lstStyle/>
            <a:p>
              <a:r>
                <a:rPr lang="ko-KR" altLang="en-US" sz="900" dirty="0"/>
                <a:t>상품회수방법</a:t>
              </a:r>
            </a:p>
          </p:txBody>
        </p:sp>
        <p:sp>
          <p:nvSpPr>
            <p:cNvPr id="37" name="TextBox 36">
              <a:extLst>
                <a:ext uri="{FF2B5EF4-FFF2-40B4-BE49-F238E27FC236}">
                  <a16:creationId xmlns:a16="http://schemas.microsoft.com/office/drawing/2014/main" id="{0E58A722-554A-4BAF-AB83-EECF6D60D0FA}"/>
                </a:ext>
              </a:extLst>
            </p:cNvPr>
            <p:cNvSpPr txBox="1"/>
            <p:nvPr/>
          </p:nvSpPr>
          <p:spPr>
            <a:xfrm>
              <a:off x="-3077675" y="3645435"/>
              <a:ext cx="1699504" cy="230832"/>
            </a:xfrm>
            <a:prstGeom prst="rect">
              <a:avLst/>
            </a:prstGeom>
            <a:noFill/>
          </p:spPr>
          <p:txBody>
            <a:bodyPr wrap="none" rtlCol="0">
              <a:spAutoFit/>
            </a:bodyPr>
            <a:lstStyle/>
            <a:p>
              <a:r>
                <a:rPr lang="ko-KR" altLang="en-US" sz="900" dirty="0"/>
                <a:t>○ </a:t>
              </a:r>
              <a:r>
                <a:rPr lang="ko-KR" altLang="en-US" sz="900" dirty="0" err="1"/>
                <a:t>자동회수</a:t>
              </a:r>
              <a:r>
                <a:rPr lang="ko-KR" altLang="en-US" sz="900" dirty="0"/>
                <a:t>       ● </a:t>
              </a:r>
              <a:r>
                <a:rPr lang="ko-KR" altLang="en-US" sz="900" dirty="0" err="1"/>
                <a:t>수동회수</a:t>
              </a:r>
              <a:endParaRPr lang="ko-KR" altLang="en-US" sz="900" dirty="0"/>
            </a:p>
          </p:txBody>
        </p:sp>
        <p:sp>
          <p:nvSpPr>
            <p:cNvPr id="38" name="직사각형 37">
              <a:extLst>
                <a:ext uri="{FF2B5EF4-FFF2-40B4-BE49-F238E27FC236}">
                  <a16:creationId xmlns:a16="http://schemas.microsoft.com/office/drawing/2014/main" id="{F68D51C7-958D-4F7B-A5D1-A0165439F8E4}"/>
                </a:ext>
              </a:extLst>
            </p:cNvPr>
            <p:cNvSpPr/>
            <p:nvPr/>
          </p:nvSpPr>
          <p:spPr>
            <a:xfrm>
              <a:off x="-3038014" y="3967467"/>
              <a:ext cx="3471371" cy="710360"/>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a:solidFill>
                    <a:schemeClr val="tx1"/>
                  </a:solidFill>
                </a:rPr>
                <a:t>   </a:t>
              </a:r>
              <a:r>
                <a:rPr lang="ko-KR" altLang="en-US" sz="800" dirty="0">
                  <a:solidFill>
                    <a:schemeClr val="tx1"/>
                  </a:solidFill>
                </a:rPr>
                <a:t>상품회수주소</a:t>
              </a:r>
              <a:endParaRPr lang="en-US" altLang="ko-KR" sz="800" dirty="0">
                <a:solidFill>
                  <a:schemeClr val="tx1"/>
                </a:solidFill>
              </a:endParaRPr>
            </a:p>
            <a:p>
              <a:pPr>
                <a:lnSpc>
                  <a:spcPct val="150000"/>
                </a:lnSpc>
              </a:pPr>
              <a:r>
                <a:rPr lang="en-US" altLang="ko-KR" sz="800" dirty="0">
                  <a:solidFill>
                    <a:schemeClr val="tx1"/>
                  </a:solidFill>
                </a:rPr>
                <a:t>   20202</a:t>
              </a:r>
            </a:p>
            <a:p>
              <a:pPr>
                <a:lnSpc>
                  <a:spcPct val="150000"/>
                </a:lnSpc>
              </a:pPr>
              <a:r>
                <a:rPr lang="en-US" altLang="ko-KR" sz="800" dirty="0">
                  <a:solidFill>
                    <a:schemeClr val="tx1"/>
                  </a:solidFill>
                </a:rPr>
                <a:t>   </a:t>
              </a:r>
              <a:r>
                <a:rPr lang="ko-KR" altLang="en-US" sz="800" dirty="0">
                  <a:solidFill>
                    <a:schemeClr val="tx1"/>
                  </a:solidFill>
                </a:rPr>
                <a:t>서울시 마포구 공덕동 </a:t>
              </a:r>
              <a:r>
                <a:rPr lang="en-US" altLang="ko-KR" sz="800" dirty="0">
                  <a:solidFill>
                    <a:schemeClr val="tx1"/>
                  </a:solidFill>
                </a:rPr>
                <a:t>2003</a:t>
              </a:r>
              <a:r>
                <a:rPr lang="ko-KR" altLang="en-US" sz="800" dirty="0">
                  <a:solidFill>
                    <a:schemeClr val="tx1"/>
                  </a:solidFill>
                </a:rPr>
                <a:t> </a:t>
              </a:r>
              <a:endParaRPr lang="en-US" altLang="ko-KR" sz="800" dirty="0">
                <a:solidFill>
                  <a:schemeClr val="tx1"/>
                </a:solidFill>
              </a:endParaRPr>
            </a:p>
          </p:txBody>
        </p:sp>
      </p:grpSp>
      <p:sp>
        <p:nvSpPr>
          <p:cNvPr id="46" name="타원 45">
            <a:extLst>
              <a:ext uri="{FF2B5EF4-FFF2-40B4-BE49-F238E27FC236}">
                <a16:creationId xmlns:a16="http://schemas.microsoft.com/office/drawing/2014/main" id="{3220FEAD-B180-4055-BD92-F21CD969C35B}"/>
              </a:ext>
            </a:extLst>
          </p:cNvPr>
          <p:cNvSpPr/>
          <p:nvPr/>
        </p:nvSpPr>
        <p:spPr>
          <a:xfrm>
            <a:off x="5549747" y="3285203"/>
            <a:ext cx="2084655"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7" name="직선 화살표 연결선 46">
            <a:extLst>
              <a:ext uri="{FF2B5EF4-FFF2-40B4-BE49-F238E27FC236}">
                <a16:creationId xmlns:a16="http://schemas.microsoft.com/office/drawing/2014/main" id="{731FB16C-3A9E-41FA-91FA-2E662999E6B8}"/>
              </a:ext>
            </a:extLst>
          </p:cNvPr>
          <p:cNvCxnSpPr>
            <a:cxnSpLocks/>
            <a:stCxn id="46" idx="2"/>
          </p:cNvCxnSpPr>
          <p:nvPr/>
        </p:nvCxnSpPr>
        <p:spPr>
          <a:xfrm flipH="1">
            <a:off x="3071893" y="3507015"/>
            <a:ext cx="2477854"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48" name="직사각형 47">
            <a:extLst>
              <a:ext uri="{FF2B5EF4-FFF2-40B4-BE49-F238E27FC236}">
                <a16:creationId xmlns:a16="http://schemas.microsoft.com/office/drawing/2014/main" id="{332EBA3B-39FF-4C6F-BE02-C18513509950}"/>
              </a:ext>
            </a:extLst>
          </p:cNvPr>
          <p:cNvSpPr/>
          <p:nvPr/>
        </p:nvSpPr>
        <p:spPr>
          <a:xfrm>
            <a:off x="1104000" y="5522208"/>
            <a:ext cx="3935785" cy="5277873"/>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49" name="TextBox 48">
            <a:extLst>
              <a:ext uri="{FF2B5EF4-FFF2-40B4-BE49-F238E27FC236}">
                <a16:creationId xmlns:a16="http://schemas.microsoft.com/office/drawing/2014/main" id="{4B72F332-B345-4E81-A864-31439A72CD48}"/>
              </a:ext>
            </a:extLst>
          </p:cNvPr>
          <p:cNvSpPr txBox="1"/>
          <p:nvPr/>
        </p:nvSpPr>
        <p:spPr>
          <a:xfrm>
            <a:off x="1207018" y="5674775"/>
            <a:ext cx="103265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교환신청하기</a:t>
            </a:r>
            <a:endParaRPr lang="ko-KR" altLang="en-US" sz="900" dirty="0"/>
          </a:p>
        </p:txBody>
      </p:sp>
      <p:sp>
        <p:nvSpPr>
          <p:cNvPr id="50" name="직사각형 49">
            <a:extLst>
              <a:ext uri="{FF2B5EF4-FFF2-40B4-BE49-F238E27FC236}">
                <a16:creationId xmlns:a16="http://schemas.microsoft.com/office/drawing/2014/main" id="{858272DE-1645-4060-8AAC-22B602429ED0}"/>
              </a:ext>
            </a:extLst>
          </p:cNvPr>
          <p:cNvSpPr/>
          <p:nvPr/>
        </p:nvSpPr>
        <p:spPr>
          <a:xfrm>
            <a:off x="2190231" y="10296261"/>
            <a:ext cx="891615" cy="213360"/>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교환신청</a:t>
            </a:r>
            <a:endParaRPr lang="en-US" altLang="ko-KR" sz="800" dirty="0">
              <a:solidFill>
                <a:schemeClr val="bg1"/>
              </a:solidFill>
            </a:endParaRPr>
          </a:p>
        </p:txBody>
      </p:sp>
      <p:grpSp>
        <p:nvGrpSpPr>
          <p:cNvPr id="51" name="Image">
            <a:extLst>
              <a:ext uri="{FF2B5EF4-FFF2-40B4-BE49-F238E27FC236}">
                <a16:creationId xmlns:a16="http://schemas.microsoft.com/office/drawing/2014/main" id="{74433CDE-EEE3-47C0-A270-7081F89B2573}"/>
              </a:ext>
            </a:extLst>
          </p:cNvPr>
          <p:cNvGrpSpPr>
            <a:grpSpLocks/>
          </p:cNvGrpSpPr>
          <p:nvPr/>
        </p:nvGrpSpPr>
        <p:grpSpPr bwMode="auto">
          <a:xfrm>
            <a:off x="4727480" y="5642276"/>
            <a:ext cx="204716" cy="209797"/>
            <a:chOff x="508000" y="1397000"/>
            <a:chExt cx="1008112" cy="1008112"/>
          </a:xfrm>
        </p:grpSpPr>
        <p:sp>
          <p:nvSpPr>
            <p:cNvPr id="52" name="Border">
              <a:extLst>
                <a:ext uri="{FF2B5EF4-FFF2-40B4-BE49-F238E27FC236}">
                  <a16:creationId xmlns:a16="http://schemas.microsoft.com/office/drawing/2014/main" id="{CFDA39E7-57B8-427F-9B90-C3A30EF1FD06}"/>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3" name="Line 2">
              <a:extLst>
                <a:ext uri="{FF2B5EF4-FFF2-40B4-BE49-F238E27FC236}">
                  <a16:creationId xmlns:a16="http://schemas.microsoft.com/office/drawing/2014/main" id="{0E0E2833-96AA-450B-A5CF-7E313284DC10}"/>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4" name="Line 1">
              <a:extLst>
                <a:ext uri="{FF2B5EF4-FFF2-40B4-BE49-F238E27FC236}">
                  <a16:creationId xmlns:a16="http://schemas.microsoft.com/office/drawing/2014/main" id="{924CF759-BA64-4DCB-A906-0C0C112E9309}"/>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55" name="직사각형 54">
            <a:extLst>
              <a:ext uri="{FF2B5EF4-FFF2-40B4-BE49-F238E27FC236}">
                <a16:creationId xmlns:a16="http://schemas.microsoft.com/office/drawing/2014/main" id="{D602A48D-940F-4EE5-9AD3-81CA55FE8620}"/>
              </a:ext>
            </a:extLst>
          </p:cNvPr>
          <p:cNvSpPr/>
          <p:nvPr/>
        </p:nvSpPr>
        <p:spPr>
          <a:xfrm>
            <a:off x="3188655" y="10296261"/>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56" name="TextBox 55">
            <a:extLst>
              <a:ext uri="{FF2B5EF4-FFF2-40B4-BE49-F238E27FC236}">
                <a16:creationId xmlns:a16="http://schemas.microsoft.com/office/drawing/2014/main" id="{4F4EEDCE-CBE4-4FD0-809B-9C85030C766E}"/>
              </a:ext>
            </a:extLst>
          </p:cNvPr>
          <p:cNvSpPr txBox="1"/>
          <p:nvPr/>
        </p:nvSpPr>
        <p:spPr>
          <a:xfrm>
            <a:off x="1343977" y="6046909"/>
            <a:ext cx="646331" cy="230832"/>
          </a:xfrm>
          <a:prstGeom prst="rect">
            <a:avLst/>
          </a:prstGeom>
          <a:noFill/>
        </p:spPr>
        <p:txBody>
          <a:bodyPr wrap="none" rtlCol="0">
            <a:spAutoFit/>
          </a:bodyPr>
          <a:lstStyle/>
          <a:p>
            <a:r>
              <a:rPr lang="ko-KR" altLang="en-US" sz="900" dirty="0"/>
              <a:t>주문상품</a:t>
            </a:r>
          </a:p>
        </p:txBody>
      </p:sp>
      <p:grpSp>
        <p:nvGrpSpPr>
          <p:cNvPr id="57" name="그룹 56">
            <a:extLst>
              <a:ext uri="{FF2B5EF4-FFF2-40B4-BE49-F238E27FC236}">
                <a16:creationId xmlns:a16="http://schemas.microsoft.com/office/drawing/2014/main" id="{7B277A77-B9BE-48FD-9C5B-0772E0910059}"/>
              </a:ext>
            </a:extLst>
          </p:cNvPr>
          <p:cNvGrpSpPr/>
          <p:nvPr/>
        </p:nvGrpSpPr>
        <p:grpSpPr>
          <a:xfrm>
            <a:off x="1381191" y="6373264"/>
            <a:ext cx="689346" cy="440906"/>
            <a:chOff x="2843808" y="1955121"/>
            <a:chExt cx="1674813" cy="596970"/>
          </a:xfrm>
          <a:solidFill>
            <a:schemeClr val="bg1">
              <a:lumMod val="95000"/>
            </a:schemeClr>
          </a:solidFill>
        </p:grpSpPr>
        <p:sp>
          <p:nvSpPr>
            <p:cNvPr id="58" name="Border">
              <a:extLst>
                <a:ext uri="{FF2B5EF4-FFF2-40B4-BE49-F238E27FC236}">
                  <a16:creationId xmlns:a16="http://schemas.microsoft.com/office/drawing/2014/main" id="{4F145154-2D4D-4015-8BD0-0664424CF681}"/>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0" name="Line 2">
              <a:extLst>
                <a:ext uri="{FF2B5EF4-FFF2-40B4-BE49-F238E27FC236}">
                  <a16:creationId xmlns:a16="http://schemas.microsoft.com/office/drawing/2014/main" id="{9E1C7A45-DCB9-44BB-9E2F-F7B1183ACA5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1" name="Line 1">
              <a:extLst>
                <a:ext uri="{FF2B5EF4-FFF2-40B4-BE49-F238E27FC236}">
                  <a16:creationId xmlns:a16="http://schemas.microsoft.com/office/drawing/2014/main" id="{9781CC40-7548-40B1-858E-44FB83B183E5}"/>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2" name="TextBox 61">
              <a:extLst>
                <a:ext uri="{FF2B5EF4-FFF2-40B4-BE49-F238E27FC236}">
                  <a16:creationId xmlns:a16="http://schemas.microsoft.com/office/drawing/2014/main" id="{BE6E9A0F-2032-423A-AC58-955FA584A70B}"/>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63" name="직사각형 62">
            <a:extLst>
              <a:ext uri="{FF2B5EF4-FFF2-40B4-BE49-F238E27FC236}">
                <a16:creationId xmlns:a16="http://schemas.microsoft.com/office/drawing/2014/main" id="{2F7997A5-65D4-4938-92D1-0DF273864B10}"/>
              </a:ext>
            </a:extLst>
          </p:cNvPr>
          <p:cNvSpPr/>
          <p:nvPr/>
        </p:nvSpPr>
        <p:spPr>
          <a:xfrm>
            <a:off x="2091620" y="6373264"/>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64" name="TextBox 63">
            <a:extLst>
              <a:ext uri="{FF2B5EF4-FFF2-40B4-BE49-F238E27FC236}">
                <a16:creationId xmlns:a16="http://schemas.microsoft.com/office/drawing/2014/main" id="{49189B4D-1262-4BB5-9642-31BD3AF0C705}"/>
              </a:ext>
            </a:extLst>
          </p:cNvPr>
          <p:cNvSpPr txBox="1"/>
          <p:nvPr/>
        </p:nvSpPr>
        <p:spPr>
          <a:xfrm>
            <a:off x="1343977" y="7009413"/>
            <a:ext cx="646331" cy="230832"/>
          </a:xfrm>
          <a:prstGeom prst="rect">
            <a:avLst/>
          </a:prstGeom>
          <a:noFill/>
        </p:spPr>
        <p:txBody>
          <a:bodyPr wrap="none" rtlCol="0">
            <a:spAutoFit/>
          </a:bodyPr>
          <a:lstStyle/>
          <a:p>
            <a:r>
              <a:rPr lang="ko-KR" altLang="en-US" sz="900" dirty="0" err="1"/>
              <a:t>교환사유</a:t>
            </a:r>
            <a:endParaRPr lang="ko-KR" altLang="en-US" sz="900" dirty="0"/>
          </a:p>
        </p:txBody>
      </p:sp>
      <p:sp>
        <p:nvSpPr>
          <p:cNvPr id="65" name="직사각형 64">
            <a:extLst>
              <a:ext uri="{FF2B5EF4-FFF2-40B4-BE49-F238E27FC236}">
                <a16:creationId xmlns:a16="http://schemas.microsoft.com/office/drawing/2014/main" id="{E4ABDD8D-CA74-4FE4-9F46-49D9C032F461}"/>
              </a:ext>
            </a:extLst>
          </p:cNvPr>
          <p:cNvSpPr/>
          <p:nvPr/>
        </p:nvSpPr>
        <p:spPr>
          <a:xfrm>
            <a:off x="1380141" y="7292639"/>
            <a:ext cx="3471371" cy="250173"/>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기타                                                                               ▼</a:t>
            </a:r>
            <a:endParaRPr lang="en-US" altLang="ko-KR" sz="800" dirty="0">
              <a:solidFill>
                <a:schemeClr val="tx1"/>
              </a:solidFill>
            </a:endParaRPr>
          </a:p>
        </p:txBody>
      </p:sp>
      <p:sp>
        <p:nvSpPr>
          <p:cNvPr id="66" name="TextBox 65">
            <a:extLst>
              <a:ext uri="{FF2B5EF4-FFF2-40B4-BE49-F238E27FC236}">
                <a16:creationId xmlns:a16="http://schemas.microsoft.com/office/drawing/2014/main" id="{34E1D046-5C03-46DD-AD51-E1E47B0779E2}"/>
              </a:ext>
            </a:extLst>
          </p:cNvPr>
          <p:cNvSpPr txBox="1"/>
          <p:nvPr/>
        </p:nvSpPr>
        <p:spPr>
          <a:xfrm>
            <a:off x="1343134" y="8771298"/>
            <a:ext cx="877163" cy="230832"/>
          </a:xfrm>
          <a:prstGeom prst="rect">
            <a:avLst/>
          </a:prstGeom>
          <a:noFill/>
        </p:spPr>
        <p:txBody>
          <a:bodyPr wrap="none" rtlCol="0">
            <a:spAutoFit/>
          </a:bodyPr>
          <a:lstStyle/>
          <a:p>
            <a:r>
              <a:rPr lang="ko-KR" altLang="en-US" sz="900" dirty="0"/>
              <a:t>상품회수방법</a:t>
            </a:r>
          </a:p>
        </p:txBody>
      </p:sp>
      <p:sp>
        <p:nvSpPr>
          <p:cNvPr id="67" name="TextBox 66">
            <a:extLst>
              <a:ext uri="{FF2B5EF4-FFF2-40B4-BE49-F238E27FC236}">
                <a16:creationId xmlns:a16="http://schemas.microsoft.com/office/drawing/2014/main" id="{155DC6E0-7678-4AC0-AAC8-5E1FED566BDD}"/>
              </a:ext>
            </a:extLst>
          </p:cNvPr>
          <p:cNvSpPr txBox="1"/>
          <p:nvPr/>
        </p:nvSpPr>
        <p:spPr>
          <a:xfrm>
            <a:off x="1340479" y="9073544"/>
            <a:ext cx="1699504" cy="230832"/>
          </a:xfrm>
          <a:prstGeom prst="rect">
            <a:avLst/>
          </a:prstGeom>
          <a:noFill/>
        </p:spPr>
        <p:txBody>
          <a:bodyPr wrap="none" rtlCol="0">
            <a:spAutoFit/>
          </a:bodyPr>
          <a:lstStyle/>
          <a:p>
            <a:r>
              <a:rPr lang="ko-KR" altLang="en-US" sz="900" dirty="0"/>
              <a:t>○ </a:t>
            </a:r>
            <a:r>
              <a:rPr lang="ko-KR" altLang="en-US" sz="900" dirty="0" err="1"/>
              <a:t>자동회수</a:t>
            </a:r>
            <a:r>
              <a:rPr lang="ko-KR" altLang="en-US" sz="900" dirty="0"/>
              <a:t>       ● </a:t>
            </a:r>
            <a:r>
              <a:rPr lang="ko-KR" altLang="en-US" sz="900" dirty="0" err="1"/>
              <a:t>수동회수</a:t>
            </a:r>
            <a:endParaRPr lang="ko-KR" altLang="en-US" sz="900" dirty="0"/>
          </a:p>
        </p:txBody>
      </p:sp>
      <p:sp>
        <p:nvSpPr>
          <p:cNvPr id="68" name="직사각형 67">
            <a:extLst>
              <a:ext uri="{FF2B5EF4-FFF2-40B4-BE49-F238E27FC236}">
                <a16:creationId xmlns:a16="http://schemas.microsoft.com/office/drawing/2014/main" id="{3FED90B8-4A3A-4E42-B734-672A39A72DDC}"/>
              </a:ext>
            </a:extLst>
          </p:cNvPr>
          <p:cNvSpPr/>
          <p:nvPr/>
        </p:nvSpPr>
        <p:spPr>
          <a:xfrm>
            <a:off x="1380140" y="9395576"/>
            <a:ext cx="3471371" cy="710360"/>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a:solidFill>
                  <a:schemeClr val="tx1"/>
                </a:solidFill>
              </a:rPr>
              <a:t>   </a:t>
            </a:r>
            <a:r>
              <a:rPr lang="ko-KR" altLang="en-US" sz="800" dirty="0">
                <a:solidFill>
                  <a:schemeClr val="tx1"/>
                </a:solidFill>
              </a:rPr>
              <a:t>상품회수주소</a:t>
            </a:r>
            <a:endParaRPr lang="en-US" altLang="ko-KR" sz="800" dirty="0">
              <a:solidFill>
                <a:schemeClr val="tx1"/>
              </a:solidFill>
            </a:endParaRPr>
          </a:p>
          <a:p>
            <a:pPr>
              <a:lnSpc>
                <a:spcPct val="150000"/>
              </a:lnSpc>
            </a:pPr>
            <a:r>
              <a:rPr lang="en-US" altLang="ko-KR" sz="800" dirty="0">
                <a:solidFill>
                  <a:schemeClr val="tx1"/>
                </a:solidFill>
              </a:rPr>
              <a:t>   20202</a:t>
            </a:r>
          </a:p>
          <a:p>
            <a:pPr>
              <a:lnSpc>
                <a:spcPct val="150000"/>
              </a:lnSpc>
            </a:pPr>
            <a:r>
              <a:rPr lang="en-US" altLang="ko-KR" sz="800" dirty="0">
                <a:solidFill>
                  <a:schemeClr val="tx1"/>
                </a:solidFill>
              </a:rPr>
              <a:t>   </a:t>
            </a:r>
            <a:r>
              <a:rPr lang="ko-KR" altLang="en-US" sz="800" dirty="0">
                <a:solidFill>
                  <a:schemeClr val="tx1"/>
                </a:solidFill>
              </a:rPr>
              <a:t>서울시 마포구 공덕동 </a:t>
            </a:r>
            <a:r>
              <a:rPr lang="en-US" altLang="ko-KR" sz="800" dirty="0">
                <a:solidFill>
                  <a:schemeClr val="tx1"/>
                </a:solidFill>
              </a:rPr>
              <a:t>2003</a:t>
            </a:r>
            <a:r>
              <a:rPr lang="ko-KR" altLang="en-US" sz="800" dirty="0">
                <a:solidFill>
                  <a:schemeClr val="tx1"/>
                </a:solidFill>
              </a:rPr>
              <a:t> </a:t>
            </a:r>
            <a:endParaRPr lang="en-US" altLang="ko-KR" sz="800" dirty="0">
              <a:solidFill>
                <a:schemeClr val="tx1"/>
              </a:solidFill>
            </a:endParaRPr>
          </a:p>
        </p:txBody>
      </p:sp>
      <p:sp>
        <p:nvSpPr>
          <p:cNvPr id="69" name="TextBox 68">
            <a:extLst>
              <a:ext uri="{FF2B5EF4-FFF2-40B4-BE49-F238E27FC236}">
                <a16:creationId xmlns:a16="http://schemas.microsoft.com/office/drawing/2014/main" id="{E609EF61-54B3-439D-88B1-5B9E458296D8}"/>
              </a:ext>
            </a:extLst>
          </p:cNvPr>
          <p:cNvSpPr txBox="1"/>
          <p:nvPr/>
        </p:nvSpPr>
        <p:spPr>
          <a:xfrm>
            <a:off x="1380140" y="7801873"/>
            <a:ext cx="646331" cy="230832"/>
          </a:xfrm>
          <a:prstGeom prst="rect">
            <a:avLst/>
          </a:prstGeom>
          <a:noFill/>
        </p:spPr>
        <p:txBody>
          <a:bodyPr wrap="none" rtlCol="0">
            <a:spAutoFit/>
          </a:bodyPr>
          <a:lstStyle/>
          <a:p>
            <a:r>
              <a:rPr lang="ko-KR" altLang="en-US" sz="900" dirty="0"/>
              <a:t>기타내용</a:t>
            </a:r>
          </a:p>
        </p:txBody>
      </p:sp>
      <p:sp>
        <p:nvSpPr>
          <p:cNvPr id="70" name="직사각형 69">
            <a:extLst>
              <a:ext uri="{FF2B5EF4-FFF2-40B4-BE49-F238E27FC236}">
                <a16:creationId xmlns:a16="http://schemas.microsoft.com/office/drawing/2014/main" id="{DC757C09-D931-44D0-AEF1-CBBBBC7244D9}"/>
              </a:ext>
            </a:extLst>
          </p:cNvPr>
          <p:cNvSpPr/>
          <p:nvPr/>
        </p:nvSpPr>
        <p:spPr>
          <a:xfrm>
            <a:off x="1380140" y="8091466"/>
            <a:ext cx="3461418" cy="51105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ko-KR" altLang="en-US" sz="800" dirty="0">
                <a:solidFill>
                  <a:schemeClr val="bg1">
                    <a:lumMod val="65000"/>
                  </a:schemeClr>
                </a:solidFill>
              </a:rPr>
              <a:t>기타 내용을 입력해 주세요 </a:t>
            </a:r>
          </a:p>
        </p:txBody>
      </p:sp>
      <p:cxnSp>
        <p:nvCxnSpPr>
          <p:cNvPr id="71" name="직선 화살표 연결선 70">
            <a:extLst>
              <a:ext uri="{FF2B5EF4-FFF2-40B4-BE49-F238E27FC236}">
                <a16:creationId xmlns:a16="http://schemas.microsoft.com/office/drawing/2014/main" id="{EC8E040D-9D4F-46A4-B73D-73772FB6C653}"/>
              </a:ext>
            </a:extLst>
          </p:cNvPr>
          <p:cNvCxnSpPr>
            <a:cxnSpLocks/>
          </p:cNvCxnSpPr>
          <p:nvPr/>
        </p:nvCxnSpPr>
        <p:spPr>
          <a:xfrm flipH="1">
            <a:off x="1686946" y="7645614"/>
            <a:ext cx="16361" cy="581421"/>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72" name="타원 71">
            <a:extLst>
              <a:ext uri="{FF2B5EF4-FFF2-40B4-BE49-F238E27FC236}">
                <a16:creationId xmlns:a16="http://schemas.microsoft.com/office/drawing/2014/main" id="{3AA513C2-466B-446F-A22F-D4884E2AA371}"/>
              </a:ext>
            </a:extLst>
          </p:cNvPr>
          <p:cNvSpPr/>
          <p:nvPr/>
        </p:nvSpPr>
        <p:spPr>
          <a:xfrm>
            <a:off x="1191868" y="7202154"/>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3" name="타원 72">
            <a:extLst>
              <a:ext uri="{FF2B5EF4-FFF2-40B4-BE49-F238E27FC236}">
                <a16:creationId xmlns:a16="http://schemas.microsoft.com/office/drawing/2014/main" id="{BA3E2193-6A2C-459C-B637-6D31178826C8}"/>
              </a:ext>
            </a:extLst>
          </p:cNvPr>
          <p:cNvSpPr/>
          <p:nvPr/>
        </p:nvSpPr>
        <p:spPr>
          <a:xfrm>
            <a:off x="1203794" y="2407521"/>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4" name="직선 화살표 연결선 73">
            <a:extLst>
              <a:ext uri="{FF2B5EF4-FFF2-40B4-BE49-F238E27FC236}">
                <a16:creationId xmlns:a16="http://schemas.microsoft.com/office/drawing/2014/main" id="{83EDC368-72FA-4397-B277-89812A2F1F8F}"/>
              </a:ext>
            </a:extLst>
          </p:cNvPr>
          <p:cNvCxnSpPr>
            <a:cxnSpLocks/>
            <a:endCxn id="72" idx="0"/>
          </p:cNvCxnSpPr>
          <p:nvPr/>
        </p:nvCxnSpPr>
        <p:spPr>
          <a:xfrm>
            <a:off x="1686946" y="2851145"/>
            <a:ext cx="8388" cy="4351009"/>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75" name="TextBox 74">
            <a:extLst>
              <a:ext uri="{FF2B5EF4-FFF2-40B4-BE49-F238E27FC236}">
                <a16:creationId xmlns:a16="http://schemas.microsoft.com/office/drawing/2014/main" id="{30B5E67E-AC3C-42EB-AD49-E958B3DAA324}"/>
              </a:ext>
            </a:extLst>
          </p:cNvPr>
          <p:cNvSpPr txBox="1"/>
          <p:nvPr/>
        </p:nvSpPr>
        <p:spPr>
          <a:xfrm>
            <a:off x="9485532" y="7186893"/>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76" name="TextBox 75">
            <a:extLst>
              <a:ext uri="{FF2B5EF4-FFF2-40B4-BE49-F238E27FC236}">
                <a16:creationId xmlns:a16="http://schemas.microsoft.com/office/drawing/2014/main" id="{E02DE55E-81E1-480D-8FDC-10F55949EE8A}"/>
              </a:ext>
            </a:extLst>
          </p:cNvPr>
          <p:cNvSpPr txBox="1"/>
          <p:nvPr/>
        </p:nvSpPr>
        <p:spPr>
          <a:xfrm>
            <a:off x="5656018" y="3857862"/>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77" name="TextBox 76">
            <a:extLst>
              <a:ext uri="{FF2B5EF4-FFF2-40B4-BE49-F238E27FC236}">
                <a16:creationId xmlns:a16="http://schemas.microsoft.com/office/drawing/2014/main" id="{F6E54B7B-2D10-4F46-9675-04D18EC926C5}"/>
              </a:ext>
            </a:extLst>
          </p:cNvPr>
          <p:cNvSpPr txBox="1"/>
          <p:nvPr/>
        </p:nvSpPr>
        <p:spPr>
          <a:xfrm>
            <a:off x="1912645" y="2330847"/>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cxnSp>
        <p:nvCxnSpPr>
          <p:cNvPr id="78" name="직선 화살표 연결선 77">
            <a:extLst>
              <a:ext uri="{FF2B5EF4-FFF2-40B4-BE49-F238E27FC236}">
                <a16:creationId xmlns:a16="http://schemas.microsoft.com/office/drawing/2014/main" id="{612E7D13-622A-4183-862F-864216E26624}"/>
              </a:ext>
            </a:extLst>
          </p:cNvPr>
          <p:cNvCxnSpPr>
            <a:cxnSpLocks/>
            <a:stCxn id="3" idx="0"/>
          </p:cNvCxnSpPr>
          <p:nvPr/>
        </p:nvCxnSpPr>
        <p:spPr>
          <a:xfrm flipH="1" flipV="1">
            <a:off x="8984609" y="4966283"/>
            <a:ext cx="50862" cy="1519523"/>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79" name="TextBox 78">
            <a:extLst>
              <a:ext uri="{FF2B5EF4-FFF2-40B4-BE49-F238E27FC236}">
                <a16:creationId xmlns:a16="http://schemas.microsoft.com/office/drawing/2014/main" id="{3A18A3E1-B197-44F7-9657-2581DC46C1E9}"/>
              </a:ext>
            </a:extLst>
          </p:cNvPr>
          <p:cNvSpPr txBox="1"/>
          <p:nvPr/>
        </p:nvSpPr>
        <p:spPr>
          <a:xfrm>
            <a:off x="1269477" y="8015089"/>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Tree>
    <p:extLst>
      <p:ext uri="{BB962C8B-B14F-4D97-AF65-F5344CB8AC3E}">
        <p14:creationId xmlns:p14="http://schemas.microsoft.com/office/powerpoint/2010/main" val="1337459710"/>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 name="표 58">
            <a:extLst>
              <a:ext uri="{FF2B5EF4-FFF2-40B4-BE49-F238E27FC236}">
                <a16:creationId xmlns:a16="http://schemas.microsoft.com/office/drawing/2014/main" id="{3D52F8B6-A1CE-47CB-A10A-A310F7289AEC}"/>
              </a:ext>
            </a:extLst>
          </p:cNvPr>
          <p:cNvGraphicFramePr>
            <a:graphicFrameLocks noGrp="1"/>
          </p:cNvGraphicFramePr>
          <p:nvPr>
            <p:extLst>
              <p:ext uri="{D42A27DB-BD31-4B8C-83A1-F6EECF244321}">
                <p14:modId xmlns:p14="http://schemas.microsoft.com/office/powerpoint/2010/main" val="1809904978"/>
              </p:ext>
            </p:extLst>
          </p:nvPr>
        </p:nvGraphicFramePr>
        <p:xfrm>
          <a:off x="10171774" y="22159"/>
          <a:ext cx="1979018" cy="2576592"/>
        </p:xfrm>
        <a:graphic>
          <a:graphicData uri="http://schemas.openxmlformats.org/drawingml/2006/table">
            <a:tbl>
              <a:tblPr firstRow="1" bandRow="1">
                <a:tableStyleId>{5940675A-B579-460E-94D1-54222C63F5DA}</a:tableStyleId>
              </a:tblPr>
              <a:tblGrid>
                <a:gridCol w="230575">
                  <a:extLst>
                    <a:ext uri="{9D8B030D-6E8A-4147-A177-3AD203B41FA5}">
                      <a16:colId xmlns:a16="http://schemas.microsoft.com/office/drawing/2014/main" val="2768186151"/>
                    </a:ext>
                  </a:extLst>
                </a:gridCol>
                <a:gridCol w="594514">
                  <a:extLst>
                    <a:ext uri="{9D8B030D-6E8A-4147-A177-3AD203B41FA5}">
                      <a16:colId xmlns:a16="http://schemas.microsoft.com/office/drawing/2014/main" val="2724718629"/>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t>RF-01-07-18-5</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주문 목록 </a:t>
                      </a:r>
                      <a:r>
                        <a:rPr lang="en-US" altLang="ko-KR" sz="800" dirty="0"/>
                        <a:t>&gt; </a:t>
                      </a:r>
                      <a:r>
                        <a:rPr lang="ko-KR" altLang="en-US" sz="800" dirty="0"/>
                        <a:t>주문 </a:t>
                      </a:r>
                      <a:r>
                        <a:rPr lang="en-US" altLang="ko-KR" sz="800" dirty="0"/>
                        <a:t>&gt; </a:t>
                      </a:r>
                      <a:r>
                        <a:rPr lang="ko-KR" altLang="en-US" sz="800" dirty="0"/>
                        <a:t>구매 확정</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주문한 상품의 구매를 확정하는 과정</a:t>
                      </a:r>
                    </a:p>
                  </a:txBody>
                  <a:tcPr anchor="ctr">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736388259"/>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구매 확정하기 화면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10075047"/>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t>별점은</a:t>
                      </a:r>
                      <a:r>
                        <a:rPr lang="ko-KR" altLang="en-US" sz="800" dirty="0"/>
                        <a:t> 마우스를 올리면 </a:t>
                      </a:r>
                      <a:r>
                        <a:rPr lang="ko-KR" altLang="en-US" sz="800" dirty="0" err="1"/>
                        <a:t>반개</a:t>
                      </a:r>
                      <a:r>
                        <a:rPr lang="ko-KR" altLang="en-US" sz="800" dirty="0"/>
                        <a:t> 단위로 </a:t>
                      </a:r>
                      <a:r>
                        <a:rPr lang="ko-KR" altLang="en-US" sz="800" dirty="0" err="1"/>
                        <a:t>미리보기</a:t>
                      </a:r>
                      <a:r>
                        <a:rPr lang="ko-KR" altLang="en-US" sz="800" dirty="0"/>
                        <a:t> 형태로 채워지고</a:t>
                      </a:r>
                      <a:r>
                        <a:rPr lang="en-US" altLang="ko-KR" sz="800" dirty="0"/>
                        <a:t>, </a:t>
                      </a:r>
                      <a:r>
                        <a:rPr lang="ko-KR" altLang="en-US" sz="800" dirty="0"/>
                        <a:t>클릭 시 해당 별까지 선택되어 평점이 설정된다</a:t>
                      </a:r>
                      <a:r>
                        <a:rPr lang="en-US" altLang="ko-KR" sz="80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21441238"/>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클릭 시 구매 확정 상태로 변경된다</a:t>
                      </a:r>
                      <a:r>
                        <a:rPr lang="en-US" altLang="ko-KR" sz="80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202597285"/>
                  </a:ext>
                </a:extLst>
              </a:tr>
            </a:tbl>
          </a:graphicData>
        </a:graphic>
      </p:graphicFrame>
      <p:sp>
        <p:nvSpPr>
          <p:cNvPr id="3" name="직사각형 2">
            <a:extLst>
              <a:ext uri="{FF2B5EF4-FFF2-40B4-BE49-F238E27FC236}">
                <a16:creationId xmlns:a16="http://schemas.microsoft.com/office/drawing/2014/main" id="{AECD5CCF-468C-44E8-89EB-60D4B27B7270}"/>
              </a:ext>
            </a:extLst>
          </p:cNvPr>
          <p:cNvSpPr/>
          <p:nvPr/>
        </p:nvSpPr>
        <p:spPr>
          <a:xfrm>
            <a:off x="3870099" y="5409172"/>
            <a:ext cx="3935785" cy="3419279"/>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4" name="TextBox 3">
            <a:extLst>
              <a:ext uri="{FF2B5EF4-FFF2-40B4-BE49-F238E27FC236}">
                <a16:creationId xmlns:a16="http://schemas.microsoft.com/office/drawing/2014/main" id="{4E86E47A-5118-46AC-ABB9-A5A8F18428FA}"/>
              </a:ext>
            </a:extLst>
          </p:cNvPr>
          <p:cNvSpPr txBox="1"/>
          <p:nvPr/>
        </p:nvSpPr>
        <p:spPr>
          <a:xfrm>
            <a:off x="3973117" y="5561738"/>
            <a:ext cx="103265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구매확정하기</a:t>
            </a:r>
            <a:endParaRPr lang="ko-KR" altLang="en-US" sz="900" dirty="0"/>
          </a:p>
        </p:txBody>
      </p:sp>
      <p:sp>
        <p:nvSpPr>
          <p:cNvPr id="5" name="직사각형 4">
            <a:extLst>
              <a:ext uri="{FF2B5EF4-FFF2-40B4-BE49-F238E27FC236}">
                <a16:creationId xmlns:a16="http://schemas.microsoft.com/office/drawing/2014/main" id="{119F77E1-1223-4D60-8D84-7B9DB1AD2258}"/>
              </a:ext>
            </a:extLst>
          </p:cNvPr>
          <p:cNvSpPr/>
          <p:nvPr/>
        </p:nvSpPr>
        <p:spPr>
          <a:xfrm>
            <a:off x="4755564" y="8243074"/>
            <a:ext cx="1218021" cy="213360"/>
          </a:xfrm>
          <a:prstGeom prst="rect">
            <a:avLst/>
          </a:prstGeom>
          <a:solidFill>
            <a:schemeClr val="accent6">
              <a:lumMod val="75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구매확정하기</a:t>
            </a:r>
            <a:endParaRPr lang="en-US" altLang="ko-KR" sz="800" dirty="0">
              <a:solidFill>
                <a:schemeClr val="bg1"/>
              </a:solidFill>
            </a:endParaRPr>
          </a:p>
        </p:txBody>
      </p:sp>
      <p:grpSp>
        <p:nvGrpSpPr>
          <p:cNvPr id="6" name="Image">
            <a:extLst>
              <a:ext uri="{FF2B5EF4-FFF2-40B4-BE49-F238E27FC236}">
                <a16:creationId xmlns:a16="http://schemas.microsoft.com/office/drawing/2014/main" id="{540DAA8D-512C-470D-BBFF-ECB5BC6BAC12}"/>
              </a:ext>
            </a:extLst>
          </p:cNvPr>
          <p:cNvGrpSpPr>
            <a:grpSpLocks/>
          </p:cNvGrpSpPr>
          <p:nvPr/>
        </p:nvGrpSpPr>
        <p:grpSpPr bwMode="auto">
          <a:xfrm>
            <a:off x="7493579" y="5529239"/>
            <a:ext cx="204716" cy="209797"/>
            <a:chOff x="508000" y="1397000"/>
            <a:chExt cx="1008112" cy="1008112"/>
          </a:xfrm>
        </p:grpSpPr>
        <p:sp>
          <p:nvSpPr>
            <p:cNvPr id="7" name="Border">
              <a:extLst>
                <a:ext uri="{FF2B5EF4-FFF2-40B4-BE49-F238E27FC236}">
                  <a16:creationId xmlns:a16="http://schemas.microsoft.com/office/drawing/2014/main" id="{A4080046-584A-43B6-9C5B-113F84E4D6D2}"/>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363B9903-AF66-4526-A633-56A0DB96D07B}"/>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7F195214-FF90-4996-A193-769FBEFA6A2D}"/>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0" name="직사각형 9">
            <a:extLst>
              <a:ext uri="{FF2B5EF4-FFF2-40B4-BE49-F238E27FC236}">
                <a16:creationId xmlns:a16="http://schemas.microsoft.com/office/drawing/2014/main" id="{E0F15452-21DF-4FB7-9C34-700C7C287A14}"/>
              </a:ext>
            </a:extLst>
          </p:cNvPr>
          <p:cNvSpPr/>
          <p:nvPr/>
        </p:nvSpPr>
        <p:spPr>
          <a:xfrm>
            <a:off x="6156884" y="8243074"/>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11" name="TextBox 10">
            <a:extLst>
              <a:ext uri="{FF2B5EF4-FFF2-40B4-BE49-F238E27FC236}">
                <a16:creationId xmlns:a16="http://schemas.microsoft.com/office/drawing/2014/main" id="{352F21F6-6032-4731-8746-9F6E4229F148}"/>
              </a:ext>
            </a:extLst>
          </p:cNvPr>
          <p:cNvSpPr txBox="1"/>
          <p:nvPr/>
        </p:nvSpPr>
        <p:spPr>
          <a:xfrm>
            <a:off x="4146241" y="7062431"/>
            <a:ext cx="646331" cy="230832"/>
          </a:xfrm>
          <a:prstGeom prst="rect">
            <a:avLst/>
          </a:prstGeom>
          <a:noFill/>
        </p:spPr>
        <p:txBody>
          <a:bodyPr wrap="none" rtlCol="0">
            <a:spAutoFit/>
          </a:bodyPr>
          <a:lstStyle/>
          <a:p>
            <a:r>
              <a:rPr lang="ko-KR" altLang="en-US" sz="900" b="1" dirty="0"/>
              <a:t>별점주기</a:t>
            </a:r>
          </a:p>
        </p:txBody>
      </p:sp>
      <p:sp>
        <p:nvSpPr>
          <p:cNvPr id="12" name="TextBox 11">
            <a:extLst>
              <a:ext uri="{FF2B5EF4-FFF2-40B4-BE49-F238E27FC236}">
                <a16:creationId xmlns:a16="http://schemas.microsoft.com/office/drawing/2014/main" id="{791978CA-00A2-44E1-B4CC-5D27350AB19D}"/>
              </a:ext>
            </a:extLst>
          </p:cNvPr>
          <p:cNvSpPr txBox="1"/>
          <p:nvPr/>
        </p:nvSpPr>
        <p:spPr>
          <a:xfrm>
            <a:off x="4110076" y="5985490"/>
            <a:ext cx="646331" cy="230832"/>
          </a:xfrm>
          <a:prstGeom prst="rect">
            <a:avLst/>
          </a:prstGeom>
          <a:noFill/>
        </p:spPr>
        <p:txBody>
          <a:bodyPr wrap="none" rtlCol="0">
            <a:spAutoFit/>
          </a:bodyPr>
          <a:lstStyle/>
          <a:p>
            <a:r>
              <a:rPr lang="ko-KR" altLang="en-US" sz="900" dirty="0"/>
              <a:t>주문상품</a:t>
            </a:r>
          </a:p>
        </p:txBody>
      </p:sp>
      <p:grpSp>
        <p:nvGrpSpPr>
          <p:cNvPr id="13" name="그룹 12">
            <a:extLst>
              <a:ext uri="{FF2B5EF4-FFF2-40B4-BE49-F238E27FC236}">
                <a16:creationId xmlns:a16="http://schemas.microsoft.com/office/drawing/2014/main" id="{829DFF05-4799-4CF0-8E8D-AD60D325C282}"/>
              </a:ext>
            </a:extLst>
          </p:cNvPr>
          <p:cNvGrpSpPr/>
          <p:nvPr/>
        </p:nvGrpSpPr>
        <p:grpSpPr>
          <a:xfrm>
            <a:off x="4147290" y="6311845"/>
            <a:ext cx="689346" cy="440906"/>
            <a:chOff x="2843808" y="1955121"/>
            <a:chExt cx="1674813" cy="596970"/>
          </a:xfrm>
          <a:solidFill>
            <a:schemeClr val="bg1">
              <a:lumMod val="95000"/>
            </a:schemeClr>
          </a:solidFill>
        </p:grpSpPr>
        <p:sp>
          <p:nvSpPr>
            <p:cNvPr id="14" name="Border">
              <a:extLst>
                <a:ext uri="{FF2B5EF4-FFF2-40B4-BE49-F238E27FC236}">
                  <a16:creationId xmlns:a16="http://schemas.microsoft.com/office/drawing/2014/main" id="{FBB2AF01-6086-49FA-92AB-88DEA6F4E0DE}"/>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 name="Line 2">
              <a:extLst>
                <a:ext uri="{FF2B5EF4-FFF2-40B4-BE49-F238E27FC236}">
                  <a16:creationId xmlns:a16="http://schemas.microsoft.com/office/drawing/2014/main" id="{71E4717E-86F3-4ECA-A11E-F43FDBCD56E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 name="Line 1">
              <a:extLst>
                <a:ext uri="{FF2B5EF4-FFF2-40B4-BE49-F238E27FC236}">
                  <a16:creationId xmlns:a16="http://schemas.microsoft.com/office/drawing/2014/main" id="{453141A4-D385-4F8E-9F74-92714AC43A3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 name="TextBox 16">
              <a:extLst>
                <a:ext uri="{FF2B5EF4-FFF2-40B4-BE49-F238E27FC236}">
                  <a16:creationId xmlns:a16="http://schemas.microsoft.com/office/drawing/2014/main" id="{8FDB8862-7461-4698-87FF-C2E38183353D}"/>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8" name="직사각형 17">
            <a:extLst>
              <a:ext uri="{FF2B5EF4-FFF2-40B4-BE49-F238E27FC236}">
                <a16:creationId xmlns:a16="http://schemas.microsoft.com/office/drawing/2014/main" id="{316352CA-CF7F-4B99-A25D-452F536FBB54}"/>
              </a:ext>
            </a:extLst>
          </p:cNvPr>
          <p:cNvSpPr/>
          <p:nvPr/>
        </p:nvSpPr>
        <p:spPr>
          <a:xfrm>
            <a:off x="4857719" y="6311845"/>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9" name="TextBox 18">
            <a:extLst>
              <a:ext uri="{FF2B5EF4-FFF2-40B4-BE49-F238E27FC236}">
                <a16:creationId xmlns:a16="http://schemas.microsoft.com/office/drawing/2014/main" id="{12CA7352-A766-4B92-AA4D-A86040978EFF}"/>
              </a:ext>
            </a:extLst>
          </p:cNvPr>
          <p:cNvSpPr txBox="1"/>
          <p:nvPr/>
        </p:nvSpPr>
        <p:spPr>
          <a:xfrm>
            <a:off x="6565157" y="7028431"/>
            <a:ext cx="1047623" cy="276999"/>
          </a:xfrm>
          <a:prstGeom prst="rect">
            <a:avLst/>
          </a:prstGeom>
          <a:noFill/>
        </p:spPr>
        <p:txBody>
          <a:bodyPr wrap="square" rtlCol="0">
            <a:spAutoFit/>
          </a:bodyPr>
          <a:lstStyle/>
          <a:p>
            <a:r>
              <a:rPr lang="ko-KR" altLang="en-US" sz="1200" dirty="0"/>
              <a:t>☆☆☆★★</a:t>
            </a:r>
            <a:endParaRPr lang="ko-KR" altLang="en-US" sz="900" dirty="0"/>
          </a:p>
        </p:txBody>
      </p:sp>
      <p:sp>
        <p:nvSpPr>
          <p:cNvPr id="20" name="TextBox 19">
            <a:extLst>
              <a:ext uri="{FF2B5EF4-FFF2-40B4-BE49-F238E27FC236}">
                <a16:creationId xmlns:a16="http://schemas.microsoft.com/office/drawing/2014/main" id="{48123628-9BC5-47E2-9F1B-7C6478E8E29B}"/>
              </a:ext>
            </a:extLst>
          </p:cNvPr>
          <p:cNvSpPr txBox="1"/>
          <p:nvPr/>
        </p:nvSpPr>
        <p:spPr>
          <a:xfrm>
            <a:off x="4146241" y="7676254"/>
            <a:ext cx="1560042" cy="230832"/>
          </a:xfrm>
          <a:prstGeom prst="rect">
            <a:avLst/>
          </a:prstGeom>
          <a:noFill/>
        </p:spPr>
        <p:txBody>
          <a:bodyPr wrap="none" rtlCol="0">
            <a:spAutoFit/>
          </a:bodyPr>
          <a:lstStyle/>
          <a:p>
            <a:r>
              <a:rPr lang="ko-KR" altLang="en-US" sz="900" dirty="0"/>
              <a:t>이 상품을 구매하겠습니다</a:t>
            </a:r>
            <a:r>
              <a:rPr lang="en-US" altLang="ko-KR" sz="900" dirty="0"/>
              <a:t>.</a:t>
            </a:r>
            <a:endParaRPr lang="ko-KR" altLang="en-US" sz="900" dirty="0"/>
          </a:p>
        </p:txBody>
      </p:sp>
      <p:sp>
        <p:nvSpPr>
          <p:cNvPr id="21" name="타원 20">
            <a:extLst>
              <a:ext uri="{FF2B5EF4-FFF2-40B4-BE49-F238E27FC236}">
                <a16:creationId xmlns:a16="http://schemas.microsoft.com/office/drawing/2014/main" id="{F44F9895-54A8-4C86-AAC3-56CAE39BB559}"/>
              </a:ext>
            </a:extLst>
          </p:cNvPr>
          <p:cNvSpPr/>
          <p:nvPr/>
        </p:nvSpPr>
        <p:spPr>
          <a:xfrm>
            <a:off x="8515113" y="6725169"/>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2" name="직선 화살표 연결선 21">
            <a:extLst>
              <a:ext uri="{FF2B5EF4-FFF2-40B4-BE49-F238E27FC236}">
                <a16:creationId xmlns:a16="http://schemas.microsoft.com/office/drawing/2014/main" id="{EB3B77EB-8695-4F69-B938-9C39F9CBF6B8}"/>
              </a:ext>
            </a:extLst>
          </p:cNvPr>
          <p:cNvCxnSpPr>
            <a:cxnSpLocks/>
            <a:stCxn id="21" idx="2"/>
          </p:cNvCxnSpPr>
          <p:nvPr/>
        </p:nvCxnSpPr>
        <p:spPr>
          <a:xfrm flipH="1">
            <a:off x="7451270" y="6946981"/>
            <a:ext cx="1063843"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F6E54B7B-2D10-4F46-9675-04D18EC926C5}"/>
              </a:ext>
            </a:extLst>
          </p:cNvPr>
          <p:cNvSpPr txBox="1"/>
          <p:nvPr/>
        </p:nvSpPr>
        <p:spPr>
          <a:xfrm>
            <a:off x="5813243" y="8127658"/>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24" name="TextBox 23">
            <a:extLst>
              <a:ext uri="{FF2B5EF4-FFF2-40B4-BE49-F238E27FC236}">
                <a16:creationId xmlns:a16="http://schemas.microsoft.com/office/drawing/2014/main" id="{F6E54B7B-2D10-4F46-9675-04D18EC926C5}"/>
              </a:ext>
            </a:extLst>
          </p:cNvPr>
          <p:cNvSpPr txBox="1"/>
          <p:nvPr/>
        </p:nvSpPr>
        <p:spPr>
          <a:xfrm>
            <a:off x="6439161" y="6949723"/>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25" name="TextBox 24">
            <a:extLst>
              <a:ext uri="{FF2B5EF4-FFF2-40B4-BE49-F238E27FC236}">
                <a16:creationId xmlns:a16="http://schemas.microsoft.com/office/drawing/2014/main" id="{F6E54B7B-2D10-4F46-9675-04D18EC926C5}"/>
              </a:ext>
            </a:extLst>
          </p:cNvPr>
          <p:cNvSpPr txBox="1"/>
          <p:nvPr/>
        </p:nvSpPr>
        <p:spPr>
          <a:xfrm>
            <a:off x="9396048" y="6786081"/>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3306815839"/>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3D52F8B6-A1CE-47CB-A10A-A310F7289AEC}"/>
              </a:ext>
            </a:extLst>
          </p:cNvPr>
          <p:cNvGraphicFramePr>
            <a:graphicFrameLocks noGrp="1"/>
          </p:cNvGraphicFramePr>
          <p:nvPr>
            <p:extLst>
              <p:ext uri="{D42A27DB-BD31-4B8C-83A1-F6EECF244321}">
                <p14:modId xmlns:p14="http://schemas.microsoft.com/office/powerpoint/2010/main" val="3730979115"/>
              </p:ext>
            </p:extLst>
          </p:nvPr>
        </p:nvGraphicFramePr>
        <p:xfrm>
          <a:off x="10171774" y="22159"/>
          <a:ext cx="1979018" cy="178411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RF-01-07-19</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err="1"/>
                        <a:t>찜한</a:t>
                      </a:r>
                      <a:r>
                        <a:rPr lang="ko-KR" altLang="en-US" sz="800" dirty="0"/>
                        <a:t> 상품 목록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찜 버튼을 눌러 등록한 상품들이 표시되는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736388259"/>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 상세 보기 화면으로 이동한다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Tree>
    <p:extLst>
      <p:ext uri="{BB962C8B-B14F-4D97-AF65-F5344CB8AC3E}">
        <p14:creationId xmlns:p14="http://schemas.microsoft.com/office/powerpoint/2010/main" val="857171634"/>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3D52F8B6-A1CE-47CB-A10A-A310F7289AEC}"/>
              </a:ext>
            </a:extLst>
          </p:cNvPr>
          <p:cNvGraphicFramePr>
            <a:graphicFrameLocks noGrp="1"/>
          </p:cNvGraphicFramePr>
          <p:nvPr>
            <p:extLst>
              <p:ext uri="{D42A27DB-BD31-4B8C-83A1-F6EECF244321}">
                <p14:modId xmlns:p14="http://schemas.microsoft.com/office/powerpoint/2010/main" val="3807707059"/>
              </p:ext>
            </p:extLst>
          </p:nvPr>
        </p:nvGraphicFramePr>
        <p:xfrm>
          <a:off x="10171774" y="22159"/>
          <a:ext cx="1979018" cy="178411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RF-01-07-20</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err="1"/>
                        <a:t>찜한</a:t>
                      </a:r>
                      <a:r>
                        <a:rPr lang="ko-KR" altLang="en-US" sz="800" dirty="0"/>
                        <a:t> 상품 목록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찜 버튼을 눌러 등록한 상품들이 표시되는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736388259"/>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 상세 보기 화면으로 이동한다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Tree>
    <p:extLst>
      <p:ext uri="{BB962C8B-B14F-4D97-AF65-F5344CB8AC3E}">
        <p14:creationId xmlns:p14="http://schemas.microsoft.com/office/powerpoint/2010/main" val="3855193957"/>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3D52F8B6-A1CE-47CB-A10A-A310F7289AEC}"/>
              </a:ext>
            </a:extLst>
          </p:cNvPr>
          <p:cNvGraphicFramePr>
            <a:graphicFrameLocks noGrp="1"/>
          </p:cNvGraphicFramePr>
          <p:nvPr>
            <p:extLst>
              <p:ext uri="{D42A27DB-BD31-4B8C-83A1-F6EECF244321}">
                <p14:modId xmlns:p14="http://schemas.microsoft.com/office/powerpoint/2010/main" val="2895245835"/>
              </p:ext>
            </p:extLst>
          </p:nvPr>
        </p:nvGraphicFramePr>
        <p:xfrm>
          <a:off x="10171774" y="22159"/>
          <a:ext cx="1979018" cy="178411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RF-01-07-21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err="1"/>
                        <a:t>찜한</a:t>
                      </a:r>
                      <a:r>
                        <a:rPr lang="ko-KR" altLang="en-US" sz="800" dirty="0"/>
                        <a:t> 상품 목록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찜 버튼을 눌러 등록한 상품들이 표시되는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736388259"/>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 상세 보기 화면으로 이동한다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Tree>
    <p:extLst>
      <p:ext uri="{BB962C8B-B14F-4D97-AF65-F5344CB8AC3E}">
        <p14:creationId xmlns:p14="http://schemas.microsoft.com/office/powerpoint/2010/main" val="3875500257"/>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3D52F8B6-A1CE-47CB-A10A-A310F7289AEC}"/>
              </a:ext>
            </a:extLst>
          </p:cNvPr>
          <p:cNvGraphicFramePr>
            <a:graphicFrameLocks noGrp="1"/>
          </p:cNvGraphicFramePr>
          <p:nvPr>
            <p:extLst>
              <p:ext uri="{D42A27DB-BD31-4B8C-83A1-F6EECF244321}">
                <p14:modId xmlns:p14="http://schemas.microsoft.com/office/powerpoint/2010/main" val="810105206"/>
              </p:ext>
            </p:extLst>
          </p:nvPr>
        </p:nvGraphicFramePr>
        <p:xfrm>
          <a:off x="10171774" y="22159"/>
          <a:ext cx="1979018" cy="178411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RF-01</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algn="l" latinLnBrk="1"/>
                      <a:r>
                        <a:rPr lang="en-US" altLang="ko-KR" sz="800" dirty="0"/>
                        <a:t>RF-01-07-22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회원영역</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주문 목록 </a:t>
                      </a:r>
                      <a:r>
                        <a:rPr lang="en-US" altLang="ko-KR" sz="800" dirty="0"/>
                        <a:t>&gt; </a:t>
                      </a:r>
                      <a:r>
                        <a:rPr lang="ko-KR" altLang="en-US" sz="800" dirty="0"/>
                        <a:t>주문</a:t>
                      </a:r>
                      <a:r>
                        <a:rPr lang="ko-KR" altLang="en-US" sz="800" baseline="0" dirty="0"/>
                        <a:t> 상세</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주문의 상세 내용이 표시되는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736388259"/>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상품에 종류에 해당하는 정보가 표시된다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
        <p:nvSpPr>
          <p:cNvPr id="3" name="직사각형 2">
            <a:extLst>
              <a:ext uri="{FF2B5EF4-FFF2-40B4-BE49-F238E27FC236}">
                <a16:creationId xmlns:a16="http://schemas.microsoft.com/office/drawing/2014/main" id="{3270EF5A-793E-4336-AEA2-D226E5BCE051}"/>
              </a:ext>
            </a:extLst>
          </p:cNvPr>
          <p:cNvSpPr/>
          <p:nvPr/>
        </p:nvSpPr>
        <p:spPr>
          <a:xfrm>
            <a:off x="2013359" y="9467270"/>
            <a:ext cx="7522665" cy="8376114"/>
          </a:xfrm>
          <a:prstGeom prst="rect">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TextBox 3">
            <a:extLst>
              <a:ext uri="{FF2B5EF4-FFF2-40B4-BE49-F238E27FC236}">
                <a16:creationId xmlns:a16="http://schemas.microsoft.com/office/drawing/2014/main" id="{3B2F3348-94AA-4093-8B94-149336D1F697}"/>
              </a:ext>
            </a:extLst>
          </p:cNvPr>
          <p:cNvSpPr txBox="1"/>
          <p:nvPr/>
        </p:nvSpPr>
        <p:spPr>
          <a:xfrm>
            <a:off x="1884309" y="9361925"/>
            <a:ext cx="274225" cy="230832"/>
          </a:xfrm>
          <a:prstGeom prst="rect">
            <a:avLst/>
          </a:prstGeom>
          <a:solidFill>
            <a:srgbClr val="FF0000"/>
          </a:solidFill>
        </p:spPr>
        <p:txBody>
          <a:bodyPr wrap="squar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3985778335"/>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6342ECD9-8080-4FF3-BAFB-3927E4DC5DF9}"/>
              </a:ext>
            </a:extLst>
          </p:cNvPr>
          <p:cNvSpPr/>
          <p:nvPr/>
        </p:nvSpPr>
        <p:spPr>
          <a:xfrm>
            <a:off x="0" y="2734176"/>
            <a:ext cx="12191999" cy="138964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3000" b="1" dirty="0">
                <a:solidFill>
                  <a:schemeClr val="bg1"/>
                </a:solidFill>
                <a:latin typeface="+mj-ea"/>
                <a:ea typeface="+mj-ea"/>
              </a:rPr>
              <a:t>채널관리자</a:t>
            </a:r>
          </a:p>
        </p:txBody>
      </p:sp>
      <p:sp>
        <p:nvSpPr>
          <p:cNvPr id="3" name="TextBox 2">
            <a:extLst>
              <a:ext uri="{FF2B5EF4-FFF2-40B4-BE49-F238E27FC236}">
                <a16:creationId xmlns:a16="http://schemas.microsoft.com/office/drawing/2014/main" id="{BA70B1A1-AC55-4836-B95E-AFDB6A6BFD0A}"/>
              </a:ext>
            </a:extLst>
          </p:cNvPr>
          <p:cNvSpPr txBox="1"/>
          <p:nvPr/>
        </p:nvSpPr>
        <p:spPr>
          <a:xfrm>
            <a:off x="5733560" y="4211052"/>
            <a:ext cx="724878" cy="338554"/>
          </a:xfrm>
          <a:prstGeom prst="rect">
            <a:avLst/>
          </a:prstGeom>
          <a:noFill/>
        </p:spPr>
        <p:txBody>
          <a:bodyPr wrap="none" rtlCol="0">
            <a:spAutoFit/>
          </a:bodyPr>
          <a:lstStyle/>
          <a:p>
            <a:r>
              <a:rPr lang="en-US" altLang="ko-KR" sz="1600" dirty="0"/>
              <a:t>RF-02</a:t>
            </a:r>
            <a:endParaRPr lang="ko-KR" altLang="en-US" sz="1600" dirty="0"/>
          </a:p>
        </p:txBody>
      </p:sp>
    </p:spTree>
    <p:extLst>
      <p:ext uri="{BB962C8B-B14F-4D97-AF65-F5344CB8AC3E}">
        <p14:creationId xmlns:p14="http://schemas.microsoft.com/office/powerpoint/2010/main" val="1821339959"/>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표 6">
            <a:extLst>
              <a:ext uri="{FF2B5EF4-FFF2-40B4-BE49-F238E27FC236}">
                <a16:creationId xmlns:a16="http://schemas.microsoft.com/office/drawing/2014/main" id="{DB21F24B-8110-4CA6-90A1-9C0572DDCA33}"/>
              </a:ext>
            </a:extLst>
          </p:cNvPr>
          <p:cNvGraphicFramePr>
            <a:graphicFrameLocks noGrp="1"/>
          </p:cNvGraphicFramePr>
          <p:nvPr>
            <p:extLst>
              <p:ext uri="{D42A27DB-BD31-4B8C-83A1-F6EECF244321}">
                <p14:modId xmlns:p14="http://schemas.microsoft.com/office/powerpoint/2010/main" val="4199075406"/>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r>
                        <a:rPr lang="ko-KR" altLang="en-US" sz="1800" b="1" dirty="0">
                          <a:solidFill>
                            <a:schemeClr val="tx1"/>
                          </a:solidFill>
                        </a:rPr>
                        <a:t>●  로그인</a:t>
                      </a: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3711596149"/>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5F508A31-292B-4CF3-BB4C-155C9CC91CA1}"/>
              </a:ext>
            </a:extLst>
          </p:cNvPr>
          <p:cNvSpPr/>
          <p:nvPr/>
        </p:nvSpPr>
        <p:spPr>
          <a:xfrm>
            <a:off x="135467" y="118533"/>
            <a:ext cx="9897533" cy="6451600"/>
          </a:xfrm>
          <a:prstGeom prst="rect">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BCA13B35-92C2-457F-8EAA-7C2D429AD1A0}"/>
              </a:ext>
            </a:extLst>
          </p:cNvPr>
          <p:cNvSpPr/>
          <p:nvPr/>
        </p:nvSpPr>
        <p:spPr>
          <a:xfrm>
            <a:off x="3518541" y="2150654"/>
            <a:ext cx="3116430" cy="297800"/>
          </a:xfrm>
          <a:prstGeom prst="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ID </a:t>
            </a:r>
            <a:r>
              <a:rPr lang="ko-KR" altLang="en-US" sz="800" dirty="0">
                <a:solidFill>
                  <a:schemeClr val="tx1">
                    <a:lumMod val="50000"/>
                    <a:lumOff val="50000"/>
                  </a:schemeClr>
                </a:solidFill>
              </a:rPr>
              <a:t>를 입력 해 주세요</a:t>
            </a:r>
            <a:endParaRPr lang="ko-KR" altLang="en-US" dirty="0">
              <a:solidFill>
                <a:schemeClr val="tx1">
                  <a:lumMod val="50000"/>
                  <a:lumOff val="50000"/>
                </a:schemeClr>
              </a:solidFill>
            </a:endParaRPr>
          </a:p>
        </p:txBody>
      </p:sp>
      <p:sp>
        <p:nvSpPr>
          <p:cNvPr id="11" name="직사각형 10">
            <a:extLst>
              <a:ext uri="{FF2B5EF4-FFF2-40B4-BE49-F238E27FC236}">
                <a16:creationId xmlns:a16="http://schemas.microsoft.com/office/drawing/2014/main" id="{34758F08-C236-4BFA-A9E1-14189D7F7631}"/>
              </a:ext>
            </a:extLst>
          </p:cNvPr>
          <p:cNvSpPr/>
          <p:nvPr/>
        </p:nvSpPr>
        <p:spPr>
          <a:xfrm>
            <a:off x="3518541" y="2528799"/>
            <a:ext cx="3116430" cy="264124"/>
          </a:xfrm>
          <a:prstGeom prst="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PW </a:t>
            </a:r>
            <a:r>
              <a:rPr lang="ko-KR" altLang="en-US" sz="800" dirty="0">
                <a:solidFill>
                  <a:schemeClr val="tx1">
                    <a:lumMod val="50000"/>
                    <a:lumOff val="50000"/>
                  </a:schemeClr>
                </a:solidFill>
              </a:rPr>
              <a:t>를 입력 해 주세요</a:t>
            </a:r>
          </a:p>
        </p:txBody>
      </p:sp>
      <p:sp>
        <p:nvSpPr>
          <p:cNvPr id="12" name="직사각형 11">
            <a:extLst>
              <a:ext uri="{FF2B5EF4-FFF2-40B4-BE49-F238E27FC236}">
                <a16:creationId xmlns:a16="http://schemas.microsoft.com/office/drawing/2014/main" id="{F281544B-6D14-47A2-A027-B9C34B9BA3FB}"/>
              </a:ext>
            </a:extLst>
          </p:cNvPr>
          <p:cNvSpPr/>
          <p:nvPr/>
        </p:nvSpPr>
        <p:spPr>
          <a:xfrm>
            <a:off x="3518541" y="3117447"/>
            <a:ext cx="3116430" cy="303290"/>
          </a:xfrm>
          <a:prstGeom prst="rect">
            <a:avLst/>
          </a:prstGeom>
          <a:solidFill>
            <a:schemeClr val="tx1">
              <a:lumMod val="50000"/>
              <a:lumOff val="50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t>LOGIN</a:t>
            </a:r>
            <a:endParaRPr lang="ko-KR" altLang="en-US" sz="1000" dirty="0"/>
          </a:p>
        </p:txBody>
      </p:sp>
      <p:sp>
        <p:nvSpPr>
          <p:cNvPr id="15" name="TextBox 14">
            <a:extLst>
              <a:ext uri="{FF2B5EF4-FFF2-40B4-BE49-F238E27FC236}">
                <a16:creationId xmlns:a16="http://schemas.microsoft.com/office/drawing/2014/main" id="{07F93204-2F1F-474C-B3BD-24949023B3C3}"/>
              </a:ext>
            </a:extLst>
          </p:cNvPr>
          <p:cNvSpPr txBox="1"/>
          <p:nvPr/>
        </p:nvSpPr>
        <p:spPr>
          <a:xfrm>
            <a:off x="3427812" y="2852192"/>
            <a:ext cx="889987" cy="230832"/>
          </a:xfrm>
          <a:prstGeom prst="rect">
            <a:avLst/>
          </a:prstGeom>
          <a:noFill/>
        </p:spPr>
        <p:txBody>
          <a:bodyPr wrap="none" rtlCol="0">
            <a:spAutoFit/>
          </a:bodyPr>
          <a:lstStyle/>
          <a:p>
            <a:r>
              <a:rPr lang="ko-KR" altLang="en-US" sz="900" dirty="0"/>
              <a:t>□ </a:t>
            </a:r>
            <a:r>
              <a:rPr lang="ko-KR" altLang="en-US" sz="800" dirty="0"/>
              <a:t>아이디 저장</a:t>
            </a:r>
          </a:p>
        </p:txBody>
      </p:sp>
      <p:grpSp>
        <p:nvGrpSpPr>
          <p:cNvPr id="16" name="그룹 15">
            <a:extLst>
              <a:ext uri="{FF2B5EF4-FFF2-40B4-BE49-F238E27FC236}">
                <a16:creationId xmlns:a16="http://schemas.microsoft.com/office/drawing/2014/main" id="{EC74CA29-A138-48D0-BAAA-7C7F2ED5D8EE}"/>
              </a:ext>
            </a:extLst>
          </p:cNvPr>
          <p:cNvGrpSpPr/>
          <p:nvPr/>
        </p:nvGrpSpPr>
        <p:grpSpPr>
          <a:xfrm>
            <a:off x="3539377" y="3738752"/>
            <a:ext cx="3093375" cy="360040"/>
            <a:chOff x="2226770" y="4941168"/>
            <a:chExt cx="3093375" cy="360040"/>
          </a:xfrm>
        </p:grpSpPr>
        <p:sp>
          <p:nvSpPr>
            <p:cNvPr id="17" name="모서리가 둥근 직사각형 38">
              <a:extLst>
                <a:ext uri="{FF2B5EF4-FFF2-40B4-BE49-F238E27FC236}">
                  <a16:creationId xmlns:a16="http://schemas.microsoft.com/office/drawing/2014/main" id="{78854D45-8FF0-42F3-9405-BFA49FDC00FD}"/>
                </a:ext>
              </a:extLst>
            </p:cNvPr>
            <p:cNvSpPr/>
            <p:nvPr/>
          </p:nvSpPr>
          <p:spPr>
            <a:xfrm>
              <a:off x="2226770" y="4941168"/>
              <a:ext cx="3093375" cy="36004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pic>
          <p:nvPicPr>
            <p:cNvPr id="18" name="Picture 2">
              <a:extLst>
                <a:ext uri="{FF2B5EF4-FFF2-40B4-BE49-F238E27FC236}">
                  <a16:creationId xmlns:a16="http://schemas.microsoft.com/office/drawing/2014/main" id="{40667F08-FB56-447E-8A54-58A63E2F88E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315131" y="5029802"/>
              <a:ext cx="228564" cy="2071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cxnSp>
          <p:nvCxnSpPr>
            <p:cNvPr id="19" name="직선 연결선 18">
              <a:extLst>
                <a:ext uri="{FF2B5EF4-FFF2-40B4-BE49-F238E27FC236}">
                  <a16:creationId xmlns:a16="http://schemas.microsoft.com/office/drawing/2014/main" id="{BADDA795-8FE6-499D-AB5D-542F6EA7B3C0}"/>
                </a:ext>
              </a:extLst>
            </p:cNvPr>
            <p:cNvCxnSpPr/>
            <p:nvPr/>
          </p:nvCxnSpPr>
          <p:spPr>
            <a:xfrm>
              <a:off x="2619471" y="5029802"/>
              <a:ext cx="0" cy="20713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0" name="TextBox 19">
              <a:extLst>
                <a:ext uri="{FF2B5EF4-FFF2-40B4-BE49-F238E27FC236}">
                  <a16:creationId xmlns:a16="http://schemas.microsoft.com/office/drawing/2014/main" id="{3AC94CD5-03E0-4D39-A534-E7E327244E1C}"/>
                </a:ext>
              </a:extLst>
            </p:cNvPr>
            <p:cNvSpPr txBox="1"/>
            <p:nvPr/>
          </p:nvSpPr>
          <p:spPr>
            <a:xfrm>
              <a:off x="2632574" y="5005772"/>
              <a:ext cx="1418978" cy="230832"/>
            </a:xfrm>
            <a:prstGeom prst="rect">
              <a:avLst/>
            </a:prstGeom>
            <a:noFill/>
          </p:spPr>
          <p:txBody>
            <a:bodyPr wrap="none" rtlCol="0">
              <a:spAutoFit/>
            </a:bodyPr>
            <a:lstStyle/>
            <a:p>
              <a:r>
                <a:rPr lang="ko-KR" altLang="en-US" sz="900"/>
                <a:t>카카오</a:t>
              </a:r>
              <a:r>
                <a:rPr lang="ko-KR" altLang="en-US" sz="900">
                  <a:solidFill>
                    <a:schemeClr val="tx1">
                      <a:lumMod val="50000"/>
                      <a:lumOff val="50000"/>
                    </a:schemeClr>
                  </a:solidFill>
                </a:rPr>
                <a:t> 계정으로 로그인</a:t>
              </a:r>
              <a:endParaRPr lang="ko-KR" altLang="en-US" sz="900" dirty="0">
                <a:solidFill>
                  <a:schemeClr val="tx1">
                    <a:lumMod val="50000"/>
                    <a:lumOff val="50000"/>
                  </a:schemeClr>
                </a:solidFill>
              </a:endParaRPr>
            </a:p>
          </p:txBody>
        </p:sp>
        <p:sp>
          <p:nvSpPr>
            <p:cNvPr id="21" name="TextBox 20">
              <a:extLst>
                <a:ext uri="{FF2B5EF4-FFF2-40B4-BE49-F238E27FC236}">
                  <a16:creationId xmlns:a16="http://schemas.microsoft.com/office/drawing/2014/main" id="{DFA312F1-C6DC-4789-A78B-DE88D0D58801}"/>
                </a:ext>
              </a:extLst>
            </p:cNvPr>
            <p:cNvSpPr txBox="1"/>
            <p:nvPr/>
          </p:nvSpPr>
          <p:spPr>
            <a:xfrm>
              <a:off x="5047882" y="5009641"/>
              <a:ext cx="264816" cy="230832"/>
            </a:xfrm>
            <a:prstGeom prst="rect">
              <a:avLst/>
            </a:prstGeom>
            <a:noFill/>
          </p:spPr>
          <p:txBody>
            <a:bodyPr wrap="none" rtlCol="0">
              <a:spAutoFit/>
            </a:bodyPr>
            <a:lstStyle/>
            <a:p>
              <a:r>
                <a:rPr lang="en-US" altLang="ko-KR" sz="900"/>
                <a:t>&gt;</a:t>
              </a:r>
              <a:endParaRPr lang="ko-KR" altLang="en-US" sz="900" dirty="0"/>
            </a:p>
          </p:txBody>
        </p:sp>
      </p:grpSp>
      <p:grpSp>
        <p:nvGrpSpPr>
          <p:cNvPr id="22" name="그룹 21">
            <a:extLst>
              <a:ext uri="{FF2B5EF4-FFF2-40B4-BE49-F238E27FC236}">
                <a16:creationId xmlns:a16="http://schemas.microsoft.com/office/drawing/2014/main" id="{CEF41D59-800C-439C-85E7-81E46427BFE7}"/>
              </a:ext>
            </a:extLst>
          </p:cNvPr>
          <p:cNvGrpSpPr/>
          <p:nvPr/>
        </p:nvGrpSpPr>
        <p:grpSpPr>
          <a:xfrm>
            <a:off x="3541595" y="4162487"/>
            <a:ext cx="3093375" cy="360040"/>
            <a:chOff x="2228988" y="5679839"/>
            <a:chExt cx="3093375" cy="360040"/>
          </a:xfrm>
        </p:grpSpPr>
        <p:grpSp>
          <p:nvGrpSpPr>
            <p:cNvPr id="23" name="그룹 22">
              <a:extLst>
                <a:ext uri="{FF2B5EF4-FFF2-40B4-BE49-F238E27FC236}">
                  <a16:creationId xmlns:a16="http://schemas.microsoft.com/office/drawing/2014/main" id="{F57CCF75-8654-405D-AD38-1D4219A31EDA}"/>
                </a:ext>
              </a:extLst>
            </p:cNvPr>
            <p:cNvGrpSpPr/>
            <p:nvPr/>
          </p:nvGrpSpPr>
          <p:grpSpPr>
            <a:xfrm>
              <a:off x="2228988" y="5679839"/>
              <a:ext cx="3093375" cy="360040"/>
              <a:chOff x="2226770" y="4941168"/>
              <a:chExt cx="3093375" cy="360040"/>
            </a:xfrm>
          </p:grpSpPr>
          <p:sp>
            <p:nvSpPr>
              <p:cNvPr id="25" name="모서리가 둥근 직사각형 44">
                <a:extLst>
                  <a:ext uri="{FF2B5EF4-FFF2-40B4-BE49-F238E27FC236}">
                    <a16:creationId xmlns:a16="http://schemas.microsoft.com/office/drawing/2014/main" id="{21607B18-1FDF-4508-A7F8-B2E41E5A4B74}"/>
                  </a:ext>
                </a:extLst>
              </p:cNvPr>
              <p:cNvSpPr/>
              <p:nvPr/>
            </p:nvSpPr>
            <p:spPr>
              <a:xfrm>
                <a:off x="2226770" y="4941168"/>
                <a:ext cx="3093375" cy="36004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6" name="직선 연결선 25">
                <a:extLst>
                  <a:ext uri="{FF2B5EF4-FFF2-40B4-BE49-F238E27FC236}">
                    <a16:creationId xmlns:a16="http://schemas.microsoft.com/office/drawing/2014/main" id="{FAF0288B-363E-4236-963B-D0E54280BA1E}"/>
                  </a:ext>
                </a:extLst>
              </p:cNvPr>
              <p:cNvCxnSpPr/>
              <p:nvPr/>
            </p:nvCxnSpPr>
            <p:spPr>
              <a:xfrm>
                <a:off x="2619471" y="5029802"/>
                <a:ext cx="0" cy="20713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7" name="TextBox 26">
                <a:extLst>
                  <a:ext uri="{FF2B5EF4-FFF2-40B4-BE49-F238E27FC236}">
                    <a16:creationId xmlns:a16="http://schemas.microsoft.com/office/drawing/2014/main" id="{8817B8B1-E4FE-46E9-B001-0093A347FECC}"/>
                  </a:ext>
                </a:extLst>
              </p:cNvPr>
              <p:cNvSpPr txBox="1"/>
              <p:nvPr/>
            </p:nvSpPr>
            <p:spPr>
              <a:xfrm>
                <a:off x="2632574" y="5005772"/>
                <a:ext cx="1418978" cy="230832"/>
              </a:xfrm>
              <a:prstGeom prst="rect">
                <a:avLst/>
              </a:prstGeom>
              <a:noFill/>
            </p:spPr>
            <p:txBody>
              <a:bodyPr wrap="none" rtlCol="0">
                <a:spAutoFit/>
              </a:bodyPr>
              <a:lstStyle/>
              <a:p>
                <a:r>
                  <a:rPr lang="ko-KR" altLang="en-US" sz="900"/>
                  <a:t>네이버</a:t>
                </a:r>
                <a:r>
                  <a:rPr lang="ko-KR" altLang="en-US" sz="900">
                    <a:solidFill>
                      <a:schemeClr val="tx1">
                        <a:lumMod val="50000"/>
                        <a:lumOff val="50000"/>
                      </a:schemeClr>
                    </a:solidFill>
                  </a:rPr>
                  <a:t> 계정으로 로그인</a:t>
                </a:r>
                <a:endParaRPr lang="ko-KR" altLang="en-US" sz="900" dirty="0">
                  <a:solidFill>
                    <a:schemeClr val="tx1">
                      <a:lumMod val="50000"/>
                      <a:lumOff val="50000"/>
                    </a:schemeClr>
                  </a:solidFill>
                </a:endParaRPr>
              </a:p>
            </p:txBody>
          </p:sp>
          <p:sp>
            <p:nvSpPr>
              <p:cNvPr id="28" name="TextBox 27">
                <a:extLst>
                  <a:ext uri="{FF2B5EF4-FFF2-40B4-BE49-F238E27FC236}">
                    <a16:creationId xmlns:a16="http://schemas.microsoft.com/office/drawing/2014/main" id="{EEFC1A65-7144-4702-9A74-C4D70D6DADF9}"/>
                  </a:ext>
                </a:extLst>
              </p:cNvPr>
              <p:cNvSpPr txBox="1"/>
              <p:nvPr/>
            </p:nvSpPr>
            <p:spPr>
              <a:xfrm>
                <a:off x="5047882" y="5009641"/>
                <a:ext cx="264816" cy="230832"/>
              </a:xfrm>
              <a:prstGeom prst="rect">
                <a:avLst/>
              </a:prstGeom>
              <a:noFill/>
            </p:spPr>
            <p:txBody>
              <a:bodyPr wrap="none" rtlCol="0">
                <a:spAutoFit/>
              </a:bodyPr>
              <a:lstStyle/>
              <a:p>
                <a:r>
                  <a:rPr lang="en-US" altLang="ko-KR" sz="900"/>
                  <a:t>&gt;</a:t>
                </a:r>
                <a:endParaRPr lang="ko-KR" altLang="en-US" sz="900" dirty="0"/>
              </a:p>
            </p:txBody>
          </p:sp>
        </p:grpSp>
        <p:pic>
          <p:nvPicPr>
            <p:cNvPr id="24" name="Picture 3">
              <a:extLst>
                <a:ext uri="{FF2B5EF4-FFF2-40B4-BE49-F238E27FC236}">
                  <a16:creationId xmlns:a16="http://schemas.microsoft.com/office/drawing/2014/main" id="{8E34646E-4530-486D-B69E-D2F6F26ACDC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28275" y="5780792"/>
              <a:ext cx="202276" cy="1769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29" name="그룹 28">
            <a:extLst>
              <a:ext uri="{FF2B5EF4-FFF2-40B4-BE49-F238E27FC236}">
                <a16:creationId xmlns:a16="http://schemas.microsoft.com/office/drawing/2014/main" id="{9FD948DA-6356-4F19-9152-AFD15CDA14AF}"/>
              </a:ext>
            </a:extLst>
          </p:cNvPr>
          <p:cNvGrpSpPr/>
          <p:nvPr/>
        </p:nvGrpSpPr>
        <p:grpSpPr>
          <a:xfrm>
            <a:off x="3541595" y="4575695"/>
            <a:ext cx="3093375" cy="360040"/>
            <a:chOff x="2226770" y="4941168"/>
            <a:chExt cx="3093375" cy="360040"/>
          </a:xfrm>
        </p:grpSpPr>
        <p:sp>
          <p:nvSpPr>
            <p:cNvPr id="30" name="모서리가 둥근 직사각형 58">
              <a:extLst>
                <a:ext uri="{FF2B5EF4-FFF2-40B4-BE49-F238E27FC236}">
                  <a16:creationId xmlns:a16="http://schemas.microsoft.com/office/drawing/2014/main" id="{826FB570-F042-4C1D-9BB5-A6C857B20037}"/>
                </a:ext>
              </a:extLst>
            </p:cNvPr>
            <p:cNvSpPr/>
            <p:nvPr/>
          </p:nvSpPr>
          <p:spPr>
            <a:xfrm>
              <a:off x="2226770" y="4941168"/>
              <a:ext cx="3093375" cy="36004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1" name="직선 연결선 30">
              <a:extLst>
                <a:ext uri="{FF2B5EF4-FFF2-40B4-BE49-F238E27FC236}">
                  <a16:creationId xmlns:a16="http://schemas.microsoft.com/office/drawing/2014/main" id="{9EAA5AFD-6B1E-4DE2-83C8-BA534E945400}"/>
                </a:ext>
              </a:extLst>
            </p:cNvPr>
            <p:cNvCxnSpPr/>
            <p:nvPr/>
          </p:nvCxnSpPr>
          <p:spPr>
            <a:xfrm>
              <a:off x="2619471" y="5029802"/>
              <a:ext cx="0" cy="20713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32" name="TextBox 31">
              <a:extLst>
                <a:ext uri="{FF2B5EF4-FFF2-40B4-BE49-F238E27FC236}">
                  <a16:creationId xmlns:a16="http://schemas.microsoft.com/office/drawing/2014/main" id="{598A1D95-9580-4B13-9EBD-48A6A9C94A07}"/>
                </a:ext>
              </a:extLst>
            </p:cNvPr>
            <p:cNvSpPr txBox="1"/>
            <p:nvPr/>
          </p:nvSpPr>
          <p:spPr>
            <a:xfrm>
              <a:off x="2632574" y="5005772"/>
              <a:ext cx="1303562" cy="230832"/>
            </a:xfrm>
            <a:prstGeom prst="rect">
              <a:avLst/>
            </a:prstGeom>
            <a:noFill/>
          </p:spPr>
          <p:txBody>
            <a:bodyPr wrap="none" rtlCol="0">
              <a:spAutoFit/>
            </a:bodyPr>
            <a:lstStyle/>
            <a:p>
              <a:r>
                <a:rPr lang="ko-KR" altLang="en-US" sz="900" dirty="0" err="1"/>
                <a:t>구글</a:t>
              </a:r>
              <a:r>
                <a:rPr lang="ko-KR" altLang="en-US" sz="900" dirty="0">
                  <a:solidFill>
                    <a:schemeClr val="tx1">
                      <a:lumMod val="50000"/>
                      <a:lumOff val="50000"/>
                    </a:schemeClr>
                  </a:solidFill>
                </a:rPr>
                <a:t> 계정으로 로그인</a:t>
              </a:r>
            </a:p>
          </p:txBody>
        </p:sp>
        <p:sp>
          <p:nvSpPr>
            <p:cNvPr id="33" name="TextBox 32">
              <a:extLst>
                <a:ext uri="{FF2B5EF4-FFF2-40B4-BE49-F238E27FC236}">
                  <a16:creationId xmlns:a16="http://schemas.microsoft.com/office/drawing/2014/main" id="{2E87F0EA-C2AB-4FC9-B457-C07D177701AD}"/>
                </a:ext>
              </a:extLst>
            </p:cNvPr>
            <p:cNvSpPr txBox="1"/>
            <p:nvPr/>
          </p:nvSpPr>
          <p:spPr>
            <a:xfrm>
              <a:off x="5047882" y="5009641"/>
              <a:ext cx="264816" cy="230832"/>
            </a:xfrm>
            <a:prstGeom prst="rect">
              <a:avLst/>
            </a:prstGeom>
            <a:noFill/>
          </p:spPr>
          <p:txBody>
            <a:bodyPr wrap="none" rtlCol="0">
              <a:spAutoFit/>
            </a:bodyPr>
            <a:lstStyle/>
            <a:p>
              <a:r>
                <a:rPr lang="en-US" altLang="ko-KR" sz="900"/>
                <a:t>&gt;</a:t>
              </a:r>
              <a:endParaRPr lang="ko-KR" altLang="en-US" sz="900" dirty="0"/>
            </a:p>
          </p:txBody>
        </p:sp>
      </p:grpSp>
      <p:pic>
        <p:nvPicPr>
          <p:cNvPr id="35" name="그림 34">
            <a:extLst>
              <a:ext uri="{FF2B5EF4-FFF2-40B4-BE49-F238E27FC236}">
                <a16:creationId xmlns:a16="http://schemas.microsoft.com/office/drawing/2014/main" id="{A5C09E1E-349C-4B97-A5EC-1F87A5A283CD}"/>
              </a:ext>
            </a:extLst>
          </p:cNvPr>
          <p:cNvPicPr>
            <a:picLocks noChangeAspect="1"/>
          </p:cNvPicPr>
          <p:nvPr/>
        </p:nvPicPr>
        <p:blipFill>
          <a:blip r:embed="rId4"/>
          <a:stretch>
            <a:fillRect/>
          </a:stretch>
        </p:blipFill>
        <p:spPr>
          <a:xfrm>
            <a:off x="3657859" y="4669116"/>
            <a:ext cx="173277" cy="169339"/>
          </a:xfrm>
          <a:prstGeom prst="rect">
            <a:avLst/>
          </a:prstGeom>
        </p:spPr>
      </p:pic>
      <p:grpSp>
        <p:nvGrpSpPr>
          <p:cNvPr id="37" name="그룹 36">
            <a:extLst>
              <a:ext uri="{FF2B5EF4-FFF2-40B4-BE49-F238E27FC236}">
                <a16:creationId xmlns:a16="http://schemas.microsoft.com/office/drawing/2014/main" id="{DAB68542-142C-44E9-9465-EBA2B0CF7C96}"/>
              </a:ext>
            </a:extLst>
          </p:cNvPr>
          <p:cNvGrpSpPr/>
          <p:nvPr/>
        </p:nvGrpSpPr>
        <p:grpSpPr>
          <a:xfrm>
            <a:off x="3988228" y="1433111"/>
            <a:ext cx="2177055" cy="523240"/>
            <a:chOff x="2843808" y="1955121"/>
            <a:chExt cx="1674813" cy="596970"/>
          </a:xfrm>
          <a:solidFill>
            <a:schemeClr val="bg1">
              <a:lumMod val="95000"/>
            </a:schemeClr>
          </a:solidFill>
        </p:grpSpPr>
        <p:sp>
          <p:nvSpPr>
            <p:cNvPr id="38" name="Border">
              <a:extLst>
                <a:ext uri="{FF2B5EF4-FFF2-40B4-BE49-F238E27FC236}">
                  <a16:creationId xmlns:a16="http://schemas.microsoft.com/office/drawing/2014/main" id="{D6A8EFD3-94B3-4AA3-A994-B27C2C7DF6B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9" name="Line 2">
              <a:extLst>
                <a:ext uri="{FF2B5EF4-FFF2-40B4-BE49-F238E27FC236}">
                  <a16:creationId xmlns:a16="http://schemas.microsoft.com/office/drawing/2014/main" id="{3AFEB74C-8527-4EA5-8E8F-1F6572CE464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0" name="Line 1">
              <a:extLst>
                <a:ext uri="{FF2B5EF4-FFF2-40B4-BE49-F238E27FC236}">
                  <a16:creationId xmlns:a16="http://schemas.microsoft.com/office/drawing/2014/main" id="{F36E9F04-1BFC-4346-AA0D-8F95D470A724}"/>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1" name="TextBox 40">
              <a:extLst>
                <a:ext uri="{FF2B5EF4-FFF2-40B4-BE49-F238E27FC236}">
                  <a16:creationId xmlns:a16="http://schemas.microsoft.com/office/drawing/2014/main" id="{98D6AC98-A6D5-420F-A553-20D8E2937491}"/>
                </a:ext>
              </a:extLst>
            </p:cNvPr>
            <p:cNvSpPr txBox="1"/>
            <p:nvPr/>
          </p:nvSpPr>
          <p:spPr>
            <a:xfrm>
              <a:off x="3415821" y="2124567"/>
              <a:ext cx="530785" cy="263359"/>
            </a:xfrm>
            <a:prstGeom prst="rect">
              <a:avLst/>
            </a:prstGeom>
            <a:solidFill>
              <a:schemeClr val="bg1"/>
            </a:solidFill>
            <a:ln>
              <a:noFill/>
            </a:ln>
          </p:spPr>
          <p:txBody>
            <a:bodyPr wrap="square" rtlCol="0">
              <a:spAutoFit/>
            </a:bodyPr>
            <a:lstStyle/>
            <a:p>
              <a:pPr algn="ctr"/>
              <a:r>
                <a:rPr lang="ko-KR" altLang="en-US" sz="900" dirty="0">
                  <a:solidFill>
                    <a:schemeClr val="tx1">
                      <a:lumMod val="50000"/>
                      <a:lumOff val="50000"/>
                    </a:schemeClr>
                  </a:solidFill>
                </a:rPr>
                <a:t>채널 로고</a:t>
              </a:r>
            </a:p>
          </p:txBody>
        </p:sp>
      </p:grpSp>
      <p:graphicFrame>
        <p:nvGraphicFramePr>
          <p:cNvPr id="34" name="표 33">
            <a:extLst>
              <a:ext uri="{FF2B5EF4-FFF2-40B4-BE49-F238E27FC236}">
                <a16:creationId xmlns:a16="http://schemas.microsoft.com/office/drawing/2014/main" id="{7320ED18-AF2C-43EA-B922-B6FB917CE217}"/>
              </a:ext>
            </a:extLst>
          </p:cNvPr>
          <p:cNvGraphicFramePr>
            <a:graphicFrameLocks noGrp="1"/>
          </p:cNvGraphicFramePr>
          <p:nvPr>
            <p:extLst>
              <p:ext uri="{D42A27DB-BD31-4B8C-83A1-F6EECF244321}">
                <p14:modId xmlns:p14="http://schemas.microsoft.com/office/powerpoint/2010/main" val="52986223"/>
              </p:ext>
            </p:extLst>
          </p:nvPr>
        </p:nvGraphicFramePr>
        <p:xfrm>
          <a:off x="10171774" y="22159"/>
          <a:ext cx="1979018" cy="211939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로그인 화면</a:t>
                      </a:r>
                      <a:endParaRPr lang="en-US" altLang="ko-KR" sz="800" dirty="0"/>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err="1"/>
                        <a:t>로그인화면</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채널 관리 페이지로 접속할 때 로그인 상태가 아닐 경우 이동 되는 로그인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062713038"/>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회원의 </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아이디 </a:t>
                      </a:r>
                      <a:r>
                        <a:rPr lang="en-US" altLang="ko-KR" sz="800" b="0" dirty="0">
                          <a:solidFill>
                            <a:schemeClr val="tx1"/>
                          </a:solidFill>
                        </a:rPr>
                        <a:t>/ </a:t>
                      </a:r>
                      <a:r>
                        <a:rPr lang="ko-KR" altLang="en-US" sz="800" b="0" dirty="0">
                          <a:solidFill>
                            <a:schemeClr val="tx1"/>
                          </a:solidFill>
                        </a:rPr>
                        <a:t>패스워드 영역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간편회원 로그인 </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bl>
          </a:graphicData>
        </a:graphic>
      </p:graphicFrame>
      <p:sp>
        <p:nvSpPr>
          <p:cNvPr id="36" name="TextBox 35">
            <a:extLst>
              <a:ext uri="{FF2B5EF4-FFF2-40B4-BE49-F238E27FC236}">
                <a16:creationId xmlns:a16="http://schemas.microsoft.com/office/drawing/2014/main" id="{B16ED6D6-7735-4506-9CFF-17C55918647C}"/>
              </a:ext>
            </a:extLst>
          </p:cNvPr>
          <p:cNvSpPr txBox="1"/>
          <p:nvPr/>
        </p:nvSpPr>
        <p:spPr>
          <a:xfrm>
            <a:off x="3216519" y="2185845"/>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42" name="TextBox 41">
            <a:extLst>
              <a:ext uri="{FF2B5EF4-FFF2-40B4-BE49-F238E27FC236}">
                <a16:creationId xmlns:a16="http://schemas.microsoft.com/office/drawing/2014/main" id="{A0C530B9-A4C5-4047-B0E4-6C3686775083}"/>
              </a:ext>
            </a:extLst>
          </p:cNvPr>
          <p:cNvSpPr txBox="1"/>
          <p:nvPr/>
        </p:nvSpPr>
        <p:spPr>
          <a:xfrm>
            <a:off x="3211862" y="3817865"/>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774509002"/>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표 6">
            <a:extLst>
              <a:ext uri="{FF2B5EF4-FFF2-40B4-BE49-F238E27FC236}">
                <a16:creationId xmlns:a16="http://schemas.microsoft.com/office/drawing/2014/main" id="{E0AD77A8-13CE-47B7-9A50-E6B5EBB6D493}"/>
              </a:ext>
            </a:extLst>
          </p:cNvPr>
          <p:cNvGraphicFramePr>
            <a:graphicFrameLocks noGrp="1"/>
          </p:cNvGraphicFramePr>
          <p:nvPr>
            <p:extLst>
              <p:ext uri="{D42A27DB-BD31-4B8C-83A1-F6EECF244321}">
                <p14:modId xmlns:p14="http://schemas.microsoft.com/office/powerpoint/2010/main" val="598237440"/>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latinLnBrk="1"/>
                      <a:r>
                        <a:rPr lang="ko-KR" altLang="en-US" sz="1800" b="1" dirty="0">
                          <a:solidFill>
                            <a:schemeClr val="tx1"/>
                          </a:solidFill>
                        </a:rPr>
                        <a:t>●  대시보드</a:t>
                      </a: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394236383"/>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Box 6">
            <a:extLst>
              <a:ext uri="{FF2B5EF4-FFF2-40B4-BE49-F238E27FC236}">
                <a16:creationId xmlns:a16="http://schemas.microsoft.com/office/drawing/2014/main" id="{49C0DF7D-3687-4379-8B87-47D30A489681}"/>
              </a:ext>
            </a:extLst>
          </p:cNvPr>
          <p:cNvSpPr txBox="1"/>
          <p:nvPr/>
        </p:nvSpPr>
        <p:spPr>
          <a:xfrm>
            <a:off x="-32606" y="434917"/>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8" name="TextBox 7">
            <a:extLst>
              <a:ext uri="{FF2B5EF4-FFF2-40B4-BE49-F238E27FC236}">
                <a16:creationId xmlns:a16="http://schemas.microsoft.com/office/drawing/2014/main" id="{8EA923F9-93C6-415E-ADD9-33E2E0347D96}"/>
              </a:ext>
            </a:extLst>
          </p:cNvPr>
          <p:cNvSpPr txBox="1"/>
          <p:nvPr/>
        </p:nvSpPr>
        <p:spPr>
          <a:xfrm>
            <a:off x="-32606" y="1027584"/>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9" name="TextBox 8">
            <a:extLst>
              <a:ext uri="{FF2B5EF4-FFF2-40B4-BE49-F238E27FC236}">
                <a16:creationId xmlns:a16="http://schemas.microsoft.com/office/drawing/2014/main" id="{066A6953-7EA9-4443-A021-665477114F66}"/>
              </a:ext>
            </a:extLst>
          </p:cNvPr>
          <p:cNvSpPr txBox="1"/>
          <p:nvPr/>
        </p:nvSpPr>
        <p:spPr>
          <a:xfrm>
            <a:off x="-32606" y="2797117"/>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12" name="TextBox 11">
            <a:extLst>
              <a:ext uri="{FF2B5EF4-FFF2-40B4-BE49-F238E27FC236}">
                <a16:creationId xmlns:a16="http://schemas.microsoft.com/office/drawing/2014/main" id="{1D291A10-6328-4E14-AFBC-91649B5B8849}"/>
              </a:ext>
            </a:extLst>
          </p:cNvPr>
          <p:cNvSpPr txBox="1"/>
          <p:nvPr/>
        </p:nvSpPr>
        <p:spPr>
          <a:xfrm>
            <a:off x="1321804" y="90900"/>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
        <p:nvSpPr>
          <p:cNvPr id="13" name="TextBox 12">
            <a:extLst>
              <a:ext uri="{FF2B5EF4-FFF2-40B4-BE49-F238E27FC236}">
                <a16:creationId xmlns:a16="http://schemas.microsoft.com/office/drawing/2014/main" id="{02E74212-266F-46F9-A2CA-EE32CE74318D}"/>
              </a:ext>
            </a:extLst>
          </p:cNvPr>
          <p:cNvSpPr txBox="1"/>
          <p:nvPr/>
        </p:nvSpPr>
        <p:spPr>
          <a:xfrm>
            <a:off x="1321804" y="572615"/>
            <a:ext cx="251992" cy="230832"/>
          </a:xfrm>
          <a:prstGeom prst="rect">
            <a:avLst/>
          </a:prstGeom>
          <a:solidFill>
            <a:srgbClr val="FF0000"/>
          </a:solidFill>
        </p:spPr>
        <p:txBody>
          <a:bodyPr wrap="none" rtlCol="0">
            <a:spAutoFit/>
          </a:bodyPr>
          <a:lstStyle/>
          <a:p>
            <a:r>
              <a:rPr lang="en-US" altLang="ko-KR" sz="900" b="1" dirty="0">
                <a:solidFill>
                  <a:schemeClr val="bg1"/>
                </a:solidFill>
              </a:rPr>
              <a:t>5</a:t>
            </a:r>
            <a:endParaRPr lang="ko-KR" altLang="en-US" sz="900" b="1" dirty="0">
              <a:solidFill>
                <a:schemeClr val="bg1"/>
              </a:solidFill>
            </a:endParaRPr>
          </a:p>
        </p:txBody>
      </p:sp>
      <p:sp>
        <p:nvSpPr>
          <p:cNvPr id="17" name="TextBox 16">
            <a:extLst>
              <a:ext uri="{FF2B5EF4-FFF2-40B4-BE49-F238E27FC236}">
                <a16:creationId xmlns:a16="http://schemas.microsoft.com/office/drawing/2014/main" id="{02BBF10F-8B4B-45BE-9594-53B931FB7474}"/>
              </a:ext>
            </a:extLst>
          </p:cNvPr>
          <p:cNvSpPr txBox="1"/>
          <p:nvPr/>
        </p:nvSpPr>
        <p:spPr>
          <a:xfrm>
            <a:off x="3681995" y="1664808"/>
            <a:ext cx="251992" cy="230832"/>
          </a:xfrm>
          <a:prstGeom prst="rect">
            <a:avLst/>
          </a:prstGeom>
          <a:solidFill>
            <a:srgbClr val="FF0000"/>
          </a:solidFill>
        </p:spPr>
        <p:txBody>
          <a:bodyPr wrap="none" rtlCol="0">
            <a:spAutoFit/>
          </a:bodyPr>
          <a:lstStyle/>
          <a:p>
            <a:r>
              <a:rPr lang="en-US" altLang="ko-KR" sz="900" b="1" dirty="0">
                <a:solidFill>
                  <a:schemeClr val="bg1"/>
                </a:solidFill>
              </a:rPr>
              <a:t>8</a:t>
            </a:r>
            <a:endParaRPr lang="ko-KR" altLang="en-US" sz="900" b="1" dirty="0">
              <a:solidFill>
                <a:schemeClr val="bg1"/>
              </a:solidFill>
            </a:endParaRPr>
          </a:p>
        </p:txBody>
      </p:sp>
      <p:sp>
        <p:nvSpPr>
          <p:cNvPr id="18" name="TextBox 17">
            <a:extLst>
              <a:ext uri="{FF2B5EF4-FFF2-40B4-BE49-F238E27FC236}">
                <a16:creationId xmlns:a16="http://schemas.microsoft.com/office/drawing/2014/main" id="{EF8EB928-F13E-4BD4-8391-14272ADD15DF}"/>
              </a:ext>
            </a:extLst>
          </p:cNvPr>
          <p:cNvSpPr txBox="1"/>
          <p:nvPr/>
        </p:nvSpPr>
        <p:spPr>
          <a:xfrm>
            <a:off x="5422897" y="1664808"/>
            <a:ext cx="251992" cy="230832"/>
          </a:xfrm>
          <a:prstGeom prst="rect">
            <a:avLst/>
          </a:prstGeom>
          <a:solidFill>
            <a:srgbClr val="FF0000"/>
          </a:solidFill>
        </p:spPr>
        <p:txBody>
          <a:bodyPr wrap="none" rtlCol="0">
            <a:spAutoFit/>
          </a:bodyPr>
          <a:lstStyle/>
          <a:p>
            <a:r>
              <a:rPr lang="en-US" altLang="ko-KR" sz="900" b="1" dirty="0">
                <a:solidFill>
                  <a:schemeClr val="bg1"/>
                </a:solidFill>
              </a:rPr>
              <a:t>9</a:t>
            </a:r>
            <a:endParaRPr lang="ko-KR" altLang="en-US" sz="900" b="1" dirty="0">
              <a:solidFill>
                <a:schemeClr val="bg1"/>
              </a:solidFill>
            </a:endParaRPr>
          </a:p>
        </p:txBody>
      </p:sp>
      <p:sp>
        <p:nvSpPr>
          <p:cNvPr id="21" name="TextBox 20">
            <a:extLst>
              <a:ext uri="{FF2B5EF4-FFF2-40B4-BE49-F238E27FC236}">
                <a16:creationId xmlns:a16="http://schemas.microsoft.com/office/drawing/2014/main" id="{428ABB71-A205-4DE7-A9BA-B82E269867BA}"/>
              </a:ext>
            </a:extLst>
          </p:cNvPr>
          <p:cNvSpPr txBox="1"/>
          <p:nvPr/>
        </p:nvSpPr>
        <p:spPr>
          <a:xfrm>
            <a:off x="9171407" y="457199"/>
            <a:ext cx="319318" cy="230832"/>
          </a:xfrm>
          <a:prstGeom prst="rect">
            <a:avLst/>
          </a:prstGeom>
          <a:solidFill>
            <a:srgbClr val="FF0000"/>
          </a:solidFill>
        </p:spPr>
        <p:txBody>
          <a:bodyPr wrap="none" rtlCol="0">
            <a:spAutoFit/>
          </a:bodyPr>
          <a:lstStyle/>
          <a:p>
            <a:r>
              <a:rPr lang="en-US" altLang="ko-KR" sz="900" b="1" dirty="0">
                <a:solidFill>
                  <a:schemeClr val="bg1"/>
                </a:solidFill>
              </a:rPr>
              <a:t>11</a:t>
            </a:r>
            <a:endParaRPr lang="ko-KR" altLang="en-US" sz="900" b="1" dirty="0">
              <a:solidFill>
                <a:schemeClr val="bg1"/>
              </a:solidFill>
            </a:endParaRPr>
          </a:p>
        </p:txBody>
      </p:sp>
      <p:graphicFrame>
        <p:nvGraphicFramePr>
          <p:cNvPr id="22" name="표 21">
            <a:extLst>
              <a:ext uri="{FF2B5EF4-FFF2-40B4-BE49-F238E27FC236}">
                <a16:creationId xmlns:a16="http://schemas.microsoft.com/office/drawing/2014/main" id="{EC20B3CC-E28C-4889-B386-6AC02B9716E2}"/>
              </a:ext>
            </a:extLst>
          </p:cNvPr>
          <p:cNvGraphicFramePr>
            <a:graphicFrameLocks noGrp="1"/>
          </p:cNvGraphicFramePr>
          <p:nvPr>
            <p:extLst>
              <p:ext uri="{D42A27DB-BD31-4B8C-83A1-F6EECF244321}">
                <p14:modId xmlns:p14="http://schemas.microsoft.com/office/powerpoint/2010/main" val="3436248002"/>
              </p:ext>
            </p:extLst>
          </p:nvPr>
        </p:nvGraphicFramePr>
        <p:xfrm>
          <a:off x="10171774" y="22159"/>
          <a:ext cx="1979018" cy="562459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RF-02-02-01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대시보드</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대시보드 구성화면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채널 관리 메인 화면</a:t>
                      </a:r>
                    </a:p>
                  </a:txBody>
                  <a:tcPr anchor="ctr">
                    <a:solidFill>
                      <a:schemeClr val="bg1"/>
                    </a:solidFill>
                  </a:tcPr>
                </a:tc>
                <a:tc hMerge="1">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34292800"/>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주 메뉴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판매 메뉴</a:t>
                      </a:r>
                      <a:br>
                        <a:rPr lang="en-US" altLang="ko-KR" sz="800" b="0" dirty="0">
                          <a:solidFill>
                            <a:schemeClr val="tx1"/>
                          </a:solidFill>
                        </a:rPr>
                      </a:br>
                      <a:r>
                        <a:rPr lang="en-US" altLang="ko-KR" sz="800" b="0" dirty="0">
                          <a:solidFill>
                            <a:schemeClr val="tx1"/>
                          </a:solidFill>
                        </a:rPr>
                        <a:t>: 2</a:t>
                      </a:r>
                      <a:r>
                        <a:rPr lang="ko-KR" altLang="en-US" sz="800" b="0" dirty="0">
                          <a:solidFill>
                            <a:schemeClr val="tx1"/>
                          </a:solidFill>
                        </a:rPr>
                        <a:t>단계 메뉴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판매채널 환경설정 메뉴</a:t>
                      </a:r>
                      <a:endParaRPr lang="en-US" altLang="ko-KR" sz="800" b="0" dirty="0">
                        <a:solidFill>
                          <a:schemeClr val="tx1"/>
                        </a:solidFill>
                      </a:endParaRPr>
                    </a:p>
                    <a:p>
                      <a:pPr algn="l" latinLnBrk="1"/>
                      <a:r>
                        <a:rPr lang="en-US" altLang="ko-KR" sz="800" b="0" dirty="0">
                          <a:solidFill>
                            <a:schemeClr val="tx1"/>
                          </a:solidFill>
                        </a:rPr>
                        <a:t>: </a:t>
                      </a:r>
                      <a:r>
                        <a:rPr lang="ko-KR" altLang="en-US" sz="800" b="0" dirty="0">
                          <a:solidFill>
                            <a:schemeClr val="tx1"/>
                          </a:solidFill>
                        </a:rPr>
                        <a:t>채널관리 환경설정 메뉴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바로가기 메뉴</a:t>
                      </a:r>
                      <a:endParaRPr lang="en-US" altLang="ko-KR" sz="800" b="0" dirty="0">
                        <a:solidFill>
                          <a:schemeClr val="tx1"/>
                        </a:solidFill>
                      </a:endParaRPr>
                    </a:p>
                    <a:p>
                      <a:pPr algn="l" latinLnBrk="1"/>
                      <a:r>
                        <a:rPr lang="en-US" altLang="ko-KR" sz="800" b="0" dirty="0">
                          <a:solidFill>
                            <a:schemeClr val="tx1"/>
                          </a:solidFill>
                        </a:rPr>
                        <a:t>: </a:t>
                      </a:r>
                      <a:r>
                        <a:rPr lang="ko-KR" altLang="en-US" sz="800" b="0" dirty="0" err="1">
                          <a:solidFill>
                            <a:schemeClr val="tx1"/>
                          </a:solidFill>
                        </a:rPr>
                        <a:t>자주사용하는</a:t>
                      </a:r>
                      <a:r>
                        <a:rPr lang="ko-KR" altLang="en-US" sz="800" b="0" dirty="0">
                          <a:solidFill>
                            <a:schemeClr val="tx1"/>
                          </a:solidFill>
                        </a:rPr>
                        <a:t> 메뉴는 별도 관리</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82562567"/>
                  </a:ext>
                </a:extLst>
              </a:tr>
              <a:tr h="140746">
                <a:tc>
                  <a:txBody>
                    <a:bodyPr/>
                    <a:lstStyle/>
                    <a:p>
                      <a:pPr algn="ctr" latinLnBrk="1"/>
                      <a:r>
                        <a:rPr lang="en-US" altLang="ko-KR" sz="800" dirty="0"/>
                        <a:t>5</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일정기간 </a:t>
                      </a:r>
                      <a:r>
                        <a:rPr lang="en-US" altLang="ko-KR" sz="800" b="0" dirty="0">
                          <a:solidFill>
                            <a:schemeClr val="tx1"/>
                          </a:solidFill>
                        </a:rPr>
                        <a:t>( 15</a:t>
                      </a:r>
                      <a:r>
                        <a:rPr lang="ko-KR" altLang="en-US" sz="800" b="0" dirty="0">
                          <a:solidFill>
                            <a:schemeClr val="tx1"/>
                          </a:solidFill>
                        </a:rPr>
                        <a:t>일 </a:t>
                      </a:r>
                      <a:r>
                        <a:rPr lang="en-US" altLang="ko-KR" sz="800" b="0" dirty="0">
                          <a:solidFill>
                            <a:schemeClr val="tx1"/>
                          </a:solidFill>
                        </a:rPr>
                        <a:t>) </a:t>
                      </a:r>
                      <a:r>
                        <a:rPr lang="ko-KR" altLang="en-US" sz="800" b="0" dirty="0">
                          <a:solidFill>
                            <a:schemeClr val="tx1"/>
                          </a:solidFill>
                        </a:rPr>
                        <a:t>전의 모든 </a:t>
                      </a:r>
                      <a:r>
                        <a:rPr lang="ko-KR" altLang="en-US" sz="800" b="0" dirty="0" err="1">
                          <a:solidFill>
                            <a:schemeClr val="tx1"/>
                          </a:solidFill>
                        </a:rPr>
                        <a:t>샵채널</a:t>
                      </a:r>
                      <a:r>
                        <a:rPr lang="ko-KR" altLang="en-US" sz="800" b="0" dirty="0">
                          <a:solidFill>
                            <a:schemeClr val="tx1"/>
                          </a:solidFill>
                        </a:rPr>
                        <a:t> 및 공개 </a:t>
                      </a:r>
                      <a:r>
                        <a:rPr lang="en-US" altLang="ko-KR" sz="800" b="0" dirty="0">
                          <a:solidFill>
                            <a:schemeClr val="tx1"/>
                          </a:solidFill>
                        </a:rPr>
                        <a:t>&amp; </a:t>
                      </a:r>
                      <a:r>
                        <a:rPr lang="ko-KR" altLang="en-US" sz="800" b="0" dirty="0">
                          <a:solidFill>
                            <a:schemeClr val="tx1"/>
                          </a:solidFill>
                        </a:rPr>
                        <a:t>부분공개의 판매 현황</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14038199"/>
                  </a:ext>
                </a:extLst>
              </a:tr>
              <a:tr h="140746">
                <a:tc>
                  <a:txBody>
                    <a:bodyPr/>
                    <a:lstStyle/>
                    <a:p>
                      <a:pPr algn="ctr" latinLnBrk="1"/>
                      <a:r>
                        <a:rPr lang="en-US" altLang="ko-KR" sz="800" dirty="0"/>
                        <a:t>6</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채널관리 정보보기 영역</a:t>
                      </a:r>
                      <a:endParaRPr lang="en-US" altLang="ko-KR" sz="800" b="0" dirty="0">
                        <a:solidFill>
                          <a:schemeClr val="tx1"/>
                        </a:solidFill>
                      </a:endParaRPr>
                    </a:p>
                    <a:p>
                      <a:pPr algn="l" latinLnBrk="1"/>
                      <a:r>
                        <a:rPr lang="en-US" altLang="ko-KR" sz="800" b="0" dirty="0">
                          <a:solidFill>
                            <a:schemeClr val="tx1"/>
                          </a:solidFill>
                        </a:rPr>
                        <a:t>: </a:t>
                      </a:r>
                      <a:r>
                        <a:rPr lang="ko-KR" altLang="en-US" sz="800" b="0" dirty="0">
                          <a:solidFill>
                            <a:schemeClr val="tx1"/>
                          </a:solidFill>
                        </a:rPr>
                        <a:t>회원사명 </a:t>
                      </a:r>
                      <a:r>
                        <a:rPr lang="en-US" altLang="ko-KR" sz="800" b="0" dirty="0">
                          <a:solidFill>
                            <a:schemeClr val="tx1"/>
                          </a:solidFill>
                        </a:rPr>
                        <a:t>/ </a:t>
                      </a:r>
                      <a:r>
                        <a:rPr lang="ko-KR" altLang="en-US" sz="800" b="0" dirty="0">
                          <a:solidFill>
                            <a:schemeClr val="tx1"/>
                          </a:solidFill>
                        </a:rPr>
                        <a:t>판매단계 </a:t>
                      </a:r>
                      <a:r>
                        <a:rPr lang="en-US" altLang="ko-KR" sz="800" b="0" dirty="0">
                          <a:solidFill>
                            <a:schemeClr val="tx1"/>
                          </a:solidFill>
                        </a:rPr>
                        <a:t>/ </a:t>
                      </a:r>
                      <a:r>
                        <a:rPr lang="ko-KR" altLang="en-US" sz="800" b="0" dirty="0">
                          <a:solidFill>
                            <a:schemeClr val="tx1"/>
                          </a:solidFill>
                        </a:rPr>
                        <a:t>대표연락처 </a:t>
                      </a:r>
                      <a:r>
                        <a:rPr lang="en-US" altLang="ko-KR" sz="800" b="0" dirty="0">
                          <a:solidFill>
                            <a:schemeClr val="tx1"/>
                          </a:solidFill>
                        </a:rPr>
                        <a:t>/ </a:t>
                      </a:r>
                      <a:r>
                        <a:rPr lang="ko-KR" altLang="en-US" sz="800" b="0" dirty="0" err="1">
                          <a:solidFill>
                            <a:schemeClr val="tx1"/>
                          </a:solidFill>
                        </a:rPr>
                        <a:t>대표이메일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441871921"/>
                  </a:ext>
                </a:extLst>
              </a:tr>
              <a:tr h="140746">
                <a:tc>
                  <a:txBody>
                    <a:bodyPr/>
                    <a:lstStyle/>
                    <a:p>
                      <a:pPr algn="ctr" latinLnBrk="1"/>
                      <a:r>
                        <a:rPr lang="en-US" altLang="ko-KR" sz="800" dirty="0"/>
                        <a:t>7</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주문목록 </a:t>
                      </a:r>
                      <a:r>
                        <a:rPr lang="en-US" altLang="ko-KR" sz="800" b="0" dirty="0">
                          <a:solidFill>
                            <a:schemeClr val="tx1"/>
                          </a:solidFill>
                        </a:rPr>
                        <a:t>:</a:t>
                      </a:r>
                    </a:p>
                    <a:p>
                      <a:pPr algn="l" latinLnBrk="1"/>
                      <a:r>
                        <a:rPr lang="ko-KR" altLang="en-US" sz="800" b="0" dirty="0">
                          <a:solidFill>
                            <a:schemeClr val="tx1"/>
                          </a:solidFill>
                        </a:rPr>
                        <a:t>주문일 </a:t>
                      </a:r>
                      <a:r>
                        <a:rPr lang="en-US" altLang="ko-KR" sz="800" b="0" dirty="0">
                          <a:solidFill>
                            <a:schemeClr val="tx1"/>
                          </a:solidFill>
                        </a:rPr>
                        <a:t>/ </a:t>
                      </a:r>
                      <a:r>
                        <a:rPr lang="ko-KR" altLang="en-US" sz="800" b="0" dirty="0">
                          <a:solidFill>
                            <a:schemeClr val="tx1"/>
                          </a:solidFill>
                        </a:rPr>
                        <a:t>주문단계 </a:t>
                      </a:r>
                      <a:r>
                        <a:rPr lang="en-US" altLang="ko-KR" sz="800" b="0" dirty="0">
                          <a:solidFill>
                            <a:schemeClr val="tx1"/>
                          </a:solidFill>
                        </a:rPr>
                        <a:t>/ </a:t>
                      </a:r>
                      <a:r>
                        <a:rPr lang="ko-KR" altLang="en-US" sz="800" b="0" dirty="0">
                          <a:solidFill>
                            <a:schemeClr val="tx1"/>
                          </a:solidFill>
                        </a:rPr>
                        <a:t>주문형태 </a:t>
                      </a:r>
                      <a:r>
                        <a:rPr lang="en-US" altLang="ko-KR" sz="800" b="0" dirty="0">
                          <a:solidFill>
                            <a:schemeClr val="tx1"/>
                          </a:solidFill>
                        </a:rPr>
                        <a:t>/ shop</a:t>
                      </a:r>
                      <a:r>
                        <a:rPr lang="ko-KR" altLang="en-US" sz="800" b="0" dirty="0" err="1">
                          <a:solidFill>
                            <a:schemeClr val="tx1"/>
                          </a:solidFill>
                        </a:rPr>
                        <a:t>채널명</a:t>
                      </a:r>
                      <a:r>
                        <a:rPr lang="ko-KR" altLang="en-US" sz="800" b="0" dirty="0">
                          <a:solidFill>
                            <a:schemeClr val="tx1"/>
                          </a:solidFill>
                        </a:rPr>
                        <a:t> </a:t>
                      </a:r>
                      <a:r>
                        <a:rPr lang="en-US" altLang="ko-KR" sz="800" b="0" dirty="0">
                          <a:solidFill>
                            <a:schemeClr val="tx1"/>
                          </a:solidFill>
                        </a:rPr>
                        <a:t>/ </a:t>
                      </a:r>
                      <a:r>
                        <a:rPr lang="ko-KR" altLang="en-US" sz="800" b="0" dirty="0" err="1">
                          <a:solidFill>
                            <a:schemeClr val="tx1"/>
                          </a:solidFill>
                        </a:rPr>
                        <a:t>주문명</a:t>
                      </a:r>
                      <a:r>
                        <a:rPr lang="ko-KR" altLang="en-US" sz="800" b="0" dirty="0">
                          <a:solidFill>
                            <a:schemeClr val="tx1"/>
                          </a:solidFill>
                        </a:rPr>
                        <a:t> </a:t>
                      </a:r>
                      <a:r>
                        <a:rPr lang="en-US" altLang="ko-KR" sz="800" b="0" dirty="0">
                          <a:solidFill>
                            <a:schemeClr val="tx1"/>
                          </a:solidFill>
                        </a:rPr>
                        <a:t>/ </a:t>
                      </a:r>
                      <a:r>
                        <a:rPr lang="ko-KR" altLang="en-US" sz="800" b="0" dirty="0">
                          <a:solidFill>
                            <a:schemeClr val="tx1"/>
                          </a:solidFill>
                        </a:rPr>
                        <a:t>주문자</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1187602"/>
                  </a:ext>
                </a:extLst>
              </a:tr>
              <a:tr h="140746">
                <a:tc>
                  <a:txBody>
                    <a:bodyPr/>
                    <a:lstStyle/>
                    <a:p>
                      <a:pPr algn="ctr" latinLnBrk="1"/>
                      <a:r>
                        <a:rPr lang="en-US" altLang="ko-KR" sz="800" dirty="0"/>
                        <a:t>8</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원그래프 </a:t>
                      </a:r>
                      <a:r>
                        <a:rPr lang="en-US" altLang="ko-KR" sz="800" b="0" dirty="0">
                          <a:solidFill>
                            <a:schemeClr val="tx1"/>
                          </a:solidFill>
                        </a:rPr>
                        <a:t>: </a:t>
                      </a:r>
                    </a:p>
                    <a:p>
                      <a:pPr algn="l" latinLnBrk="1"/>
                      <a:r>
                        <a:rPr lang="en-US" altLang="ko-KR" sz="800" b="0" dirty="0">
                          <a:solidFill>
                            <a:schemeClr val="tx1"/>
                          </a:solidFill>
                        </a:rPr>
                        <a:t>Shop </a:t>
                      </a:r>
                      <a:r>
                        <a:rPr lang="ko-KR" altLang="en-US" sz="800" b="0" dirty="0">
                          <a:solidFill>
                            <a:schemeClr val="tx1"/>
                          </a:solidFill>
                        </a:rPr>
                        <a:t>채널 판매현황</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245855019"/>
                  </a:ext>
                </a:extLst>
              </a:tr>
              <a:tr h="140746">
                <a:tc>
                  <a:txBody>
                    <a:bodyPr/>
                    <a:lstStyle/>
                    <a:p>
                      <a:pPr algn="ctr" latinLnBrk="1"/>
                      <a:r>
                        <a:rPr lang="en-US" altLang="ko-KR" sz="800" dirty="0"/>
                        <a:t>9</a:t>
                      </a:r>
                      <a:endParaRPr lang="ko-KR" altLang="en-US" sz="800" dirty="0"/>
                    </a:p>
                  </a:txBody>
                  <a:tcPr anchor="ctr">
                    <a:solidFill>
                      <a:schemeClr val="bg1">
                        <a:lumMod val="85000"/>
                      </a:schemeClr>
                    </a:solidFill>
                  </a:tcPr>
                </a:tc>
                <a:tc gridSpan="2">
                  <a:txBody>
                    <a:bodyPr/>
                    <a:lstStyle/>
                    <a:p>
                      <a:pPr algn="l" latinLnBrk="1"/>
                      <a:r>
                        <a:rPr lang="ko-KR" altLang="en-US" sz="800" b="0" dirty="0" err="1">
                          <a:solidFill>
                            <a:schemeClr val="tx1"/>
                          </a:solidFill>
                        </a:rPr>
                        <a:t>꺽은선</a:t>
                      </a:r>
                      <a:r>
                        <a:rPr lang="ko-KR" altLang="en-US" sz="800" b="0" dirty="0">
                          <a:solidFill>
                            <a:schemeClr val="tx1"/>
                          </a:solidFill>
                        </a:rPr>
                        <a:t> 그래프 </a:t>
                      </a:r>
                      <a:r>
                        <a:rPr lang="en-US" altLang="ko-KR" sz="800" b="0" dirty="0">
                          <a:solidFill>
                            <a:schemeClr val="tx1"/>
                          </a:solidFill>
                        </a:rPr>
                        <a:t>: </a:t>
                      </a:r>
                    </a:p>
                    <a:p>
                      <a:pPr algn="l" latinLnBrk="1"/>
                      <a:r>
                        <a:rPr lang="ko-KR" altLang="en-US" sz="800" b="0" dirty="0">
                          <a:solidFill>
                            <a:schemeClr val="tx1"/>
                          </a:solidFill>
                        </a:rPr>
                        <a:t>품목별 판매량 그래프 </a:t>
                      </a:r>
                      <a:r>
                        <a:rPr lang="en-US" altLang="ko-KR" sz="800" b="0" dirty="0">
                          <a:solidFill>
                            <a:schemeClr val="tx1"/>
                          </a:solidFill>
                        </a:rPr>
                        <a:t>( 1</a:t>
                      </a:r>
                      <a:r>
                        <a:rPr lang="ko-KR" altLang="en-US" sz="800" b="0" dirty="0" err="1">
                          <a:solidFill>
                            <a:schemeClr val="tx1"/>
                          </a:solidFill>
                        </a:rPr>
                        <a:t>년기준</a:t>
                      </a:r>
                      <a:r>
                        <a:rPr lang="ko-KR" altLang="en-US" sz="800" b="0" dirty="0">
                          <a:solidFill>
                            <a:schemeClr val="tx1"/>
                          </a:solidFill>
                        </a:rPr>
                        <a:t> </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475538560"/>
                  </a:ext>
                </a:extLst>
              </a:tr>
              <a:tr h="140746">
                <a:tc>
                  <a:txBody>
                    <a:bodyPr/>
                    <a:lstStyle/>
                    <a:p>
                      <a:pPr algn="ctr" latinLnBrk="1"/>
                      <a:r>
                        <a:rPr lang="en-US" altLang="ko-KR" sz="800" dirty="0"/>
                        <a:t>10</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고객 문의사항 리스트</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055339751"/>
                  </a:ext>
                </a:extLst>
              </a:tr>
              <a:tr h="140746">
                <a:tc>
                  <a:txBody>
                    <a:bodyPr/>
                    <a:lstStyle/>
                    <a:p>
                      <a:pPr algn="ctr" latinLnBrk="1"/>
                      <a:r>
                        <a:rPr lang="en-US" altLang="ko-KR" sz="800" dirty="0"/>
                        <a:t>11</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운영되는 </a:t>
                      </a:r>
                      <a:r>
                        <a:rPr lang="en-US" altLang="ko-KR" sz="800" b="0" dirty="0">
                          <a:solidFill>
                            <a:schemeClr val="tx1"/>
                          </a:solidFill>
                        </a:rPr>
                        <a:t>Shop </a:t>
                      </a:r>
                      <a:r>
                        <a:rPr lang="ko-KR" altLang="en-US" sz="800" b="0" dirty="0">
                          <a:solidFill>
                            <a:schemeClr val="tx1"/>
                          </a:solidFill>
                        </a:rPr>
                        <a:t>채널 바로가기 </a:t>
                      </a:r>
                      <a:r>
                        <a:rPr lang="en-US" altLang="ko-KR" sz="800" b="0" dirty="0">
                          <a:solidFill>
                            <a:schemeClr val="tx1"/>
                          </a:solidFill>
                        </a:rPr>
                        <a:t>/ </a:t>
                      </a:r>
                      <a:r>
                        <a:rPr lang="ko-KR" altLang="en-US" sz="800" b="0" dirty="0" err="1">
                          <a:solidFill>
                            <a:schemeClr val="tx1"/>
                          </a:solidFill>
                        </a:rPr>
                        <a:t>클릭시</a:t>
                      </a:r>
                      <a:r>
                        <a:rPr lang="ko-KR" altLang="en-US" sz="800" b="0" dirty="0">
                          <a:solidFill>
                            <a:schemeClr val="tx1"/>
                          </a:solidFill>
                        </a:rPr>
                        <a:t> 새창으로 </a:t>
                      </a:r>
                      <a:r>
                        <a:rPr lang="en-US" altLang="ko-KR" sz="800" b="0" dirty="0">
                          <a:solidFill>
                            <a:schemeClr val="tx1"/>
                          </a:solidFill>
                        </a:rPr>
                        <a:t>Shop </a:t>
                      </a:r>
                      <a:r>
                        <a:rPr lang="ko-KR" altLang="en-US" sz="800" b="0" dirty="0">
                          <a:solidFill>
                            <a:schemeClr val="tx1"/>
                          </a:solidFill>
                        </a:rPr>
                        <a:t>채널오픈</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99196471"/>
                  </a:ext>
                </a:extLst>
              </a:tr>
            </a:tbl>
          </a:graphicData>
        </a:graphic>
      </p:graphicFrame>
      <p:sp>
        <p:nvSpPr>
          <p:cNvPr id="16" name="TextBox 15">
            <a:extLst>
              <a:ext uri="{FF2B5EF4-FFF2-40B4-BE49-F238E27FC236}">
                <a16:creationId xmlns:a16="http://schemas.microsoft.com/office/drawing/2014/main" id="{63B6CF4E-E87A-4545-9A64-2AE658D39C9A}"/>
              </a:ext>
            </a:extLst>
          </p:cNvPr>
          <p:cNvSpPr txBox="1"/>
          <p:nvPr/>
        </p:nvSpPr>
        <p:spPr>
          <a:xfrm>
            <a:off x="1321804" y="1664808"/>
            <a:ext cx="251992" cy="230832"/>
          </a:xfrm>
          <a:prstGeom prst="rect">
            <a:avLst/>
          </a:prstGeom>
          <a:solidFill>
            <a:srgbClr val="FF0000"/>
          </a:solidFill>
        </p:spPr>
        <p:txBody>
          <a:bodyPr wrap="none" rtlCol="0">
            <a:spAutoFit/>
          </a:bodyPr>
          <a:lstStyle/>
          <a:p>
            <a:r>
              <a:rPr lang="en-US" altLang="ko-KR" sz="900" b="1" dirty="0">
                <a:solidFill>
                  <a:schemeClr val="bg1"/>
                </a:solidFill>
              </a:rPr>
              <a:t>6</a:t>
            </a:r>
            <a:endParaRPr lang="ko-KR" altLang="en-US" sz="900" b="1" dirty="0">
              <a:solidFill>
                <a:schemeClr val="bg1"/>
              </a:solidFill>
            </a:endParaRPr>
          </a:p>
        </p:txBody>
      </p:sp>
      <p:sp>
        <p:nvSpPr>
          <p:cNvPr id="19" name="TextBox 18">
            <a:extLst>
              <a:ext uri="{FF2B5EF4-FFF2-40B4-BE49-F238E27FC236}">
                <a16:creationId xmlns:a16="http://schemas.microsoft.com/office/drawing/2014/main" id="{8DE5C504-2AA9-4124-867B-1A97D74A631C}"/>
              </a:ext>
            </a:extLst>
          </p:cNvPr>
          <p:cNvSpPr txBox="1"/>
          <p:nvPr/>
        </p:nvSpPr>
        <p:spPr>
          <a:xfrm>
            <a:off x="1321803" y="3710945"/>
            <a:ext cx="251992" cy="230832"/>
          </a:xfrm>
          <a:prstGeom prst="rect">
            <a:avLst/>
          </a:prstGeom>
          <a:solidFill>
            <a:srgbClr val="FF0000"/>
          </a:solidFill>
        </p:spPr>
        <p:txBody>
          <a:bodyPr wrap="square" rtlCol="0">
            <a:spAutoFit/>
          </a:bodyPr>
          <a:lstStyle/>
          <a:p>
            <a:r>
              <a:rPr lang="en-US" altLang="ko-KR" sz="900" b="1" dirty="0">
                <a:solidFill>
                  <a:schemeClr val="bg1"/>
                </a:solidFill>
              </a:rPr>
              <a:t>7</a:t>
            </a:r>
            <a:endParaRPr lang="ko-KR" altLang="en-US" sz="900" b="1" dirty="0">
              <a:solidFill>
                <a:schemeClr val="bg1"/>
              </a:solidFill>
            </a:endParaRPr>
          </a:p>
        </p:txBody>
      </p:sp>
      <p:sp>
        <p:nvSpPr>
          <p:cNvPr id="20" name="TextBox 19">
            <a:extLst>
              <a:ext uri="{FF2B5EF4-FFF2-40B4-BE49-F238E27FC236}">
                <a16:creationId xmlns:a16="http://schemas.microsoft.com/office/drawing/2014/main" id="{B14D8C51-9ECA-4398-923B-5CEA87ECBC55}"/>
              </a:ext>
            </a:extLst>
          </p:cNvPr>
          <p:cNvSpPr txBox="1"/>
          <p:nvPr/>
        </p:nvSpPr>
        <p:spPr>
          <a:xfrm>
            <a:off x="6828406" y="3710945"/>
            <a:ext cx="319318" cy="230832"/>
          </a:xfrm>
          <a:prstGeom prst="rect">
            <a:avLst/>
          </a:prstGeom>
          <a:solidFill>
            <a:srgbClr val="FF0000"/>
          </a:solidFill>
        </p:spPr>
        <p:txBody>
          <a:bodyPr wrap="none" rtlCol="0">
            <a:spAutoFit/>
          </a:bodyPr>
          <a:lstStyle/>
          <a:p>
            <a:r>
              <a:rPr lang="en-US" altLang="ko-KR" sz="900" b="1" dirty="0">
                <a:solidFill>
                  <a:schemeClr val="bg1"/>
                </a:solidFill>
              </a:rPr>
              <a:t>10</a:t>
            </a:r>
            <a:endParaRPr lang="ko-KR" altLang="en-US" sz="900" b="1" dirty="0">
              <a:solidFill>
                <a:schemeClr val="bg1"/>
              </a:solidFill>
            </a:endParaRPr>
          </a:p>
        </p:txBody>
      </p:sp>
    </p:spTree>
    <p:extLst>
      <p:ext uri="{BB962C8B-B14F-4D97-AF65-F5344CB8AC3E}">
        <p14:creationId xmlns:p14="http://schemas.microsoft.com/office/powerpoint/2010/main" val="2798081937"/>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직사각형 6">
            <a:extLst>
              <a:ext uri="{FF2B5EF4-FFF2-40B4-BE49-F238E27FC236}">
                <a16:creationId xmlns:a16="http://schemas.microsoft.com/office/drawing/2014/main" id="{29BC53E9-1C7A-43F0-932C-1CBE98BCEAEC}"/>
              </a:ext>
            </a:extLst>
          </p:cNvPr>
          <p:cNvSpPr/>
          <p:nvPr/>
        </p:nvSpPr>
        <p:spPr>
          <a:xfrm>
            <a:off x="1464732" y="888999"/>
            <a:ext cx="1879601" cy="4732867"/>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aphicFrame>
        <p:nvGraphicFramePr>
          <p:cNvPr id="2" name="표 20">
            <a:extLst>
              <a:ext uri="{FF2B5EF4-FFF2-40B4-BE49-F238E27FC236}">
                <a16:creationId xmlns:a16="http://schemas.microsoft.com/office/drawing/2014/main" id="{D840E18B-5754-4806-B93F-6962879E17F1}"/>
              </a:ext>
            </a:extLst>
          </p:cNvPr>
          <p:cNvGraphicFramePr>
            <a:graphicFrameLocks noGrp="1"/>
          </p:cNvGraphicFramePr>
          <p:nvPr>
            <p:extLst>
              <p:ext uri="{D42A27DB-BD31-4B8C-83A1-F6EECF244321}">
                <p14:modId xmlns:p14="http://schemas.microsoft.com/office/powerpoint/2010/main" val="4284245373"/>
              </p:ext>
            </p:extLst>
          </p:nvPr>
        </p:nvGraphicFramePr>
        <p:xfrm>
          <a:off x="1743215" y="1161414"/>
          <a:ext cx="1305704" cy="3562986"/>
        </p:xfrm>
        <a:graphic>
          <a:graphicData uri="http://schemas.openxmlformats.org/drawingml/2006/table">
            <a:tbl>
              <a:tblPr firstRow="1" bandRow="1">
                <a:tableStyleId>{5940675A-B579-460E-94D1-54222C63F5DA}</a:tableStyleId>
              </a:tblPr>
              <a:tblGrid>
                <a:gridCol w="1305704">
                  <a:extLst>
                    <a:ext uri="{9D8B030D-6E8A-4147-A177-3AD203B41FA5}">
                      <a16:colId xmlns:a16="http://schemas.microsoft.com/office/drawing/2014/main" val="4196810075"/>
                    </a:ext>
                  </a:extLst>
                </a:gridCol>
              </a:tblGrid>
              <a:tr h="0">
                <a:tc>
                  <a:txBody>
                    <a:bodyPr/>
                    <a:lstStyle/>
                    <a:p>
                      <a:pPr latinLnBrk="1"/>
                      <a:r>
                        <a:rPr lang="ko-KR" altLang="en-US" sz="800" dirty="0"/>
                        <a:t>○ </a:t>
                      </a:r>
                      <a:r>
                        <a:rPr lang="en-US" altLang="ko-KR" sz="800" dirty="0"/>
                        <a:t>Shop </a:t>
                      </a:r>
                      <a:r>
                        <a:rPr lang="ko-KR" altLang="en-US" sz="800" dirty="0"/>
                        <a:t>채널관리 </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3246189"/>
                  </a:ext>
                </a:extLst>
              </a:tr>
              <a:tr h="0">
                <a:tc>
                  <a:txBody>
                    <a:bodyPr/>
                    <a:lstStyle/>
                    <a:p>
                      <a:pPr latinLnBrk="1">
                        <a:lnSpc>
                          <a:spcPct val="150000"/>
                        </a:lnSpc>
                      </a:pPr>
                      <a:r>
                        <a:rPr lang="en-US" altLang="ko-KR" sz="700" dirty="0"/>
                        <a:t>   -  Shop </a:t>
                      </a:r>
                      <a:r>
                        <a:rPr lang="ko-KR" altLang="en-US" sz="700" dirty="0"/>
                        <a:t>채널목록</a:t>
                      </a:r>
                      <a:endParaRPr lang="en-US" altLang="ko-KR" sz="700" dirty="0"/>
                    </a:p>
                    <a:p>
                      <a:pPr latinLnBrk="1">
                        <a:lnSpc>
                          <a:spcPct val="150000"/>
                        </a:lnSpc>
                      </a:pPr>
                      <a:r>
                        <a:rPr lang="en-US" altLang="ko-KR" sz="700" dirty="0"/>
                        <a:t>   -  Shop </a:t>
                      </a:r>
                      <a:r>
                        <a:rPr lang="ko-KR" altLang="en-US" sz="700" dirty="0"/>
                        <a:t>채널등록</a:t>
                      </a:r>
                      <a:endParaRPr lang="en-US" altLang="ko-KR" sz="700" dirty="0"/>
                    </a:p>
                    <a:p>
                      <a:pPr latinLnBrk="1"/>
                      <a:endParaRPr lang="en-US" altLang="ko-KR" sz="7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710769806"/>
                  </a:ext>
                </a:extLst>
              </a:tr>
              <a:tr h="0">
                <a:tc>
                  <a:txBody>
                    <a:bodyPr/>
                    <a:lstStyle/>
                    <a:p>
                      <a:pPr latinLnBrk="1"/>
                      <a:r>
                        <a:rPr lang="ko-KR" altLang="en-US" sz="800" dirty="0"/>
                        <a:t>○ 상품관리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554609511"/>
                  </a:ext>
                </a:extLst>
              </a:tr>
              <a:tr h="0">
                <a:tc>
                  <a:txBody>
                    <a:bodyPr/>
                    <a:lstStyle/>
                    <a:p>
                      <a:pPr latinLnBrk="1">
                        <a:lnSpc>
                          <a:spcPct val="150000"/>
                        </a:lnSpc>
                      </a:pPr>
                      <a:r>
                        <a:rPr lang="en-US" altLang="ko-KR" sz="700" dirty="0"/>
                        <a:t>   -  </a:t>
                      </a:r>
                      <a:r>
                        <a:rPr lang="ko-KR" altLang="en-US" sz="700" dirty="0"/>
                        <a:t>자사상품목록</a:t>
                      </a:r>
                      <a:endParaRPr lang="en-US" altLang="ko-KR" sz="700" dirty="0"/>
                    </a:p>
                    <a:p>
                      <a:pPr latinLnBrk="1">
                        <a:lnSpc>
                          <a:spcPct val="150000"/>
                        </a:lnSpc>
                      </a:pPr>
                      <a:r>
                        <a:rPr lang="en-US" altLang="ko-KR" sz="700" dirty="0"/>
                        <a:t>   -  </a:t>
                      </a:r>
                      <a:r>
                        <a:rPr lang="ko-KR" altLang="en-US" sz="700" dirty="0"/>
                        <a:t>공개상품목록</a:t>
                      </a:r>
                      <a:endParaRPr lang="en-US" altLang="ko-KR" sz="700" dirty="0"/>
                    </a:p>
                    <a:p>
                      <a:pPr latinLnBrk="1">
                        <a:lnSpc>
                          <a:spcPct val="150000"/>
                        </a:lnSpc>
                      </a:pPr>
                      <a:r>
                        <a:rPr lang="en-US" altLang="ko-KR" sz="700" dirty="0"/>
                        <a:t>   -  </a:t>
                      </a:r>
                      <a:r>
                        <a:rPr lang="ko-KR" altLang="en-US" sz="700" dirty="0"/>
                        <a:t>제휴상품목록</a:t>
                      </a:r>
                      <a:endParaRPr lang="en-US" altLang="ko-KR" sz="700" dirty="0"/>
                    </a:p>
                    <a:p>
                      <a:pPr latinLnBrk="1">
                        <a:lnSpc>
                          <a:spcPct val="150000"/>
                        </a:lnSpc>
                      </a:pPr>
                      <a:r>
                        <a:rPr lang="en-US" altLang="ko-KR" sz="700" dirty="0"/>
                        <a:t>   - </a:t>
                      </a:r>
                      <a:r>
                        <a:rPr lang="ko-KR" altLang="en-US" sz="700" dirty="0"/>
                        <a:t>상품등록</a:t>
                      </a:r>
                      <a:endParaRPr lang="en-US" altLang="ko-KR" sz="700" dirty="0"/>
                    </a:p>
                    <a:p>
                      <a:pPr latinLnBrk="1">
                        <a:lnSpc>
                          <a:spcPct val="150000"/>
                        </a:lnSpc>
                      </a:pPr>
                      <a:endParaRPr lang="ko-KR" altLang="en-US" sz="7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758174284"/>
                  </a:ext>
                </a:extLst>
              </a:tr>
              <a:tr h="0">
                <a:tc>
                  <a:txBody>
                    <a:bodyPr/>
                    <a:lstStyle/>
                    <a:p>
                      <a:pPr latinLnBrk="1"/>
                      <a:r>
                        <a:rPr lang="ko-KR" altLang="en-US" sz="800" dirty="0"/>
                        <a:t>○ 공동구매 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9320490"/>
                  </a:ext>
                </a:extLst>
              </a:tr>
              <a:tr h="0">
                <a:tc>
                  <a:txBody>
                    <a:bodyPr/>
                    <a:lstStyle/>
                    <a:p>
                      <a:pPr latinLnBrk="1">
                        <a:lnSpc>
                          <a:spcPct val="150000"/>
                        </a:lnSpc>
                      </a:pPr>
                      <a:r>
                        <a:rPr lang="en-US" altLang="ko-KR" sz="700" dirty="0"/>
                        <a:t>   - </a:t>
                      </a:r>
                      <a:r>
                        <a:rPr lang="ko-KR" altLang="en-US" sz="700" dirty="0"/>
                        <a:t>공동구매 상품목록</a:t>
                      </a:r>
                      <a:endParaRPr lang="en-US" altLang="ko-KR" sz="700" dirty="0"/>
                    </a:p>
                    <a:p>
                      <a:pPr latinLnBrk="1">
                        <a:lnSpc>
                          <a:spcPct val="150000"/>
                        </a:lnSpc>
                      </a:pPr>
                      <a:r>
                        <a:rPr lang="en-US" altLang="ko-KR" sz="700" dirty="0"/>
                        <a:t>   - </a:t>
                      </a:r>
                      <a:r>
                        <a:rPr lang="ko-KR" altLang="en-US" sz="700" dirty="0"/>
                        <a:t>공동구매 상품등록</a:t>
                      </a:r>
                      <a:endParaRPr lang="en-US" altLang="ko-KR" sz="700" dirty="0"/>
                    </a:p>
                    <a:p>
                      <a:pPr latinLnBrk="1"/>
                      <a:endParaRPr lang="ko-KR" altLang="en-US" sz="8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822025799"/>
                  </a:ext>
                </a:extLst>
              </a:tr>
              <a:tr h="0">
                <a:tc>
                  <a:txBody>
                    <a:bodyPr/>
                    <a:lstStyle/>
                    <a:p>
                      <a:pPr latinLnBrk="1"/>
                      <a:r>
                        <a:rPr lang="ko-KR" altLang="en-US" sz="800" dirty="0"/>
                        <a:t>○ 주문관리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183410372"/>
                  </a:ext>
                </a:extLst>
              </a:tr>
              <a:tr h="0">
                <a:tc>
                  <a:txBody>
                    <a:bodyPr/>
                    <a:lstStyle/>
                    <a:p>
                      <a:pPr latinLnBrk="1">
                        <a:lnSpc>
                          <a:spcPct val="150000"/>
                        </a:lnSpc>
                      </a:pPr>
                      <a:r>
                        <a:rPr lang="en-US" altLang="ko-KR" sz="800" dirty="0"/>
                        <a:t>  </a:t>
                      </a:r>
                      <a:r>
                        <a:rPr lang="en-US" altLang="ko-KR" sz="700" dirty="0"/>
                        <a:t>- </a:t>
                      </a:r>
                      <a:r>
                        <a:rPr lang="ko-KR" altLang="en-US" sz="700" dirty="0"/>
                        <a:t>일반 주문목록</a:t>
                      </a:r>
                      <a:endParaRPr lang="en-US" altLang="ko-KR" sz="700" dirty="0"/>
                    </a:p>
                    <a:p>
                      <a:pPr latinLnBrk="1">
                        <a:lnSpc>
                          <a:spcPct val="150000"/>
                        </a:lnSpc>
                      </a:pPr>
                      <a:r>
                        <a:rPr lang="en-US" altLang="ko-KR" sz="700" dirty="0"/>
                        <a:t>  - </a:t>
                      </a:r>
                      <a:r>
                        <a:rPr lang="ko-KR" altLang="en-US" sz="700" dirty="0"/>
                        <a:t>공동구매 주문목록</a:t>
                      </a:r>
                      <a:endParaRPr lang="en-US" altLang="ko-KR" sz="700" dirty="0"/>
                    </a:p>
                    <a:p>
                      <a:pPr latinLnBrk="1">
                        <a:lnSpc>
                          <a:spcPct val="150000"/>
                        </a:lnSpc>
                      </a:pPr>
                      <a:endParaRPr lang="ko-KR" altLang="en-US" sz="700" dirty="0"/>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6186852"/>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정산관리</a:t>
                      </a:r>
                    </a:p>
                  </a:txBody>
                  <a:tcP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878359119"/>
                  </a:ext>
                </a:extLst>
              </a:tr>
            </a:tbl>
          </a:graphicData>
        </a:graphic>
      </p:graphicFrame>
      <p:sp>
        <p:nvSpPr>
          <p:cNvPr id="3" name="TextBox 2">
            <a:extLst>
              <a:ext uri="{FF2B5EF4-FFF2-40B4-BE49-F238E27FC236}">
                <a16:creationId xmlns:a16="http://schemas.microsoft.com/office/drawing/2014/main" id="{9001DBFB-61C4-4A22-AD35-E9E092207A5C}"/>
              </a:ext>
            </a:extLst>
          </p:cNvPr>
          <p:cNvSpPr txBox="1"/>
          <p:nvPr/>
        </p:nvSpPr>
        <p:spPr>
          <a:xfrm>
            <a:off x="2813256" y="1131441"/>
            <a:ext cx="276038" cy="246221"/>
          </a:xfrm>
          <a:prstGeom prst="rect">
            <a:avLst/>
          </a:prstGeom>
          <a:noFill/>
        </p:spPr>
        <p:txBody>
          <a:bodyPr wrap="none" rtlCol="0">
            <a:spAutoFit/>
          </a:bodyPr>
          <a:lstStyle/>
          <a:p>
            <a:r>
              <a:rPr lang="ko-KR" altLang="en-US" sz="1000" b="1" dirty="0"/>
              <a:t>∨</a:t>
            </a:r>
          </a:p>
        </p:txBody>
      </p:sp>
      <p:sp>
        <p:nvSpPr>
          <p:cNvPr id="4" name="TextBox 3">
            <a:extLst>
              <a:ext uri="{FF2B5EF4-FFF2-40B4-BE49-F238E27FC236}">
                <a16:creationId xmlns:a16="http://schemas.microsoft.com/office/drawing/2014/main" id="{20D88F29-AC66-49B7-BFFC-4DAD34E94FBE}"/>
              </a:ext>
            </a:extLst>
          </p:cNvPr>
          <p:cNvSpPr txBox="1"/>
          <p:nvPr/>
        </p:nvSpPr>
        <p:spPr>
          <a:xfrm>
            <a:off x="2807726" y="1866787"/>
            <a:ext cx="276038" cy="246221"/>
          </a:xfrm>
          <a:prstGeom prst="rect">
            <a:avLst/>
          </a:prstGeom>
          <a:noFill/>
        </p:spPr>
        <p:txBody>
          <a:bodyPr wrap="none" rtlCol="0">
            <a:spAutoFit/>
          </a:bodyPr>
          <a:lstStyle/>
          <a:p>
            <a:r>
              <a:rPr lang="ko-KR" altLang="en-US" sz="1000" b="1" dirty="0"/>
              <a:t>∨</a:t>
            </a:r>
          </a:p>
        </p:txBody>
      </p:sp>
      <p:sp>
        <p:nvSpPr>
          <p:cNvPr id="5" name="TextBox 4">
            <a:extLst>
              <a:ext uri="{FF2B5EF4-FFF2-40B4-BE49-F238E27FC236}">
                <a16:creationId xmlns:a16="http://schemas.microsoft.com/office/drawing/2014/main" id="{66A6FD91-24A2-4DE3-82A6-D7DCD372266B}"/>
              </a:ext>
            </a:extLst>
          </p:cNvPr>
          <p:cNvSpPr txBox="1"/>
          <p:nvPr/>
        </p:nvSpPr>
        <p:spPr>
          <a:xfrm>
            <a:off x="2822775" y="2942907"/>
            <a:ext cx="276038" cy="246221"/>
          </a:xfrm>
          <a:prstGeom prst="rect">
            <a:avLst/>
          </a:prstGeom>
          <a:noFill/>
        </p:spPr>
        <p:txBody>
          <a:bodyPr wrap="none" rtlCol="0">
            <a:spAutoFit/>
          </a:bodyPr>
          <a:lstStyle/>
          <a:p>
            <a:r>
              <a:rPr lang="ko-KR" altLang="en-US" sz="1000" b="1" dirty="0"/>
              <a:t>∨</a:t>
            </a:r>
          </a:p>
        </p:txBody>
      </p:sp>
      <p:sp>
        <p:nvSpPr>
          <p:cNvPr id="6" name="TextBox 5">
            <a:extLst>
              <a:ext uri="{FF2B5EF4-FFF2-40B4-BE49-F238E27FC236}">
                <a16:creationId xmlns:a16="http://schemas.microsoft.com/office/drawing/2014/main" id="{365815D3-8A13-40F7-B30E-4B444DADDEA9}"/>
              </a:ext>
            </a:extLst>
          </p:cNvPr>
          <p:cNvSpPr txBox="1"/>
          <p:nvPr/>
        </p:nvSpPr>
        <p:spPr>
          <a:xfrm>
            <a:off x="2822775" y="3682398"/>
            <a:ext cx="276038" cy="246221"/>
          </a:xfrm>
          <a:prstGeom prst="rect">
            <a:avLst/>
          </a:prstGeom>
          <a:noFill/>
        </p:spPr>
        <p:txBody>
          <a:bodyPr wrap="none" rtlCol="0">
            <a:spAutoFit/>
          </a:bodyPr>
          <a:lstStyle/>
          <a:p>
            <a:r>
              <a:rPr lang="ko-KR" altLang="en-US" sz="1000" b="1" dirty="0"/>
              <a:t>∨</a:t>
            </a:r>
          </a:p>
        </p:txBody>
      </p:sp>
      <p:sp>
        <p:nvSpPr>
          <p:cNvPr id="13" name="TextBox 12">
            <a:extLst>
              <a:ext uri="{FF2B5EF4-FFF2-40B4-BE49-F238E27FC236}">
                <a16:creationId xmlns:a16="http://schemas.microsoft.com/office/drawing/2014/main" id="{F6FD54B4-8DB4-4B75-9EF0-2F89F898CC38}"/>
              </a:ext>
            </a:extLst>
          </p:cNvPr>
          <p:cNvSpPr txBox="1"/>
          <p:nvPr/>
        </p:nvSpPr>
        <p:spPr>
          <a:xfrm>
            <a:off x="1602294" y="1005302"/>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graphicFrame>
        <p:nvGraphicFramePr>
          <p:cNvPr id="9" name="표 8">
            <a:extLst>
              <a:ext uri="{FF2B5EF4-FFF2-40B4-BE49-F238E27FC236}">
                <a16:creationId xmlns:a16="http://schemas.microsoft.com/office/drawing/2014/main" id="{671C8208-6C3E-4313-B11B-2488ECFD1EB6}"/>
              </a:ext>
            </a:extLst>
          </p:cNvPr>
          <p:cNvGraphicFramePr>
            <a:graphicFrameLocks noGrp="1"/>
          </p:cNvGraphicFramePr>
          <p:nvPr>
            <p:extLst>
              <p:ext uri="{D42A27DB-BD31-4B8C-83A1-F6EECF244321}">
                <p14:modId xmlns:p14="http://schemas.microsoft.com/office/powerpoint/2010/main" val="2012728941"/>
              </p:ext>
            </p:extLst>
          </p:nvPr>
        </p:nvGraphicFramePr>
        <p:xfrm>
          <a:off x="10171774" y="22159"/>
          <a:ext cx="1979018" cy="132691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RF-02-02-01-1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대시보드</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en-US" altLang="ko-KR" sz="800" dirty="0"/>
                        <a:t>2</a:t>
                      </a:r>
                      <a:r>
                        <a:rPr lang="ko-KR" altLang="en-US" sz="800" dirty="0" err="1"/>
                        <a:t>차메뉴</a:t>
                      </a:r>
                      <a:r>
                        <a:rPr lang="ko-KR" altLang="en-US" sz="800" dirty="0"/>
                        <a:t> </a:t>
                      </a:r>
                      <a:r>
                        <a:rPr lang="ko-KR" altLang="en-US" sz="800" dirty="0" err="1"/>
                        <a:t>펼침화면</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a:t>
                      </a:r>
                      <a:r>
                        <a:rPr lang="ko-KR" altLang="en-US" sz="800" b="0" dirty="0">
                          <a:solidFill>
                            <a:schemeClr val="tx1"/>
                          </a:solidFill>
                        </a:rPr>
                        <a:t>차 메뉴 펼침</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Tree>
    <p:extLst>
      <p:ext uri="{BB962C8B-B14F-4D97-AF65-F5344CB8AC3E}">
        <p14:creationId xmlns:p14="http://schemas.microsoft.com/office/powerpoint/2010/main" val="1343865182"/>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표 6">
            <a:extLst>
              <a:ext uri="{FF2B5EF4-FFF2-40B4-BE49-F238E27FC236}">
                <a16:creationId xmlns:a16="http://schemas.microsoft.com/office/drawing/2014/main" id="{850FBBFB-1978-482C-AE41-FBC394511E2F}"/>
              </a:ext>
            </a:extLst>
          </p:cNvPr>
          <p:cNvGraphicFramePr>
            <a:graphicFrameLocks noGrp="1"/>
          </p:cNvGraphicFramePr>
          <p:nvPr>
            <p:extLst>
              <p:ext uri="{D42A27DB-BD31-4B8C-83A1-F6EECF244321}">
                <p14:modId xmlns:p14="http://schemas.microsoft.com/office/powerpoint/2010/main" val="852704640"/>
              </p:ext>
            </p:extLst>
          </p:nvPr>
        </p:nvGraphicFramePr>
        <p:xfrm>
          <a:off x="13504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latinLnBrk="1"/>
                      <a:endParaRPr lang="ko-KR" altLang="en-US" sz="1800" b="1" dirty="0">
                        <a:solidFill>
                          <a:schemeClr val="tx1"/>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b="1" dirty="0">
                          <a:solidFill>
                            <a:schemeClr val="tx1"/>
                          </a:solidFill>
                          <a:latin typeface="+mn-ea"/>
                          <a:ea typeface="+mn-ea"/>
                        </a:rPr>
                        <a:t>●  정보 관리</a:t>
                      </a:r>
                    </a:p>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3192760425"/>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70EDDAD7-CC5A-4536-8174-9E22E4B2DB9A}"/>
              </a:ext>
            </a:extLst>
          </p:cNvPr>
          <p:cNvSpPr txBox="1"/>
          <p:nvPr/>
        </p:nvSpPr>
        <p:spPr>
          <a:xfrm>
            <a:off x="1451542" y="562564"/>
            <a:ext cx="771365"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ko-KR" altLang="en-US" sz="800" b="1" dirty="0"/>
              <a:t>채널 정보</a:t>
            </a:r>
          </a:p>
        </p:txBody>
      </p:sp>
      <p:graphicFrame>
        <p:nvGraphicFramePr>
          <p:cNvPr id="3" name="표 2">
            <a:extLst>
              <a:ext uri="{FF2B5EF4-FFF2-40B4-BE49-F238E27FC236}">
                <a16:creationId xmlns:a16="http://schemas.microsoft.com/office/drawing/2014/main" id="{622F7717-663C-4109-AE98-00FB8B36A0C4}"/>
              </a:ext>
            </a:extLst>
          </p:cNvPr>
          <p:cNvGraphicFramePr>
            <a:graphicFrameLocks noGrp="1"/>
          </p:cNvGraphicFramePr>
          <p:nvPr>
            <p:extLst>
              <p:ext uri="{D42A27DB-BD31-4B8C-83A1-F6EECF244321}">
                <p14:modId xmlns:p14="http://schemas.microsoft.com/office/powerpoint/2010/main" val="687235880"/>
              </p:ext>
            </p:extLst>
          </p:nvPr>
        </p:nvGraphicFramePr>
        <p:xfrm>
          <a:off x="1531936" y="778008"/>
          <a:ext cx="7485921" cy="426720"/>
        </p:xfrm>
        <a:graphic>
          <a:graphicData uri="http://schemas.openxmlformats.org/drawingml/2006/table">
            <a:tbl>
              <a:tblPr firstRow="1" bandRow="1">
                <a:tableStyleId>{5C22544A-7EE6-4342-B048-85BDC9FD1C3A}</a:tableStyleId>
              </a:tblPr>
              <a:tblGrid>
                <a:gridCol w="1242836">
                  <a:extLst>
                    <a:ext uri="{9D8B030D-6E8A-4147-A177-3AD203B41FA5}">
                      <a16:colId xmlns:a16="http://schemas.microsoft.com/office/drawing/2014/main" val="20000"/>
                    </a:ext>
                  </a:extLst>
                </a:gridCol>
                <a:gridCol w="2511464">
                  <a:extLst>
                    <a:ext uri="{9D8B030D-6E8A-4147-A177-3AD203B41FA5}">
                      <a16:colId xmlns:a16="http://schemas.microsoft.com/office/drawing/2014/main" val="20001"/>
                    </a:ext>
                  </a:extLst>
                </a:gridCol>
                <a:gridCol w="1299263">
                  <a:extLst>
                    <a:ext uri="{9D8B030D-6E8A-4147-A177-3AD203B41FA5}">
                      <a16:colId xmlns:a16="http://schemas.microsoft.com/office/drawing/2014/main" val="3928038812"/>
                    </a:ext>
                  </a:extLst>
                </a:gridCol>
                <a:gridCol w="2432358">
                  <a:extLst>
                    <a:ext uri="{9D8B030D-6E8A-4147-A177-3AD203B41FA5}">
                      <a16:colId xmlns:a16="http://schemas.microsoft.com/office/drawing/2014/main" val="1221996721"/>
                    </a:ext>
                  </a:extLst>
                </a:gridCol>
              </a:tblGrid>
              <a:tr h="0">
                <a:tc>
                  <a:txBody>
                    <a:bodyPr/>
                    <a:lstStyle/>
                    <a:p>
                      <a:pPr latinLnBrk="1"/>
                      <a:r>
                        <a:rPr lang="ko-KR" altLang="en-US" sz="800" b="0" dirty="0">
                          <a:solidFill>
                            <a:schemeClr val="tx1"/>
                          </a:solidFill>
                        </a:rPr>
                        <a:t>채널 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대표 관리자 아이디</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비밀 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판매 권한 </a:t>
                      </a:r>
                      <a:r>
                        <a:rPr lang="en-US" altLang="ko-KR" sz="800" b="0" i="0" u="none" strike="noStrike" dirty="0">
                          <a:solidFill>
                            <a:schemeClr val="tx1"/>
                          </a:solidFill>
                          <a:effectLst/>
                          <a:latin typeface="+mn-lt"/>
                        </a:rPr>
                        <a:t>/ </a:t>
                      </a:r>
                      <a:r>
                        <a:rPr lang="ko-KR" altLang="en-US" sz="800" b="0" i="0" u="none" strike="noStrike" dirty="0">
                          <a:solidFill>
                            <a:schemeClr val="tx1"/>
                          </a:solidFill>
                          <a:effectLst/>
                          <a:latin typeface="+mn-lt"/>
                        </a:rPr>
                        <a:t>수수료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획득 </a:t>
                      </a:r>
                      <a:r>
                        <a:rPr lang="en-US" altLang="ko-KR" sz="800" b="0" i="0" u="none" strike="noStrike" dirty="0">
                          <a:solidFill>
                            <a:schemeClr val="tx1"/>
                          </a:solidFill>
                          <a:effectLst/>
                          <a:latin typeface="+mn-lt"/>
                        </a:rPr>
                        <a:t>( 2025. 10. 10 )  /  </a:t>
                      </a:r>
                      <a:r>
                        <a:rPr lang="ko-KR" altLang="en-US" sz="800" b="0" i="0" u="none" strike="noStrike" dirty="0">
                          <a:solidFill>
                            <a:schemeClr val="tx1"/>
                          </a:solidFill>
                          <a:effectLst/>
                          <a:latin typeface="+mn-lt"/>
                        </a:rPr>
                        <a:t>수수료 </a:t>
                      </a:r>
                      <a:r>
                        <a:rPr lang="en-US" altLang="ko-KR" sz="800" b="0" i="0" u="none" strike="noStrike" dirty="0">
                          <a:solidFill>
                            <a:schemeClr val="tx1"/>
                          </a:solidFill>
                          <a:effectLst/>
                          <a:latin typeface="+mn-lt"/>
                        </a:rPr>
                        <a:t>( 5% )</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4" name="직사각형 3">
            <a:extLst>
              <a:ext uri="{FF2B5EF4-FFF2-40B4-BE49-F238E27FC236}">
                <a16:creationId xmlns:a16="http://schemas.microsoft.com/office/drawing/2014/main" id="{FC305CBB-BFDD-4C20-8F7C-5DAA2B2B3235}"/>
              </a:ext>
            </a:extLst>
          </p:cNvPr>
          <p:cNvSpPr/>
          <p:nvPr/>
        </p:nvSpPr>
        <p:spPr>
          <a:xfrm>
            <a:off x="2841234" y="1014942"/>
            <a:ext cx="909631" cy="140567"/>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비밀번호변경</a:t>
            </a:r>
            <a:endParaRPr lang="en-US" altLang="ko-KR" sz="800" b="1" dirty="0">
              <a:solidFill>
                <a:schemeClr val="bg1"/>
              </a:solidFill>
            </a:endParaRPr>
          </a:p>
        </p:txBody>
      </p:sp>
      <p:sp>
        <p:nvSpPr>
          <p:cNvPr id="23" name="TextBox 22">
            <a:extLst>
              <a:ext uri="{FF2B5EF4-FFF2-40B4-BE49-F238E27FC236}">
                <a16:creationId xmlns:a16="http://schemas.microsoft.com/office/drawing/2014/main" id="{2D518BAB-EDBF-4B14-A50E-18B0EEFD1BF8}"/>
              </a:ext>
            </a:extLst>
          </p:cNvPr>
          <p:cNvSpPr txBox="1"/>
          <p:nvPr/>
        </p:nvSpPr>
        <p:spPr>
          <a:xfrm>
            <a:off x="1451542" y="1450431"/>
            <a:ext cx="1447832"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회원사 </a:t>
            </a:r>
            <a:r>
              <a:rPr lang="ko-KR" altLang="en-US" sz="800" b="1" dirty="0"/>
              <a:t>정보  </a:t>
            </a:r>
            <a:r>
              <a:rPr lang="en-US" altLang="ko-KR" sz="800" b="1" dirty="0"/>
              <a:t>( </a:t>
            </a:r>
            <a:r>
              <a:rPr lang="ko-KR" altLang="en-US" sz="800" b="1" dirty="0"/>
              <a:t>닫침     </a:t>
            </a:r>
            <a:r>
              <a:rPr lang="en-US" altLang="ko-KR" sz="800" b="1" dirty="0"/>
              <a:t>)</a:t>
            </a:r>
            <a:endParaRPr lang="ko-KR" altLang="en-US" sz="800" b="1" dirty="0"/>
          </a:p>
        </p:txBody>
      </p:sp>
      <p:graphicFrame>
        <p:nvGraphicFramePr>
          <p:cNvPr id="24" name="표 23">
            <a:extLst>
              <a:ext uri="{FF2B5EF4-FFF2-40B4-BE49-F238E27FC236}">
                <a16:creationId xmlns:a16="http://schemas.microsoft.com/office/drawing/2014/main" id="{43597B23-9C7A-4D94-B45A-EE2E318EF599}"/>
              </a:ext>
            </a:extLst>
          </p:cNvPr>
          <p:cNvGraphicFramePr>
            <a:graphicFrameLocks noGrp="1"/>
          </p:cNvGraphicFramePr>
          <p:nvPr>
            <p:extLst>
              <p:ext uri="{D42A27DB-BD31-4B8C-83A1-F6EECF244321}">
                <p14:modId xmlns:p14="http://schemas.microsoft.com/office/powerpoint/2010/main" val="2553315335"/>
              </p:ext>
            </p:extLst>
          </p:nvPr>
        </p:nvGraphicFramePr>
        <p:xfrm>
          <a:off x="1531936" y="1665875"/>
          <a:ext cx="7485922" cy="1981200"/>
        </p:xfrm>
        <a:graphic>
          <a:graphicData uri="http://schemas.openxmlformats.org/drawingml/2006/table">
            <a:tbl>
              <a:tblPr firstRow="1" bandRow="1">
                <a:tableStyleId>{5C22544A-7EE6-4342-B048-85BDC9FD1C3A}</a:tableStyleId>
              </a:tblPr>
              <a:tblGrid>
                <a:gridCol w="1242835">
                  <a:extLst>
                    <a:ext uri="{9D8B030D-6E8A-4147-A177-3AD203B41FA5}">
                      <a16:colId xmlns:a16="http://schemas.microsoft.com/office/drawing/2014/main" val="20000"/>
                    </a:ext>
                  </a:extLst>
                </a:gridCol>
                <a:gridCol w="2719079">
                  <a:extLst>
                    <a:ext uri="{9D8B030D-6E8A-4147-A177-3AD203B41FA5}">
                      <a16:colId xmlns:a16="http://schemas.microsoft.com/office/drawing/2014/main" val="20001"/>
                    </a:ext>
                  </a:extLst>
                </a:gridCol>
                <a:gridCol w="1084953">
                  <a:extLst>
                    <a:ext uri="{9D8B030D-6E8A-4147-A177-3AD203B41FA5}">
                      <a16:colId xmlns:a16="http://schemas.microsoft.com/office/drawing/2014/main" val="4123994656"/>
                    </a:ext>
                  </a:extLst>
                </a:gridCol>
                <a:gridCol w="2439055">
                  <a:extLst>
                    <a:ext uri="{9D8B030D-6E8A-4147-A177-3AD203B41FA5}">
                      <a16:colId xmlns:a16="http://schemas.microsoft.com/office/drawing/2014/main" val="1145626449"/>
                    </a:ext>
                  </a:extLst>
                </a:gridCol>
              </a:tblGrid>
              <a:tr h="0">
                <a:tc>
                  <a:txBody>
                    <a:bodyPr/>
                    <a:lstStyle/>
                    <a:p>
                      <a:pPr latinLnBrk="1"/>
                      <a:r>
                        <a:rPr lang="ko-KR" altLang="en-US" sz="800" b="0" dirty="0">
                          <a:solidFill>
                            <a:schemeClr val="tx1"/>
                          </a:solidFill>
                        </a:rPr>
                        <a:t>회원사 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사업자구분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개인판매   ○ 개인사업자   ○ 법인사업자 </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사업자등록번호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rgbClr val="C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대표연락처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158815553"/>
                  </a:ext>
                </a:extLst>
              </a:tr>
              <a:tr h="0">
                <a:tc>
                  <a:txBody>
                    <a:bodyPr/>
                    <a:lstStyle/>
                    <a:p>
                      <a:pPr latinLnBrk="1"/>
                      <a:r>
                        <a:rPr lang="ko-KR" altLang="en-US" sz="800" b="0" dirty="0" err="1">
                          <a:solidFill>
                            <a:schemeClr val="tx1"/>
                          </a:solidFill>
                        </a:rPr>
                        <a:t>대표이메일</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1" i="0" u="none" strike="noStrike" dirty="0">
                          <a:solidFill>
                            <a:srgbClr val="C00000"/>
                          </a:solidFill>
                          <a:effectLst/>
                          <a:latin typeface="+mn-lt"/>
                        </a:rPr>
                        <a:t>                                            </a:t>
                      </a:r>
                      <a:r>
                        <a:rPr lang="en-US" altLang="ko-KR" sz="800" b="1" i="0" u="none" strike="noStrike" dirty="0">
                          <a:solidFill>
                            <a:schemeClr val="tx1"/>
                          </a:solidFill>
                          <a:effectLst/>
                          <a:latin typeface="+mn-lt"/>
                        </a:rPr>
                        <a:t>@</a:t>
                      </a: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32034566"/>
                  </a:ext>
                </a:extLst>
              </a:tr>
              <a:tr h="0">
                <a:tc>
                  <a:txBody>
                    <a:bodyPr/>
                    <a:lstStyle/>
                    <a:p>
                      <a:pPr latinLnBrk="1"/>
                      <a:r>
                        <a:rPr lang="ko-KR" altLang="en-US" sz="800" b="0" dirty="0">
                          <a:solidFill>
                            <a:schemeClr val="tx1"/>
                          </a:solidFill>
                        </a:rPr>
                        <a:t>회원사 주소지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89819523"/>
                  </a:ext>
                </a:extLst>
              </a:tr>
              <a:tr h="0">
                <a:tc>
                  <a:txBody>
                    <a:bodyPr/>
                    <a:lstStyle/>
                    <a:p>
                      <a:pPr latinLnBrk="1"/>
                      <a:r>
                        <a:rPr lang="ko-KR" altLang="en-US" sz="800" b="0" dirty="0">
                          <a:solidFill>
                            <a:schemeClr val="tx1"/>
                          </a:solidFill>
                        </a:rPr>
                        <a:t>정산용 계좌번호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719954552"/>
                  </a:ext>
                </a:extLst>
              </a:tr>
              <a:tr h="0">
                <a:tc>
                  <a:txBody>
                    <a:bodyPr/>
                    <a:lstStyle/>
                    <a:p>
                      <a:pPr latinLnBrk="1"/>
                      <a:r>
                        <a:rPr lang="ko-KR" altLang="en-US" sz="800" b="0" dirty="0">
                          <a:solidFill>
                            <a:schemeClr val="tx1"/>
                          </a:solidFill>
                        </a:rPr>
                        <a:t>정산용 통장사본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685865444"/>
                  </a:ext>
                </a:extLst>
              </a:tr>
            </a:tbl>
          </a:graphicData>
        </a:graphic>
      </p:graphicFrame>
      <p:sp>
        <p:nvSpPr>
          <p:cNvPr id="25" name="직사각형 24">
            <a:extLst>
              <a:ext uri="{FF2B5EF4-FFF2-40B4-BE49-F238E27FC236}">
                <a16:creationId xmlns:a16="http://schemas.microsoft.com/office/drawing/2014/main" id="{5AEC8AFD-4FA4-430F-A8CE-0B161DD5B337}"/>
              </a:ext>
            </a:extLst>
          </p:cNvPr>
          <p:cNvSpPr/>
          <p:nvPr/>
        </p:nvSpPr>
        <p:spPr>
          <a:xfrm>
            <a:off x="2904234" y="1692608"/>
            <a:ext cx="5474510" cy="148514"/>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회원사 명</a:t>
            </a:r>
            <a:endParaRPr lang="en-US" altLang="ko-KR" sz="800" dirty="0">
              <a:solidFill>
                <a:schemeClr val="tx1"/>
              </a:solidFill>
            </a:endParaRPr>
          </a:p>
        </p:txBody>
      </p:sp>
      <p:sp>
        <p:nvSpPr>
          <p:cNvPr id="26" name="이등변 삼각형 25">
            <a:extLst>
              <a:ext uri="{FF2B5EF4-FFF2-40B4-BE49-F238E27FC236}">
                <a16:creationId xmlns:a16="http://schemas.microsoft.com/office/drawing/2014/main" id="{6735BDBE-C458-494C-8581-623A2A8F46C9}"/>
              </a:ext>
            </a:extLst>
          </p:cNvPr>
          <p:cNvSpPr/>
          <p:nvPr/>
        </p:nvSpPr>
        <p:spPr>
          <a:xfrm>
            <a:off x="2620098" y="1520660"/>
            <a:ext cx="90835" cy="74987"/>
          </a:xfrm>
          <a:prstGeom prst="triangl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 name="직사각형 26">
            <a:extLst>
              <a:ext uri="{FF2B5EF4-FFF2-40B4-BE49-F238E27FC236}">
                <a16:creationId xmlns:a16="http://schemas.microsoft.com/office/drawing/2014/main" id="{4659200C-92AE-4E71-9AB3-35B064990CEF}"/>
              </a:ext>
            </a:extLst>
          </p:cNvPr>
          <p:cNvSpPr/>
          <p:nvPr/>
        </p:nvSpPr>
        <p:spPr>
          <a:xfrm>
            <a:off x="3805184" y="2581565"/>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우편번호찾기</a:t>
            </a:r>
            <a:endParaRPr lang="ko-KR" altLang="en-US" sz="800" dirty="0">
              <a:solidFill>
                <a:schemeClr val="bg1"/>
              </a:solidFill>
            </a:endParaRPr>
          </a:p>
        </p:txBody>
      </p:sp>
      <p:sp>
        <p:nvSpPr>
          <p:cNvPr id="28" name="직사각형 27">
            <a:extLst>
              <a:ext uri="{FF2B5EF4-FFF2-40B4-BE49-F238E27FC236}">
                <a16:creationId xmlns:a16="http://schemas.microsoft.com/office/drawing/2014/main" id="{92D66B06-6668-4A34-8A0F-839BE00D40D3}"/>
              </a:ext>
            </a:extLst>
          </p:cNvPr>
          <p:cNvSpPr/>
          <p:nvPr/>
        </p:nvSpPr>
        <p:spPr>
          <a:xfrm>
            <a:off x="2904234" y="2588541"/>
            <a:ext cx="854065"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우편번호</a:t>
            </a:r>
          </a:p>
        </p:txBody>
      </p:sp>
      <p:sp>
        <p:nvSpPr>
          <p:cNvPr id="29" name="직사각형 28">
            <a:extLst>
              <a:ext uri="{FF2B5EF4-FFF2-40B4-BE49-F238E27FC236}">
                <a16:creationId xmlns:a16="http://schemas.microsoft.com/office/drawing/2014/main" id="{3C5229AB-6021-4BD7-9664-5C38CA0F2B59}"/>
              </a:ext>
            </a:extLst>
          </p:cNvPr>
          <p:cNvSpPr/>
          <p:nvPr/>
        </p:nvSpPr>
        <p:spPr>
          <a:xfrm>
            <a:off x="2904234" y="2797009"/>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주소</a:t>
            </a:r>
          </a:p>
        </p:txBody>
      </p:sp>
      <p:sp>
        <p:nvSpPr>
          <p:cNvPr id="30" name="직사각형 29">
            <a:extLst>
              <a:ext uri="{FF2B5EF4-FFF2-40B4-BE49-F238E27FC236}">
                <a16:creationId xmlns:a16="http://schemas.microsoft.com/office/drawing/2014/main" id="{702FFD0F-27DD-48BD-9BA4-6E1EE9AE8DF9}"/>
              </a:ext>
            </a:extLst>
          </p:cNvPr>
          <p:cNvSpPr/>
          <p:nvPr/>
        </p:nvSpPr>
        <p:spPr>
          <a:xfrm>
            <a:off x="2904234" y="2998213"/>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상세 주소 </a:t>
            </a:r>
          </a:p>
        </p:txBody>
      </p:sp>
      <p:sp>
        <p:nvSpPr>
          <p:cNvPr id="31" name="직사각형 30">
            <a:extLst>
              <a:ext uri="{FF2B5EF4-FFF2-40B4-BE49-F238E27FC236}">
                <a16:creationId xmlns:a16="http://schemas.microsoft.com/office/drawing/2014/main" id="{DF298682-EEA1-4084-81ED-174B600CC581}"/>
              </a:ext>
            </a:extLst>
          </p:cNvPr>
          <p:cNvSpPr/>
          <p:nvPr/>
        </p:nvSpPr>
        <p:spPr>
          <a:xfrm>
            <a:off x="2902525" y="2337128"/>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solidFill>
            </a:endParaRPr>
          </a:p>
        </p:txBody>
      </p:sp>
      <p:sp>
        <p:nvSpPr>
          <p:cNvPr id="32" name="직사각형 31">
            <a:extLst>
              <a:ext uri="{FF2B5EF4-FFF2-40B4-BE49-F238E27FC236}">
                <a16:creationId xmlns:a16="http://schemas.microsoft.com/office/drawing/2014/main" id="{B1189C7A-47A6-494E-B1EB-B63A94B5E287}"/>
              </a:ext>
            </a:extLst>
          </p:cNvPr>
          <p:cNvSpPr/>
          <p:nvPr/>
        </p:nvSpPr>
        <p:spPr>
          <a:xfrm>
            <a:off x="4613879" y="2337128"/>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solidFill>
            </a:endParaRPr>
          </a:p>
        </p:txBody>
      </p:sp>
      <p:sp>
        <p:nvSpPr>
          <p:cNvPr id="33" name="직사각형 32">
            <a:extLst>
              <a:ext uri="{FF2B5EF4-FFF2-40B4-BE49-F238E27FC236}">
                <a16:creationId xmlns:a16="http://schemas.microsoft.com/office/drawing/2014/main" id="{A37B1D29-3217-4183-8ABA-AA505B25BAAF}"/>
              </a:ext>
            </a:extLst>
          </p:cNvPr>
          <p:cNvSpPr/>
          <p:nvPr/>
        </p:nvSpPr>
        <p:spPr>
          <a:xfrm>
            <a:off x="6185324" y="2337128"/>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직접입력                       ▼</a:t>
            </a:r>
            <a:endParaRPr lang="en-US" altLang="ko-KR" sz="800" dirty="0">
              <a:solidFill>
                <a:schemeClr val="tx1"/>
              </a:solidFill>
            </a:endParaRPr>
          </a:p>
        </p:txBody>
      </p:sp>
      <p:grpSp>
        <p:nvGrpSpPr>
          <p:cNvPr id="34" name="그룹 33">
            <a:extLst>
              <a:ext uri="{FF2B5EF4-FFF2-40B4-BE49-F238E27FC236}">
                <a16:creationId xmlns:a16="http://schemas.microsoft.com/office/drawing/2014/main" id="{95B7ACFF-4BB6-4964-AE92-C3B44B2D6E85}"/>
              </a:ext>
            </a:extLst>
          </p:cNvPr>
          <p:cNvGrpSpPr/>
          <p:nvPr/>
        </p:nvGrpSpPr>
        <p:grpSpPr>
          <a:xfrm>
            <a:off x="6852013" y="1850511"/>
            <a:ext cx="1426444" cy="230832"/>
            <a:chOff x="308616" y="753079"/>
            <a:chExt cx="1426444" cy="230832"/>
          </a:xfrm>
        </p:grpSpPr>
        <p:sp>
          <p:nvSpPr>
            <p:cNvPr id="35" name="직사각형 34">
              <a:extLst>
                <a:ext uri="{FF2B5EF4-FFF2-40B4-BE49-F238E27FC236}">
                  <a16:creationId xmlns:a16="http://schemas.microsoft.com/office/drawing/2014/main" id="{E2361BC1-CBBA-4ECB-B81E-263320C4E647}"/>
                </a:ext>
              </a:extLst>
            </p:cNvPr>
            <p:cNvSpPr/>
            <p:nvPr/>
          </p:nvSpPr>
          <p:spPr>
            <a:xfrm>
              <a:off x="308616" y="808571"/>
              <a:ext cx="393733"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010  </a:t>
              </a:r>
            </a:p>
          </p:txBody>
        </p:sp>
        <p:sp>
          <p:nvSpPr>
            <p:cNvPr id="36" name="직사각형 35">
              <a:extLst>
                <a:ext uri="{FF2B5EF4-FFF2-40B4-BE49-F238E27FC236}">
                  <a16:creationId xmlns:a16="http://schemas.microsoft.com/office/drawing/2014/main" id="{5AA91524-5AA3-405A-90C8-82C34DA23DAB}"/>
                </a:ext>
              </a:extLst>
            </p:cNvPr>
            <p:cNvSpPr/>
            <p:nvPr/>
          </p:nvSpPr>
          <p:spPr>
            <a:xfrm>
              <a:off x="787127" y="808571"/>
              <a:ext cx="321444"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a:t>
              </a:r>
            </a:p>
          </p:txBody>
        </p:sp>
        <p:sp>
          <p:nvSpPr>
            <p:cNvPr id="37" name="직사각형 36">
              <a:extLst>
                <a:ext uri="{FF2B5EF4-FFF2-40B4-BE49-F238E27FC236}">
                  <a16:creationId xmlns:a16="http://schemas.microsoft.com/office/drawing/2014/main" id="{04F29357-B928-4990-9D20-B477540C059E}"/>
                </a:ext>
              </a:extLst>
            </p:cNvPr>
            <p:cNvSpPr/>
            <p:nvPr/>
          </p:nvSpPr>
          <p:spPr>
            <a:xfrm>
              <a:off x="1180860" y="806458"/>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00000</a:t>
              </a:r>
            </a:p>
          </p:txBody>
        </p:sp>
        <p:sp>
          <p:nvSpPr>
            <p:cNvPr id="38" name="TextBox 37">
              <a:extLst>
                <a:ext uri="{FF2B5EF4-FFF2-40B4-BE49-F238E27FC236}">
                  <a16:creationId xmlns:a16="http://schemas.microsoft.com/office/drawing/2014/main" id="{7DC9BD5C-24B5-41DF-883F-DF1622AD5029}"/>
                </a:ext>
              </a:extLst>
            </p:cNvPr>
            <p:cNvSpPr txBox="1"/>
            <p:nvPr/>
          </p:nvSpPr>
          <p:spPr>
            <a:xfrm>
              <a:off x="638952" y="753079"/>
              <a:ext cx="232756" cy="230832"/>
            </a:xfrm>
            <a:prstGeom prst="rect">
              <a:avLst/>
            </a:prstGeom>
            <a:noFill/>
          </p:spPr>
          <p:txBody>
            <a:bodyPr wrap="none" rtlCol="0">
              <a:spAutoFit/>
            </a:bodyPr>
            <a:lstStyle/>
            <a:p>
              <a:r>
                <a:rPr lang="en-US" altLang="ko-KR" sz="900" dirty="0"/>
                <a:t>-</a:t>
              </a:r>
              <a:endParaRPr lang="ko-KR" altLang="en-US" sz="900" dirty="0"/>
            </a:p>
          </p:txBody>
        </p:sp>
        <p:sp>
          <p:nvSpPr>
            <p:cNvPr id="39" name="TextBox 38">
              <a:extLst>
                <a:ext uri="{FF2B5EF4-FFF2-40B4-BE49-F238E27FC236}">
                  <a16:creationId xmlns:a16="http://schemas.microsoft.com/office/drawing/2014/main" id="{EDED95CE-BA01-488E-A49A-40924E41E7CE}"/>
                </a:ext>
              </a:extLst>
            </p:cNvPr>
            <p:cNvSpPr txBox="1"/>
            <p:nvPr/>
          </p:nvSpPr>
          <p:spPr>
            <a:xfrm>
              <a:off x="1032685" y="753079"/>
              <a:ext cx="232756" cy="230832"/>
            </a:xfrm>
            <a:prstGeom prst="rect">
              <a:avLst/>
            </a:prstGeom>
            <a:noFill/>
          </p:spPr>
          <p:txBody>
            <a:bodyPr wrap="none" rtlCol="0">
              <a:spAutoFit/>
            </a:bodyPr>
            <a:lstStyle/>
            <a:p>
              <a:r>
                <a:rPr lang="en-US" altLang="ko-KR" sz="900" dirty="0"/>
                <a:t>-</a:t>
              </a:r>
              <a:endParaRPr lang="ko-KR" altLang="en-US" sz="900" dirty="0"/>
            </a:p>
          </p:txBody>
        </p:sp>
      </p:grpSp>
      <p:grpSp>
        <p:nvGrpSpPr>
          <p:cNvPr id="40" name="그룹 39">
            <a:extLst>
              <a:ext uri="{FF2B5EF4-FFF2-40B4-BE49-F238E27FC236}">
                <a16:creationId xmlns:a16="http://schemas.microsoft.com/office/drawing/2014/main" id="{DD2B341B-5396-441D-9FFB-AF4646E53BA7}"/>
              </a:ext>
            </a:extLst>
          </p:cNvPr>
          <p:cNvGrpSpPr/>
          <p:nvPr/>
        </p:nvGrpSpPr>
        <p:grpSpPr>
          <a:xfrm>
            <a:off x="2907295" y="2052942"/>
            <a:ext cx="1789788" cy="230832"/>
            <a:chOff x="2924648" y="2579699"/>
            <a:chExt cx="1789788" cy="230832"/>
          </a:xfrm>
        </p:grpSpPr>
        <p:sp>
          <p:nvSpPr>
            <p:cNvPr id="41" name="직사각형 40">
              <a:extLst>
                <a:ext uri="{FF2B5EF4-FFF2-40B4-BE49-F238E27FC236}">
                  <a16:creationId xmlns:a16="http://schemas.microsoft.com/office/drawing/2014/main" id="{72AB5813-65C7-43CA-B398-EBCD1B6E192A}"/>
                </a:ext>
              </a:extLst>
            </p:cNvPr>
            <p:cNvSpPr/>
            <p:nvPr/>
          </p:nvSpPr>
          <p:spPr>
            <a:xfrm>
              <a:off x="2924648"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010  </a:t>
              </a:r>
              <a:r>
                <a:rPr lang="ko-KR" altLang="en-US" sz="800" dirty="0">
                  <a:solidFill>
                    <a:schemeClr val="tx1"/>
                  </a:solidFill>
                </a:rPr>
                <a:t>▼</a:t>
              </a:r>
              <a:endParaRPr lang="en-US" altLang="ko-KR" sz="800" dirty="0">
                <a:solidFill>
                  <a:schemeClr val="tx1"/>
                </a:solidFill>
              </a:endParaRPr>
            </a:p>
          </p:txBody>
        </p:sp>
        <p:sp>
          <p:nvSpPr>
            <p:cNvPr id="42" name="직사각형 41">
              <a:extLst>
                <a:ext uri="{FF2B5EF4-FFF2-40B4-BE49-F238E27FC236}">
                  <a16:creationId xmlns:a16="http://schemas.microsoft.com/office/drawing/2014/main" id="{83E9BEA4-0387-478A-AD15-6C073272ED3B}"/>
                </a:ext>
              </a:extLst>
            </p:cNvPr>
            <p:cNvSpPr/>
            <p:nvPr/>
          </p:nvSpPr>
          <p:spPr>
            <a:xfrm>
              <a:off x="3542442"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43" name="직사각형 42">
              <a:extLst>
                <a:ext uri="{FF2B5EF4-FFF2-40B4-BE49-F238E27FC236}">
                  <a16:creationId xmlns:a16="http://schemas.microsoft.com/office/drawing/2014/main" id="{DD125CA4-0321-4812-AE1C-1E3C6E16B7BF}"/>
                </a:ext>
              </a:extLst>
            </p:cNvPr>
            <p:cNvSpPr/>
            <p:nvPr/>
          </p:nvSpPr>
          <p:spPr>
            <a:xfrm>
              <a:off x="4160236" y="2633078"/>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44" name="TextBox 43">
              <a:extLst>
                <a:ext uri="{FF2B5EF4-FFF2-40B4-BE49-F238E27FC236}">
                  <a16:creationId xmlns:a16="http://schemas.microsoft.com/office/drawing/2014/main" id="{25C01B58-0E75-4936-830E-F64392E660DC}"/>
                </a:ext>
              </a:extLst>
            </p:cNvPr>
            <p:cNvSpPr txBox="1"/>
            <p:nvPr/>
          </p:nvSpPr>
          <p:spPr>
            <a:xfrm>
              <a:off x="3394267" y="2579699"/>
              <a:ext cx="232756" cy="230832"/>
            </a:xfrm>
            <a:prstGeom prst="rect">
              <a:avLst/>
            </a:prstGeom>
            <a:noFill/>
          </p:spPr>
          <p:txBody>
            <a:bodyPr wrap="none" rtlCol="0">
              <a:spAutoFit/>
            </a:bodyPr>
            <a:lstStyle/>
            <a:p>
              <a:r>
                <a:rPr lang="en-US" altLang="ko-KR" sz="900" dirty="0"/>
                <a:t>-</a:t>
              </a:r>
              <a:endParaRPr lang="ko-KR" altLang="en-US" sz="900" dirty="0"/>
            </a:p>
          </p:txBody>
        </p:sp>
        <p:sp>
          <p:nvSpPr>
            <p:cNvPr id="45" name="TextBox 44">
              <a:extLst>
                <a:ext uri="{FF2B5EF4-FFF2-40B4-BE49-F238E27FC236}">
                  <a16:creationId xmlns:a16="http://schemas.microsoft.com/office/drawing/2014/main" id="{DD778F61-B6FB-4146-A741-CAE282F045CE}"/>
                </a:ext>
              </a:extLst>
            </p:cNvPr>
            <p:cNvSpPr txBox="1"/>
            <p:nvPr/>
          </p:nvSpPr>
          <p:spPr>
            <a:xfrm>
              <a:off x="4012061" y="2579699"/>
              <a:ext cx="232756" cy="230832"/>
            </a:xfrm>
            <a:prstGeom prst="rect">
              <a:avLst/>
            </a:prstGeom>
            <a:noFill/>
          </p:spPr>
          <p:txBody>
            <a:bodyPr wrap="none" rtlCol="0">
              <a:spAutoFit/>
            </a:bodyPr>
            <a:lstStyle/>
            <a:p>
              <a:r>
                <a:rPr lang="en-US" altLang="ko-KR" sz="900" dirty="0"/>
                <a:t>-</a:t>
              </a:r>
              <a:endParaRPr lang="ko-KR" altLang="en-US" sz="900" dirty="0"/>
            </a:p>
          </p:txBody>
        </p:sp>
      </p:grpSp>
      <p:sp>
        <p:nvSpPr>
          <p:cNvPr id="46" name="TextBox 45">
            <a:extLst>
              <a:ext uri="{FF2B5EF4-FFF2-40B4-BE49-F238E27FC236}">
                <a16:creationId xmlns:a16="http://schemas.microsoft.com/office/drawing/2014/main" id="{5881770A-4F0F-4B1C-A588-1A9AA28AB617}"/>
              </a:ext>
            </a:extLst>
          </p:cNvPr>
          <p:cNvSpPr txBox="1"/>
          <p:nvPr/>
        </p:nvSpPr>
        <p:spPr>
          <a:xfrm>
            <a:off x="1451542" y="5710020"/>
            <a:ext cx="6022803"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회원사 판매권한 </a:t>
            </a:r>
            <a:r>
              <a:rPr lang="ko-KR" altLang="en-US" sz="800" b="1" dirty="0"/>
              <a:t>정보 </a:t>
            </a:r>
            <a:r>
              <a:rPr lang="en-US" altLang="ko-KR" sz="800" dirty="0">
                <a:solidFill>
                  <a:srgbClr val="FF0000"/>
                </a:solidFill>
              </a:rPr>
              <a:t>( M9</a:t>
            </a:r>
            <a:r>
              <a:rPr lang="ko-KR" altLang="en-US" sz="800" dirty="0">
                <a:solidFill>
                  <a:srgbClr val="FF0000"/>
                </a:solidFill>
              </a:rPr>
              <a:t> </a:t>
            </a:r>
            <a:r>
              <a:rPr lang="en-US" altLang="ko-KR" sz="800" dirty="0">
                <a:solidFill>
                  <a:srgbClr val="FF0000"/>
                </a:solidFill>
              </a:rPr>
              <a:t>Market </a:t>
            </a:r>
            <a:r>
              <a:rPr lang="ko-KR" altLang="en-US" sz="800" dirty="0">
                <a:solidFill>
                  <a:srgbClr val="FF0000"/>
                </a:solidFill>
              </a:rPr>
              <a:t>의 </a:t>
            </a:r>
            <a:r>
              <a:rPr lang="en-US" altLang="ko-KR" sz="800" dirty="0">
                <a:solidFill>
                  <a:srgbClr val="FF0000"/>
                </a:solidFill>
              </a:rPr>
              <a:t>Shop </a:t>
            </a:r>
            <a:r>
              <a:rPr lang="ko-KR" altLang="en-US" sz="800" dirty="0">
                <a:solidFill>
                  <a:srgbClr val="FF0000"/>
                </a:solidFill>
              </a:rPr>
              <a:t>채널에서 공유 및 공동구매 상품을 판매하기 위해서는 판매인증이 필요합니다</a:t>
            </a:r>
            <a:r>
              <a:rPr lang="en-US" altLang="ko-KR" sz="800" dirty="0">
                <a:solidFill>
                  <a:srgbClr val="FF0000"/>
                </a:solidFill>
              </a:rPr>
              <a:t>. )</a:t>
            </a:r>
            <a:endParaRPr lang="ko-KR" altLang="en-US" sz="800" dirty="0">
              <a:solidFill>
                <a:srgbClr val="FF0000"/>
              </a:solidFill>
            </a:endParaRPr>
          </a:p>
        </p:txBody>
      </p:sp>
      <p:graphicFrame>
        <p:nvGraphicFramePr>
          <p:cNvPr id="47" name="표 46">
            <a:extLst>
              <a:ext uri="{FF2B5EF4-FFF2-40B4-BE49-F238E27FC236}">
                <a16:creationId xmlns:a16="http://schemas.microsoft.com/office/drawing/2014/main" id="{4B5349A1-4706-4DE7-9568-49E66DDC54FA}"/>
              </a:ext>
            </a:extLst>
          </p:cNvPr>
          <p:cNvGraphicFramePr>
            <a:graphicFrameLocks noGrp="1"/>
          </p:cNvGraphicFramePr>
          <p:nvPr>
            <p:extLst>
              <p:ext uri="{D42A27DB-BD31-4B8C-83A1-F6EECF244321}">
                <p14:modId xmlns:p14="http://schemas.microsoft.com/office/powerpoint/2010/main" val="2399894118"/>
              </p:ext>
            </p:extLst>
          </p:nvPr>
        </p:nvGraphicFramePr>
        <p:xfrm>
          <a:off x="1531934" y="3967090"/>
          <a:ext cx="7485923" cy="975360"/>
        </p:xfrm>
        <a:graphic>
          <a:graphicData uri="http://schemas.openxmlformats.org/drawingml/2006/table">
            <a:tbl>
              <a:tblPr firstRow="1" bandRow="1">
                <a:tableStyleId>{5C22544A-7EE6-4342-B048-85BDC9FD1C3A}</a:tableStyleId>
              </a:tblPr>
              <a:tblGrid>
                <a:gridCol w="1534601">
                  <a:extLst>
                    <a:ext uri="{9D8B030D-6E8A-4147-A177-3AD203B41FA5}">
                      <a16:colId xmlns:a16="http://schemas.microsoft.com/office/drawing/2014/main" val="20000"/>
                    </a:ext>
                  </a:extLst>
                </a:gridCol>
                <a:gridCol w="5163142">
                  <a:extLst>
                    <a:ext uri="{9D8B030D-6E8A-4147-A177-3AD203B41FA5}">
                      <a16:colId xmlns:a16="http://schemas.microsoft.com/office/drawing/2014/main" val="20001"/>
                    </a:ext>
                  </a:extLst>
                </a:gridCol>
                <a:gridCol w="788180">
                  <a:extLst>
                    <a:ext uri="{9D8B030D-6E8A-4147-A177-3AD203B41FA5}">
                      <a16:colId xmlns:a16="http://schemas.microsoft.com/office/drawing/2014/main" val="2389116110"/>
                    </a:ext>
                  </a:extLst>
                </a:gridCol>
              </a:tblGrid>
              <a:tr h="0">
                <a:tc>
                  <a:txBody>
                    <a:bodyPr/>
                    <a:lstStyle/>
                    <a:p>
                      <a:pPr latinLnBrk="1"/>
                      <a:r>
                        <a:rPr lang="ko-KR" altLang="en-US" sz="800" b="0" dirty="0">
                          <a:solidFill>
                            <a:schemeClr val="tx1"/>
                          </a:solidFill>
                        </a:rPr>
                        <a:t>판매인증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i="0" u="none" strike="noStrike" dirty="0" err="1">
                          <a:solidFill>
                            <a:srgbClr val="FF0000"/>
                          </a:solidFill>
                          <a:effectLst/>
                          <a:latin typeface="+mn-lt"/>
                        </a:rPr>
                        <a:t>미인증</a:t>
                      </a:r>
                      <a:endParaRPr lang="ko-KR" altLang="en-US" sz="800" b="1" i="0" u="none" strike="noStrike" dirty="0">
                        <a:solidFill>
                          <a:srgbClr val="FF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rowSpan="4">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rgbClr val="FF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사업자등록증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v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사업자 명의 계좌번호 </a:t>
                      </a:r>
                      <a:r>
                        <a:rPr lang="en-US" altLang="ko-KR" sz="800" b="0" dirty="0">
                          <a:solidFill>
                            <a:schemeClr val="tx1"/>
                          </a:solidFill>
                        </a:rPr>
                        <a:t>(</a:t>
                      </a:r>
                      <a:r>
                        <a:rPr lang="ko-KR" altLang="en-US" sz="800" b="0" dirty="0">
                          <a:solidFill>
                            <a:schemeClr val="tx1"/>
                          </a:solidFill>
                        </a:rPr>
                        <a:t>정산용</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v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58815553"/>
                  </a:ext>
                </a:extLst>
              </a:tr>
              <a:tr h="0">
                <a:tc>
                  <a:txBody>
                    <a:bodyPr/>
                    <a:lstStyle/>
                    <a:p>
                      <a:pPr latinLnBrk="1"/>
                      <a:r>
                        <a:rPr lang="ko-KR" altLang="en-US" sz="800" b="0" dirty="0">
                          <a:solidFill>
                            <a:schemeClr val="tx1"/>
                          </a:solidFill>
                        </a:rPr>
                        <a:t>사업자 명의 통장사본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v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32034566"/>
                  </a:ext>
                </a:extLst>
              </a:tr>
            </a:tbl>
          </a:graphicData>
        </a:graphic>
      </p:graphicFrame>
      <p:sp>
        <p:nvSpPr>
          <p:cNvPr id="48" name="직사각형 47">
            <a:extLst>
              <a:ext uri="{FF2B5EF4-FFF2-40B4-BE49-F238E27FC236}">
                <a16:creationId xmlns:a16="http://schemas.microsoft.com/office/drawing/2014/main" id="{877B7F17-CF0E-4A53-8F0E-4BE65DCE79AE}"/>
              </a:ext>
            </a:extLst>
          </p:cNvPr>
          <p:cNvSpPr/>
          <p:nvPr/>
        </p:nvSpPr>
        <p:spPr>
          <a:xfrm>
            <a:off x="5220311" y="4209951"/>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p>
        </p:txBody>
      </p:sp>
      <p:sp>
        <p:nvSpPr>
          <p:cNvPr id="49" name="직사각형 48">
            <a:extLst>
              <a:ext uri="{FF2B5EF4-FFF2-40B4-BE49-F238E27FC236}">
                <a16:creationId xmlns:a16="http://schemas.microsoft.com/office/drawing/2014/main" id="{C2573F87-FA37-4562-853B-11C25EC6F1BE}"/>
              </a:ext>
            </a:extLst>
          </p:cNvPr>
          <p:cNvSpPr/>
          <p:nvPr/>
        </p:nvSpPr>
        <p:spPr>
          <a:xfrm>
            <a:off x="3225257" y="4420675"/>
            <a:ext cx="968906"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은행선택  ▼</a:t>
            </a:r>
          </a:p>
        </p:txBody>
      </p:sp>
      <p:sp>
        <p:nvSpPr>
          <p:cNvPr id="50" name="직사각형 49">
            <a:extLst>
              <a:ext uri="{FF2B5EF4-FFF2-40B4-BE49-F238E27FC236}">
                <a16:creationId xmlns:a16="http://schemas.microsoft.com/office/drawing/2014/main" id="{5597BF0D-F552-4CFC-B872-5DB032D4CA61}"/>
              </a:ext>
            </a:extLst>
          </p:cNvPr>
          <p:cNvSpPr/>
          <p:nvPr/>
        </p:nvSpPr>
        <p:spPr>
          <a:xfrm>
            <a:off x="4239409" y="4420675"/>
            <a:ext cx="1949807"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계좌번호 </a:t>
            </a:r>
            <a:r>
              <a:rPr lang="en-US" altLang="ko-KR" sz="800" dirty="0">
                <a:solidFill>
                  <a:schemeClr val="bg1">
                    <a:lumMod val="65000"/>
                  </a:schemeClr>
                </a:solidFill>
              </a:rPr>
              <a:t>(‘-’</a:t>
            </a:r>
            <a:r>
              <a:rPr lang="ko-KR" altLang="en-US" sz="800" dirty="0">
                <a:solidFill>
                  <a:schemeClr val="bg1">
                    <a:lumMod val="65000"/>
                  </a:schemeClr>
                </a:solidFill>
              </a:rPr>
              <a:t>없이 숫자만 입력</a:t>
            </a:r>
            <a:r>
              <a:rPr lang="en-US" altLang="ko-KR" sz="800" dirty="0">
                <a:solidFill>
                  <a:schemeClr val="bg1">
                    <a:lumMod val="65000"/>
                  </a:schemeClr>
                </a:solidFill>
              </a:rPr>
              <a:t>)</a:t>
            </a:r>
            <a:endParaRPr lang="ko-KR" altLang="en-US" sz="800" dirty="0">
              <a:solidFill>
                <a:schemeClr val="bg1">
                  <a:lumMod val="65000"/>
                </a:schemeClr>
              </a:solidFill>
            </a:endParaRPr>
          </a:p>
        </p:txBody>
      </p:sp>
      <p:sp>
        <p:nvSpPr>
          <p:cNvPr id="51" name="직사각형 50">
            <a:extLst>
              <a:ext uri="{FF2B5EF4-FFF2-40B4-BE49-F238E27FC236}">
                <a16:creationId xmlns:a16="http://schemas.microsoft.com/office/drawing/2014/main" id="{E060279C-24D7-4396-B7E6-6260884B7D74}"/>
              </a:ext>
            </a:extLst>
          </p:cNvPr>
          <p:cNvSpPr/>
          <p:nvPr/>
        </p:nvSpPr>
        <p:spPr>
          <a:xfrm>
            <a:off x="6225373" y="4420675"/>
            <a:ext cx="1188246"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예금주</a:t>
            </a:r>
          </a:p>
        </p:txBody>
      </p:sp>
      <p:sp>
        <p:nvSpPr>
          <p:cNvPr id="52" name="직사각형 51">
            <a:extLst>
              <a:ext uri="{FF2B5EF4-FFF2-40B4-BE49-F238E27FC236}">
                <a16:creationId xmlns:a16="http://schemas.microsoft.com/office/drawing/2014/main" id="{B1AF605C-B54D-402E-AB59-45CCCA5E526F}"/>
              </a:ext>
            </a:extLst>
          </p:cNvPr>
          <p:cNvSpPr/>
          <p:nvPr/>
        </p:nvSpPr>
        <p:spPr>
          <a:xfrm>
            <a:off x="5220311" y="4642583"/>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p>
        </p:txBody>
      </p:sp>
      <p:sp>
        <p:nvSpPr>
          <p:cNvPr id="53" name="직사각형 52">
            <a:extLst>
              <a:ext uri="{FF2B5EF4-FFF2-40B4-BE49-F238E27FC236}">
                <a16:creationId xmlns:a16="http://schemas.microsoft.com/office/drawing/2014/main" id="{3DEACF89-4D5C-4A8D-8A97-9DEB939FE45D}"/>
              </a:ext>
            </a:extLst>
          </p:cNvPr>
          <p:cNvSpPr/>
          <p:nvPr/>
        </p:nvSpPr>
        <p:spPr>
          <a:xfrm>
            <a:off x="3233569" y="4642583"/>
            <a:ext cx="1949807" cy="15705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입력한 계좌번호와 동일한 통장첨부</a:t>
            </a:r>
          </a:p>
        </p:txBody>
      </p:sp>
      <p:sp>
        <p:nvSpPr>
          <p:cNvPr id="54" name="직사각형 53">
            <a:extLst>
              <a:ext uri="{FF2B5EF4-FFF2-40B4-BE49-F238E27FC236}">
                <a16:creationId xmlns:a16="http://schemas.microsoft.com/office/drawing/2014/main" id="{41185650-D5E5-4B99-86AE-9B6E81FBDC1E}"/>
              </a:ext>
            </a:extLst>
          </p:cNvPr>
          <p:cNvSpPr/>
          <p:nvPr/>
        </p:nvSpPr>
        <p:spPr>
          <a:xfrm>
            <a:off x="3233569" y="4209951"/>
            <a:ext cx="1949807"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입력한 계좌번호와 동일한 통장첨부</a:t>
            </a:r>
          </a:p>
        </p:txBody>
      </p:sp>
      <p:sp>
        <p:nvSpPr>
          <p:cNvPr id="55" name="직사각형 54">
            <a:extLst>
              <a:ext uri="{FF2B5EF4-FFF2-40B4-BE49-F238E27FC236}">
                <a16:creationId xmlns:a16="http://schemas.microsoft.com/office/drawing/2014/main" id="{301A5E70-9A78-4F0B-984C-5D779CF3C0B7}"/>
              </a:ext>
            </a:extLst>
          </p:cNvPr>
          <p:cNvSpPr/>
          <p:nvPr/>
        </p:nvSpPr>
        <p:spPr>
          <a:xfrm>
            <a:off x="3721185" y="7026552"/>
            <a:ext cx="1499126" cy="315737"/>
          </a:xfrm>
          <a:prstGeom prst="rect">
            <a:avLst/>
          </a:prstGeom>
          <a:solidFill>
            <a:schemeClr val="tx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a:solidFill>
                  <a:schemeClr val="bg1"/>
                </a:solidFill>
              </a:rPr>
              <a:t>정보 수정</a:t>
            </a:r>
          </a:p>
        </p:txBody>
      </p:sp>
      <p:sp>
        <p:nvSpPr>
          <p:cNvPr id="59" name="왼쪽 대괄호 58">
            <a:extLst>
              <a:ext uri="{FF2B5EF4-FFF2-40B4-BE49-F238E27FC236}">
                <a16:creationId xmlns:a16="http://schemas.microsoft.com/office/drawing/2014/main" id="{DDDFD8D2-ED53-4A6D-8C44-0E0E884E22F4}"/>
              </a:ext>
            </a:extLst>
          </p:cNvPr>
          <p:cNvSpPr/>
          <p:nvPr/>
        </p:nvSpPr>
        <p:spPr>
          <a:xfrm rot="10800000">
            <a:off x="8908778" y="1638414"/>
            <a:ext cx="251992" cy="2008661"/>
          </a:xfrm>
          <a:prstGeom prst="leftBracket">
            <a:avLst/>
          </a:prstGeom>
          <a:ln w="1270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60" name="TextBox 59">
            <a:extLst>
              <a:ext uri="{FF2B5EF4-FFF2-40B4-BE49-F238E27FC236}">
                <a16:creationId xmlns:a16="http://schemas.microsoft.com/office/drawing/2014/main" id="{B0055B98-CA62-49C6-8125-901B0278E747}"/>
              </a:ext>
            </a:extLst>
          </p:cNvPr>
          <p:cNvSpPr txBox="1"/>
          <p:nvPr/>
        </p:nvSpPr>
        <p:spPr>
          <a:xfrm>
            <a:off x="9046807" y="2439983"/>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61" name="왼쪽 대괄호 60">
            <a:extLst>
              <a:ext uri="{FF2B5EF4-FFF2-40B4-BE49-F238E27FC236}">
                <a16:creationId xmlns:a16="http://schemas.microsoft.com/office/drawing/2014/main" id="{45D754BD-0B63-4018-A387-022CF0234946}"/>
              </a:ext>
            </a:extLst>
          </p:cNvPr>
          <p:cNvSpPr/>
          <p:nvPr/>
        </p:nvSpPr>
        <p:spPr>
          <a:xfrm rot="10800000">
            <a:off x="8936731" y="3963378"/>
            <a:ext cx="251992" cy="979072"/>
          </a:xfrm>
          <a:prstGeom prst="leftBracket">
            <a:avLst/>
          </a:prstGeom>
          <a:ln w="1270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62" name="TextBox 61">
            <a:extLst>
              <a:ext uri="{FF2B5EF4-FFF2-40B4-BE49-F238E27FC236}">
                <a16:creationId xmlns:a16="http://schemas.microsoft.com/office/drawing/2014/main" id="{05B88100-9997-4FF1-97A7-FA0DC5C6E6C3}"/>
              </a:ext>
            </a:extLst>
          </p:cNvPr>
          <p:cNvSpPr txBox="1"/>
          <p:nvPr/>
        </p:nvSpPr>
        <p:spPr>
          <a:xfrm>
            <a:off x="9022566" y="4274682"/>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63" name="직사각형 62">
            <a:extLst>
              <a:ext uri="{FF2B5EF4-FFF2-40B4-BE49-F238E27FC236}">
                <a16:creationId xmlns:a16="http://schemas.microsoft.com/office/drawing/2014/main" id="{C7023361-11D4-40FA-A861-1AB989F9B303}"/>
              </a:ext>
            </a:extLst>
          </p:cNvPr>
          <p:cNvSpPr/>
          <p:nvPr/>
        </p:nvSpPr>
        <p:spPr>
          <a:xfrm>
            <a:off x="1413478" y="7673828"/>
            <a:ext cx="8456022" cy="8482591"/>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64" name="TextBox 63">
            <a:extLst>
              <a:ext uri="{FF2B5EF4-FFF2-40B4-BE49-F238E27FC236}">
                <a16:creationId xmlns:a16="http://schemas.microsoft.com/office/drawing/2014/main" id="{BC66FC1D-82C5-44E1-9D3C-E39DF05FD574}"/>
              </a:ext>
            </a:extLst>
          </p:cNvPr>
          <p:cNvSpPr txBox="1"/>
          <p:nvPr/>
        </p:nvSpPr>
        <p:spPr>
          <a:xfrm>
            <a:off x="1697284" y="8127424"/>
            <a:ext cx="5317481"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회원사 판매권한 </a:t>
            </a:r>
            <a:r>
              <a:rPr lang="ko-KR" altLang="en-US" sz="800" b="1" dirty="0"/>
              <a:t>정보 </a:t>
            </a:r>
            <a:r>
              <a:rPr lang="en-US" altLang="ko-KR" sz="800" dirty="0">
                <a:solidFill>
                  <a:srgbClr val="FF0000"/>
                </a:solidFill>
              </a:rPr>
              <a:t>( M9</a:t>
            </a:r>
            <a:r>
              <a:rPr lang="ko-KR" altLang="en-US" sz="800" dirty="0">
                <a:solidFill>
                  <a:srgbClr val="FF0000"/>
                </a:solidFill>
              </a:rPr>
              <a:t> </a:t>
            </a:r>
            <a:r>
              <a:rPr lang="en-US" altLang="ko-KR" sz="800" dirty="0">
                <a:solidFill>
                  <a:srgbClr val="FF0000"/>
                </a:solidFill>
              </a:rPr>
              <a:t>Market </a:t>
            </a:r>
            <a:r>
              <a:rPr lang="ko-KR" altLang="en-US" sz="800" dirty="0">
                <a:solidFill>
                  <a:srgbClr val="FF0000"/>
                </a:solidFill>
              </a:rPr>
              <a:t>의 </a:t>
            </a:r>
            <a:r>
              <a:rPr lang="en-US" altLang="ko-KR" sz="800" dirty="0">
                <a:solidFill>
                  <a:srgbClr val="FF0000"/>
                </a:solidFill>
              </a:rPr>
              <a:t>Shop </a:t>
            </a:r>
            <a:r>
              <a:rPr lang="ko-KR" altLang="en-US" sz="800" dirty="0">
                <a:solidFill>
                  <a:srgbClr val="FF0000"/>
                </a:solidFill>
              </a:rPr>
              <a:t>채널에서 자사물건을 판매하기 위해서는 판매인증이 필요합니다</a:t>
            </a:r>
            <a:r>
              <a:rPr lang="en-US" altLang="ko-KR" sz="800" dirty="0">
                <a:solidFill>
                  <a:srgbClr val="FF0000"/>
                </a:solidFill>
              </a:rPr>
              <a:t>. )</a:t>
            </a:r>
            <a:endParaRPr lang="ko-KR" altLang="en-US" sz="800" dirty="0">
              <a:solidFill>
                <a:srgbClr val="FF0000"/>
              </a:solidFill>
            </a:endParaRPr>
          </a:p>
        </p:txBody>
      </p:sp>
      <p:graphicFrame>
        <p:nvGraphicFramePr>
          <p:cNvPr id="65" name="표 64">
            <a:extLst>
              <a:ext uri="{FF2B5EF4-FFF2-40B4-BE49-F238E27FC236}">
                <a16:creationId xmlns:a16="http://schemas.microsoft.com/office/drawing/2014/main" id="{486B036A-424B-411A-B42B-8F3D07B81542}"/>
              </a:ext>
            </a:extLst>
          </p:cNvPr>
          <p:cNvGraphicFramePr>
            <a:graphicFrameLocks noGrp="1"/>
          </p:cNvGraphicFramePr>
          <p:nvPr>
            <p:extLst>
              <p:ext uri="{D42A27DB-BD31-4B8C-83A1-F6EECF244321}">
                <p14:modId xmlns:p14="http://schemas.microsoft.com/office/powerpoint/2010/main" val="2217130464"/>
              </p:ext>
            </p:extLst>
          </p:nvPr>
        </p:nvGraphicFramePr>
        <p:xfrm>
          <a:off x="1777677" y="8342868"/>
          <a:ext cx="7777840" cy="1950720"/>
        </p:xfrm>
        <a:graphic>
          <a:graphicData uri="http://schemas.openxmlformats.org/drawingml/2006/table">
            <a:tbl>
              <a:tblPr firstRow="1" bandRow="1">
                <a:tableStyleId>{5C22544A-7EE6-4342-B048-85BDC9FD1C3A}</a:tableStyleId>
              </a:tblPr>
              <a:tblGrid>
                <a:gridCol w="1577812">
                  <a:extLst>
                    <a:ext uri="{9D8B030D-6E8A-4147-A177-3AD203B41FA5}">
                      <a16:colId xmlns:a16="http://schemas.microsoft.com/office/drawing/2014/main" val="20000"/>
                    </a:ext>
                  </a:extLst>
                </a:gridCol>
                <a:gridCol w="5451565">
                  <a:extLst>
                    <a:ext uri="{9D8B030D-6E8A-4147-A177-3AD203B41FA5}">
                      <a16:colId xmlns:a16="http://schemas.microsoft.com/office/drawing/2014/main" val="20001"/>
                    </a:ext>
                  </a:extLst>
                </a:gridCol>
                <a:gridCol w="748463">
                  <a:extLst>
                    <a:ext uri="{9D8B030D-6E8A-4147-A177-3AD203B41FA5}">
                      <a16:colId xmlns:a16="http://schemas.microsoft.com/office/drawing/2014/main" val="1420271521"/>
                    </a:ext>
                  </a:extLst>
                </a:gridCol>
              </a:tblGrid>
              <a:tr h="0">
                <a:tc>
                  <a:txBody>
                    <a:bodyPr/>
                    <a:lstStyle/>
                    <a:p>
                      <a:pPr latinLnBrk="1"/>
                      <a:r>
                        <a:rPr lang="ko-KR" altLang="en-US" sz="800" b="0" dirty="0">
                          <a:solidFill>
                            <a:schemeClr val="tx1"/>
                          </a:solidFill>
                        </a:rPr>
                        <a:t>판매인증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i="0" u="none" strike="noStrike" dirty="0">
                          <a:solidFill>
                            <a:srgbClr val="FF0000"/>
                          </a:solidFill>
                          <a:effectLst/>
                          <a:latin typeface="+mn-lt"/>
                        </a:rPr>
                        <a:t>인증대기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rowSpan="4">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rgbClr val="FF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사업자등록증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v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사업자 명의 계좌번호 </a:t>
                      </a:r>
                      <a:r>
                        <a:rPr lang="en-US" altLang="ko-KR" sz="800" b="0" dirty="0">
                          <a:solidFill>
                            <a:schemeClr val="tx1"/>
                          </a:solidFill>
                        </a:rPr>
                        <a:t>(</a:t>
                      </a:r>
                      <a:r>
                        <a:rPr lang="ko-KR" altLang="en-US" sz="800" b="0" dirty="0">
                          <a:solidFill>
                            <a:schemeClr val="tx1"/>
                          </a:solidFill>
                        </a:rPr>
                        <a:t>정산용</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v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58815553"/>
                  </a:ext>
                </a:extLst>
              </a:tr>
              <a:tr h="0">
                <a:tc>
                  <a:txBody>
                    <a:bodyPr/>
                    <a:lstStyle/>
                    <a:p>
                      <a:pPr latinLnBrk="1"/>
                      <a:r>
                        <a:rPr lang="ko-KR" altLang="en-US" sz="800" b="0" dirty="0">
                          <a:solidFill>
                            <a:schemeClr val="tx1"/>
                          </a:solidFill>
                        </a:rPr>
                        <a:t>사업자 명의 통장사본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1"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1"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1"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1"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1"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v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32034566"/>
                  </a:ext>
                </a:extLst>
              </a:tr>
            </a:tbl>
          </a:graphicData>
        </a:graphic>
      </p:graphicFrame>
      <p:sp>
        <p:nvSpPr>
          <p:cNvPr id="66" name="직사각형 65">
            <a:extLst>
              <a:ext uri="{FF2B5EF4-FFF2-40B4-BE49-F238E27FC236}">
                <a16:creationId xmlns:a16="http://schemas.microsoft.com/office/drawing/2014/main" id="{695637A4-5FF9-4E36-BCF7-CB7F33291E18}"/>
              </a:ext>
            </a:extLst>
          </p:cNvPr>
          <p:cNvSpPr/>
          <p:nvPr/>
        </p:nvSpPr>
        <p:spPr>
          <a:xfrm>
            <a:off x="5439921" y="9064711"/>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p>
        </p:txBody>
      </p:sp>
      <p:sp>
        <p:nvSpPr>
          <p:cNvPr id="67" name="직사각형 66">
            <a:extLst>
              <a:ext uri="{FF2B5EF4-FFF2-40B4-BE49-F238E27FC236}">
                <a16:creationId xmlns:a16="http://schemas.microsoft.com/office/drawing/2014/main" id="{8B46A1DF-7F02-4C58-8B0C-20C754944FF4}"/>
              </a:ext>
            </a:extLst>
          </p:cNvPr>
          <p:cNvSpPr/>
          <p:nvPr/>
        </p:nvSpPr>
        <p:spPr>
          <a:xfrm>
            <a:off x="3444867" y="9292853"/>
            <a:ext cx="968906"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은행선택  ▼</a:t>
            </a:r>
          </a:p>
        </p:txBody>
      </p:sp>
      <p:sp>
        <p:nvSpPr>
          <p:cNvPr id="68" name="직사각형 67">
            <a:extLst>
              <a:ext uri="{FF2B5EF4-FFF2-40B4-BE49-F238E27FC236}">
                <a16:creationId xmlns:a16="http://schemas.microsoft.com/office/drawing/2014/main" id="{F988BE6E-3F4B-491C-A9A1-212BAC1D0520}"/>
              </a:ext>
            </a:extLst>
          </p:cNvPr>
          <p:cNvSpPr/>
          <p:nvPr/>
        </p:nvSpPr>
        <p:spPr>
          <a:xfrm>
            <a:off x="4459019" y="9292853"/>
            <a:ext cx="1949807"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계좌번호 </a:t>
            </a:r>
            <a:r>
              <a:rPr lang="en-US" altLang="ko-KR" sz="800" dirty="0">
                <a:solidFill>
                  <a:schemeClr val="bg1">
                    <a:lumMod val="65000"/>
                  </a:schemeClr>
                </a:solidFill>
              </a:rPr>
              <a:t>(‘-’</a:t>
            </a:r>
            <a:r>
              <a:rPr lang="ko-KR" altLang="en-US" sz="800" dirty="0">
                <a:solidFill>
                  <a:schemeClr val="bg1">
                    <a:lumMod val="65000"/>
                  </a:schemeClr>
                </a:solidFill>
              </a:rPr>
              <a:t>없이 숫자만 입력</a:t>
            </a:r>
            <a:r>
              <a:rPr lang="en-US" altLang="ko-KR" sz="800" dirty="0">
                <a:solidFill>
                  <a:schemeClr val="bg1">
                    <a:lumMod val="65000"/>
                  </a:schemeClr>
                </a:solidFill>
              </a:rPr>
              <a:t>)</a:t>
            </a:r>
            <a:endParaRPr lang="ko-KR" altLang="en-US" sz="800" dirty="0">
              <a:solidFill>
                <a:schemeClr val="bg1">
                  <a:lumMod val="65000"/>
                </a:schemeClr>
              </a:solidFill>
            </a:endParaRPr>
          </a:p>
        </p:txBody>
      </p:sp>
      <p:sp>
        <p:nvSpPr>
          <p:cNvPr id="69" name="직사각형 68">
            <a:extLst>
              <a:ext uri="{FF2B5EF4-FFF2-40B4-BE49-F238E27FC236}">
                <a16:creationId xmlns:a16="http://schemas.microsoft.com/office/drawing/2014/main" id="{89DDA7C9-D6C9-4FC0-8F59-433B3BFCA50E}"/>
              </a:ext>
            </a:extLst>
          </p:cNvPr>
          <p:cNvSpPr/>
          <p:nvPr/>
        </p:nvSpPr>
        <p:spPr>
          <a:xfrm>
            <a:off x="6444983" y="9292853"/>
            <a:ext cx="1188246"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예금주</a:t>
            </a:r>
          </a:p>
        </p:txBody>
      </p:sp>
      <p:sp>
        <p:nvSpPr>
          <p:cNvPr id="70" name="직사각형 69">
            <a:extLst>
              <a:ext uri="{FF2B5EF4-FFF2-40B4-BE49-F238E27FC236}">
                <a16:creationId xmlns:a16="http://schemas.microsoft.com/office/drawing/2014/main" id="{5421C223-E1F6-493A-9723-2485D2D1C915}"/>
              </a:ext>
            </a:extLst>
          </p:cNvPr>
          <p:cNvSpPr/>
          <p:nvPr/>
        </p:nvSpPr>
        <p:spPr>
          <a:xfrm>
            <a:off x="5439921" y="10063402"/>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p>
        </p:txBody>
      </p:sp>
      <p:sp>
        <p:nvSpPr>
          <p:cNvPr id="71" name="직사각형 70">
            <a:extLst>
              <a:ext uri="{FF2B5EF4-FFF2-40B4-BE49-F238E27FC236}">
                <a16:creationId xmlns:a16="http://schemas.microsoft.com/office/drawing/2014/main" id="{5297A37E-E42C-4DC6-AEE5-CF9A79B84B47}"/>
              </a:ext>
            </a:extLst>
          </p:cNvPr>
          <p:cNvSpPr/>
          <p:nvPr/>
        </p:nvSpPr>
        <p:spPr>
          <a:xfrm>
            <a:off x="3453179" y="10063402"/>
            <a:ext cx="1949807" cy="15705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입력한 계좌번호와 동일한 통장첨부</a:t>
            </a:r>
          </a:p>
        </p:txBody>
      </p:sp>
      <p:sp>
        <p:nvSpPr>
          <p:cNvPr id="72" name="직사각형 71">
            <a:extLst>
              <a:ext uri="{FF2B5EF4-FFF2-40B4-BE49-F238E27FC236}">
                <a16:creationId xmlns:a16="http://schemas.microsoft.com/office/drawing/2014/main" id="{2D0941C9-64BF-4507-B80A-C1AD68E9876D}"/>
              </a:ext>
            </a:extLst>
          </p:cNvPr>
          <p:cNvSpPr/>
          <p:nvPr/>
        </p:nvSpPr>
        <p:spPr>
          <a:xfrm>
            <a:off x="3453179" y="9064711"/>
            <a:ext cx="1949807"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입력한 계좌번호와 동일한 통장첨부</a:t>
            </a:r>
          </a:p>
        </p:txBody>
      </p:sp>
      <p:sp>
        <p:nvSpPr>
          <p:cNvPr id="73" name="직사각형 72">
            <a:extLst>
              <a:ext uri="{FF2B5EF4-FFF2-40B4-BE49-F238E27FC236}">
                <a16:creationId xmlns:a16="http://schemas.microsoft.com/office/drawing/2014/main" id="{5A2AE545-B21B-428A-B1BC-8A485D03A3CC}"/>
              </a:ext>
            </a:extLst>
          </p:cNvPr>
          <p:cNvSpPr/>
          <p:nvPr/>
        </p:nvSpPr>
        <p:spPr>
          <a:xfrm>
            <a:off x="8391473" y="4185273"/>
            <a:ext cx="505097" cy="547721"/>
          </a:xfrm>
          <a:prstGeom prst="rect">
            <a:avLst/>
          </a:prstGeom>
          <a:solidFill>
            <a:schemeClr val="tx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a:solidFill>
                  <a:schemeClr val="bg1"/>
                </a:solidFill>
              </a:rPr>
              <a:t>인증</a:t>
            </a:r>
            <a:endParaRPr lang="en-US" altLang="ko-KR" sz="900" dirty="0">
              <a:solidFill>
                <a:schemeClr val="bg1"/>
              </a:solidFill>
            </a:endParaRPr>
          </a:p>
          <a:p>
            <a:pPr algn="ctr"/>
            <a:r>
              <a:rPr lang="ko-KR" altLang="en-US" sz="900" dirty="0">
                <a:solidFill>
                  <a:schemeClr val="bg1"/>
                </a:solidFill>
              </a:rPr>
              <a:t>요청</a:t>
            </a:r>
          </a:p>
        </p:txBody>
      </p:sp>
      <p:sp>
        <p:nvSpPr>
          <p:cNvPr id="74" name="TextBox 73">
            <a:extLst>
              <a:ext uri="{FF2B5EF4-FFF2-40B4-BE49-F238E27FC236}">
                <a16:creationId xmlns:a16="http://schemas.microsoft.com/office/drawing/2014/main" id="{CDF9F1D2-97AD-46F5-A5D0-C5A05CC5B44E}"/>
              </a:ext>
            </a:extLst>
          </p:cNvPr>
          <p:cNvSpPr txBox="1"/>
          <p:nvPr/>
        </p:nvSpPr>
        <p:spPr>
          <a:xfrm>
            <a:off x="1697284" y="10985964"/>
            <a:ext cx="5317481"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회원사 판매권한 </a:t>
            </a:r>
            <a:r>
              <a:rPr lang="ko-KR" altLang="en-US" sz="800" b="1" dirty="0"/>
              <a:t>정보 </a:t>
            </a:r>
            <a:r>
              <a:rPr lang="en-US" altLang="ko-KR" sz="800" dirty="0">
                <a:solidFill>
                  <a:srgbClr val="FF0000"/>
                </a:solidFill>
              </a:rPr>
              <a:t>( M9</a:t>
            </a:r>
            <a:r>
              <a:rPr lang="ko-KR" altLang="en-US" sz="800" dirty="0">
                <a:solidFill>
                  <a:srgbClr val="FF0000"/>
                </a:solidFill>
              </a:rPr>
              <a:t> </a:t>
            </a:r>
            <a:r>
              <a:rPr lang="en-US" altLang="ko-KR" sz="800" dirty="0">
                <a:solidFill>
                  <a:srgbClr val="FF0000"/>
                </a:solidFill>
              </a:rPr>
              <a:t>Market </a:t>
            </a:r>
            <a:r>
              <a:rPr lang="ko-KR" altLang="en-US" sz="800" dirty="0">
                <a:solidFill>
                  <a:srgbClr val="FF0000"/>
                </a:solidFill>
              </a:rPr>
              <a:t>의 </a:t>
            </a:r>
            <a:r>
              <a:rPr lang="en-US" altLang="ko-KR" sz="800" dirty="0">
                <a:solidFill>
                  <a:srgbClr val="FF0000"/>
                </a:solidFill>
              </a:rPr>
              <a:t>Shop </a:t>
            </a:r>
            <a:r>
              <a:rPr lang="ko-KR" altLang="en-US" sz="800" dirty="0">
                <a:solidFill>
                  <a:srgbClr val="FF0000"/>
                </a:solidFill>
              </a:rPr>
              <a:t>채널에서 자사물건을 판매하기 위해서는 판매인증이 필요합니다</a:t>
            </a:r>
            <a:r>
              <a:rPr lang="en-US" altLang="ko-KR" sz="800" dirty="0">
                <a:solidFill>
                  <a:srgbClr val="FF0000"/>
                </a:solidFill>
              </a:rPr>
              <a:t>. )</a:t>
            </a:r>
            <a:endParaRPr lang="ko-KR" altLang="en-US" sz="800" dirty="0">
              <a:solidFill>
                <a:srgbClr val="FF0000"/>
              </a:solidFill>
            </a:endParaRPr>
          </a:p>
        </p:txBody>
      </p:sp>
      <p:graphicFrame>
        <p:nvGraphicFramePr>
          <p:cNvPr id="75" name="표 74">
            <a:extLst>
              <a:ext uri="{FF2B5EF4-FFF2-40B4-BE49-F238E27FC236}">
                <a16:creationId xmlns:a16="http://schemas.microsoft.com/office/drawing/2014/main" id="{469EE014-BB12-4BFF-AE3B-F7963F40A6A6}"/>
              </a:ext>
            </a:extLst>
          </p:cNvPr>
          <p:cNvGraphicFramePr>
            <a:graphicFrameLocks noGrp="1"/>
          </p:cNvGraphicFramePr>
          <p:nvPr>
            <p:extLst>
              <p:ext uri="{D42A27DB-BD31-4B8C-83A1-F6EECF244321}">
                <p14:modId xmlns:p14="http://schemas.microsoft.com/office/powerpoint/2010/main" val="857988370"/>
              </p:ext>
            </p:extLst>
          </p:nvPr>
        </p:nvGraphicFramePr>
        <p:xfrm>
          <a:off x="1777677" y="11197241"/>
          <a:ext cx="7777839" cy="1219200"/>
        </p:xfrm>
        <a:graphic>
          <a:graphicData uri="http://schemas.openxmlformats.org/drawingml/2006/table">
            <a:tbl>
              <a:tblPr firstRow="1" bandRow="1">
                <a:tableStyleId>{5C22544A-7EE6-4342-B048-85BDC9FD1C3A}</a:tableStyleId>
              </a:tblPr>
              <a:tblGrid>
                <a:gridCol w="1603937">
                  <a:extLst>
                    <a:ext uri="{9D8B030D-6E8A-4147-A177-3AD203B41FA5}">
                      <a16:colId xmlns:a16="http://schemas.microsoft.com/office/drawing/2014/main" val="20000"/>
                    </a:ext>
                  </a:extLst>
                </a:gridCol>
                <a:gridCol w="6173902">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판매인증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i="0" u="none" strike="noStrike" dirty="0">
                          <a:solidFill>
                            <a:schemeClr val="accent5">
                              <a:lumMod val="75000"/>
                            </a:schemeClr>
                          </a:solidFill>
                          <a:effectLst/>
                          <a:latin typeface="+mn-lt"/>
                        </a:rPr>
                        <a:t>인증완료  </a:t>
                      </a:r>
                      <a:r>
                        <a:rPr lang="en-US" altLang="ko-KR" sz="800" b="1" i="0" u="none" strike="noStrike" dirty="0">
                          <a:solidFill>
                            <a:schemeClr val="accent5">
                              <a:lumMod val="75000"/>
                            </a:schemeClr>
                          </a:solidFill>
                          <a:effectLst/>
                          <a:latin typeface="+mn-lt"/>
                        </a:rPr>
                        <a:t>( </a:t>
                      </a:r>
                      <a:r>
                        <a:rPr lang="ko-KR" altLang="en-US" sz="800" b="1" i="0" u="none" strike="noStrike" dirty="0">
                          <a:solidFill>
                            <a:schemeClr val="accent5">
                              <a:lumMod val="75000"/>
                            </a:schemeClr>
                          </a:solidFill>
                          <a:effectLst/>
                          <a:latin typeface="+mn-lt"/>
                        </a:rPr>
                        <a:t>인증완료일 </a:t>
                      </a:r>
                      <a:r>
                        <a:rPr lang="en-US" altLang="ko-KR" sz="800" b="1" i="0" u="none" strike="noStrike" dirty="0">
                          <a:solidFill>
                            <a:schemeClr val="accent5">
                              <a:lumMod val="75000"/>
                            </a:schemeClr>
                          </a:solidFill>
                          <a:effectLst/>
                          <a:latin typeface="+mn-lt"/>
                        </a:rPr>
                        <a:t>: 2024-01-01 )</a:t>
                      </a:r>
                      <a:endParaRPr lang="ko-KR" altLang="en-US" sz="800" b="1" i="0" u="none" strike="noStrike" dirty="0">
                        <a:solidFill>
                          <a:schemeClr val="accent5">
                            <a:lumMod val="75000"/>
                          </a:schemeClr>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사업자등록증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i="0" u="none" strike="noStrike" dirty="0">
                          <a:solidFill>
                            <a:schemeClr val="tx1"/>
                          </a:solidFill>
                          <a:effectLst/>
                          <a:latin typeface="+mn-lt"/>
                        </a:rPr>
                        <a:t>                 사업자등록번호 </a:t>
                      </a:r>
                      <a:r>
                        <a:rPr lang="en-US" altLang="ko-KR" sz="800" b="1" i="0" u="none" strike="noStrike" dirty="0">
                          <a:solidFill>
                            <a:schemeClr val="tx1"/>
                          </a:solidFill>
                          <a:effectLst/>
                          <a:latin typeface="+mn-lt"/>
                        </a:rPr>
                        <a:t>/ 000-01-00000</a:t>
                      </a: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사업자 명의 계좌번호 </a:t>
                      </a:r>
                      <a:r>
                        <a:rPr lang="en-US" altLang="ko-KR" sz="800" b="0" dirty="0">
                          <a:solidFill>
                            <a:schemeClr val="tx1"/>
                          </a:solidFill>
                        </a:rPr>
                        <a:t>(</a:t>
                      </a:r>
                      <a:r>
                        <a:rPr lang="ko-KR" altLang="en-US" sz="800" b="0" dirty="0">
                          <a:solidFill>
                            <a:schemeClr val="tx1"/>
                          </a:solidFill>
                        </a:rPr>
                        <a:t>정산용</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i="0" u="none" strike="noStrike" dirty="0">
                          <a:solidFill>
                            <a:schemeClr val="tx1"/>
                          </a:solidFill>
                          <a:effectLst/>
                          <a:latin typeface="+mn-lt"/>
                        </a:rPr>
                        <a:t>국민은행 </a:t>
                      </a:r>
                      <a:r>
                        <a:rPr lang="en-US" altLang="ko-KR" sz="800" b="1" i="0" u="none" strike="noStrike" dirty="0">
                          <a:solidFill>
                            <a:schemeClr val="tx1"/>
                          </a:solidFill>
                          <a:effectLst/>
                          <a:latin typeface="+mn-lt"/>
                        </a:rPr>
                        <a:t>/ 000000000-02-000000 / </a:t>
                      </a:r>
                      <a:r>
                        <a:rPr lang="ko-KR" altLang="en-US" sz="800" b="1" i="0" u="none" strike="noStrike" dirty="0" err="1">
                          <a:solidFill>
                            <a:schemeClr val="tx1"/>
                          </a:solidFill>
                          <a:effectLst/>
                          <a:latin typeface="+mn-lt"/>
                        </a:rPr>
                        <a:t>통장주</a:t>
                      </a:r>
                      <a:r>
                        <a:rPr lang="ko-KR" altLang="en-US" sz="800" b="1" i="0" u="none" strike="noStrike" dirty="0">
                          <a:solidFill>
                            <a:schemeClr val="tx1"/>
                          </a:solidFill>
                          <a:effectLst/>
                          <a:latin typeface="+mn-lt"/>
                        </a:rPr>
                        <a:t>  </a:t>
                      </a:r>
                      <a:r>
                        <a:rPr lang="en-US" altLang="ko-KR" sz="800" b="1" i="0" u="none" strike="noStrike" dirty="0">
                          <a:solidFill>
                            <a:schemeClr val="tx1"/>
                          </a:solidFill>
                          <a:effectLst/>
                          <a:latin typeface="+mn-lt"/>
                        </a:rPr>
                        <a:t>/ </a:t>
                      </a: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58815553"/>
                  </a:ext>
                </a:extLst>
              </a:tr>
              <a:tr h="0">
                <a:tc>
                  <a:txBody>
                    <a:bodyPr/>
                    <a:lstStyle/>
                    <a:p>
                      <a:pPr latinLnBrk="1"/>
                      <a:r>
                        <a:rPr lang="ko-KR" altLang="en-US" sz="800" b="0" dirty="0">
                          <a:solidFill>
                            <a:schemeClr val="tx1"/>
                          </a:solidFill>
                        </a:rPr>
                        <a:t>자사 </a:t>
                      </a:r>
                      <a:r>
                        <a:rPr lang="en-US" altLang="ko-KR" sz="800" b="0" dirty="0">
                          <a:solidFill>
                            <a:schemeClr val="tx1"/>
                          </a:solidFill>
                        </a:rPr>
                        <a:t>PG </a:t>
                      </a:r>
                      <a:r>
                        <a:rPr lang="ko-KR" altLang="en-US" sz="800" b="0" dirty="0">
                          <a:solidFill>
                            <a:schemeClr val="tx1"/>
                          </a:solidFill>
                        </a:rPr>
                        <a:t>모듈 사용여부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미사용   ○ 사용 </a:t>
                      </a: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979471822"/>
                  </a:ext>
                </a:extLst>
              </a:tr>
            </a:tbl>
          </a:graphicData>
        </a:graphic>
      </p:graphicFrame>
      <p:sp>
        <p:nvSpPr>
          <p:cNvPr id="76" name="직사각형 75">
            <a:extLst>
              <a:ext uri="{FF2B5EF4-FFF2-40B4-BE49-F238E27FC236}">
                <a16:creationId xmlns:a16="http://schemas.microsoft.com/office/drawing/2014/main" id="{9FEF9307-17A9-4664-BAC9-8120CC03810B}"/>
              </a:ext>
            </a:extLst>
          </p:cNvPr>
          <p:cNvSpPr/>
          <p:nvPr/>
        </p:nvSpPr>
        <p:spPr>
          <a:xfrm>
            <a:off x="8902509" y="9044367"/>
            <a:ext cx="579807" cy="547721"/>
          </a:xfrm>
          <a:prstGeom prst="rect">
            <a:avLst/>
          </a:prstGeom>
          <a:solidFill>
            <a:schemeClr val="tx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err="1">
                <a:solidFill>
                  <a:schemeClr val="bg1"/>
                </a:solidFill>
              </a:rPr>
              <a:t>재인증</a:t>
            </a:r>
            <a:endParaRPr lang="en-US" altLang="ko-KR" sz="900" dirty="0">
              <a:solidFill>
                <a:schemeClr val="bg1"/>
              </a:solidFill>
            </a:endParaRPr>
          </a:p>
          <a:p>
            <a:pPr algn="ctr"/>
            <a:r>
              <a:rPr lang="ko-KR" altLang="en-US" sz="900" dirty="0">
                <a:solidFill>
                  <a:schemeClr val="bg1"/>
                </a:solidFill>
              </a:rPr>
              <a:t>요청</a:t>
            </a:r>
          </a:p>
        </p:txBody>
      </p:sp>
      <p:sp>
        <p:nvSpPr>
          <p:cNvPr id="77" name="직사각형 76">
            <a:extLst>
              <a:ext uri="{FF2B5EF4-FFF2-40B4-BE49-F238E27FC236}">
                <a16:creationId xmlns:a16="http://schemas.microsoft.com/office/drawing/2014/main" id="{26444E94-3604-4C76-B20F-F60749D7D4EB}"/>
              </a:ext>
            </a:extLst>
          </p:cNvPr>
          <p:cNvSpPr/>
          <p:nvPr/>
        </p:nvSpPr>
        <p:spPr>
          <a:xfrm>
            <a:off x="5741603" y="12016914"/>
            <a:ext cx="1567792" cy="147742"/>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통장사본 </a:t>
            </a:r>
            <a:r>
              <a:rPr lang="ko-KR" altLang="en-US" sz="800" dirty="0" err="1">
                <a:solidFill>
                  <a:schemeClr val="bg1"/>
                </a:solidFill>
              </a:rPr>
              <a:t>내려받기</a:t>
            </a:r>
            <a:endParaRPr lang="ko-KR" altLang="en-US" sz="800" dirty="0">
              <a:solidFill>
                <a:schemeClr val="bg1"/>
              </a:solidFill>
            </a:endParaRPr>
          </a:p>
        </p:txBody>
      </p:sp>
      <p:sp>
        <p:nvSpPr>
          <p:cNvPr id="78" name="Large Icons">
            <a:extLst>
              <a:ext uri="{FF2B5EF4-FFF2-40B4-BE49-F238E27FC236}">
                <a16:creationId xmlns:a16="http://schemas.microsoft.com/office/drawing/2014/main" id="{06BFD3E6-9125-4286-9226-381451A1E2B7}"/>
              </a:ext>
            </a:extLst>
          </p:cNvPr>
          <p:cNvSpPr>
            <a:spLocks noChangeAspect="1" noEditPoints="1"/>
          </p:cNvSpPr>
          <p:nvPr/>
        </p:nvSpPr>
        <p:spPr bwMode="auto">
          <a:xfrm>
            <a:off x="3461888" y="11487761"/>
            <a:ext cx="505351" cy="430711"/>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79" name="Large Icons">
            <a:extLst>
              <a:ext uri="{FF2B5EF4-FFF2-40B4-BE49-F238E27FC236}">
                <a16:creationId xmlns:a16="http://schemas.microsoft.com/office/drawing/2014/main" id="{581CB69C-1EF7-4D18-90AD-D2832DBCB968}"/>
              </a:ext>
            </a:extLst>
          </p:cNvPr>
          <p:cNvSpPr>
            <a:spLocks noChangeAspect="1" noEditPoints="1"/>
          </p:cNvSpPr>
          <p:nvPr/>
        </p:nvSpPr>
        <p:spPr bwMode="auto">
          <a:xfrm>
            <a:off x="3444867" y="8590994"/>
            <a:ext cx="505351" cy="430711"/>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80" name="Large Icons">
            <a:extLst>
              <a:ext uri="{FF2B5EF4-FFF2-40B4-BE49-F238E27FC236}">
                <a16:creationId xmlns:a16="http://schemas.microsoft.com/office/drawing/2014/main" id="{B5197FEE-5663-43BA-A6DC-E765FA055963}"/>
              </a:ext>
            </a:extLst>
          </p:cNvPr>
          <p:cNvSpPr>
            <a:spLocks noChangeAspect="1" noEditPoints="1"/>
          </p:cNvSpPr>
          <p:nvPr/>
        </p:nvSpPr>
        <p:spPr bwMode="auto">
          <a:xfrm>
            <a:off x="3447987" y="9568248"/>
            <a:ext cx="505351" cy="430711"/>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81" name="TextBox 80">
            <a:extLst>
              <a:ext uri="{FF2B5EF4-FFF2-40B4-BE49-F238E27FC236}">
                <a16:creationId xmlns:a16="http://schemas.microsoft.com/office/drawing/2014/main" id="{17A7E575-0C82-4862-A24A-04B76933BACE}"/>
              </a:ext>
            </a:extLst>
          </p:cNvPr>
          <p:cNvSpPr txBox="1"/>
          <p:nvPr/>
        </p:nvSpPr>
        <p:spPr>
          <a:xfrm>
            <a:off x="1602483" y="8151078"/>
            <a:ext cx="251992" cy="230832"/>
          </a:xfrm>
          <a:prstGeom prst="rect">
            <a:avLst/>
          </a:prstGeom>
          <a:solidFill>
            <a:srgbClr val="FF0000"/>
          </a:solidFill>
        </p:spPr>
        <p:txBody>
          <a:bodyPr wrap="none" rtlCol="0">
            <a:spAutoFit/>
          </a:bodyPr>
          <a:lstStyle/>
          <a:p>
            <a:r>
              <a:rPr lang="en-US" altLang="ko-KR" sz="900" b="1" dirty="0">
                <a:solidFill>
                  <a:schemeClr val="bg1"/>
                </a:solidFill>
              </a:rPr>
              <a:t>5</a:t>
            </a:r>
            <a:endParaRPr lang="ko-KR" altLang="en-US" sz="900" b="1" dirty="0">
              <a:solidFill>
                <a:schemeClr val="bg1"/>
              </a:solidFill>
            </a:endParaRPr>
          </a:p>
        </p:txBody>
      </p:sp>
      <p:sp>
        <p:nvSpPr>
          <p:cNvPr id="82" name="TextBox 81">
            <a:extLst>
              <a:ext uri="{FF2B5EF4-FFF2-40B4-BE49-F238E27FC236}">
                <a16:creationId xmlns:a16="http://schemas.microsoft.com/office/drawing/2014/main" id="{578A93B4-64EB-462C-AD33-3025B8EBBBAF}"/>
              </a:ext>
            </a:extLst>
          </p:cNvPr>
          <p:cNvSpPr txBox="1"/>
          <p:nvPr/>
        </p:nvSpPr>
        <p:spPr>
          <a:xfrm>
            <a:off x="1578924" y="11081825"/>
            <a:ext cx="367408" cy="230832"/>
          </a:xfrm>
          <a:prstGeom prst="rect">
            <a:avLst/>
          </a:prstGeom>
          <a:solidFill>
            <a:srgbClr val="FF0000"/>
          </a:solidFill>
        </p:spPr>
        <p:txBody>
          <a:bodyPr wrap="none" rtlCol="0">
            <a:spAutoFit/>
          </a:bodyPr>
          <a:lstStyle/>
          <a:p>
            <a:r>
              <a:rPr lang="en-US" altLang="ko-KR" sz="900" b="1" dirty="0">
                <a:solidFill>
                  <a:schemeClr val="bg1"/>
                </a:solidFill>
              </a:rPr>
              <a:t>6-1</a:t>
            </a:r>
            <a:endParaRPr lang="ko-KR" altLang="en-US" sz="900" b="1" dirty="0">
              <a:solidFill>
                <a:schemeClr val="bg1"/>
              </a:solidFill>
            </a:endParaRPr>
          </a:p>
        </p:txBody>
      </p:sp>
      <p:sp>
        <p:nvSpPr>
          <p:cNvPr id="83" name="직사각형 82">
            <a:extLst>
              <a:ext uri="{FF2B5EF4-FFF2-40B4-BE49-F238E27FC236}">
                <a16:creationId xmlns:a16="http://schemas.microsoft.com/office/drawing/2014/main" id="{0FA1C4F6-AF4E-4644-958A-0B0DC1AB8DE2}"/>
              </a:ext>
            </a:extLst>
          </p:cNvPr>
          <p:cNvSpPr/>
          <p:nvPr/>
        </p:nvSpPr>
        <p:spPr>
          <a:xfrm>
            <a:off x="2899644" y="3232069"/>
            <a:ext cx="968906"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은행선택  ▼</a:t>
            </a:r>
          </a:p>
        </p:txBody>
      </p:sp>
      <p:sp>
        <p:nvSpPr>
          <p:cNvPr id="84" name="직사각형 83">
            <a:extLst>
              <a:ext uri="{FF2B5EF4-FFF2-40B4-BE49-F238E27FC236}">
                <a16:creationId xmlns:a16="http://schemas.microsoft.com/office/drawing/2014/main" id="{120788AD-C477-4D49-8CEB-721DD3F03F4E}"/>
              </a:ext>
            </a:extLst>
          </p:cNvPr>
          <p:cNvSpPr/>
          <p:nvPr/>
        </p:nvSpPr>
        <p:spPr>
          <a:xfrm>
            <a:off x="3913796" y="3232069"/>
            <a:ext cx="1949807"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계좌번호 </a:t>
            </a:r>
            <a:r>
              <a:rPr lang="en-US" altLang="ko-KR" sz="800" dirty="0">
                <a:solidFill>
                  <a:schemeClr val="bg1">
                    <a:lumMod val="65000"/>
                  </a:schemeClr>
                </a:solidFill>
              </a:rPr>
              <a:t>(‘-’</a:t>
            </a:r>
            <a:r>
              <a:rPr lang="ko-KR" altLang="en-US" sz="800" dirty="0">
                <a:solidFill>
                  <a:schemeClr val="bg1">
                    <a:lumMod val="65000"/>
                  </a:schemeClr>
                </a:solidFill>
              </a:rPr>
              <a:t>없이 숫자만 입력</a:t>
            </a:r>
            <a:r>
              <a:rPr lang="en-US" altLang="ko-KR" sz="800" dirty="0">
                <a:solidFill>
                  <a:schemeClr val="bg1">
                    <a:lumMod val="65000"/>
                  </a:schemeClr>
                </a:solidFill>
              </a:rPr>
              <a:t>)</a:t>
            </a:r>
            <a:endParaRPr lang="ko-KR" altLang="en-US" sz="800" dirty="0">
              <a:solidFill>
                <a:schemeClr val="bg1">
                  <a:lumMod val="65000"/>
                </a:schemeClr>
              </a:solidFill>
            </a:endParaRPr>
          </a:p>
        </p:txBody>
      </p:sp>
      <p:sp>
        <p:nvSpPr>
          <p:cNvPr id="85" name="직사각형 84">
            <a:extLst>
              <a:ext uri="{FF2B5EF4-FFF2-40B4-BE49-F238E27FC236}">
                <a16:creationId xmlns:a16="http://schemas.microsoft.com/office/drawing/2014/main" id="{EAD6A710-9D46-4422-94BC-1EADA6C4BCAB}"/>
              </a:ext>
            </a:extLst>
          </p:cNvPr>
          <p:cNvSpPr/>
          <p:nvPr/>
        </p:nvSpPr>
        <p:spPr>
          <a:xfrm>
            <a:off x="5899760" y="3232069"/>
            <a:ext cx="1188246"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예금주</a:t>
            </a:r>
          </a:p>
        </p:txBody>
      </p:sp>
      <p:sp>
        <p:nvSpPr>
          <p:cNvPr id="86" name="직사각형 85">
            <a:extLst>
              <a:ext uri="{FF2B5EF4-FFF2-40B4-BE49-F238E27FC236}">
                <a16:creationId xmlns:a16="http://schemas.microsoft.com/office/drawing/2014/main" id="{86DB0395-5A6D-41B3-B36A-D026F34BCB5E}"/>
              </a:ext>
            </a:extLst>
          </p:cNvPr>
          <p:cNvSpPr/>
          <p:nvPr/>
        </p:nvSpPr>
        <p:spPr>
          <a:xfrm>
            <a:off x="4894698" y="3453977"/>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p>
        </p:txBody>
      </p:sp>
      <p:sp>
        <p:nvSpPr>
          <p:cNvPr id="87" name="직사각형 86">
            <a:extLst>
              <a:ext uri="{FF2B5EF4-FFF2-40B4-BE49-F238E27FC236}">
                <a16:creationId xmlns:a16="http://schemas.microsoft.com/office/drawing/2014/main" id="{6F09CD7E-88EE-4ABA-83A9-D522D3F197BE}"/>
              </a:ext>
            </a:extLst>
          </p:cNvPr>
          <p:cNvSpPr/>
          <p:nvPr/>
        </p:nvSpPr>
        <p:spPr>
          <a:xfrm>
            <a:off x="2907956" y="3453977"/>
            <a:ext cx="1949807" cy="15705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입력한 계좌번호와 동일한 통장첨부</a:t>
            </a:r>
          </a:p>
        </p:txBody>
      </p:sp>
      <p:sp>
        <p:nvSpPr>
          <p:cNvPr id="88" name="TextBox 87">
            <a:extLst>
              <a:ext uri="{FF2B5EF4-FFF2-40B4-BE49-F238E27FC236}">
                <a16:creationId xmlns:a16="http://schemas.microsoft.com/office/drawing/2014/main" id="{D0403EB6-1AC0-4703-B2A0-02F90FF2C3B5}"/>
              </a:ext>
            </a:extLst>
          </p:cNvPr>
          <p:cNvSpPr txBox="1"/>
          <p:nvPr/>
        </p:nvSpPr>
        <p:spPr>
          <a:xfrm>
            <a:off x="1528827" y="5176908"/>
            <a:ext cx="734496"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약관동의</a:t>
            </a:r>
            <a:endParaRPr lang="ko-KR" altLang="en-US" sz="800" b="1" dirty="0"/>
          </a:p>
        </p:txBody>
      </p:sp>
      <p:graphicFrame>
        <p:nvGraphicFramePr>
          <p:cNvPr id="89" name="표 88">
            <a:extLst>
              <a:ext uri="{FF2B5EF4-FFF2-40B4-BE49-F238E27FC236}">
                <a16:creationId xmlns:a16="http://schemas.microsoft.com/office/drawing/2014/main" id="{11539D18-ECEC-4BE1-80AB-47ABE7D9E429}"/>
              </a:ext>
            </a:extLst>
          </p:cNvPr>
          <p:cNvGraphicFramePr>
            <a:graphicFrameLocks noGrp="1"/>
          </p:cNvGraphicFramePr>
          <p:nvPr>
            <p:extLst>
              <p:ext uri="{D42A27DB-BD31-4B8C-83A1-F6EECF244321}">
                <p14:modId xmlns:p14="http://schemas.microsoft.com/office/powerpoint/2010/main" val="3638442552"/>
              </p:ext>
            </p:extLst>
          </p:nvPr>
        </p:nvGraphicFramePr>
        <p:xfrm>
          <a:off x="1528827" y="5402086"/>
          <a:ext cx="7489030" cy="1291735"/>
        </p:xfrm>
        <a:graphic>
          <a:graphicData uri="http://schemas.openxmlformats.org/drawingml/2006/table">
            <a:tbl>
              <a:tblPr firstRow="1" bandRow="1">
                <a:tableStyleId>{5C22544A-7EE6-4342-B048-85BDC9FD1C3A}</a:tableStyleId>
              </a:tblPr>
              <a:tblGrid>
                <a:gridCol w="7489030">
                  <a:extLst>
                    <a:ext uri="{9D8B030D-6E8A-4147-A177-3AD203B41FA5}">
                      <a16:colId xmlns:a16="http://schemas.microsoft.com/office/drawing/2014/main" val="20001"/>
                    </a:ext>
                  </a:extLst>
                </a:gridCol>
              </a:tblGrid>
              <a:tr h="129173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89819523"/>
                  </a:ext>
                </a:extLst>
              </a:tr>
            </a:tbl>
          </a:graphicData>
        </a:graphic>
      </p:graphicFrame>
      <p:pic>
        <p:nvPicPr>
          <p:cNvPr id="105" name="그림 104">
            <a:extLst>
              <a:ext uri="{FF2B5EF4-FFF2-40B4-BE49-F238E27FC236}">
                <a16:creationId xmlns:a16="http://schemas.microsoft.com/office/drawing/2014/main" id="{6DC7C269-255D-485B-9F7B-19F89AB33EC6}"/>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l="4629" t="3196" r="3195" b="2954"/>
          <a:stretch/>
        </p:blipFill>
        <p:spPr>
          <a:xfrm>
            <a:off x="1633881" y="5740243"/>
            <a:ext cx="144015" cy="146633"/>
          </a:xfrm>
          <a:prstGeom prst="rect">
            <a:avLst/>
          </a:prstGeom>
        </p:spPr>
      </p:pic>
      <p:sp>
        <p:nvSpPr>
          <p:cNvPr id="106" name="직사각형 105">
            <a:extLst>
              <a:ext uri="{FF2B5EF4-FFF2-40B4-BE49-F238E27FC236}">
                <a16:creationId xmlns:a16="http://schemas.microsoft.com/office/drawing/2014/main" id="{9C7271B7-477C-4665-991D-5D1F7A611539}"/>
              </a:ext>
            </a:extLst>
          </p:cNvPr>
          <p:cNvSpPr/>
          <p:nvPr/>
        </p:nvSpPr>
        <p:spPr>
          <a:xfrm>
            <a:off x="1734990" y="5700522"/>
            <a:ext cx="4572000" cy="215444"/>
          </a:xfrm>
          <a:prstGeom prst="rect">
            <a:avLst/>
          </a:prstGeom>
        </p:spPr>
        <p:txBody>
          <a:bodyPr>
            <a:spAutoFit/>
          </a:bodyPr>
          <a:lstStyle/>
          <a:p>
            <a:pPr>
              <a:defRPr/>
            </a:pPr>
            <a:r>
              <a:rPr lang="ko-KR" altLang="en-US" sz="800" dirty="0">
                <a:latin typeface="맑은 고딕" panose="020B0503020000020004" pitchFamily="50" charset="-127"/>
              </a:rPr>
              <a:t>상품 </a:t>
            </a:r>
            <a:r>
              <a:rPr lang="ko-KR" altLang="en-US" sz="800" dirty="0" err="1">
                <a:latin typeface="맑은 고딕" panose="020B0503020000020004" pitchFamily="50" charset="-127"/>
              </a:rPr>
              <a:t>판매시</a:t>
            </a:r>
            <a:r>
              <a:rPr lang="ko-KR" altLang="en-US" sz="800" dirty="0">
                <a:latin typeface="맑은 고딕" panose="020B0503020000020004" pitchFamily="50" charset="-127"/>
              </a:rPr>
              <a:t> 약관 동의 </a:t>
            </a:r>
            <a:r>
              <a:rPr lang="en-US" altLang="ko-KR" sz="800" dirty="0"/>
              <a:t>(</a:t>
            </a:r>
            <a:r>
              <a:rPr lang="ko-KR" altLang="en-US" sz="800" dirty="0"/>
              <a:t>필수</a:t>
            </a:r>
            <a:r>
              <a:rPr lang="en-US" altLang="ko-KR" sz="800" dirty="0"/>
              <a:t>)</a:t>
            </a:r>
          </a:p>
        </p:txBody>
      </p:sp>
      <p:sp>
        <p:nvSpPr>
          <p:cNvPr id="107" name="직사각형 106">
            <a:extLst>
              <a:ext uri="{FF2B5EF4-FFF2-40B4-BE49-F238E27FC236}">
                <a16:creationId xmlns:a16="http://schemas.microsoft.com/office/drawing/2014/main" id="{0DF04704-5D3B-4A2A-B858-EB84B297F9A5}"/>
              </a:ext>
            </a:extLst>
          </p:cNvPr>
          <p:cNvSpPr/>
          <p:nvPr/>
        </p:nvSpPr>
        <p:spPr>
          <a:xfrm>
            <a:off x="8311295" y="5716272"/>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pic>
        <p:nvPicPr>
          <p:cNvPr id="108" name="그림 107">
            <a:extLst>
              <a:ext uri="{FF2B5EF4-FFF2-40B4-BE49-F238E27FC236}">
                <a16:creationId xmlns:a16="http://schemas.microsoft.com/office/drawing/2014/main" id="{89341A2C-FF36-47E6-B252-CEF4006DC309}"/>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l="4629" t="3196" r="3195" b="2954"/>
          <a:stretch/>
        </p:blipFill>
        <p:spPr>
          <a:xfrm>
            <a:off x="1633881" y="6403008"/>
            <a:ext cx="144015" cy="146633"/>
          </a:xfrm>
          <a:prstGeom prst="rect">
            <a:avLst/>
          </a:prstGeom>
        </p:spPr>
      </p:pic>
      <p:sp>
        <p:nvSpPr>
          <p:cNvPr id="109" name="직사각형 108">
            <a:extLst>
              <a:ext uri="{FF2B5EF4-FFF2-40B4-BE49-F238E27FC236}">
                <a16:creationId xmlns:a16="http://schemas.microsoft.com/office/drawing/2014/main" id="{D39F3A5E-350E-45F2-9D19-D9B7F6054B65}"/>
              </a:ext>
            </a:extLst>
          </p:cNvPr>
          <p:cNvSpPr/>
          <p:nvPr/>
        </p:nvSpPr>
        <p:spPr>
          <a:xfrm>
            <a:off x="1734990" y="6363287"/>
            <a:ext cx="4572000" cy="215444"/>
          </a:xfrm>
          <a:prstGeom prst="rect">
            <a:avLst/>
          </a:prstGeom>
        </p:spPr>
        <p:txBody>
          <a:bodyPr>
            <a:spAutoFit/>
          </a:bodyPr>
          <a:lstStyle/>
          <a:p>
            <a:pPr>
              <a:defRPr/>
            </a:pPr>
            <a:r>
              <a:rPr lang="ko-KR" altLang="en-US" sz="800" dirty="0">
                <a:latin typeface="맑은 고딕" panose="020B0503020000020004" pitchFamily="50" charset="-127"/>
              </a:rPr>
              <a:t>판매권한 약관 동의 </a:t>
            </a:r>
            <a:r>
              <a:rPr lang="en-US" altLang="ko-KR" sz="800" dirty="0"/>
              <a:t>(</a:t>
            </a:r>
            <a:r>
              <a:rPr lang="ko-KR" altLang="en-US" sz="800" dirty="0"/>
              <a:t>필수</a:t>
            </a:r>
            <a:r>
              <a:rPr lang="en-US" altLang="ko-KR" sz="800" dirty="0"/>
              <a:t>)</a:t>
            </a:r>
          </a:p>
        </p:txBody>
      </p:sp>
      <p:sp>
        <p:nvSpPr>
          <p:cNvPr id="110" name="직사각형 109">
            <a:extLst>
              <a:ext uri="{FF2B5EF4-FFF2-40B4-BE49-F238E27FC236}">
                <a16:creationId xmlns:a16="http://schemas.microsoft.com/office/drawing/2014/main" id="{8C2D9D9F-12CD-4253-A48D-1FBC777C91B4}"/>
              </a:ext>
            </a:extLst>
          </p:cNvPr>
          <p:cNvSpPr/>
          <p:nvPr/>
        </p:nvSpPr>
        <p:spPr>
          <a:xfrm>
            <a:off x="8311295" y="6379037"/>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sp>
        <p:nvSpPr>
          <p:cNvPr id="111" name="화살표: 아래쪽 92">
            <a:extLst>
              <a:ext uri="{FF2B5EF4-FFF2-40B4-BE49-F238E27FC236}">
                <a16:creationId xmlns:a16="http://schemas.microsoft.com/office/drawing/2014/main" id="{4FCDC46C-B143-40B9-A67A-987E514FC53D}"/>
              </a:ext>
            </a:extLst>
          </p:cNvPr>
          <p:cNvSpPr/>
          <p:nvPr/>
        </p:nvSpPr>
        <p:spPr>
          <a:xfrm>
            <a:off x="2218673" y="4821290"/>
            <a:ext cx="92751" cy="3769704"/>
          </a:xfrm>
          <a:prstGeom prst="downArrow">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2" name="직사각형 111">
            <a:extLst>
              <a:ext uri="{FF2B5EF4-FFF2-40B4-BE49-F238E27FC236}">
                <a16:creationId xmlns:a16="http://schemas.microsoft.com/office/drawing/2014/main" id="{EADC6012-90C5-4DF7-9541-711DE2223CFA}"/>
              </a:ext>
            </a:extLst>
          </p:cNvPr>
          <p:cNvSpPr/>
          <p:nvPr/>
        </p:nvSpPr>
        <p:spPr>
          <a:xfrm>
            <a:off x="1553240" y="5502302"/>
            <a:ext cx="4572000" cy="215444"/>
          </a:xfrm>
          <a:prstGeom prst="rect">
            <a:avLst/>
          </a:prstGeom>
        </p:spPr>
        <p:txBody>
          <a:bodyPr>
            <a:spAutoFit/>
          </a:bodyPr>
          <a:lstStyle/>
          <a:p>
            <a:pPr>
              <a:defRPr/>
            </a:pPr>
            <a:r>
              <a:rPr lang="ko-KR" altLang="en-US" sz="800" b="1" dirty="0"/>
              <a:t>회원사 권한 약관</a:t>
            </a:r>
            <a:endParaRPr lang="en-US" altLang="ko-KR" sz="800" b="1" dirty="0"/>
          </a:p>
        </p:txBody>
      </p:sp>
      <p:sp>
        <p:nvSpPr>
          <p:cNvPr id="113" name="직사각형 112">
            <a:extLst>
              <a:ext uri="{FF2B5EF4-FFF2-40B4-BE49-F238E27FC236}">
                <a16:creationId xmlns:a16="http://schemas.microsoft.com/office/drawing/2014/main" id="{4B98C21D-DFD6-412E-B593-4E2BB606711C}"/>
              </a:ext>
            </a:extLst>
          </p:cNvPr>
          <p:cNvSpPr/>
          <p:nvPr/>
        </p:nvSpPr>
        <p:spPr>
          <a:xfrm>
            <a:off x="1553240" y="6163738"/>
            <a:ext cx="4572000" cy="215444"/>
          </a:xfrm>
          <a:prstGeom prst="rect">
            <a:avLst/>
          </a:prstGeom>
        </p:spPr>
        <p:txBody>
          <a:bodyPr>
            <a:spAutoFit/>
          </a:bodyPr>
          <a:lstStyle/>
          <a:p>
            <a:pPr>
              <a:defRPr/>
            </a:pPr>
            <a:r>
              <a:rPr lang="ko-KR" altLang="en-US" sz="800" b="1" dirty="0"/>
              <a:t>판매 권한 약관</a:t>
            </a:r>
            <a:endParaRPr lang="en-US" altLang="ko-KR" sz="800" b="1" dirty="0"/>
          </a:p>
        </p:txBody>
      </p:sp>
      <p:sp>
        <p:nvSpPr>
          <p:cNvPr id="115" name="TextBox 114">
            <a:extLst>
              <a:ext uri="{FF2B5EF4-FFF2-40B4-BE49-F238E27FC236}">
                <a16:creationId xmlns:a16="http://schemas.microsoft.com/office/drawing/2014/main" id="{8B04C1AF-DDCC-47D4-AD64-A633AAD90936}"/>
              </a:ext>
            </a:extLst>
          </p:cNvPr>
          <p:cNvSpPr txBox="1"/>
          <p:nvPr/>
        </p:nvSpPr>
        <p:spPr>
          <a:xfrm>
            <a:off x="3668852" y="879311"/>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graphicFrame>
        <p:nvGraphicFramePr>
          <p:cNvPr id="116" name="표 115">
            <a:extLst>
              <a:ext uri="{FF2B5EF4-FFF2-40B4-BE49-F238E27FC236}">
                <a16:creationId xmlns:a16="http://schemas.microsoft.com/office/drawing/2014/main" id="{671C8208-6C3E-4313-B11B-2488ECFD1EB6}"/>
              </a:ext>
            </a:extLst>
          </p:cNvPr>
          <p:cNvGraphicFramePr>
            <a:graphicFrameLocks noGrp="1"/>
          </p:cNvGraphicFramePr>
          <p:nvPr>
            <p:extLst>
              <p:ext uri="{D42A27DB-BD31-4B8C-83A1-F6EECF244321}">
                <p14:modId xmlns:p14="http://schemas.microsoft.com/office/powerpoint/2010/main" val="2374697035"/>
              </p:ext>
            </p:extLst>
          </p:nvPr>
        </p:nvGraphicFramePr>
        <p:xfrm>
          <a:off x="10171774" y="22159"/>
          <a:ext cx="1979018" cy="69047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RF-02-03-01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정보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정보 관리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채널 정보 관리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917614518"/>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비밀번호 변경 화면 생성</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RF-02-03-01-1</a:t>
                      </a:r>
                      <a:r>
                        <a:rPr lang="en-US" altLang="ko-KR" sz="800" b="0" baseline="0" dirty="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31650913"/>
                  </a:ext>
                </a:extLst>
              </a:tr>
              <a:tr h="140746">
                <a:tc>
                  <a:txBody>
                    <a:bodyPr/>
                    <a:lstStyle/>
                    <a:p>
                      <a:pPr algn="ctr" latinLnBrk="1"/>
                      <a:r>
                        <a:rPr lang="en-US" altLang="ko-KR" sz="800" dirty="0"/>
                        <a:t>1-2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채널 생성시 기본 수수료 적용 </a:t>
                      </a:r>
                      <a:r>
                        <a:rPr lang="en-US" altLang="ko-KR" sz="800" dirty="0"/>
                        <a:t>/ </a:t>
                      </a:r>
                      <a:r>
                        <a:rPr lang="ko-KR" altLang="en-US" sz="800" b="1" dirty="0">
                          <a:solidFill>
                            <a:srgbClr val="FF0000"/>
                          </a:solidFill>
                        </a:rPr>
                        <a:t>기본 수수료는 총괄 관리자에서 환경설정에서 기본으로 설정된 수수료가 적용된다</a:t>
                      </a:r>
                      <a:r>
                        <a:rPr lang="en-US" altLang="ko-KR" sz="800" b="1" dirty="0">
                          <a:solidFill>
                            <a:srgbClr val="FF0000"/>
                          </a:solidFill>
                        </a:rPr>
                        <a:t>.</a:t>
                      </a:r>
                      <a:endParaRPr lang="ko-KR" altLang="en-US" sz="800" b="1" dirty="0">
                        <a:solidFill>
                          <a:srgbClr val="FF0000"/>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792422276"/>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회원사 명과 사업자구분만 입력하면 채널관리자로 로그인 할 수 있는 권한을 획득한다</a:t>
                      </a:r>
                      <a:r>
                        <a:rPr lang="en-US" altLang="ko-KR" sz="800" b="0" dirty="0">
                          <a:solidFill>
                            <a:schemeClr val="tx1"/>
                          </a:solidFill>
                        </a:rPr>
                        <a:t>.</a:t>
                      </a:r>
                    </a:p>
                    <a:p>
                      <a:pPr algn="l" latinLnBrk="1"/>
                      <a:endParaRPr lang="en-US" altLang="ko-KR" sz="800" b="0" dirty="0">
                        <a:solidFill>
                          <a:schemeClr val="tx1"/>
                        </a:solidFill>
                      </a:endParaRPr>
                    </a:p>
                    <a:p>
                      <a:pPr algn="l" latinLnBrk="1"/>
                      <a:r>
                        <a:rPr lang="ko-KR" altLang="en-US" sz="800" b="0" dirty="0">
                          <a:solidFill>
                            <a:schemeClr val="tx1"/>
                          </a:solidFill>
                        </a:rPr>
                        <a:t>다만</a:t>
                      </a:r>
                      <a:r>
                        <a:rPr lang="en-US" altLang="ko-KR" sz="800" b="0" dirty="0">
                          <a:solidFill>
                            <a:schemeClr val="tx1"/>
                          </a:solidFill>
                        </a:rPr>
                        <a:t>, </a:t>
                      </a:r>
                      <a:r>
                        <a:rPr lang="ko-KR" altLang="en-US" sz="800" b="0" dirty="0">
                          <a:solidFill>
                            <a:schemeClr val="tx1"/>
                          </a:solidFill>
                        </a:rPr>
                        <a:t>자사상품을 등록할 수 없다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973989417"/>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판매자 인증이 처리되면 채널관리자에서 자사상품을 등록할 수 있다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928489788"/>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버튼 클릭 시 상세내용 표시되는 아코디언 형태</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497898763"/>
                  </a:ext>
                </a:extLst>
              </a:tr>
              <a:tr h="140746">
                <a:tc>
                  <a:txBody>
                    <a:bodyPr/>
                    <a:lstStyle/>
                    <a:p>
                      <a:pPr algn="ctr" latinLnBrk="1"/>
                      <a:r>
                        <a:rPr lang="en-US" altLang="ko-KR" sz="800" dirty="0"/>
                        <a:t>5</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판매회원 인증되기전 권한 정보 영역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834258895"/>
                  </a:ext>
                </a:extLst>
              </a:tr>
              <a:tr h="140746">
                <a:tc>
                  <a:txBody>
                    <a:bodyPr/>
                    <a:lstStyle/>
                    <a:p>
                      <a:pPr algn="ctr" latinLnBrk="1"/>
                      <a:r>
                        <a:rPr lang="en-US" altLang="ko-KR" sz="800" dirty="0"/>
                        <a:t>6-1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판매회원 인증 후의 권한 정보 영역</a:t>
                      </a:r>
                      <a:br>
                        <a:rPr lang="en-US" altLang="ko-KR" sz="800" b="0" dirty="0">
                          <a:solidFill>
                            <a:schemeClr val="tx1"/>
                          </a:solidFill>
                        </a:rPr>
                      </a:br>
                      <a:br>
                        <a:rPr lang="en-US" altLang="ko-KR" sz="800" b="0" dirty="0">
                          <a:solidFill>
                            <a:schemeClr val="tx1"/>
                          </a:solidFill>
                        </a:rPr>
                      </a:br>
                      <a:r>
                        <a:rPr lang="ko-KR" altLang="en-US" sz="800" b="0" dirty="0">
                          <a:solidFill>
                            <a:schemeClr val="tx1"/>
                          </a:solidFill>
                        </a:rPr>
                        <a:t>판매회원으로 인증될 때는 자사물건을 판매할 수 있으며</a:t>
                      </a:r>
                      <a:r>
                        <a:rPr lang="en-US" altLang="ko-KR" sz="800" b="0" dirty="0">
                          <a:solidFill>
                            <a:schemeClr val="tx1"/>
                          </a:solidFill>
                        </a:rPr>
                        <a:t>, </a:t>
                      </a:r>
                      <a:r>
                        <a:rPr lang="ko-KR" altLang="en-US" sz="800" b="0" dirty="0">
                          <a:solidFill>
                            <a:schemeClr val="tx1"/>
                          </a:solidFill>
                        </a:rPr>
                        <a:t>자사의 </a:t>
                      </a:r>
                      <a:r>
                        <a:rPr lang="en-US" altLang="ko-KR" sz="800" b="0" dirty="0">
                          <a:solidFill>
                            <a:schemeClr val="tx1"/>
                          </a:solidFill>
                        </a:rPr>
                        <a:t>PG</a:t>
                      </a:r>
                      <a:r>
                        <a:rPr lang="ko-KR" altLang="en-US" sz="800" b="0" dirty="0">
                          <a:solidFill>
                            <a:schemeClr val="tx1"/>
                          </a:solidFill>
                        </a:rPr>
                        <a:t>사를 사용할 수 있다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791672735"/>
                  </a:ext>
                </a:extLst>
              </a:tr>
              <a:tr h="140746">
                <a:tc>
                  <a:txBody>
                    <a:bodyPr/>
                    <a:lstStyle/>
                    <a:p>
                      <a:pPr algn="ctr" latinLnBrk="1"/>
                      <a:r>
                        <a:rPr lang="en-US" altLang="ko-KR" sz="800" dirty="0"/>
                        <a:t>6-2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자사의 </a:t>
                      </a:r>
                      <a:r>
                        <a:rPr lang="en-US" altLang="ko-KR" sz="800" b="0" dirty="0">
                          <a:solidFill>
                            <a:schemeClr val="tx1"/>
                          </a:solidFill>
                        </a:rPr>
                        <a:t>PG</a:t>
                      </a:r>
                      <a:r>
                        <a:rPr lang="ko-KR" altLang="en-US" sz="800" b="0" dirty="0">
                          <a:solidFill>
                            <a:schemeClr val="tx1"/>
                          </a:solidFill>
                        </a:rPr>
                        <a:t>는 </a:t>
                      </a:r>
                      <a:r>
                        <a:rPr lang="en-US" altLang="ko-KR" sz="800" b="0" dirty="0">
                          <a:solidFill>
                            <a:schemeClr val="tx1"/>
                          </a:solidFill>
                        </a:rPr>
                        <a:t>3</a:t>
                      </a:r>
                      <a:r>
                        <a:rPr lang="ko-KR" altLang="en-US" sz="800" b="0" dirty="0">
                          <a:solidFill>
                            <a:schemeClr val="tx1"/>
                          </a:solidFill>
                        </a:rPr>
                        <a:t>군데를 이용할 수 있으며</a:t>
                      </a:r>
                      <a:r>
                        <a:rPr lang="en-US" altLang="ko-KR" sz="800" b="0" dirty="0">
                          <a:solidFill>
                            <a:schemeClr val="tx1"/>
                          </a:solidFill>
                        </a:rPr>
                        <a:t>, </a:t>
                      </a:r>
                      <a:br>
                        <a:rPr lang="en-US" altLang="ko-KR" sz="800" b="0" dirty="0">
                          <a:solidFill>
                            <a:schemeClr val="tx1"/>
                          </a:solidFill>
                        </a:rPr>
                      </a:br>
                      <a:br>
                        <a:rPr lang="en-US" altLang="ko-KR" sz="800" b="0" dirty="0">
                          <a:solidFill>
                            <a:srgbClr val="FF0000"/>
                          </a:solidFill>
                        </a:rPr>
                      </a:br>
                      <a:r>
                        <a:rPr lang="en-US" altLang="ko-KR" sz="800" b="0" dirty="0">
                          <a:solidFill>
                            <a:srgbClr val="FF0000"/>
                          </a:solidFill>
                        </a:rPr>
                        <a:t>1. KG</a:t>
                      </a:r>
                      <a:r>
                        <a:rPr lang="ko-KR" altLang="en-US" sz="800" b="0" dirty="0">
                          <a:solidFill>
                            <a:srgbClr val="FF0000"/>
                          </a:solidFill>
                        </a:rPr>
                        <a:t> </a:t>
                      </a:r>
                      <a:r>
                        <a:rPr lang="ko-KR" altLang="en-US" sz="800" b="0" dirty="0" err="1">
                          <a:solidFill>
                            <a:srgbClr val="FF0000"/>
                          </a:solidFill>
                        </a:rPr>
                        <a:t>이니시스</a:t>
                      </a:r>
                      <a:endParaRPr lang="en-US" altLang="ko-KR" sz="800" b="0" dirty="0">
                        <a:solidFill>
                          <a:srgbClr val="FF0000"/>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FF0000"/>
                          </a:solidFill>
                        </a:rPr>
                        <a:t>2. NHN KCP</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FF0000"/>
                          </a:solidFill>
                        </a:rPr>
                        <a:t>3. </a:t>
                      </a:r>
                      <a:r>
                        <a:rPr lang="ko-KR" altLang="en-US" sz="800" b="0" dirty="0" err="1">
                          <a:solidFill>
                            <a:srgbClr val="FF0000"/>
                          </a:solidFill>
                        </a:rPr>
                        <a:t>토츠페이먼츠</a:t>
                      </a:r>
                      <a:r>
                        <a:rPr lang="ko-KR" altLang="en-US" sz="800" b="0" dirty="0">
                          <a:solidFill>
                            <a:srgbClr val="FF0000"/>
                          </a:solidFill>
                        </a:rPr>
                        <a:t> </a:t>
                      </a:r>
                      <a:endParaRPr lang="en-US" altLang="ko-KR" sz="800" b="0" dirty="0">
                        <a:solidFill>
                          <a:srgbClr val="FF0000"/>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을 선택할 수 있다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선택에 따라 각 </a:t>
                      </a:r>
                      <a:r>
                        <a:rPr lang="ko-KR" altLang="en-US" sz="800" b="0" dirty="0" err="1">
                          <a:solidFill>
                            <a:schemeClr val="tx1"/>
                          </a:solidFill>
                        </a:rPr>
                        <a:t>결제모듈에서</a:t>
                      </a:r>
                      <a:r>
                        <a:rPr lang="ko-KR" altLang="en-US" sz="800" b="0" dirty="0">
                          <a:solidFill>
                            <a:schemeClr val="tx1"/>
                          </a:solidFill>
                        </a:rPr>
                        <a:t> 필요한 정보를 입력해야 한다</a:t>
                      </a:r>
                      <a:r>
                        <a:rPr lang="en-US" altLang="ko-KR" sz="800" b="0" dirty="0">
                          <a:solidFill>
                            <a:schemeClr val="tx1"/>
                          </a:solidFill>
                        </a:rPr>
                        <a:t>.</a:t>
                      </a:r>
                      <a:r>
                        <a:rPr lang="ko-KR" altLang="en-US" sz="800" b="0" dirty="0">
                          <a:solidFill>
                            <a:schemeClr val="tx1"/>
                          </a:solidFill>
                        </a:rPr>
                        <a:t> </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80872602"/>
                  </a:ext>
                </a:extLst>
              </a:tr>
              <a:tr h="140746">
                <a:tc>
                  <a:txBody>
                    <a:bodyPr/>
                    <a:lstStyle/>
                    <a:p>
                      <a:pPr algn="ctr" latinLnBrk="1"/>
                      <a:r>
                        <a:rPr lang="en-US" altLang="ko-KR" sz="800" dirty="0"/>
                        <a:t>7</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필수 약관이므로 약관 동의 여부 수정 불가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002321761"/>
                  </a:ext>
                </a:extLst>
              </a:tr>
            </a:tbl>
          </a:graphicData>
        </a:graphic>
      </p:graphicFrame>
      <p:sp>
        <p:nvSpPr>
          <p:cNvPr id="119" name="TextBox 118">
            <a:extLst>
              <a:ext uri="{FF2B5EF4-FFF2-40B4-BE49-F238E27FC236}">
                <a16:creationId xmlns:a16="http://schemas.microsoft.com/office/drawing/2014/main" id="{05B88100-9997-4FF1-97A7-FA0DC5C6E6C3}"/>
              </a:ext>
            </a:extLst>
          </p:cNvPr>
          <p:cNvSpPr txBox="1"/>
          <p:nvPr/>
        </p:nvSpPr>
        <p:spPr>
          <a:xfrm>
            <a:off x="8843150" y="5562121"/>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
        <p:nvSpPr>
          <p:cNvPr id="90" name="TextBox 89">
            <a:extLst>
              <a:ext uri="{FF2B5EF4-FFF2-40B4-BE49-F238E27FC236}">
                <a16:creationId xmlns:a16="http://schemas.microsoft.com/office/drawing/2014/main" id="{578A93B4-64EB-462C-AD33-3025B8EBBBAF}"/>
              </a:ext>
            </a:extLst>
          </p:cNvPr>
          <p:cNvSpPr txBox="1"/>
          <p:nvPr/>
        </p:nvSpPr>
        <p:spPr>
          <a:xfrm>
            <a:off x="1381889" y="5602448"/>
            <a:ext cx="251992" cy="230832"/>
          </a:xfrm>
          <a:prstGeom prst="rect">
            <a:avLst/>
          </a:prstGeom>
          <a:solidFill>
            <a:srgbClr val="FF0000"/>
          </a:solidFill>
        </p:spPr>
        <p:txBody>
          <a:bodyPr wrap="none" rtlCol="0">
            <a:spAutoFit/>
          </a:bodyPr>
          <a:lstStyle/>
          <a:p>
            <a:r>
              <a:rPr lang="en-US" altLang="ko-KR" sz="900" b="1" dirty="0">
                <a:solidFill>
                  <a:schemeClr val="bg1"/>
                </a:solidFill>
              </a:rPr>
              <a:t>7</a:t>
            </a:r>
            <a:endParaRPr lang="ko-KR" altLang="en-US" sz="900" b="1" dirty="0">
              <a:solidFill>
                <a:schemeClr val="bg1"/>
              </a:solidFill>
            </a:endParaRPr>
          </a:p>
        </p:txBody>
      </p:sp>
      <p:sp>
        <p:nvSpPr>
          <p:cNvPr id="91" name="TextBox 90">
            <a:extLst>
              <a:ext uri="{FF2B5EF4-FFF2-40B4-BE49-F238E27FC236}">
                <a16:creationId xmlns:a16="http://schemas.microsoft.com/office/drawing/2014/main" id="{698797DF-78F3-4F7F-A7F2-1332CF63FD75}"/>
              </a:ext>
            </a:extLst>
          </p:cNvPr>
          <p:cNvSpPr txBox="1"/>
          <p:nvPr/>
        </p:nvSpPr>
        <p:spPr>
          <a:xfrm>
            <a:off x="1697284" y="12830679"/>
            <a:ext cx="5317481"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회원사 판매권한 </a:t>
            </a:r>
            <a:r>
              <a:rPr lang="ko-KR" altLang="en-US" sz="800" b="1" dirty="0"/>
              <a:t>정보 </a:t>
            </a:r>
            <a:r>
              <a:rPr lang="en-US" altLang="ko-KR" sz="800" dirty="0">
                <a:solidFill>
                  <a:srgbClr val="FF0000"/>
                </a:solidFill>
              </a:rPr>
              <a:t>( M9</a:t>
            </a:r>
            <a:r>
              <a:rPr lang="ko-KR" altLang="en-US" sz="800" dirty="0">
                <a:solidFill>
                  <a:srgbClr val="FF0000"/>
                </a:solidFill>
              </a:rPr>
              <a:t> </a:t>
            </a:r>
            <a:r>
              <a:rPr lang="en-US" altLang="ko-KR" sz="800" dirty="0">
                <a:solidFill>
                  <a:srgbClr val="FF0000"/>
                </a:solidFill>
              </a:rPr>
              <a:t>Market </a:t>
            </a:r>
            <a:r>
              <a:rPr lang="ko-KR" altLang="en-US" sz="800" dirty="0">
                <a:solidFill>
                  <a:srgbClr val="FF0000"/>
                </a:solidFill>
              </a:rPr>
              <a:t>의 </a:t>
            </a:r>
            <a:r>
              <a:rPr lang="en-US" altLang="ko-KR" sz="800" dirty="0">
                <a:solidFill>
                  <a:srgbClr val="FF0000"/>
                </a:solidFill>
              </a:rPr>
              <a:t>Shop </a:t>
            </a:r>
            <a:r>
              <a:rPr lang="ko-KR" altLang="en-US" sz="800" dirty="0">
                <a:solidFill>
                  <a:srgbClr val="FF0000"/>
                </a:solidFill>
              </a:rPr>
              <a:t>채널에서 자사물건을 판매하기 위해서는 판매인증이 필요합니다</a:t>
            </a:r>
            <a:r>
              <a:rPr lang="en-US" altLang="ko-KR" sz="800" dirty="0">
                <a:solidFill>
                  <a:srgbClr val="FF0000"/>
                </a:solidFill>
              </a:rPr>
              <a:t>. )</a:t>
            </a:r>
            <a:endParaRPr lang="ko-KR" altLang="en-US" sz="800" dirty="0">
              <a:solidFill>
                <a:srgbClr val="FF0000"/>
              </a:solidFill>
            </a:endParaRPr>
          </a:p>
        </p:txBody>
      </p:sp>
      <p:graphicFrame>
        <p:nvGraphicFramePr>
          <p:cNvPr id="92" name="표 91">
            <a:extLst>
              <a:ext uri="{FF2B5EF4-FFF2-40B4-BE49-F238E27FC236}">
                <a16:creationId xmlns:a16="http://schemas.microsoft.com/office/drawing/2014/main" id="{7CDA8392-00B6-4D96-9E84-4B68C72CE4FA}"/>
              </a:ext>
            </a:extLst>
          </p:cNvPr>
          <p:cNvGraphicFramePr>
            <a:graphicFrameLocks noGrp="1"/>
          </p:cNvGraphicFramePr>
          <p:nvPr>
            <p:extLst>
              <p:ext uri="{D42A27DB-BD31-4B8C-83A1-F6EECF244321}">
                <p14:modId xmlns:p14="http://schemas.microsoft.com/office/powerpoint/2010/main" val="4026461581"/>
              </p:ext>
            </p:extLst>
          </p:nvPr>
        </p:nvGraphicFramePr>
        <p:xfrm>
          <a:off x="1777677" y="13041956"/>
          <a:ext cx="7777839" cy="2529840"/>
        </p:xfrm>
        <a:graphic>
          <a:graphicData uri="http://schemas.openxmlformats.org/drawingml/2006/table">
            <a:tbl>
              <a:tblPr firstRow="1" bandRow="1">
                <a:tableStyleId>{5C22544A-7EE6-4342-B048-85BDC9FD1C3A}</a:tableStyleId>
              </a:tblPr>
              <a:tblGrid>
                <a:gridCol w="1603937">
                  <a:extLst>
                    <a:ext uri="{9D8B030D-6E8A-4147-A177-3AD203B41FA5}">
                      <a16:colId xmlns:a16="http://schemas.microsoft.com/office/drawing/2014/main" val="20000"/>
                    </a:ext>
                  </a:extLst>
                </a:gridCol>
                <a:gridCol w="6173902">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판매인증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i="0" u="none" strike="noStrike" dirty="0">
                          <a:solidFill>
                            <a:schemeClr val="accent5">
                              <a:lumMod val="75000"/>
                            </a:schemeClr>
                          </a:solidFill>
                          <a:effectLst/>
                          <a:latin typeface="+mn-lt"/>
                        </a:rPr>
                        <a:t>인증완료  </a:t>
                      </a:r>
                      <a:r>
                        <a:rPr lang="en-US" altLang="ko-KR" sz="800" b="1" i="0" u="none" strike="noStrike" dirty="0">
                          <a:solidFill>
                            <a:schemeClr val="accent5">
                              <a:lumMod val="75000"/>
                            </a:schemeClr>
                          </a:solidFill>
                          <a:effectLst/>
                          <a:latin typeface="+mn-lt"/>
                        </a:rPr>
                        <a:t>( </a:t>
                      </a:r>
                      <a:r>
                        <a:rPr lang="ko-KR" altLang="en-US" sz="800" b="1" i="0" u="none" strike="noStrike" dirty="0">
                          <a:solidFill>
                            <a:schemeClr val="accent5">
                              <a:lumMod val="75000"/>
                            </a:schemeClr>
                          </a:solidFill>
                          <a:effectLst/>
                          <a:latin typeface="+mn-lt"/>
                        </a:rPr>
                        <a:t>인증완료일 </a:t>
                      </a:r>
                      <a:r>
                        <a:rPr lang="en-US" altLang="ko-KR" sz="800" b="1" i="0" u="none" strike="noStrike" dirty="0">
                          <a:solidFill>
                            <a:schemeClr val="accent5">
                              <a:lumMod val="75000"/>
                            </a:schemeClr>
                          </a:solidFill>
                          <a:effectLst/>
                          <a:latin typeface="+mn-lt"/>
                        </a:rPr>
                        <a:t>: 2024-01-01 )</a:t>
                      </a:r>
                      <a:endParaRPr lang="ko-KR" altLang="en-US" sz="800" b="1" i="0" u="none" strike="noStrike" dirty="0">
                        <a:solidFill>
                          <a:schemeClr val="accent5">
                            <a:lumMod val="75000"/>
                          </a:schemeClr>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사업자등록증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i="0" u="none" strike="noStrike" dirty="0">
                          <a:solidFill>
                            <a:schemeClr val="tx1"/>
                          </a:solidFill>
                          <a:effectLst/>
                          <a:latin typeface="+mn-lt"/>
                        </a:rPr>
                        <a:t>                 사업자등록번호 </a:t>
                      </a:r>
                      <a:r>
                        <a:rPr lang="en-US" altLang="ko-KR" sz="800" b="1" i="0" u="none" strike="noStrike" dirty="0">
                          <a:solidFill>
                            <a:schemeClr val="tx1"/>
                          </a:solidFill>
                          <a:effectLst/>
                          <a:latin typeface="+mn-lt"/>
                        </a:rPr>
                        <a:t>/ 000-01-00000</a:t>
                      </a: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사업자 명의 계좌번호 </a:t>
                      </a:r>
                      <a:r>
                        <a:rPr lang="en-US" altLang="ko-KR" sz="800" b="0" dirty="0">
                          <a:solidFill>
                            <a:schemeClr val="tx1"/>
                          </a:solidFill>
                        </a:rPr>
                        <a:t>(</a:t>
                      </a:r>
                      <a:r>
                        <a:rPr lang="ko-KR" altLang="en-US" sz="800" b="0" dirty="0">
                          <a:solidFill>
                            <a:schemeClr val="tx1"/>
                          </a:solidFill>
                        </a:rPr>
                        <a:t>정산용</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i="0" u="none" strike="noStrike" dirty="0">
                          <a:solidFill>
                            <a:schemeClr val="tx1"/>
                          </a:solidFill>
                          <a:effectLst/>
                          <a:latin typeface="+mn-lt"/>
                        </a:rPr>
                        <a:t>국민은행 </a:t>
                      </a:r>
                      <a:r>
                        <a:rPr lang="en-US" altLang="ko-KR" sz="800" b="1" i="0" u="none" strike="noStrike" dirty="0">
                          <a:solidFill>
                            <a:schemeClr val="tx1"/>
                          </a:solidFill>
                          <a:effectLst/>
                          <a:latin typeface="+mn-lt"/>
                        </a:rPr>
                        <a:t>/ 000000000-02-000000 / </a:t>
                      </a:r>
                      <a:r>
                        <a:rPr lang="ko-KR" altLang="en-US" sz="800" b="1" i="0" u="none" strike="noStrike" dirty="0" err="1">
                          <a:solidFill>
                            <a:schemeClr val="tx1"/>
                          </a:solidFill>
                          <a:effectLst/>
                          <a:latin typeface="+mn-lt"/>
                        </a:rPr>
                        <a:t>통장주</a:t>
                      </a:r>
                      <a:r>
                        <a:rPr lang="ko-KR" altLang="en-US" sz="800" b="1" i="0" u="none" strike="noStrike" dirty="0">
                          <a:solidFill>
                            <a:schemeClr val="tx1"/>
                          </a:solidFill>
                          <a:effectLst/>
                          <a:latin typeface="+mn-lt"/>
                        </a:rPr>
                        <a:t>  </a:t>
                      </a:r>
                      <a:r>
                        <a:rPr lang="en-US" altLang="ko-KR" sz="800" b="1" i="0" u="none" strike="noStrike" dirty="0">
                          <a:solidFill>
                            <a:schemeClr val="tx1"/>
                          </a:solidFill>
                          <a:effectLst/>
                          <a:latin typeface="+mn-lt"/>
                        </a:rPr>
                        <a:t>/ </a:t>
                      </a: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58815553"/>
                  </a:ext>
                </a:extLst>
              </a:tr>
              <a:tr h="0">
                <a:tc>
                  <a:txBody>
                    <a:bodyPr/>
                    <a:lstStyle/>
                    <a:p>
                      <a:pPr latinLnBrk="1"/>
                      <a:r>
                        <a:rPr lang="ko-KR" altLang="en-US" sz="800" b="0" dirty="0">
                          <a:solidFill>
                            <a:schemeClr val="tx1"/>
                          </a:solidFill>
                        </a:rPr>
                        <a:t>자사 </a:t>
                      </a:r>
                      <a:r>
                        <a:rPr lang="en-US" altLang="ko-KR" sz="800" b="0" dirty="0">
                          <a:solidFill>
                            <a:schemeClr val="tx1"/>
                          </a:solidFill>
                        </a:rPr>
                        <a:t>PG </a:t>
                      </a:r>
                      <a:r>
                        <a:rPr lang="ko-KR" altLang="en-US" sz="800" b="0" dirty="0">
                          <a:solidFill>
                            <a:schemeClr val="tx1"/>
                          </a:solidFill>
                        </a:rPr>
                        <a:t>모듈 사용여부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미사용   ● 사용 </a:t>
                      </a: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979471822"/>
                  </a:ext>
                </a:extLst>
              </a:tr>
              <a:tr h="0">
                <a:tc>
                  <a:txBody>
                    <a:bodyPr/>
                    <a:lstStyle/>
                    <a:p>
                      <a:pPr latinLnBrk="1"/>
                      <a:r>
                        <a:rPr lang="ko-KR" altLang="en-US" sz="800" b="0" dirty="0">
                          <a:solidFill>
                            <a:schemeClr val="tx1"/>
                          </a:solidFill>
                        </a:rPr>
                        <a:t>자사 </a:t>
                      </a:r>
                      <a:r>
                        <a:rPr lang="en-US" altLang="ko-KR" sz="800" b="0" dirty="0">
                          <a:solidFill>
                            <a:schemeClr val="tx1"/>
                          </a:solidFill>
                        </a:rPr>
                        <a:t>PG </a:t>
                      </a:r>
                      <a:r>
                        <a:rPr lang="ko-KR" altLang="en-US" sz="800" b="0" dirty="0">
                          <a:solidFill>
                            <a:schemeClr val="tx1"/>
                          </a:solidFill>
                        </a:rPr>
                        <a:t>모듈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1"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1"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1" i="0" u="none" strike="noStrike" dirty="0">
                          <a:solidFill>
                            <a:schemeClr val="tx1"/>
                          </a:solidFill>
                          <a:effectLst/>
                          <a:latin typeface="+mn-lt"/>
                        </a:rPr>
                        <a:t>- </a:t>
                      </a:r>
                      <a:r>
                        <a:rPr lang="ko-KR" altLang="en-US" sz="800" b="1" i="0" u="none" strike="noStrike" dirty="0">
                          <a:solidFill>
                            <a:schemeClr val="tx1"/>
                          </a:solidFill>
                          <a:effectLst/>
                          <a:latin typeface="+mn-lt"/>
                        </a:rPr>
                        <a:t>상점 </a:t>
                      </a:r>
                      <a:r>
                        <a:rPr lang="en-US" altLang="ko-KR" sz="800" b="1" i="0" u="none" strike="noStrike" dirty="0">
                          <a:solidFill>
                            <a:schemeClr val="tx1"/>
                          </a:solidFill>
                          <a:effectLst/>
                          <a:latin typeface="+mn-lt"/>
                        </a:rPr>
                        <a:t>ID</a:t>
                      </a: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1"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1" i="0" u="none" strike="noStrike" dirty="0">
                          <a:solidFill>
                            <a:schemeClr val="tx1"/>
                          </a:solidFill>
                          <a:effectLst/>
                          <a:latin typeface="+mn-lt"/>
                        </a:rPr>
                        <a:t>- </a:t>
                      </a:r>
                      <a:r>
                        <a:rPr lang="ko-KR" altLang="en-US" sz="800" b="1" i="0" u="none" strike="noStrike" dirty="0">
                          <a:solidFill>
                            <a:schemeClr val="tx1"/>
                          </a:solidFill>
                          <a:effectLst/>
                          <a:latin typeface="+mn-lt"/>
                        </a:rPr>
                        <a:t>사이트코드</a:t>
                      </a:r>
                      <a:endParaRPr lang="en-US" altLang="ko-KR" sz="800" b="1"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1"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1" i="0" u="none" strike="noStrike" dirty="0">
                          <a:solidFill>
                            <a:schemeClr val="tx1"/>
                          </a:solidFill>
                          <a:effectLst/>
                          <a:latin typeface="+mn-lt"/>
                        </a:rPr>
                        <a:t>- Client Key</a:t>
                      </a: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1"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1" i="0" u="none" strike="noStrike" dirty="0">
                          <a:solidFill>
                            <a:schemeClr val="tx1"/>
                          </a:solidFill>
                          <a:effectLst/>
                          <a:latin typeface="+mn-lt"/>
                        </a:rPr>
                        <a:t>- Secret Key</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24035584"/>
                  </a:ext>
                </a:extLst>
              </a:tr>
            </a:tbl>
          </a:graphicData>
        </a:graphic>
      </p:graphicFrame>
      <p:sp>
        <p:nvSpPr>
          <p:cNvPr id="93" name="직사각형 92">
            <a:extLst>
              <a:ext uri="{FF2B5EF4-FFF2-40B4-BE49-F238E27FC236}">
                <a16:creationId xmlns:a16="http://schemas.microsoft.com/office/drawing/2014/main" id="{59C5AEC5-BB64-435F-80CB-4869210C86CB}"/>
              </a:ext>
            </a:extLst>
          </p:cNvPr>
          <p:cNvSpPr/>
          <p:nvPr/>
        </p:nvSpPr>
        <p:spPr>
          <a:xfrm>
            <a:off x="5741603" y="13861629"/>
            <a:ext cx="1567792" cy="147742"/>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통장사본 </a:t>
            </a:r>
            <a:r>
              <a:rPr lang="ko-KR" altLang="en-US" sz="800" dirty="0" err="1">
                <a:solidFill>
                  <a:schemeClr val="bg1"/>
                </a:solidFill>
              </a:rPr>
              <a:t>내려받기</a:t>
            </a:r>
            <a:endParaRPr lang="ko-KR" altLang="en-US" sz="800" dirty="0">
              <a:solidFill>
                <a:schemeClr val="bg1"/>
              </a:solidFill>
            </a:endParaRPr>
          </a:p>
        </p:txBody>
      </p:sp>
      <p:sp>
        <p:nvSpPr>
          <p:cNvPr id="94" name="Large Icons">
            <a:extLst>
              <a:ext uri="{FF2B5EF4-FFF2-40B4-BE49-F238E27FC236}">
                <a16:creationId xmlns:a16="http://schemas.microsoft.com/office/drawing/2014/main" id="{92BFE4F5-7BB1-4725-89A3-FBC1B53862D6}"/>
              </a:ext>
            </a:extLst>
          </p:cNvPr>
          <p:cNvSpPr>
            <a:spLocks noChangeAspect="1" noEditPoints="1"/>
          </p:cNvSpPr>
          <p:nvPr/>
        </p:nvSpPr>
        <p:spPr bwMode="auto">
          <a:xfrm>
            <a:off x="3461888" y="13332476"/>
            <a:ext cx="505351" cy="430711"/>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95" name="TextBox 94">
            <a:extLst>
              <a:ext uri="{FF2B5EF4-FFF2-40B4-BE49-F238E27FC236}">
                <a16:creationId xmlns:a16="http://schemas.microsoft.com/office/drawing/2014/main" id="{50B34C27-AA26-4BC0-B76C-6784D06E2948}"/>
              </a:ext>
            </a:extLst>
          </p:cNvPr>
          <p:cNvSpPr txBox="1"/>
          <p:nvPr/>
        </p:nvSpPr>
        <p:spPr>
          <a:xfrm>
            <a:off x="1553240" y="12929389"/>
            <a:ext cx="367408" cy="230832"/>
          </a:xfrm>
          <a:prstGeom prst="rect">
            <a:avLst/>
          </a:prstGeom>
          <a:solidFill>
            <a:srgbClr val="FF0000"/>
          </a:solidFill>
        </p:spPr>
        <p:txBody>
          <a:bodyPr wrap="none" rtlCol="0">
            <a:spAutoFit/>
          </a:bodyPr>
          <a:lstStyle/>
          <a:p>
            <a:r>
              <a:rPr lang="en-US" altLang="ko-KR" sz="900" b="1" dirty="0">
                <a:solidFill>
                  <a:schemeClr val="bg1"/>
                </a:solidFill>
              </a:rPr>
              <a:t>6-2</a:t>
            </a:r>
            <a:endParaRPr lang="ko-KR" altLang="en-US" sz="900" b="1" dirty="0">
              <a:solidFill>
                <a:schemeClr val="bg1"/>
              </a:solidFill>
            </a:endParaRPr>
          </a:p>
        </p:txBody>
      </p:sp>
      <p:sp>
        <p:nvSpPr>
          <p:cNvPr id="96" name="직사각형 95">
            <a:extLst>
              <a:ext uri="{FF2B5EF4-FFF2-40B4-BE49-F238E27FC236}">
                <a16:creationId xmlns:a16="http://schemas.microsoft.com/office/drawing/2014/main" id="{E2F0DCB5-78BF-4F02-95A6-F3186FEE33D7}"/>
              </a:ext>
            </a:extLst>
          </p:cNvPr>
          <p:cNvSpPr/>
          <p:nvPr/>
        </p:nvSpPr>
        <p:spPr>
          <a:xfrm>
            <a:off x="3472194" y="14295465"/>
            <a:ext cx="2936631"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KG </a:t>
            </a:r>
            <a:r>
              <a:rPr lang="ko-KR" altLang="en-US" sz="800" dirty="0" err="1">
                <a:solidFill>
                  <a:schemeClr val="tx1"/>
                </a:solidFill>
              </a:rPr>
              <a:t>이니시스</a:t>
            </a:r>
            <a:r>
              <a:rPr lang="ko-KR" altLang="en-US" sz="800" dirty="0">
                <a:solidFill>
                  <a:schemeClr val="tx1"/>
                </a:solidFill>
              </a:rPr>
              <a:t>                                                        ▼</a:t>
            </a:r>
          </a:p>
        </p:txBody>
      </p:sp>
      <p:sp>
        <p:nvSpPr>
          <p:cNvPr id="97" name="직사각형 96">
            <a:extLst>
              <a:ext uri="{FF2B5EF4-FFF2-40B4-BE49-F238E27FC236}">
                <a16:creationId xmlns:a16="http://schemas.microsoft.com/office/drawing/2014/main" id="{FA28DF62-A6D0-4A24-994F-51D2460E13C6}"/>
              </a:ext>
            </a:extLst>
          </p:cNvPr>
          <p:cNvSpPr/>
          <p:nvPr/>
        </p:nvSpPr>
        <p:spPr>
          <a:xfrm>
            <a:off x="4192790" y="14533299"/>
            <a:ext cx="4938568" cy="15705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800" dirty="0">
              <a:solidFill>
                <a:schemeClr val="bg1">
                  <a:lumMod val="65000"/>
                </a:schemeClr>
              </a:solidFill>
            </a:endParaRPr>
          </a:p>
        </p:txBody>
      </p:sp>
      <p:sp>
        <p:nvSpPr>
          <p:cNvPr id="98" name="직사각형 97">
            <a:extLst>
              <a:ext uri="{FF2B5EF4-FFF2-40B4-BE49-F238E27FC236}">
                <a16:creationId xmlns:a16="http://schemas.microsoft.com/office/drawing/2014/main" id="{7BE1DCDD-24CA-4065-B535-6AA266724E7D}"/>
              </a:ext>
            </a:extLst>
          </p:cNvPr>
          <p:cNvSpPr/>
          <p:nvPr/>
        </p:nvSpPr>
        <p:spPr>
          <a:xfrm>
            <a:off x="4192790" y="14769940"/>
            <a:ext cx="4938568" cy="15705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800" dirty="0">
              <a:solidFill>
                <a:schemeClr val="bg1">
                  <a:lumMod val="65000"/>
                </a:schemeClr>
              </a:solidFill>
            </a:endParaRPr>
          </a:p>
        </p:txBody>
      </p:sp>
      <p:sp>
        <p:nvSpPr>
          <p:cNvPr id="99" name="직사각형 98">
            <a:extLst>
              <a:ext uri="{FF2B5EF4-FFF2-40B4-BE49-F238E27FC236}">
                <a16:creationId xmlns:a16="http://schemas.microsoft.com/office/drawing/2014/main" id="{0336623B-F817-4E47-AF78-554C8EEFBAFB}"/>
              </a:ext>
            </a:extLst>
          </p:cNvPr>
          <p:cNvSpPr/>
          <p:nvPr/>
        </p:nvSpPr>
        <p:spPr>
          <a:xfrm>
            <a:off x="4192790" y="15015563"/>
            <a:ext cx="4938568" cy="15705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800" dirty="0">
              <a:solidFill>
                <a:schemeClr val="bg1">
                  <a:lumMod val="65000"/>
                </a:schemeClr>
              </a:solidFill>
            </a:endParaRPr>
          </a:p>
        </p:txBody>
      </p:sp>
      <p:sp>
        <p:nvSpPr>
          <p:cNvPr id="100" name="직사각형 99">
            <a:extLst>
              <a:ext uri="{FF2B5EF4-FFF2-40B4-BE49-F238E27FC236}">
                <a16:creationId xmlns:a16="http://schemas.microsoft.com/office/drawing/2014/main" id="{B8E6D43A-8D6A-40CA-8D44-BF9B3EB21523}"/>
              </a:ext>
            </a:extLst>
          </p:cNvPr>
          <p:cNvSpPr/>
          <p:nvPr/>
        </p:nvSpPr>
        <p:spPr>
          <a:xfrm>
            <a:off x="4192790" y="15266928"/>
            <a:ext cx="4938568" cy="15705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800" dirty="0">
              <a:solidFill>
                <a:schemeClr val="bg1">
                  <a:lumMod val="65000"/>
                </a:schemeClr>
              </a:solidFill>
            </a:endParaRPr>
          </a:p>
        </p:txBody>
      </p:sp>
      <p:sp>
        <p:nvSpPr>
          <p:cNvPr id="5" name="직사각형 4">
            <a:extLst>
              <a:ext uri="{FF2B5EF4-FFF2-40B4-BE49-F238E27FC236}">
                <a16:creationId xmlns:a16="http://schemas.microsoft.com/office/drawing/2014/main" id="{B4C8C76E-1D87-4A57-965C-016A8DDFA0FF}"/>
              </a:ext>
            </a:extLst>
          </p:cNvPr>
          <p:cNvSpPr/>
          <p:nvPr/>
        </p:nvSpPr>
        <p:spPr>
          <a:xfrm>
            <a:off x="1734990" y="14256988"/>
            <a:ext cx="7863182" cy="1314807"/>
          </a:xfrm>
          <a:prstGeom prst="rect">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E2F293C5-413F-4803-ACF9-58C93166D360}"/>
              </a:ext>
            </a:extLst>
          </p:cNvPr>
          <p:cNvSpPr txBox="1"/>
          <p:nvPr/>
        </p:nvSpPr>
        <p:spPr>
          <a:xfrm>
            <a:off x="2840234" y="15649036"/>
            <a:ext cx="6862776" cy="215444"/>
          </a:xfrm>
          <a:prstGeom prst="rect">
            <a:avLst/>
          </a:prstGeom>
          <a:noFill/>
        </p:spPr>
        <p:txBody>
          <a:bodyPr wrap="none" rtlCol="0">
            <a:spAutoFit/>
          </a:bodyPr>
          <a:lstStyle/>
          <a:p>
            <a:r>
              <a:rPr lang="en-US" altLang="ko-KR" sz="800" b="1" dirty="0">
                <a:solidFill>
                  <a:srgbClr val="FF0000"/>
                </a:solidFill>
              </a:rPr>
              <a:t>( </a:t>
            </a:r>
            <a:r>
              <a:rPr lang="ko-KR" altLang="en-US" sz="800" b="1" dirty="0">
                <a:solidFill>
                  <a:srgbClr val="FF0000"/>
                </a:solidFill>
              </a:rPr>
              <a:t>결제로직은 연동은 가능하나</a:t>
            </a:r>
            <a:r>
              <a:rPr lang="en-US" altLang="ko-KR" sz="800" b="1" dirty="0">
                <a:solidFill>
                  <a:srgbClr val="FF0000"/>
                </a:solidFill>
              </a:rPr>
              <a:t>, </a:t>
            </a:r>
            <a:r>
              <a:rPr lang="ko-KR" altLang="en-US" sz="800" b="1" dirty="0">
                <a:solidFill>
                  <a:srgbClr val="FF0000"/>
                </a:solidFill>
              </a:rPr>
              <a:t>해당 판매자의 각 회사 </a:t>
            </a:r>
            <a:r>
              <a:rPr lang="en-US" altLang="ko-KR" sz="800" b="1" dirty="0">
                <a:solidFill>
                  <a:srgbClr val="FF0000"/>
                </a:solidFill>
              </a:rPr>
              <a:t>PG</a:t>
            </a:r>
            <a:r>
              <a:rPr lang="ko-KR" altLang="en-US" sz="800" b="1" dirty="0">
                <a:solidFill>
                  <a:srgbClr val="FF0000"/>
                </a:solidFill>
              </a:rPr>
              <a:t>사의 </a:t>
            </a:r>
            <a:r>
              <a:rPr lang="ko-KR" altLang="en-US" sz="800" b="1" dirty="0" err="1">
                <a:solidFill>
                  <a:srgbClr val="FF0000"/>
                </a:solidFill>
              </a:rPr>
              <a:t>계약관계로인한</a:t>
            </a:r>
            <a:r>
              <a:rPr lang="ko-KR" altLang="en-US" sz="800" b="1" dirty="0">
                <a:solidFill>
                  <a:srgbClr val="FF0000"/>
                </a:solidFill>
              </a:rPr>
              <a:t> </a:t>
            </a:r>
            <a:r>
              <a:rPr lang="en-US" altLang="ko-KR" sz="800" b="1" dirty="0">
                <a:solidFill>
                  <a:srgbClr val="FF0000"/>
                </a:solidFill>
              </a:rPr>
              <a:t>PG</a:t>
            </a:r>
            <a:r>
              <a:rPr lang="ko-KR" altLang="en-US" sz="800" b="1" dirty="0">
                <a:solidFill>
                  <a:srgbClr val="FF0000"/>
                </a:solidFill>
              </a:rPr>
              <a:t>사 계약파기 또는 미결제 상황까지는 책임을 지지 아니합니다</a:t>
            </a:r>
            <a:r>
              <a:rPr lang="en-US" altLang="ko-KR" sz="800" b="1" dirty="0">
                <a:solidFill>
                  <a:srgbClr val="FF0000"/>
                </a:solidFill>
              </a:rPr>
              <a:t>.  )</a:t>
            </a:r>
            <a:endParaRPr lang="ko-KR" altLang="en-US" sz="800" b="1" dirty="0">
              <a:solidFill>
                <a:srgbClr val="FF0000"/>
              </a:solidFill>
            </a:endParaRPr>
          </a:p>
        </p:txBody>
      </p:sp>
      <p:sp>
        <p:nvSpPr>
          <p:cNvPr id="102" name="TextBox 101">
            <a:extLst>
              <a:ext uri="{FF2B5EF4-FFF2-40B4-BE49-F238E27FC236}">
                <a16:creationId xmlns:a16="http://schemas.microsoft.com/office/drawing/2014/main" id="{78F78D79-2B44-43C5-88BC-19BA3F0F38ED}"/>
              </a:ext>
            </a:extLst>
          </p:cNvPr>
          <p:cNvSpPr txBox="1"/>
          <p:nvPr/>
        </p:nvSpPr>
        <p:spPr>
          <a:xfrm>
            <a:off x="8441137" y="879311"/>
            <a:ext cx="367408" cy="230832"/>
          </a:xfrm>
          <a:prstGeom prst="rect">
            <a:avLst/>
          </a:prstGeom>
          <a:solidFill>
            <a:srgbClr val="FF0000"/>
          </a:solidFill>
        </p:spPr>
        <p:txBody>
          <a:bodyPr wrap="square" rtlCol="0">
            <a:spAutoFit/>
          </a:bodyPr>
          <a:lstStyle/>
          <a:p>
            <a:r>
              <a:rPr lang="en-US" altLang="ko-KR" sz="900" b="1">
                <a:solidFill>
                  <a:schemeClr val="bg1"/>
                </a:solidFill>
              </a:rPr>
              <a:t>1-2</a:t>
            </a:r>
            <a:endParaRPr lang="ko-KR" altLang="en-US" sz="900" b="1" dirty="0">
              <a:solidFill>
                <a:schemeClr val="bg1"/>
              </a:solidFill>
            </a:endParaRPr>
          </a:p>
        </p:txBody>
      </p:sp>
      <p:sp>
        <p:nvSpPr>
          <p:cNvPr id="103" name="직사각형 102">
            <a:extLst>
              <a:ext uri="{FF2B5EF4-FFF2-40B4-BE49-F238E27FC236}">
                <a16:creationId xmlns:a16="http://schemas.microsoft.com/office/drawing/2014/main" id="{41420E20-2515-4946-9B25-A0A1792840EB}"/>
              </a:ext>
            </a:extLst>
          </p:cNvPr>
          <p:cNvSpPr/>
          <p:nvPr/>
        </p:nvSpPr>
        <p:spPr>
          <a:xfrm>
            <a:off x="5359044" y="7026552"/>
            <a:ext cx="1499126" cy="315737"/>
          </a:xfrm>
          <a:prstGeom prst="rect">
            <a:avLst/>
          </a:prstGeom>
          <a:solidFill>
            <a:srgbClr val="C0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b="1" dirty="0">
                <a:solidFill>
                  <a:schemeClr val="bg1"/>
                </a:solidFill>
              </a:rPr>
              <a:t>채널운영 중지요청</a:t>
            </a:r>
          </a:p>
        </p:txBody>
      </p:sp>
    </p:spTree>
    <p:extLst>
      <p:ext uri="{BB962C8B-B14F-4D97-AF65-F5344CB8AC3E}">
        <p14:creationId xmlns:p14="http://schemas.microsoft.com/office/powerpoint/2010/main" val="3338707351"/>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70EDDAD7-CC5A-4536-8174-9E22E4B2DB9A}"/>
              </a:ext>
            </a:extLst>
          </p:cNvPr>
          <p:cNvSpPr txBox="1"/>
          <p:nvPr/>
        </p:nvSpPr>
        <p:spPr>
          <a:xfrm>
            <a:off x="1451542" y="562564"/>
            <a:ext cx="1013419"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ko-KR" altLang="en-US" sz="800" b="1" dirty="0"/>
              <a:t>채널 관리 정보</a:t>
            </a:r>
          </a:p>
        </p:txBody>
      </p:sp>
      <p:graphicFrame>
        <p:nvGraphicFramePr>
          <p:cNvPr id="3" name="표 2">
            <a:extLst>
              <a:ext uri="{FF2B5EF4-FFF2-40B4-BE49-F238E27FC236}">
                <a16:creationId xmlns:a16="http://schemas.microsoft.com/office/drawing/2014/main" id="{622F7717-663C-4109-AE98-00FB8B36A0C4}"/>
              </a:ext>
            </a:extLst>
          </p:cNvPr>
          <p:cNvGraphicFramePr>
            <a:graphicFrameLocks noGrp="1"/>
          </p:cNvGraphicFramePr>
          <p:nvPr>
            <p:extLst>
              <p:ext uri="{D42A27DB-BD31-4B8C-83A1-F6EECF244321}">
                <p14:modId xmlns:p14="http://schemas.microsoft.com/office/powerpoint/2010/main" val="4104793816"/>
              </p:ext>
            </p:extLst>
          </p:nvPr>
        </p:nvGraphicFramePr>
        <p:xfrm>
          <a:off x="1531936" y="778008"/>
          <a:ext cx="7485921" cy="426720"/>
        </p:xfrm>
        <a:graphic>
          <a:graphicData uri="http://schemas.openxmlformats.org/drawingml/2006/table">
            <a:tbl>
              <a:tblPr firstRow="1" bandRow="1">
                <a:tableStyleId>{5C22544A-7EE6-4342-B048-85BDC9FD1C3A}</a:tableStyleId>
              </a:tblPr>
              <a:tblGrid>
                <a:gridCol w="1242836">
                  <a:extLst>
                    <a:ext uri="{9D8B030D-6E8A-4147-A177-3AD203B41FA5}">
                      <a16:colId xmlns:a16="http://schemas.microsoft.com/office/drawing/2014/main" val="20000"/>
                    </a:ext>
                  </a:extLst>
                </a:gridCol>
                <a:gridCol w="2511464">
                  <a:extLst>
                    <a:ext uri="{9D8B030D-6E8A-4147-A177-3AD203B41FA5}">
                      <a16:colId xmlns:a16="http://schemas.microsoft.com/office/drawing/2014/main" val="20001"/>
                    </a:ext>
                  </a:extLst>
                </a:gridCol>
                <a:gridCol w="1299263">
                  <a:extLst>
                    <a:ext uri="{9D8B030D-6E8A-4147-A177-3AD203B41FA5}">
                      <a16:colId xmlns:a16="http://schemas.microsoft.com/office/drawing/2014/main" val="3928038812"/>
                    </a:ext>
                  </a:extLst>
                </a:gridCol>
                <a:gridCol w="2432358">
                  <a:extLst>
                    <a:ext uri="{9D8B030D-6E8A-4147-A177-3AD203B41FA5}">
                      <a16:colId xmlns:a16="http://schemas.microsoft.com/office/drawing/2014/main" val="1221996721"/>
                    </a:ext>
                  </a:extLst>
                </a:gridCol>
              </a:tblGrid>
              <a:tr h="0">
                <a:tc>
                  <a:txBody>
                    <a:bodyPr/>
                    <a:lstStyle/>
                    <a:p>
                      <a:pPr latinLnBrk="1"/>
                      <a:r>
                        <a:rPr lang="ko-KR" altLang="en-US" sz="800" b="0" dirty="0">
                          <a:solidFill>
                            <a:schemeClr val="tx1"/>
                          </a:solidFill>
                        </a:rPr>
                        <a:t>채널 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대표 관리자 아이디</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비밀 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판매 권한 </a:t>
                      </a:r>
                      <a:r>
                        <a:rPr lang="en-US" altLang="ko-KR" sz="800" b="0" i="0" u="none" strike="noStrike" dirty="0">
                          <a:solidFill>
                            <a:schemeClr val="tx1"/>
                          </a:solidFill>
                          <a:effectLst/>
                          <a:latin typeface="+mn-lt"/>
                        </a:rPr>
                        <a:t>/ </a:t>
                      </a:r>
                      <a:r>
                        <a:rPr lang="ko-KR" altLang="en-US" sz="800" b="0" i="0" u="none" strike="noStrike" dirty="0">
                          <a:solidFill>
                            <a:schemeClr val="tx1"/>
                          </a:solidFill>
                          <a:effectLst/>
                          <a:latin typeface="+mn-lt"/>
                        </a:rPr>
                        <a:t>수수료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획득 </a:t>
                      </a:r>
                      <a:r>
                        <a:rPr lang="en-US" altLang="ko-KR" sz="800" b="0" i="0" u="none" strike="noStrike" dirty="0">
                          <a:solidFill>
                            <a:schemeClr val="tx1"/>
                          </a:solidFill>
                          <a:effectLst/>
                          <a:latin typeface="+mn-lt"/>
                        </a:rPr>
                        <a:t>( 2025. 10. 10 )  /  </a:t>
                      </a:r>
                      <a:r>
                        <a:rPr lang="ko-KR" altLang="en-US" sz="800" b="0" i="0" u="none" strike="noStrike" dirty="0">
                          <a:solidFill>
                            <a:schemeClr val="tx1"/>
                          </a:solidFill>
                          <a:effectLst/>
                          <a:latin typeface="+mn-lt"/>
                        </a:rPr>
                        <a:t>수수료 </a:t>
                      </a:r>
                      <a:r>
                        <a:rPr lang="en-US" altLang="ko-KR" sz="800" b="0" i="0" u="none" strike="noStrike" dirty="0">
                          <a:solidFill>
                            <a:schemeClr val="tx1"/>
                          </a:solidFill>
                          <a:effectLst/>
                          <a:latin typeface="+mn-lt"/>
                        </a:rPr>
                        <a:t>( 5% )</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4" name="직사각형 3">
            <a:extLst>
              <a:ext uri="{FF2B5EF4-FFF2-40B4-BE49-F238E27FC236}">
                <a16:creationId xmlns:a16="http://schemas.microsoft.com/office/drawing/2014/main" id="{FC305CBB-BFDD-4C20-8F7C-5DAA2B2B3235}"/>
              </a:ext>
            </a:extLst>
          </p:cNvPr>
          <p:cNvSpPr/>
          <p:nvPr/>
        </p:nvSpPr>
        <p:spPr>
          <a:xfrm>
            <a:off x="2841234" y="1014942"/>
            <a:ext cx="909631" cy="140567"/>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비밀번호변경</a:t>
            </a:r>
            <a:endParaRPr lang="en-US" altLang="ko-KR" sz="800" b="1" dirty="0">
              <a:solidFill>
                <a:schemeClr val="bg1"/>
              </a:solidFill>
            </a:endParaRPr>
          </a:p>
        </p:txBody>
      </p:sp>
      <p:sp>
        <p:nvSpPr>
          <p:cNvPr id="23" name="TextBox 22">
            <a:extLst>
              <a:ext uri="{FF2B5EF4-FFF2-40B4-BE49-F238E27FC236}">
                <a16:creationId xmlns:a16="http://schemas.microsoft.com/office/drawing/2014/main" id="{2D518BAB-EDBF-4B14-A50E-18B0EEFD1BF8}"/>
              </a:ext>
            </a:extLst>
          </p:cNvPr>
          <p:cNvSpPr txBox="1"/>
          <p:nvPr/>
        </p:nvSpPr>
        <p:spPr>
          <a:xfrm>
            <a:off x="1451542" y="1450431"/>
            <a:ext cx="1447832"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회원사 </a:t>
            </a:r>
            <a:r>
              <a:rPr lang="ko-KR" altLang="en-US" sz="800" b="1" dirty="0"/>
              <a:t>정보  </a:t>
            </a:r>
            <a:r>
              <a:rPr lang="en-US" altLang="ko-KR" sz="800" b="1" dirty="0"/>
              <a:t>( </a:t>
            </a:r>
            <a:r>
              <a:rPr lang="ko-KR" altLang="en-US" sz="800" b="1" dirty="0"/>
              <a:t>닫침     </a:t>
            </a:r>
            <a:r>
              <a:rPr lang="en-US" altLang="ko-KR" sz="800" b="1" dirty="0"/>
              <a:t>)</a:t>
            </a:r>
            <a:endParaRPr lang="ko-KR" altLang="en-US" sz="800" b="1" dirty="0"/>
          </a:p>
        </p:txBody>
      </p:sp>
      <p:graphicFrame>
        <p:nvGraphicFramePr>
          <p:cNvPr id="24" name="표 23">
            <a:extLst>
              <a:ext uri="{FF2B5EF4-FFF2-40B4-BE49-F238E27FC236}">
                <a16:creationId xmlns:a16="http://schemas.microsoft.com/office/drawing/2014/main" id="{43597B23-9C7A-4D94-B45A-EE2E318EF599}"/>
              </a:ext>
            </a:extLst>
          </p:cNvPr>
          <p:cNvGraphicFramePr>
            <a:graphicFrameLocks noGrp="1"/>
          </p:cNvGraphicFramePr>
          <p:nvPr/>
        </p:nvGraphicFramePr>
        <p:xfrm>
          <a:off x="1531936" y="1665875"/>
          <a:ext cx="7485922" cy="1981200"/>
        </p:xfrm>
        <a:graphic>
          <a:graphicData uri="http://schemas.openxmlformats.org/drawingml/2006/table">
            <a:tbl>
              <a:tblPr firstRow="1" bandRow="1">
                <a:tableStyleId>{5C22544A-7EE6-4342-B048-85BDC9FD1C3A}</a:tableStyleId>
              </a:tblPr>
              <a:tblGrid>
                <a:gridCol w="1242835">
                  <a:extLst>
                    <a:ext uri="{9D8B030D-6E8A-4147-A177-3AD203B41FA5}">
                      <a16:colId xmlns:a16="http://schemas.microsoft.com/office/drawing/2014/main" val="20000"/>
                    </a:ext>
                  </a:extLst>
                </a:gridCol>
                <a:gridCol w="2719079">
                  <a:extLst>
                    <a:ext uri="{9D8B030D-6E8A-4147-A177-3AD203B41FA5}">
                      <a16:colId xmlns:a16="http://schemas.microsoft.com/office/drawing/2014/main" val="20001"/>
                    </a:ext>
                  </a:extLst>
                </a:gridCol>
                <a:gridCol w="1084953">
                  <a:extLst>
                    <a:ext uri="{9D8B030D-6E8A-4147-A177-3AD203B41FA5}">
                      <a16:colId xmlns:a16="http://schemas.microsoft.com/office/drawing/2014/main" val="4123994656"/>
                    </a:ext>
                  </a:extLst>
                </a:gridCol>
                <a:gridCol w="2439055">
                  <a:extLst>
                    <a:ext uri="{9D8B030D-6E8A-4147-A177-3AD203B41FA5}">
                      <a16:colId xmlns:a16="http://schemas.microsoft.com/office/drawing/2014/main" val="1145626449"/>
                    </a:ext>
                  </a:extLst>
                </a:gridCol>
              </a:tblGrid>
              <a:tr h="0">
                <a:tc>
                  <a:txBody>
                    <a:bodyPr/>
                    <a:lstStyle/>
                    <a:p>
                      <a:pPr latinLnBrk="1"/>
                      <a:r>
                        <a:rPr lang="ko-KR" altLang="en-US" sz="800" b="0" dirty="0">
                          <a:solidFill>
                            <a:schemeClr val="tx1"/>
                          </a:solidFill>
                        </a:rPr>
                        <a:t>회원사 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사업자구분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개인판매   ○ 개인사업자   ○ 법인사업자 </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사업자등록번호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rgbClr val="C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대표연락처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158815553"/>
                  </a:ext>
                </a:extLst>
              </a:tr>
              <a:tr h="0">
                <a:tc>
                  <a:txBody>
                    <a:bodyPr/>
                    <a:lstStyle/>
                    <a:p>
                      <a:pPr latinLnBrk="1"/>
                      <a:r>
                        <a:rPr lang="ko-KR" altLang="en-US" sz="800" b="0" dirty="0" err="1">
                          <a:solidFill>
                            <a:schemeClr val="tx1"/>
                          </a:solidFill>
                        </a:rPr>
                        <a:t>대표이메일</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1" i="0" u="none" strike="noStrike" dirty="0">
                          <a:solidFill>
                            <a:srgbClr val="C00000"/>
                          </a:solidFill>
                          <a:effectLst/>
                          <a:latin typeface="+mn-lt"/>
                        </a:rPr>
                        <a:t>                                            </a:t>
                      </a:r>
                      <a:r>
                        <a:rPr lang="en-US" altLang="ko-KR" sz="800" b="1" i="0" u="none" strike="noStrike" dirty="0">
                          <a:solidFill>
                            <a:schemeClr val="tx1"/>
                          </a:solidFill>
                          <a:effectLst/>
                          <a:latin typeface="+mn-lt"/>
                        </a:rPr>
                        <a:t>@</a:t>
                      </a: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32034566"/>
                  </a:ext>
                </a:extLst>
              </a:tr>
              <a:tr h="0">
                <a:tc>
                  <a:txBody>
                    <a:bodyPr/>
                    <a:lstStyle/>
                    <a:p>
                      <a:pPr latinLnBrk="1"/>
                      <a:r>
                        <a:rPr lang="ko-KR" altLang="en-US" sz="800" b="0" dirty="0">
                          <a:solidFill>
                            <a:schemeClr val="tx1"/>
                          </a:solidFill>
                        </a:rPr>
                        <a:t>회원사 주소지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89819523"/>
                  </a:ext>
                </a:extLst>
              </a:tr>
              <a:tr h="0">
                <a:tc>
                  <a:txBody>
                    <a:bodyPr/>
                    <a:lstStyle/>
                    <a:p>
                      <a:pPr latinLnBrk="1"/>
                      <a:r>
                        <a:rPr lang="ko-KR" altLang="en-US" sz="800" b="0" dirty="0">
                          <a:solidFill>
                            <a:schemeClr val="tx1"/>
                          </a:solidFill>
                        </a:rPr>
                        <a:t>정산용 계좌번호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719954552"/>
                  </a:ext>
                </a:extLst>
              </a:tr>
              <a:tr h="0">
                <a:tc>
                  <a:txBody>
                    <a:bodyPr/>
                    <a:lstStyle/>
                    <a:p>
                      <a:pPr latinLnBrk="1"/>
                      <a:r>
                        <a:rPr lang="ko-KR" altLang="en-US" sz="800" b="0" dirty="0">
                          <a:solidFill>
                            <a:schemeClr val="tx1"/>
                          </a:solidFill>
                        </a:rPr>
                        <a:t>정산용 통장사본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685865444"/>
                  </a:ext>
                </a:extLst>
              </a:tr>
            </a:tbl>
          </a:graphicData>
        </a:graphic>
      </p:graphicFrame>
      <p:sp>
        <p:nvSpPr>
          <p:cNvPr id="25" name="직사각형 24">
            <a:extLst>
              <a:ext uri="{FF2B5EF4-FFF2-40B4-BE49-F238E27FC236}">
                <a16:creationId xmlns:a16="http://schemas.microsoft.com/office/drawing/2014/main" id="{5AEC8AFD-4FA4-430F-A8CE-0B161DD5B337}"/>
              </a:ext>
            </a:extLst>
          </p:cNvPr>
          <p:cNvSpPr/>
          <p:nvPr/>
        </p:nvSpPr>
        <p:spPr>
          <a:xfrm>
            <a:off x="2904234" y="1692608"/>
            <a:ext cx="5474510" cy="148514"/>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회원사 명</a:t>
            </a:r>
            <a:endParaRPr lang="en-US" altLang="ko-KR" sz="800" dirty="0">
              <a:solidFill>
                <a:schemeClr val="tx1"/>
              </a:solidFill>
            </a:endParaRPr>
          </a:p>
        </p:txBody>
      </p:sp>
      <p:sp>
        <p:nvSpPr>
          <p:cNvPr id="26" name="이등변 삼각형 25">
            <a:extLst>
              <a:ext uri="{FF2B5EF4-FFF2-40B4-BE49-F238E27FC236}">
                <a16:creationId xmlns:a16="http://schemas.microsoft.com/office/drawing/2014/main" id="{6735BDBE-C458-494C-8581-623A2A8F46C9}"/>
              </a:ext>
            </a:extLst>
          </p:cNvPr>
          <p:cNvSpPr/>
          <p:nvPr/>
        </p:nvSpPr>
        <p:spPr>
          <a:xfrm>
            <a:off x="2620098" y="1520660"/>
            <a:ext cx="90835" cy="74987"/>
          </a:xfrm>
          <a:prstGeom prst="triangl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 name="직사각형 26">
            <a:extLst>
              <a:ext uri="{FF2B5EF4-FFF2-40B4-BE49-F238E27FC236}">
                <a16:creationId xmlns:a16="http://schemas.microsoft.com/office/drawing/2014/main" id="{4659200C-92AE-4E71-9AB3-35B064990CEF}"/>
              </a:ext>
            </a:extLst>
          </p:cNvPr>
          <p:cNvSpPr/>
          <p:nvPr/>
        </p:nvSpPr>
        <p:spPr>
          <a:xfrm>
            <a:off x="3805184" y="2581565"/>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우편번호찾기</a:t>
            </a:r>
            <a:endParaRPr lang="ko-KR" altLang="en-US" sz="800" dirty="0">
              <a:solidFill>
                <a:schemeClr val="bg1"/>
              </a:solidFill>
            </a:endParaRPr>
          </a:p>
        </p:txBody>
      </p:sp>
      <p:sp>
        <p:nvSpPr>
          <p:cNvPr id="28" name="직사각형 27">
            <a:extLst>
              <a:ext uri="{FF2B5EF4-FFF2-40B4-BE49-F238E27FC236}">
                <a16:creationId xmlns:a16="http://schemas.microsoft.com/office/drawing/2014/main" id="{92D66B06-6668-4A34-8A0F-839BE00D40D3}"/>
              </a:ext>
            </a:extLst>
          </p:cNvPr>
          <p:cNvSpPr/>
          <p:nvPr/>
        </p:nvSpPr>
        <p:spPr>
          <a:xfrm>
            <a:off x="2904234" y="2588541"/>
            <a:ext cx="854065"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우편번호</a:t>
            </a:r>
          </a:p>
        </p:txBody>
      </p:sp>
      <p:sp>
        <p:nvSpPr>
          <p:cNvPr id="29" name="직사각형 28">
            <a:extLst>
              <a:ext uri="{FF2B5EF4-FFF2-40B4-BE49-F238E27FC236}">
                <a16:creationId xmlns:a16="http://schemas.microsoft.com/office/drawing/2014/main" id="{3C5229AB-6021-4BD7-9664-5C38CA0F2B59}"/>
              </a:ext>
            </a:extLst>
          </p:cNvPr>
          <p:cNvSpPr/>
          <p:nvPr/>
        </p:nvSpPr>
        <p:spPr>
          <a:xfrm>
            <a:off x="2904234" y="2797009"/>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주소</a:t>
            </a:r>
          </a:p>
        </p:txBody>
      </p:sp>
      <p:sp>
        <p:nvSpPr>
          <p:cNvPr id="30" name="직사각형 29">
            <a:extLst>
              <a:ext uri="{FF2B5EF4-FFF2-40B4-BE49-F238E27FC236}">
                <a16:creationId xmlns:a16="http://schemas.microsoft.com/office/drawing/2014/main" id="{702FFD0F-27DD-48BD-9BA4-6E1EE9AE8DF9}"/>
              </a:ext>
            </a:extLst>
          </p:cNvPr>
          <p:cNvSpPr/>
          <p:nvPr/>
        </p:nvSpPr>
        <p:spPr>
          <a:xfrm>
            <a:off x="2904234" y="2998213"/>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상세 주소 </a:t>
            </a:r>
          </a:p>
        </p:txBody>
      </p:sp>
      <p:sp>
        <p:nvSpPr>
          <p:cNvPr id="31" name="직사각형 30">
            <a:extLst>
              <a:ext uri="{FF2B5EF4-FFF2-40B4-BE49-F238E27FC236}">
                <a16:creationId xmlns:a16="http://schemas.microsoft.com/office/drawing/2014/main" id="{DF298682-EEA1-4084-81ED-174B600CC581}"/>
              </a:ext>
            </a:extLst>
          </p:cNvPr>
          <p:cNvSpPr/>
          <p:nvPr/>
        </p:nvSpPr>
        <p:spPr>
          <a:xfrm>
            <a:off x="2902525" y="2337128"/>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solidFill>
            </a:endParaRPr>
          </a:p>
        </p:txBody>
      </p:sp>
      <p:sp>
        <p:nvSpPr>
          <p:cNvPr id="32" name="직사각형 31">
            <a:extLst>
              <a:ext uri="{FF2B5EF4-FFF2-40B4-BE49-F238E27FC236}">
                <a16:creationId xmlns:a16="http://schemas.microsoft.com/office/drawing/2014/main" id="{B1189C7A-47A6-494E-B1EB-B63A94B5E287}"/>
              </a:ext>
            </a:extLst>
          </p:cNvPr>
          <p:cNvSpPr/>
          <p:nvPr/>
        </p:nvSpPr>
        <p:spPr>
          <a:xfrm>
            <a:off x="4613879" y="2337128"/>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solidFill>
            </a:endParaRPr>
          </a:p>
        </p:txBody>
      </p:sp>
      <p:sp>
        <p:nvSpPr>
          <p:cNvPr id="33" name="직사각형 32">
            <a:extLst>
              <a:ext uri="{FF2B5EF4-FFF2-40B4-BE49-F238E27FC236}">
                <a16:creationId xmlns:a16="http://schemas.microsoft.com/office/drawing/2014/main" id="{A37B1D29-3217-4183-8ABA-AA505B25BAAF}"/>
              </a:ext>
            </a:extLst>
          </p:cNvPr>
          <p:cNvSpPr/>
          <p:nvPr/>
        </p:nvSpPr>
        <p:spPr>
          <a:xfrm>
            <a:off x="6185324" y="2337128"/>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직접입력                       ▼</a:t>
            </a:r>
            <a:endParaRPr lang="en-US" altLang="ko-KR" sz="800" dirty="0">
              <a:solidFill>
                <a:schemeClr val="tx1"/>
              </a:solidFill>
            </a:endParaRPr>
          </a:p>
        </p:txBody>
      </p:sp>
      <p:grpSp>
        <p:nvGrpSpPr>
          <p:cNvPr id="34" name="그룹 33">
            <a:extLst>
              <a:ext uri="{FF2B5EF4-FFF2-40B4-BE49-F238E27FC236}">
                <a16:creationId xmlns:a16="http://schemas.microsoft.com/office/drawing/2014/main" id="{95B7ACFF-4BB6-4964-AE92-C3B44B2D6E85}"/>
              </a:ext>
            </a:extLst>
          </p:cNvPr>
          <p:cNvGrpSpPr/>
          <p:nvPr/>
        </p:nvGrpSpPr>
        <p:grpSpPr>
          <a:xfrm>
            <a:off x="6852013" y="1850511"/>
            <a:ext cx="1426444" cy="230832"/>
            <a:chOff x="308616" y="753079"/>
            <a:chExt cx="1426444" cy="230832"/>
          </a:xfrm>
        </p:grpSpPr>
        <p:sp>
          <p:nvSpPr>
            <p:cNvPr id="35" name="직사각형 34">
              <a:extLst>
                <a:ext uri="{FF2B5EF4-FFF2-40B4-BE49-F238E27FC236}">
                  <a16:creationId xmlns:a16="http://schemas.microsoft.com/office/drawing/2014/main" id="{E2361BC1-CBBA-4ECB-B81E-263320C4E647}"/>
                </a:ext>
              </a:extLst>
            </p:cNvPr>
            <p:cNvSpPr/>
            <p:nvPr/>
          </p:nvSpPr>
          <p:spPr>
            <a:xfrm>
              <a:off x="308616" y="808571"/>
              <a:ext cx="393733"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010  </a:t>
              </a:r>
            </a:p>
          </p:txBody>
        </p:sp>
        <p:sp>
          <p:nvSpPr>
            <p:cNvPr id="36" name="직사각형 35">
              <a:extLst>
                <a:ext uri="{FF2B5EF4-FFF2-40B4-BE49-F238E27FC236}">
                  <a16:creationId xmlns:a16="http://schemas.microsoft.com/office/drawing/2014/main" id="{5AA91524-5AA3-405A-90C8-82C34DA23DAB}"/>
                </a:ext>
              </a:extLst>
            </p:cNvPr>
            <p:cNvSpPr/>
            <p:nvPr/>
          </p:nvSpPr>
          <p:spPr>
            <a:xfrm>
              <a:off x="787127" y="808571"/>
              <a:ext cx="321444"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a:t>
              </a:r>
            </a:p>
          </p:txBody>
        </p:sp>
        <p:sp>
          <p:nvSpPr>
            <p:cNvPr id="37" name="직사각형 36">
              <a:extLst>
                <a:ext uri="{FF2B5EF4-FFF2-40B4-BE49-F238E27FC236}">
                  <a16:creationId xmlns:a16="http://schemas.microsoft.com/office/drawing/2014/main" id="{04F29357-B928-4990-9D20-B477540C059E}"/>
                </a:ext>
              </a:extLst>
            </p:cNvPr>
            <p:cNvSpPr/>
            <p:nvPr/>
          </p:nvSpPr>
          <p:spPr>
            <a:xfrm>
              <a:off x="1180860" y="806458"/>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00000</a:t>
              </a:r>
            </a:p>
          </p:txBody>
        </p:sp>
        <p:sp>
          <p:nvSpPr>
            <p:cNvPr id="38" name="TextBox 37">
              <a:extLst>
                <a:ext uri="{FF2B5EF4-FFF2-40B4-BE49-F238E27FC236}">
                  <a16:creationId xmlns:a16="http://schemas.microsoft.com/office/drawing/2014/main" id="{7DC9BD5C-24B5-41DF-883F-DF1622AD5029}"/>
                </a:ext>
              </a:extLst>
            </p:cNvPr>
            <p:cNvSpPr txBox="1"/>
            <p:nvPr/>
          </p:nvSpPr>
          <p:spPr>
            <a:xfrm>
              <a:off x="638952" y="753079"/>
              <a:ext cx="232756" cy="230832"/>
            </a:xfrm>
            <a:prstGeom prst="rect">
              <a:avLst/>
            </a:prstGeom>
            <a:noFill/>
          </p:spPr>
          <p:txBody>
            <a:bodyPr wrap="none" rtlCol="0">
              <a:spAutoFit/>
            </a:bodyPr>
            <a:lstStyle/>
            <a:p>
              <a:r>
                <a:rPr lang="en-US" altLang="ko-KR" sz="900" dirty="0"/>
                <a:t>-</a:t>
              </a:r>
              <a:endParaRPr lang="ko-KR" altLang="en-US" sz="900" dirty="0"/>
            </a:p>
          </p:txBody>
        </p:sp>
        <p:sp>
          <p:nvSpPr>
            <p:cNvPr id="39" name="TextBox 38">
              <a:extLst>
                <a:ext uri="{FF2B5EF4-FFF2-40B4-BE49-F238E27FC236}">
                  <a16:creationId xmlns:a16="http://schemas.microsoft.com/office/drawing/2014/main" id="{EDED95CE-BA01-488E-A49A-40924E41E7CE}"/>
                </a:ext>
              </a:extLst>
            </p:cNvPr>
            <p:cNvSpPr txBox="1"/>
            <p:nvPr/>
          </p:nvSpPr>
          <p:spPr>
            <a:xfrm>
              <a:off x="1032685" y="753079"/>
              <a:ext cx="232756" cy="230832"/>
            </a:xfrm>
            <a:prstGeom prst="rect">
              <a:avLst/>
            </a:prstGeom>
            <a:noFill/>
          </p:spPr>
          <p:txBody>
            <a:bodyPr wrap="none" rtlCol="0">
              <a:spAutoFit/>
            </a:bodyPr>
            <a:lstStyle/>
            <a:p>
              <a:r>
                <a:rPr lang="en-US" altLang="ko-KR" sz="900" dirty="0"/>
                <a:t>-</a:t>
              </a:r>
              <a:endParaRPr lang="ko-KR" altLang="en-US" sz="900" dirty="0"/>
            </a:p>
          </p:txBody>
        </p:sp>
      </p:grpSp>
      <p:grpSp>
        <p:nvGrpSpPr>
          <p:cNvPr id="40" name="그룹 39">
            <a:extLst>
              <a:ext uri="{FF2B5EF4-FFF2-40B4-BE49-F238E27FC236}">
                <a16:creationId xmlns:a16="http://schemas.microsoft.com/office/drawing/2014/main" id="{DD2B341B-5396-441D-9FFB-AF4646E53BA7}"/>
              </a:ext>
            </a:extLst>
          </p:cNvPr>
          <p:cNvGrpSpPr/>
          <p:nvPr/>
        </p:nvGrpSpPr>
        <p:grpSpPr>
          <a:xfrm>
            <a:off x="2907295" y="2052942"/>
            <a:ext cx="1789788" cy="230832"/>
            <a:chOff x="2924648" y="2579699"/>
            <a:chExt cx="1789788" cy="230832"/>
          </a:xfrm>
        </p:grpSpPr>
        <p:sp>
          <p:nvSpPr>
            <p:cNvPr id="41" name="직사각형 40">
              <a:extLst>
                <a:ext uri="{FF2B5EF4-FFF2-40B4-BE49-F238E27FC236}">
                  <a16:creationId xmlns:a16="http://schemas.microsoft.com/office/drawing/2014/main" id="{72AB5813-65C7-43CA-B398-EBCD1B6E192A}"/>
                </a:ext>
              </a:extLst>
            </p:cNvPr>
            <p:cNvSpPr/>
            <p:nvPr/>
          </p:nvSpPr>
          <p:spPr>
            <a:xfrm>
              <a:off x="2924648"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010  </a:t>
              </a:r>
              <a:r>
                <a:rPr lang="ko-KR" altLang="en-US" sz="800" dirty="0">
                  <a:solidFill>
                    <a:schemeClr val="tx1"/>
                  </a:solidFill>
                </a:rPr>
                <a:t>▼</a:t>
              </a:r>
              <a:endParaRPr lang="en-US" altLang="ko-KR" sz="800" dirty="0">
                <a:solidFill>
                  <a:schemeClr val="tx1"/>
                </a:solidFill>
              </a:endParaRPr>
            </a:p>
          </p:txBody>
        </p:sp>
        <p:sp>
          <p:nvSpPr>
            <p:cNvPr id="42" name="직사각형 41">
              <a:extLst>
                <a:ext uri="{FF2B5EF4-FFF2-40B4-BE49-F238E27FC236}">
                  <a16:creationId xmlns:a16="http://schemas.microsoft.com/office/drawing/2014/main" id="{83E9BEA4-0387-478A-AD15-6C073272ED3B}"/>
                </a:ext>
              </a:extLst>
            </p:cNvPr>
            <p:cNvSpPr/>
            <p:nvPr/>
          </p:nvSpPr>
          <p:spPr>
            <a:xfrm>
              <a:off x="3542442"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43" name="직사각형 42">
              <a:extLst>
                <a:ext uri="{FF2B5EF4-FFF2-40B4-BE49-F238E27FC236}">
                  <a16:creationId xmlns:a16="http://schemas.microsoft.com/office/drawing/2014/main" id="{DD125CA4-0321-4812-AE1C-1E3C6E16B7BF}"/>
                </a:ext>
              </a:extLst>
            </p:cNvPr>
            <p:cNvSpPr/>
            <p:nvPr/>
          </p:nvSpPr>
          <p:spPr>
            <a:xfrm>
              <a:off x="4160236" y="2633078"/>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44" name="TextBox 43">
              <a:extLst>
                <a:ext uri="{FF2B5EF4-FFF2-40B4-BE49-F238E27FC236}">
                  <a16:creationId xmlns:a16="http://schemas.microsoft.com/office/drawing/2014/main" id="{25C01B58-0E75-4936-830E-F64392E660DC}"/>
                </a:ext>
              </a:extLst>
            </p:cNvPr>
            <p:cNvSpPr txBox="1"/>
            <p:nvPr/>
          </p:nvSpPr>
          <p:spPr>
            <a:xfrm>
              <a:off x="3394267" y="2579699"/>
              <a:ext cx="232756" cy="230832"/>
            </a:xfrm>
            <a:prstGeom prst="rect">
              <a:avLst/>
            </a:prstGeom>
            <a:noFill/>
          </p:spPr>
          <p:txBody>
            <a:bodyPr wrap="none" rtlCol="0">
              <a:spAutoFit/>
            </a:bodyPr>
            <a:lstStyle/>
            <a:p>
              <a:r>
                <a:rPr lang="en-US" altLang="ko-KR" sz="900" dirty="0"/>
                <a:t>-</a:t>
              </a:r>
              <a:endParaRPr lang="ko-KR" altLang="en-US" sz="900" dirty="0"/>
            </a:p>
          </p:txBody>
        </p:sp>
        <p:sp>
          <p:nvSpPr>
            <p:cNvPr id="45" name="TextBox 44">
              <a:extLst>
                <a:ext uri="{FF2B5EF4-FFF2-40B4-BE49-F238E27FC236}">
                  <a16:creationId xmlns:a16="http://schemas.microsoft.com/office/drawing/2014/main" id="{DD778F61-B6FB-4146-A741-CAE282F045CE}"/>
                </a:ext>
              </a:extLst>
            </p:cNvPr>
            <p:cNvSpPr txBox="1"/>
            <p:nvPr/>
          </p:nvSpPr>
          <p:spPr>
            <a:xfrm>
              <a:off x="4012061" y="2579699"/>
              <a:ext cx="232756" cy="230832"/>
            </a:xfrm>
            <a:prstGeom prst="rect">
              <a:avLst/>
            </a:prstGeom>
            <a:noFill/>
          </p:spPr>
          <p:txBody>
            <a:bodyPr wrap="none" rtlCol="0">
              <a:spAutoFit/>
            </a:bodyPr>
            <a:lstStyle/>
            <a:p>
              <a:r>
                <a:rPr lang="en-US" altLang="ko-KR" sz="900" dirty="0"/>
                <a:t>-</a:t>
              </a:r>
              <a:endParaRPr lang="ko-KR" altLang="en-US" sz="900" dirty="0"/>
            </a:p>
          </p:txBody>
        </p:sp>
      </p:grpSp>
      <p:sp>
        <p:nvSpPr>
          <p:cNvPr id="46" name="TextBox 45">
            <a:extLst>
              <a:ext uri="{FF2B5EF4-FFF2-40B4-BE49-F238E27FC236}">
                <a16:creationId xmlns:a16="http://schemas.microsoft.com/office/drawing/2014/main" id="{5881770A-4F0F-4B1C-A588-1A9AA28AB617}"/>
              </a:ext>
            </a:extLst>
          </p:cNvPr>
          <p:cNvSpPr txBox="1"/>
          <p:nvPr/>
        </p:nvSpPr>
        <p:spPr>
          <a:xfrm>
            <a:off x="1451542" y="5710020"/>
            <a:ext cx="6022803"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회원사 판매권한 </a:t>
            </a:r>
            <a:r>
              <a:rPr lang="ko-KR" altLang="en-US" sz="800" b="1" dirty="0"/>
              <a:t>정보 </a:t>
            </a:r>
            <a:r>
              <a:rPr lang="en-US" altLang="ko-KR" sz="800" dirty="0">
                <a:solidFill>
                  <a:srgbClr val="FF0000"/>
                </a:solidFill>
              </a:rPr>
              <a:t>( M9</a:t>
            </a:r>
            <a:r>
              <a:rPr lang="ko-KR" altLang="en-US" sz="800" dirty="0">
                <a:solidFill>
                  <a:srgbClr val="FF0000"/>
                </a:solidFill>
              </a:rPr>
              <a:t> </a:t>
            </a:r>
            <a:r>
              <a:rPr lang="en-US" altLang="ko-KR" sz="800" dirty="0">
                <a:solidFill>
                  <a:srgbClr val="FF0000"/>
                </a:solidFill>
              </a:rPr>
              <a:t>Market </a:t>
            </a:r>
            <a:r>
              <a:rPr lang="ko-KR" altLang="en-US" sz="800" dirty="0">
                <a:solidFill>
                  <a:srgbClr val="FF0000"/>
                </a:solidFill>
              </a:rPr>
              <a:t>의 </a:t>
            </a:r>
            <a:r>
              <a:rPr lang="en-US" altLang="ko-KR" sz="800" dirty="0">
                <a:solidFill>
                  <a:srgbClr val="FF0000"/>
                </a:solidFill>
              </a:rPr>
              <a:t>Shop </a:t>
            </a:r>
            <a:r>
              <a:rPr lang="ko-KR" altLang="en-US" sz="800" dirty="0">
                <a:solidFill>
                  <a:srgbClr val="FF0000"/>
                </a:solidFill>
              </a:rPr>
              <a:t>채널에서 공유 및 공동구매 상품을 판매하기 위해서는 판매인증이 필요합니다</a:t>
            </a:r>
            <a:r>
              <a:rPr lang="en-US" altLang="ko-KR" sz="800" dirty="0">
                <a:solidFill>
                  <a:srgbClr val="FF0000"/>
                </a:solidFill>
              </a:rPr>
              <a:t>. )</a:t>
            </a:r>
            <a:endParaRPr lang="ko-KR" altLang="en-US" sz="800" dirty="0">
              <a:solidFill>
                <a:srgbClr val="FF0000"/>
              </a:solidFill>
            </a:endParaRPr>
          </a:p>
        </p:txBody>
      </p:sp>
      <p:graphicFrame>
        <p:nvGraphicFramePr>
          <p:cNvPr id="47" name="표 46">
            <a:extLst>
              <a:ext uri="{FF2B5EF4-FFF2-40B4-BE49-F238E27FC236}">
                <a16:creationId xmlns:a16="http://schemas.microsoft.com/office/drawing/2014/main" id="{4B5349A1-4706-4DE7-9568-49E66DDC54FA}"/>
              </a:ext>
            </a:extLst>
          </p:cNvPr>
          <p:cNvGraphicFramePr>
            <a:graphicFrameLocks noGrp="1"/>
          </p:cNvGraphicFramePr>
          <p:nvPr/>
        </p:nvGraphicFramePr>
        <p:xfrm>
          <a:off x="1531934" y="3967090"/>
          <a:ext cx="7485923" cy="975360"/>
        </p:xfrm>
        <a:graphic>
          <a:graphicData uri="http://schemas.openxmlformats.org/drawingml/2006/table">
            <a:tbl>
              <a:tblPr firstRow="1" bandRow="1">
                <a:tableStyleId>{5C22544A-7EE6-4342-B048-85BDC9FD1C3A}</a:tableStyleId>
              </a:tblPr>
              <a:tblGrid>
                <a:gridCol w="1534601">
                  <a:extLst>
                    <a:ext uri="{9D8B030D-6E8A-4147-A177-3AD203B41FA5}">
                      <a16:colId xmlns:a16="http://schemas.microsoft.com/office/drawing/2014/main" val="20000"/>
                    </a:ext>
                  </a:extLst>
                </a:gridCol>
                <a:gridCol w="5163142">
                  <a:extLst>
                    <a:ext uri="{9D8B030D-6E8A-4147-A177-3AD203B41FA5}">
                      <a16:colId xmlns:a16="http://schemas.microsoft.com/office/drawing/2014/main" val="20001"/>
                    </a:ext>
                  </a:extLst>
                </a:gridCol>
                <a:gridCol w="788180">
                  <a:extLst>
                    <a:ext uri="{9D8B030D-6E8A-4147-A177-3AD203B41FA5}">
                      <a16:colId xmlns:a16="http://schemas.microsoft.com/office/drawing/2014/main" val="2389116110"/>
                    </a:ext>
                  </a:extLst>
                </a:gridCol>
              </a:tblGrid>
              <a:tr h="0">
                <a:tc>
                  <a:txBody>
                    <a:bodyPr/>
                    <a:lstStyle/>
                    <a:p>
                      <a:pPr latinLnBrk="1"/>
                      <a:r>
                        <a:rPr lang="ko-KR" altLang="en-US" sz="800" b="0" dirty="0">
                          <a:solidFill>
                            <a:schemeClr val="tx1"/>
                          </a:solidFill>
                        </a:rPr>
                        <a:t>판매인증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i="0" u="none" strike="noStrike" dirty="0" err="1">
                          <a:solidFill>
                            <a:srgbClr val="FF0000"/>
                          </a:solidFill>
                          <a:effectLst/>
                          <a:latin typeface="+mn-lt"/>
                        </a:rPr>
                        <a:t>미인증</a:t>
                      </a:r>
                      <a:endParaRPr lang="ko-KR" altLang="en-US" sz="800" b="1" i="0" u="none" strike="noStrike" dirty="0">
                        <a:solidFill>
                          <a:srgbClr val="FF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rowSpan="4">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rgbClr val="FF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사업자등록증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v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사업자 명의 계좌번호 </a:t>
                      </a:r>
                      <a:r>
                        <a:rPr lang="en-US" altLang="ko-KR" sz="800" b="0" dirty="0">
                          <a:solidFill>
                            <a:schemeClr val="tx1"/>
                          </a:solidFill>
                        </a:rPr>
                        <a:t>(</a:t>
                      </a:r>
                      <a:r>
                        <a:rPr lang="ko-KR" altLang="en-US" sz="800" b="0" dirty="0">
                          <a:solidFill>
                            <a:schemeClr val="tx1"/>
                          </a:solidFill>
                        </a:rPr>
                        <a:t>정산용</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v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58815553"/>
                  </a:ext>
                </a:extLst>
              </a:tr>
              <a:tr h="0">
                <a:tc>
                  <a:txBody>
                    <a:bodyPr/>
                    <a:lstStyle/>
                    <a:p>
                      <a:pPr latinLnBrk="1"/>
                      <a:r>
                        <a:rPr lang="ko-KR" altLang="en-US" sz="800" b="0" dirty="0">
                          <a:solidFill>
                            <a:schemeClr val="tx1"/>
                          </a:solidFill>
                        </a:rPr>
                        <a:t>사업자 명의 통장사본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v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1"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32034566"/>
                  </a:ext>
                </a:extLst>
              </a:tr>
            </a:tbl>
          </a:graphicData>
        </a:graphic>
      </p:graphicFrame>
      <p:sp>
        <p:nvSpPr>
          <p:cNvPr id="48" name="직사각형 47">
            <a:extLst>
              <a:ext uri="{FF2B5EF4-FFF2-40B4-BE49-F238E27FC236}">
                <a16:creationId xmlns:a16="http://schemas.microsoft.com/office/drawing/2014/main" id="{877B7F17-CF0E-4A53-8F0E-4BE65DCE79AE}"/>
              </a:ext>
            </a:extLst>
          </p:cNvPr>
          <p:cNvSpPr/>
          <p:nvPr/>
        </p:nvSpPr>
        <p:spPr>
          <a:xfrm>
            <a:off x="5220311" y="4209951"/>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p>
        </p:txBody>
      </p:sp>
      <p:sp>
        <p:nvSpPr>
          <p:cNvPr id="49" name="직사각형 48">
            <a:extLst>
              <a:ext uri="{FF2B5EF4-FFF2-40B4-BE49-F238E27FC236}">
                <a16:creationId xmlns:a16="http://schemas.microsoft.com/office/drawing/2014/main" id="{C2573F87-FA37-4562-853B-11C25EC6F1BE}"/>
              </a:ext>
            </a:extLst>
          </p:cNvPr>
          <p:cNvSpPr/>
          <p:nvPr/>
        </p:nvSpPr>
        <p:spPr>
          <a:xfrm>
            <a:off x="3225257" y="4420675"/>
            <a:ext cx="968906"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은행선택  ▼</a:t>
            </a:r>
          </a:p>
        </p:txBody>
      </p:sp>
      <p:sp>
        <p:nvSpPr>
          <p:cNvPr id="50" name="직사각형 49">
            <a:extLst>
              <a:ext uri="{FF2B5EF4-FFF2-40B4-BE49-F238E27FC236}">
                <a16:creationId xmlns:a16="http://schemas.microsoft.com/office/drawing/2014/main" id="{5597BF0D-F552-4CFC-B872-5DB032D4CA61}"/>
              </a:ext>
            </a:extLst>
          </p:cNvPr>
          <p:cNvSpPr/>
          <p:nvPr/>
        </p:nvSpPr>
        <p:spPr>
          <a:xfrm>
            <a:off x="4239409" y="4420675"/>
            <a:ext cx="1949807"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계좌번호 </a:t>
            </a:r>
            <a:r>
              <a:rPr lang="en-US" altLang="ko-KR" sz="800" dirty="0">
                <a:solidFill>
                  <a:schemeClr val="bg1">
                    <a:lumMod val="65000"/>
                  </a:schemeClr>
                </a:solidFill>
              </a:rPr>
              <a:t>(‘-’</a:t>
            </a:r>
            <a:r>
              <a:rPr lang="ko-KR" altLang="en-US" sz="800" dirty="0">
                <a:solidFill>
                  <a:schemeClr val="bg1">
                    <a:lumMod val="65000"/>
                  </a:schemeClr>
                </a:solidFill>
              </a:rPr>
              <a:t>없이 숫자만 입력</a:t>
            </a:r>
            <a:r>
              <a:rPr lang="en-US" altLang="ko-KR" sz="800" dirty="0">
                <a:solidFill>
                  <a:schemeClr val="bg1">
                    <a:lumMod val="65000"/>
                  </a:schemeClr>
                </a:solidFill>
              </a:rPr>
              <a:t>)</a:t>
            </a:r>
            <a:endParaRPr lang="ko-KR" altLang="en-US" sz="800" dirty="0">
              <a:solidFill>
                <a:schemeClr val="bg1">
                  <a:lumMod val="65000"/>
                </a:schemeClr>
              </a:solidFill>
            </a:endParaRPr>
          </a:p>
        </p:txBody>
      </p:sp>
      <p:sp>
        <p:nvSpPr>
          <p:cNvPr id="51" name="직사각형 50">
            <a:extLst>
              <a:ext uri="{FF2B5EF4-FFF2-40B4-BE49-F238E27FC236}">
                <a16:creationId xmlns:a16="http://schemas.microsoft.com/office/drawing/2014/main" id="{E060279C-24D7-4396-B7E6-6260884B7D74}"/>
              </a:ext>
            </a:extLst>
          </p:cNvPr>
          <p:cNvSpPr/>
          <p:nvPr/>
        </p:nvSpPr>
        <p:spPr>
          <a:xfrm>
            <a:off x="6225373" y="4420675"/>
            <a:ext cx="1188246"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예금주</a:t>
            </a:r>
          </a:p>
        </p:txBody>
      </p:sp>
      <p:sp>
        <p:nvSpPr>
          <p:cNvPr id="52" name="직사각형 51">
            <a:extLst>
              <a:ext uri="{FF2B5EF4-FFF2-40B4-BE49-F238E27FC236}">
                <a16:creationId xmlns:a16="http://schemas.microsoft.com/office/drawing/2014/main" id="{B1AF605C-B54D-402E-AB59-45CCCA5E526F}"/>
              </a:ext>
            </a:extLst>
          </p:cNvPr>
          <p:cNvSpPr/>
          <p:nvPr/>
        </p:nvSpPr>
        <p:spPr>
          <a:xfrm>
            <a:off x="5220311" y="4642583"/>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p>
        </p:txBody>
      </p:sp>
      <p:sp>
        <p:nvSpPr>
          <p:cNvPr id="53" name="직사각형 52">
            <a:extLst>
              <a:ext uri="{FF2B5EF4-FFF2-40B4-BE49-F238E27FC236}">
                <a16:creationId xmlns:a16="http://schemas.microsoft.com/office/drawing/2014/main" id="{3DEACF89-4D5C-4A8D-8A97-9DEB939FE45D}"/>
              </a:ext>
            </a:extLst>
          </p:cNvPr>
          <p:cNvSpPr/>
          <p:nvPr/>
        </p:nvSpPr>
        <p:spPr>
          <a:xfrm>
            <a:off x="3233569" y="4642583"/>
            <a:ext cx="1949807" cy="15705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입력한 계좌번호와 동일한 통장첨부</a:t>
            </a:r>
          </a:p>
        </p:txBody>
      </p:sp>
      <p:sp>
        <p:nvSpPr>
          <p:cNvPr id="54" name="직사각형 53">
            <a:extLst>
              <a:ext uri="{FF2B5EF4-FFF2-40B4-BE49-F238E27FC236}">
                <a16:creationId xmlns:a16="http://schemas.microsoft.com/office/drawing/2014/main" id="{41185650-D5E5-4B99-86AE-9B6E81FBDC1E}"/>
              </a:ext>
            </a:extLst>
          </p:cNvPr>
          <p:cNvSpPr/>
          <p:nvPr/>
        </p:nvSpPr>
        <p:spPr>
          <a:xfrm>
            <a:off x="3233569" y="4209951"/>
            <a:ext cx="1949807"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입력한 계좌번호와 동일한 통장첨부</a:t>
            </a:r>
          </a:p>
        </p:txBody>
      </p:sp>
      <p:sp>
        <p:nvSpPr>
          <p:cNvPr id="73" name="직사각형 72">
            <a:extLst>
              <a:ext uri="{FF2B5EF4-FFF2-40B4-BE49-F238E27FC236}">
                <a16:creationId xmlns:a16="http://schemas.microsoft.com/office/drawing/2014/main" id="{5A2AE545-B21B-428A-B1BC-8A485D03A3CC}"/>
              </a:ext>
            </a:extLst>
          </p:cNvPr>
          <p:cNvSpPr/>
          <p:nvPr/>
        </p:nvSpPr>
        <p:spPr>
          <a:xfrm>
            <a:off x="8391473" y="4185273"/>
            <a:ext cx="505097" cy="547721"/>
          </a:xfrm>
          <a:prstGeom prst="rect">
            <a:avLst/>
          </a:prstGeom>
          <a:solidFill>
            <a:schemeClr val="tx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a:solidFill>
                  <a:schemeClr val="bg1"/>
                </a:solidFill>
              </a:rPr>
              <a:t>인증</a:t>
            </a:r>
            <a:endParaRPr lang="en-US" altLang="ko-KR" sz="900" dirty="0">
              <a:solidFill>
                <a:schemeClr val="bg1"/>
              </a:solidFill>
            </a:endParaRPr>
          </a:p>
          <a:p>
            <a:pPr algn="ctr"/>
            <a:r>
              <a:rPr lang="ko-KR" altLang="en-US" sz="900" dirty="0">
                <a:solidFill>
                  <a:schemeClr val="bg1"/>
                </a:solidFill>
              </a:rPr>
              <a:t>요청</a:t>
            </a:r>
          </a:p>
        </p:txBody>
      </p:sp>
      <p:sp>
        <p:nvSpPr>
          <p:cNvPr id="83" name="직사각형 82">
            <a:extLst>
              <a:ext uri="{FF2B5EF4-FFF2-40B4-BE49-F238E27FC236}">
                <a16:creationId xmlns:a16="http://schemas.microsoft.com/office/drawing/2014/main" id="{0FA1C4F6-AF4E-4644-958A-0B0DC1AB8DE2}"/>
              </a:ext>
            </a:extLst>
          </p:cNvPr>
          <p:cNvSpPr/>
          <p:nvPr/>
        </p:nvSpPr>
        <p:spPr>
          <a:xfrm>
            <a:off x="2899644" y="3232069"/>
            <a:ext cx="968906"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은행선택  ▼</a:t>
            </a:r>
          </a:p>
        </p:txBody>
      </p:sp>
      <p:sp>
        <p:nvSpPr>
          <p:cNvPr id="84" name="직사각형 83">
            <a:extLst>
              <a:ext uri="{FF2B5EF4-FFF2-40B4-BE49-F238E27FC236}">
                <a16:creationId xmlns:a16="http://schemas.microsoft.com/office/drawing/2014/main" id="{120788AD-C477-4D49-8CEB-721DD3F03F4E}"/>
              </a:ext>
            </a:extLst>
          </p:cNvPr>
          <p:cNvSpPr/>
          <p:nvPr/>
        </p:nvSpPr>
        <p:spPr>
          <a:xfrm>
            <a:off x="3913796" y="3232069"/>
            <a:ext cx="1949807"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계좌번호 </a:t>
            </a:r>
            <a:r>
              <a:rPr lang="en-US" altLang="ko-KR" sz="800" dirty="0">
                <a:solidFill>
                  <a:schemeClr val="bg1">
                    <a:lumMod val="65000"/>
                  </a:schemeClr>
                </a:solidFill>
              </a:rPr>
              <a:t>(‘-’</a:t>
            </a:r>
            <a:r>
              <a:rPr lang="ko-KR" altLang="en-US" sz="800" dirty="0">
                <a:solidFill>
                  <a:schemeClr val="bg1">
                    <a:lumMod val="65000"/>
                  </a:schemeClr>
                </a:solidFill>
              </a:rPr>
              <a:t>없이 숫자만 입력</a:t>
            </a:r>
            <a:r>
              <a:rPr lang="en-US" altLang="ko-KR" sz="800" dirty="0">
                <a:solidFill>
                  <a:schemeClr val="bg1">
                    <a:lumMod val="65000"/>
                  </a:schemeClr>
                </a:solidFill>
              </a:rPr>
              <a:t>)</a:t>
            </a:r>
            <a:endParaRPr lang="ko-KR" altLang="en-US" sz="800" dirty="0">
              <a:solidFill>
                <a:schemeClr val="bg1">
                  <a:lumMod val="65000"/>
                </a:schemeClr>
              </a:solidFill>
            </a:endParaRPr>
          </a:p>
        </p:txBody>
      </p:sp>
      <p:sp>
        <p:nvSpPr>
          <p:cNvPr id="85" name="직사각형 84">
            <a:extLst>
              <a:ext uri="{FF2B5EF4-FFF2-40B4-BE49-F238E27FC236}">
                <a16:creationId xmlns:a16="http://schemas.microsoft.com/office/drawing/2014/main" id="{EAD6A710-9D46-4422-94BC-1EADA6C4BCAB}"/>
              </a:ext>
            </a:extLst>
          </p:cNvPr>
          <p:cNvSpPr/>
          <p:nvPr/>
        </p:nvSpPr>
        <p:spPr>
          <a:xfrm>
            <a:off x="5899760" y="3232069"/>
            <a:ext cx="1188246"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예금주</a:t>
            </a:r>
          </a:p>
        </p:txBody>
      </p:sp>
      <p:sp>
        <p:nvSpPr>
          <p:cNvPr id="86" name="직사각형 85">
            <a:extLst>
              <a:ext uri="{FF2B5EF4-FFF2-40B4-BE49-F238E27FC236}">
                <a16:creationId xmlns:a16="http://schemas.microsoft.com/office/drawing/2014/main" id="{86DB0395-5A6D-41B3-B36A-D026F34BCB5E}"/>
              </a:ext>
            </a:extLst>
          </p:cNvPr>
          <p:cNvSpPr/>
          <p:nvPr/>
        </p:nvSpPr>
        <p:spPr>
          <a:xfrm>
            <a:off x="4894698" y="3453977"/>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p>
        </p:txBody>
      </p:sp>
      <p:sp>
        <p:nvSpPr>
          <p:cNvPr id="87" name="직사각형 86">
            <a:extLst>
              <a:ext uri="{FF2B5EF4-FFF2-40B4-BE49-F238E27FC236}">
                <a16:creationId xmlns:a16="http://schemas.microsoft.com/office/drawing/2014/main" id="{6F09CD7E-88EE-4ABA-83A9-D522D3F197BE}"/>
              </a:ext>
            </a:extLst>
          </p:cNvPr>
          <p:cNvSpPr/>
          <p:nvPr/>
        </p:nvSpPr>
        <p:spPr>
          <a:xfrm>
            <a:off x="2907956" y="3453977"/>
            <a:ext cx="1949807" cy="15705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입력한 계좌번호와 동일한 통장첨부</a:t>
            </a:r>
          </a:p>
        </p:txBody>
      </p:sp>
      <p:sp>
        <p:nvSpPr>
          <p:cNvPr id="88" name="TextBox 87">
            <a:extLst>
              <a:ext uri="{FF2B5EF4-FFF2-40B4-BE49-F238E27FC236}">
                <a16:creationId xmlns:a16="http://schemas.microsoft.com/office/drawing/2014/main" id="{D0403EB6-1AC0-4703-B2A0-02F90FF2C3B5}"/>
              </a:ext>
            </a:extLst>
          </p:cNvPr>
          <p:cNvSpPr txBox="1"/>
          <p:nvPr/>
        </p:nvSpPr>
        <p:spPr>
          <a:xfrm>
            <a:off x="1528827" y="5176908"/>
            <a:ext cx="734496"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약관동의</a:t>
            </a:r>
            <a:endParaRPr lang="ko-KR" altLang="en-US" sz="800" b="1" dirty="0"/>
          </a:p>
        </p:txBody>
      </p:sp>
      <p:graphicFrame>
        <p:nvGraphicFramePr>
          <p:cNvPr id="89" name="표 88">
            <a:extLst>
              <a:ext uri="{FF2B5EF4-FFF2-40B4-BE49-F238E27FC236}">
                <a16:creationId xmlns:a16="http://schemas.microsoft.com/office/drawing/2014/main" id="{11539D18-ECEC-4BE1-80AB-47ABE7D9E429}"/>
              </a:ext>
            </a:extLst>
          </p:cNvPr>
          <p:cNvGraphicFramePr>
            <a:graphicFrameLocks noGrp="1"/>
          </p:cNvGraphicFramePr>
          <p:nvPr/>
        </p:nvGraphicFramePr>
        <p:xfrm>
          <a:off x="1528827" y="5402086"/>
          <a:ext cx="7489030" cy="1291735"/>
        </p:xfrm>
        <a:graphic>
          <a:graphicData uri="http://schemas.openxmlformats.org/drawingml/2006/table">
            <a:tbl>
              <a:tblPr firstRow="1" bandRow="1">
                <a:tableStyleId>{5C22544A-7EE6-4342-B048-85BDC9FD1C3A}</a:tableStyleId>
              </a:tblPr>
              <a:tblGrid>
                <a:gridCol w="7489030">
                  <a:extLst>
                    <a:ext uri="{9D8B030D-6E8A-4147-A177-3AD203B41FA5}">
                      <a16:colId xmlns:a16="http://schemas.microsoft.com/office/drawing/2014/main" val="20001"/>
                    </a:ext>
                  </a:extLst>
                </a:gridCol>
              </a:tblGrid>
              <a:tr h="129173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89819523"/>
                  </a:ext>
                </a:extLst>
              </a:tr>
            </a:tbl>
          </a:graphicData>
        </a:graphic>
      </p:graphicFrame>
      <p:pic>
        <p:nvPicPr>
          <p:cNvPr id="105" name="그림 104">
            <a:extLst>
              <a:ext uri="{FF2B5EF4-FFF2-40B4-BE49-F238E27FC236}">
                <a16:creationId xmlns:a16="http://schemas.microsoft.com/office/drawing/2014/main" id="{6DC7C269-255D-485B-9F7B-19F89AB33EC6}"/>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l="4629" t="3196" r="3195" b="2954"/>
          <a:stretch/>
        </p:blipFill>
        <p:spPr>
          <a:xfrm>
            <a:off x="1633881" y="5740243"/>
            <a:ext cx="144015" cy="146633"/>
          </a:xfrm>
          <a:prstGeom prst="rect">
            <a:avLst/>
          </a:prstGeom>
        </p:spPr>
      </p:pic>
      <p:sp>
        <p:nvSpPr>
          <p:cNvPr id="106" name="직사각형 105">
            <a:extLst>
              <a:ext uri="{FF2B5EF4-FFF2-40B4-BE49-F238E27FC236}">
                <a16:creationId xmlns:a16="http://schemas.microsoft.com/office/drawing/2014/main" id="{9C7271B7-477C-4665-991D-5D1F7A611539}"/>
              </a:ext>
            </a:extLst>
          </p:cNvPr>
          <p:cNvSpPr/>
          <p:nvPr/>
        </p:nvSpPr>
        <p:spPr>
          <a:xfrm>
            <a:off x="1734990" y="5700522"/>
            <a:ext cx="4572000" cy="215444"/>
          </a:xfrm>
          <a:prstGeom prst="rect">
            <a:avLst/>
          </a:prstGeom>
        </p:spPr>
        <p:txBody>
          <a:bodyPr>
            <a:spAutoFit/>
          </a:bodyPr>
          <a:lstStyle/>
          <a:p>
            <a:pPr>
              <a:defRPr/>
            </a:pPr>
            <a:r>
              <a:rPr lang="ko-KR" altLang="en-US" sz="800" dirty="0">
                <a:latin typeface="맑은 고딕" panose="020B0503020000020004" pitchFamily="50" charset="-127"/>
              </a:rPr>
              <a:t>상품 </a:t>
            </a:r>
            <a:r>
              <a:rPr lang="ko-KR" altLang="en-US" sz="800" dirty="0" err="1">
                <a:latin typeface="맑은 고딕" panose="020B0503020000020004" pitchFamily="50" charset="-127"/>
              </a:rPr>
              <a:t>판매시</a:t>
            </a:r>
            <a:r>
              <a:rPr lang="ko-KR" altLang="en-US" sz="800" dirty="0">
                <a:latin typeface="맑은 고딕" panose="020B0503020000020004" pitchFamily="50" charset="-127"/>
              </a:rPr>
              <a:t> 약관 동의 </a:t>
            </a:r>
            <a:r>
              <a:rPr lang="en-US" altLang="ko-KR" sz="800" dirty="0"/>
              <a:t>(</a:t>
            </a:r>
            <a:r>
              <a:rPr lang="ko-KR" altLang="en-US" sz="800" dirty="0"/>
              <a:t>필수</a:t>
            </a:r>
            <a:r>
              <a:rPr lang="en-US" altLang="ko-KR" sz="800" dirty="0"/>
              <a:t>)</a:t>
            </a:r>
          </a:p>
        </p:txBody>
      </p:sp>
      <p:sp>
        <p:nvSpPr>
          <p:cNvPr id="107" name="직사각형 106">
            <a:extLst>
              <a:ext uri="{FF2B5EF4-FFF2-40B4-BE49-F238E27FC236}">
                <a16:creationId xmlns:a16="http://schemas.microsoft.com/office/drawing/2014/main" id="{0DF04704-5D3B-4A2A-B858-EB84B297F9A5}"/>
              </a:ext>
            </a:extLst>
          </p:cNvPr>
          <p:cNvSpPr/>
          <p:nvPr/>
        </p:nvSpPr>
        <p:spPr>
          <a:xfrm>
            <a:off x="8311295" y="5716272"/>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pic>
        <p:nvPicPr>
          <p:cNvPr id="108" name="그림 107">
            <a:extLst>
              <a:ext uri="{FF2B5EF4-FFF2-40B4-BE49-F238E27FC236}">
                <a16:creationId xmlns:a16="http://schemas.microsoft.com/office/drawing/2014/main" id="{89341A2C-FF36-47E6-B252-CEF4006DC309}"/>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l="4629" t="3196" r="3195" b="2954"/>
          <a:stretch/>
        </p:blipFill>
        <p:spPr>
          <a:xfrm>
            <a:off x="1633881" y="6403008"/>
            <a:ext cx="144015" cy="146633"/>
          </a:xfrm>
          <a:prstGeom prst="rect">
            <a:avLst/>
          </a:prstGeom>
        </p:spPr>
      </p:pic>
      <p:sp>
        <p:nvSpPr>
          <p:cNvPr id="109" name="직사각형 108">
            <a:extLst>
              <a:ext uri="{FF2B5EF4-FFF2-40B4-BE49-F238E27FC236}">
                <a16:creationId xmlns:a16="http://schemas.microsoft.com/office/drawing/2014/main" id="{D39F3A5E-350E-45F2-9D19-D9B7F6054B65}"/>
              </a:ext>
            </a:extLst>
          </p:cNvPr>
          <p:cNvSpPr/>
          <p:nvPr/>
        </p:nvSpPr>
        <p:spPr>
          <a:xfrm>
            <a:off x="1734990" y="6363287"/>
            <a:ext cx="4572000" cy="215444"/>
          </a:xfrm>
          <a:prstGeom prst="rect">
            <a:avLst/>
          </a:prstGeom>
        </p:spPr>
        <p:txBody>
          <a:bodyPr>
            <a:spAutoFit/>
          </a:bodyPr>
          <a:lstStyle/>
          <a:p>
            <a:pPr>
              <a:defRPr/>
            </a:pPr>
            <a:r>
              <a:rPr lang="ko-KR" altLang="en-US" sz="800" dirty="0">
                <a:latin typeface="맑은 고딕" panose="020B0503020000020004" pitchFamily="50" charset="-127"/>
              </a:rPr>
              <a:t>판매권한 약관 동의 </a:t>
            </a:r>
            <a:r>
              <a:rPr lang="en-US" altLang="ko-KR" sz="800" dirty="0"/>
              <a:t>(</a:t>
            </a:r>
            <a:r>
              <a:rPr lang="ko-KR" altLang="en-US" sz="800" dirty="0"/>
              <a:t>필수</a:t>
            </a:r>
            <a:r>
              <a:rPr lang="en-US" altLang="ko-KR" sz="800" dirty="0"/>
              <a:t>)</a:t>
            </a:r>
          </a:p>
        </p:txBody>
      </p:sp>
      <p:sp>
        <p:nvSpPr>
          <p:cNvPr id="110" name="직사각형 109">
            <a:extLst>
              <a:ext uri="{FF2B5EF4-FFF2-40B4-BE49-F238E27FC236}">
                <a16:creationId xmlns:a16="http://schemas.microsoft.com/office/drawing/2014/main" id="{8C2D9D9F-12CD-4253-A48D-1FBC777C91B4}"/>
              </a:ext>
            </a:extLst>
          </p:cNvPr>
          <p:cNvSpPr/>
          <p:nvPr/>
        </p:nvSpPr>
        <p:spPr>
          <a:xfrm>
            <a:off x="8311295" y="6379037"/>
            <a:ext cx="627961" cy="162090"/>
          </a:xfrm>
          <a:prstGeom prst="rect">
            <a:avLst/>
          </a:prstGeom>
          <a:solidFill>
            <a:schemeClr val="tx1">
              <a:lumMod val="50000"/>
              <a:lumOff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전문보기</a:t>
            </a:r>
          </a:p>
        </p:txBody>
      </p:sp>
      <p:sp>
        <p:nvSpPr>
          <p:cNvPr id="112" name="직사각형 111">
            <a:extLst>
              <a:ext uri="{FF2B5EF4-FFF2-40B4-BE49-F238E27FC236}">
                <a16:creationId xmlns:a16="http://schemas.microsoft.com/office/drawing/2014/main" id="{EADC6012-90C5-4DF7-9541-711DE2223CFA}"/>
              </a:ext>
            </a:extLst>
          </p:cNvPr>
          <p:cNvSpPr/>
          <p:nvPr/>
        </p:nvSpPr>
        <p:spPr>
          <a:xfrm>
            <a:off x="1553240" y="5502302"/>
            <a:ext cx="4572000" cy="215444"/>
          </a:xfrm>
          <a:prstGeom prst="rect">
            <a:avLst/>
          </a:prstGeom>
        </p:spPr>
        <p:txBody>
          <a:bodyPr>
            <a:spAutoFit/>
          </a:bodyPr>
          <a:lstStyle/>
          <a:p>
            <a:pPr>
              <a:defRPr/>
            </a:pPr>
            <a:r>
              <a:rPr lang="ko-KR" altLang="en-US" sz="800" b="1" dirty="0"/>
              <a:t>회원사 권한 약관</a:t>
            </a:r>
            <a:endParaRPr lang="en-US" altLang="ko-KR" sz="800" b="1" dirty="0"/>
          </a:p>
        </p:txBody>
      </p:sp>
      <p:sp>
        <p:nvSpPr>
          <p:cNvPr id="113" name="직사각형 112">
            <a:extLst>
              <a:ext uri="{FF2B5EF4-FFF2-40B4-BE49-F238E27FC236}">
                <a16:creationId xmlns:a16="http://schemas.microsoft.com/office/drawing/2014/main" id="{4B98C21D-DFD6-412E-B593-4E2BB606711C}"/>
              </a:ext>
            </a:extLst>
          </p:cNvPr>
          <p:cNvSpPr/>
          <p:nvPr/>
        </p:nvSpPr>
        <p:spPr>
          <a:xfrm>
            <a:off x="1553240" y="6163738"/>
            <a:ext cx="4572000" cy="215444"/>
          </a:xfrm>
          <a:prstGeom prst="rect">
            <a:avLst/>
          </a:prstGeom>
        </p:spPr>
        <p:txBody>
          <a:bodyPr>
            <a:spAutoFit/>
          </a:bodyPr>
          <a:lstStyle/>
          <a:p>
            <a:pPr>
              <a:defRPr/>
            </a:pPr>
            <a:r>
              <a:rPr lang="ko-KR" altLang="en-US" sz="800" b="1" dirty="0"/>
              <a:t>판매 권한 약관</a:t>
            </a:r>
            <a:endParaRPr lang="en-US" altLang="ko-KR" sz="800" b="1" dirty="0"/>
          </a:p>
        </p:txBody>
      </p:sp>
      <p:graphicFrame>
        <p:nvGraphicFramePr>
          <p:cNvPr id="116" name="표 115">
            <a:extLst>
              <a:ext uri="{FF2B5EF4-FFF2-40B4-BE49-F238E27FC236}">
                <a16:creationId xmlns:a16="http://schemas.microsoft.com/office/drawing/2014/main" id="{671C8208-6C3E-4313-B11B-2488ECFD1EB6}"/>
              </a:ext>
            </a:extLst>
          </p:cNvPr>
          <p:cNvGraphicFramePr>
            <a:graphicFrameLocks noGrp="1"/>
          </p:cNvGraphicFramePr>
          <p:nvPr>
            <p:extLst>
              <p:ext uri="{D42A27DB-BD31-4B8C-83A1-F6EECF244321}">
                <p14:modId xmlns:p14="http://schemas.microsoft.com/office/powerpoint/2010/main" val="2185621984"/>
              </p:ext>
            </p:extLst>
          </p:nvPr>
        </p:nvGraphicFramePr>
        <p:xfrm>
          <a:off x="10171774" y="22159"/>
          <a:ext cx="1979018" cy="30947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RF-02-03-01-1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정보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정보 관리 화면 </a:t>
                      </a:r>
                      <a:r>
                        <a:rPr lang="en-US" altLang="ko-KR" sz="800" dirty="0"/>
                        <a:t>&gt; </a:t>
                      </a:r>
                      <a:r>
                        <a:rPr lang="ko-KR" altLang="en-US" sz="800" dirty="0"/>
                        <a:t>비밀번호 변경</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비밀번호 변경 및 채널운영 중지 요청</a:t>
                      </a:r>
                    </a:p>
                  </a:txBody>
                  <a:tcPr anchor="ctr">
                    <a:solidFill>
                      <a:schemeClr val="bg1"/>
                    </a:solidFill>
                  </a:tcPr>
                </a:tc>
                <a:tc hMerge="1">
                  <a:txBody>
                    <a:bodyPr/>
                    <a:lstStyle/>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3165091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비밀번호 변경 버튼</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현재 비밀번호와 새로운 비밀번호가 같은 경우 비밀번호가 변경되지 않는다</a:t>
                      </a:r>
                      <a:r>
                        <a:rPr lang="en-US" altLang="ko-KR" sz="800" b="0" dirty="0">
                          <a:solidFill>
                            <a:schemeClr val="tx1"/>
                          </a:solidFill>
                        </a:rPr>
                        <a:t>.</a:t>
                      </a: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새로운 비밀번호와 비밀번호 확인이 같지 않은 경우 비밀번호가 변경되지 않는다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973989417"/>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채널운영 중지 요청을 통해 채널 운영 중지를 진행할 수 있다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4232325534"/>
                  </a:ext>
                </a:extLst>
              </a:tr>
            </a:tbl>
          </a:graphicData>
        </a:graphic>
      </p:graphicFrame>
      <p:sp>
        <p:nvSpPr>
          <p:cNvPr id="90" name="직사각형 89">
            <a:extLst>
              <a:ext uri="{FF2B5EF4-FFF2-40B4-BE49-F238E27FC236}">
                <a16:creationId xmlns:a16="http://schemas.microsoft.com/office/drawing/2014/main" id="{E27A9511-B4F6-45C7-87AE-69AB8A55F487}"/>
              </a:ext>
            </a:extLst>
          </p:cNvPr>
          <p:cNvSpPr/>
          <p:nvPr/>
        </p:nvSpPr>
        <p:spPr>
          <a:xfrm>
            <a:off x="2941253" y="2173354"/>
            <a:ext cx="3935785" cy="247085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cxnSp>
        <p:nvCxnSpPr>
          <p:cNvPr id="92" name="직선 화살표 연결선 91">
            <a:extLst>
              <a:ext uri="{FF2B5EF4-FFF2-40B4-BE49-F238E27FC236}">
                <a16:creationId xmlns:a16="http://schemas.microsoft.com/office/drawing/2014/main" id="{63595162-9EF9-4442-AC23-B90B8EC56B96}"/>
              </a:ext>
            </a:extLst>
          </p:cNvPr>
          <p:cNvCxnSpPr>
            <a:cxnSpLocks/>
            <a:stCxn id="91" idx="4"/>
            <a:endCxn id="90" idx="0"/>
          </p:cNvCxnSpPr>
          <p:nvPr/>
        </p:nvCxnSpPr>
        <p:spPr>
          <a:xfrm>
            <a:off x="3302663" y="1320999"/>
            <a:ext cx="1606483" cy="852355"/>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93" name="TextBox 92">
            <a:extLst>
              <a:ext uri="{FF2B5EF4-FFF2-40B4-BE49-F238E27FC236}">
                <a16:creationId xmlns:a16="http://schemas.microsoft.com/office/drawing/2014/main" id="{951269C8-004A-4D44-BF0A-3DF12E955DE8}"/>
              </a:ext>
            </a:extLst>
          </p:cNvPr>
          <p:cNvSpPr txBox="1"/>
          <p:nvPr/>
        </p:nvSpPr>
        <p:spPr>
          <a:xfrm>
            <a:off x="3047360" y="2333636"/>
            <a:ext cx="1072730"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비밀번호 변경</a:t>
            </a:r>
            <a:endParaRPr lang="ko-KR" altLang="en-US" sz="900" dirty="0"/>
          </a:p>
        </p:txBody>
      </p:sp>
      <p:sp>
        <p:nvSpPr>
          <p:cNvPr id="94" name="직사각형 93">
            <a:extLst>
              <a:ext uri="{FF2B5EF4-FFF2-40B4-BE49-F238E27FC236}">
                <a16:creationId xmlns:a16="http://schemas.microsoft.com/office/drawing/2014/main" id="{3D7F50FB-E09A-4463-8666-067B044D9081}"/>
              </a:ext>
            </a:extLst>
          </p:cNvPr>
          <p:cNvSpPr/>
          <p:nvPr/>
        </p:nvSpPr>
        <p:spPr>
          <a:xfrm>
            <a:off x="3907751" y="4027609"/>
            <a:ext cx="962842" cy="213360"/>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변경하기</a:t>
            </a:r>
            <a:endParaRPr lang="en-US" altLang="ko-KR" sz="800" dirty="0">
              <a:solidFill>
                <a:schemeClr val="bg1"/>
              </a:solidFill>
            </a:endParaRPr>
          </a:p>
        </p:txBody>
      </p:sp>
      <p:grpSp>
        <p:nvGrpSpPr>
          <p:cNvPr id="95" name="Image">
            <a:extLst>
              <a:ext uri="{FF2B5EF4-FFF2-40B4-BE49-F238E27FC236}">
                <a16:creationId xmlns:a16="http://schemas.microsoft.com/office/drawing/2014/main" id="{A9036044-C64E-4EE8-B417-757E3F4C70CD}"/>
              </a:ext>
            </a:extLst>
          </p:cNvPr>
          <p:cNvGrpSpPr>
            <a:grpSpLocks/>
          </p:cNvGrpSpPr>
          <p:nvPr/>
        </p:nvGrpSpPr>
        <p:grpSpPr bwMode="auto">
          <a:xfrm>
            <a:off x="6520938" y="2289896"/>
            <a:ext cx="204716" cy="209797"/>
            <a:chOff x="508000" y="1397000"/>
            <a:chExt cx="1008112" cy="1008112"/>
          </a:xfrm>
        </p:grpSpPr>
        <p:sp>
          <p:nvSpPr>
            <p:cNvPr id="96" name="Border">
              <a:extLst>
                <a:ext uri="{FF2B5EF4-FFF2-40B4-BE49-F238E27FC236}">
                  <a16:creationId xmlns:a16="http://schemas.microsoft.com/office/drawing/2014/main" id="{119D0B22-7978-4EB4-B112-95DBE92B7828}"/>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7" name="Line 2">
              <a:extLst>
                <a:ext uri="{FF2B5EF4-FFF2-40B4-BE49-F238E27FC236}">
                  <a16:creationId xmlns:a16="http://schemas.microsoft.com/office/drawing/2014/main" id="{83F735CA-C588-4EA2-8EB2-E2E4D3FA9134}"/>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8" name="Line 1">
              <a:extLst>
                <a:ext uri="{FF2B5EF4-FFF2-40B4-BE49-F238E27FC236}">
                  <a16:creationId xmlns:a16="http://schemas.microsoft.com/office/drawing/2014/main" id="{6651E808-26E1-4927-8906-34CEB5C3FDED}"/>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99" name="직사각형 98">
            <a:extLst>
              <a:ext uri="{FF2B5EF4-FFF2-40B4-BE49-F238E27FC236}">
                <a16:creationId xmlns:a16="http://schemas.microsoft.com/office/drawing/2014/main" id="{8F903228-CB18-45F8-895D-28F9403DA9EC}"/>
              </a:ext>
            </a:extLst>
          </p:cNvPr>
          <p:cNvSpPr/>
          <p:nvPr/>
        </p:nvSpPr>
        <p:spPr>
          <a:xfrm>
            <a:off x="5113272" y="4027172"/>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graphicFrame>
        <p:nvGraphicFramePr>
          <p:cNvPr id="100" name="표 17">
            <a:extLst>
              <a:ext uri="{FF2B5EF4-FFF2-40B4-BE49-F238E27FC236}">
                <a16:creationId xmlns:a16="http://schemas.microsoft.com/office/drawing/2014/main" id="{FF1123EB-1F2B-46E4-A335-3755E0CABE0B}"/>
              </a:ext>
            </a:extLst>
          </p:cNvPr>
          <p:cNvGraphicFramePr>
            <a:graphicFrameLocks noGrp="1"/>
          </p:cNvGraphicFramePr>
          <p:nvPr>
            <p:extLst>
              <p:ext uri="{D42A27DB-BD31-4B8C-83A1-F6EECF244321}">
                <p14:modId xmlns:p14="http://schemas.microsoft.com/office/powerpoint/2010/main" val="3972671741"/>
              </p:ext>
            </p:extLst>
          </p:nvPr>
        </p:nvGraphicFramePr>
        <p:xfrm>
          <a:off x="3224019" y="2833368"/>
          <a:ext cx="3472494" cy="64008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현재 비밀번호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새로운 비밀번호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ko-KR" altLang="en-US" sz="800" dirty="0">
                          <a:solidFill>
                            <a:schemeClr val="tx1"/>
                          </a:solidFill>
                        </a:rPr>
                        <a:t>비밀번호 확인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bl>
          </a:graphicData>
        </a:graphic>
      </p:graphicFrame>
      <p:sp>
        <p:nvSpPr>
          <p:cNvPr id="101" name="직사각형 100">
            <a:extLst>
              <a:ext uri="{FF2B5EF4-FFF2-40B4-BE49-F238E27FC236}">
                <a16:creationId xmlns:a16="http://schemas.microsoft.com/office/drawing/2014/main" id="{74A3CA57-F603-4C98-93A8-5A57F69C52A5}"/>
              </a:ext>
            </a:extLst>
          </p:cNvPr>
          <p:cNvSpPr/>
          <p:nvPr/>
        </p:nvSpPr>
        <p:spPr>
          <a:xfrm>
            <a:off x="4321662" y="2854406"/>
            <a:ext cx="2243071" cy="16567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lumMod val="50000"/>
                  <a:lumOff val="50000"/>
                </a:schemeClr>
              </a:solidFill>
            </a:endParaRPr>
          </a:p>
        </p:txBody>
      </p:sp>
      <p:sp>
        <p:nvSpPr>
          <p:cNvPr id="102" name="직사각형 101">
            <a:extLst>
              <a:ext uri="{FF2B5EF4-FFF2-40B4-BE49-F238E27FC236}">
                <a16:creationId xmlns:a16="http://schemas.microsoft.com/office/drawing/2014/main" id="{74A3CA57-F603-4C98-93A8-5A57F69C52A5}"/>
              </a:ext>
            </a:extLst>
          </p:cNvPr>
          <p:cNvSpPr/>
          <p:nvPr/>
        </p:nvSpPr>
        <p:spPr>
          <a:xfrm>
            <a:off x="4321662" y="3075570"/>
            <a:ext cx="2243071" cy="16567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lumMod val="50000"/>
                  <a:lumOff val="50000"/>
                </a:schemeClr>
              </a:solidFill>
            </a:endParaRPr>
          </a:p>
        </p:txBody>
      </p:sp>
      <p:sp>
        <p:nvSpPr>
          <p:cNvPr id="103" name="직사각형 102">
            <a:extLst>
              <a:ext uri="{FF2B5EF4-FFF2-40B4-BE49-F238E27FC236}">
                <a16:creationId xmlns:a16="http://schemas.microsoft.com/office/drawing/2014/main" id="{74A3CA57-F603-4C98-93A8-5A57F69C52A5}"/>
              </a:ext>
            </a:extLst>
          </p:cNvPr>
          <p:cNvSpPr/>
          <p:nvPr/>
        </p:nvSpPr>
        <p:spPr>
          <a:xfrm>
            <a:off x="4321662" y="3278867"/>
            <a:ext cx="2243071" cy="16567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lumMod val="50000"/>
                  <a:lumOff val="50000"/>
                </a:schemeClr>
              </a:solidFill>
            </a:endParaRPr>
          </a:p>
        </p:txBody>
      </p:sp>
      <p:sp>
        <p:nvSpPr>
          <p:cNvPr id="91" name="타원 90">
            <a:extLst>
              <a:ext uri="{FF2B5EF4-FFF2-40B4-BE49-F238E27FC236}">
                <a16:creationId xmlns:a16="http://schemas.microsoft.com/office/drawing/2014/main" id="{8547736A-300F-445B-B18C-953B1BCBC256}"/>
              </a:ext>
            </a:extLst>
          </p:cNvPr>
          <p:cNvSpPr/>
          <p:nvPr/>
        </p:nvSpPr>
        <p:spPr>
          <a:xfrm>
            <a:off x="2747819" y="877375"/>
            <a:ext cx="1109688"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8B04C1AF-DDCC-47D4-AD64-A633AAD90936}"/>
              </a:ext>
            </a:extLst>
          </p:cNvPr>
          <p:cNvSpPr txBox="1"/>
          <p:nvPr/>
        </p:nvSpPr>
        <p:spPr>
          <a:xfrm>
            <a:off x="3668852" y="879311"/>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70" name="직사각형 69">
            <a:extLst>
              <a:ext uri="{FF2B5EF4-FFF2-40B4-BE49-F238E27FC236}">
                <a16:creationId xmlns:a16="http://schemas.microsoft.com/office/drawing/2014/main" id="{326192A9-20D0-4D63-914A-3B8CFA0AEAF5}"/>
              </a:ext>
            </a:extLst>
          </p:cNvPr>
          <p:cNvSpPr/>
          <p:nvPr/>
        </p:nvSpPr>
        <p:spPr>
          <a:xfrm>
            <a:off x="3721185" y="7026552"/>
            <a:ext cx="1499126" cy="315737"/>
          </a:xfrm>
          <a:prstGeom prst="rect">
            <a:avLst/>
          </a:prstGeom>
          <a:solidFill>
            <a:schemeClr val="tx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a:solidFill>
                  <a:schemeClr val="bg1"/>
                </a:solidFill>
              </a:rPr>
              <a:t>정보 수정</a:t>
            </a:r>
          </a:p>
        </p:txBody>
      </p:sp>
      <p:sp>
        <p:nvSpPr>
          <p:cNvPr id="71" name="직사각형 70">
            <a:extLst>
              <a:ext uri="{FF2B5EF4-FFF2-40B4-BE49-F238E27FC236}">
                <a16:creationId xmlns:a16="http://schemas.microsoft.com/office/drawing/2014/main" id="{2D09D648-78F1-4BB9-9A45-D5DB071D0C67}"/>
              </a:ext>
            </a:extLst>
          </p:cNvPr>
          <p:cNvSpPr/>
          <p:nvPr/>
        </p:nvSpPr>
        <p:spPr>
          <a:xfrm>
            <a:off x="5359044" y="7026552"/>
            <a:ext cx="1499126" cy="315737"/>
          </a:xfrm>
          <a:prstGeom prst="rect">
            <a:avLst/>
          </a:prstGeom>
          <a:solidFill>
            <a:srgbClr val="C0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b="1" dirty="0">
                <a:solidFill>
                  <a:schemeClr val="bg1"/>
                </a:solidFill>
              </a:rPr>
              <a:t>채널운영 중지요청</a:t>
            </a:r>
          </a:p>
        </p:txBody>
      </p:sp>
      <p:sp>
        <p:nvSpPr>
          <p:cNvPr id="72" name="TextBox 71">
            <a:extLst>
              <a:ext uri="{FF2B5EF4-FFF2-40B4-BE49-F238E27FC236}">
                <a16:creationId xmlns:a16="http://schemas.microsoft.com/office/drawing/2014/main" id="{3E486B1A-9095-4013-A74C-2E7335FBDF08}"/>
              </a:ext>
            </a:extLst>
          </p:cNvPr>
          <p:cNvSpPr txBox="1"/>
          <p:nvPr/>
        </p:nvSpPr>
        <p:spPr>
          <a:xfrm>
            <a:off x="5844008" y="6756004"/>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cxnSp>
        <p:nvCxnSpPr>
          <p:cNvPr id="74" name="직선 화살표 연결선 73">
            <a:extLst>
              <a:ext uri="{FF2B5EF4-FFF2-40B4-BE49-F238E27FC236}">
                <a16:creationId xmlns:a16="http://schemas.microsoft.com/office/drawing/2014/main" id="{EC0C42AE-04C8-4F6D-8CDF-964BF15D5695}"/>
              </a:ext>
            </a:extLst>
          </p:cNvPr>
          <p:cNvCxnSpPr>
            <a:cxnSpLocks/>
            <a:stCxn id="75" idx="4"/>
            <a:endCxn id="135" idx="0"/>
          </p:cNvCxnSpPr>
          <p:nvPr/>
        </p:nvCxnSpPr>
        <p:spPr>
          <a:xfrm flipH="1">
            <a:off x="4909146" y="7392422"/>
            <a:ext cx="1207873" cy="492515"/>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75" name="타원 74">
            <a:extLst>
              <a:ext uri="{FF2B5EF4-FFF2-40B4-BE49-F238E27FC236}">
                <a16:creationId xmlns:a16="http://schemas.microsoft.com/office/drawing/2014/main" id="{2B0C134A-9560-4E1B-A51A-62D7F19753F8}"/>
              </a:ext>
            </a:extLst>
          </p:cNvPr>
          <p:cNvSpPr/>
          <p:nvPr/>
        </p:nvSpPr>
        <p:spPr>
          <a:xfrm>
            <a:off x="5197301" y="6948798"/>
            <a:ext cx="1839435"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5" name="직사각형 134">
            <a:extLst>
              <a:ext uri="{FF2B5EF4-FFF2-40B4-BE49-F238E27FC236}">
                <a16:creationId xmlns:a16="http://schemas.microsoft.com/office/drawing/2014/main" id="{DD52C48F-33D0-4B67-BC16-3EDDACCA8562}"/>
              </a:ext>
            </a:extLst>
          </p:cNvPr>
          <p:cNvSpPr/>
          <p:nvPr/>
        </p:nvSpPr>
        <p:spPr>
          <a:xfrm>
            <a:off x="2941253" y="7884937"/>
            <a:ext cx="3935785" cy="247085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136" name="TextBox 135">
            <a:extLst>
              <a:ext uri="{FF2B5EF4-FFF2-40B4-BE49-F238E27FC236}">
                <a16:creationId xmlns:a16="http://schemas.microsoft.com/office/drawing/2014/main" id="{89BA6F25-0CB7-4743-938A-97761C9319ED}"/>
              </a:ext>
            </a:extLst>
          </p:cNvPr>
          <p:cNvSpPr txBox="1"/>
          <p:nvPr/>
        </p:nvSpPr>
        <p:spPr>
          <a:xfrm>
            <a:off x="3047360" y="8045219"/>
            <a:ext cx="1303562"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채널운영 중지요청</a:t>
            </a:r>
            <a:endParaRPr lang="ko-KR" altLang="en-US" sz="900" dirty="0"/>
          </a:p>
        </p:txBody>
      </p:sp>
      <p:sp>
        <p:nvSpPr>
          <p:cNvPr id="137" name="직사각형 136">
            <a:extLst>
              <a:ext uri="{FF2B5EF4-FFF2-40B4-BE49-F238E27FC236}">
                <a16:creationId xmlns:a16="http://schemas.microsoft.com/office/drawing/2014/main" id="{0C54369E-9E40-425E-BB45-DAB0BB65C7D3}"/>
              </a:ext>
            </a:extLst>
          </p:cNvPr>
          <p:cNvSpPr/>
          <p:nvPr/>
        </p:nvSpPr>
        <p:spPr>
          <a:xfrm>
            <a:off x="3907751" y="9739192"/>
            <a:ext cx="962842" cy="213360"/>
          </a:xfrm>
          <a:prstGeom prst="rect">
            <a:avLst/>
          </a:prstGeom>
          <a:solidFill>
            <a:srgbClr val="C00000"/>
          </a:solidFill>
          <a:ln w="635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중지요청</a:t>
            </a:r>
            <a:endParaRPr lang="en-US" altLang="ko-KR" sz="800" b="1" dirty="0">
              <a:solidFill>
                <a:schemeClr val="bg1"/>
              </a:solidFill>
            </a:endParaRPr>
          </a:p>
        </p:txBody>
      </p:sp>
      <p:grpSp>
        <p:nvGrpSpPr>
          <p:cNvPr id="138" name="Image">
            <a:extLst>
              <a:ext uri="{FF2B5EF4-FFF2-40B4-BE49-F238E27FC236}">
                <a16:creationId xmlns:a16="http://schemas.microsoft.com/office/drawing/2014/main" id="{32390874-C316-4404-9A14-D29E27EFE8B9}"/>
              </a:ext>
            </a:extLst>
          </p:cNvPr>
          <p:cNvGrpSpPr>
            <a:grpSpLocks/>
          </p:cNvGrpSpPr>
          <p:nvPr/>
        </p:nvGrpSpPr>
        <p:grpSpPr bwMode="auto">
          <a:xfrm>
            <a:off x="6520938" y="8001479"/>
            <a:ext cx="204716" cy="209797"/>
            <a:chOff x="508000" y="1397000"/>
            <a:chExt cx="1008112" cy="1008112"/>
          </a:xfrm>
        </p:grpSpPr>
        <p:sp>
          <p:nvSpPr>
            <p:cNvPr id="139" name="Border">
              <a:extLst>
                <a:ext uri="{FF2B5EF4-FFF2-40B4-BE49-F238E27FC236}">
                  <a16:creationId xmlns:a16="http://schemas.microsoft.com/office/drawing/2014/main" id="{D19BCB26-1376-44C5-8562-B8AE90CBDD50}"/>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0" name="Line 2">
              <a:extLst>
                <a:ext uri="{FF2B5EF4-FFF2-40B4-BE49-F238E27FC236}">
                  <a16:creationId xmlns:a16="http://schemas.microsoft.com/office/drawing/2014/main" id="{6AF3045A-E74A-436E-9B0F-D6D642CFA0B5}"/>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1" name="Line 1">
              <a:extLst>
                <a:ext uri="{FF2B5EF4-FFF2-40B4-BE49-F238E27FC236}">
                  <a16:creationId xmlns:a16="http://schemas.microsoft.com/office/drawing/2014/main" id="{C6DCFA7B-3C22-4D63-B9A8-AFF67F0D29B2}"/>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42" name="직사각형 141">
            <a:extLst>
              <a:ext uri="{FF2B5EF4-FFF2-40B4-BE49-F238E27FC236}">
                <a16:creationId xmlns:a16="http://schemas.microsoft.com/office/drawing/2014/main" id="{FD218360-AA77-435A-B7DC-D1DA7C1A0004}"/>
              </a:ext>
            </a:extLst>
          </p:cNvPr>
          <p:cNvSpPr/>
          <p:nvPr/>
        </p:nvSpPr>
        <p:spPr>
          <a:xfrm>
            <a:off x="5113272" y="9738755"/>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창닫기</a:t>
            </a:r>
            <a:endParaRPr lang="en-US" altLang="ko-KR" sz="800" dirty="0">
              <a:solidFill>
                <a:schemeClr val="bg1"/>
              </a:solidFill>
            </a:endParaRPr>
          </a:p>
        </p:txBody>
      </p:sp>
      <p:sp>
        <p:nvSpPr>
          <p:cNvPr id="147" name="직사각형 146">
            <a:extLst>
              <a:ext uri="{FF2B5EF4-FFF2-40B4-BE49-F238E27FC236}">
                <a16:creationId xmlns:a16="http://schemas.microsoft.com/office/drawing/2014/main" id="{1D7B8D96-21FE-4F07-9B20-CAEA3B1FA9CC}"/>
              </a:ext>
            </a:extLst>
          </p:cNvPr>
          <p:cNvSpPr/>
          <p:nvPr/>
        </p:nvSpPr>
        <p:spPr>
          <a:xfrm>
            <a:off x="3152221" y="8300854"/>
            <a:ext cx="3573234" cy="686490"/>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ko-KR" altLang="en-US" sz="800" dirty="0">
                <a:solidFill>
                  <a:schemeClr val="tx1"/>
                </a:solidFill>
              </a:rPr>
              <a:t>운영중인 </a:t>
            </a:r>
            <a:r>
              <a:rPr lang="en-US" altLang="ko-KR" sz="800" dirty="0">
                <a:solidFill>
                  <a:schemeClr val="tx1"/>
                </a:solidFill>
              </a:rPr>
              <a:t>Shop </a:t>
            </a:r>
            <a:r>
              <a:rPr lang="ko-KR" altLang="en-US" sz="800" dirty="0">
                <a:solidFill>
                  <a:schemeClr val="tx1"/>
                </a:solidFill>
              </a:rPr>
              <a:t>채널이 </a:t>
            </a:r>
            <a:r>
              <a:rPr lang="ko-KR" altLang="en-US" sz="800" dirty="0" err="1">
                <a:solidFill>
                  <a:schemeClr val="tx1"/>
                </a:solidFill>
              </a:rPr>
              <a:t>존재시</a:t>
            </a:r>
            <a:r>
              <a:rPr lang="ko-KR" altLang="en-US" sz="800" dirty="0">
                <a:solidFill>
                  <a:schemeClr val="tx1"/>
                </a:solidFill>
              </a:rPr>
              <a:t> 채널운영 중지신청이 불가능합니다</a:t>
            </a:r>
            <a:r>
              <a:rPr lang="en-US" altLang="ko-KR" sz="800" dirty="0">
                <a:solidFill>
                  <a:schemeClr val="tx1"/>
                </a:solidFill>
              </a:rPr>
              <a:t>. </a:t>
            </a:r>
            <a:br>
              <a:rPr lang="en-US" altLang="ko-KR" sz="800" dirty="0">
                <a:solidFill>
                  <a:schemeClr val="tx1"/>
                </a:solidFill>
              </a:rPr>
            </a:br>
            <a:br>
              <a:rPr lang="en-US" altLang="ko-KR" sz="800" dirty="0">
                <a:solidFill>
                  <a:schemeClr val="tx1"/>
                </a:solidFill>
              </a:rPr>
            </a:br>
            <a:r>
              <a:rPr lang="ko-KR" altLang="en-US" sz="800" dirty="0">
                <a:solidFill>
                  <a:schemeClr val="tx1"/>
                </a:solidFill>
              </a:rPr>
              <a:t>채널운영 중지요청을 신청하면 해당 채널운영은 중지되며</a:t>
            </a:r>
            <a:r>
              <a:rPr lang="en-US" altLang="ko-KR" sz="800" dirty="0">
                <a:solidFill>
                  <a:schemeClr val="tx1"/>
                </a:solidFill>
              </a:rPr>
              <a:t>, Me9 </a:t>
            </a:r>
            <a:r>
              <a:rPr lang="ko-KR" altLang="en-US" sz="800" dirty="0">
                <a:solidFill>
                  <a:schemeClr val="tx1"/>
                </a:solidFill>
              </a:rPr>
              <a:t>의 최종승인 후 채널 운영이 중지 됩니다</a:t>
            </a:r>
            <a:r>
              <a:rPr lang="en-US" altLang="ko-KR" sz="800" dirty="0">
                <a:solidFill>
                  <a:schemeClr val="tx1"/>
                </a:solidFill>
              </a:rPr>
              <a:t>.</a:t>
            </a:r>
            <a:endParaRPr lang="ko-KR" altLang="en-US" sz="800" dirty="0">
              <a:solidFill>
                <a:schemeClr val="tx1"/>
              </a:solidFill>
            </a:endParaRPr>
          </a:p>
        </p:txBody>
      </p:sp>
      <p:graphicFrame>
        <p:nvGraphicFramePr>
          <p:cNvPr id="149" name="표 17">
            <a:extLst>
              <a:ext uri="{FF2B5EF4-FFF2-40B4-BE49-F238E27FC236}">
                <a16:creationId xmlns:a16="http://schemas.microsoft.com/office/drawing/2014/main" id="{4635179A-2AC5-46E9-804E-6D910CEA78AE}"/>
              </a:ext>
            </a:extLst>
          </p:cNvPr>
          <p:cNvGraphicFramePr>
            <a:graphicFrameLocks noGrp="1"/>
          </p:cNvGraphicFramePr>
          <p:nvPr>
            <p:extLst>
              <p:ext uri="{D42A27DB-BD31-4B8C-83A1-F6EECF244321}">
                <p14:modId xmlns:p14="http://schemas.microsoft.com/office/powerpoint/2010/main" val="3538510471"/>
              </p:ext>
            </p:extLst>
          </p:nvPr>
        </p:nvGraphicFramePr>
        <p:xfrm>
          <a:off x="3152221" y="9068510"/>
          <a:ext cx="3573234" cy="426720"/>
        </p:xfrm>
        <a:graphic>
          <a:graphicData uri="http://schemas.openxmlformats.org/drawingml/2006/table">
            <a:tbl>
              <a:tblPr firstRow="1" bandRow="1">
                <a:tableStyleId>{5940675A-B579-460E-94D1-54222C63F5DA}</a:tableStyleId>
              </a:tblPr>
              <a:tblGrid>
                <a:gridCol w="1066435">
                  <a:extLst>
                    <a:ext uri="{9D8B030D-6E8A-4147-A177-3AD203B41FA5}">
                      <a16:colId xmlns:a16="http://schemas.microsoft.com/office/drawing/2014/main" val="827257380"/>
                    </a:ext>
                  </a:extLst>
                </a:gridCol>
                <a:gridCol w="2506799">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현재 비밀번호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비밀번호 확인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bl>
          </a:graphicData>
        </a:graphic>
      </p:graphicFrame>
      <p:sp>
        <p:nvSpPr>
          <p:cNvPr id="150" name="직사각형 149">
            <a:extLst>
              <a:ext uri="{FF2B5EF4-FFF2-40B4-BE49-F238E27FC236}">
                <a16:creationId xmlns:a16="http://schemas.microsoft.com/office/drawing/2014/main" id="{D67A08C1-2795-42DF-B7FA-795FFA993E0E}"/>
              </a:ext>
            </a:extLst>
          </p:cNvPr>
          <p:cNvSpPr/>
          <p:nvPr/>
        </p:nvSpPr>
        <p:spPr>
          <a:xfrm>
            <a:off x="4249864" y="9089548"/>
            <a:ext cx="2243071" cy="16567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lumMod val="50000"/>
                  <a:lumOff val="50000"/>
                </a:schemeClr>
              </a:solidFill>
            </a:endParaRPr>
          </a:p>
        </p:txBody>
      </p:sp>
      <p:sp>
        <p:nvSpPr>
          <p:cNvPr id="151" name="직사각형 150">
            <a:extLst>
              <a:ext uri="{FF2B5EF4-FFF2-40B4-BE49-F238E27FC236}">
                <a16:creationId xmlns:a16="http://schemas.microsoft.com/office/drawing/2014/main" id="{A2B05D5B-CC1D-43F3-84FA-936A827FD5B7}"/>
              </a:ext>
            </a:extLst>
          </p:cNvPr>
          <p:cNvSpPr/>
          <p:nvPr/>
        </p:nvSpPr>
        <p:spPr>
          <a:xfrm>
            <a:off x="4249864" y="9310712"/>
            <a:ext cx="2243071" cy="16567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lumMod val="50000"/>
                  <a:lumOff val="50000"/>
                </a:schemeClr>
              </a:solidFill>
            </a:endParaRPr>
          </a:p>
        </p:txBody>
      </p:sp>
    </p:spTree>
    <p:extLst>
      <p:ext uri="{BB962C8B-B14F-4D97-AF65-F5344CB8AC3E}">
        <p14:creationId xmlns:p14="http://schemas.microsoft.com/office/powerpoint/2010/main" val="3060988401"/>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표 6">
            <a:extLst>
              <a:ext uri="{FF2B5EF4-FFF2-40B4-BE49-F238E27FC236}">
                <a16:creationId xmlns:a16="http://schemas.microsoft.com/office/drawing/2014/main" id="{850FBBFB-1978-482C-AE41-FBC394511E2F}"/>
              </a:ext>
            </a:extLst>
          </p:cNvPr>
          <p:cNvGraphicFramePr>
            <a:graphicFrameLocks noGrp="1"/>
          </p:cNvGraphicFramePr>
          <p:nvPr/>
        </p:nvGraphicFramePr>
        <p:xfrm>
          <a:off x="13504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latinLnBrk="1"/>
                      <a:endParaRPr lang="ko-KR" altLang="en-US" sz="1800" b="1" dirty="0">
                        <a:solidFill>
                          <a:schemeClr val="tx1"/>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b="1" dirty="0">
                          <a:solidFill>
                            <a:schemeClr val="tx1"/>
                          </a:solidFill>
                          <a:latin typeface="+mn-ea"/>
                          <a:ea typeface="+mn-ea"/>
                        </a:rPr>
                        <a:t>●  </a:t>
                      </a:r>
                      <a:r>
                        <a:rPr lang="en-US" altLang="ko-KR" sz="1800" b="1" dirty="0">
                          <a:solidFill>
                            <a:schemeClr val="tx1"/>
                          </a:solidFill>
                          <a:latin typeface="+mn-ea"/>
                          <a:ea typeface="+mn-ea"/>
                        </a:rPr>
                        <a:t>Shop</a:t>
                      </a:r>
                      <a:r>
                        <a:rPr lang="ko-KR" altLang="en-US" sz="1800" b="1" dirty="0">
                          <a:solidFill>
                            <a:schemeClr val="tx1"/>
                          </a:solidFill>
                          <a:latin typeface="+mn-ea"/>
                          <a:ea typeface="+mn-ea"/>
                        </a:rPr>
                        <a:t>채널 관리</a:t>
                      </a:r>
                    </a:p>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4284650505"/>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7CDA9411-9EA7-45BE-B962-3C1F7B112A58}"/>
              </a:ext>
            </a:extLst>
          </p:cNvPr>
          <p:cNvGraphicFramePr>
            <a:graphicFrameLocks noGrp="1"/>
          </p:cNvGraphicFramePr>
          <p:nvPr>
            <p:extLst>
              <p:ext uri="{D42A27DB-BD31-4B8C-83A1-F6EECF244321}">
                <p14:modId xmlns:p14="http://schemas.microsoft.com/office/powerpoint/2010/main" val="395167692"/>
              </p:ext>
            </p:extLst>
          </p:nvPr>
        </p:nvGraphicFramePr>
        <p:xfrm>
          <a:off x="10171774" y="22159"/>
          <a:ext cx="1979018" cy="257659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목록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등록한 </a:t>
                      </a:r>
                      <a:r>
                        <a:rPr lang="en-US" altLang="ko-KR" sz="800" dirty="0"/>
                        <a:t>Shop</a:t>
                      </a:r>
                      <a:r>
                        <a:rPr lang="en-US" altLang="ko-KR" sz="800" baseline="0" dirty="0"/>
                        <a:t> </a:t>
                      </a:r>
                      <a:r>
                        <a:rPr lang="ko-KR" altLang="en-US" sz="800" baseline="0" dirty="0"/>
                        <a:t>채널들이 표시되는 화면</a:t>
                      </a:r>
                      <a:endParaRPr lang="ko-KR" altLang="en-US" sz="800" dirty="0"/>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957940471"/>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클릭 시 </a:t>
                      </a:r>
                      <a:r>
                        <a:rPr lang="en-US" altLang="ko-KR" sz="800" dirty="0"/>
                        <a:t>Shop</a:t>
                      </a:r>
                      <a:r>
                        <a:rPr lang="ko-KR" altLang="en-US" sz="800" dirty="0"/>
                        <a:t>채널을 등록하는 </a:t>
                      </a:r>
                      <a:r>
                        <a:rPr lang="en-US" altLang="ko-KR" sz="800" dirty="0"/>
                        <a:t>RF-02-04-02 </a:t>
                      </a:r>
                      <a:r>
                        <a:rPr lang="ko-KR" altLang="en-US" sz="800" dirty="0"/>
                        <a:t>으로 이동</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채널이 복사된다</a:t>
                      </a:r>
                      <a:r>
                        <a:rPr lang="en-US" altLang="ko-KR" sz="800" dirty="0"/>
                        <a:t>. Shop</a:t>
                      </a:r>
                      <a:r>
                        <a:rPr lang="ko-KR" altLang="en-US" sz="800" dirty="0"/>
                        <a:t>채널정보만 </a:t>
                      </a:r>
                      <a:r>
                        <a:rPr lang="en-US" altLang="ko-KR" sz="800" dirty="0"/>
                        <a:t>Copy </a:t>
                      </a:r>
                      <a:r>
                        <a:rPr lang="ko-KR" altLang="en-US" sz="800" dirty="0"/>
                        <a:t>되며</a:t>
                      </a:r>
                      <a:r>
                        <a:rPr lang="en-US" altLang="ko-KR" sz="800" dirty="0"/>
                        <a:t>, </a:t>
                      </a:r>
                      <a:r>
                        <a:rPr lang="ko-KR" altLang="en-US" sz="800" dirty="0"/>
                        <a:t>판매상품은  복사되지 않는다</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776372813"/>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관리 클릭 시 </a:t>
                      </a:r>
                      <a:r>
                        <a:rPr lang="en-US" altLang="ko-KR" sz="800" dirty="0"/>
                        <a:t>RF-02-04-03 </a:t>
                      </a:r>
                      <a:r>
                        <a:rPr lang="ko-KR" altLang="en-US" sz="800" dirty="0"/>
                        <a:t>으로 이동</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544546012"/>
                  </a:ext>
                </a:extLst>
              </a:tr>
            </a:tbl>
          </a:graphicData>
        </a:graphic>
      </p:graphicFrame>
      <p:sp>
        <p:nvSpPr>
          <p:cNvPr id="3" name="TextBox 2">
            <a:extLst>
              <a:ext uri="{FF2B5EF4-FFF2-40B4-BE49-F238E27FC236}">
                <a16:creationId xmlns:a16="http://schemas.microsoft.com/office/drawing/2014/main" id="{6B149578-A7F1-4B61-A336-D10EC9321CEA}"/>
              </a:ext>
            </a:extLst>
          </p:cNvPr>
          <p:cNvSpPr txBox="1"/>
          <p:nvPr/>
        </p:nvSpPr>
        <p:spPr>
          <a:xfrm>
            <a:off x="7901494" y="1291052"/>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4" name="TextBox 3">
            <a:extLst>
              <a:ext uri="{FF2B5EF4-FFF2-40B4-BE49-F238E27FC236}">
                <a16:creationId xmlns:a16="http://schemas.microsoft.com/office/drawing/2014/main" id="{F5930870-6BCB-4A9D-9728-6052F9D9C703}"/>
              </a:ext>
            </a:extLst>
          </p:cNvPr>
          <p:cNvSpPr txBox="1"/>
          <p:nvPr/>
        </p:nvSpPr>
        <p:spPr>
          <a:xfrm>
            <a:off x="7837994" y="1928191"/>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5" name="TextBox 4">
            <a:extLst>
              <a:ext uri="{FF2B5EF4-FFF2-40B4-BE49-F238E27FC236}">
                <a16:creationId xmlns:a16="http://schemas.microsoft.com/office/drawing/2014/main" id="{68ED153C-91A0-4A03-A1C3-34F0D3819D92}"/>
              </a:ext>
            </a:extLst>
          </p:cNvPr>
          <p:cNvSpPr txBox="1"/>
          <p:nvPr/>
        </p:nvSpPr>
        <p:spPr>
          <a:xfrm>
            <a:off x="8282494" y="1928191"/>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Tree>
    <p:extLst>
      <p:ext uri="{BB962C8B-B14F-4D97-AF65-F5344CB8AC3E}">
        <p14:creationId xmlns:p14="http://schemas.microsoft.com/office/powerpoint/2010/main" val="368594834"/>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직사각형 26">
            <a:extLst>
              <a:ext uri="{FF2B5EF4-FFF2-40B4-BE49-F238E27FC236}">
                <a16:creationId xmlns:a16="http://schemas.microsoft.com/office/drawing/2014/main" id="{3F63FC72-5532-4B88-BB94-304378E263E0}"/>
              </a:ext>
            </a:extLst>
          </p:cNvPr>
          <p:cNvSpPr/>
          <p:nvPr/>
        </p:nvSpPr>
        <p:spPr>
          <a:xfrm>
            <a:off x="-719666" y="3510405"/>
            <a:ext cx="10433117" cy="1787014"/>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28" name="직사각형 27">
            <a:extLst>
              <a:ext uri="{FF2B5EF4-FFF2-40B4-BE49-F238E27FC236}">
                <a16:creationId xmlns:a16="http://schemas.microsoft.com/office/drawing/2014/main" id="{B74CD0E0-7733-4ABA-A3C2-EE35321CF56D}"/>
              </a:ext>
            </a:extLst>
          </p:cNvPr>
          <p:cNvSpPr/>
          <p:nvPr/>
        </p:nvSpPr>
        <p:spPr>
          <a:xfrm>
            <a:off x="755649" y="3878617"/>
            <a:ext cx="693212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29" name="직사각형 28">
            <a:extLst>
              <a:ext uri="{FF2B5EF4-FFF2-40B4-BE49-F238E27FC236}">
                <a16:creationId xmlns:a16="http://schemas.microsoft.com/office/drawing/2014/main" id="{5869DD36-4474-4464-86B6-737B104A9352}"/>
              </a:ext>
            </a:extLst>
          </p:cNvPr>
          <p:cNvSpPr/>
          <p:nvPr/>
        </p:nvSpPr>
        <p:spPr>
          <a:xfrm>
            <a:off x="8679769" y="3875845"/>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r>
              <a:rPr lang="ko-KR" altLang="en-US" sz="800" dirty="0">
                <a:solidFill>
                  <a:schemeClr val="bg1"/>
                </a:solidFill>
                <a:latin typeface="맑은 고딕" panose="020B0503020000020004" pitchFamily="50" charset="-127"/>
                <a:ea typeface="맑은 고딕" panose="020B0503020000020004" pitchFamily="50" charset="-127"/>
              </a:rPr>
              <a:t>▼</a:t>
            </a:r>
            <a:endParaRPr lang="en-US" altLang="ko-KR" sz="800" dirty="0">
              <a:solidFill>
                <a:schemeClr val="bg1"/>
              </a:solidFill>
            </a:endParaRPr>
          </a:p>
        </p:txBody>
      </p:sp>
      <p:graphicFrame>
        <p:nvGraphicFramePr>
          <p:cNvPr id="32" name="표 63">
            <a:extLst>
              <a:ext uri="{FF2B5EF4-FFF2-40B4-BE49-F238E27FC236}">
                <a16:creationId xmlns:a16="http://schemas.microsoft.com/office/drawing/2014/main" id="{5A73224A-4018-4362-A7C1-4935B0973BA9}"/>
              </a:ext>
            </a:extLst>
          </p:cNvPr>
          <p:cNvGraphicFramePr>
            <a:graphicFrameLocks noGrp="1"/>
          </p:cNvGraphicFramePr>
          <p:nvPr>
            <p:extLst>
              <p:ext uri="{D42A27DB-BD31-4B8C-83A1-F6EECF244321}">
                <p14:modId xmlns:p14="http://schemas.microsoft.com/office/powerpoint/2010/main" val="2548139862"/>
              </p:ext>
            </p:extLst>
          </p:nvPr>
        </p:nvGraphicFramePr>
        <p:xfrm>
          <a:off x="-485508" y="3855665"/>
          <a:ext cx="9936421" cy="914400"/>
        </p:xfrm>
        <a:graphic>
          <a:graphicData uri="http://schemas.openxmlformats.org/drawingml/2006/table">
            <a:tbl>
              <a:tblPr firstRow="1" bandRow="1">
                <a:tableStyleId>{5940675A-B579-460E-94D1-54222C63F5DA}</a:tableStyleId>
              </a:tblPr>
              <a:tblGrid>
                <a:gridCol w="1101924">
                  <a:extLst>
                    <a:ext uri="{9D8B030D-6E8A-4147-A177-3AD203B41FA5}">
                      <a16:colId xmlns:a16="http://schemas.microsoft.com/office/drawing/2014/main" val="3701388552"/>
                    </a:ext>
                  </a:extLst>
                </a:gridCol>
                <a:gridCol w="3857898">
                  <a:extLst>
                    <a:ext uri="{9D8B030D-6E8A-4147-A177-3AD203B41FA5}">
                      <a16:colId xmlns:a16="http://schemas.microsoft.com/office/drawing/2014/main" val="339215266"/>
                    </a:ext>
                  </a:extLst>
                </a:gridCol>
                <a:gridCol w="1254034">
                  <a:extLst>
                    <a:ext uri="{9D8B030D-6E8A-4147-A177-3AD203B41FA5}">
                      <a16:colId xmlns:a16="http://schemas.microsoft.com/office/drawing/2014/main" val="246205619"/>
                    </a:ext>
                  </a:extLst>
                </a:gridCol>
                <a:gridCol w="3722565">
                  <a:extLst>
                    <a:ext uri="{9D8B030D-6E8A-4147-A177-3AD203B41FA5}">
                      <a16:colId xmlns:a16="http://schemas.microsoft.com/office/drawing/2014/main" val="852871710"/>
                    </a:ext>
                  </a:extLst>
                </a:gridCol>
              </a:tblGrid>
              <a:tr h="0">
                <a:tc>
                  <a:txBody>
                    <a:bodyPr/>
                    <a:lstStyle/>
                    <a:p>
                      <a:pPr latinLnBrk="1"/>
                      <a:r>
                        <a:rPr lang="en-US" altLang="ko-KR" sz="900" dirty="0"/>
                        <a:t>Shop</a:t>
                      </a:r>
                      <a:r>
                        <a:rPr lang="ko-KR" altLang="en-US" sz="900" dirty="0"/>
                        <a:t> </a:t>
                      </a:r>
                      <a:r>
                        <a:rPr lang="ko-KR" altLang="en-US" sz="900" dirty="0" err="1"/>
                        <a:t>채널명</a:t>
                      </a:r>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a:txBody>
                    <a:bodyPr/>
                    <a:lstStyle/>
                    <a:p>
                      <a:pPr latinLnBrk="1"/>
                      <a:r>
                        <a:rPr lang="ko-KR" altLang="en-US" sz="900" dirty="0" err="1"/>
                        <a:t>채널키워드</a:t>
                      </a:r>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944867"/>
                  </a:ext>
                </a:extLst>
              </a:tr>
              <a:tr h="0">
                <a:tc>
                  <a:txBody>
                    <a:bodyPr/>
                    <a:lstStyle/>
                    <a:p>
                      <a:pPr latinLnBrk="1"/>
                      <a:r>
                        <a:rPr lang="ko-KR" altLang="en-US" sz="900" dirty="0"/>
                        <a:t>채널상태</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채널범위</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52891665"/>
                  </a:ext>
                </a:extLst>
              </a:tr>
              <a:tr h="0">
                <a:tc gridSpan="4">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88622143"/>
                  </a:ext>
                </a:extLst>
              </a:tr>
            </a:tbl>
          </a:graphicData>
        </a:graphic>
      </p:graphicFrame>
      <p:sp>
        <p:nvSpPr>
          <p:cNvPr id="33" name="직사각형 32">
            <a:extLst>
              <a:ext uri="{FF2B5EF4-FFF2-40B4-BE49-F238E27FC236}">
                <a16:creationId xmlns:a16="http://schemas.microsoft.com/office/drawing/2014/main" id="{F05FF6A8-D7B9-4550-9467-8BB52DAA4CB8}"/>
              </a:ext>
            </a:extLst>
          </p:cNvPr>
          <p:cNvSpPr/>
          <p:nvPr/>
        </p:nvSpPr>
        <p:spPr>
          <a:xfrm>
            <a:off x="8679768" y="4552305"/>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34" name="직사각형 33">
            <a:extLst>
              <a:ext uri="{FF2B5EF4-FFF2-40B4-BE49-F238E27FC236}">
                <a16:creationId xmlns:a16="http://schemas.microsoft.com/office/drawing/2014/main" id="{9DBA5936-C758-4309-93BB-C0A0F7A49E05}"/>
              </a:ext>
            </a:extLst>
          </p:cNvPr>
          <p:cNvSpPr/>
          <p:nvPr/>
        </p:nvSpPr>
        <p:spPr>
          <a:xfrm>
            <a:off x="5761858" y="4319443"/>
            <a:ext cx="2497800" cy="215444"/>
          </a:xfrm>
          <a:prstGeom prst="rect">
            <a:avLst/>
          </a:prstGeom>
        </p:spPr>
        <p:txBody>
          <a:bodyPr wrap="none">
            <a:spAutoFit/>
          </a:bodyPr>
          <a:lstStyle/>
          <a:p>
            <a:r>
              <a:rPr lang="en-US" altLang="ko-KR" sz="800" dirty="0">
                <a:solidFill>
                  <a:schemeClr val="tx1">
                    <a:lumMod val="50000"/>
                    <a:lumOff val="50000"/>
                  </a:schemeClr>
                </a:solidFill>
              </a:rPr>
              <a:t>□ </a:t>
            </a:r>
            <a:r>
              <a:rPr lang="ko-KR" altLang="en-US" sz="800" dirty="0">
                <a:solidFill>
                  <a:schemeClr val="tx1">
                    <a:lumMod val="50000"/>
                    <a:lumOff val="50000"/>
                  </a:schemeClr>
                </a:solidFill>
              </a:rPr>
              <a:t>공개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비공개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일반용     </a:t>
            </a:r>
            <a:r>
              <a:rPr lang="en-US" altLang="ko-KR" sz="800" dirty="0">
                <a:solidFill>
                  <a:schemeClr val="tx1">
                    <a:lumMod val="50000"/>
                    <a:lumOff val="50000"/>
                  </a:schemeClr>
                </a:solidFill>
              </a:rPr>
              <a:t>□ </a:t>
            </a:r>
            <a:r>
              <a:rPr lang="ko-KR" altLang="en-US" sz="800" dirty="0" err="1">
                <a:solidFill>
                  <a:schemeClr val="tx1">
                    <a:lumMod val="50000"/>
                    <a:lumOff val="50000"/>
                  </a:schemeClr>
                </a:solidFill>
              </a:rPr>
              <a:t>회원용</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35" name="직사각형 34">
            <a:extLst>
              <a:ext uri="{FF2B5EF4-FFF2-40B4-BE49-F238E27FC236}">
                <a16:creationId xmlns:a16="http://schemas.microsoft.com/office/drawing/2014/main" id="{F1B76345-D804-4A4C-B203-962B6714886A}"/>
              </a:ext>
            </a:extLst>
          </p:cNvPr>
          <p:cNvSpPr/>
          <p:nvPr/>
        </p:nvSpPr>
        <p:spPr>
          <a:xfrm>
            <a:off x="691415" y="4319946"/>
            <a:ext cx="1550424" cy="215444"/>
          </a:xfrm>
          <a:prstGeom prst="rect">
            <a:avLst/>
          </a:prstGeom>
        </p:spPr>
        <p:txBody>
          <a:bodyPr wrap="none">
            <a:spAutoFit/>
          </a:bodyPr>
          <a:lstStyle/>
          <a:p>
            <a:r>
              <a:rPr lang="ko-KR" altLang="en-US" sz="800" dirty="0">
                <a:solidFill>
                  <a:schemeClr val="tx1">
                    <a:lumMod val="50000"/>
                    <a:lumOff val="50000"/>
                  </a:schemeClr>
                </a:solidFill>
              </a:rPr>
              <a:t>●</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전체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운영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중지</a:t>
            </a:r>
            <a:endParaRPr lang="en-US" altLang="ko-KR" sz="800" dirty="0">
              <a:solidFill>
                <a:schemeClr val="tx1">
                  <a:lumMod val="50000"/>
                  <a:lumOff val="50000"/>
                </a:schemeClr>
              </a:solidFill>
            </a:endParaRPr>
          </a:p>
        </p:txBody>
      </p:sp>
      <p:sp>
        <p:nvSpPr>
          <p:cNvPr id="37" name="직사각형 36">
            <a:extLst>
              <a:ext uri="{FF2B5EF4-FFF2-40B4-BE49-F238E27FC236}">
                <a16:creationId xmlns:a16="http://schemas.microsoft.com/office/drawing/2014/main" id="{AA00DF20-888A-44BC-9ABC-692540CEA320}"/>
              </a:ext>
            </a:extLst>
          </p:cNvPr>
          <p:cNvSpPr/>
          <p:nvPr/>
        </p:nvSpPr>
        <p:spPr>
          <a:xfrm>
            <a:off x="755649" y="4114402"/>
            <a:ext cx="693212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38" name="타원 37">
            <a:extLst>
              <a:ext uri="{FF2B5EF4-FFF2-40B4-BE49-F238E27FC236}">
                <a16:creationId xmlns:a16="http://schemas.microsoft.com/office/drawing/2014/main" id="{55A03F4F-9AA4-48D1-9CF3-3538E6F14AFB}"/>
              </a:ext>
            </a:extLst>
          </p:cNvPr>
          <p:cNvSpPr/>
          <p:nvPr/>
        </p:nvSpPr>
        <p:spPr>
          <a:xfrm>
            <a:off x="8356299" y="680633"/>
            <a:ext cx="897466" cy="516467"/>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9" name="직선 화살표 연결선 38">
            <a:extLst>
              <a:ext uri="{FF2B5EF4-FFF2-40B4-BE49-F238E27FC236}">
                <a16:creationId xmlns:a16="http://schemas.microsoft.com/office/drawing/2014/main" id="{FB0559E4-F288-4661-ADC2-5A6C21CB3542}"/>
              </a:ext>
            </a:extLst>
          </p:cNvPr>
          <p:cNvCxnSpPr>
            <a:cxnSpLocks/>
            <a:stCxn id="38" idx="4"/>
          </p:cNvCxnSpPr>
          <p:nvPr/>
        </p:nvCxnSpPr>
        <p:spPr>
          <a:xfrm flipH="1">
            <a:off x="7921933" y="1197100"/>
            <a:ext cx="883099" cy="2452033"/>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40" name="TextBox 39">
            <a:extLst>
              <a:ext uri="{FF2B5EF4-FFF2-40B4-BE49-F238E27FC236}">
                <a16:creationId xmlns:a16="http://schemas.microsoft.com/office/drawing/2014/main" id="{148D696A-CCC4-40CE-B292-D8C3D6F8E621}"/>
              </a:ext>
            </a:extLst>
          </p:cNvPr>
          <p:cNvSpPr txBox="1"/>
          <p:nvPr/>
        </p:nvSpPr>
        <p:spPr>
          <a:xfrm>
            <a:off x="8285422" y="708035"/>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graphicFrame>
        <p:nvGraphicFramePr>
          <p:cNvPr id="13" name="표 12">
            <a:extLst>
              <a:ext uri="{FF2B5EF4-FFF2-40B4-BE49-F238E27FC236}">
                <a16:creationId xmlns:a16="http://schemas.microsoft.com/office/drawing/2014/main" id="{532CCB7E-8871-4151-BAFC-25DF2934A336}"/>
              </a:ext>
            </a:extLst>
          </p:cNvPr>
          <p:cNvGraphicFramePr>
            <a:graphicFrameLocks noGrp="1"/>
          </p:cNvGraphicFramePr>
          <p:nvPr>
            <p:extLst>
              <p:ext uri="{D42A27DB-BD31-4B8C-83A1-F6EECF244321}">
                <p14:modId xmlns:p14="http://schemas.microsoft.com/office/powerpoint/2010/main" val="175086401"/>
              </p:ext>
            </p:extLst>
          </p:nvPr>
        </p:nvGraphicFramePr>
        <p:xfrm>
          <a:off x="10171774" y="22159"/>
          <a:ext cx="1979018" cy="19060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RF-02-04-01-1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목록</a:t>
                      </a:r>
                      <a:r>
                        <a:rPr lang="en-US" altLang="ko-KR" sz="800" baseline="0" dirty="0"/>
                        <a:t> </a:t>
                      </a:r>
                      <a:r>
                        <a:rPr lang="ko-KR" altLang="en-US" sz="800" dirty="0"/>
                        <a:t>상세 </a:t>
                      </a:r>
                      <a:r>
                        <a:rPr lang="ko-KR" altLang="en-US" sz="800" dirty="0" err="1"/>
                        <a:t>검색창</a:t>
                      </a:r>
                      <a:endParaRPr lang="en-US" altLang="ko-KR"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목록</a:t>
                      </a:r>
                      <a:r>
                        <a:rPr lang="en-US" altLang="ko-KR" sz="800" baseline="0" dirty="0"/>
                        <a:t> </a:t>
                      </a:r>
                      <a:r>
                        <a:rPr lang="ko-KR" altLang="en-US" sz="800" dirty="0"/>
                        <a:t>상세 </a:t>
                      </a:r>
                      <a:r>
                        <a:rPr lang="ko-KR" altLang="en-US" sz="800" dirty="0" err="1"/>
                        <a:t>검색창이</a:t>
                      </a:r>
                      <a:r>
                        <a:rPr lang="ko-KR" altLang="en-US" sz="800" dirty="0"/>
                        <a:t> 펼쳐진 화면</a:t>
                      </a:r>
                      <a:endParaRPr lang="en-US" altLang="ko-KR" sz="800" dirty="0"/>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20364704"/>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상세 검색</a:t>
                      </a:r>
                      <a:r>
                        <a:rPr lang="ko-KR" altLang="en-US" sz="800" b="0" baseline="0" dirty="0">
                          <a:solidFill>
                            <a:schemeClr val="tx1"/>
                          </a:solidFill>
                        </a:rPr>
                        <a:t> 활성화 버튼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Tree>
    <p:extLst>
      <p:ext uri="{BB962C8B-B14F-4D97-AF65-F5344CB8AC3E}">
        <p14:creationId xmlns:p14="http://schemas.microsoft.com/office/powerpoint/2010/main" val="3591190773"/>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그룹 3">
            <a:extLst>
              <a:ext uri="{FF2B5EF4-FFF2-40B4-BE49-F238E27FC236}">
                <a16:creationId xmlns:a16="http://schemas.microsoft.com/office/drawing/2014/main" id="{AEB36132-1131-46AC-88E3-1372E542FC2E}"/>
              </a:ext>
            </a:extLst>
          </p:cNvPr>
          <p:cNvGrpSpPr/>
          <p:nvPr/>
        </p:nvGrpSpPr>
        <p:grpSpPr>
          <a:xfrm>
            <a:off x="2866104" y="2503534"/>
            <a:ext cx="3001296" cy="2974400"/>
            <a:chOff x="2510504" y="2198734"/>
            <a:chExt cx="3001296" cy="2974400"/>
          </a:xfrm>
        </p:grpSpPr>
        <p:sp>
          <p:nvSpPr>
            <p:cNvPr id="2" name="직사각형 1">
              <a:extLst>
                <a:ext uri="{FF2B5EF4-FFF2-40B4-BE49-F238E27FC236}">
                  <a16:creationId xmlns:a16="http://schemas.microsoft.com/office/drawing/2014/main" id="{5D063EF9-69B2-44A8-8AB4-1949707125E5}"/>
                </a:ext>
              </a:extLst>
            </p:cNvPr>
            <p:cNvSpPr/>
            <p:nvPr/>
          </p:nvSpPr>
          <p:spPr>
            <a:xfrm>
              <a:off x="2510504" y="2198734"/>
              <a:ext cx="3001296" cy="2974400"/>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pic>
          <p:nvPicPr>
            <p:cNvPr id="3" name="그림 2">
              <a:extLst>
                <a:ext uri="{FF2B5EF4-FFF2-40B4-BE49-F238E27FC236}">
                  <a16:creationId xmlns:a16="http://schemas.microsoft.com/office/drawing/2014/main" id="{55149958-E9D1-409C-A900-81619BA70318}"/>
                </a:ext>
              </a:extLst>
            </p:cNvPr>
            <p:cNvPicPr>
              <a:picLocks noChangeAspect="1"/>
            </p:cNvPicPr>
            <p:nvPr/>
          </p:nvPicPr>
          <p:blipFill>
            <a:blip r:embed="rId2"/>
            <a:stretch>
              <a:fillRect/>
            </a:stretch>
          </p:blipFill>
          <p:spPr>
            <a:xfrm>
              <a:off x="2667337" y="2363869"/>
              <a:ext cx="2607395" cy="2607395"/>
            </a:xfrm>
            <a:prstGeom prst="rect">
              <a:avLst/>
            </a:prstGeom>
          </p:spPr>
        </p:pic>
      </p:grpSp>
      <p:sp>
        <p:nvSpPr>
          <p:cNvPr id="5" name="타원 4">
            <a:extLst>
              <a:ext uri="{FF2B5EF4-FFF2-40B4-BE49-F238E27FC236}">
                <a16:creationId xmlns:a16="http://schemas.microsoft.com/office/drawing/2014/main" id="{A24881A9-C424-4A2E-A3D5-890D4F2AE0F4}"/>
              </a:ext>
            </a:extLst>
          </p:cNvPr>
          <p:cNvSpPr/>
          <p:nvPr/>
        </p:nvSpPr>
        <p:spPr>
          <a:xfrm>
            <a:off x="6467060" y="1865966"/>
            <a:ext cx="651935" cy="516467"/>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6" name="직선 화살표 연결선 5">
            <a:extLst>
              <a:ext uri="{FF2B5EF4-FFF2-40B4-BE49-F238E27FC236}">
                <a16:creationId xmlns:a16="http://schemas.microsoft.com/office/drawing/2014/main" id="{ED633534-577F-428A-8D63-7D770FB0DD72}"/>
              </a:ext>
            </a:extLst>
          </p:cNvPr>
          <p:cNvCxnSpPr>
            <a:cxnSpLocks/>
            <a:stCxn id="5" idx="4"/>
            <a:endCxn id="2" idx="3"/>
          </p:cNvCxnSpPr>
          <p:nvPr/>
        </p:nvCxnSpPr>
        <p:spPr>
          <a:xfrm flipH="1">
            <a:off x="5867400" y="2382433"/>
            <a:ext cx="925628" cy="1608301"/>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7" name="표 6">
            <a:extLst>
              <a:ext uri="{FF2B5EF4-FFF2-40B4-BE49-F238E27FC236}">
                <a16:creationId xmlns:a16="http://schemas.microsoft.com/office/drawing/2014/main" id="{E1DA1083-4A4D-47FE-A6DD-22CE4E030389}"/>
              </a:ext>
            </a:extLst>
          </p:cNvPr>
          <p:cNvGraphicFramePr>
            <a:graphicFrameLocks noGrp="1"/>
          </p:cNvGraphicFramePr>
          <p:nvPr>
            <p:extLst>
              <p:ext uri="{D42A27DB-BD31-4B8C-83A1-F6EECF244321}">
                <p14:modId xmlns:p14="http://schemas.microsoft.com/office/powerpoint/2010/main" val="1046006844"/>
              </p:ext>
            </p:extLst>
          </p:nvPr>
        </p:nvGraphicFramePr>
        <p:xfrm>
          <a:off x="10171774" y="22159"/>
          <a:ext cx="1979018" cy="19060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RF-02-04-01-2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목록</a:t>
                      </a:r>
                      <a:r>
                        <a:rPr lang="ko-KR" altLang="en-US" sz="800" baseline="0" dirty="0"/>
                        <a:t> </a:t>
                      </a:r>
                      <a:r>
                        <a:rPr lang="en-US" altLang="ko-KR" sz="800" dirty="0"/>
                        <a:t>QR </a:t>
                      </a:r>
                      <a:r>
                        <a:rPr lang="ko-KR" altLang="en-US" sz="800" dirty="0"/>
                        <a:t>코드</a:t>
                      </a:r>
                      <a:endParaRPr lang="en-US" altLang="ko-KR"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목록에서 </a:t>
                      </a:r>
                      <a:r>
                        <a:rPr lang="en-US" altLang="ko-KR" sz="800" dirty="0"/>
                        <a:t>QR </a:t>
                      </a:r>
                      <a:r>
                        <a:rPr lang="ko-KR" altLang="en-US" sz="800" dirty="0"/>
                        <a:t>코드를 클릭했을 때 보여지는 화면</a:t>
                      </a:r>
                      <a:endParaRPr lang="en-US" altLang="ko-KR" sz="800" dirty="0"/>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765056304"/>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QR </a:t>
                      </a:r>
                      <a:r>
                        <a:rPr lang="ko-KR" altLang="en-US" sz="800" b="0" dirty="0">
                          <a:solidFill>
                            <a:schemeClr val="tx1"/>
                          </a:solidFill>
                        </a:rPr>
                        <a:t>코</a:t>
                      </a:r>
                      <a:r>
                        <a:rPr lang="ko-KR" altLang="en-US" sz="800" b="0" baseline="0" dirty="0">
                          <a:solidFill>
                            <a:schemeClr val="tx1"/>
                          </a:solidFill>
                        </a:rPr>
                        <a:t>드 확대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Tree>
    <p:extLst>
      <p:ext uri="{BB962C8B-B14F-4D97-AF65-F5344CB8AC3E}">
        <p14:creationId xmlns:p14="http://schemas.microsoft.com/office/powerpoint/2010/main" val="3474333749"/>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표 6">
            <a:extLst>
              <a:ext uri="{FF2B5EF4-FFF2-40B4-BE49-F238E27FC236}">
                <a16:creationId xmlns:a16="http://schemas.microsoft.com/office/drawing/2014/main" id="{E1DA1083-4A4D-47FE-A6DD-22CE4E030389}"/>
              </a:ext>
            </a:extLst>
          </p:cNvPr>
          <p:cNvGraphicFramePr>
            <a:graphicFrameLocks noGrp="1"/>
          </p:cNvGraphicFramePr>
          <p:nvPr>
            <p:extLst>
              <p:ext uri="{D42A27DB-BD31-4B8C-83A1-F6EECF244321}">
                <p14:modId xmlns:p14="http://schemas.microsoft.com/office/powerpoint/2010/main" val="3249495746"/>
              </p:ext>
            </p:extLst>
          </p:nvPr>
        </p:nvGraphicFramePr>
        <p:xfrm>
          <a:off x="10171774" y="22159"/>
          <a:ext cx="1979018" cy="269851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채널등록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등록화면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en-US" altLang="ko-KR" sz="800" dirty="0"/>
                        <a:t>Shop</a:t>
                      </a:r>
                      <a:r>
                        <a:rPr lang="en-US" altLang="ko-KR" sz="800" baseline="0" dirty="0"/>
                        <a:t> </a:t>
                      </a:r>
                      <a:r>
                        <a:rPr lang="ko-KR" altLang="en-US" sz="800" baseline="0" dirty="0"/>
                        <a:t>채널 정보를 입력하고 등록하는 화면</a:t>
                      </a:r>
                      <a:endParaRPr lang="ko-KR" altLang="en-US" sz="800" dirty="0"/>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45413146"/>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Shop</a:t>
                      </a:r>
                      <a:r>
                        <a:rPr lang="en-US" altLang="ko-KR" sz="800" b="0" baseline="0" dirty="0">
                          <a:solidFill>
                            <a:schemeClr val="tx1"/>
                          </a:solidFill>
                        </a:rPr>
                        <a:t> </a:t>
                      </a:r>
                      <a:r>
                        <a:rPr lang="ko-KR" altLang="en-US" sz="800" b="0" baseline="0" dirty="0">
                          <a:solidFill>
                            <a:schemeClr val="tx1"/>
                          </a:solidFill>
                        </a:rPr>
                        <a:t>채널 등록 버튼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그룹 </a:t>
                      </a:r>
                      <a:r>
                        <a:rPr lang="en-US" altLang="ko-KR" sz="800" b="0" dirty="0">
                          <a:solidFill>
                            <a:schemeClr val="tx1"/>
                          </a:solidFill>
                        </a:rPr>
                        <a:t>Keyword </a:t>
                      </a:r>
                      <a:r>
                        <a:rPr lang="ko-KR" altLang="en-US" sz="800" b="0" dirty="0" err="1">
                          <a:solidFill>
                            <a:schemeClr val="tx1"/>
                          </a:solidFill>
                        </a:rPr>
                        <a:t>필수값</a:t>
                      </a:r>
                      <a:r>
                        <a:rPr lang="en-US" altLang="ko-KR" sz="800" b="0" dirty="0">
                          <a:solidFill>
                            <a:schemeClr val="tx1"/>
                          </a:solidFill>
                        </a:rPr>
                        <a:t>, 1</a:t>
                      </a:r>
                      <a:r>
                        <a:rPr lang="ko-KR" altLang="en-US" sz="800" b="0" dirty="0" err="1">
                          <a:solidFill>
                            <a:schemeClr val="tx1"/>
                          </a:solidFill>
                        </a:rPr>
                        <a:t>개이상</a:t>
                      </a:r>
                      <a:r>
                        <a:rPr lang="ko-KR" altLang="en-US" sz="800" b="0" dirty="0">
                          <a:solidFill>
                            <a:schemeClr val="tx1"/>
                          </a:solidFill>
                        </a:rPr>
                        <a:t> 등록 필수</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839472742"/>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판매인증을 </a:t>
                      </a:r>
                      <a:r>
                        <a:rPr lang="ko-KR" altLang="en-US" sz="800" b="0" dirty="0" err="1">
                          <a:solidFill>
                            <a:schemeClr val="tx1"/>
                          </a:solidFill>
                        </a:rPr>
                        <a:t>승인받은</a:t>
                      </a:r>
                      <a:r>
                        <a:rPr lang="ko-KR" altLang="en-US" sz="800" b="0" dirty="0">
                          <a:solidFill>
                            <a:schemeClr val="tx1"/>
                          </a:solidFill>
                        </a:rPr>
                        <a:t> 채널에서 </a:t>
                      </a:r>
                      <a:r>
                        <a:rPr lang="en-US" altLang="ko-KR" sz="800" b="0" dirty="0">
                          <a:solidFill>
                            <a:schemeClr val="tx1"/>
                          </a:solidFill>
                        </a:rPr>
                        <a:t>Shop</a:t>
                      </a:r>
                      <a:r>
                        <a:rPr lang="ko-KR" altLang="en-US" sz="800" b="0" dirty="0">
                          <a:solidFill>
                            <a:schemeClr val="tx1"/>
                          </a:solidFill>
                        </a:rPr>
                        <a:t>채널을 생성할 때는 자사 </a:t>
                      </a:r>
                      <a:r>
                        <a:rPr lang="en-US" altLang="ko-KR" sz="800" b="0" dirty="0">
                          <a:solidFill>
                            <a:schemeClr val="tx1"/>
                          </a:solidFill>
                        </a:rPr>
                        <a:t>PG </a:t>
                      </a:r>
                      <a:r>
                        <a:rPr lang="ko-KR" altLang="en-US" sz="800" b="0" dirty="0">
                          <a:solidFill>
                            <a:schemeClr val="tx1"/>
                          </a:solidFill>
                        </a:rPr>
                        <a:t>이용여부가 활성화 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933464062"/>
                  </a:ext>
                </a:extLst>
              </a:tr>
            </a:tbl>
          </a:graphicData>
        </a:graphic>
      </p:graphicFrame>
      <p:graphicFrame>
        <p:nvGraphicFramePr>
          <p:cNvPr id="8" name="표 7">
            <a:extLst>
              <a:ext uri="{FF2B5EF4-FFF2-40B4-BE49-F238E27FC236}">
                <a16:creationId xmlns:a16="http://schemas.microsoft.com/office/drawing/2014/main" id="{8F4AE7FB-4693-4D69-AFD0-38A04E549DEC}"/>
              </a:ext>
            </a:extLst>
          </p:cNvPr>
          <p:cNvGraphicFramePr>
            <a:graphicFrameLocks noGrp="1"/>
          </p:cNvGraphicFramePr>
          <p:nvPr>
            <p:extLst>
              <p:ext uri="{D42A27DB-BD31-4B8C-83A1-F6EECF244321}">
                <p14:modId xmlns:p14="http://schemas.microsoft.com/office/powerpoint/2010/main" val="958617380"/>
              </p:ext>
            </p:extLst>
          </p:nvPr>
        </p:nvGraphicFramePr>
        <p:xfrm>
          <a:off x="1471832" y="3294339"/>
          <a:ext cx="7703919" cy="213360"/>
        </p:xfrm>
        <a:graphic>
          <a:graphicData uri="http://schemas.openxmlformats.org/drawingml/2006/table">
            <a:tbl>
              <a:tblPr firstRow="1" bandRow="1">
                <a:tableStyleId>{5C22544A-7EE6-4342-B048-85BDC9FD1C3A}</a:tableStyleId>
              </a:tblPr>
              <a:tblGrid>
                <a:gridCol w="1315818">
                  <a:extLst>
                    <a:ext uri="{9D8B030D-6E8A-4147-A177-3AD203B41FA5}">
                      <a16:colId xmlns:a16="http://schemas.microsoft.com/office/drawing/2014/main" val="20000"/>
                    </a:ext>
                  </a:extLst>
                </a:gridCol>
                <a:gridCol w="6388101">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로고 사용여부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이미지 사용</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5296034"/>
                  </a:ext>
                </a:extLst>
              </a:tr>
            </a:tbl>
          </a:graphicData>
        </a:graphic>
      </p:graphicFrame>
      <p:graphicFrame>
        <p:nvGraphicFramePr>
          <p:cNvPr id="9" name="표 8">
            <a:extLst>
              <a:ext uri="{FF2B5EF4-FFF2-40B4-BE49-F238E27FC236}">
                <a16:creationId xmlns:a16="http://schemas.microsoft.com/office/drawing/2014/main" id="{65C8BECC-A216-4B42-830C-6E8FA8B6ADD9}"/>
              </a:ext>
            </a:extLst>
          </p:cNvPr>
          <p:cNvGraphicFramePr>
            <a:graphicFrameLocks noGrp="1"/>
          </p:cNvGraphicFramePr>
          <p:nvPr>
            <p:extLst>
              <p:ext uri="{D42A27DB-BD31-4B8C-83A1-F6EECF244321}">
                <p14:modId xmlns:p14="http://schemas.microsoft.com/office/powerpoint/2010/main" val="893114642"/>
              </p:ext>
            </p:extLst>
          </p:nvPr>
        </p:nvGraphicFramePr>
        <p:xfrm>
          <a:off x="1471833" y="1097142"/>
          <a:ext cx="7703918" cy="1066800"/>
        </p:xfrm>
        <a:graphic>
          <a:graphicData uri="http://schemas.openxmlformats.org/drawingml/2006/table">
            <a:tbl>
              <a:tblPr firstRow="1" bandRow="1">
                <a:tableStyleId>{5C22544A-7EE6-4342-B048-85BDC9FD1C3A}</a:tableStyleId>
              </a:tblPr>
              <a:tblGrid>
                <a:gridCol w="1334867">
                  <a:extLst>
                    <a:ext uri="{9D8B030D-6E8A-4147-A177-3AD203B41FA5}">
                      <a16:colId xmlns:a16="http://schemas.microsoft.com/office/drawing/2014/main" val="20000"/>
                    </a:ext>
                  </a:extLst>
                </a:gridCol>
                <a:gridCol w="2527555">
                  <a:extLst>
                    <a:ext uri="{9D8B030D-6E8A-4147-A177-3AD203B41FA5}">
                      <a16:colId xmlns:a16="http://schemas.microsoft.com/office/drawing/2014/main" val="20001"/>
                    </a:ext>
                  </a:extLst>
                </a:gridCol>
                <a:gridCol w="1428495">
                  <a:extLst>
                    <a:ext uri="{9D8B030D-6E8A-4147-A177-3AD203B41FA5}">
                      <a16:colId xmlns:a16="http://schemas.microsoft.com/office/drawing/2014/main" val="4010982125"/>
                    </a:ext>
                  </a:extLst>
                </a:gridCol>
                <a:gridCol w="2413001">
                  <a:extLst>
                    <a:ext uri="{9D8B030D-6E8A-4147-A177-3AD203B41FA5}">
                      <a16:colId xmlns:a16="http://schemas.microsoft.com/office/drawing/2014/main" val="2646234070"/>
                    </a:ext>
                  </a:extLst>
                </a:gridCol>
              </a:tblGrid>
              <a:tr h="0">
                <a:tc>
                  <a:txBody>
                    <a:bodyPr/>
                    <a:lstStyle/>
                    <a:p>
                      <a:pPr latinLnBrk="1"/>
                      <a:r>
                        <a:rPr lang="en-US" altLang="ko-KR" sz="800" b="0" dirty="0">
                          <a:solidFill>
                            <a:schemeClr val="tx1"/>
                          </a:solidFill>
                        </a:rPr>
                        <a:t>Shop </a:t>
                      </a:r>
                      <a:r>
                        <a:rPr lang="ko-KR" altLang="en-US" sz="800" b="0" dirty="0">
                          <a:solidFill>
                            <a:schemeClr val="tx1"/>
                          </a:solidFill>
                        </a:rPr>
                        <a:t>채널코드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Me9-2024-099833</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채널상태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t>
                      </a:r>
                      <a:r>
                        <a:rPr lang="ko-KR" altLang="en-US" sz="800" b="0" i="0" u="none" strike="noStrike" dirty="0">
                          <a:solidFill>
                            <a:srgbClr val="000000"/>
                          </a:solidFill>
                          <a:effectLst/>
                          <a:latin typeface="+mn-lt"/>
                        </a:rPr>
                        <a:t> 운영   ● 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공개여부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공개   </a:t>
                      </a:r>
                      <a:r>
                        <a:rPr lang="en-US" altLang="ko-KR" sz="800" b="0" dirty="0">
                          <a:solidFill>
                            <a:schemeClr val="tx1"/>
                          </a:solidFill>
                        </a:rPr>
                        <a:t>○</a:t>
                      </a:r>
                      <a:r>
                        <a:rPr lang="ko-KR" altLang="en-US" sz="800" b="0" i="0" u="none" strike="noStrike" dirty="0">
                          <a:solidFill>
                            <a:srgbClr val="000000"/>
                          </a:solidFill>
                          <a:effectLst/>
                          <a:latin typeface="+mn-lt"/>
                        </a:rPr>
                        <a:t> 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구매권한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회원전용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974838556"/>
                  </a:ext>
                </a:extLst>
              </a:tr>
              <a:tr h="0">
                <a:tc>
                  <a:txBody>
                    <a:bodyPr/>
                    <a:lstStyle/>
                    <a:p>
                      <a:pPr latinLnBrk="1"/>
                      <a:r>
                        <a:rPr lang="en-US" altLang="ko-KR" sz="800" b="0" dirty="0">
                          <a:solidFill>
                            <a:schemeClr val="tx1"/>
                          </a:solidFill>
                        </a:rPr>
                        <a:t>* </a:t>
                      </a:r>
                      <a:r>
                        <a:rPr lang="ko-KR" altLang="en-US" sz="800" b="0" dirty="0" err="1">
                          <a:solidFill>
                            <a:schemeClr val="tx1"/>
                          </a:solidFill>
                        </a:rPr>
                        <a:t>채널명</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latinLnBrk="1"/>
                      <a:r>
                        <a:rPr lang="ko-KR" altLang="en-US" sz="800" b="0" dirty="0">
                          <a:solidFill>
                            <a:schemeClr val="tx1"/>
                          </a:solidFill>
                        </a:rPr>
                        <a:t>카피라이트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886891895"/>
                  </a:ext>
                </a:extLst>
              </a:tr>
              <a:tr h="0">
                <a:tc>
                  <a:txBody>
                    <a:bodyPr/>
                    <a:lstStyle/>
                    <a:p>
                      <a:pPr latinLnBrk="1"/>
                      <a:r>
                        <a:rPr lang="en-US" altLang="ko-KR" sz="800" b="0" dirty="0">
                          <a:solidFill>
                            <a:schemeClr val="tx1"/>
                          </a:solidFill>
                        </a:rPr>
                        <a:t>* </a:t>
                      </a:r>
                      <a:r>
                        <a:rPr lang="ko-KR" altLang="en-US" sz="800" b="0" dirty="0">
                          <a:solidFill>
                            <a:schemeClr val="tx1"/>
                          </a:solidFill>
                        </a:rPr>
                        <a:t>그룹 </a:t>
                      </a:r>
                      <a:r>
                        <a:rPr lang="en-US" altLang="ko-KR" sz="800" b="0" dirty="0">
                          <a:solidFill>
                            <a:schemeClr val="tx1"/>
                          </a:solidFill>
                        </a:rPr>
                        <a:t>keyword</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10" name="TextBox 9">
            <a:extLst>
              <a:ext uri="{FF2B5EF4-FFF2-40B4-BE49-F238E27FC236}">
                <a16:creationId xmlns:a16="http://schemas.microsoft.com/office/drawing/2014/main" id="{854F74DF-BEE2-4955-854B-814AC0C77413}"/>
              </a:ext>
            </a:extLst>
          </p:cNvPr>
          <p:cNvSpPr txBox="1"/>
          <p:nvPr/>
        </p:nvSpPr>
        <p:spPr>
          <a:xfrm>
            <a:off x="1413475" y="866310"/>
            <a:ext cx="1380506"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Shop </a:t>
            </a:r>
            <a:r>
              <a:rPr lang="ko-KR" altLang="en-US" sz="900" dirty="0">
                <a:latin typeface="맑은 고딕" panose="020B0503020000020004" pitchFamily="50" charset="-127"/>
                <a:ea typeface="맑은 고딕" panose="020B0503020000020004" pitchFamily="50" charset="-127"/>
              </a:rPr>
              <a:t>채널 기본정보</a:t>
            </a:r>
            <a:endParaRPr lang="ko-KR" altLang="en-US" sz="900" dirty="0"/>
          </a:p>
        </p:txBody>
      </p:sp>
      <p:sp>
        <p:nvSpPr>
          <p:cNvPr id="11" name="직사각형 10">
            <a:extLst>
              <a:ext uri="{FF2B5EF4-FFF2-40B4-BE49-F238E27FC236}">
                <a16:creationId xmlns:a16="http://schemas.microsoft.com/office/drawing/2014/main" id="{5C355872-B211-495D-B866-FDCCA29E12BB}"/>
              </a:ext>
            </a:extLst>
          </p:cNvPr>
          <p:cNvSpPr/>
          <p:nvPr/>
        </p:nvSpPr>
        <p:spPr>
          <a:xfrm>
            <a:off x="2865775" y="1545920"/>
            <a:ext cx="6202025"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2" name="직사각형 11">
            <a:extLst>
              <a:ext uri="{FF2B5EF4-FFF2-40B4-BE49-F238E27FC236}">
                <a16:creationId xmlns:a16="http://schemas.microsoft.com/office/drawing/2014/main" id="{BAE4028B-1167-48B4-8836-46A4FF24B59C}"/>
              </a:ext>
            </a:extLst>
          </p:cNvPr>
          <p:cNvSpPr/>
          <p:nvPr/>
        </p:nvSpPr>
        <p:spPr>
          <a:xfrm>
            <a:off x="2865774" y="1964134"/>
            <a:ext cx="2508977" cy="17691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Keyword </a:t>
            </a:r>
            <a:r>
              <a:rPr lang="ko-KR" altLang="en-US" sz="800" dirty="0">
                <a:solidFill>
                  <a:schemeClr val="tx1">
                    <a:lumMod val="50000"/>
                    <a:lumOff val="50000"/>
                  </a:schemeClr>
                </a:solidFill>
              </a:rPr>
              <a:t>입력</a:t>
            </a:r>
            <a:endParaRPr lang="en-US" altLang="ko-KR" sz="800" dirty="0">
              <a:solidFill>
                <a:schemeClr val="tx1">
                  <a:lumMod val="50000"/>
                  <a:lumOff val="50000"/>
                </a:schemeClr>
              </a:solidFill>
            </a:endParaRPr>
          </a:p>
        </p:txBody>
      </p:sp>
      <p:sp>
        <p:nvSpPr>
          <p:cNvPr id="13" name="TextBox 12">
            <a:extLst>
              <a:ext uri="{FF2B5EF4-FFF2-40B4-BE49-F238E27FC236}">
                <a16:creationId xmlns:a16="http://schemas.microsoft.com/office/drawing/2014/main" id="{239F6E7E-7210-4235-BAB5-58DFC9DB28D3}"/>
              </a:ext>
            </a:extLst>
          </p:cNvPr>
          <p:cNvSpPr txBox="1"/>
          <p:nvPr/>
        </p:nvSpPr>
        <p:spPr>
          <a:xfrm>
            <a:off x="1413475" y="3034173"/>
            <a:ext cx="3474028"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Shop </a:t>
            </a:r>
            <a:r>
              <a:rPr lang="ko-KR" altLang="en-US" sz="900" dirty="0">
                <a:latin typeface="맑은 고딕" panose="020B0503020000020004" pitchFamily="50" charset="-127"/>
                <a:ea typeface="맑은 고딕" panose="020B0503020000020004" pitchFamily="50" charset="-127"/>
              </a:rPr>
              <a:t>채널 로고 이미지 </a:t>
            </a:r>
            <a:r>
              <a:rPr lang="en-US" altLang="ko-KR" sz="700" dirty="0">
                <a:solidFill>
                  <a:srgbClr val="FF0000"/>
                </a:solidFill>
                <a:latin typeface="+mn-ea"/>
              </a:rPr>
              <a:t>(</a:t>
            </a:r>
            <a:r>
              <a:rPr lang="en-US" altLang="ko-KR" sz="700" b="0" i="0" u="none" strike="noStrike" dirty="0">
                <a:solidFill>
                  <a:srgbClr val="FF0000"/>
                </a:solidFill>
                <a:effectLst/>
                <a:latin typeface="+mn-ea"/>
              </a:rPr>
              <a:t> Shop </a:t>
            </a:r>
            <a:r>
              <a:rPr lang="ko-KR" altLang="en-US" sz="700" b="0" i="0" u="none" strike="noStrike" dirty="0">
                <a:solidFill>
                  <a:srgbClr val="FF0000"/>
                </a:solidFill>
                <a:effectLst/>
                <a:latin typeface="+mn-ea"/>
              </a:rPr>
              <a:t>채널 로고를 생략 할 경우 </a:t>
            </a:r>
            <a:r>
              <a:rPr lang="ko-KR" altLang="en-US" sz="700" b="0" i="0" u="none" strike="noStrike" dirty="0" err="1">
                <a:solidFill>
                  <a:srgbClr val="FF0000"/>
                </a:solidFill>
                <a:effectLst/>
                <a:latin typeface="+mn-ea"/>
              </a:rPr>
              <a:t>채널명</a:t>
            </a:r>
            <a:r>
              <a:rPr lang="ko-KR" altLang="en-US" sz="700" b="0" i="0" u="none" strike="noStrike" dirty="0">
                <a:solidFill>
                  <a:srgbClr val="FF0000"/>
                </a:solidFill>
                <a:effectLst/>
                <a:latin typeface="+mn-ea"/>
              </a:rPr>
              <a:t> 노출</a:t>
            </a:r>
            <a:r>
              <a:rPr lang="en-US" altLang="ko-KR" sz="700" dirty="0">
                <a:solidFill>
                  <a:srgbClr val="FF0000"/>
                </a:solidFill>
                <a:latin typeface="+mn-ea"/>
              </a:rPr>
              <a:t> )</a:t>
            </a:r>
            <a:endParaRPr lang="en-US" altLang="ko-KR" sz="700" b="0" i="0" u="none" strike="noStrike" dirty="0">
              <a:solidFill>
                <a:srgbClr val="FF0000"/>
              </a:solidFill>
              <a:effectLst/>
              <a:latin typeface="+mn-ea"/>
            </a:endParaRPr>
          </a:p>
        </p:txBody>
      </p:sp>
      <p:graphicFrame>
        <p:nvGraphicFramePr>
          <p:cNvPr id="14" name="표 13">
            <a:extLst>
              <a:ext uri="{FF2B5EF4-FFF2-40B4-BE49-F238E27FC236}">
                <a16:creationId xmlns:a16="http://schemas.microsoft.com/office/drawing/2014/main" id="{AB615E3A-903F-4C43-8B95-0421443BB954}"/>
              </a:ext>
            </a:extLst>
          </p:cNvPr>
          <p:cNvGraphicFramePr>
            <a:graphicFrameLocks noGrp="1"/>
          </p:cNvGraphicFramePr>
          <p:nvPr>
            <p:extLst>
              <p:ext uri="{D42A27DB-BD31-4B8C-83A1-F6EECF244321}">
                <p14:modId xmlns:p14="http://schemas.microsoft.com/office/powerpoint/2010/main" val="1641114884"/>
              </p:ext>
            </p:extLst>
          </p:nvPr>
        </p:nvGraphicFramePr>
        <p:xfrm>
          <a:off x="1489779" y="6312449"/>
          <a:ext cx="7685972" cy="213360"/>
        </p:xfrm>
        <a:graphic>
          <a:graphicData uri="http://schemas.openxmlformats.org/drawingml/2006/table">
            <a:tbl>
              <a:tblPr firstRow="1" bandRow="1">
                <a:tableStyleId>{5C22544A-7EE6-4342-B048-85BDC9FD1C3A}</a:tableStyleId>
              </a:tblPr>
              <a:tblGrid>
                <a:gridCol w="1285171">
                  <a:extLst>
                    <a:ext uri="{9D8B030D-6E8A-4147-A177-3AD203B41FA5}">
                      <a16:colId xmlns:a16="http://schemas.microsoft.com/office/drawing/2014/main" val="20000"/>
                    </a:ext>
                  </a:extLst>
                </a:gridCol>
                <a:gridCol w="6400801">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자사 </a:t>
                      </a:r>
                      <a:r>
                        <a:rPr lang="en-US" altLang="ko-KR" sz="800" b="0" dirty="0">
                          <a:solidFill>
                            <a:schemeClr val="tx1"/>
                          </a:solidFill>
                        </a:rPr>
                        <a:t>PG </a:t>
                      </a:r>
                      <a:r>
                        <a:rPr lang="ko-KR" altLang="en-US" sz="800" b="0" dirty="0">
                          <a:solidFill>
                            <a:schemeClr val="tx1"/>
                          </a:solidFill>
                        </a:rPr>
                        <a:t>사용여부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미사용   ○ 사용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sp>
        <p:nvSpPr>
          <p:cNvPr id="15" name="TextBox 14">
            <a:extLst>
              <a:ext uri="{FF2B5EF4-FFF2-40B4-BE49-F238E27FC236}">
                <a16:creationId xmlns:a16="http://schemas.microsoft.com/office/drawing/2014/main" id="{2FE057A5-3511-488C-8311-3E1CC284FC77}"/>
              </a:ext>
            </a:extLst>
          </p:cNvPr>
          <p:cNvSpPr txBox="1"/>
          <p:nvPr/>
        </p:nvSpPr>
        <p:spPr>
          <a:xfrm>
            <a:off x="1413475" y="6084934"/>
            <a:ext cx="4969630"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Shop </a:t>
            </a:r>
            <a:r>
              <a:rPr lang="ko-KR" altLang="en-US" sz="900" dirty="0">
                <a:latin typeface="맑은 고딕" panose="020B0503020000020004" pitchFamily="50" charset="-127"/>
                <a:ea typeface="맑은 고딕" panose="020B0503020000020004" pitchFamily="50" charset="-127"/>
              </a:rPr>
              <a:t>채널 </a:t>
            </a:r>
            <a:r>
              <a:rPr lang="en-US" altLang="ko-KR" sz="900" dirty="0">
                <a:latin typeface="맑은 고딕" panose="020B0503020000020004" pitchFamily="50" charset="-127"/>
                <a:ea typeface="맑은 고딕" panose="020B0503020000020004" pitchFamily="50" charset="-127"/>
              </a:rPr>
              <a:t>PG </a:t>
            </a:r>
            <a:r>
              <a:rPr lang="ko-KR" altLang="en-US" sz="900" dirty="0">
                <a:latin typeface="맑은 고딕" panose="020B0503020000020004" pitchFamily="50" charset="-127"/>
                <a:ea typeface="맑은 고딕" panose="020B0503020000020004" pitchFamily="50" charset="-127"/>
              </a:rPr>
              <a:t>정보 </a:t>
            </a:r>
            <a:r>
              <a:rPr lang="en-US" altLang="ko-KR" sz="700" dirty="0">
                <a:solidFill>
                  <a:srgbClr val="FF0000"/>
                </a:solidFill>
                <a:latin typeface="+mj-ea"/>
                <a:ea typeface="+mj-ea"/>
              </a:rPr>
              <a:t>(</a:t>
            </a:r>
            <a:r>
              <a:rPr lang="ko-KR" altLang="en-US" sz="700" i="0" dirty="0">
                <a:solidFill>
                  <a:srgbClr val="FF0000"/>
                </a:solidFill>
                <a:effectLst/>
                <a:latin typeface="+mj-ea"/>
                <a:ea typeface="+mj-ea"/>
              </a:rPr>
              <a:t>자사 </a:t>
            </a:r>
            <a:r>
              <a:rPr lang="en-US" altLang="ko-KR" sz="700" i="0" dirty="0">
                <a:solidFill>
                  <a:srgbClr val="FF0000"/>
                </a:solidFill>
                <a:effectLst/>
                <a:latin typeface="+mj-ea"/>
                <a:ea typeface="+mj-ea"/>
              </a:rPr>
              <a:t>PG</a:t>
            </a:r>
            <a:r>
              <a:rPr lang="ko-KR" altLang="en-US" sz="700" i="0" dirty="0">
                <a:solidFill>
                  <a:srgbClr val="FF0000"/>
                </a:solidFill>
                <a:effectLst/>
                <a:latin typeface="+mj-ea"/>
                <a:ea typeface="+mj-ea"/>
              </a:rPr>
              <a:t>를 사용하는 경우 자사물품 판매만 가능하며</a:t>
            </a:r>
            <a:r>
              <a:rPr lang="en-US" altLang="ko-KR" sz="700" i="0" dirty="0">
                <a:solidFill>
                  <a:srgbClr val="FF0000"/>
                </a:solidFill>
                <a:effectLst/>
                <a:latin typeface="+mj-ea"/>
                <a:ea typeface="+mj-ea"/>
              </a:rPr>
              <a:t>, </a:t>
            </a:r>
            <a:r>
              <a:rPr lang="ko-KR" altLang="en-US" sz="700" i="0" dirty="0">
                <a:solidFill>
                  <a:srgbClr val="FF0000"/>
                </a:solidFill>
                <a:effectLst/>
                <a:latin typeface="+mj-ea"/>
                <a:ea typeface="+mj-ea"/>
              </a:rPr>
              <a:t>적립 포인트 제공이 불가능합니다 </a:t>
            </a:r>
            <a:r>
              <a:rPr lang="en-US" altLang="ko-KR" sz="700" i="0" dirty="0">
                <a:solidFill>
                  <a:srgbClr val="FF0000"/>
                </a:solidFill>
                <a:effectLst/>
                <a:latin typeface="+mj-ea"/>
                <a:ea typeface="+mj-ea"/>
              </a:rPr>
              <a:t>)</a:t>
            </a:r>
            <a:r>
              <a:rPr lang="ko-KR" altLang="en-US" sz="700" dirty="0">
                <a:solidFill>
                  <a:srgbClr val="FF0000"/>
                </a:solidFill>
                <a:latin typeface="+mj-ea"/>
                <a:ea typeface="+mj-ea"/>
              </a:rPr>
              <a:t> </a:t>
            </a:r>
            <a:endParaRPr lang="ko-KR" altLang="en-US" sz="700" dirty="0"/>
          </a:p>
        </p:txBody>
      </p:sp>
      <p:sp>
        <p:nvSpPr>
          <p:cNvPr id="16" name="직사각형 15">
            <a:extLst>
              <a:ext uri="{FF2B5EF4-FFF2-40B4-BE49-F238E27FC236}">
                <a16:creationId xmlns:a16="http://schemas.microsoft.com/office/drawing/2014/main" id="{37F3BCA1-91ED-4C71-9E79-C70AA00447B1}"/>
              </a:ext>
            </a:extLst>
          </p:cNvPr>
          <p:cNvSpPr/>
          <p:nvPr/>
        </p:nvSpPr>
        <p:spPr>
          <a:xfrm>
            <a:off x="4653502" y="7652634"/>
            <a:ext cx="721249" cy="192328"/>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등록</a:t>
            </a:r>
            <a:endParaRPr lang="en-US" altLang="ko-KR" sz="800" dirty="0">
              <a:solidFill>
                <a:schemeClr val="bg1"/>
              </a:solidFill>
            </a:endParaRPr>
          </a:p>
        </p:txBody>
      </p:sp>
      <p:sp>
        <p:nvSpPr>
          <p:cNvPr id="17" name="직사각형 16">
            <a:extLst>
              <a:ext uri="{FF2B5EF4-FFF2-40B4-BE49-F238E27FC236}">
                <a16:creationId xmlns:a16="http://schemas.microsoft.com/office/drawing/2014/main" id="{2CBA5D65-2237-4D1C-BADC-4AE48583DFCC}"/>
              </a:ext>
            </a:extLst>
          </p:cNvPr>
          <p:cNvSpPr/>
          <p:nvPr/>
        </p:nvSpPr>
        <p:spPr>
          <a:xfrm>
            <a:off x="5523925" y="7646707"/>
            <a:ext cx="721249" cy="192328"/>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목록</a:t>
            </a:r>
            <a:endParaRPr lang="en-US" altLang="ko-KR" sz="800" dirty="0">
              <a:solidFill>
                <a:schemeClr val="bg1"/>
              </a:solidFill>
            </a:endParaRPr>
          </a:p>
        </p:txBody>
      </p:sp>
      <p:graphicFrame>
        <p:nvGraphicFramePr>
          <p:cNvPr id="18" name="표 17">
            <a:extLst>
              <a:ext uri="{FF2B5EF4-FFF2-40B4-BE49-F238E27FC236}">
                <a16:creationId xmlns:a16="http://schemas.microsoft.com/office/drawing/2014/main" id="{95031B89-D478-4E44-ABD2-474DC66C30DE}"/>
              </a:ext>
            </a:extLst>
          </p:cNvPr>
          <p:cNvGraphicFramePr>
            <a:graphicFrameLocks noGrp="1"/>
          </p:cNvGraphicFramePr>
          <p:nvPr>
            <p:extLst>
              <p:ext uri="{D42A27DB-BD31-4B8C-83A1-F6EECF244321}">
                <p14:modId xmlns:p14="http://schemas.microsoft.com/office/powerpoint/2010/main" val="3395628648"/>
              </p:ext>
            </p:extLst>
          </p:nvPr>
        </p:nvGraphicFramePr>
        <p:xfrm>
          <a:off x="1471832" y="3979752"/>
          <a:ext cx="7703919" cy="213360"/>
        </p:xfrm>
        <a:graphic>
          <a:graphicData uri="http://schemas.openxmlformats.org/drawingml/2006/table">
            <a:tbl>
              <a:tblPr firstRow="1" bandRow="1">
                <a:tableStyleId>{5C22544A-7EE6-4342-B048-85BDC9FD1C3A}</a:tableStyleId>
              </a:tblPr>
              <a:tblGrid>
                <a:gridCol w="1315818">
                  <a:extLst>
                    <a:ext uri="{9D8B030D-6E8A-4147-A177-3AD203B41FA5}">
                      <a16:colId xmlns:a16="http://schemas.microsoft.com/office/drawing/2014/main" val="20000"/>
                    </a:ext>
                  </a:extLst>
                </a:gridCol>
                <a:gridCol w="6388101">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메인 배너 사용여부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이미지로 등록</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5296034"/>
                  </a:ext>
                </a:extLst>
              </a:tr>
            </a:tbl>
          </a:graphicData>
        </a:graphic>
      </p:graphicFrame>
      <p:sp>
        <p:nvSpPr>
          <p:cNvPr id="19" name="TextBox 18">
            <a:extLst>
              <a:ext uri="{FF2B5EF4-FFF2-40B4-BE49-F238E27FC236}">
                <a16:creationId xmlns:a16="http://schemas.microsoft.com/office/drawing/2014/main" id="{109BE67B-B8A2-4606-8992-69130099E2E2}"/>
              </a:ext>
            </a:extLst>
          </p:cNvPr>
          <p:cNvSpPr txBox="1"/>
          <p:nvPr/>
        </p:nvSpPr>
        <p:spPr>
          <a:xfrm>
            <a:off x="1413475" y="3719586"/>
            <a:ext cx="1228221"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메인 배너 이미지</a:t>
            </a:r>
            <a:endParaRPr lang="ko-KR" altLang="en-US" sz="900" dirty="0"/>
          </a:p>
        </p:txBody>
      </p:sp>
      <p:graphicFrame>
        <p:nvGraphicFramePr>
          <p:cNvPr id="20" name="표 19">
            <a:extLst>
              <a:ext uri="{FF2B5EF4-FFF2-40B4-BE49-F238E27FC236}">
                <a16:creationId xmlns:a16="http://schemas.microsoft.com/office/drawing/2014/main" id="{7A2F8FAF-56F2-4DF5-A8AC-D7D048C9F2CF}"/>
              </a:ext>
            </a:extLst>
          </p:cNvPr>
          <p:cNvGraphicFramePr>
            <a:graphicFrameLocks noGrp="1"/>
          </p:cNvGraphicFramePr>
          <p:nvPr>
            <p:extLst>
              <p:ext uri="{D42A27DB-BD31-4B8C-83A1-F6EECF244321}">
                <p14:modId xmlns:p14="http://schemas.microsoft.com/office/powerpoint/2010/main" val="775393719"/>
              </p:ext>
            </p:extLst>
          </p:nvPr>
        </p:nvGraphicFramePr>
        <p:xfrm>
          <a:off x="1471833" y="2625028"/>
          <a:ext cx="7703918" cy="213360"/>
        </p:xfrm>
        <a:graphic>
          <a:graphicData uri="http://schemas.openxmlformats.org/drawingml/2006/table">
            <a:tbl>
              <a:tblPr firstRow="1" bandRow="1">
                <a:tableStyleId>{5C22544A-7EE6-4342-B048-85BDC9FD1C3A}</a:tableStyleId>
              </a:tblPr>
              <a:tblGrid>
                <a:gridCol w="1328517">
                  <a:extLst>
                    <a:ext uri="{9D8B030D-6E8A-4147-A177-3AD203B41FA5}">
                      <a16:colId xmlns:a16="http://schemas.microsoft.com/office/drawing/2014/main" val="20000"/>
                    </a:ext>
                  </a:extLst>
                </a:gridCol>
                <a:gridCol w="6375401">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사용기간 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무기한     </a:t>
                      </a:r>
                      <a:r>
                        <a:rPr lang="en-US" altLang="ko-KR" sz="800" b="0" dirty="0">
                          <a:solidFill>
                            <a:schemeClr val="tx1"/>
                          </a:solidFill>
                        </a:rPr>
                        <a:t>○ </a:t>
                      </a:r>
                      <a:r>
                        <a:rPr lang="ko-KR" altLang="en-US" sz="800" b="0" dirty="0">
                          <a:solidFill>
                            <a:schemeClr val="tx1"/>
                          </a:solidFill>
                        </a:rPr>
                        <a:t>기간제</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5296034"/>
                  </a:ext>
                </a:extLst>
              </a:tr>
            </a:tbl>
          </a:graphicData>
        </a:graphic>
      </p:graphicFrame>
      <p:sp>
        <p:nvSpPr>
          <p:cNvPr id="21" name="TextBox 20">
            <a:extLst>
              <a:ext uri="{FF2B5EF4-FFF2-40B4-BE49-F238E27FC236}">
                <a16:creationId xmlns:a16="http://schemas.microsoft.com/office/drawing/2014/main" id="{39A234F0-4C1C-4353-963A-B22E6CB992A9}"/>
              </a:ext>
            </a:extLst>
          </p:cNvPr>
          <p:cNvSpPr txBox="1"/>
          <p:nvPr/>
        </p:nvSpPr>
        <p:spPr>
          <a:xfrm>
            <a:off x="1413475" y="2364862"/>
            <a:ext cx="1380506"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Shop </a:t>
            </a:r>
            <a:r>
              <a:rPr lang="ko-KR" altLang="en-US" sz="900" dirty="0">
                <a:latin typeface="맑은 고딕" panose="020B0503020000020004" pitchFamily="50" charset="-127"/>
                <a:ea typeface="맑은 고딕" panose="020B0503020000020004" pitchFamily="50" charset="-127"/>
              </a:rPr>
              <a:t>채널 사용주기</a:t>
            </a:r>
            <a:endParaRPr lang="ko-KR" altLang="en-US" sz="900" dirty="0"/>
          </a:p>
        </p:txBody>
      </p:sp>
      <p:sp>
        <p:nvSpPr>
          <p:cNvPr id="22" name="직사각형 21">
            <a:extLst>
              <a:ext uri="{FF2B5EF4-FFF2-40B4-BE49-F238E27FC236}">
                <a16:creationId xmlns:a16="http://schemas.microsoft.com/office/drawing/2014/main" id="{94942174-948E-4F7E-B132-4811DFD1D541}"/>
              </a:ext>
            </a:extLst>
          </p:cNvPr>
          <p:cNvSpPr/>
          <p:nvPr/>
        </p:nvSpPr>
        <p:spPr>
          <a:xfrm>
            <a:off x="2865775" y="1758258"/>
            <a:ext cx="6202026"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graphicFrame>
        <p:nvGraphicFramePr>
          <p:cNvPr id="23" name="표 22">
            <a:extLst>
              <a:ext uri="{FF2B5EF4-FFF2-40B4-BE49-F238E27FC236}">
                <a16:creationId xmlns:a16="http://schemas.microsoft.com/office/drawing/2014/main" id="{66BC2076-3823-4A87-9E84-B3E92518E71B}"/>
              </a:ext>
            </a:extLst>
          </p:cNvPr>
          <p:cNvGraphicFramePr>
            <a:graphicFrameLocks noGrp="1"/>
          </p:cNvGraphicFramePr>
          <p:nvPr>
            <p:extLst>
              <p:ext uri="{D42A27DB-BD31-4B8C-83A1-F6EECF244321}">
                <p14:modId xmlns:p14="http://schemas.microsoft.com/office/powerpoint/2010/main" val="2241852656"/>
              </p:ext>
            </p:extLst>
          </p:nvPr>
        </p:nvGraphicFramePr>
        <p:xfrm>
          <a:off x="1471832" y="5569638"/>
          <a:ext cx="7703919" cy="213360"/>
        </p:xfrm>
        <a:graphic>
          <a:graphicData uri="http://schemas.openxmlformats.org/drawingml/2006/table">
            <a:tbl>
              <a:tblPr firstRow="1" bandRow="1">
                <a:tableStyleId>{5C22544A-7EE6-4342-B048-85BDC9FD1C3A}</a:tableStyleId>
              </a:tblPr>
              <a:tblGrid>
                <a:gridCol w="1303118">
                  <a:extLst>
                    <a:ext uri="{9D8B030D-6E8A-4147-A177-3AD203B41FA5}">
                      <a16:colId xmlns:a16="http://schemas.microsoft.com/office/drawing/2014/main" val="20000"/>
                    </a:ext>
                  </a:extLst>
                </a:gridCol>
                <a:gridCol w="6400801">
                  <a:extLst>
                    <a:ext uri="{9D8B030D-6E8A-4147-A177-3AD203B41FA5}">
                      <a16:colId xmlns:a16="http://schemas.microsoft.com/office/drawing/2014/main" val="20001"/>
                    </a:ext>
                  </a:extLst>
                </a:gridCol>
              </a:tblGrid>
              <a:tr h="197387">
                <a:tc>
                  <a:txBody>
                    <a:bodyPr/>
                    <a:lstStyle/>
                    <a:p>
                      <a:pPr latinLnBrk="1"/>
                      <a:r>
                        <a:rPr lang="en-US" altLang="ko-KR" sz="800" b="0" dirty="0">
                          <a:solidFill>
                            <a:schemeClr val="tx1"/>
                          </a:solidFill>
                        </a:rPr>
                        <a:t>OG</a:t>
                      </a:r>
                      <a:r>
                        <a:rPr lang="ko-KR" altLang="en-US" sz="800" b="0" dirty="0">
                          <a:solidFill>
                            <a:schemeClr val="tx1"/>
                          </a:solidFill>
                        </a:rPr>
                        <a:t> 사용여부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사용</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5296034"/>
                  </a:ext>
                </a:extLst>
              </a:tr>
            </a:tbl>
          </a:graphicData>
        </a:graphic>
      </p:graphicFrame>
      <p:sp>
        <p:nvSpPr>
          <p:cNvPr id="24" name="TextBox 23">
            <a:extLst>
              <a:ext uri="{FF2B5EF4-FFF2-40B4-BE49-F238E27FC236}">
                <a16:creationId xmlns:a16="http://schemas.microsoft.com/office/drawing/2014/main" id="{855BD9CD-1FC2-40B2-B75B-A9DDD4BE5A60}"/>
              </a:ext>
            </a:extLst>
          </p:cNvPr>
          <p:cNvSpPr txBox="1"/>
          <p:nvPr/>
        </p:nvSpPr>
        <p:spPr>
          <a:xfrm>
            <a:off x="1413475" y="5309472"/>
            <a:ext cx="3116559"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OG (</a:t>
            </a:r>
            <a:r>
              <a:rPr lang="ko-KR" altLang="en-US" sz="900" dirty="0">
                <a:latin typeface="맑은 고딕" panose="020B0503020000020004" pitchFamily="50" charset="-127"/>
                <a:ea typeface="맑은 고딕" panose="020B0503020000020004" pitchFamily="50" charset="-127"/>
              </a:rPr>
              <a:t>오픈 그래프</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TAG </a:t>
            </a:r>
            <a:r>
              <a:rPr lang="en-US" altLang="ko-KR" sz="700" dirty="0">
                <a:solidFill>
                  <a:srgbClr val="FF0000"/>
                </a:solidFill>
                <a:latin typeface="+mj-ea"/>
                <a:ea typeface="+mj-ea"/>
              </a:rPr>
              <a:t>( </a:t>
            </a:r>
            <a:r>
              <a:rPr lang="en-US" altLang="ko-KR" sz="700" i="0" dirty="0">
                <a:solidFill>
                  <a:srgbClr val="FF0000"/>
                </a:solidFill>
                <a:effectLst/>
                <a:latin typeface="+mj-ea"/>
                <a:ea typeface="+mj-ea"/>
              </a:rPr>
              <a:t>SNS</a:t>
            </a:r>
            <a:r>
              <a:rPr lang="ko-KR" altLang="en-US" sz="700" i="0" dirty="0">
                <a:solidFill>
                  <a:srgbClr val="FF0000"/>
                </a:solidFill>
                <a:effectLst/>
                <a:latin typeface="+mj-ea"/>
                <a:ea typeface="+mj-ea"/>
              </a:rPr>
              <a:t>에 게시되는데 최적화된 데이터 </a:t>
            </a:r>
            <a:r>
              <a:rPr lang="en-US" altLang="ko-KR" sz="700" i="0" dirty="0">
                <a:solidFill>
                  <a:srgbClr val="FF0000"/>
                </a:solidFill>
                <a:effectLst/>
                <a:latin typeface="+mj-ea"/>
                <a:ea typeface="+mj-ea"/>
              </a:rPr>
              <a:t>)</a:t>
            </a:r>
            <a:r>
              <a:rPr lang="ko-KR" altLang="en-US" sz="700" dirty="0">
                <a:solidFill>
                  <a:srgbClr val="FF0000"/>
                </a:solidFill>
                <a:latin typeface="+mj-ea"/>
                <a:ea typeface="+mj-ea"/>
              </a:rPr>
              <a:t> </a:t>
            </a:r>
          </a:p>
        </p:txBody>
      </p:sp>
      <p:sp>
        <p:nvSpPr>
          <p:cNvPr id="25" name="TextBox 24">
            <a:extLst>
              <a:ext uri="{FF2B5EF4-FFF2-40B4-BE49-F238E27FC236}">
                <a16:creationId xmlns:a16="http://schemas.microsoft.com/office/drawing/2014/main" id="{6B149578-A7F1-4B61-A336-D10EC9321CEA}"/>
              </a:ext>
            </a:extLst>
          </p:cNvPr>
          <p:cNvSpPr txBox="1"/>
          <p:nvPr/>
        </p:nvSpPr>
        <p:spPr>
          <a:xfrm>
            <a:off x="4527506" y="7531291"/>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26" name="TextBox 25">
            <a:extLst>
              <a:ext uri="{FF2B5EF4-FFF2-40B4-BE49-F238E27FC236}">
                <a16:creationId xmlns:a16="http://schemas.microsoft.com/office/drawing/2014/main" id="{5F6AA335-60D0-4D5D-872C-B6C459B4BC8E}"/>
              </a:ext>
            </a:extLst>
          </p:cNvPr>
          <p:cNvSpPr txBox="1"/>
          <p:nvPr/>
        </p:nvSpPr>
        <p:spPr>
          <a:xfrm>
            <a:off x="2341613" y="1888228"/>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graphicFrame>
        <p:nvGraphicFramePr>
          <p:cNvPr id="27" name="표 26">
            <a:extLst>
              <a:ext uri="{FF2B5EF4-FFF2-40B4-BE49-F238E27FC236}">
                <a16:creationId xmlns:a16="http://schemas.microsoft.com/office/drawing/2014/main" id="{6A884B43-BCD3-4985-9999-0FE4B4D4A23C}"/>
              </a:ext>
            </a:extLst>
          </p:cNvPr>
          <p:cNvGraphicFramePr>
            <a:graphicFrameLocks noGrp="1"/>
          </p:cNvGraphicFramePr>
          <p:nvPr>
            <p:extLst>
              <p:ext uri="{D42A27DB-BD31-4B8C-83A1-F6EECF244321}">
                <p14:modId xmlns:p14="http://schemas.microsoft.com/office/powerpoint/2010/main" val="3198772364"/>
              </p:ext>
            </p:extLst>
          </p:nvPr>
        </p:nvGraphicFramePr>
        <p:xfrm>
          <a:off x="1489779" y="7073428"/>
          <a:ext cx="7685972" cy="213360"/>
        </p:xfrm>
        <a:graphic>
          <a:graphicData uri="http://schemas.openxmlformats.org/drawingml/2006/table">
            <a:tbl>
              <a:tblPr firstRow="1" bandRow="1">
                <a:tableStyleId>{5C22544A-7EE6-4342-B048-85BDC9FD1C3A}</a:tableStyleId>
              </a:tblPr>
              <a:tblGrid>
                <a:gridCol w="1285171">
                  <a:extLst>
                    <a:ext uri="{9D8B030D-6E8A-4147-A177-3AD203B41FA5}">
                      <a16:colId xmlns:a16="http://schemas.microsoft.com/office/drawing/2014/main" val="20000"/>
                    </a:ext>
                  </a:extLst>
                </a:gridCol>
                <a:gridCol w="6400801">
                  <a:extLst>
                    <a:ext uri="{9D8B030D-6E8A-4147-A177-3AD203B41FA5}">
                      <a16:colId xmlns:a16="http://schemas.microsoft.com/office/drawing/2014/main" val="20001"/>
                    </a:ext>
                  </a:extLst>
                </a:gridCol>
              </a:tblGrid>
              <a:tr h="0">
                <a:tc>
                  <a:txBody>
                    <a:bodyPr/>
                    <a:lstStyle/>
                    <a:p>
                      <a:pPr latinLnBrk="1"/>
                      <a:r>
                        <a:rPr lang="en-US" altLang="ko-KR" sz="800" b="0" dirty="0">
                          <a:solidFill>
                            <a:schemeClr val="tx1"/>
                          </a:solidFill>
                        </a:rPr>
                        <a:t>Shop </a:t>
                      </a:r>
                      <a:r>
                        <a:rPr lang="ko-KR" altLang="en-US" sz="800" b="0" dirty="0">
                          <a:solidFill>
                            <a:schemeClr val="tx1"/>
                          </a:solidFill>
                        </a:rPr>
                        <a:t>채널 관리자 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미사용   ○ 사용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sp>
        <p:nvSpPr>
          <p:cNvPr id="28" name="TextBox 27">
            <a:extLst>
              <a:ext uri="{FF2B5EF4-FFF2-40B4-BE49-F238E27FC236}">
                <a16:creationId xmlns:a16="http://schemas.microsoft.com/office/drawing/2014/main" id="{65531FB7-5219-4112-B129-24F4C8CCE1D5}"/>
              </a:ext>
            </a:extLst>
          </p:cNvPr>
          <p:cNvSpPr txBox="1"/>
          <p:nvPr/>
        </p:nvSpPr>
        <p:spPr>
          <a:xfrm>
            <a:off x="1413475" y="6845913"/>
            <a:ext cx="2108269"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Shop </a:t>
            </a:r>
            <a:r>
              <a:rPr lang="ko-KR" altLang="en-US" sz="900" dirty="0">
                <a:latin typeface="맑은 고딕" panose="020B0503020000020004" pitchFamily="50" charset="-127"/>
                <a:ea typeface="맑은 고딕" panose="020B0503020000020004" pitchFamily="50" charset="-127"/>
              </a:rPr>
              <a:t>채널 </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모니터링</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 관리자 정보</a:t>
            </a:r>
            <a:endParaRPr lang="ko-KR" altLang="en-US" sz="900" dirty="0"/>
          </a:p>
        </p:txBody>
      </p:sp>
      <p:sp>
        <p:nvSpPr>
          <p:cNvPr id="29" name="TextBox 28">
            <a:extLst>
              <a:ext uri="{FF2B5EF4-FFF2-40B4-BE49-F238E27FC236}">
                <a16:creationId xmlns:a16="http://schemas.microsoft.com/office/drawing/2014/main" id="{C7D7BFB9-77C4-401D-A2D2-EC6D68C863E7}"/>
              </a:ext>
            </a:extLst>
          </p:cNvPr>
          <p:cNvSpPr txBox="1"/>
          <p:nvPr/>
        </p:nvSpPr>
        <p:spPr>
          <a:xfrm>
            <a:off x="1287479" y="5986990"/>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graphicFrame>
        <p:nvGraphicFramePr>
          <p:cNvPr id="32" name="표 31">
            <a:extLst>
              <a:ext uri="{FF2B5EF4-FFF2-40B4-BE49-F238E27FC236}">
                <a16:creationId xmlns:a16="http://schemas.microsoft.com/office/drawing/2014/main" id="{2C63D758-BCC1-478F-892A-6318CEA8A06F}"/>
              </a:ext>
            </a:extLst>
          </p:cNvPr>
          <p:cNvGraphicFramePr>
            <a:graphicFrameLocks noGrp="1"/>
          </p:cNvGraphicFramePr>
          <p:nvPr>
            <p:extLst>
              <p:ext uri="{D42A27DB-BD31-4B8C-83A1-F6EECF244321}">
                <p14:modId xmlns:p14="http://schemas.microsoft.com/office/powerpoint/2010/main" val="3434643857"/>
              </p:ext>
            </p:extLst>
          </p:nvPr>
        </p:nvGraphicFramePr>
        <p:xfrm>
          <a:off x="1471832" y="4743400"/>
          <a:ext cx="7703919" cy="213360"/>
        </p:xfrm>
        <a:graphic>
          <a:graphicData uri="http://schemas.openxmlformats.org/drawingml/2006/table">
            <a:tbl>
              <a:tblPr firstRow="1" bandRow="1">
                <a:tableStyleId>{5C22544A-7EE6-4342-B048-85BDC9FD1C3A}</a:tableStyleId>
              </a:tblPr>
              <a:tblGrid>
                <a:gridCol w="1303118">
                  <a:extLst>
                    <a:ext uri="{9D8B030D-6E8A-4147-A177-3AD203B41FA5}">
                      <a16:colId xmlns:a16="http://schemas.microsoft.com/office/drawing/2014/main" val="20000"/>
                    </a:ext>
                  </a:extLst>
                </a:gridCol>
                <a:gridCol w="6400801">
                  <a:extLst>
                    <a:ext uri="{9D8B030D-6E8A-4147-A177-3AD203B41FA5}">
                      <a16:colId xmlns:a16="http://schemas.microsoft.com/office/drawing/2014/main" val="20001"/>
                    </a:ext>
                  </a:extLst>
                </a:gridCol>
              </a:tblGrid>
              <a:tr h="197387">
                <a:tc>
                  <a:txBody>
                    <a:bodyPr/>
                    <a:lstStyle/>
                    <a:p>
                      <a:pPr latinLnBrk="1"/>
                      <a:r>
                        <a:rPr lang="ko-KR" altLang="en-US" sz="800" b="0" dirty="0" err="1">
                          <a:solidFill>
                            <a:schemeClr val="tx1"/>
                          </a:solidFill>
                        </a:rPr>
                        <a:t>문자알림여부</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사용</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5296034"/>
                  </a:ext>
                </a:extLst>
              </a:tr>
            </a:tbl>
          </a:graphicData>
        </a:graphic>
      </p:graphicFrame>
      <p:sp>
        <p:nvSpPr>
          <p:cNvPr id="33" name="TextBox 32">
            <a:extLst>
              <a:ext uri="{FF2B5EF4-FFF2-40B4-BE49-F238E27FC236}">
                <a16:creationId xmlns:a16="http://schemas.microsoft.com/office/drawing/2014/main" id="{EA2E3473-52C7-4DA1-AB21-59040A76372C}"/>
              </a:ext>
            </a:extLst>
          </p:cNvPr>
          <p:cNvSpPr txBox="1"/>
          <p:nvPr/>
        </p:nvSpPr>
        <p:spPr>
          <a:xfrm>
            <a:off x="1413475" y="4483234"/>
            <a:ext cx="3701654"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구매상황 </a:t>
            </a:r>
            <a:r>
              <a:rPr lang="ko-KR" altLang="en-US" sz="900" dirty="0" err="1">
                <a:latin typeface="맑은 고딕" panose="020B0503020000020004" pitchFamily="50" charset="-127"/>
                <a:ea typeface="맑은 고딕" panose="020B0503020000020004" pitchFamily="50" charset="-127"/>
              </a:rPr>
              <a:t>문자알림</a:t>
            </a:r>
            <a:r>
              <a:rPr lang="en-US" altLang="ko-KR" sz="900" dirty="0">
                <a:latin typeface="맑은 고딕" panose="020B0503020000020004" pitchFamily="50" charset="-127"/>
                <a:ea typeface="맑은 고딕" panose="020B0503020000020004" pitchFamily="50" charset="-127"/>
              </a:rPr>
              <a:t> </a:t>
            </a:r>
            <a:r>
              <a:rPr lang="en-US" altLang="ko-KR" sz="700" dirty="0">
                <a:solidFill>
                  <a:srgbClr val="FF0000"/>
                </a:solidFill>
                <a:latin typeface="+mj-ea"/>
                <a:ea typeface="+mj-ea"/>
              </a:rPr>
              <a:t>( </a:t>
            </a:r>
            <a:r>
              <a:rPr lang="ko-KR" altLang="en-US" sz="700" dirty="0">
                <a:solidFill>
                  <a:srgbClr val="FF0000"/>
                </a:solidFill>
                <a:latin typeface="+mj-ea"/>
                <a:ea typeface="+mj-ea"/>
              </a:rPr>
              <a:t>구매</a:t>
            </a:r>
            <a:r>
              <a:rPr lang="en-US" altLang="ko-KR" sz="700" dirty="0">
                <a:solidFill>
                  <a:srgbClr val="FF0000"/>
                </a:solidFill>
                <a:latin typeface="+mj-ea"/>
                <a:ea typeface="+mj-ea"/>
              </a:rPr>
              <a:t>, </a:t>
            </a:r>
            <a:r>
              <a:rPr lang="ko-KR" altLang="en-US" sz="700" dirty="0">
                <a:solidFill>
                  <a:srgbClr val="FF0000"/>
                </a:solidFill>
                <a:latin typeface="+mj-ea"/>
                <a:ea typeface="+mj-ea"/>
              </a:rPr>
              <a:t>배송 등 구매관련 문자사용여부 </a:t>
            </a:r>
            <a:r>
              <a:rPr lang="en-US" altLang="ko-KR" sz="700" dirty="0">
                <a:solidFill>
                  <a:srgbClr val="FF0000"/>
                </a:solidFill>
                <a:latin typeface="+mj-ea"/>
                <a:ea typeface="+mj-ea"/>
              </a:rPr>
              <a:t>– </a:t>
            </a:r>
            <a:r>
              <a:rPr lang="ko-KR" altLang="en-US" sz="700" dirty="0" err="1">
                <a:solidFill>
                  <a:srgbClr val="FF0000"/>
                </a:solidFill>
                <a:latin typeface="+mj-ea"/>
                <a:ea typeface="+mj-ea"/>
              </a:rPr>
              <a:t>정산시</a:t>
            </a:r>
            <a:r>
              <a:rPr lang="ko-KR" altLang="en-US" sz="700" dirty="0">
                <a:solidFill>
                  <a:srgbClr val="FF0000"/>
                </a:solidFill>
                <a:latin typeface="+mj-ea"/>
                <a:ea typeface="+mj-ea"/>
              </a:rPr>
              <a:t> 차감</a:t>
            </a:r>
            <a:r>
              <a:rPr lang="ko-KR" altLang="en-US" sz="700" i="0" dirty="0">
                <a:solidFill>
                  <a:srgbClr val="FF0000"/>
                </a:solidFill>
                <a:effectLst/>
                <a:latin typeface="+mj-ea"/>
                <a:ea typeface="+mj-ea"/>
              </a:rPr>
              <a:t> </a:t>
            </a:r>
            <a:r>
              <a:rPr lang="en-US" altLang="ko-KR" sz="700" i="0" dirty="0">
                <a:solidFill>
                  <a:srgbClr val="FF0000"/>
                </a:solidFill>
                <a:effectLst/>
                <a:latin typeface="+mj-ea"/>
                <a:ea typeface="+mj-ea"/>
              </a:rPr>
              <a:t>)</a:t>
            </a:r>
            <a:r>
              <a:rPr lang="ko-KR" altLang="en-US" sz="700" dirty="0">
                <a:solidFill>
                  <a:srgbClr val="FF0000"/>
                </a:solidFill>
                <a:latin typeface="+mj-ea"/>
                <a:ea typeface="+mj-ea"/>
              </a:rPr>
              <a:t> </a:t>
            </a:r>
          </a:p>
        </p:txBody>
      </p:sp>
    </p:spTree>
    <p:extLst>
      <p:ext uri="{BB962C8B-B14F-4D97-AF65-F5344CB8AC3E}">
        <p14:creationId xmlns:p14="http://schemas.microsoft.com/office/powerpoint/2010/main" val="3980383971"/>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타원 22">
            <a:extLst>
              <a:ext uri="{FF2B5EF4-FFF2-40B4-BE49-F238E27FC236}">
                <a16:creationId xmlns:a16="http://schemas.microsoft.com/office/drawing/2014/main" id="{81CAF3CC-0BF2-458C-A79A-76A34287FE46}"/>
              </a:ext>
            </a:extLst>
          </p:cNvPr>
          <p:cNvSpPr/>
          <p:nvPr/>
        </p:nvSpPr>
        <p:spPr>
          <a:xfrm>
            <a:off x="1771923" y="782233"/>
            <a:ext cx="651935" cy="516467"/>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4" name="직선 화살표 연결선 23">
            <a:extLst>
              <a:ext uri="{FF2B5EF4-FFF2-40B4-BE49-F238E27FC236}">
                <a16:creationId xmlns:a16="http://schemas.microsoft.com/office/drawing/2014/main" id="{27501C36-FD9A-42F8-9DB9-D69A5C7D6D0D}"/>
              </a:ext>
            </a:extLst>
          </p:cNvPr>
          <p:cNvCxnSpPr>
            <a:cxnSpLocks/>
            <a:stCxn id="23" idx="4"/>
          </p:cNvCxnSpPr>
          <p:nvPr/>
        </p:nvCxnSpPr>
        <p:spPr>
          <a:xfrm>
            <a:off x="2097891" y="1298700"/>
            <a:ext cx="325967" cy="658772"/>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F753BD34-59FD-4F72-ACAD-4D441DD5DF30}"/>
              </a:ext>
            </a:extLst>
          </p:cNvPr>
          <p:cNvSpPr txBox="1"/>
          <p:nvPr/>
        </p:nvSpPr>
        <p:spPr>
          <a:xfrm>
            <a:off x="1645927" y="666817"/>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graphicFrame>
        <p:nvGraphicFramePr>
          <p:cNvPr id="10" name="표 9">
            <a:extLst>
              <a:ext uri="{FF2B5EF4-FFF2-40B4-BE49-F238E27FC236}">
                <a16:creationId xmlns:a16="http://schemas.microsoft.com/office/drawing/2014/main" id="{8471FC03-8643-4946-A2E8-5A5657246D61}"/>
              </a:ext>
            </a:extLst>
          </p:cNvPr>
          <p:cNvGraphicFramePr>
            <a:graphicFrameLocks noGrp="1"/>
          </p:cNvGraphicFramePr>
          <p:nvPr>
            <p:extLst>
              <p:ext uri="{D42A27DB-BD31-4B8C-83A1-F6EECF244321}">
                <p14:modId xmlns:p14="http://schemas.microsoft.com/office/powerpoint/2010/main" val="1801409121"/>
              </p:ext>
            </p:extLst>
          </p:nvPr>
        </p:nvGraphicFramePr>
        <p:xfrm>
          <a:off x="10171774" y="22159"/>
          <a:ext cx="1979018" cy="46187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RF-02-04-02-1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채널등록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등록화면공개여부 </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등록화면에서 공개여부 클릭에 따른 화면 변화</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401797644"/>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비공개 선택 시 </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접속가능인원 기능 활성화</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인원관리 버튼을 클릭하면 팝업으로 비공개 접속인원관리 페이지 표시</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754174210"/>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비공개로 선택되었을 경우에는 회원전용 선택이 되지 않는다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239753032"/>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기본양식의 엑셀을 업로드하는 영역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97934136"/>
                  </a:ext>
                </a:extLst>
              </a:tr>
              <a:tr h="140746">
                <a:tc>
                  <a:txBody>
                    <a:bodyPr/>
                    <a:lstStyle/>
                    <a:p>
                      <a:pPr algn="ctr" latinLnBrk="1"/>
                      <a:r>
                        <a:rPr lang="en-US" altLang="ko-KR" sz="800" dirty="0"/>
                        <a:t>5</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기본양식을 클릭하면 </a:t>
                      </a:r>
                      <a:r>
                        <a:rPr lang="ko-KR" altLang="en-US" sz="800" b="0" dirty="0" err="1">
                          <a:solidFill>
                            <a:schemeClr val="tx1"/>
                          </a:solidFill>
                        </a:rPr>
                        <a:t>기본엑셀</a:t>
                      </a:r>
                      <a:r>
                        <a:rPr lang="ko-KR" altLang="en-US" sz="800" b="0" dirty="0">
                          <a:solidFill>
                            <a:schemeClr val="tx1"/>
                          </a:solidFill>
                        </a:rPr>
                        <a:t> 폼이 다운로드 된다</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13624654"/>
                  </a:ext>
                </a:extLst>
              </a:tr>
              <a:tr h="140746">
                <a:tc>
                  <a:txBody>
                    <a:bodyPr/>
                    <a:lstStyle/>
                    <a:p>
                      <a:pPr algn="ctr" latinLnBrk="1"/>
                      <a:r>
                        <a:rPr lang="en-US" altLang="ko-KR" sz="800" dirty="0"/>
                        <a:t>6</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엑셀 업로드를 통해 등록된 비공개 접속인원이 표시된다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972205443"/>
                  </a:ext>
                </a:extLst>
              </a:tr>
              <a:tr h="140746">
                <a:tc>
                  <a:txBody>
                    <a:bodyPr/>
                    <a:lstStyle/>
                    <a:p>
                      <a:pPr algn="ctr" latinLnBrk="1"/>
                      <a:r>
                        <a:rPr lang="en-US" altLang="ko-KR" sz="800" dirty="0"/>
                        <a:t>7</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등록된 비공개 접속인원을 개별삭제가 가능하다</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215179758"/>
                  </a:ext>
                </a:extLst>
              </a:tr>
              <a:tr h="140746">
                <a:tc>
                  <a:txBody>
                    <a:bodyPr/>
                    <a:lstStyle/>
                    <a:p>
                      <a:pPr algn="ctr" latinLnBrk="1"/>
                      <a:r>
                        <a:rPr lang="en-US" altLang="ko-KR" sz="800" dirty="0"/>
                        <a:t>8</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등록된 비공개 회원을 전부 삭제할 수 있다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60477779"/>
                  </a:ext>
                </a:extLst>
              </a:tr>
            </a:tbl>
          </a:graphicData>
        </a:graphic>
      </p:graphicFrame>
      <p:sp>
        <p:nvSpPr>
          <p:cNvPr id="12" name="직사각형 11">
            <a:extLst>
              <a:ext uri="{FF2B5EF4-FFF2-40B4-BE49-F238E27FC236}">
                <a16:creationId xmlns:a16="http://schemas.microsoft.com/office/drawing/2014/main" id="{7449C5B7-A43C-4683-ACEE-FE703F6B3E33}"/>
              </a:ext>
            </a:extLst>
          </p:cNvPr>
          <p:cNvSpPr/>
          <p:nvPr/>
        </p:nvSpPr>
        <p:spPr>
          <a:xfrm>
            <a:off x="-135467" y="1487535"/>
            <a:ext cx="10253134" cy="1323398"/>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aphicFrame>
        <p:nvGraphicFramePr>
          <p:cNvPr id="13" name="표 12">
            <a:extLst>
              <a:ext uri="{FF2B5EF4-FFF2-40B4-BE49-F238E27FC236}">
                <a16:creationId xmlns:a16="http://schemas.microsoft.com/office/drawing/2014/main" id="{3809FD0D-1610-4B09-8D93-88C9618E8966}"/>
              </a:ext>
            </a:extLst>
          </p:cNvPr>
          <p:cNvGraphicFramePr>
            <a:graphicFrameLocks noGrp="1"/>
          </p:cNvGraphicFramePr>
          <p:nvPr>
            <p:extLst>
              <p:ext uri="{D42A27DB-BD31-4B8C-83A1-F6EECF244321}">
                <p14:modId xmlns:p14="http://schemas.microsoft.com/office/powerpoint/2010/main" val="2327543099"/>
              </p:ext>
            </p:extLst>
          </p:nvPr>
        </p:nvGraphicFramePr>
        <p:xfrm>
          <a:off x="76199" y="1722105"/>
          <a:ext cx="9943899" cy="64008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3780430">
                  <a:extLst>
                    <a:ext uri="{9D8B030D-6E8A-4147-A177-3AD203B41FA5}">
                      <a16:colId xmlns:a16="http://schemas.microsoft.com/office/drawing/2014/main" val="20001"/>
                    </a:ext>
                  </a:extLst>
                </a:gridCol>
                <a:gridCol w="1295703">
                  <a:extLst>
                    <a:ext uri="{9D8B030D-6E8A-4147-A177-3AD203B41FA5}">
                      <a16:colId xmlns:a16="http://schemas.microsoft.com/office/drawing/2014/main" val="4010982125"/>
                    </a:ext>
                  </a:extLst>
                </a:gridCol>
                <a:gridCol w="3662741">
                  <a:extLst>
                    <a:ext uri="{9D8B030D-6E8A-4147-A177-3AD203B41FA5}">
                      <a16:colId xmlns:a16="http://schemas.microsoft.com/office/drawing/2014/main" val="2646234070"/>
                    </a:ext>
                  </a:extLst>
                </a:gridCol>
              </a:tblGrid>
              <a:tr h="0">
                <a:tc>
                  <a:txBody>
                    <a:bodyPr/>
                    <a:lstStyle/>
                    <a:p>
                      <a:pPr latinLnBrk="1"/>
                      <a:r>
                        <a:rPr lang="en-US" altLang="ko-KR" sz="800" b="0" dirty="0">
                          <a:solidFill>
                            <a:schemeClr val="tx1"/>
                          </a:solidFill>
                        </a:rPr>
                        <a:t>Shop </a:t>
                      </a:r>
                      <a:r>
                        <a:rPr lang="ko-KR" altLang="en-US" sz="800" b="0" dirty="0">
                          <a:solidFill>
                            <a:schemeClr val="tx1"/>
                          </a:solidFill>
                        </a:rPr>
                        <a:t>채널코드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Me9-2024-099833</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채널상태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t>
                      </a:r>
                      <a:r>
                        <a:rPr lang="ko-KR" altLang="en-US" sz="800" b="0" i="0" u="none" strike="noStrike" dirty="0">
                          <a:solidFill>
                            <a:srgbClr val="000000"/>
                          </a:solidFill>
                          <a:effectLst/>
                          <a:latin typeface="+mn-lt"/>
                        </a:rPr>
                        <a:t> 운영   ● 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공개여부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t>
                      </a:r>
                      <a:r>
                        <a:rPr lang="ko-KR" altLang="en-US" sz="800" b="0" i="0" u="none" strike="noStrike" dirty="0">
                          <a:solidFill>
                            <a:srgbClr val="000000"/>
                          </a:solidFill>
                          <a:effectLst/>
                          <a:latin typeface="+mn-lt"/>
                        </a:rPr>
                        <a:t> 공개   ● 비공개   접속가능인원 </a:t>
                      </a:r>
                      <a:r>
                        <a:rPr lang="en-US" altLang="ko-KR" sz="800" b="0" i="0" u="none" strike="noStrike" dirty="0">
                          <a:solidFill>
                            <a:srgbClr val="000000"/>
                          </a:solidFill>
                          <a:effectLst/>
                          <a:latin typeface="+mn-lt"/>
                        </a:rPr>
                        <a:t>( 88 )   </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구매권한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회원전용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974838556"/>
                  </a:ext>
                </a:extLst>
              </a:tr>
              <a:tr h="0">
                <a:tc>
                  <a:txBody>
                    <a:bodyPr/>
                    <a:lstStyle/>
                    <a:p>
                      <a:pPr latinLnBrk="1"/>
                      <a:r>
                        <a:rPr lang="en-US" altLang="ko-KR" sz="800" b="0" dirty="0">
                          <a:solidFill>
                            <a:schemeClr val="tx1"/>
                          </a:solidFill>
                        </a:rPr>
                        <a:t>* </a:t>
                      </a:r>
                      <a:r>
                        <a:rPr lang="ko-KR" altLang="en-US" sz="800" b="0" dirty="0" err="1">
                          <a:solidFill>
                            <a:schemeClr val="tx1"/>
                          </a:solidFill>
                        </a:rPr>
                        <a:t>채널명</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sp>
        <p:nvSpPr>
          <p:cNvPr id="14" name="직사각형 13">
            <a:extLst>
              <a:ext uri="{FF2B5EF4-FFF2-40B4-BE49-F238E27FC236}">
                <a16:creationId xmlns:a16="http://schemas.microsoft.com/office/drawing/2014/main" id="{709EB7BB-0580-48F6-8947-DA7854F3C6CF}"/>
              </a:ext>
            </a:extLst>
          </p:cNvPr>
          <p:cNvSpPr/>
          <p:nvPr/>
        </p:nvSpPr>
        <p:spPr>
          <a:xfrm>
            <a:off x="1364722" y="2170883"/>
            <a:ext cx="8535063"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5" name="직사각형 14">
            <a:extLst>
              <a:ext uri="{FF2B5EF4-FFF2-40B4-BE49-F238E27FC236}">
                <a16:creationId xmlns:a16="http://schemas.microsoft.com/office/drawing/2014/main" id="{39CA62F7-1BA0-4146-90B0-2FD19313C60F}"/>
              </a:ext>
            </a:extLst>
          </p:cNvPr>
          <p:cNvSpPr/>
          <p:nvPr/>
        </p:nvSpPr>
        <p:spPr>
          <a:xfrm>
            <a:off x="3376248" y="1958842"/>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인원관리</a:t>
            </a:r>
            <a:endParaRPr lang="en-US" altLang="ko-KR" sz="800" dirty="0">
              <a:solidFill>
                <a:schemeClr val="bg1"/>
              </a:solidFill>
            </a:endParaRPr>
          </a:p>
        </p:txBody>
      </p:sp>
      <p:sp>
        <p:nvSpPr>
          <p:cNvPr id="16" name="직사각형 15">
            <a:extLst>
              <a:ext uri="{FF2B5EF4-FFF2-40B4-BE49-F238E27FC236}">
                <a16:creationId xmlns:a16="http://schemas.microsoft.com/office/drawing/2014/main" id="{AF092941-55E5-4998-B15B-DAA1863618CF}"/>
              </a:ext>
            </a:extLst>
          </p:cNvPr>
          <p:cNvSpPr/>
          <p:nvPr/>
        </p:nvSpPr>
        <p:spPr>
          <a:xfrm>
            <a:off x="2097890" y="2999768"/>
            <a:ext cx="7681445" cy="385823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17" name="타원 16">
            <a:extLst>
              <a:ext uri="{FF2B5EF4-FFF2-40B4-BE49-F238E27FC236}">
                <a16:creationId xmlns:a16="http://schemas.microsoft.com/office/drawing/2014/main" id="{62C9073D-1D80-4A24-8DCC-45353FFA7DB8}"/>
              </a:ext>
            </a:extLst>
          </p:cNvPr>
          <p:cNvSpPr/>
          <p:nvPr/>
        </p:nvSpPr>
        <p:spPr>
          <a:xfrm>
            <a:off x="3387832" y="1801264"/>
            <a:ext cx="651935" cy="516467"/>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8" name="직선 화살표 연결선 17">
            <a:extLst>
              <a:ext uri="{FF2B5EF4-FFF2-40B4-BE49-F238E27FC236}">
                <a16:creationId xmlns:a16="http://schemas.microsoft.com/office/drawing/2014/main" id="{87AF90C5-AA15-4222-A70C-E07B953F9F32}"/>
              </a:ext>
            </a:extLst>
          </p:cNvPr>
          <p:cNvCxnSpPr>
            <a:cxnSpLocks/>
            <a:stCxn id="17" idx="4"/>
          </p:cNvCxnSpPr>
          <p:nvPr/>
        </p:nvCxnSpPr>
        <p:spPr>
          <a:xfrm>
            <a:off x="3713800" y="2317731"/>
            <a:ext cx="325967" cy="658772"/>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7EDAD003-7A91-41A7-B986-F86554C9F2F3}"/>
              </a:ext>
            </a:extLst>
          </p:cNvPr>
          <p:cNvSpPr txBox="1"/>
          <p:nvPr/>
        </p:nvSpPr>
        <p:spPr>
          <a:xfrm>
            <a:off x="2097890" y="3095819"/>
            <a:ext cx="4276784" cy="230832"/>
          </a:xfrm>
          <a:prstGeom prst="rect">
            <a:avLst/>
          </a:prstGeom>
          <a:noFill/>
        </p:spPr>
        <p:txBody>
          <a:bodyPr wrap="square" rtlCol="0">
            <a:spAutoFit/>
          </a:bodyPr>
          <a:lstStyle/>
          <a:p>
            <a:r>
              <a:rPr lang="ko-KR" altLang="en-US" sz="900" b="1" dirty="0">
                <a:latin typeface="맑은 고딕" panose="020B0503020000020004" pitchFamily="50" charset="-127"/>
                <a:ea typeface="맑은 고딕" panose="020B0503020000020004" pitchFamily="50" charset="-127"/>
              </a:rPr>
              <a:t>○ </a:t>
            </a:r>
            <a:r>
              <a:rPr lang="en-US" altLang="ko-KR" sz="900" b="0" i="0" u="none" strike="noStrike" dirty="0">
                <a:solidFill>
                  <a:srgbClr val="000000"/>
                </a:solidFill>
                <a:effectLst/>
                <a:latin typeface="+mn-lt"/>
              </a:rPr>
              <a:t>Me9-2024-099833 Shop</a:t>
            </a:r>
            <a:r>
              <a:rPr lang="ko-KR" altLang="en-US" sz="900" b="0" i="0" u="none" strike="noStrike" dirty="0">
                <a:solidFill>
                  <a:srgbClr val="000000"/>
                </a:solidFill>
                <a:effectLst/>
                <a:latin typeface="+mn-lt"/>
              </a:rPr>
              <a:t>채널 비공개 접속인원관리</a:t>
            </a:r>
          </a:p>
        </p:txBody>
      </p:sp>
      <p:grpSp>
        <p:nvGrpSpPr>
          <p:cNvPr id="20" name="Image">
            <a:extLst>
              <a:ext uri="{FF2B5EF4-FFF2-40B4-BE49-F238E27FC236}">
                <a16:creationId xmlns:a16="http://schemas.microsoft.com/office/drawing/2014/main" id="{E5E758D0-83BC-4241-A57D-0EB2EA06088D}"/>
              </a:ext>
            </a:extLst>
          </p:cNvPr>
          <p:cNvGrpSpPr>
            <a:grpSpLocks/>
          </p:cNvGrpSpPr>
          <p:nvPr/>
        </p:nvGrpSpPr>
        <p:grpSpPr bwMode="auto">
          <a:xfrm>
            <a:off x="9466169" y="3095819"/>
            <a:ext cx="204716" cy="209797"/>
            <a:chOff x="508000" y="1397000"/>
            <a:chExt cx="1008112" cy="1008112"/>
          </a:xfrm>
        </p:grpSpPr>
        <p:sp>
          <p:nvSpPr>
            <p:cNvPr id="21" name="Border">
              <a:extLst>
                <a:ext uri="{FF2B5EF4-FFF2-40B4-BE49-F238E27FC236}">
                  <a16:creationId xmlns:a16="http://schemas.microsoft.com/office/drawing/2014/main" id="{7E2C62CC-F3DB-41FB-957A-44EC2007CA6A}"/>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 name="Line 2">
              <a:extLst>
                <a:ext uri="{FF2B5EF4-FFF2-40B4-BE49-F238E27FC236}">
                  <a16:creationId xmlns:a16="http://schemas.microsoft.com/office/drawing/2014/main" id="{7C88C3F2-37AD-4D81-8232-A6EE3BC979B9}"/>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5" name="Line 1">
              <a:extLst>
                <a:ext uri="{FF2B5EF4-FFF2-40B4-BE49-F238E27FC236}">
                  <a16:creationId xmlns:a16="http://schemas.microsoft.com/office/drawing/2014/main" id="{CA95D325-F5EA-462E-AF83-52E339C8DE27}"/>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aphicFrame>
        <p:nvGraphicFramePr>
          <p:cNvPr id="27" name="표 26">
            <a:extLst>
              <a:ext uri="{FF2B5EF4-FFF2-40B4-BE49-F238E27FC236}">
                <a16:creationId xmlns:a16="http://schemas.microsoft.com/office/drawing/2014/main" id="{3792C6ED-AD0A-4CA5-A69E-C5DE7BCE45DC}"/>
              </a:ext>
            </a:extLst>
          </p:cNvPr>
          <p:cNvGraphicFramePr>
            <a:graphicFrameLocks noGrp="1"/>
          </p:cNvGraphicFramePr>
          <p:nvPr>
            <p:extLst>
              <p:ext uri="{D42A27DB-BD31-4B8C-83A1-F6EECF244321}">
                <p14:modId xmlns:p14="http://schemas.microsoft.com/office/powerpoint/2010/main" val="2262647345"/>
              </p:ext>
            </p:extLst>
          </p:nvPr>
        </p:nvGraphicFramePr>
        <p:xfrm>
          <a:off x="2206893" y="3466581"/>
          <a:ext cx="7463992" cy="230833"/>
        </p:xfrm>
        <a:graphic>
          <a:graphicData uri="http://schemas.openxmlformats.org/drawingml/2006/table">
            <a:tbl>
              <a:tblPr firstRow="1" bandRow="1">
                <a:tableStyleId>{5C22544A-7EE6-4342-B048-85BDC9FD1C3A}</a:tableStyleId>
              </a:tblPr>
              <a:tblGrid>
                <a:gridCol w="1041404">
                  <a:extLst>
                    <a:ext uri="{9D8B030D-6E8A-4147-A177-3AD203B41FA5}">
                      <a16:colId xmlns:a16="http://schemas.microsoft.com/office/drawing/2014/main" val="20000"/>
                    </a:ext>
                  </a:extLst>
                </a:gridCol>
                <a:gridCol w="6422588">
                  <a:extLst>
                    <a:ext uri="{9D8B030D-6E8A-4147-A177-3AD203B41FA5}">
                      <a16:colId xmlns:a16="http://schemas.microsoft.com/office/drawing/2014/main" val="20001"/>
                    </a:ext>
                  </a:extLst>
                </a:gridCol>
              </a:tblGrid>
              <a:tr h="230833">
                <a:tc>
                  <a:txBody>
                    <a:bodyPr/>
                    <a:lstStyle/>
                    <a:p>
                      <a:pPr latinLnBrk="1"/>
                      <a:r>
                        <a:rPr lang="ko-KR" altLang="en-US" sz="800" b="0" dirty="0">
                          <a:solidFill>
                            <a:schemeClr val="tx1"/>
                          </a:solidFill>
                        </a:rPr>
                        <a:t>목록 업로드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28" name="직사각형 27">
            <a:extLst>
              <a:ext uri="{FF2B5EF4-FFF2-40B4-BE49-F238E27FC236}">
                <a16:creationId xmlns:a16="http://schemas.microsoft.com/office/drawing/2014/main" id="{A71F88B9-66EE-4762-9818-587903DEAB2E}"/>
              </a:ext>
            </a:extLst>
          </p:cNvPr>
          <p:cNvSpPr/>
          <p:nvPr/>
        </p:nvSpPr>
        <p:spPr>
          <a:xfrm>
            <a:off x="3302380" y="3483138"/>
            <a:ext cx="2697826" cy="19685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29" name="직사각형 28">
            <a:extLst>
              <a:ext uri="{FF2B5EF4-FFF2-40B4-BE49-F238E27FC236}">
                <a16:creationId xmlns:a16="http://schemas.microsoft.com/office/drawing/2014/main" id="{0A004F37-0B12-4128-8676-824C153F5521}"/>
              </a:ext>
            </a:extLst>
          </p:cNvPr>
          <p:cNvSpPr/>
          <p:nvPr/>
        </p:nvSpPr>
        <p:spPr>
          <a:xfrm>
            <a:off x="6014049" y="3483138"/>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업로드</a:t>
            </a:r>
            <a:endParaRPr lang="en-US" altLang="ko-KR" sz="800" dirty="0">
              <a:solidFill>
                <a:schemeClr val="bg1"/>
              </a:solidFill>
            </a:endParaRPr>
          </a:p>
        </p:txBody>
      </p:sp>
      <p:sp>
        <p:nvSpPr>
          <p:cNvPr id="30" name="직사각형 29">
            <a:extLst>
              <a:ext uri="{FF2B5EF4-FFF2-40B4-BE49-F238E27FC236}">
                <a16:creationId xmlns:a16="http://schemas.microsoft.com/office/drawing/2014/main" id="{30BC761E-F1C5-45F1-B87C-D856BAD63519}"/>
              </a:ext>
            </a:extLst>
          </p:cNvPr>
          <p:cNvSpPr/>
          <p:nvPr/>
        </p:nvSpPr>
        <p:spPr>
          <a:xfrm>
            <a:off x="6826882" y="3483138"/>
            <a:ext cx="721249" cy="192328"/>
          </a:xfrm>
          <a:prstGeom prst="rect">
            <a:avLst/>
          </a:prstGeom>
          <a:solidFill>
            <a:schemeClr val="tx1">
              <a:lumMod val="50000"/>
              <a:lumOff val="50000"/>
            </a:schemeClr>
          </a:solidFill>
          <a:ln w="6350">
            <a:solidFill>
              <a:schemeClr val="tx1">
                <a:lumMod val="50000"/>
                <a:lumOff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기본양식</a:t>
            </a:r>
            <a:endParaRPr lang="en-US" altLang="ko-KR" sz="800" dirty="0">
              <a:solidFill>
                <a:schemeClr val="bg1"/>
              </a:solidFill>
            </a:endParaRPr>
          </a:p>
        </p:txBody>
      </p:sp>
      <p:sp>
        <p:nvSpPr>
          <p:cNvPr id="31" name="TextBox 30">
            <a:extLst>
              <a:ext uri="{FF2B5EF4-FFF2-40B4-BE49-F238E27FC236}">
                <a16:creationId xmlns:a16="http://schemas.microsoft.com/office/drawing/2014/main" id="{C08FDF73-B5AD-4425-A18C-9F27AEB150AE}"/>
              </a:ext>
            </a:extLst>
          </p:cNvPr>
          <p:cNvSpPr txBox="1"/>
          <p:nvPr/>
        </p:nvSpPr>
        <p:spPr>
          <a:xfrm>
            <a:off x="2097889" y="3886249"/>
            <a:ext cx="4276784" cy="230832"/>
          </a:xfrm>
          <a:prstGeom prst="rect">
            <a:avLst/>
          </a:prstGeom>
          <a:noFill/>
        </p:spPr>
        <p:txBody>
          <a:bodyPr wrap="square" rtlCol="0">
            <a:spAutoFit/>
          </a:bodyPr>
          <a:lstStyle/>
          <a:p>
            <a:r>
              <a:rPr lang="ko-KR" altLang="en-US" sz="900" b="1" dirty="0">
                <a:latin typeface="맑은 고딕" panose="020B0503020000020004" pitchFamily="50" charset="-127"/>
                <a:ea typeface="맑은 고딕" panose="020B0503020000020004" pitchFamily="50" charset="-127"/>
              </a:rPr>
              <a:t>○ </a:t>
            </a:r>
            <a:r>
              <a:rPr lang="en-US" altLang="ko-KR" sz="900" b="0" i="0" u="none" strike="noStrike" dirty="0">
                <a:solidFill>
                  <a:srgbClr val="000000"/>
                </a:solidFill>
                <a:effectLst/>
                <a:latin typeface="+mn-lt"/>
              </a:rPr>
              <a:t>Me9-2024-099833 Shop</a:t>
            </a:r>
            <a:r>
              <a:rPr lang="ko-KR" altLang="en-US" sz="900" b="0" i="0" u="none" strike="noStrike" dirty="0">
                <a:solidFill>
                  <a:srgbClr val="000000"/>
                </a:solidFill>
                <a:effectLst/>
                <a:latin typeface="+mn-lt"/>
              </a:rPr>
              <a:t>채널 비공개 접속인원 </a:t>
            </a:r>
            <a:r>
              <a:rPr lang="en-US" altLang="ko-KR" sz="900" b="0" i="0" u="none" strike="noStrike" dirty="0">
                <a:solidFill>
                  <a:srgbClr val="000000"/>
                </a:solidFill>
                <a:effectLst/>
                <a:latin typeface="+mn-lt"/>
              </a:rPr>
              <a:t>(88)</a:t>
            </a:r>
            <a:endParaRPr lang="ko-KR" altLang="en-US" sz="900" b="0" i="0" u="none" strike="noStrike" dirty="0">
              <a:solidFill>
                <a:srgbClr val="000000"/>
              </a:solidFill>
              <a:effectLst/>
              <a:latin typeface="+mn-lt"/>
            </a:endParaRPr>
          </a:p>
        </p:txBody>
      </p:sp>
      <p:graphicFrame>
        <p:nvGraphicFramePr>
          <p:cNvPr id="32" name="표 31">
            <a:extLst>
              <a:ext uri="{FF2B5EF4-FFF2-40B4-BE49-F238E27FC236}">
                <a16:creationId xmlns:a16="http://schemas.microsoft.com/office/drawing/2014/main" id="{98D2BF95-D7EC-44BC-8405-05CDFDE450C3}"/>
              </a:ext>
            </a:extLst>
          </p:cNvPr>
          <p:cNvGraphicFramePr>
            <a:graphicFrameLocks noGrp="1"/>
          </p:cNvGraphicFramePr>
          <p:nvPr>
            <p:extLst>
              <p:ext uri="{D42A27DB-BD31-4B8C-83A1-F6EECF244321}">
                <p14:modId xmlns:p14="http://schemas.microsoft.com/office/powerpoint/2010/main" val="2131050075"/>
              </p:ext>
            </p:extLst>
          </p:nvPr>
        </p:nvGraphicFramePr>
        <p:xfrm>
          <a:off x="2206893" y="4167810"/>
          <a:ext cx="7463990" cy="2042160"/>
        </p:xfrm>
        <a:graphic>
          <a:graphicData uri="http://schemas.openxmlformats.org/drawingml/2006/table">
            <a:tbl>
              <a:tblPr firstRow="1" bandRow="1">
                <a:tableStyleId>{5C22544A-7EE6-4342-B048-85BDC9FD1C3A}</a:tableStyleId>
              </a:tblPr>
              <a:tblGrid>
                <a:gridCol w="366974">
                  <a:extLst>
                    <a:ext uri="{9D8B030D-6E8A-4147-A177-3AD203B41FA5}">
                      <a16:colId xmlns:a16="http://schemas.microsoft.com/office/drawing/2014/main" val="662928883"/>
                    </a:ext>
                  </a:extLst>
                </a:gridCol>
                <a:gridCol w="2090206">
                  <a:extLst>
                    <a:ext uri="{9D8B030D-6E8A-4147-A177-3AD203B41FA5}">
                      <a16:colId xmlns:a16="http://schemas.microsoft.com/office/drawing/2014/main" val="2608155026"/>
                    </a:ext>
                  </a:extLst>
                </a:gridCol>
                <a:gridCol w="1389594">
                  <a:extLst>
                    <a:ext uri="{9D8B030D-6E8A-4147-A177-3AD203B41FA5}">
                      <a16:colId xmlns:a16="http://schemas.microsoft.com/office/drawing/2014/main" val="2978198745"/>
                    </a:ext>
                  </a:extLst>
                </a:gridCol>
                <a:gridCol w="1346200">
                  <a:extLst>
                    <a:ext uri="{9D8B030D-6E8A-4147-A177-3AD203B41FA5}">
                      <a16:colId xmlns:a16="http://schemas.microsoft.com/office/drawing/2014/main" val="1065643896"/>
                    </a:ext>
                  </a:extLst>
                </a:gridCol>
                <a:gridCol w="1557866">
                  <a:extLst>
                    <a:ext uri="{9D8B030D-6E8A-4147-A177-3AD203B41FA5}">
                      <a16:colId xmlns:a16="http://schemas.microsoft.com/office/drawing/2014/main" val="20000"/>
                    </a:ext>
                  </a:extLst>
                </a:gridCol>
                <a:gridCol w="713150">
                  <a:extLst>
                    <a:ext uri="{9D8B030D-6E8A-4147-A177-3AD203B41FA5}">
                      <a16:colId xmlns:a16="http://schemas.microsoft.com/office/drawing/2014/main" val="4010982125"/>
                    </a:ext>
                  </a:extLst>
                </a:gridCol>
              </a:tblGrid>
              <a:tr h="0">
                <a:tc>
                  <a:txBody>
                    <a:bodyPr/>
                    <a:lstStyle/>
                    <a:p>
                      <a:pPr algn="ctr" latinLnBrk="1"/>
                      <a:r>
                        <a:rPr lang="en-US" altLang="ko-KR" sz="800" b="1" dirty="0">
                          <a:solidFill>
                            <a:schemeClr val="tx1"/>
                          </a:solidFill>
                        </a:rPr>
                        <a:t>No</a:t>
                      </a:r>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800" b="1" dirty="0">
                          <a:solidFill>
                            <a:schemeClr val="tx1"/>
                          </a:solidFill>
                        </a:rPr>
                        <a:t>Shop</a:t>
                      </a:r>
                      <a:r>
                        <a:rPr lang="ko-KR" altLang="en-US" sz="800" b="1" dirty="0">
                          <a:solidFill>
                            <a:schemeClr val="tx1"/>
                          </a:solidFill>
                        </a:rPr>
                        <a:t>채널코드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핸드폰 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입장 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등록일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1" i="0" u="none" strike="noStrike" dirty="0">
                          <a:solidFill>
                            <a:schemeClr val="tx1"/>
                          </a:solidFill>
                          <a:effectLst/>
                          <a:latin typeface="+mn-lt"/>
                        </a:rPr>
                        <a:t>관리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88</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latinLnBrk="1"/>
                      <a:r>
                        <a:rPr kumimoji="0" lang="en-US" altLang="ko-KR" sz="90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Me9-2024-099833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010-9999-0088</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x34322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20201.11.22 21:45:00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974838556"/>
                  </a:ext>
                </a:extLst>
              </a:tr>
              <a:tr h="0">
                <a:tc>
                  <a:txBody>
                    <a:bodyPr/>
                    <a:lstStyle/>
                    <a:p>
                      <a:pPr algn="ctr" latinLnBrk="1"/>
                      <a:r>
                        <a:rPr lang="en-US" altLang="ko-KR" sz="800" b="0" dirty="0">
                          <a:solidFill>
                            <a:schemeClr val="tx1"/>
                          </a:solidFill>
                        </a:rPr>
                        <a:t>87</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latinLnBrk="1"/>
                      <a:r>
                        <a:rPr kumimoji="0" lang="en-US" altLang="ko-KR" sz="90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Me9-2024-099833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010-9999-0007</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김영광</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20201.11.22 21:45:00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984312831"/>
                  </a:ext>
                </a:extLst>
              </a:tr>
              <a:tr h="0">
                <a:tc>
                  <a:txBody>
                    <a:bodyPr/>
                    <a:lstStyle/>
                    <a:p>
                      <a:pPr algn="ctr" latinLnBrk="1"/>
                      <a:r>
                        <a:rPr lang="en-US" altLang="ko-KR" sz="800" b="0" dirty="0">
                          <a:solidFill>
                            <a:schemeClr val="tx1"/>
                          </a:solidFill>
                        </a:rPr>
                        <a:t>86</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latinLnBrk="1"/>
                      <a:r>
                        <a:rPr kumimoji="0" lang="en-US" altLang="ko-KR" sz="90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Me9-2024-099833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010-9999-0009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112442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20201.11.22 21:45:00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802282787"/>
                  </a:ext>
                </a:extLst>
              </a:tr>
              <a:tr h="0">
                <a:tc>
                  <a:txBody>
                    <a:bodyPr/>
                    <a:lstStyle/>
                    <a:p>
                      <a:pPr algn="ctr" latinLnBrk="1"/>
                      <a:r>
                        <a:rPr lang="en-US" altLang="ko-KR" sz="800" b="0" dirty="0">
                          <a:solidFill>
                            <a:schemeClr val="tx1"/>
                          </a:solidFill>
                        </a:rPr>
                        <a:t>85</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latinLnBrk="1"/>
                      <a:r>
                        <a:rPr kumimoji="0" lang="en-US" altLang="ko-KR" sz="90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Me9-2024-099833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010-9999-0006</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서울시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20201.11.22 21:45:00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243632020"/>
                  </a:ext>
                </a:extLst>
              </a:tr>
              <a:tr h="0">
                <a:tc>
                  <a:txBody>
                    <a:bodyPr/>
                    <a:lstStyle/>
                    <a:p>
                      <a:pPr algn="ctr" latinLnBrk="1"/>
                      <a:r>
                        <a:rPr lang="en-US" altLang="ko-KR" sz="800" b="0" dirty="0">
                          <a:solidFill>
                            <a:schemeClr val="tx1"/>
                          </a:solidFill>
                        </a:rPr>
                        <a:t>84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latinLnBrk="1"/>
                      <a:r>
                        <a:rPr kumimoji="0" lang="en-US" altLang="ko-KR" sz="900" b="0" i="0" u="none" strike="noStrike" kern="1200" cap="none" spc="0" normalizeH="0" baseline="0" noProof="0" dirty="0">
                          <a:ln>
                            <a:noFill/>
                          </a:ln>
                          <a:solidFill>
                            <a:srgbClr val="000000"/>
                          </a:solidFill>
                          <a:effectLst/>
                          <a:uLnTx/>
                          <a:uFillTx/>
                          <a:latin typeface="맑은 고딕" panose="020F0502020204030204"/>
                          <a:ea typeface="맑은 고딕" panose="020B0503020000020004" pitchFamily="50" charset="-127"/>
                          <a:cs typeface="+mn-cs"/>
                        </a:rPr>
                        <a:t>Me9-2024-099833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010-9999-0005</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11122222333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20201.11.22 21:45:00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928819381"/>
                  </a:ext>
                </a:extLst>
              </a:tr>
              <a:tr h="0">
                <a:tc>
                  <a:txBody>
                    <a:bodyPr/>
                    <a:lstStyle/>
                    <a:p>
                      <a:pPr algn="ctr" latinLnBrk="1"/>
                      <a:r>
                        <a:rPr lang="en-US" altLang="ko-KR" sz="800" b="0" dirty="0">
                          <a:solidFill>
                            <a:schemeClr val="tx1"/>
                          </a:solidFill>
                        </a:rPr>
                        <a:t>83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latinLnBrk="1"/>
                      <a:r>
                        <a:rPr kumimoji="0" lang="en-US" altLang="ko-KR" sz="900" b="0" i="0" u="none" strike="noStrike" kern="1200" cap="none" spc="0" normalizeH="0" baseline="0" noProof="0" dirty="0">
                          <a:ln>
                            <a:noFill/>
                          </a:ln>
                          <a:solidFill>
                            <a:srgbClr val="000000"/>
                          </a:solidFill>
                          <a:effectLst/>
                          <a:uLnTx/>
                          <a:uFillTx/>
                          <a:latin typeface="맑은 고딕" panose="020F0502020204030204"/>
                          <a:ea typeface="맑은 고딕" panose="020B0503020000020004" pitchFamily="50" charset="-127"/>
                          <a:cs typeface="+mn-cs"/>
                        </a:rPr>
                        <a:t>Me9-2024-099833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010-9999-0004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Asdfddsd-09</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20201.11.22 21:45:00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647175901"/>
                  </a:ext>
                </a:extLst>
              </a:tr>
              <a:tr h="0">
                <a:tc>
                  <a:txBody>
                    <a:bodyPr/>
                    <a:lstStyle/>
                    <a:p>
                      <a:pPr algn="ctr" latinLnBrk="1"/>
                      <a:r>
                        <a:rPr lang="en-US" altLang="ko-KR" sz="800" b="0" dirty="0">
                          <a:solidFill>
                            <a:schemeClr val="tx1"/>
                          </a:solidFill>
                        </a:rPr>
                        <a:t>82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latinLnBrk="1"/>
                      <a:r>
                        <a:rPr kumimoji="0" lang="en-US" altLang="ko-KR" sz="900" b="0" i="0" u="none" strike="noStrike" kern="1200" cap="none" spc="0" normalizeH="0" baseline="0" noProof="0" dirty="0">
                          <a:ln>
                            <a:noFill/>
                          </a:ln>
                          <a:solidFill>
                            <a:srgbClr val="000000"/>
                          </a:solidFill>
                          <a:effectLst/>
                          <a:uLnTx/>
                          <a:uFillTx/>
                          <a:latin typeface="맑은 고딕" panose="020F0502020204030204"/>
                          <a:ea typeface="맑은 고딕" panose="020B0503020000020004" pitchFamily="50" charset="-127"/>
                          <a:cs typeface="+mn-cs"/>
                        </a:rPr>
                        <a:t>Me9-2024-099833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010-9999-0003</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101</a:t>
                      </a:r>
                      <a:r>
                        <a:rPr lang="ko-KR" altLang="en-US" sz="800" b="0" dirty="0">
                          <a:solidFill>
                            <a:schemeClr val="tx1"/>
                          </a:solidFill>
                        </a:rPr>
                        <a:t>동</a:t>
                      </a:r>
                      <a:r>
                        <a:rPr lang="en-US" altLang="ko-KR" sz="800" b="0" dirty="0">
                          <a:solidFill>
                            <a:schemeClr val="tx1"/>
                          </a:solidFill>
                        </a:rPr>
                        <a:t>12</a:t>
                      </a:r>
                      <a:r>
                        <a:rPr lang="ko-KR" altLang="en-US" sz="800" b="0" dirty="0">
                          <a:solidFill>
                            <a:schemeClr val="tx1"/>
                          </a:solidFill>
                        </a:rPr>
                        <a:t>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20201.11.22 21:45:00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1947526"/>
                  </a:ext>
                </a:extLst>
              </a:tr>
              <a:tr h="0">
                <a:tc>
                  <a:txBody>
                    <a:bodyPr/>
                    <a:lstStyle/>
                    <a:p>
                      <a:pPr algn="ctr" latinLnBrk="1"/>
                      <a:r>
                        <a:rPr lang="en-US" altLang="ko-KR" sz="800" b="0" dirty="0">
                          <a:solidFill>
                            <a:schemeClr val="tx1"/>
                          </a:solidFill>
                        </a:rPr>
                        <a:t>81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latinLnBrk="1"/>
                      <a:r>
                        <a:rPr kumimoji="0" lang="en-US" altLang="ko-KR" sz="900" b="0" i="0" u="none" strike="noStrike" kern="1200" cap="none" spc="0" normalizeH="0" baseline="0" noProof="0" dirty="0">
                          <a:ln>
                            <a:noFill/>
                          </a:ln>
                          <a:solidFill>
                            <a:srgbClr val="000000"/>
                          </a:solidFill>
                          <a:effectLst/>
                          <a:uLnTx/>
                          <a:uFillTx/>
                          <a:latin typeface="맑은 고딕" panose="020F0502020204030204"/>
                          <a:ea typeface="맑은 고딕" panose="020B0503020000020004" pitchFamily="50" charset="-127"/>
                          <a:cs typeface="+mn-cs"/>
                        </a:rPr>
                        <a:t>Me9-2024-099833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010-9999-0002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풍림아파트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20201.11.22 21:45:00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530036731"/>
                  </a:ext>
                </a:extLst>
              </a:tr>
            </a:tbl>
          </a:graphicData>
        </a:graphic>
      </p:graphicFrame>
      <p:sp>
        <p:nvSpPr>
          <p:cNvPr id="33" name="직사각형 32">
            <a:extLst>
              <a:ext uri="{FF2B5EF4-FFF2-40B4-BE49-F238E27FC236}">
                <a16:creationId xmlns:a16="http://schemas.microsoft.com/office/drawing/2014/main" id="{6E694ECB-587C-41C8-89C2-3B101D0C530F}"/>
              </a:ext>
            </a:extLst>
          </p:cNvPr>
          <p:cNvSpPr/>
          <p:nvPr/>
        </p:nvSpPr>
        <p:spPr>
          <a:xfrm>
            <a:off x="9056981" y="4419600"/>
            <a:ext cx="530309" cy="148808"/>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삭제</a:t>
            </a:r>
            <a:endParaRPr lang="en-US" altLang="ko-KR" sz="800" dirty="0">
              <a:solidFill>
                <a:schemeClr val="bg1"/>
              </a:solidFill>
            </a:endParaRPr>
          </a:p>
        </p:txBody>
      </p:sp>
      <p:sp>
        <p:nvSpPr>
          <p:cNvPr id="34" name="직사각형 33">
            <a:extLst>
              <a:ext uri="{FF2B5EF4-FFF2-40B4-BE49-F238E27FC236}">
                <a16:creationId xmlns:a16="http://schemas.microsoft.com/office/drawing/2014/main" id="{4F3B3A41-611B-4F7B-AAA2-B105B9B35CC2}"/>
              </a:ext>
            </a:extLst>
          </p:cNvPr>
          <p:cNvSpPr/>
          <p:nvPr/>
        </p:nvSpPr>
        <p:spPr>
          <a:xfrm>
            <a:off x="9056981" y="4648200"/>
            <a:ext cx="530309" cy="148808"/>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삭제</a:t>
            </a:r>
            <a:endParaRPr lang="en-US" altLang="ko-KR" sz="800" dirty="0">
              <a:solidFill>
                <a:schemeClr val="bg1"/>
              </a:solidFill>
            </a:endParaRPr>
          </a:p>
        </p:txBody>
      </p:sp>
      <p:sp>
        <p:nvSpPr>
          <p:cNvPr id="35" name="직사각형 34">
            <a:extLst>
              <a:ext uri="{FF2B5EF4-FFF2-40B4-BE49-F238E27FC236}">
                <a16:creationId xmlns:a16="http://schemas.microsoft.com/office/drawing/2014/main" id="{1BCADC85-038E-417E-A611-424D1BAAE1CC}"/>
              </a:ext>
            </a:extLst>
          </p:cNvPr>
          <p:cNvSpPr/>
          <p:nvPr/>
        </p:nvSpPr>
        <p:spPr>
          <a:xfrm>
            <a:off x="9056981" y="4881529"/>
            <a:ext cx="530309" cy="148808"/>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삭제</a:t>
            </a:r>
            <a:endParaRPr lang="en-US" altLang="ko-KR" sz="800" dirty="0">
              <a:solidFill>
                <a:schemeClr val="bg1"/>
              </a:solidFill>
            </a:endParaRPr>
          </a:p>
        </p:txBody>
      </p:sp>
      <p:sp>
        <p:nvSpPr>
          <p:cNvPr id="36" name="직사각형 35">
            <a:extLst>
              <a:ext uri="{FF2B5EF4-FFF2-40B4-BE49-F238E27FC236}">
                <a16:creationId xmlns:a16="http://schemas.microsoft.com/office/drawing/2014/main" id="{28F49819-1008-43F1-9432-75191B427F73}"/>
              </a:ext>
            </a:extLst>
          </p:cNvPr>
          <p:cNvSpPr/>
          <p:nvPr/>
        </p:nvSpPr>
        <p:spPr>
          <a:xfrm>
            <a:off x="9056981" y="5110129"/>
            <a:ext cx="530309" cy="148808"/>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삭제</a:t>
            </a:r>
            <a:endParaRPr lang="en-US" altLang="ko-KR" sz="800" dirty="0">
              <a:solidFill>
                <a:schemeClr val="bg1"/>
              </a:solidFill>
            </a:endParaRPr>
          </a:p>
        </p:txBody>
      </p:sp>
      <p:sp>
        <p:nvSpPr>
          <p:cNvPr id="37" name="직사각형 36">
            <a:extLst>
              <a:ext uri="{FF2B5EF4-FFF2-40B4-BE49-F238E27FC236}">
                <a16:creationId xmlns:a16="http://schemas.microsoft.com/office/drawing/2014/main" id="{91036962-227A-44A3-804B-6E081B20787A}"/>
              </a:ext>
            </a:extLst>
          </p:cNvPr>
          <p:cNvSpPr/>
          <p:nvPr/>
        </p:nvSpPr>
        <p:spPr>
          <a:xfrm>
            <a:off x="9056981" y="5322862"/>
            <a:ext cx="530309" cy="148808"/>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삭제</a:t>
            </a:r>
            <a:endParaRPr lang="en-US" altLang="ko-KR" sz="800" dirty="0">
              <a:solidFill>
                <a:schemeClr val="bg1"/>
              </a:solidFill>
            </a:endParaRPr>
          </a:p>
        </p:txBody>
      </p:sp>
      <p:sp>
        <p:nvSpPr>
          <p:cNvPr id="38" name="직사각형 37">
            <a:extLst>
              <a:ext uri="{FF2B5EF4-FFF2-40B4-BE49-F238E27FC236}">
                <a16:creationId xmlns:a16="http://schemas.microsoft.com/office/drawing/2014/main" id="{5B7A47ED-535C-4349-B132-B4FB0A737364}"/>
              </a:ext>
            </a:extLst>
          </p:cNvPr>
          <p:cNvSpPr/>
          <p:nvPr/>
        </p:nvSpPr>
        <p:spPr>
          <a:xfrm>
            <a:off x="9056981" y="5559929"/>
            <a:ext cx="530309" cy="148808"/>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삭제</a:t>
            </a:r>
            <a:endParaRPr lang="en-US" altLang="ko-KR" sz="800" dirty="0">
              <a:solidFill>
                <a:schemeClr val="bg1"/>
              </a:solidFill>
            </a:endParaRPr>
          </a:p>
        </p:txBody>
      </p:sp>
      <p:sp>
        <p:nvSpPr>
          <p:cNvPr id="39" name="직사각형 38">
            <a:extLst>
              <a:ext uri="{FF2B5EF4-FFF2-40B4-BE49-F238E27FC236}">
                <a16:creationId xmlns:a16="http://schemas.microsoft.com/office/drawing/2014/main" id="{12190F6C-343E-4826-A64B-94F483D0B145}"/>
              </a:ext>
            </a:extLst>
          </p:cNvPr>
          <p:cNvSpPr/>
          <p:nvPr/>
        </p:nvSpPr>
        <p:spPr>
          <a:xfrm>
            <a:off x="9056981" y="5793258"/>
            <a:ext cx="530309" cy="148808"/>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삭제</a:t>
            </a:r>
            <a:endParaRPr lang="en-US" altLang="ko-KR" sz="800" dirty="0">
              <a:solidFill>
                <a:schemeClr val="bg1"/>
              </a:solidFill>
            </a:endParaRPr>
          </a:p>
        </p:txBody>
      </p:sp>
      <p:sp>
        <p:nvSpPr>
          <p:cNvPr id="40" name="직사각형 39">
            <a:extLst>
              <a:ext uri="{FF2B5EF4-FFF2-40B4-BE49-F238E27FC236}">
                <a16:creationId xmlns:a16="http://schemas.microsoft.com/office/drawing/2014/main" id="{405E8480-25DF-430F-B006-0E88F20A887C}"/>
              </a:ext>
            </a:extLst>
          </p:cNvPr>
          <p:cNvSpPr/>
          <p:nvPr/>
        </p:nvSpPr>
        <p:spPr>
          <a:xfrm>
            <a:off x="9056981" y="6021858"/>
            <a:ext cx="530309" cy="148808"/>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삭제</a:t>
            </a:r>
            <a:endParaRPr lang="en-US" altLang="ko-KR" sz="800" dirty="0">
              <a:solidFill>
                <a:schemeClr val="bg1"/>
              </a:solidFill>
            </a:endParaRPr>
          </a:p>
        </p:txBody>
      </p:sp>
      <p:sp>
        <p:nvSpPr>
          <p:cNvPr id="41" name="TextBox 40">
            <a:extLst>
              <a:ext uri="{FF2B5EF4-FFF2-40B4-BE49-F238E27FC236}">
                <a16:creationId xmlns:a16="http://schemas.microsoft.com/office/drawing/2014/main" id="{11798D8A-5F72-4C8F-862C-5970890EBCCA}"/>
              </a:ext>
            </a:extLst>
          </p:cNvPr>
          <p:cNvSpPr txBox="1"/>
          <p:nvPr/>
        </p:nvSpPr>
        <p:spPr>
          <a:xfrm>
            <a:off x="3322141" y="1736721"/>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42" name="TextBox 41">
            <a:extLst>
              <a:ext uri="{FF2B5EF4-FFF2-40B4-BE49-F238E27FC236}">
                <a16:creationId xmlns:a16="http://schemas.microsoft.com/office/drawing/2014/main" id="{7B5B0D64-48C8-47FA-9E1E-EC7FA392DA2F}"/>
              </a:ext>
            </a:extLst>
          </p:cNvPr>
          <p:cNvSpPr txBox="1"/>
          <p:nvPr/>
        </p:nvSpPr>
        <p:spPr>
          <a:xfrm>
            <a:off x="7136245" y="1934695"/>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43" name="TextBox 42">
            <a:extLst>
              <a:ext uri="{FF2B5EF4-FFF2-40B4-BE49-F238E27FC236}">
                <a16:creationId xmlns:a16="http://schemas.microsoft.com/office/drawing/2014/main" id="{CAEFB6A9-D948-4B84-84CE-6BCE24B9068F}"/>
              </a:ext>
            </a:extLst>
          </p:cNvPr>
          <p:cNvSpPr txBox="1"/>
          <p:nvPr/>
        </p:nvSpPr>
        <p:spPr>
          <a:xfrm>
            <a:off x="5888053" y="3356396"/>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
        <p:nvSpPr>
          <p:cNvPr id="44" name="TextBox 43">
            <a:extLst>
              <a:ext uri="{FF2B5EF4-FFF2-40B4-BE49-F238E27FC236}">
                <a16:creationId xmlns:a16="http://schemas.microsoft.com/office/drawing/2014/main" id="{429D5598-C078-46C5-BC4D-0DA2788F9755}"/>
              </a:ext>
            </a:extLst>
          </p:cNvPr>
          <p:cNvSpPr txBox="1"/>
          <p:nvPr/>
        </p:nvSpPr>
        <p:spPr>
          <a:xfrm>
            <a:off x="7441863" y="3367722"/>
            <a:ext cx="251992" cy="230832"/>
          </a:xfrm>
          <a:prstGeom prst="rect">
            <a:avLst/>
          </a:prstGeom>
          <a:solidFill>
            <a:srgbClr val="FF0000"/>
          </a:solidFill>
        </p:spPr>
        <p:txBody>
          <a:bodyPr wrap="none" rtlCol="0">
            <a:spAutoFit/>
          </a:bodyPr>
          <a:lstStyle/>
          <a:p>
            <a:r>
              <a:rPr lang="en-US" altLang="ko-KR" sz="900" b="1" dirty="0">
                <a:solidFill>
                  <a:schemeClr val="bg1"/>
                </a:solidFill>
              </a:rPr>
              <a:t>5</a:t>
            </a:r>
            <a:endParaRPr lang="ko-KR" altLang="en-US" sz="900" b="1" dirty="0">
              <a:solidFill>
                <a:schemeClr val="bg1"/>
              </a:solidFill>
            </a:endParaRPr>
          </a:p>
        </p:txBody>
      </p:sp>
      <p:sp>
        <p:nvSpPr>
          <p:cNvPr id="45" name="TextBox 44">
            <a:extLst>
              <a:ext uri="{FF2B5EF4-FFF2-40B4-BE49-F238E27FC236}">
                <a16:creationId xmlns:a16="http://schemas.microsoft.com/office/drawing/2014/main" id="{20DF47CF-EEAE-41D8-A97F-3993DB2826D1}"/>
              </a:ext>
            </a:extLst>
          </p:cNvPr>
          <p:cNvSpPr txBox="1"/>
          <p:nvPr/>
        </p:nvSpPr>
        <p:spPr>
          <a:xfrm>
            <a:off x="2126469" y="4097716"/>
            <a:ext cx="251992" cy="230832"/>
          </a:xfrm>
          <a:prstGeom prst="rect">
            <a:avLst/>
          </a:prstGeom>
          <a:solidFill>
            <a:srgbClr val="FF0000"/>
          </a:solidFill>
        </p:spPr>
        <p:txBody>
          <a:bodyPr wrap="none" rtlCol="0">
            <a:spAutoFit/>
          </a:bodyPr>
          <a:lstStyle/>
          <a:p>
            <a:r>
              <a:rPr lang="en-US" altLang="ko-KR" sz="900" b="1" dirty="0">
                <a:solidFill>
                  <a:schemeClr val="bg1"/>
                </a:solidFill>
              </a:rPr>
              <a:t>6</a:t>
            </a:r>
            <a:endParaRPr lang="ko-KR" altLang="en-US" sz="900" b="1" dirty="0">
              <a:solidFill>
                <a:schemeClr val="bg1"/>
              </a:solidFill>
            </a:endParaRPr>
          </a:p>
        </p:txBody>
      </p:sp>
      <p:sp>
        <p:nvSpPr>
          <p:cNvPr id="46" name="TextBox 45">
            <a:extLst>
              <a:ext uri="{FF2B5EF4-FFF2-40B4-BE49-F238E27FC236}">
                <a16:creationId xmlns:a16="http://schemas.microsoft.com/office/drawing/2014/main" id="{36EAFC6C-5F7C-41C3-84F8-8DD5EA30EBB8}"/>
              </a:ext>
            </a:extLst>
          </p:cNvPr>
          <p:cNvSpPr txBox="1"/>
          <p:nvPr/>
        </p:nvSpPr>
        <p:spPr>
          <a:xfrm>
            <a:off x="9522428" y="4240259"/>
            <a:ext cx="251992" cy="230832"/>
          </a:xfrm>
          <a:prstGeom prst="rect">
            <a:avLst/>
          </a:prstGeom>
          <a:solidFill>
            <a:srgbClr val="FF0000"/>
          </a:solidFill>
        </p:spPr>
        <p:txBody>
          <a:bodyPr wrap="none" rtlCol="0">
            <a:spAutoFit/>
          </a:bodyPr>
          <a:lstStyle/>
          <a:p>
            <a:r>
              <a:rPr lang="en-US" altLang="ko-KR" sz="900" b="1" dirty="0">
                <a:solidFill>
                  <a:schemeClr val="bg1"/>
                </a:solidFill>
              </a:rPr>
              <a:t>7</a:t>
            </a:r>
            <a:endParaRPr lang="ko-KR" altLang="en-US" sz="900" b="1" dirty="0">
              <a:solidFill>
                <a:schemeClr val="bg1"/>
              </a:solidFill>
            </a:endParaRPr>
          </a:p>
        </p:txBody>
      </p:sp>
      <p:sp>
        <p:nvSpPr>
          <p:cNvPr id="47" name="직사각형 46">
            <a:extLst>
              <a:ext uri="{FF2B5EF4-FFF2-40B4-BE49-F238E27FC236}">
                <a16:creationId xmlns:a16="http://schemas.microsoft.com/office/drawing/2014/main" id="{4BBA76B6-7004-49A9-9869-981319ED3AA3}"/>
              </a:ext>
            </a:extLst>
          </p:cNvPr>
          <p:cNvSpPr/>
          <p:nvPr/>
        </p:nvSpPr>
        <p:spPr>
          <a:xfrm>
            <a:off x="8998948" y="6289761"/>
            <a:ext cx="646374" cy="163790"/>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전체삭제</a:t>
            </a:r>
            <a:endParaRPr lang="en-US" altLang="ko-KR" sz="800" dirty="0">
              <a:solidFill>
                <a:schemeClr val="bg1"/>
              </a:solidFill>
            </a:endParaRPr>
          </a:p>
        </p:txBody>
      </p:sp>
      <p:sp>
        <p:nvSpPr>
          <p:cNvPr id="48" name="TextBox 47">
            <a:extLst>
              <a:ext uri="{FF2B5EF4-FFF2-40B4-BE49-F238E27FC236}">
                <a16:creationId xmlns:a16="http://schemas.microsoft.com/office/drawing/2014/main" id="{9DC7F17E-0154-4B46-B9E8-870688C66F37}"/>
              </a:ext>
            </a:extLst>
          </p:cNvPr>
          <p:cNvSpPr txBox="1"/>
          <p:nvPr/>
        </p:nvSpPr>
        <p:spPr>
          <a:xfrm>
            <a:off x="9678216" y="6254922"/>
            <a:ext cx="251992" cy="230832"/>
          </a:xfrm>
          <a:prstGeom prst="rect">
            <a:avLst/>
          </a:prstGeom>
          <a:solidFill>
            <a:srgbClr val="FF0000"/>
          </a:solidFill>
        </p:spPr>
        <p:txBody>
          <a:bodyPr wrap="none" rtlCol="0">
            <a:spAutoFit/>
          </a:bodyPr>
          <a:lstStyle/>
          <a:p>
            <a:r>
              <a:rPr lang="en-US" altLang="ko-KR" sz="900" b="1" dirty="0">
                <a:solidFill>
                  <a:schemeClr val="bg1"/>
                </a:solidFill>
              </a:rPr>
              <a:t>8</a:t>
            </a:r>
            <a:endParaRPr lang="ko-KR" altLang="en-US" sz="900" b="1" dirty="0">
              <a:solidFill>
                <a:schemeClr val="bg1"/>
              </a:solidFill>
            </a:endParaRPr>
          </a:p>
        </p:txBody>
      </p:sp>
      <p:pic>
        <p:nvPicPr>
          <p:cNvPr id="49" name="Picture 2">
            <a:extLst>
              <a:ext uri="{FF2B5EF4-FFF2-40B4-BE49-F238E27FC236}">
                <a16:creationId xmlns:a16="http://schemas.microsoft.com/office/drawing/2014/main" id="{284EEC2B-B401-4382-8088-D193E2D4F738}"/>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790912" y="6398805"/>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3541912824"/>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608FA3DB-436C-4EE6-8056-B5041DD503CE}"/>
              </a:ext>
            </a:extLst>
          </p:cNvPr>
          <p:cNvSpPr/>
          <p:nvPr/>
        </p:nvSpPr>
        <p:spPr>
          <a:xfrm>
            <a:off x="-270927" y="2105601"/>
            <a:ext cx="10253134" cy="1695927"/>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23" name="타원 22">
            <a:extLst>
              <a:ext uri="{FF2B5EF4-FFF2-40B4-BE49-F238E27FC236}">
                <a16:creationId xmlns:a16="http://schemas.microsoft.com/office/drawing/2014/main" id="{81CAF3CC-0BF2-458C-A79A-76A34287FE46}"/>
              </a:ext>
            </a:extLst>
          </p:cNvPr>
          <p:cNvSpPr/>
          <p:nvPr/>
        </p:nvSpPr>
        <p:spPr>
          <a:xfrm>
            <a:off x="1231060" y="1447801"/>
            <a:ext cx="3154673"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 name="TextBox 25">
            <a:extLst>
              <a:ext uri="{FF2B5EF4-FFF2-40B4-BE49-F238E27FC236}">
                <a16:creationId xmlns:a16="http://schemas.microsoft.com/office/drawing/2014/main" id="{F753BD34-59FD-4F72-ACAD-4D441DD5DF30}"/>
              </a:ext>
            </a:extLst>
          </p:cNvPr>
          <p:cNvSpPr txBox="1"/>
          <p:nvPr/>
        </p:nvSpPr>
        <p:spPr>
          <a:xfrm>
            <a:off x="1882995" y="1303963"/>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graphicFrame>
        <p:nvGraphicFramePr>
          <p:cNvPr id="14" name="표 13">
            <a:extLst>
              <a:ext uri="{FF2B5EF4-FFF2-40B4-BE49-F238E27FC236}">
                <a16:creationId xmlns:a16="http://schemas.microsoft.com/office/drawing/2014/main" id="{2846AC3D-9025-43CA-88AE-4EEC8D4F10A7}"/>
              </a:ext>
            </a:extLst>
          </p:cNvPr>
          <p:cNvGraphicFramePr>
            <a:graphicFrameLocks noGrp="1"/>
          </p:cNvGraphicFramePr>
          <p:nvPr>
            <p:extLst>
              <p:ext uri="{D42A27DB-BD31-4B8C-83A1-F6EECF244321}">
                <p14:modId xmlns:p14="http://schemas.microsoft.com/office/powerpoint/2010/main" val="1264724596"/>
              </p:ext>
            </p:extLst>
          </p:nvPr>
        </p:nvGraphicFramePr>
        <p:xfrm>
          <a:off x="-43694" y="2372846"/>
          <a:ext cx="9943899" cy="79248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8738874">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카피라이트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886891895"/>
                  </a:ext>
                </a:extLst>
              </a:tr>
              <a:tr h="0">
                <a:tc>
                  <a:txBody>
                    <a:bodyPr/>
                    <a:lstStyle/>
                    <a:p>
                      <a:pPr latinLnBrk="1"/>
                      <a:r>
                        <a:rPr lang="ko-KR" altLang="en-US" sz="800" b="0" dirty="0">
                          <a:solidFill>
                            <a:schemeClr val="tx1"/>
                          </a:solidFill>
                        </a:rPr>
                        <a:t>그룹 </a:t>
                      </a:r>
                      <a:r>
                        <a:rPr lang="en-US" altLang="ko-KR" sz="800" b="0" dirty="0">
                          <a:solidFill>
                            <a:schemeClr val="tx1"/>
                          </a:solidFill>
                        </a:rPr>
                        <a:t>keyword</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16" name="직사각형 15">
            <a:extLst>
              <a:ext uri="{FF2B5EF4-FFF2-40B4-BE49-F238E27FC236}">
                <a16:creationId xmlns:a16="http://schemas.microsoft.com/office/drawing/2014/main" id="{F1D0652E-9D07-4E20-A531-D7127B0B380D}"/>
              </a:ext>
            </a:extLst>
          </p:cNvPr>
          <p:cNvSpPr/>
          <p:nvPr/>
        </p:nvSpPr>
        <p:spPr>
          <a:xfrm>
            <a:off x="1244828" y="2664735"/>
            <a:ext cx="2722514" cy="17691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Keyword </a:t>
            </a:r>
            <a:r>
              <a:rPr lang="ko-KR" altLang="en-US" sz="800" dirty="0">
                <a:solidFill>
                  <a:schemeClr val="tx1">
                    <a:lumMod val="50000"/>
                    <a:lumOff val="50000"/>
                  </a:schemeClr>
                </a:solidFill>
              </a:rPr>
              <a:t>입력</a:t>
            </a:r>
            <a:endParaRPr lang="en-US" altLang="ko-KR" sz="800" dirty="0">
              <a:solidFill>
                <a:schemeClr val="tx1">
                  <a:lumMod val="50000"/>
                  <a:lumOff val="50000"/>
                </a:schemeClr>
              </a:solidFill>
            </a:endParaRPr>
          </a:p>
        </p:txBody>
      </p:sp>
      <p:sp>
        <p:nvSpPr>
          <p:cNvPr id="18" name="직사각형 17">
            <a:extLst>
              <a:ext uri="{FF2B5EF4-FFF2-40B4-BE49-F238E27FC236}">
                <a16:creationId xmlns:a16="http://schemas.microsoft.com/office/drawing/2014/main" id="{7C0B5768-F40A-4A56-B872-7B4219813035}"/>
              </a:ext>
            </a:extLst>
          </p:cNvPr>
          <p:cNvSpPr/>
          <p:nvPr/>
        </p:nvSpPr>
        <p:spPr>
          <a:xfrm>
            <a:off x="1244828" y="2887137"/>
            <a:ext cx="8535062" cy="218939"/>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9" name="모서리가 둥근 직사각형 89">
            <a:extLst>
              <a:ext uri="{FF2B5EF4-FFF2-40B4-BE49-F238E27FC236}">
                <a16:creationId xmlns:a16="http://schemas.microsoft.com/office/drawing/2014/main" id="{7B52C89E-5EF3-48F0-A14F-A14D27225F77}"/>
              </a:ext>
            </a:extLst>
          </p:cNvPr>
          <p:cNvSpPr/>
          <p:nvPr/>
        </p:nvSpPr>
        <p:spPr>
          <a:xfrm>
            <a:off x="1283090" y="2919170"/>
            <a:ext cx="725985" cy="153004"/>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t>그룹명</a:t>
            </a:r>
            <a:r>
              <a:rPr lang="ko-KR" altLang="en-US" sz="800" dirty="0"/>
              <a:t> </a:t>
            </a:r>
            <a:r>
              <a:rPr lang="en-US" altLang="ko-KR" sz="800" dirty="0"/>
              <a:t>#2</a:t>
            </a:r>
            <a:endParaRPr lang="ko-KR" altLang="en-US" sz="800" dirty="0"/>
          </a:p>
        </p:txBody>
      </p:sp>
      <p:sp>
        <p:nvSpPr>
          <p:cNvPr id="20" name="모서리가 둥근 직사각형 90">
            <a:extLst>
              <a:ext uri="{FF2B5EF4-FFF2-40B4-BE49-F238E27FC236}">
                <a16:creationId xmlns:a16="http://schemas.microsoft.com/office/drawing/2014/main" id="{1F2425B0-47A2-4E06-BA3D-53752AFADE1C}"/>
              </a:ext>
            </a:extLst>
          </p:cNvPr>
          <p:cNvSpPr/>
          <p:nvPr/>
        </p:nvSpPr>
        <p:spPr>
          <a:xfrm>
            <a:off x="2409471" y="2919170"/>
            <a:ext cx="1188857" cy="153004"/>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t>그룹명</a:t>
            </a:r>
            <a:r>
              <a:rPr lang="ko-KR" altLang="en-US" sz="800" dirty="0"/>
              <a:t> 키워드 </a:t>
            </a:r>
            <a:r>
              <a:rPr lang="en-US" altLang="ko-KR" sz="800" dirty="0"/>
              <a:t>#1</a:t>
            </a:r>
            <a:endParaRPr lang="ko-KR" altLang="en-US" sz="800" dirty="0"/>
          </a:p>
        </p:txBody>
      </p:sp>
      <p:grpSp>
        <p:nvGrpSpPr>
          <p:cNvPr id="21" name="그룹 20">
            <a:extLst>
              <a:ext uri="{FF2B5EF4-FFF2-40B4-BE49-F238E27FC236}">
                <a16:creationId xmlns:a16="http://schemas.microsoft.com/office/drawing/2014/main" id="{6685C705-76E8-4C7F-9E57-201451234891}"/>
              </a:ext>
            </a:extLst>
          </p:cNvPr>
          <p:cNvGrpSpPr/>
          <p:nvPr/>
        </p:nvGrpSpPr>
        <p:grpSpPr>
          <a:xfrm>
            <a:off x="2046972" y="2919170"/>
            <a:ext cx="144282" cy="141422"/>
            <a:chOff x="4529318" y="3094220"/>
            <a:chExt cx="144282" cy="141422"/>
          </a:xfrm>
        </p:grpSpPr>
        <p:pic>
          <p:nvPicPr>
            <p:cNvPr id="22" name="그림 21">
              <a:extLst>
                <a:ext uri="{FF2B5EF4-FFF2-40B4-BE49-F238E27FC236}">
                  <a16:creationId xmlns:a16="http://schemas.microsoft.com/office/drawing/2014/main" id="{31A2E8FA-1AC9-4158-868C-933103C29E4B}"/>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flipH="1">
              <a:off x="4547256" y="3102262"/>
              <a:ext cx="125337" cy="125337"/>
            </a:xfrm>
            <a:prstGeom prst="rect">
              <a:avLst/>
            </a:prstGeom>
          </p:spPr>
        </p:pic>
        <p:sp>
          <p:nvSpPr>
            <p:cNvPr id="25" name="모서리가 둥근 직사각형 96">
              <a:extLst>
                <a:ext uri="{FF2B5EF4-FFF2-40B4-BE49-F238E27FC236}">
                  <a16:creationId xmlns:a16="http://schemas.microsoft.com/office/drawing/2014/main" id="{3F432A1D-3612-44E6-824A-8422F3D705CC}"/>
                </a:ext>
              </a:extLst>
            </p:cNvPr>
            <p:cNvSpPr/>
            <p:nvPr/>
          </p:nvSpPr>
          <p:spPr>
            <a:xfrm>
              <a:off x="4529318" y="3094220"/>
              <a:ext cx="144282" cy="141422"/>
            </a:xfrm>
            <a:prstGeom prst="roundRect">
              <a:avLst>
                <a:gd name="adj" fmla="val 15598"/>
              </a:avLst>
            </a:prstGeom>
            <a:no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    </a:t>
              </a:r>
            </a:p>
          </p:txBody>
        </p:sp>
      </p:grpSp>
      <p:grpSp>
        <p:nvGrpSpPr>
          <p:cNvPr id="27" name="그룹 26">
            <a:extLst>
              <a:ext uri="{FF2B5EF4-FFF2-40B4-BE49-F238E27FC236}">
                <a16:creationId xmlns:a16="http://schemas.microsoft.com/office/drawing/2014/main" id="{2F39795B-5CF2-4034-A553-BEF53BF050A8}"/>
              </a:ext>
            </a:extLst>
          </p:cNvPr>
          <p:cNvGrpSpPr/>
          <p:nvPr/>
        </p:nvGrpSpPr>
        <p:grpSpPr>
          <a:xfrm>
            <a:off x="3644612" y="2919170"/>
            <a:ext cx="144282" cy="141422"/>
            <a:chOff x="4529318" y="3094220"/>
            <a:chExt cx="144282" cy="141422"/>
          </a:xfrm>
        </p:grpSpPr>
        <p:pic>
          <p:nvPicPr>
            <p:cNvPr id="28" name="그림 27">
              <a:extLst>
                <a:ext uri="{FF2B5EF4-FFF2-40B4-BE49-F238E27FC236}">
                  <a16:creationId xmlns:a16="http://schemas.microsoft.com/office/drawing/2014/main" id="{C31EBDFC-365A-4CBC-B677-ED0BBA41B3C2}"/>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flipH="1">
              <a:off x="4547256" y="3102262"/>
              <a:ext cx="125337" cy="125337"/>
            </a:xfrm>
            <a:prstGeom prst="rect">
              <a:avLst/>
            </a:prstGeom>
          </p:spPr>
        </p:pic>
        <p:sp>
          <p:nvSpPr>
            <p:cNvPr id="29" name="모서리가 둥근 직사각형 94">
              <a:extLst>
                <a:ext uri="{FF2B5EF4-FFF2-40B4-BE49-F238E27FC236}">
                  <a16:creationId xmlns:a16="http://schemas.microsoft.com/office/drawing/2014/main" id="{EBD29E41-2AF2-4B5D-A231-DB56D1EC0275}"/>
                </a:ext>
              </a:extLst>
            </p:cNvPr>
            <p:cNvSpPr/>
            <p:nvPr/>
          </p:nvSpPr>
          <p:spPr>
            <a:xfrm>
              <a:off x="4529318" y="3094220"/>
              <a:ext cx="144282" cy="141422"/>
            </a:xfrm>
            <a:prstGeom prst="roundRect">
              <a:avLst>
                <a:gd name="adj" fmla="val 15598"/>
              </a:avLst>
            </a:prstGeom>
            <a:no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    </a:t>
              </a:r>
            </a:p>
          </p:txBody>
        </p:sp>
      </p:grpSp>
      <p:sp>
        <p:nvSpPr>
          <p:cNvPr id="30" name="모서리가 둥근 직사각형 90">
            <a:extLst>
              <a:ext uri="{FF2B5EF4-FFF2-40B4-BE49-F238E27FC236}">
                <a16:creationId xmlns:a16="http://schemas.microsoft.com/office/drawing/2014/main" id="{650E5718-902F-4020-A097-D8DB1EC0A43A}"/>
              </a:ext>
            </a:extLst>
          </p:cNvPr>
          <p:cNvSpPr/>
          <p:nvPr/>
        </p:nvSpPr>
        <p:spPr>
          <a:xfrm>
            <a:off x="3967342" y="2927636"/>
            <a:ext cx="1188857" cy="153004"/>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t>그룹명</a:t>
            </a:r>
            <a:r>
              <a:rPr lang="ko-KR" altLang="en-US" sz="800" dirty="0"/>
              <a:t> 키워드 </a:t>
            </a:r>
            <a:r>
              <a:rPr lang="en-US" altLang="ko-KR" sz="800" dirty="0"/>
              <a:t>#2</a:t>
            </a:r>
            <a:endParaRPr lang="ko-KR" altLang="en-US" sz="800" dirty="0"/>
          </a:p>
        </p:txBody>
      </p:sp>
      <p:grpSp>
        <p:nvGrpSpPr>
          <p:cNvPr id="31" name="그룹 30">
            <a:extLst>
              <a:ext uri="{FF2B5EF4-FFF2-40B4-BE49-F238E27FC236}">
                <a16:creationId xmlns:a16="http://schemas.microsoft.com/office/drawing/2014/main" id="{062AFF56-6B0D-46B0-995A-C90EA680613B}"/>
              </a:ext>
            </a:extLst>
          </p:cNvPr>
          <p:cNvGrpSpPr/>
          <p:nvPr/>
        </p:nvGrpSpPr>
        <p:grpSpPr>
          <a:xfrm>
            <a:off x="5202483" y="2927636"/>
            <a:ext cx="144282" cy="141422"/>
            <a:chOff x="4529318" y="3094220"/>
            <a:chExt cx="144282" cy="141422"/>
          </a:xfrm>
        </p:grpSpPr>
        <p:pic>
          <p:nvPicPr>
            <p:cNvPr id="32" name="그림 31">
              <a:extLst>
                <a:ext uri="{FF2B5EF4-FFF2-40B4-BE49-F238E27FC236}">
                  <a16:creationId xmlns:a16="http://schemas.microsoft.com/office/drawing/2014/main" id="{860D4BDB-D560-4E52-980E-8F8477BD0CBB}"/>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flipH="1">
              <a:off x="4547256" y="3102262"/>
              <a:ext cx="125337" cy="125337"/>
            </a:xfrm>
            <a:prstGeom prst="rect">
              <a:avLst/>
            </a:prstGeom>
          </p:spPr>
        </p:pic>
        <p:sp>
          <p:nvSpPr>
            <p:cNvPr id="33" name="모서리가 둥근 직사각형 94">
              <a:extLst>
                <a:ext uri="{FF2B5EF4-FFF2-40B4-BE49-F238E27FC236}">
                  <a16:creationId xmlns:a16="http://schemas.microsoft.com/office/drawing/2014/main" id="{0162002B-4CF6-4ADC-A208-130B1E4B623F}"/>
                </a:ext>
              </a:extLst>
            </p:cNvPr>
            <p:cNvSpPr/>
            <p:nvPr/>
          </p:nvSpPr>
          <p:spPr>
            <a:xfrm>
              <a:off x="4529318" y="3094220"/>
              <a:ext cx="144282" cy="141422"/>
            </a:xfrm>
            <a:prstGeom prst="roundRect">
              <a:avLst>
                <a:gd name="adj" fmla="val 15598"/>
              </a:avLst>
            </a:prstGeom>
            <a:no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    </a:t>
              </a:r>
            </a:p>
          </p:txBody>
        </p:sp>
      </p:grpSp>
      <p:sp>
        <p:nvSpPr>
          <p:cNvPr id="34" name="직사각형 33">
            <a:extLst>
              <a:ext uri="{FF2B5EF4-FFF2-40B4-BE49-F238E27FC236}">
                <a16:creationId xmlns:a16="http://schemas.microsoft.com/office/drawing/2014/main" id="{E5F74EDB-247F-4479-9242-EBFAFECAC6EB}"/>
              </a:ext>
            </a:extLst>
          </p:cNvPr>
          <p:cNvSpPr/>
          <p:nvPr/>
        </p:nvSpPr>
        <p:spPr>
          <a:xfrm>
            <a:off x="1244828" y="2398962"/>
            <a:ext cx="8535063"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cxnSp>
        <p:nvCxnSpPr>
          <p:cNvPr id="24" name="직선 화살표 연결선 23">
            <a:extLst>
              <a:ext uri="{FF2B5EF4-FFF2-40B4-BE49-F238E27FC236}">
                <a16:creationId xmlns:a16="http://schemas.microsoft.com/office/drawing/2014/main" id="{27501C36-FD9A-42F8-9DB9-D69A5C7D6D0D}"/>
              </a:ext>
            </a:extLst>
          </p:cNvPr>
          <p:cNvCxnSpPr>
            <a:cxnSpLocks/>
            <a:stCxn id="23" idx="4"/>
          </p:cNvCxnSpPr>
          <p:nvPr/>
        </p:nvCxnSpPr>
        <p:spPr>
          <a:xfrm flipH="1">
            <a:off x="2531533" y="1891425"/>
            <a:ext cx="276864" cy="77331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61AD53DD-035B-4776-868F-9FAD4ED515CE}"/>
              </a:ext>
            </a:extLst>
          </p:cNvPr>
          <p:cNvSpPr txBox="1"/>
          <p:nvPr/>
        </p:nvSpPr>
        <p:spPr>
          <a:xfrm>
            <a:off x="1892630" y="3038360"/>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graphicFrame>
        <p:nvGraphicFramePr>
          <p:cNvPr id="36" name="표 35">
            <a:extLst>
              <a:ext uri="{FF2B5EF4-FFF2-40B4-BE49-F238E27FC236}">
                <a16:creationId xmlns:a16="http://schemas.microsoft.com/office/drawing/2014/main" id="{6F174E8B-F8E5-4DF8-B5CB-EDA1FDCF2209}"/>
              </a:ext>
            </a:extLst>
          </p:cNvPr>
          <p:cNvGraphicFramePr>
            <a:graphicFrameLocks noGrp="1"/>
          </p:cNvGraphicFramePr>
          <p:nvPr>
            <p:extLst>
              <p:ext uri="{D42A27DB-BD31-4B8C-83A1-F6EECF244321}">
                <p14:modId xmlns:p14="http://schemas.microsoft.com/office/powerpoint/2010/main" val="3551633406"/>
              </p:ext>
            </p:extLst>
          </p:nvPr>
        </p:nvGraphicFramePr>
        <p:xfrm>
          <a:off x="10171774" y="22159"/>
          <a:ext cx="1979018" cy="23632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RF-02-04-02-2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채널등록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a:t>
                      </a:r>
                      <a:r>
                        <a:rPr lang="ko-KR" altLang="en-US" sz="800" dirty="0" err="1"/>
                        <a:t>등록화면</a:t>
                      </a:r>
                      <a:endParaRPr lang="en-US" altLang="ko-KR" sz="800" dirty="0"/>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그룹 </a:t>
                      </a:r>
                      <a:r>
                        <a:rPr lang="en-US" altLang="ko-KR" sz="800" dirty="0"/>
                        <a:t>keyword</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 </a:t>
                      </a:r>
                      <a:r>
                        <a:rPr lang="ko-KR" altLang="en-US" sz="800" dirty="0"/>
                        <a:t>채널 등록 화면에서 그룹 </a:t>
                      </a:r>
                      <a:r>
                        <a:rPr lang="en-US" altLang="ko-KR" sz="800" dirty="0"/>
                        <a:t>keyword</a:t>
                      </a:r>
                      <a:r>
                        <a:rPr lang="ko-KR" altLang="en-US" sz="800" dirty="0"/>
                        <a:t>를 입력할 때의 화면 변화</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02122131"/>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키워드 입력란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입력된 키워드는 키워드 입력란 하단에 보여지며 </a:t>
                      </a:r>
                      <a:r>
                        <a:rPr lang="en-US" altLang="ko-KR" sz="800" b="0" dirty="0">
                          <a:solidFill>
                            <a:schemeClr val="tx1"/>
                          </a:solidFill>
                        </a:rPr>
                        <a:t>x </a:t>
                      </a:r>
                      <a:r>
                        <a:rPr lang="ko-KR" altLang="en-US" sz="800" b="0" dirty="0">
                          <a:solidFill>
                            <a:schemeClr val="tx1"/>
                          </a:solidFill>
                        </a:rPr>
                        <a:t>버튼을 눌러 삭제할 수 있다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417768052"/>
                  </a:ext>
                </a:extLst>
              </a:tr>
            </a:tbl>
          </a:graphicData>
        </a:graphic>
      </p:graphicFrame>
    </p:spTree>
    <p:extLst>
      <p:ext uri="{BB962C8B-B14F-4D97-AF65-F5344CB8AC3E}">
        <p14:creationId xmlns:p14="http://schemas.microsoft.com/office/powerpoint/2010/main" val="174492060"/>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84BCE87A-5584-491A-882E-D1A2E4C0C946}"/>
              </a:ext>
            </a:extLst>
          </p:cNvPr>
          <p:cNvSpPr/>
          <p:nvPr/>
        </p:nvSpPr>
        <p:spPr>
          <a:xfrm>
            <a:off x="-270927" y="2349443"/>
            <a:ext cx="10253134" cy="846603"/>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3" name="타원 2">
            <a:extLst>
              <a:ext uri="{FF2B5EF4-FFF2-40B4-BE49-F238E27FC236}">
                <a16:creationId xmlns:a16="http://schemas.microsoft.com/office/drawing/2014/main" id="{7D235CF9-FC1A-4C37-945D-BA1EB8283358}"/>
              </a:ext>
            </a:extLst>
          </p:cNvPr>
          <p:cNvSpPr/>
          <p:nvPr/>
        </p:nvSpPr>
        <p:spPr>
          <a:xfrm>
            <a:off x="1231061" y="1691643"/>
            <a:ext cx="1477306"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5" name="표 4">
            <a:extLst>
              <a:ext uri="{FF2B5EF4-FFF2-40B4-BE49-F238E27FC236}">
                <a16:creationId xmlns:a16="http://schemas.microsoft.com/office/drawing/2014/main" id="{D5AA1A1D-8BA5-480A-9913-2CC9125626FA}"/>
              </a:ext>
            </a:extLst>
          </p:cNvPr>
          <p:cNvGraphicFramePr>
            <a:graphicFrameLocks noGrp="1"/>
          </p:cNvGraphicFramePr>
          <p:nvPr/>
        </p:nvGraphicFramePr>
        <p:xfrm>
          <a:off x="-43694" y="2616688"/>
          <a:ext cx="9943899" cy="213360"/>
        </p:xfrm>
        <a:graphic>
          <a:graphicData uri="http://schemas.openxmlformats.org/drawingml/2006/table">
            <a:tbl>
              <a:tblPr firstRow="1" bandRow="1">
                <a:tableStyleId>{5C22544A-7EE6-4342-B048-85BDC9FD1C3A}</a:tableStyleId>
              </a:tblPr>
              <a:tblGrid>
                <a:gridCol w="1289020">
                  <a:extLst>
                    <a:ext uri="{9D8B030D-6E8A-4147-A177-3AD203B41FA5}">
                      <a16:colId xmlns:a16="http://schemas.microsoft.com/office/drawing/2014/main" val="20000"/>
                    </a:ext>
                  </a:extLst>
                </a:gridCol>
                <a:gridCol w="8654879">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첫 </a:t>
                      </a:r>
                      <a:r>
                        <a:rPr lang="ko-KR" altLang="en-US" sz="800" b="0" dirty="0" err="1">
                          <a:solidFill>
                            <a:schemeClr val="tx1"/>
                          </a:solidFill>
                        </a:rPr>
                        <a:t>방문시</a:t>
                      </a:r>
                      <a:r>
                        <a:rPr lang="ko-KR" altLang="en-US" sz="800" b="0" dirty="0">
                          <a:solidFill>
                            <a:schemeClr val="tx1"/>
                          </a:solidFill>
                        </a:rPr>
                        <a:t> 포인트 지급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사용                                                 </a:t>
                      </a:r>
                      <a:r>
                        <a:rPr lang="en-US" altLang="ko-KR" sz="800" b="0" dirty="0">
                          <a:solidFill>
                            <a:schemeClr val="tx1"/>
                          </a:solidFill>
                        </a:rPr>
                        <a:t>point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886891895"/>
                  </a:ext>
                </a:extLst>
              </a:tr>
            </a:tbl>
          </a:graphicData>
        </a:graphic>
      </p:graphicFrame>
      <p:cxnSp>
        <p:nvCxnSpPr>
          <p:cNvPr id="21" name="직선 화살표 연결선 20">
            <a:extLst>
              <a:ext uri="{FF2B5EF4-FFF2-40B4-BE49-F238E27FC236}">
                <a16:creationId xmlns:a16="http://schemas.microsoft.com/office/drawing/2014/main" id="{D40611D2-49C1-44C8-9321-E6963AB819BD}"/>
              </a:ext>
            </a:extLst>
          </p:cNvPr>
          <p:cNvCxnSpPr>
            <a:cxnSpLocks/>
            <a:stCxn id="3" idx="4"/>
          </p:cNvCxnSpPr>
          <p:nvPr/>
        </p:nvCxnSpPr>
        <p:spPr>
          <a:xfrm>
            <a:off x="1969714" y="2135267"/>
            <a:ext cx="471561" cy="500505"/>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23" name="표 22">
            <a:extLst>
              <a:ext uri="{FF2B5EF4-FFF2-40B4-BE49-F238E27FC236}">
                <a16:creationId xmlns:a16="http://schemas.microsoft.com/office/drawing/2014/main" id="{4B45BED6-AA95-46B3-B28E-1505AA929534}"/>
              </a:ext>
            </a:extLst>
          </p:cNvPr>
          <p:cNvGraphicFramePr>
            <a:graphicFrameLocks noGrp="1"/>
          </p:cNvGraphicFramePr>
          <p:nvPr/>
        </p:nvGraphicFramePr>
        <p:xfrm>
          <a:off x="10171774" y="22159"/>
          <a:ext cx="1979018" cy="224131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RF-02-04-02-2-1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채널등록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a:t>
                      </a:r>
                      <a:r>
                        <a:rPr lang="ko-KR" altLang="en-US" sz="800" dirty="0" err="1"/>
                        <a:t>등록화면</a:t>
                      </a:r>
                      <a:endParaRPr lang="en-US" altLang="ko-KR" sz="800" dirty="0"/>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첫 </a:t>
                      </a:r>
                      <a:r>
                        <a:rPr lang="ko-KR" altLang="en-US" sz="800" dirty="0" err="1"/>
                        <a:t>방문시</a:t>
                      </a:r>
                      <a:r>
                        <a:rPr lang="ko-KR" altLang="en-US" sz="800" dirty="0"/>
                        <a:t> 포인트 지급</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 </a:t>
                      </a:r>
                      <a:r>
                        <a:rPr lang="ko-KR" altLang="en-US" sz="800" dirty="0"/>
                        <a:t>채널 등록 화면에서 첫 </a:t>
                      </a:r>
                      <a:r>
                        <a:rPr lang="ko-KR" altLang="en-US" sz="800" dirty="0" err="1"/>
                        <a:t>방문시</a:t>
                      </a:r>
                      <a:r>
                        <a:rPr lang="ko-KR" altLang="en-US" sz="800" dirty="0"/>
                        <a:t> 포인트 지급 할 때의  화면 변화</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02122131"/>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사용으로 변경</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포인트 입력란이 표시</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417768052"/>
                  </a:ext>
                </a:extLst>
              </a:tr>
            </a:tbl>
          </a:graphicData>
        </a:graphic>
      </p:graphicFrame>
      <p:sp>
        <p:nvSpPr>
          <p:cNvPr id="26" name="직사각형 25">
            <a:extLst>
              <a:ext uri="{FF2B5EF4-FFF2-40B4-BE49-F238E27FC236}">
                <a16:creationId xmlns:a16="http://schemas.microsoft.com/office/drawing/2014/main" id="{82079171-EA72-4877-A1CB-6DADE222C2CE}"/>
              </a:ext>
            </a:extLst>
          </p:cNvPr>
          <p:cNvSpPr/>
          <p:nvPr/>
        </p:nvSpPr>
        <p:spPr>
          <a:xfrm>
            <a:off x="2441275" y="2635772"/>
            <a:ext cx="1587689"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2,0000</a:t>
            </a:r>
          </a:p>
        </p:txBody>
      </p:sp>
      <p:sp>
        <p:nvSpPr>
          <p:cNvPr id="28" name="TextBox 27">
            <a:extLst>
              <a:ext uri="{FF2B5EF4-FFF2-40B4-BE49-F238E27FC236}">
                <a16:creationId xmlns:a16="http://schemas.microsoft.com/office/drawing/2014/main" id="{BBD04FCE-2DF6-4F87-8801-BEC121948AB8}"/>
              </a:ext>
            </a:extLst>
          </p:cNvPr>
          <p:cNvSpPr txBox="1"/>
          <p:nvPr/>
        </p:nvSpPr>
        <p:spPr>
          <a:xfrm>
            <a:off x="1882995" y="1547805"/>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29" name="TextBox 28">
            <a:extLst>
              <a:ext uri="{FF2B5EF4-FFF2-40B4-BE49-F238E27FC236}">
                <a16:creationId xmlns:a16="http://schemas.microsoft.com/office/drawing/2014/main" id="{CF6F8552-0D9C-484A-A3D8-7A40925C384F}"/>
              </a:ext>
            </a:extLst>
          </p:cNvPr>
          <p:cNvSpPr txBox="1"/>
          <p:nvPr/>
        </p:nvSpPr>
        <p:spPr>
          <a:xfrm>
            <a:off x="2582371" y="2488960"/>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11" name="직사각형 10">
            <a:extLst>
              <a:ext uri="{FF2B5EF4-FFF2-40B4-BE49-F238E27FC236}">
                <a16:creationId xmlns:a16="http://schemas.microsoft.com/office/drawing/2014/main" id="{A7277940-C0C1-4BA2-A1F1-627DF67C0EC7}"/>
              </a:ext>
            </a:extLst>
          </p:cNvPr>
          <p:cNvSpPr/>
          <p:nvPr/>
        </p:nvSpPr>
        <p:spPr>
          <a:xfrm>
            <a:off x="-270927" y="-7052"/>
            <a:ext cx="12462927" cy="8338252"/>
          </a:xfrm>
          <a:prstGeom prst="rect">
            <a:avLst/>
          </a:prstGeom>
          <a:solidFill>
            <a:srgbClr val="000000">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 name="직사각형 11">
            <a:extLst>
              <a:ext uri="{FF2B5EF4-FFF2-40B4-BE49-F238E27FC236}">
                <a16:creationId xmlns:a16="http://schemas.microsoft.com/office/drawing/2014/main" id="{7B8C1CA5-2526-444F-B326-45B17D843C7E}"/>
              </a:ext>
            </a:extLst>
          </p:cNvPr>
          <p:cNvSpPr/>
          <p:nvPr/>
        </p:nvSpPr>
        <p:spPr>
          <a:xfrm>
            <a:off x="0" y="3173831"/>
            <a:ext cx="12192000" cy="398062"/>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b="1" dirty="0"/>
              <a:t>포인트 지급방법의 구조적 변경으로 삭제</a:t>
            </a:r>
          </a:p>
        </p:txBody>
      </p:sp>
    </p:spTree>
    <p:extLst>
      <p:ext uri="{BB962C8B-B14F-4D97-AF65-F5344CB8AC3E}">
        <p14:creationId xmlns:p14="http://schemas.microsoft.com/office/powerpoint/2010/main" val="2226776333"/>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608FA3DB-436C-4EE6-8056-B5041DD503CE}"/>
              </a:ext>
            </a:extLst>
          </p:cNvPr>
          <p:cNvSpPr/>
          <p:nvPr/>
        </p:nvSpPr>
        <p:spPr>
          <a:xfrm>
            <a:off x="-152400" y="2790571"/>
            <a:ext cx="10253134" cy="1498671"/>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23" name="타원 22">
            <a:extLst>
              <a:ext uri="{FF2B5EF4-FFF2-40B4-BE49-F238E27FC236}">
                <a16:creationId xmlns:a16="http://schemas.microsoft.com/office/drawing/2014/main" id="{81CAF3CC-0BF2-458C-A79A-76A34287FE46}"/>
              </a:ext>
            </a:extLst>
          </p:cNvPr>
          <p:cNvSpPr/>
          <p:nvPr/>
        </p:nvSpPr>
        <p:spPr>
          <a:xfrm>
            <a:off x="1188727" y="2125135"/>
            <a:ext cx="1681473"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 name="TextBox 25">
            <a:extLst>
              <a:ext uri="{FF2B5EF4-FFF2-40B4-BE49-F238E27FC236}">
                <a16:creationId xmlns:a16="http://schemas.microsoft.com/office/drawing/2014/main" id="{F753BD34-59FD-4F72-ACAD-4D441DD5DF30}"/>
              </a:ext>
            </a:extLst>
          </p:cNvPr>
          <p:cNvSpPr txBox="1"/>
          <p:nvPr/>
        </p:nvSpPr>
        <p:spPr>
          <a:xfrm>
            <a:off x="1903467" y="1994545"/>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cxnSp>
        <p:nvCxnSpPr>
          <p:cNvPr id="24" name="직선 화살표 연결선 23">
            <a:extLst>
              <a:ext uri="{FF2B5EF4-FFF2-40B4-BE49-F238E27FC236}">
                <a16:creationId xmlns:a16="http://schemas.microsoft.com/office/drawing/2014/main" id="{27501C36-FD9A-42F8-9DB9-D69A5C7D6D0D}"/>
              </a:ext>
            </a:extLst>
          </p:cNvPr>
          <p:cNvCxnSpPr>
            <a:cxnSpLocks/>
            <a:stCxn id="23" idx="4"/>
          </p:cNvCxnSpPr>
          <p:nvPr/>
        </p:nvCxnSpPr>
        <p:spPr>
          <a:xfrm flipH="1">
            <a:off x="1964267" y="2568759"/>
            <a:ext cx="65197" cy="674456"/>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36" name="표 35">
            <a:extLst>
              <a:ext uri="{FF2B5EF4-FFF2-40B4-BE49-F238E27FC236}">
                <a16:creationId xmlns:a16="http://schemas.microsoft.com/office/drawing/2014/main" id="{34A6BC75-C844-4101-B73E-B065A5919E8F}"/>
              </a:ext>
            </a:extLst>
          </p:cNvPr>
          <p:cNvGraphicFramePr>
            <a:graphicFrameLocks noGrp="1"/>
          </p:cNvGraphicFramePr>
          <p:nvPr>
            <p:extLst>
              <p:ext uri="{D42A27DB-BD31-4B8C-83A1-F6EECF244321}">
                <p14:modId xmlns:p14="http://schemas.microsoft.com/office/powerpoint/2010/main" val="1993094600"/>
              </p:ext>
            </p:extLst>
          </p:nvPr>
        </p:nvGraphicFramePr>
        <p:xfrm>
          <a:off x="0" y="3272549"/>
          <a:ext cx="9943899" cy="42672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사용기간 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무기한     </a:t>
                      </a:r>
                      <a:r>
                        <a:rPr lang="en-US" altLang="ko-KR" sz="800" b="0" dirty="0">
                          <a:solidFill>
                            <a:schemeClr val="tx1"/>
                          </a:solidFill>
                        </a:rPr>
                        <a:t>● </a:t>
                      </a:r>
                      <a:r>
                        <a:rPr lang="ko-KR" altLang="en-US" sz="800" b="0" dirty="0">
                          <a:solidFill>
                            <a:schemeClr val="tx1"/>
                          </a:solidFill>
                        </a:rPr>
                        <a:t>기간제</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5296034"/>
                  </a:ext>
                </a:extLst>
              </a:tr>
              <a:tr h="0">
                <a:tc>
                  <a:txBody>
                    <a:bodyPr/>
                    <a:lstStyle/>
                    <a:p>
                      <a:pPr latinLnBrk="1"/>
                      <a:r>
                        <a:rPr lang="ko-KR" altLang="en-US" sz="800" b="0" dirty="0">
                          <a:solidFill>
                            <a:schemeClr val="tx1"/>
                          </a:solidFill>
                        </a:rPr>
                        <a:t>사용기간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sp>
        <p:nvSpPr>
          <p:cNvPr id="37" name="TextBox 36">
            <a:extLst>
              <a:ext uri="{FF2B5EF4-FFF2-40B4-BE49-F238E27FC236}">
                <a16:creationId xmlns:a16="http://schemas.microsoft.com/office/drawing/2014/main" id="{D6A3A6B6-EC03-485D-BB4E-1F4F8E35C314}"/>
              </a:ext>
            </a:extLst>
          </p:cNvPr>
          <p:cNvSpPr txBox="1"/>
          <p:nvPr/>
        </p:nvSpPr>
        <p:spPr>
          <a:xfrm>
            <a:off x="-58357" y="3012383"/>
            <a:ext cx="1380506"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Shop </a:t>
            </a:r>
            <a:r>
              <a:rPr lang="ko-KR" altLang="en-US" sz="900" dirty="0">
                <a:latin typeface="맑은 고딕" panose="020B0503020000020004" pitchFamily="50" charset="-127"/>
                <a:ea typeface="맑은 고딕" panose="020B0503020000020004" pitchFamily="50" charset="-127"/>
              </a:rPr>
              <a:t>채널 사용주기</a:t>
            </a:r>
            <a:endParaRPr lang="ko-KR" altLang="en-US" sz="900" dirty="0"/>
          </a:p>
        </p:txBody>
      </p:sp>
      <p:sp>
        <p:nvSpPr>
          <p:cNvPr id="38" name="직사각형 37">
            <a:extLst>
              <a:ext uri="{FF2B5EF4-FFF2-40B4-BE49-F238E27FC236}">
                <a16:creationId xmlns:a16="http://schemas.microsoft.com/office/drawing/2014/main" id="{EA18D235-3186-4DC6-AB35-9CF68A6E400D}"/>
              </a:ext>
            </a:extLst>
          </p:cNvPr>
          <p:cNvSpPr/>
          <p:nvPr/>
        </p:nvSpPr>
        <p:spPr>
          <a:xfrm>
            <a:off x="1288522" y="3523903"/>
            <a:ext cx="792089"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39" name="그림 38">
            <a:extLst>
              <a:ext uri="{FF2B5EF4-FFF2-40B4-BE49-F238E27FC236}">
                <a16:creationId xmlns:a16="http://schemas.microsoft.com/office/drawing/2014/main" id="{F20A95CA-B5F8-472D-8839-D3B641942988}"/>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141064" y="3516944"/>
            <a:ext cx="146839" cy="146839"/>
          </a:xfrm>
          <a:prstGeom prst="rect">
            <a:avLst/>
          </a:prstGeom>
        </p:spPr>
      </p:pic>
      <p:sp>
        <p:nvSpPr>
          <p:cNvPr id="40" name="직사각형 39">
            <a:extLst>
              <a:ext uri="{FF2B5EF4-FFF2-40B4-BE49-F238E27FC236}">
                <a16:creationId xmlns:a16="http://schemas.microsoft.com/office/drawing/2014/main" id="{DAE4C18B-EDA7-40FD-940D-97DD35170614}"/>
              </a:ext>
            </a:extLst>
          </p:cNvPr>
          <p:cNvSpPr/>
          <p:nvPr/>
        </p:nvSpPr>
        <p:spPr>
          <a:xfrm>
            <a:off x="2395834" y="3523903"/>
            <a:ext cx="654027"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시 선택▼</a:t>
            </a:r>
            <a:endParaRPr lang="en-US" altLang="ko-KR" sz="800" dirty="0">
              <a:solidFill>
                <a:schemeClr val="tx1">
                  <a:lumMod val="50000"/>
                  <a:lumOff val="50000"/>
                </a:schemeClr>
              </a:solidFill>
            </a:endParaRPr>
          </a:p>
        </p:txBody>
      </p:sp>
      <p:sp>
        <p:nvSpPr>
          <p:cNvPr id="41" name="TextBox 40">
            <a:extLst>
              <a:ext uri="{FF2B5EF4-FFF2-40B4-BE49-F238E27FC236}">
                <a16:creationId xmlns:a16="http://schemas.microsoft.com/office/drawing/2014/main" id="{774F3ABD-4006-46B7-A07B-02282612EE3C}"/>
              </a:ext>
            </a:extLst>
          </p:cNvPr>
          <p:cNvSpPr txBox="1"/>
          <p:nvPr/>
        </p:nvSpPr>
        <p:spPr>
          <a:xfrm>
            <a:off x="3025384" y="3467005"/>
            <a:ext cx="264816" cy="230832"/>
          </a:xfrm>
          <a:prstGeom prst="rect">
            <a:avLst/>
          </a:prstGeom>
          <a:noFill/>
        </p:spPr>
        <p:txBody>
          <a:bodyPr wrap="none" rtlCol="0">
            <a:spAutoFit/>
          </a:bodyPr>
          <a:lstStyle/>
          <a:p>
            <a:r>
              <a:rPr lang="en-US" altLang="ko-KR" sz="900" dirty="0"/>
              <a:t>~</a:t>
            </a:r>
            <a:endParaRPr lang="ko-KR" altLang="en-US" sz="900" dirty="0"/>
          </a:p>
        </p:txBody>
      </p:sp>
      <p:sp>
        <p:nvSpPr>
          <p:cNvPr id="42" name="직사각형 41">
            <a:extLst>
              <a:ext uri="{FF2B5EF4-FFF2-40B4-BE49-F238E27FC236}">
                <a16:creationId xmlns:a16="http://schemas.microsoft.com/office/drawing/2014/main" id="{3524EC47-F2A0-4BE4-8D34-E19C5287A486}"/>
              </a:ext>
            </a:extLst>
          </p:cNvPr>
          <p:cNvSpPr/>
          <p:nvPr/>
        </p:nvSpPr>
        <p:spPr>
          <a:xfrm>
            <a:off x="3283366" y="3523903"/>
            <a:ext cx="792089"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43" name="그림 42">
            <a:extLst>
              <a:ext uri="{FF2B5EF4-FFF2-40B4-BE49-F238E27FC236}">
                <a16:creationId xmlns:a16="http://schemas.microsoft.com/office/drawing/2014/main" id="{EF38FF18-E537-4B77-ABF8-3671E032E0A1}"/>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4135908" y="3516944"/>
            <a:ext cx="146839" cy="146839"/>
          </a:xfrm>
          <a:prstGeom prst="rect">
            <a:avLst/>
          </a:prstGeom>
        </p:spPr>
      </p:pic>
      <p:sp>
        <p:nvSpPr>
          <p:cNvPr id="44" name="직사각형 43">
            <a:extLst>
              <a:ext uri="{FF2B5EF4-FFF2-40B4-BE49-F238E27FC236}">
                <a16:creationId xmlns:a16="http://schemas.microsoft.com/office/drawing/2014/main" id="{8F4C3B3A-EE49-4CF2-9E05-2264D90A7361}"/>
              </a:ext>
            </a:extLst>
          </p:cNvPr>
          <p:cNvSpPr/>
          <p:nvPr/>
        </p:nvSpPr>
        <p:spPr>
          <a:xfrm>
            <a:off x="4390678" y="3523903"/>
            <a:ext cx="654027"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시 선택▼</a:t>
            </a:r>
            <a:endParaRPr lang="en-US" altLang="ko-KR" sz="800" dirty="0">
              <a:solidFill>
                <a:schemeClr val="tx1">
                  <a:lumMod val="50000"/>
                  <a:lumOff val="50000"/>
                </a:schemeClr>
              </a:solidFill>
            </a:endParaRPr>
          </a:p>
        </p:txBody>
      </p:sp>
      <p:sp>
        <p:nvSpPr>
          <p:cNvPr id="35" name="TextBox 34">
            <a:extLst>
              <a:ext uri="{FF2B5EF4-FFF2-40B4-BE49-F238E27FC236}">
                <a16:creationId xmlns:a16="http://schemas.microsoft.com/office/drawing/2014/main" id="{61AD53DD-035B-4776-868F-9FAD4ED515CE}"/>
              </a:ext>
            </a:extLst>
          </p:cNvPr>
          <p:cNvSpPr txBox="1"/>
          <p:nvPr/>
        </p:nvSpPr>
        <p:spPr>
          <a:xfrm>
            <a:off x="1005691" y="3483611"/>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graphicFrame>
        <p:nvGraphicFramePr>
          <p:cNvPr id="16" name="표 15">
            <a:extLst>
              <a:ext uri="{FF2B5EF4-FFF2-40B4-BE49-F238E27FC236}">
                <a16:creationId xmlns:a16="http://schemas.microsoft.com/office/drawing/2014/main" id="{FC74AC7B-67AE-47F8-937A-637878D91A7B}"/>
              </a:ext>
            </a:extLst>
          </p:cNvPr>
          <p:cNvGraphicFramePr>
            <a:graphicFrameLocks noGrp="1"/>
          </p:cNvGraphicFramePr>
          <p:nvPr>
            <p:extLst>
              <p:ext uri="{D42A27DB-BD31-4B8C-83A1-F6EECF244321}">
                <p14:modId xmlns:p14="http://schemas.microsoft.com/office/powerpoint/2010/main" val="3823638429"/>
              </p:ext>
            </p:extLst>
          </p:nvPr>
        </p:nvGraphicFramePr>
        <p:xfrm>
          <a:off x="10171774" y="22159"/>
          <a:ext cx="1979018" cy="23632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RF-02-04-02-3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채널등록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a:t>
                      </a:r>
                      <a:r>
                        <a:rPr lang="ko-KR" altLang="en-US" sz="800" dirty="0" err="1"/>
                        <a:t>등록화면</a:t>
                      </a:r>
                      <a:r>
                        <a:rPr lang="ko-KR" altLang="en-US" sz="800" dirty="0"/>
                        <a:t> 사용기간</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등록화면에서 사용기간 여부 클릭에 따른 화면 변화</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578190984"/>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기간제 선택 시 사용기간 선택 영역 활성화</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사용기간 날짜를 선택할 수 있는 영역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405080992"/>
                  </a:ext>
                </a:extLst>
              </a:tr>
            </a:tbl>
          </a:graphicData>
        </a:graphic>
      </p:graphicFrame>
    </p:spTree>
    <p:extLst>
      <p:ext uri="{BB962C8B-B14F-4D97-AF65-F5344CB8AC3E}">
        <p14:creationId xmlns:p14="http://schemas.microsoft.com/office/powerpoint/2010/main" val="3723717069"/>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608FA3DB-436C-4EE6-8056-B5041DD503CE}"/>
              </a:ext>
            </a:extLst>
          </p:cNvPr>
          <p:cNvSpPr/>
          <p:nvPr/>
        </p:nvSpPr>
        <p:spPr>
          <a:xfrm>
            <a:off x="-135466" y="3493305"/>
            <a:ext cx="10253134" cy="1498671"/>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23" name="타원 22">
            <a:extLst>
              <a:ext uri="{FF2B5EF4-FFF2-40B4-BE49-F238E27FC236}">
                <a16:creationId xmlns:a16="http://schemas.microsoft.com/office/drawing/2014/main" id="{81CAF3CC-0BF2-458C-A79A-76A34287FE46}"/>
              </a:ext>
            </a:extLst>
          </p:cNvPr>
          <p:cNvSpPr/>
          <p:nvPr/>
        </p:nvSpPr>
        <p:spPr>
          <a:xfrm>
            <a:off x="1205661" y="2827869"/>
            <a:ext cx="1681473"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 name="TextBox 25">
            <a:extLst>
              <a:ext uri="{FF2B5EF4-FFF2-40B4-BE49-F238E27FC236}">
                <a16:creationId xmlns:a16="http://schemas.microsoft.com/office/drawing/2014/main" id="{F753BD34-59FD-4F72-ACAD-4D441DD5DF30}"/>
              </a:ext>
            </a:extLst>
          </p:cNvPr>
          <p:cNvSpPr txBox="1"/>
          <p:nvPr/>
        </p:nvSpPr>
        <p:spPr>
          <a:xfrm>
            <a:off x="1920401" y="2697279"/>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cxnSp>
        <p:nvCxnSpPr>
          <p:cNvPr id="24" name="직선 화살표 연결선 23">
            <a:extLst>
              <a:ext uri="{FF2B5EF4-FFF2-40B4-BE49-F238E27FC236}">
                <a16:creationId xmlns:a16="http://schemas.microsoft.com/office/drawing/2014/main" id="{27501C36-FD9A-42F8-9DB9-D69A5C7D6D0D}"/>
              </a:ext>
            </a:extLst>
          </p:cNvPr>
          <p:cNvCxnSpPr>
            <a:cxnSpLocks/>
            <a:stCxn id="23" idx="4"/>
          </p:cNvCxnSpPr>
          <p:nvPr/>
        </p:nvCxnSpPr>
        <p:spPr>
          <a:xfrm flipH="1">
            <a:off x="1981201" y="3271493"/>
            <a:ext cx="65197" cy="674456"/>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16" name="표 15">
            <a:extLst>
              <a:ext uri="{FF2B5EF4-FFF2-40B4-BE49-F238E27FC236}">
                <a16:creationId xmlns:a16="http://schemas.microsoft.com/office/drawing/2014/main" id="{DC34BD3A-C220-45E8-BFF1-B7A0FD40443C}"/>
              </a:ext>
            </a:extLst>
          </p:cNvPr>
          <p:cNvGraphicFramePr>
            <a:graphicFrameLocks noGrp="1"/>
          </p:cNvGraphicFramePr>
          <p:nvPr>
            <p:extLst>
              <p:ext uri="{D42A27DB-BD31-4B8C-83A1-F6EECF244321}">
                <p14:modId xmlns:p14="http://schemas.microsoft.com/office/powerpoint/2010/main" val="1683041951"/>
              </p:ext>
            </p:extLst>
          </p:nvPr>
        </p:nvGraphicFramePr>
        <p:xfrm>
          <a:off x="0" y="3945949"/>
          <a:ext cx="9943899" cy="42672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로고 사용여부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이미지 사용</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5296034"/>
                  </a:ext>
                </a:extLst>
              </a:tr>
              <a:tr h="0">
                <a:tc>
                  <a:txBody>
                    <a:bodyPr/>
                    <a:lstStyle/>
                    <a:p>
                      <a:pPr latinLnBrk="1"/>
                      <a:r>
                        <a:rPr lang="ko-KR" altLang="en-US" sz="800" b="0" dirty="0">
                          <a:solidFill>
                            <a:schemeClr val="tx1"/>
                          </a:solidFill>
                        </a:rPr>
                        <a:t>로고 이미지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grpSp>
        <p:nvGrpSpPr>
          <p:cNvPr id="17" name="그룹 16">
            <a:extLst>
              <a:ext uri="{FF2B5EF4-FFF2-40B4-BE49-F238E27FC236}">
                <a16:creationId xmlns:a16="http://schemas.microsoft.com/office/drawing/2014/main" id="{8D1E8197-6EC1-4049-BCEE-F61EF0E0F367}"/>
              </a:ext>
            </a:extLst>
          </p:cNvPr>
          <p:cNvGrpSpPr/>
          <p:nvPr/>
        </p:nvGrpSpPr>
        <p:grpSpPr>
          <a:xfrm>
            <a:off x="1294197" y="4208818"/>
            <a:ext cx="2089400" cy="120097"/>
            <a:chOff x="5148065" y="1124744"/>
            <a:chExt cx="2089400" cy="192328"/>
          </a:xfrm>
        </p:grpSpPr>
        <p:sp>
          <p:nvSpPr>
            <p:cNvPr id="18" name="직사각형 17">
              <a:extLst>
                <a:ext uri="{FF2B5EF4-FFF2-40B4-BE49-F238E27FC236}">
                  <a16:creationId xmlns:a16="http://schemas.microsoft.com/office/drawing/2014/main" id="{DE299F27-2DF0-4EE9-89F6-B94A802B87C5}"/>
                </a:ext>
              </a:extLst>
            </p:cNvPr>
            <p:cNvSpPr/>
            <p:nvPr/>
          </p:nvSpPr>
          <p:spPr>
            <a:xfrm>
              <a:off x="5148065" y="1124744"/>
              <a:ext cx="1368151"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19" name="직사각형 18">
              <a:extLst>
                <a:ext uri="{FF2B5EF4-FFF2-40B4-BE49-F238E27FC236}">
                  <a16:creationId xmlns:a16="http://schemas.microsoft.com/office/drawing/2014/main" id="{EE5B1D1E-070F-422F-B4B5-B793CF62B7EE}"/>
                </a:ext>
              </a:extLst>
            </p:cNvPr>
            <p:cNvSpPr/>
            <p:nvPr/>
          </p:nvSpPr>
          <p:spPr>
            <a:xfrm>
              <a:off x="6516216" y="112474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endParaRPr lang="en-US" altLang="ko-KR" sz="800" dirty="0">
                <a:solidFill>
                  <a:schemeClr val="bg1"/>
                </a:solidFill>
              </a:endParaRPr>
            </a:p>
          </p:txBody>
        </p:sp>
      </p:grpSp>
      <p:sp>
        <p:nvSpPr>
          <p:cNvPr id="20" name="TextBox 19">
            <a:extLst>
              <a:ext uri="{FF2B5EF4-FFF2-40B4-BE49-F238E27FC236}">
                <a16:creationId xmlns:a16="http://schemas.microsoft.com/office/drawing/2014/main" id="{E9722614-6998-4BE3-B79F-D2CA2A0E4953}"/>
              </a:ext>
            </a:extLst>
          </p:cNvPr>
          <p:cNvSpPr txBox="1"/>
          <p:nvPr/>
        </p:nvSpPr>
        <p:spPr>
          <a:xfrm>
            <a:off x="3481156" y="4159286"/>
            <a:ext cx="1560042" cy="230832"/>
          </a:xfrm>
          <a:prstGeom prst="rect">
            <a:avLst/>
          </a:prstGeom>
          <a:noFill/>
        </p:spPr>
        <p:txBody>
          <a:bodyPr wrap="none" rtlCol="0">
            <a:spAutoFit/>
          </a:bodyPr>
          <a:lstStyle/>
          <a:p>
            <a:r>
              <a:rPr lang="ko-KR" altLang="en-US" sz="900" dirty="0"/>
              <a:t>최적사이즈 </a:t>
            </a:r>
            <a:r>
              <a:rPr lang="en-US" altLang="ko-KR" sz="900" dirty="0"/>
              <a:t>000px * 000px</a:t>
            </a:r>
            <a:endParaRPr lang="ko-KR" altLang="en-US" sz="900" dirty="0"/>
          </a:p>
        </p:txBody>
      </p:sp>
      <p:sp>
        <p:nvSpPr>
          <p:cNvPr id="21" name="TextBox 20">
            <a:extLst>
              <a:ext uri="{FF2B5EF4-FFF2-40B4-BE49-F238E27FC236}">
                <a16:creationId xmlns:a16="http://schemas.microsoft.com/office/drawing/2014/main" id="{A6F492E1-1C3C-42B5-82FA-2745A012BCDE}"/>
              </a:ext>
            </a:extLst>
          </p:cNvPr>
          <p:cNvSpPr txBox="1"/>
          <p:nvPr/>
        </p:nvSpPr>
        <p:spPr>
          <a:xfrm>
            <a:off x="-58357" y="3685783"/>
            <a:ext cx="3478837" cy="246221"/>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Shop </a:t>
            </a:r>
            <a:r>
              <a:rPr lang="ko-KR" altLang="en-US" sz="900" dirty="0">
                <a:latin typeface="맑은 고딕" panose="020B0503020000020004" pitchFamily="50" charset="-127"/>
                <a:ea typeface="맑은 고딕" panose="020B0503020000020004" pitchFamily="50" charset="-127"/>
              </a:rPr>
              <a:t>채널 로고 이미지</a:t>
            </a:r>
            <a:r>
              <a:rPr lang="ko-KR" altLang="en-US" sz="1000" dirty="0">
                <a:latin typeface="맑은 고딕" panose="020B0503020000020004" pitchFamily="50" charset="-127"/>
                <a:ea typeface="맑은 고딕" panose="020B0503020000020004" pitchFamily="50" charset="-127"/>
              </a:rPr>
              <a:t> </a:t>
            </a:r>
            <a:r>
              <a:rPr lang="en-US" altLang="ko-KR" sz="700" dirty="0">
                <a:solidFill>
                  <a:srgbClr val="FF0000"/>
                </a:solidFill>
                <a:latin typeface="+mn-ea"/>
              </a:rPr>
              <a:t>(</a:t>
            </a:r>
            <a:r>
              <a:rPr lang="en-US" altLang="ko-KR" sz="700" b="0" i="0" u="none" strike="noStrike" dirty="0">
                <a:solidFill>
                  <a:srgbClr val="FF0000"/>
                </a:solidFill>
                <a:effectLst/>
                <a:latin typeface="+mn-ea"/>
              </a:rPr>
              <a:t> Shop </a:t>
            </a:r>
            <a:r>
              <a:rPr lang="ko-KR" altLang="en-US" sz="700" b="0" i="0" u="none" strike="noStrike" dirty="0">
                <a:solidFill>
                  <a:srgbClr val="FF0000"/>
                </a:solidFill>
                <a:effectLst/>
                <a:latin typeface="+mn-ea"/>
              </a:rPr>
              <a:t>채널 로고를 생략 할 경우 </a:t>
            </a:r>
            <a:r>
              <a:rPr lang="ko-KR" altLang="en-US" sz="700" b="0" i="0" u="none" strike="noStrike" dirty="0" err="1">
                <a:solidFill>
                  <a:srgbClr val="FF0000"/>
                </a:solidFill>
                <a:effectLst/>
                <a:latin typeface="+mn-ea"/>
              </a:rPr>
              <a:t>채널명</a:t>
            </a:r>
            <a:r>
              <a:rPr lang="ko-KR" altLang="en-US" sz="700" b="0" i="0" u="none" strike="noStrike" dirty="0">
                <a:solidFill>
                  <a:srgbClr val="FF0000"/>
                </a:solidFill>
                <a:effectLst/>
                <a:latin typeface="+mn-ea"/>
              </a:rPr>
              <a:t> 노출</a:t>
            </a:r>
            <a:r>
              <a:rPr lang="en-US" altLang="ko-KR" sz="700" dirty="0">
                <a:solidFill>
                  <a:srgbClr val="FF0000"/>
                </a:solidFill>
                <a:latin typeface="+mn-ea"/>
              </a:rPr>
              <a:t> )</a:t>
            </a:r>
            <a:endParaRPr lang="ko-KR" altLang="en-US" sz="700" dirty="0"/>
          </a:p>
        </p:txBody>
      </p:sp>
      <p:graphicFrame>
        <p:nvGraphicFramePr>
          <p:cNvPr id="12" name="표 11">
            <a:extLst>
              <a:ext uri="{FF2B5EF4-FFF2-40B4-BE49-F238E27FC236}">
                <a16:creationId xmlns:a16="http://schemas.microsoft.com/office/drawing/2014/main" id="{4B592694-10E2-4050-8EED-213B9844DB2A}"/>
              </a:ext>
            </a:extLst>
          </p:cNvPr>
          <p:cNvGraphicFramePr>
            <a:graphicFrameLocks noGrp="1"/>
          </p:cNvGraphicFramePr>
          <p:nvPr>
            <p:extLst>
              <p:ext uri="{D42A27DB-BD31-4B8C-83A1-F6EECF244321}">
                <p14:modId xmlns:p14="http://schemas.microsoft.com/office/powerpoint/2010/main" val="3895736482"/>
              </p:ext>
            </p:extLst>
          </p:nvPr>
        </p:nvGraphicFramePr>
        <p:xfrm>
          <a:off x="10171774" y="22159"/>
          <a:ext cx="1979018" cy="214987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RF-02-04-02-4</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채널등록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a:t>
                      </a:r>
                      <a:r>
                        <a:rPr lang="ko-KR" altLang="en-US" sz="800" dirty="0" err="1"/>
                        <a:t>등록화면</a:t>
                      </a:r>
                      <a:r>
                        <a:rPr lang="ko-KR" altLang="en-US" sz="800" dirty="0"/>
                        <a:t> 로고 사용여부</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등록화면에서 로고 사용여부 클릭에 따른 화면 변화</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859959401"/>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이미지 사용 선택 시 로고 이미지를 등록할 수 있는 영역 활성화</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Tree>
    <p:extLst>
      <p:ext uri="{BB962C8B-B14F-4D97-AF65-F5344CB8AC3E}">
        <p14:creationId xmlns:p14="http://schemas.microsoft.com/office/powerpoint/2010/main" val="998629939"/>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608FA3DB-436C-4EE6-8056-B5041DD503CE}"/>
              </a:ext>
            </a:extLst>
          </p:cNvPr>
          <p:cNvSpPr/>
          <p:nvPr/>
        </p:nvSpPr>
        <p:spPr>
          <a:xfrm>
            <a:off x="-67733" y="4153705"/>
            <a:ext cx="10253134" cy="1498671"/>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23" name="타원 22">
            <a:extLst>
              <a:ext uri="{FF2B5EF4-FFF2-40B4-BE49-F238E27FC236}">
                <a16:creationId xmlns:a16="http://schemas.microsoft.com/office/drawing/2014/main" id="{81CAF3CC-0BF2-458C-A79A-76A34287FE46}"/>
              </a:ext>
            </a:extLst>
          </p:cNvPr>
          <p:cNvSpPr/>
          <p:nvPr/>
        </p:nvSpPr>
        <p:spPr>
          <a:xfrm>
            <a:off x="1273394" y="3488269"/>
            <a:ext cx="1681473"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 name="TextBox 25">
            <a:extLst>
              <a:ext uri="{FF2B5EF4-FFF2-40B4-BE49-F238E27FC236}">
                <a16:creationId xmlns:a16="http://schemas.microsoft.com/office/drawing/2014/main" id="{F753BD34-59FD-4F72-ACAD-4D441DD5DF30}"/>
              </a:ext>
            </a:extLst>
          </p:cNvPr>
          <p:cNvSpPr txBox="1"/>
          <p:nvPr/>
        </p:nvSpPr>
        <p:spPr>
          <a:xfrm>
            <a:off x="1988134" y="3357679"/>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graphicFrame>
        <p:nvGraphicFramePr>
          <p:cNvPr id="12" name="표 11">
            <a:extLst>
              <a:ext uri="{FF2B5EF4-FFF2-40B4-BE49-F238E27FC236}">
                <a16:creationId xmlns:a16="http://schemas.microsoft.com/office/drawing/2014/main" id="{F14EADB3-4FF4-43B6-881C-144FAF4542AA}"/>
              </a:ext>
            </a:extLst>
          </p:cNvPr>
          <p:cNvGraphicFramePr>
            <a:graphicFrameLocks noGrp="1"/>
          </p:cNvGraphicFramePr>
          <p:nvPr>
            <p:extLst>
              <p:ext uri="{D42A27DB-BD31-4B8C-83A1-F6EECF244321}">
                <p14:modId xmlns:p14="http://schemas.microsoft.com/office/powerpoint/2010/main" val="508760981"/>
              </p:ext>
            </p:extLst>
          </p:nvPr>
        </p:nvGraphicFramePr>
        <p:xfrm>
          <a:off x="125632" y="4542786"/>
          <a:ext cx="9943899" cy="42672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메인 배너 사용여부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이미지로 등록</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5296034"/>
                  </a:ext>
                </a:extLst>
              </a:tr>
              <a:tr h="0">
                <a:tc>
                  <a:txBody>
                    <a:bodyPr/>
                    <a:lstStyle/>
                    <a:p>
                      <a:pPr latinLnBrk="1"/>
                      <a:r>
                        <a:rPr lang="ko-KR" altLang="en-US" sz="800" b="0" dirty="0">
                          <a:solidFill>
                            <a:schemeClr val="tx1"/>
                          </a:solidFill>
                        </a:rPr>
                        <a:t>배너 이미지 </a:t>
                      </a:r>
                      <a:r>
                        <a:rPr lang="en-US" altLang="ko-KR" sz="800" b="0" dirty="0">
                          <a:solidFill>
                            <a:schemeClr val="tx1"/>
                          </a:solidFill>
                        </a:rPr>
                        <a:t>( Max 5 )</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grpSp>
        <p:nvGrpSpPr>
          <p:cNvPr id="13" name="그룹 12">
            <a:extLst>
              <a:ext uri="{FF2B5EF4-FFF2-40B4-BE49-F238E27FC236}">
                <a16:creationId xmlns:a16="http://schemas.microsoft.com/office/drawing/2014/main" id="{D8D09CCC-5678-4F99-8752-84E2180DD036}"/>
              </a:ext>
            </a:extLst>
          </p:cNvPr>
          <p:cNvGrpSpPr/>
          <p:nvPr/>
        </p:nvGrpSpPr>
        <p:grpSpPr>
          <a:xfrm>
            <a:off x="1419829" y="4805655"/>
            <a:ext cx="2089400" cy="120097"/>
            <a:chOff x="5148065" y="1124744"/>
            <a:chExt cx="2089400" cy="192328"/>
          </a:xfrm>
        </p:grpSpPr>
        <p:sp>
          <p:nvSpPr>
            <p:cNvPr id="14" name="직사각형 13">
              <a:extLst>
                <a:ext uri="{FF2B5EF4-FFF2-40B4-BE49-F238E27FC236}">
                  <a16:creationId xmlns:a16="http://schemas.microsoft.com/office/drawing/2014/main" id="{7B9BEF6B-3A47-4574-BDC7-A8C9E2E9E9BD}"/>
                </a:ext>
              </a:extLst>
            </p:cNvPr>
            <p:cNvSpPr/>
            <p:nvPr/>
          </p:nvSpPr>
          <p:spPr>
            <a:xfrm>
              <a:off x="5148065" y="1124744"/>
              <a:ext cx="1368151"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15" name="직사각형 14">
              <a:extLst>
                <a:ext uri="{FF2B5EF4-FFF2-40B4-BE49-F238E27FC236}">
                  <a16:creationId xmlns:a16="http://schemas.microsoft.com/office/drawing/2014/main" id="{E4758800-0504-428E-8799-D66F2775DD1D}"/>
                </a:ext>
              </a:extLst>
            </p:cNvPr>
            <p:cNvSpPr/>
            <p:nvPr/>
          </p:nvSpPr>
          <p:spPr>
            <a:xfrm>
              <a:off x="6516216" y="112474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endParaRPr lang="en-US" altLang="ko-KR" sz="800" dirty="0">
                <a:solidFill>
                  <a:schemeClr val="bg1"/>
                </a:solidFill>
              </a:endParaRPr>
            </a:p>
          </p:txBody>
        </p:sp>
      </p:grpSp>
      <p:sp>
        <p:nvSpPr>
          <p:cNvPr id="22" name="TextBox 21">
            <a:extLst>
              <a:ext uri="{FF2B5EF4-FFF2-40B4-BE49-F238E27FC236}">
                <a16:creationId xmlns:a16="http://schemas.microsoft.com/office/drawing/2014/main" id="{8CBFA714-1CD4-4B25-9693-C625373BBBFE}"/>
              </a:ext>
            </a:extLst>
          </p:cNvPr>
          <p:cNvSpPr txBox="1"/>
          <p:nvPr/>
        </p:nvSpPr>
        <p:spPr>
          <a:xfrm>
            <a:off x="3606788" y="4756123"/>
            <a:ext cx="1560042" cy="230832"/>
          </a:xfrm>
          <a:prstGeom prst="rect">
            <a:avLst/>
          </a:prstGeom>
          <a:noFill/>
        </p:spPr>
        <p:txBody>
          <a:bodyPr wrap="none" rtlCol="0">
            <a:spAutoFit/>
          </a:bodyPr>
          <a:lstStyle/>
          <a:p>
            <a:r>
              <a:rPr lang="ko-KR" altLang="en-US" sz="900" dirty="0"/>
              <a:t>최적사이즈 </a:t>
            </a:r>
            <a:r>
              <a:rPr lang="en-US" altLang="ko-KR" sz="900" dirty="0"/>
              <a:t>000px * 000px</a:t>
            </a:r>
            <a:endParaRPr lang="ko-KR" altLang="en-US" sz="900" dirty="0"/>
          </a:p>
        </p:txBody>
      </p:sp>
      <p:sp>
        <p:nvSpPr>
          <p:cNvPr id="25" name="직사각형 24">
            <a:extLst>
              <a:ext uri="{FF2B5EF4-FFF2-40B4-BE49-F238E27FC236}">
                <a16:creationId xmlns:a16="http://schemas.microsoft.com/office/drawing/2014/main" id="{4FFAD2F1-0112-428A-92DA-686CC722B5A6}"/>
              </a:ext>
            </a:extLst>
          </p:cNvPr>
          <p:cNvSpPr/>
          <p:nvPr/>
        </p:nvSpPr>
        <p:spPr>
          <a:xfrm>
            <a:off x="5278037" y="4787039"/>
            <a:ext cx="721249" cy="154747"/>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추가하기</a:t>
            </a:r>
            <a:endParaRPr lang="en-US" altLang="ko-KR" sz="800" dirty="0">
              <a:solidFill>
                <a:schemeClr val="bg1"/>
              </a:solidFill>
            </a:endParaRPr>
          </a:p>
        </p:txBody>
      </p:sp>
      <p:sp>
        <p:nvSpPr>
          <p:cNvPr id="27" name="TextBox 26">
            <a:extLst>
              <a:ext uri="{FF2B5EF4-FFF2-40B4-BE49-F238E27FC236}">
                <a16:creationId xmlns:a16="http://schemas.microsoft.com/office/drawing/2014/main" id="{2D4ABBFB-28EA-4EA9-B4B7-C0993D646E9E}"/>
              </a:ext>
            </a:extLst>
          </p:cNvPr>
          <p:cNvSpPr txBox="1"/>
          <p:nvPr/>
        </p:nvSpPr>
        <p:spPr>
          <a:xfrm>
            <a:off x="67275" y="4282620"/>
            <a:ext cx="1228221"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메인 배너 이미지</a:t>
            </a:r>
            <a:endParaRPr lang="ko-KR" altLang="en-US" sz="900" dirty="0"/>
          </a:p>
        </p:txBody>
      </p:sp>
      <p:cxnSp>
        <p:nvCxnSpPr>
          <p:cNvPr id="24" name="직선 화살표 연결선 23">
            <a:extLst>
              <a:ext uri="{FF2B5EF4-FFF2-40B4-BE49-F238E27FC236}">
                <a16:creationId xmlns:a16="http://schemas.microsoft.com/office/drawing/2014/main" id="{27501C36-FD9A-42F8-9DB9-D69A5C7D6D0D}"/>
              </a:ext>
            </a:extLst>
          </p:cNvPr>
          <p:cNvCxnSpPr>
            <a:cxnSpLocks/>
            <a:stCxn id="23" idx="4"/>
          </p:cNvCxnSpPr>
          <p:nvPr/>
        </p:nvCxnSpPr>
        <p:spPr>
          <a:xfrm flipH="1">
            <a:off x="2048934" y="3931893"/>
            <a:ext cx="65197" cy="674456"/>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16" name="표 15">
            <a:extLst>
              <a:ext uri="{FF2B5EF4-FFF2-40B4-BE49-F238E27FC236}">
                <a16:creationId xmlns:a16="http://schemas.microsoft.com/office/drawing/2014/main" id="{D5D299E6-62D1-4069-BF6F-7F7FA77786FA}"/>
              </a:ext>
            </a:extLst>
          </p:cNvPr>
          <p:cNvGraphicFramePr>
            <a:graphicFrameLocks noGrp="1"/>
          </p:cNvGraphicFramePr>
          <p:nvPr>
            <p:extLst>
              <p:ext uri="{D42A27DB-BD31-4B8C-83A1-F6EECF244321}">
                <p14:modId xmlns:p14="http://schemas.microsoft.com/office/powerpoint/2010/main" val="3455800843"/>
              </p:ext>
            </p:extLst>
          </p:nvPr>
        </p:nvGraphicFramePr>
        <p:xfrm>
          <a:off x="10171774" y="22159"/>
          <a:ext cx="1979018" cy="214987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RF-02-04-02-5-1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채널등록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등록화면메인 배너 사용여부</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등록화면에서 메인 배너 사용여부 클릭에 따른 화면 변화</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33967038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이미지 등록 선택 시 배너</a:t>
                      </a:r>
                      <a:r>
                        <a:rPr lang="ko-KR" altLang="en-US" sz="800" b="0" baseline="0" dirty="0">
                          <a:solidFill>
                            <a:schemeClr val="tx1"/>
                          </a:solidFill>
                        </a:rPr>
                        <a:t> 이미지를 등록할 수 있는 영역 활성화</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Tree>
    <p:extLst>
      <p:ext uri="{BB962C8B-B14F-4D97-AF65-F5344CB8AC3E}">
        <p14:creationId xmlns:p14="http://schemas.microsoft.com/office/powerpoint/2010/main" val="2163178352"/>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608FA3DB-436C-4EE6-8056-B5041DD503CE}"/>
              </a:ext>
            </a:extLst>
          </p:cNvPr>
          <p:cNvSpPr/>
          <p:nvPr/>
        </p:nvSpPr>
        <p:spPr>
          <a:xfrm>
            <a:off x="-67733" y="4932640"/>
            <a:ext cx="10253134" cy="2391027"/>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23" name="타원 22">
            <a:extLst>
              <a:ext uri="{FF2B5EF4-FFF2-40B4-BE49-F238E27FC236}">
                <a16:creationId xmlns:a16="http://schemas.microsoft.com/office/drawing/2014/main" id="{81CAF3CC-0BF2-458C-A79A-76A34287FE46}"/>
              </a:ext>
            </a:extLst>
          </p:cNvPr>
          <p:cNvSpPr/>
          <p:nvPr/>
        </p:nvSpPr>
        <p:spPr>
          <a:xfrm>
            <a:off x="1273394" y="4267204"/>
            <a:ext cx="1376673"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 name="TextBox 25">
            <a:extLst>
              <a:ext uri="{FF2B5EF4-FFF2-40B4-BE49-F238E27FC236}">
                <a16:creationId xmlns:a16="http://schemas.microsoft.com/office/drawing/2014/main" id="{F753BD34-59FD-4F72-ACAD-4D441DD5DF30}"/>
              </a:ext>
            </a:extLst>
          </p:cNvPr>
          <p:cNvSpPr txBox="1"/>
          <p:nvPr/>
        </p:nvSpPr>
        <p:spPr>
          <a:xfrm>
            <a:off x="1988134" y="4136614"/>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graphicFrame>
        <p:nvGraphicFramePr>
          <p:cNvPr id="16" name="표 15">
            <a:extLst>
              <a:ext uri="{FF2B5EF4-FFF2-40B4-BE49-F238E27FC236}">
                <a16:creationId xmlns:a16="http://schemas.microsoft.com/office/drawing/2014/main" id="{34A40855-8C57-4C15-B785-2636DA3BC76C}"/>
              </a:ext>
            </a:extLst>
          </p:cNvPr>
          <p:cNvGraphicFramePr>
            <a:graphicFrameLocks noGrp="1"/>
          </p:cNvGraphicFramePr>
          <p:nvPr/>
        </p:nvGraphicFramePr>
        <p:xfrm>
          <a:off x="125632" y="5520292"/>
          <a:ext cx="9943899" cy="1561402"/>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err="1">
                          <a:solidFill>
                            <a:schemeClr val="tx1"/>
                          </a:solidFill>
                        </a:rPr>
                        <a:t>문자알림여부</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사용</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5296034"/>
                  </a:ext>
                </a:extLst>
              </a:tr>
              <a:tr h="1176182">
                <a:tc>
                  <a:txBody>
                    <a:bodyPr/>
                    <a:lstStyle/>
                    <a:p>
                      <a:pPr latinLnBrk="1"/>
                      <a:r>
                        <a:rPr lang="ko-KR" altLang="en-US" sz="800" b="0" dirty="0" err="1">
                          <a:solidFill>
                            <a:schemeClr val="tx1"/>
                          </a:solidFill>
                        </a:rPr>
                        <a:t>알림문자설정</a:t>
                      </a:r>
                      <a:r>
                        <a:rPr lang="ko-KR" altLang="en-US" sz="800" b="0" dirty="0">
                          <a:solidFill>
                            <a:schemeClr val="tx1"/>
                          </a:solidFill>
                        </a:rPr>
                        <a:t> </a:t>
                      </a:r>
                      <a:r>
                        <a:rPr lang="en-US" altLang="ko-KR" sz="800" b="0" dirty="0">
                          <a:solidFill>
                            <a:schemeClr val="tx1"/>
                          </a:solidFill>
                        </a:rPr>
                        <a:t>:</a:t>
                      </a:r>
                      <a:br>
                        <a:rPr lang="en-US" altLang="ko-KR" sz="800" b="0" dirty="0">
                          <a:solidFill>
                            <a:schemeClr val="tx1"/>
                          </a:solidFill>
                        </a:rPr>
                      </a:br>
                      <a:r>
                        <a:rPr lang="ko-KR" altLang="en-US" sz="700" b="0" dirty="0">
                          <a:solidFill>
                            <a:schemeClr val="tx1"/>
                          </a:solidFill>
                        </a:rPr>
                        <a:t>치환항목</a:t>
                      </a:r>
                      <a:endParaRPr lang="en-US" altLang="ko-KR" sz="700" b="0" dirty="0">
                        <a:solidFill>
                          <a:schemeClr val="tx1"/>
                        </a:solidFill>
                      </a:endParaRPr>
                    </a:p>
                    <a:p>
                      <a:pPr latinLnBrk="1"/>
                      <a:r>
                        <a:rPr lang="en-US" altLang="ko-KR" sz="700" b="0" dirty="0">
                          <a:solidFill>
                            <a:schemeClr val="tx1"/>
                          </a:solidFill>
                        </a:rPr>
                        <a:t>{{</a:t>
                      </a:r>
                      <a:r>
                        <a:rPr lang="ko-KR" altLang="en-US" sz="700" b="0" dirty="0">
                          <a:solidFill>
                            <a:schemeClr val="tx1"/>
                          </a:solidFill>
                        </a:rPr>
                        <a:t>구매자</a:t>
                      </a:r>
                      <a:r>
                        <a:rPr lang="en-US" altLang="ko-KR" sz="7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rPr>
                        <a:t>{{</a:t>
                      </a:r>
                      <a:r>
                        <a:rPr lang="ko-KR" altLang="en-US" sz="700" b="0" dirty="0">
                          <a:solidFill>
                            <a:schemeClr val="tx1"/>
                          </a:solidFill>
                        </a:rPr>
                        <a:t>구매상품</a:t>
                      </a:r>
                      <a:r>
                        <a:rPr lang="en-US" altLang="ko-KR" sz="7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rPr>
                        <a:t>{{</a:t>
                      </a:r>
                      <a:r>
                        <a:rPr lang="ko-KR" altLang="en-US" sz="700" b="0" dirty="0">
                          <a:solidFill>
                            <a:schemeClr val="tx1"/>
                          </a:solidFill>
                        </a:rPr>
                        <a:t>구매수량</a:t>
                      </a:r>
                      <a:r>
                        <a:rPr lang="en-US" altLang="ko-KR" sz="7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rPr>
                        <a:t>{{</a:t>
                      </a:r>
                      <a:r>
                        <a:rPr lang="ko-KR" altLang="en-US" sz="700" b="0" dirty="0">
                          <a:solidFill>
                            <a:schemeClr val="tx1"/>
                          </a:solidFill>
                        </a:rPr>
                        <a:t>구매액</a:t>
                      </a:r>
                      <a:r>
                        <a:rPr lang="en-US" altLang="ko-KR" sz="7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rPr>
                        <a:t>{{</a:t>
                      </a:r>
                      <a:r>
                        <a:rPr lang="ko-KR" altLang="en-US" sz="700" b="0" dirty="0">
                          <a:solidFill>
                            <a:schemeClr val="tx1"/>
                          </a:solidFill>
                        </a:rPr>
                        <a:t>구매날짜</a:t>
                      </a:r>
                      <a:r>
                        <a:rPr lang="en-US" altLang="ko-KR" sz="700" b="0" dirty="0">
                          <a:solidFill>
                            <a:schemeClr val="tx1"/>
                          </a:solidFill>
                        </a:rPr>
                        <a:t>}}</a:t>
                      </a:r>
                    </a:p>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i="0" u="none" strike="noStrike" dirty="0" err="1">
                          <a:solidFill>
                            <a:srgbClr val="000000"/>
                          </a:solidFill>
                          <a:effectLst/>
                          <a:latin typeface="+mn-lt"/>
                        </a:rPr>
                        <a:t>상품구매알림</a:t>
                      </a:r>
                      <a:r>
                        <a:rPr lang="ko-KR" altLang="en-US" sz="800" b="0" i="0" u="none" strike="noStrike" dirty="0">
                          <a:solidFill>
                            <a:srgbClr val="000000"/>
                          </a:solidFill>
                          <a:effectLst/>
                          <a:latin typeface="+mn-lt"/>
                        </a:rPr>
                        <a:t>                              </a:t>
                      </a:r>
                      <a:r>
                        <a:rPr lang="ko-KR" altLang="en-US" sz="800" b="0" i="0" u="none" strike="noStrike" dirty="0" err="1">
                          <a:solidFill>
                            <a:srgbClr val="000000"/>
                          </a:solidFill>
                          <a:effectLst/>
                          <a:latin typeface="+mn-lt"/>
                        </a:rPr>
                        <a:t>상품구매확정알림</a:t>
                      </a:r>
                      <a:r>
                        <a:rPr lang="ko-KR" altLang="en-US" sz="800" b="0" i="0" u="none" strike="noStrike" dirty="0">
                          <a:solidFill>
                            <a:srgbClr val="000000"/>
                          </a:solidFill>
                          <a:effectLst/>
                          <a:latin typeface="+mn-lt"/>
                        </a:rPr>
                        <a:t>                                  </a:t>
                      </a:r>
                      <a:r>
                        <a:rPr lang="ko-KR" altLang="en-US" sz="800" b="0" i="0" u="none" strike="noStrike" dirty="0" err="1">
                          <a:solidFill>
                            <a:srgbClr val="000000"/>
                          </a:solidFill>
                          <a:effectLst/>
                          <a:latin typeface="+mn-lt"/>
                        </a:rPr>
                        <a:t>상품취소알림</a:t>
                      </a:r>
                      <a:r>
                        <a:rPr lang="ko-KR" altLang="en-US" sz="800" b="0" i="0" u="none" strike="noStrike" dirty="0">
                          <a:solidFill>
                            <a:srgbClr val="000000"/>
                          </a:solidFill>
                          <a:effectLst/>
                          <a:latin typeface="+mn-lt"/>
                        </a:rPr>
                        <a:t>                                        </a:t>
                      </a:r>
                      <a:r>
                        <a:rPr lang="ko-KR" altLang="en-US" sz="800" b="0" i="0" u="none" strike="noStrike" dirty="0" err="1">
                          <a:solidFill>
                            <a:srgbClr val="000000"/>
                          </a:solidFill>
                          <a:effectLst/>
                          <a:latin typeface="+mn-lt"/>
                        </a:rPr>
                        <a:t>상품반품알림</a:t>
                      </a:r>
                      <a:r>
                        <a:rPr lang="ko-KR" altLang="en-US" sz="800" b="0" i="0" u="none" strike="noStrike" dirty="0">
                          <a:solidFill>
                            <a:srgbClr val="000000"/>
                          </a:solidFill>
                          <a:effectLst/>
                          <a:latin typeface="+mn-lt"/>
                        </a:rPr>
                        <a:t>   </a:t>
                      </a: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i="0" u="none" strike="noStrike" dirty="0">
                          <a:solidFill>
                            <a:srgbClr val="000000"/>
                          </a:solidFill>
                          <a:effectLst/>
                          <a:latin typeface="+mn-lt"/>
                        </a:rPr>
                        <a:t>                   </a:t>
                      </a:r>
                      <a:endParaRPr lang="en-US" altLang="ko-KR"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sp>
        <p:nvSpPr>
          <p:cNvPr id="21" name="TextBox 20">
            <a:extLst>
              <a:ext uri="{FF2B5EF4-FFF2-40B4-BE49-F238E27FC236}">
                <a16:creationId xmlns:a16="http://schemas.microsoft.com/office/drawing/2014/main" id="{EF515E88-4AAF-4A31-9400-06022D3F7054}"/>
              </a:ext>
            </a:extLst>
          </p:cNvPr>
          <p:cNvSpPr txBox="1"/>
          <p:nvPr/>
        </p:nvSpPr>
        <p:spPr>
          <a:xfrm>
            <a:off x="67275" y="5260126"/>
            <a:ext cx="3584636"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구매현황</a:t>
            </a:r>
            <a:r>
              <a:rPr lang="en-US" altLang="ko-KR" sz="900" dirty="0">
                <a:latin typeface="맑은 고딕" panose="020B0503020000020004" pitchFamily="50" charset="-127"/>
                <a:ea typeface="맑은 고딕" panose="020B0503020000020004" pitchFamily="50" charset="-127"/>
              </a:rPr>
              <a:t> </a:t>
            </a:r>
            <a:r>
              <a:rPr lang="ko-KR" altLang="en-US" sz="900" dirty="0" err="1">
                <a:latin typeface="맑은 고딕" panose="020B0503020000020004" pitchFamily="50" charset="-127"/>
                <a:ea typeface="맑은 고딕" panose="020B0503020000020004" pitchFamily="50" charset="-127"/>
              </a:rPr>
              <a:t>문자알림</a:t>
            </a:r>
            <a:r>
              <a:rPr lang="en-US" altLang="ko-KR" sz="900" dirty="0">
                <a:latin typeface="맑은 고딕" panose="020B0503020000020004" pitchFamily="50" charset="-127"/>
                <a:ea typeface="맑은 고딕" panose="020B0503020000020004" pitchFamily="50" charset="-127"/>
              </a:rPr>
              <a:t> </a:t>
            </a:r>
            <a:r>
              <a:rPr lang="en-US" altLang="ko-KR" sz="700" b="1" dirty="0">
                <a:solidFill>
                  <a:srgbClr val="FF0000"/>
                </a:solidFill>
                <a:latin typeface="맑은 고딕" panose="020B0503020000020004" pitchFamily="50" charset="-127"/>
                <a:ea typeface="맑은 고딕" panose="020B0503020000020004" pitchFamily="50" charset="-127"/>
              </a:rPr>
              <a:t>( </a:t>
            </a:r>
            <a:r>
              <a:rPr lang="ko-KR" altLang="en-US" sz="700" dirty="0">
                <a:solidFill>
                  <a:srgbClr val="FF0000"/>
                </a:solidFill>
                <a:latin typeface="+mj-ea"/>
                <a:ea typeface="+mj-ea"/>
              </a:rPr>
              <a:t>구매</a:t>
            </a:r>
            <a:r>
              <a:rPr lang="en-US" altLang="ko-KR" sz="700" dirty="0">
                <a:solidFill>
                  <a:srgbClr val="FF0000"/>
                </a:solidFill>
                <a:latin typeface="+mj-ea"/>
                <a:ea typeface="+mj-ea"/>
              </a:rPr>
              <a:t>, </a:t>
            </a:r>
            <a:r>
              <a:rPr lang="ko-KR" altLang="en-US" sz="700" dirty="0">
                <a:solidFill>
                  <a:srgbClr val="FF0000"/>
                </a:solidFill>
                <a:latin typeface="+mj-ea"/>
                <a:ea typeface="+mj-ea"/>
              </a:rPr>
              <a:t>배송 등 구매관련 문자사용여부 </a:t>
            </a:r>
            <a:r>
              <a:rPr lang="en-US" altLang="ko-KR" sz="700" dirty="0">
                <a:solidFill>
                  <a:srgbClr val="FF0000"/>
                </a:solidFill>
                <a:latin typeface="+mj-ea"/>
                <a:ea typeface="+mj-ea"/>
              </a:rPr>
              <a:t>– </a:t>
            </a:r>
            <a:r>
              <a:rPr lang="ko-KR" altLang="en-US" sz="700" dirty="0" err="1">
                <a:solidFill>
                  <a:srgbClr val="FF0000"/>
                </a:solidFill>
                <a:latin typeface="+mj-ea"/>
                <a:ea typeface="+mj-ea"/>
              </a:rPr>
              <a:t>정산시</a:t>
            </a:r>
            <a:r>
              <a:rPr lang="ko-KR" altLang="en-US" sz="700" dirty="0">
                <a:solidFill>
                  <a:srgbClr val="FF0000"/>
                </a:solidFill>
                <a:latin typeface="+mj-ea"/>
                <a:ea typeface="+mj-ea"/>
              </a:rPr>
              <a:t> 차감</a:t>
            </a:r>
            <a:r>
              <a:rPr lang="ko-KR" altLang="en-US" sz="700" i="0" dirty="0">
                <a:solidFill>
                  <a:srgbClr val="FF0000"/>
                </a:solidFill>
                <a:effectLst/>
                <a:latin typeface="+mj-ea"/>
                <a:ea typeface="+mj-ea"/>
              </a:rPr>
              <a:t> </a:t>
            </a:r>
            <a:r>
              <a:rPr lang="en-US" altLang="ko-KR" sz="700" b="1" i="0" dirty="0">
                <a:solidFill>
                  <a:srgbClr val="FF0000"/>
                </a:solidFill>
                <a:effectLst/>
                <a:latin typeface="-apple-system"/>
              </a:rPr>
              <a:t>)</a:t>
            </a:r>
            <a:r>
              <a:rPr lang="ko-KR" altLang="en-US" sz="700" b="1" dirty="0">
                <a:solidFill>
                  <a:srgbClr val="FF0000"/>
                </a:solidFill>
                <a:latin typeface="맑은 고딕" panose="020B0503020000020004" pitchFamily="50" charset="-127"/>
                <a:ea typeface="맑은 고딕" panose="020B0503020000020004" pitchFamily="50" charset="-127"/>
              </a:rPr>
              <a:t> </a:t>
            </a:r>
            <a:endParaRPr lang="ko-KR" altLang="en-US" sz="700" b="1" dirty="0">
              <a:solidFill>
                <a:srgbClr val="FF0000"/>
              </a:solidFill>
            </a:endParaRPr>
          </a:p>
        </p:txBody>
      </p:sp>
      <p:cxnSp>
        <p:nvCxnSpPr>
          <p:cNvPr id="24" name="직선 화살표 연결선 23">
            <a:extLst>
              <a:ext uri="{FF2B5EF4-FFF2-40B4-BE49-F238E27FC236}">
                <a16:creationId xmlns:a16="http://schemas.microsoft.com/office/drawing/2014/main" id="{27501C36-FD9A-42F8-9DB9-D69A5C7D6D0D}"/>
              </a:ext>
            </a:extLst>
          </p:cNvPr>
          <p:cNvCxnSpPr>
            <a:cxnSpLocks/>
            <a:stCxn id="23" idx="4"/>
          </p:cNvCxnSpPr>
          <p:nvPr/>
        </p:nvCxnSpPr>
        <p:spPr>
          <a:xfrm>
            <a:off x="1961731" y="4710828"/>
            <a:ext cx="142172" cy="862277"/>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14" name="표 13">
            <a:extLst>
              <a:ext uri="{FF2B5EF4-FFF2-40B4-BE49-F238E27FC236}">
                <a16:creationId xmlns:a16="http://schemas.microsoft.com/office/drawing/2014/main" id="{C8C3190C-D5EC-4E5D-9AE6-1E2882D8666B}"/>
              </a:ext>
            </a:extLst>
          </p:cNvPr>
          <p:cNvGraphicFramePr>
            <a:graphicFrameLocks noGrp="1"/>
          </p:cNvGraphicFramePr>
          <p:nvPr/>
        </p:nvGraphicFramePr>
        <p:xfrm>
          <a:off x="10171774" y="22159"/>
          <a:ext cx="1979018" cy="20279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RF-02-04-02-5-2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채널등록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a:t>
                      </a:r>
                      <a:r>
                        <a:rPr lang="ko-KR" altLang="en-US" sz="800" dirty="0" err="1"/>
                        <a:t>등록화면</a:t>
                      </a:r>
                      <a:r>
                        <a:rPr lang="ko-KR" altLang="en-US" sz="800" dirty="0"/>
                        <a:t> </a:t>
                      </a:r>
                      <a:r>
                        <a:rPr lang="en-US" altLang="ko-KR" sz="800" dirty="0"/>
                        <a:t>OG</a:t>
                      </a:r>
                      <a:r>
                        <a:rPr lang="ko-KR" altLang="en-US" sz="800" dirty="0"/>
                        <a:t> 사용여부</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등록화면에서 </a:t>
                      </a:r>
                      <a:r>
                        <a:rPr lang="en-US" altLang="ko-KR" sz="800" dirty="0"/>
                        <a:t>OG</a:t>
                      </a:r>
                      <a:r>
                        <a:rPr lang="ko-KR" altLang="en-US" sz="800" dirty="0"/>
                        <a:t> 사용여부 클릭에 따른 화면 변화</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759052727"/>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사용 선택 시 </a:t>
                      </a:r>
                      <a:r>
                        <a:rPr lang="en-US" altLang="ko-KR" sz="800" b="0" dirty="0">
                          <a:solidFill>
                            <a:schemeClr val="tx1"/>
                          </a:solidFill>
                        </a:rPr>
                        <a:t>OG</a:t>
                      </a:r>
                      <a:r>
                        <a:rPr lang="en-US" altLang="ko-KR" sz="800" b="0" baseline="0" dirty="0">
                          <a:solidFill>
                            <a:schemeClr val="tx1"/>
                          </a:solidFill>
                        </a:rPr>
                        <a:t> TAG </a:t>
                      </a:r>
                      <a:r>
                        <a:rPr lang="ko-KR" altLang="en-US" sz="800" b="0" baseline="0" dirty="0">
                          <a:solidFill>
                            <a:schemeClr val="tx1"/>
                          </a:solidFill>
                        </a:rPr>
                        <a:t>정보를 입력할 수 있는 영역 활성화</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grpSp>
        <p:nvGrpSpPr>
          <p:cNvPr id="4" name="그룹 3">
            <a:extLst>
              <a:ext uri="{FF2B5EF4-FFF2-40B4-BE49-F238E27FC236}">
                <a16:creationId xmlns:a16="http://schemas.microsoft.com/office/drawing/2014/main" id="{8638AB47-68C0-4A61-9C64-E87326C97734}"/>
              </a:ext>
            </a:extLst>
          </p:cNvPr>
          <p:cNvGrpSpPr/>
          <p:nvPr/>
        </p:nvGrpSpPr>
        <p:grpSpPr>
          <a:xfrm>
            <a:off x="1395650" y="6061210"/>
            <a:ext cx="1161283" cy="891437"/>
            <a:chOff x="1395650" y="6061210"/>
            <a:chExt cx="1161283" cy="891437"/>
          </a:xfrm>
        </p:grpSpPr>
        <p:sp>
          <p:nvSpPr>
            <p:cNvPr id="19" name="직사각형 18">
              <a:extLst>
                <a:ext uri="{FF2B5EF4-FFF2-40B4-BE49-F238E27FC236}">
                  <a16:creationId xmlns:a16="http://schemas.microsoft.com/office/drawing/2014/main" id="{D2EF4FAD-52C0-4C6D-8EC7-C4DDAA4530A2}"/>
                </a:ext>
              </a:extLst>
            </p:cNvPr>
            <p:cNvSpPr/>
            <p:nvPr/>
          </p:nvSpPr>
          <p:spPr>
            <a:xfrm>
              <a:off x="2165047" y="6738016"/>
              <a:ext cx="391886" cy="19836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적용</a:t>
              </a:r>
              <a:endParaRPr lang="en-US" altLang="ko-KR" sz="800" dirty="0">
                <a:solidFill>
                  <a:schemeClr val="bg1"/>
                </a:solidFill>
              </a:endParaRPr>
            </a:p>
          </p:txBody>
        </p:sp>
        <p:sp>
          <p:nvSpPr>
            <p:cNvPr id="28" name="직사각형 27">
              <a:extLst>
                <a:ext uri="{FF2B5EF4-FFF2-40B4-BE49-F238E27FC236}">
                  <a16:creationId xmlns:a16="http://schemas.microsoft.com/office/drawing/2014/main" id="{44988395-80E9-42C6-96EF-AC99E5616EF6}"/>
                </a:ext>
              </a:extLst>
            </p:cNvPr>
            <p:cNvSpPr/>
            <p:nvPr/>
          </p:nvSpPr>
          <p:spPr>
            <a:xfrm>
              <a:off x="1395650" y="6061210"/>
              <a:ext cx="1161283" cy="65503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ko-KR" altLang="en-US" sz="800">
                  <a:solidFill>
                    <a:schemeClr val="tx1">
                      <a:lumMod val="50000"/>
                      <a:lumOff val="50000"/>
                    </a:schemeClr>
                  </a:solidFill>
                </a:rPr>
                <a:t>내용</a:t>
              </a:r>
              <a:endParaRPr lang="en-US" altLang="ko-KR" sz="800" dirty="0">
                <a:solidFill>
                  <a:schemeClr val="tx1">
                    <a:lumMod val="50000"/>
                    <a:lumOff val="50000"/>
                  </a:schemeClr>
                </a:solidFill>
              </a:endParaRPr>
            </a:p>
          </p:txBody>
        </p:sp>
        <p:sp>
          <p:nvSpPr>
            <p:cNvPr id="2" name="TextBox 1">
              <a:extLst>
                <a:ext uri="{FF2B5EF4-FFF2-40B4-BE49-F238E27FC236}">
                  <a16:creationId xmlns:a16="http://schemas.microsoft.com/office/drawing/2014/main" id="{631901CE-F4AA-431C-861D-90938441F2A1}"/>
                </a:ext>
              </a:extLst>
            </p:cNvPr>
            <p:cNvSpPr txBox="1"/>
            <p:nvPr/>
          </p:nvSpPr>
          <p:spPr>
            <a:xfrm>
              <a:off x="1677170" y="6721815"/>
              <a:ext cx="598241" cy="230832"/>
            </a:xfrm>
            <a:prstGeom prst="rect">
              <a:avLst/>
            </a:prstGeom>
            <a:noFill/>
          </p:spPr>
          <p:txBody>
            <a:bodyPr wrap="none" rtlCol="0">
              <a:spAutoFit/>
            </a:bodyPr>
            <a:lstStyle/>
            <a:p>
              <a:r>
                <a:rPr lang="en-US" altLang="ko-KR" sz="900" dirty="0"/>
                <a:t>(0/300) </a:t>
              </a:r>
              <a:endParaRPr lang="ko-KR" altLang="en-US" sz="900" dirty="0"/>
            </a:p>
          </p:txBody>
        </p:sp>
      </p:grpSp>
      <p:grpSp>
        <p:nvGrpSpPr>
          <p:cNvPr id="22" name="그룹 21">
            <a:extLst>
              <a:ext uri="{FF2B5EF4-FFF2-40B4-BE49-F238E27FC236}">
                <a16:creationId xmlns:a16="http://schemas.microsoft.com/office/drawing/2014/main" id="{317951ED-02C7-4FA3-A789-BF669C5EF8B1}"/>
              </a:ext>
            </a:extLst>
          </p:cNvPr>
          <p:cNvGrpSpPr/>
          <p:nvPr/>
        </p:nvGrpSpPr>
        <p:grpSpPr>
          <a:xfrm>
            <a:off x="3119902" y="6057482"/>
            <a:ext cx="1161283" cy="907638"/>
            <a:chOff x="1395650" y="6061210"/>
            <a:chExt cx="1161283" cy="907638"/>
          </a:xfrm>
        </p:grpSpPr>
        <p:sp>
          <p:nvSpPr>
            <p:cNvPr id="25" name="직사각형 24">
              <a:extLst>
                <a:ext uri="{FF2B5EF4-FFF2-40B4-BE49-F238E27FC236}">
                  <a16:creationId xmlns:a16="http://schemas.microsoft.com/office/drawing/2014/main" id="{DE92F8B5-2101-4618-90BC-3612663ACA76}"/>
                </a:ext>
              </a:extLst>
            </p:cNvPr>
            <p:cNvSpPr/>
            <p:nvPr/>
          </p:nvSpPr>
          <p:spPr>
            <a:xfrm>
              <a:off x="2165047" y="6738016"/>
              <a:ext cx="391886" cy="19836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적용</a:t>
              </a:r>
              <a:endParaRPr lang="en-US" altLang="ko-KR" sz="800" dirty="0">
                <a:solidFill>
                  <a:schemeClr val="bg1"/>
                </a:solidFill>
              </a:endParaRPr>
            </a:p>
          </p:txBody>
        </p:sp>
        <p:sp>
          <p:nvSpPr>
            <p:cNvPr id="27" name="직사각형 26">
              <a:extLst>
                <a:ext uri="{FF2B5EF4-FFF2-40B4-BE49-F238E27FC236}">
                  <a16:creationId xmlns:a16="http://schemas.microsoft.com/office/drawing/2014/main" id="{9B77570D-6BDD-46EC-A3F1-A7BB70F390FE}"/>
                </a:ext>
              </a:extLst>
            </p:cNvPr>
            <p:cNvSpPr/>
            <p:nvPr/>
          </p:nvSpPr>
          <p:spPr>
            <a:xfrm>
              <a:off x="1395650" y="6061210"/>
              <a:ext cx="1161283" cy="65503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ko-KR" altLang="en-US" sz="800">
                  <a:solidFill>
                    <a:schemeClr val="tx1">
                      <a:lumMod val="50000"/>
                      <a:lumOff val="50000"/>
                    </a:schemeClr>
                  </a:solidFill>
                </a:rPr>
                <a:t>내용</a:t>
              </a:r>
              <a:endParaRPr lang="en-US" altLang="ko-KR" sz="800" dirty="0">
                <a:solidFill>
                  <a:schemeClr val="tx1">
                    <a:lumMod val="50000"/>
                    <a:lumOff val="50000"/>
                  </a:schemeClr>
                </a:solidFill>
              </a:endParaRPr>
            </a:p>
          </p:txBody>
        </p:sp>
        <p:sp>
          <p:nvSpPr>
            <p:cNvPr id="30" name="TextBox 29">
              <a:extLst>
                <a:ext uri="{FF2B5EF4-FFF2-40B4-BE49-F238E27FC236}">
                  <a16:creationId xmlns:a16="http://schemas.microsoft.com/office/drawing/2014/main" id="{0D2FE69C-8D83-4866-913E-C6CD96546317}"/>
                </a:ext>
              </a:extLst>
            </p:cNvPr>
            <p:cNvSpPr txBox="1"/>
            <p:nvPr/>
          </p:nvSpPr>
          <p:spPr>
            <a:xfrm>
              <a:off x="1653384" y="6738016"/>
              <a:ext cx="598241" cy="230832"/>
            </a:xfrm>
            <a:prstGeom prst="rect">
              <a:avLst/>
            </a:prstGeom>
            <a:noFill/>
          </p:spPr>
          <p:txBody>
            <a:bodyPr wrap="none" rtlCol="0">
              <a:spAutoFit/>
            </a:bodyPr>
            <a:lstStyle/>
            <a:p>
              <a:r>
                <a:rPr lang="en-US" altLang="ko-KR" sz="900" dirty="0"/>
                <a:t>(0/300) </a:t>
              </a:r>
              <a:endParaRPr lang="ko-KR" altLang="en-US" sz="900" dirty="0"/>
            </a:p>
          </p:txBody>
        </p:sp>
      </p:grpSp>
      <p:grpSp>
        <p:nvGrpSpPr>
          <p:cNvPr id="31" name="그룹 30">
            <a:extLst>
              <a:ext uri="{FF2B5EF4-FFF2-40B4-BE49-F238E27FC236}">
                <a16:creationId xmlns:a16="http://schemas.microsoft.com/office/drawing/2014/main" id="{8A29688F-45B4-44E9-B58A-3D28364B4EA7}"/>
              </a:ext>
            </a:extLst>
          </p:cNvPr>
          <p:cNvGrpSpPr/>
          <p:nvPr/>
        </p:nvGrpSpPr>
        <p:grpSpPr>
          <a:xfrm>
            <a:off x="5164902" y="6063509"/>
            <a:ext cx="1161283" cy="901611"/>
            <a:chOff x="1395650" y="6061210"/>
            <a:chExt cx="1161283" cy="901611"/>
          </a:xfrm>
        </p:grpSpPr>
        <p:sp>
          <p:nvSpPr>
            <p:cNvPr id="32" name="직사각형 31">
              <a:extLst>
                <a:ext uri="{FF2B5EF4-FFF2-40B4-BE49-F238E27FC236}">
                  <a16:creationId xmlns:a16="http://schemas.microsoft.com/office/drawing/2014/main" id="{A09042DD-C59F-4D11-8FE5-1A5E2900FD8E}"/>
                </a:ext>
              </a:extLst>
            </p:cNvPr>
            <p:cNvSpPr/>
            <p:nvPr/>
          </p:nvSpPr>
          <p:spPr>
            <a:xfrm>
              <a:off x="2165047" y="6738016"/>
              <a:ext cx="391886" cy="19836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적용</a:t>
              </a:r>
              <a:endParaRPr lang="en-US" altLang="ko-KR" sz="800" dirty="0">
                <a:solidFill>
                  <a:schemeClr val="bg1"/>
                </a:solidFill>
              </a:endParaRPr>
            </a:p>
          </p:txBody>
        </p:sp>
        <p:sp>
          <p:nvSpPr>
            <p:cNvPr id="33" name="직사각형 32">
              <a:extLst>
                <a:ext uri="{FF2B5EF4-FFF2-40B4-BE49-F238E27FC236}">
                  <a16:creationId xmlns:a16="http://schemas.microsoft.com/office/drawing/2014/main" id="{D3C151BF-88E7-4054-A9DD-C1D3E9832708}"/>
                </a:ext>
              </a:extLst>
            </p:cNvPr>
            <p:cNvSpPr/>
            <p:nvPr/>
          </p:nvSpPr>
          <p:spPr>
            <a:xfrm>
              <a:off x="1395650" y="6061210"/>
              <a:ext cx="1161283" cy="65503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ko-KR" altLang="en-US" sz="800">
                  <a:solidFill>
                    <a:schemeClr val="tx1">
                      <a:lumMod val="50000"/>
                      <a:lumOff val="50000"/>
                    </a:schemeClr>
                  </a:solidFill>
                </a:rPr>
                <a:t>내용</a:t>
              </a:r>
              <a:endParaRPr lang="en-US" altLang="ko-KR" sz="800" dirty="0">
                <a:solidFill>
                  <a:schemeClr val="tx1">
                    <a:lumMod val="50000"/>
                    <a:lumOff val="50000"/>
                  </a:schemeClr>
                </a:solidFill>
              </a:endParaRPr>
            </a:p>
          </p:txBody>
        </p:sp>
        <p:sp>
          <p:nvSpPr>
            <p:cNvPr id="34" name="TextBox 33">
              <a:extLst>
                <a:ext uri="{FF2B5EF4-FFF2-40B4-BE49-F238E27FC236}">
                  <a16:creationId xmlns:a16="http://schemas.microsoft.com/office/drawing/2014/main" id="{8EE94F62-943E-457B-9052-BE75A9F2F997}"/>
                </a:ext>
              </a:extLst>
            </p:cNvPr>
            <p:cNvSpPr txBox="1"/>
            <p:nvPr/>
          </p:nvSpPr>
          <p:spPr>
            <a:xfrm>
              <a:off x="1643940" y="6731989"/>
              <a:ext cx="598241" cy="230832"/>
            </a:xfrm>
            <a:prstGeom prst="rect">
              <a:avLst/>
            </a:prstGeom>
            <a:noFill/>
          </p:spPr>
          <p:txBody>
            <a:bodyPr wrap="none" rtlCol="0">
              <a:spAutoFit/>
            </a:bodyPr>
            <a:lstStyle/>
            <a:p>
              <a:r>
                <a:rPr lang="en-US" altLang="ko-KR" sz="900" dirty="0"/>
                <a:t>(0/300) </a:t>
              </a:r>
              <a:endParaRPr lang="ko-KR" altLang="en-US" sz="900" dirty="0"/>
            </a:p>
          </p:txBody>
        </p:sp>
      </p:grpSp>
      <p:grpSp>
        <p:nvGrpSpPr>
          <p:cNvPr id="35" name="그룹 34">
            <a:extLst>
              <a:ext uri="{FF2B5EF4-FFF2-40B4-BE49-F238E27FC236}">
                <a16:creationId xmlns:a16="http://schemas.microsoft.com/office/drawing/2014/main" id="{B03A6EBD-47B0-4DD9-9341-5B117509C2EC}"/>
              </a:ext>
            </a:extLst>
          </p:cNvPr>
          <p:cNvGrpSpPr/>
          <p:nvPr/>
        </p:nvGrpSpPr>
        <p:grpSpPr>
          <a:xfrm>
            <a:off x="7231850" y="6041248"/>
            <a:ext cx="1161283" cy="898321"/>
            <a:chOff x="1395650" y="6061210"/>
            <a:chExt cx="1161283" cy="898321"/>
          </a:xfrm>
        </p:grpSpPr>
        <p:sp>
          <p:nvSpPr>
            <p:cNvPr id="36" name="직사각형 35">
              <a:extLst>
                <a:ext uri="{FF2B5EF4-FFF2-40B4-BE49-F238E27FC236}">
                  <a16:creationId xmlns:a16="http://schemas.microsoft.com/office/drawing/2014/main" id="{E0FC2A05-68C9-4B53-A185-1092C50ABB87}"/>
                </a:ext>
              </a:extLst>
            </p:cNvPr>
            <p:cNvSpPr/>
            <p:nvPr/>
          </p:nvSpPr>
          <p:spPr>
            <a:xfrm>
              <a:off x="2165047" y="6738016"/>
              <a:ext cx="391886" cy="19836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적용</a:t>
              </a:r>
              <a:endParaRPr lang="en-US" altLang="ko-KR" sz="800" dirty="0">
                <a:solidFill>
                  <a:schemeClr val="bg1"/>
                </a:solidFill>
              </a:endParaRPr>
            </a:p>
          </p:txBody>
        </p:sp>
        <p:sp>
          <p:nvSpPr>
            <p:cNvPr id="37" name="직사각형 36">
              <a:extLst>
                <a:ext uri="{FF2B5EF4-FFF2-40B4-BE49-F238E27FC236}">
                  <a16:creationId xmlns:a16="http://schemas.microsoft.com/office/drawing/2014/main" id="{E5CD7942-F1B6-4DA3-B832-6101DE50DD04}"/>
                </a:ext>
              </a:extLst>
            </p:cNvPr>
            <p:cNvSpPr/>
            <p:nvPr/>
          </p:nvSpPr>
          <p:spPr>
            <a:xfrm>
              <a:off x="1395650" y="6061210"/>
              <a:ext cx="1161283" cy="65503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ko-KR" altLang="en-US" sz="800">
                  <a:solidFill>
                    <a:schemeClr val="tx1">
                      <a:lumMod val="50000"/>
                      <a:lumOff val="50000"/>
                    </a:schemeClr>
                  </a:solidFill>
                </a:rPr>
                <a:t>내용</a:t>
              </a:r>
              <a:endParaRPr lang="en-US" altLang="ko-KR" sz="800" dirty="0">
                <a:solidFill>
                  <a:schemeClr val="tx1">
                    <a:lumMod val="50000"/>
                    <a:lumOff val="50000"/>
                  </a:schemeClr>
                </a:solidFill>
              </a:endParaRPr>
            </a:p>
          </p:txBody>
        </p:sp>
        <p:sp>
          <p:nvSpPr>
            <p:cNvPr id="38" name="TextBox 37">
              <a:extLst>
                <a:ext uri="{FF2B5EF4-FFF2-40B4-BE49-F238E27FC236}">
                  <a16:creationId xmlns:a16="http://schemas.microsoft.com/office/drawing/2014/main" id="{2F99951B-C84C-4B63-9D09-AF35AD4B27F7}"/>
                </a:ext>
              </a:extLst>
            </p:cNvPr>
            <p:cNvSpPr txBox="1"/>
            <p:nvPr/>
          </p:nvSpPr>
          <p:spPr>
            <a:xfrm>
              <a:off x="1629220" y="6728699"/>
              <a:ext cx="598241" cy="230832"/>
            </a:xfrm>
            <a:prstGeom prst="rect">
              <a:avLst/>
            </a:prstGeom>
            <a:noFill/>
          </p:spPr>
          <p:txBody>
            <a:bodyPr wrap="none" rtlCol="0">
              <a:spAutoFit/>
            </a:bodyPr>
            <a:lstStyle/>
            <a:p>
              <a:r>
                <a:rPr lang="en-US" altLang="ko-KR" sz="900" dirty="0"/>
                <a:t>(0/300) </a:t>
              </a:r>
              <a:endParaRPr lang="ko-KR" altLang="en-US" sz="900" dirty="0"/>
            </a:p>
          </p:txBody>
        </p:sp>
      </p:grpSp>
    </p:spTree>
    <p:extLst>
      <p:ext uri="{BB962C8B-B14F-4D97-AF65-F5344CB8AC3E}">
        <p14:creationId xmlns:p14="http://schemas.microsoft.com/office/powerpoint/2010/main" val="9863088"/>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608FA3DB-436C-4EE6-8056-B5041DD503CE}"/>
              </a:ext>
            </a:extLst>
          </p:cNvPr>
          <p:cNvSpPr/>
          <p:nvPr/>
        </p:nvSpPr>
        <p:spPr>
          <a:xfrm>
            <a:off x="-67733" y="5626907"/>
            <a:ext cx="10253134" cy="2391027"/>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23" name="타원 22">
            <a:extLst>
              <a:ext uri="{FF2B5EF4-FFF2-40B4-BE49-F238E27FC236}">
                <a16:creationId xmlns:a16="http://schemas.microsoft.com/office/drawing/2014/main" id="{81CAF3CC-0BF2-458C-A79A-76A34287FE46}"/>
              </a:ext>
            </a:extLst>
          </p:cNvPr>
          <p:cNvSpPr/>
          <p:nvPr/>
        </p:nvSpPr>
        <p:spPr>
          <a:xfrm>
            <a:off x="1273394" y="4961471"/>
            <a:ext cx="1376673"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 name="TextBox 25">
            <a:extLst>
              <a:ext uri="{FF2B5EF4-FFF2-40B4-BE49-F238E27FC236}">
                <a16:creationId xmlns:a16="http://schemas.microsoft.com/office/drawing/2014/main" id="{F753BD34-59FD-4F72-ACAD-4D441DD5DF30}"/>
              </a:ext>
            </a:extLst>
          </p:cNvPr>
          <p:cNvSpPr txBox="1"/>
          <p:nvPr/>
        </p:nvSpPr>
        <p:spPr>
          <a:xfrm>
            <a:off x="1988134" y="4830881"/>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graphicFrame>
        <p:nvGraphicFramePr>
          <p:cNvPr id="16" name="표 15">
            <a:extLst>
              <a:ext uri="{FF2B5EF4-FFF2-40B4-BE49-F238E27FC236}">
                <a16:creationId xmlns:a16="http://schemas.microsoft.com/office/drawing/2014/main" id="{34A40855-8C57-4C15-B785-2636DA3BC76C}"/>
              </a:ext>
            </a:extLst>
          </p:cNvPr>
          <p:cNvGraphicFramePr>
            <a:graphicFrameLocks noGrp="1"/>
          </p:cNvGraphicFramePr>
          <p:nvPr>
            <p:extLst>
              <p:ext uri="{D42A27DB-BD31-4B8C-83A1-F6EECF244321}">
                <p14:modId xmlns:p14="http://schemas.microsoft.com/office/powerpoint/2010/main" val="3794570935"/>
              </p:ext>
            </p:extLst>
          </p:nvPr>
        </p:nvGraphicFramePr>
        <p:xfrm>
          <a:off x="125632" y="6214559"/>
          <a:ext cx="9943899" cy="952916"/>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197387">
                <a:tc>
                  <a:txBody>
                    <a:bodyPr/>
                    <a:lstStyle/>
                    <a:p>
                      <a:pPr latinLnBrk="1"/>
                      <a:r>
                        <a:rPr lang="en-US" altLang="ko-KR" sz="800" b="0" dirty="0">
                          <a:solidFill>
                            <a:schemeClr val="tx1"/>
                          </a:solidFill>
                        </a:rPr>
                        <a:t>OG</a:t>
                      </a:r>
                      <a:r>
                        <a:rPr lang="ko-KR" altLang="en-US" sz="800" b="0" dirty="0">
                          <a:solidFill>
                            <a:schemeClr val="tx1"/>
                          </a:solidFill>
                        </a:rPr>
                        <a:t> 사용여부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사용</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5296034"/>
                  </a:ext>
                </a:extLst>
              </a:tr>
              <a:tr h="739556">
                <a:tc>
                  <a:txBody>
                    <a:bodyPr/>
                    <a:lstStyle/>
                    <a:p>
                      <a:pPr latinLnBrk="1"/>
                      <a:r>
                        <a:rPr lang="en-US" altLang="ko-KR" sz="800" b="0" dirty="0">
                          <a:solidFill>
                            <a:schemeClr val="tx1"/>
                          </a:solidFill>
                        </a:rPr>
                        <a:t>OG TAG</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800" b="0" i="0" u="none" strike="noStrike" dirty="0">
                          <a:solidFill>
                            <a:srgbClr val="000000"/>
                          </a:solidFill>
                          <a:effectLst/>
                          <a:latin typeface="+mn-lt"/>
                        </a:rPr>
                        <a:t>Title           </a:t>
                      </a: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800" b="0" i="0" u="none" strike="noStrike" dirty="0">
                          <a:solidFill>
                            <a:srgbClr val="000000"/>
                          </a:solidFill>
                          <a:effectLst/>
                          <a:latin typeface="+mn-lt"/>
                        </a:rPr>
                        <a:t>Description  </a:t>
                      </a: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800" b="0" i="0" u="none" strike="noStrike" dirty="0">
                          <a:solidFill>
                            <a:srgbClr val="000000"/>
                          </a:solidFill>
                          <a:effectLst/>
                          <a:latin typeface="+mn-lt"/>
                        </a:rPr>
                        <a:t>Image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grpSp>
        <p:nvGrpSpPr>
          <p:cNvPr id="17" name="그룹 16">
            <a:extLst>
              <a:ext uri="{FF2B5EF4-FFF2-40B4-BE49-F238E27FC236}">
                <a16:creationId xmlns:a16="http://schemas.microsoft.com/office/drawing/2014/main" id="{327291CE-FF01-4351-B3EC-AD8E9BB53944}"/>
              </a:ext>
            </a:extLst>
          </p:cNvPr>
          <p:cNvGrpSpPr/>
          <p:nvPr/>
        </p:nvGrpSpPr>
        <p:grpSpPr>
          <a:xfrm>
            <a:off x="2103903" y="6907713"/>
            <a:ext cx="2089400" cy="120097"/>
            <a:chOff x="5148065" y="1124744"/>
            <a:chExt cx="2089400" cy="192328"/>
          </a:xfrm>
        </p:grpSpPr>
        <p:sp>
          <p:nvSpPr>
            <p:cNvPr id="18" name="직사각형 17">
              <a:extLst>
                <a:ext uri="{FF2B5EF4-FFF2-40B4-BE49-F238E27FC236}">
                  <a16:creationId xmlns:a16="http://schemas.microsoft.com/office/drawing/2014/main" id="{D1FC37CE-59CA-4606-8083-046BAF2AF3A7}"/>
                </a:ext>
              </a:extLst>
            </p:cNvPr>
            <p:cNvSpPr/>
            <p:nvPr/>
          </p:nvSpPr>
          <p:spPr>
            <a:xfrm>
              <a:off x="5148065" y="1124744"/>
              <a:ext cx="1368151"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19" name="직사각형 18">
              <a:extLst>
                <a:ext uri="{FF2B5EF4-FFF2-40B4-BE49-F238E27FC236}">
                  <a16:creationId xmlns:a16="http://schemas.microsoft.com/office/drawing/2014/main" id="{D2EF4FAD-52C0-4C6D-8EC7-C4DDAA4530A2}"/>
                </a:ext>
              </a:extLst>
            </p:cNvPr>
            <p:cNvSpPr/>
            <p:nvPr/>
          </p:nvSpPr>
          <p:spPr>
            <a:xfrm>
              <a:off x="6516216" y="112474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endParaRPr lang="en-US" altLang="ko-KR" sz="800" dirty="0">
                <a:solidFill>
                  <a:schemeClr val="bg1"/>
                </a:solidFill>
              </a:endParaRPr>
            </a:p>
          </p:txBody>
        </p:sp>
      </p:grpSp>
      <p:sp>
        <p:nvSpPr>
          <p:cNvPr id="20" name="TextBox 19">
            <a:extLst>
              <a:ext uri="{FF2B5EF4-FFF2-40B4-BE49-F238E27FC236}">
                <a16:creationId xmlns:a16="http://schemas.microsoft.com/office/drawing/2014/main" id="{50A4FCD1-D5BC-4B2F-90E5-DCBA14044D8E}"/>
              </a:ext>
            </a:extLst>
          </p:cNvPr>
          <p:cNvSpPr txBox="1"/>
          <p:nvPr/>
        </p:nvSpPr>
        <p:spPr>
          <a:xfrm>
            <a:off x="4290862" y="6858181"/>
            <a:ext cx="1560042" cy="230832"/>
          </a:xfrm>
          <a:prstGeom prst="rect">
            <a:avLst/>
          </a:prstGeom>
          <a:noFill/>
        </p:spPr>
        <p:txBody>
          <a:bodyPr wrap="none" rtlCol="0">
            <a:spAutoFit/>
          </a:bodyPr>
          <a:lstStyle/>
          <a:p>
            <a:r>
              <a:rPr lang="ko-KR" altLang="en-US" sz="900" dirty="0"/>
              <a:t>최적사이즈 </a:t>
            </a:r>
            <a:r>
              <a:rPr lang="en-US" altLang="ko-KR" sz="900" dirty="0"/>
              <a:t>000px * 000px</a:t>
            </a:r>
            <a:endParaRPr lang="ko-KR" altLang="en-US" sz="900" dirty="0"/>
          </a:p>
        </p:txBody>
      </p:sp>
      <p:sp>
        <p:nvSpPr>
          <p:cNvPr id="21" name="TextBox 20">
            <a:extLst>
              <a:ext uri="{FF2B5EF4-FFF2-40B4-BE49-F238E27FC236}">
                <a16:creationId xmlns:a16="http://schemas.microsoft.com/office/drawing/2014/main" id="{EF515E88-4AAF-4A31-9400-06022D3F7054}"/>
              </a:ext>
            </a:extLst>
          </p:cNvPr>
          <p:cNvSpPr txBox="1"/>
          <p:nvPr/>
        </p:nvSpPr>
        <p:spPr>
          <a:xfrm>
            <a:off x="67275" y="5954393"/>
            <a:ext cx="3054041"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OG (</a:t>
            </a:r>
            <a:r>
              <a:rPr lang="ko-KR" altLang="en-US" sz="900" dirty="0">
                <a:latin typeface="맑은 고딕" panose="020B0503020000020004" pitchFamily="50" charset="-127"/>
                <a:ea typeface="맑은 고딕" panose="020B0503020000020004" pitchFamily="50" charset="-127"/>
              </a:rPr>
              <a:t>오픈 그래프</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TAG </a:t>
            </a:r>
            <a:r>
              <a:rPr lang="en-US" altLang="ko-KR" sz="700" b="1" dirty="0">
                <a:solidFill>
                  <a:srgbClr val="FF0000"/>
                </a:solidFill>
                <a:latin typeface="맑은 고딕" panose="020B0503020000020004" pitchFamily="50" charset="-127"/>
                <a:ea typeface="맑은 고딕" panose="020B0503020000020004" pitchFamily="50" charset="-127"/>
              </a:rPr>
              <a:t>( </a:t>
            </a:r>
            <a:r>
              <a:rPr lang="en-US" altLang="ko-KR" sz="700" b="1" i="0" dirty="0">
                <a:solidFill>
                  <a:srgbClr val="FF0000"/>
                </a:solidFill>
                <a:effectLst/>
                <a:latin typeface="-apple-system"/>
              </a:rPr>
              <a:t>SNS</a:t>
            </a:r>
            <a:r>
              <a:rPr lang="ko-KR" altLang="en-US" sz="700" b="1" i="0" dirty="0">
                <a:solidFill>
                  <a:srgbClr val="FF0000"/>
                </a:solidFill>
                <a:effectLst/>
                <a:latin typeface="-apple-system"/>
              </a:rPr>
              <a:t>에 게시되는데 최적화된 데이터 </a:t>
            </a:r>
            <a:r>
              <a:rPr lang="en-US" altLang="ko-KR" sz="700" b="1" i="0" dirty="0">
                <a:solidFill>
                  <a:srgbClr val="FF0000"/>
                </a:solidFill>
                <a:effectLst/>
                <a:latin typeface="-apple-system"/>
              </a:rPr>
              <a:t>)</a:t>
            </a:r>
            <a:r>
              <a:rPr lang="ko-KR" altLang="en-US" sz="700" b="1" dirty="0">
                <a:solidFill>
                  <a:srgbClr val="FF0000"/>
                </a:solidFill>
                <a:latin typeface="맑은 고딕" panose="020B0503020000020004" pitchFamily="50" charset="-127"/>
                <a:ea typeface="맑은 고딕" panose="020B0503020000020004" pitchFamily="50" charset="-127"/>
              </a:rPr>
              <a:t> </a:t>
            </a:r>
            <a:endParaRPr lang="ko-KR" altLang="en-US" sz="700" b="1" dirty="0">
              <a:solidFill>
                <a:srgbClr val="FF0000"/>
              </a:solidFill>
            </a:endParaRPr>
          </a:p>
        </p:txBody>
      </p:sp>
      <p:sp>
        <p:nvSpPr>
          <p:cNvPr id="28" name="직사각형 27">
            <a:extLst>
              <a:ext uri="{FF2B5EF4-FFF2-40B4-BE49-F238E27FC236}">
                <a16:creationId xmlns:a16="http://schemas.microsoft.com/office/drawing/2014/main" id="{44988395-80E9-42C6-96EF-AC99E5616EF6}"/>
              </a:ext>
            </a:extLst>
          </p:cNvPr>
          <p:cNvSpPr/>
          <p:nvPr/>
        </p:nvSpPr>
        <p:spPr>
          <a:xfrm>
            <a:off x="2103904" y="6474031"/>
            <a:ext cx="7438029"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Title</a:t>
            </a:r>
          </a:p>
        </p:txBody>
      </p:sp>
      <p:sp>
        <p:nvSpPr>
          <p:cNvPr id="29" name="직사각형 28">
            <a:extLst>
              <a:ext uri="{FF2B5EF4-FFF2-40B4-BE49-F238E27FC236}">
                <a16:creationId xmlns:a16="http://schemas.microsoft.com/office/drawing/2014/main" id="{E39E59B2-C09F-4EA9-A3C1-B81A1E08F240}"/>
              </a:ext>
            </a:extLst>
          </p:cNvPr>
          <p:cNvSpPr/>
          <p:nvPr/>
        </p:nvSpPr>
        <p:spPr>
          <a:xfrm>
            <a:off x="2103903" y="6686840"/>
            <a:ext cx="7438029"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Description</a:t>
            </a:r>
          </a:p>
        </p:txBody>
      </p:sp>
      <p:cxnSp>
        <p:nvCxnSpPr>
          <p:cNvPr id="24" name="직선 화살표 연결선 23">
            <a:extLst>
              <a:ext uri="{FF2B5EF4-FFF2-40B4-BE49-F238E27FC236}">
                <a16:creationId xmlns:a16="http://schemas.microsoft.com/office/drawing/2014/main" id="{27501C36-FD9A-42F8-9DB9-D69A5C7D6D0D}"/>
              </a:ext>
            </a:extLst>
          </p:cNvPr>
          <p:cNvCxnSpPr>
            <a:cxnSpLocks/>
            <a:stCxn id="23" idx="4"/>
          </p:cNvCxnSpPr>
          <p:nvPr/>
        </p:nvCxnSpPr>
        <p:spPr>
          <a:xfrm>
            <a:off x="1961731" y="5405095"/>
            <a:ext cx="142172" cy="862277"/>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14" name="표 13">
            <a:extLst>
              <a:ext uri="{FF2B5EF4-FFF2-40B4-BE49-F238E27FC236}">
                <a16:creationId xmlns:a16="http://schemas.microsoft.com/office/drawing/2014/main" id="{C8C3190C-D5EC-4E5D-9AE6-1E2882D8666B}"/>
              </a:ext>
            </a:extLst>
          </p:cNvPr>
          <p:cNvGraphicFramePr>
            <a:graphicFrameLocks noGrp="1"/>
          </p:cNvGraphicFramePr>
          <p:nvPr>
            <p:extLst>
              <p:ext uri="{D42A27DB-BD31-4B8C-83A1-F6EECF244321}">
                <p14:modId xmlns:p14="http://schemas.microsoft.com/office/powerpoint/2010/main" val="1859150869"/>
              </p:ext>
            </p:extLst>
          </p:nvPr>
        </p:nvGraphicFramePr>
        <p:xfrm>
          <a:off x="10171774" y="22159"/>
          <a:ext cx="1979018" cy="20279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RF-02-04-02-6</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채널등록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a:t>
                      </a:r>
                      <a:r>
                        <a:rPr lang="ko-KR" altLang="en-US" sz="800" dirty="0" err="1"/>
                        <a:t>등록화면</a:t>
                      </a:r>
                      <a:r>
                        <a:rPr lang="ko-KR" altLang="en-US" sz="800" dirty="0"/>
                        <a:t> </a:t>
                      </a:r>
                      <a:r>
                        <a:rPr lang="en-US" altLang="ko-KR" sz="800" dirty="0"/>
                        <a:t>OG</a:t>
                      </a:r>
                      <a:r>
                        <a:rPr lang="ko-KR" altLang="en-US" sz="800" dirty="0"/>
                        <a:t> 사용여부</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등록화면에서 </a:t>
                      </a:r>
                      <a:r>
                        <a:rPr lang="en-US" altLang="ko-KR" sz="800" dirty="0"/>
                        <a:t>OG</a:t>
                      </a:r>
                      <a:r>
                        <a:rPr lang="ko-KR" altLang="en-US" sz="800" dirty="0"/>
                        <a:t> 사용여부 클릭에 따른 화면 변화</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759052727"/>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사용 선택 시 </a:t>
                      </a:r>
                      <a:r>
                        <a:rPr lang="en-US" altLang="ko-KR" sz="800" b="0" dirty="0">
                          <a:solidFill>
                            <a:schemeClr val="tx1"/>
                          </a:solidFill>
                        </a:rPr>
                        <a:t>OG</a:t>
                      </a:r>
                      <a:r>
                        <a:rPr lang="en-US" altLang="ko-KR" sz="800" b="0" baseline="0" dirty="0">
                          <a:solidFill>
                            <a:schemeClr val="tx1"/>
                          </a:solidFill>
                        </a:rPr>
                        <a:t> TAG </a:t>
                      </a:r>
                      <a:r>
                        <a:rPr lang="ko-KR" altLang="en-US" sz="800" b="0" baseline="0" dirty="0">
                          <a:solidFill>
                            <a:schemeClr val="tx1"/>
                          </a:solidFill>
                        </a:rPr>
                        <a:t>정보를 입력할 수 있는 영역 활성화</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Tree>
    <p:extLst>
      <p:ext uri="{BB962C8B-B14F-4D97-AF65-F5344CB8AC3E}">
        <p14:creationId xmlns:p14="http://schemas.microsoft.com/office/powerpoint/2010/main" val="2883262836"/>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608FA3DB-436C-4EE6-8056-B5041DD503CE}"/>
              </a:ext>
            </a:extLst>
          </p:cNvPr>
          <p:cNvSpPr/>
          <p:nvPr/>
        </p:nvSpPr>
        <p:spPr>
          <a:xfrm>
            <a:off x="-76199" y="6356750"/>
            <a:ext cx="10253134" cy="2421064"/>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23" name="타원 22">
            <a:extLst>
              <a:ext uri="{FF2B5EF4-FFF2-40B4-BE49-F238E27FC236}">
                <a16:creationId xmlns:a16="http://schemas.microsoft.com/office/drawing/2014/main" id="{81CAF3CC-0BF2-458C-A79A-76A34287FE46}"/>
              </a:ext>
            </a:extLst>
          </p:cNvPr>
          <p:cNvSpPr/>
          <p:nvPr/>
        </p:nvSpPr>
        <p:spPr>
          <a:xfrm>
            <a:off x="1264928" y="5691314"/>
            <a:ext cx="1376673"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 name="TextBox 25">
            <a:extLst>
              <a:ext uri="{FF2B5EF4-FFF2-40B4-BE49-F238E27FC236}">
                <a16:creationId xmlns:a16="http://schemas.microsoft.com/office/drawing/2014/main" id="{F753BD34-59FD-4F72-ACAD-4D441DD5DF30}"/>
              </a:ext>
            </a:extLst>
          </p:cNvPr>
          <p:cNvSpPr txBox="1"/>
          <p:nvPr/>
        </p:nvSpPr>
        <p:spPr>
          <a:xfrm>
            <a:off x="1979668" y="5560724"/>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graphicFrame>
        <p:nvGraphicFramePr>
          <p:cNvPr id="14" name="표 13">
            <a:extLst>
              <a:ext uri="{FF2B5EF4-FFF2-40B4-BE49-F238E27FC236}">
                <a16:creationId xmlns:a16="http://schemas.microsoft.com/office/drawing/2014/main" id="{1291CDB1-5F33-43A9-A146-9BE0539B3A4A}"/>
              </a:ext>
            </a:extLst>
          </p:cNvPr>
          <p:cNvGraphicFramePr>
            <a:graphicFrameLocks noGrp="1"/>
          </p:cNvGraphicFramePr>
          <p:nvPr>
            <p:extLst>
              <p:ext uri="{D42A27DB-BD31-4B8C-83A1-F6EECF244321}">
                <p14:modId xmlns:p14="http://schemas.microsoft.com/office/powerpoint/2010/main" val="1546641313"/>
              </p:ext>
            </p:extLst>
          </p:nvPr>
        </p:nvGraphicFramePr>
        <p:xfrm>
          <a:off x="76304" y="6806077"/>
          <a:ext cx="9913122" cy="1036320"/>
        </p:xfrm>
        <a:graphic>
          <a:graphicData uri="http://schemas.openxmlformats.org/drawingml/2006/table">
            <a:tbl>
              <a:tblPr firstRow="1" bandRow="1">
                <a:tableStyleId>{5C22544A-7EE6-4342-B048-85BDC9FD1C3A}</a:tableStyleId>
              </a:tblPr>
              <a:tblGrid>
                <a:gridCol w="1295754">
                  <a:extLst>
                    <a:ext uri="{9D8B030D-6E8A-4147-A177-3AD203B41FA5}">
                      <a16:colId xmlns:a16="http://schemas.microsoft.com/office/drawing/2014/main" val="20000"/>
                    </a:ext>
                  </a:extLst>
                </a:gridCol>
                <a:gridCol w="8617368">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자사 </a:t>
                      </a:r>
                      <a:r>
                        <a:rPr lang="en-US" altLang="ko-KR" sz="800" b="0" dirty="0">
                          <a:solidFill>
                            <a:schemeClr val="tx1"/>
                          </a:solidFill>
                        </a:rPr>
                        <a:t>PG </a:t>
                      </a:r>
                      <a:r>
                        <a:rPr lang="ko-KR" altLang="en-US" sz="800" b="0" dirty="0">
                          <a:solidFill>
                            <a:schemeClr val="tx1"/>
                          </a:solidFill>
                        </a:rPr>
                        <a:t>사용여부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미사용   ● 사용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자사 </a:t>
                      </a:r>
                      <a:r>
                        <a:rPr lang="en-US" altLang="ko-KR" sz="800" b="0" dirty="0">
                          <a:solidFill>
                            <a:schemeClr val="tx1"/>
                          </a:solidFill>
                        </a:rPr>
                        <a:t>PG </a:t>
                      </a:r>
                      <a:r>
                        <a:rPr lang="ko-KR" altLang="en-US" sz="800" b="0" dirty="0">
                          <a:solidFill>
                            <a:schemeClr val="tx1"/>
                          </a:solidFill>
                        </a:rPr>
                        <a:t>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KG</a:t>
                      </a:r>
                      <a:r>
                        <a:rPr lang="ko-KR" altLang="en-US" sz="800" b="0" i="0" u="none" strike="noStrike" dirty="0" err="1">
                          <a:solidFill>
                            <a:srgbClr val="000000"/>
                          </a:solidFill>
                          <a:effectLst/>
                          <a:latin typeface="+mn-lt"/>
                        </a:rPr>
                        <a:t>이니시스</a:t>
                      </a:r>
                      <a:br>
                        <a:rPr lang="en-US" altLang="ko-KR" sz="800" b="0" i="0" u="none" strike="noStrike" dirty="0">
                          <a:solidFill>
                            <a:srgbClr val="000000"/>
                          </a:solidFill>
                          <a:effectLst/>
                          <a:latin typeface="+mn-lt"/>
                        </a:rPr>
                      </a:br>
                      <a:r>
                        <a:rPr lang="en-US" altLang="ko-KR" sz="800" b="0" i="0" u="none" strike="noStrike" dirty="0">
                          <a:solidFill>
                            <a:srgbClr val="000000"/>
                          </a:solidFill>
                          <a:effectLst/>
                          <a:latin typeface="+mn-lt"/>
                        </a:rPr>
                        <a:t>- </a:t>
                      </a:r>
                      <a:r>
                        <a:rPr lang="ko-KR" altLang="en-US" sz="800" b="0" i="0" u="none" strike="noStrike" dirty="0">
                          <a:solidFill>
                            <a:srgbClr val="000000"/>
                          </a:solidFill>
                          <a:effectLst/>
                          <a:latin typeface="+mn-lt"/>
                        </a:rPr>
                        <a:t>상점 </a:t>
                      </a:r>
                      <a:r>
                        <a:rPr lang="en-US" altLang="ko-KR" sz="800" b="0" i="0" u="none" strike="noStrike" dirty="0">
                          <a:solidFill>
                            <a:srgbClr val="000000"/>
                          </a:solidFill>
                          <a:effectLst/>
                          <a:latin typeface="+mn-lt"/>
                        </a:rPr>
                        <a:t>ID : XXXXXXXXX</a:t>
                      </a:r>
                      <a:br>
                        <a:rPr lang="en-US" altLang="ko-KR" sz="800" b="0" i="0" u="none" strike="noStrike" dirty="0">
                          <a:solidFill>
                            <a:srgbClr val="000000"/>
                          </a:solidFill>
                          <a:effectLst/>
                          <a:latin typeface="+mn-lt"/>
                        </a:rPr>
                      </a:br>
                      <a:r>
                        <a:rPr lang="en-US" altLang="ko-KR" sz="800" b="0" i="0" u="none" strike="noStrike" dirty="0">
                          <a:solidFill>
                            <a:srgbClr val="000000"/>
                          </a:solidFill>
                          <a:effectLst/>
                          <a:latin typeface="+mn-lt"/>
                        </a:rPr>
                        <a:t>- </a:t>
                      </a:r>
                      <a:r>
                        <a:rPr lang="ko-KR" altLang="en-US" sz="800" b="0" i="0" u="none" strike="noStrike" dirty="0">
                          <a:solidFill>
                            <a:srgbClr val="000000"/>
                          </a:solidFill>
                          <a:effectLst/>
                          <a:latin typeface="+mn-lt"/>
                        </a:rPr>
                        <a:t>사이트코드 </a:t>
                      </a:r>
                      <a:r>
                        <a:rPr lang="en-US" altLang="ko-KR" sz="800" b="0" i="0" u="none" strike="noStrike" dirty="0">
                          <a:solidFill>
                            <a:srgbClr val="000000"/>
                          </a:solidFill>
                          <a:effectLst/>
                          <a:latin typeface="+mn-lt"/>
                        </a:rPr>
                        <a:t>: XXXX</a:t>
                      </a:r>
                      <a:br>
                        <a:rPr lang="en-US" altLang="ko-KR" sz="800" b="0" i="0" u="none" strike="noStrike" dirty="0">
                          <a:solidFill>
                            <a:srgbClr val="000000"/>
                          </a:solidFill>
                          <a:effectLst/>
                          <a:latin typeface="+mn-lt"/>
                        </a:rPr>
                      </a:br>
                      <a:r>
                        <a:rPr lang="en-US" altLang="ko-KR" sz="800" b="0" i="0" u="none" strike="noStrike" dirty="0">
                          <a:solidFill>
                            <a:srgbClr val="000000"/>
                          </a:solidFill>
                          <a:effectLst/>
                          <a:latin typeface="+mn-lt"/>
                        </a:rPr>
                        <a:t>- Client Key : XXX-000-XXXDDX</a:t>
                      </a:r>
                      <a:br>
                        <a:rPr lang="en-US" altLang="ko-KR" sz="800" b="0" i="0" u="none" strike="noStrike" dirty="0">
                          <a:solidFill>
                            <a:srgbClr val="000000"/>
                          </a:solidFill>
                          <a:effectLst/>
                          <a:latin typeface="+mn-lt"/>
                        </a:rPr>
                      </a:br>
                      <a:r>
                        <a:rPr lang="en-US" altLang="ko-KR" sz="800" b="0" i="0" u="none" strike="noStrike" dirty="0">
                          <a:solidFill>
                            <a:srgbClr val="000000"/>
                          </a:solidFill>
                          <a:effectLst/>
                          <a:latin typeface="+mn-lt"/>
                        </a:rPr>
                        <a:t>- Secret Key : XXXXXX-00-SSXX</a:t>
                      </a:r>
                      <a:br>
                        <a:rPr lang="en-US" altLang="ko-KR" sz="800" b="0" i="0" u="none" strike="noStrike" dirty="0">
                          <a:solidFill>
                            <a:srgbClr val="000000"/>
                          </a:solidFill>
                          <a:effectLst/>
                          <a:latin typeface="+mn-lt"/>
                        </a:rPr>
                      </a:b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581238662"/>
                  </a:ext>
                </a:extLst>
              </a:tr>
            </a:tbl>
          </a:graphicData>
        </a:graphic>
      </p:graphicFrame>
      <p:sp>
        <p:nvSpPr>
          <p:cNvPr id="15" name="TextBox 14">
            <a:extLst>
              <a:ext uri="{FF2B5EF4-FFF2-40B4-BE49-F238E27FC236}">
                <a16:creationId xmlns:a16="http://schemas.microsoft.com/office/drawing/2014/main" id="{ADEA1788-82BD-42EB-AB49-8F33E55F305D}"/>
              </a:ext>
            </a:extLst>
          </p:cNvPr>
          <p:cNvSpPr txBox="1"/>
          <p:nvPr/>
        </p:nvSpPr>
        <p:spPr>
          <a:xfrm>
            <a:off x="0" y="6578562"/>
            <a:ext cx="5525872"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Shop </a:t>
            </a:r>
            <a:r>
              <a:rPr lang="ko-KR" altLang="en-US" sz="900" dirty="0">
                <a:latin typeface="맑은 고딕" panose="020B0503020000020004" pitchFamily="50" charset="-127"/>
                <a:ea typeface="맑은 고딕" panose="020B0503020000020004" pitchFamily="50" charset="-127"/>
              </a:rPr>
              <a:t>채널 </a:t>
            </a:r>
            <a:r>
              <a:rPr lang="en-US" altLang="ko-KR" sz="900" dirty="0">
                <a:latin typeface="맑은 고딕" panose="020B0503020000020004" pitchFamily="50" charset="-127"/>
                <a:ea typeface="맑은 고딕" panose="020B0503020000020004" pitchFamily="50" charset="-127"/>
              </a:rPr>
              <a:t>PG</a:t>
            </a:r>
            <a:r>
              <a:rPr lang="ko-KR" altLang="en-US" sz="900" dirty="0">
                <a:latin typeface="맑은 고딕" panose="020B0503020000020004" pitchFamily="50" charset="-127"/>
                <a:ea typeface="맑은 고딕" panose="020B0503020000020004" pitchFamily="50" charset="-127"/>
              </a:rPr>
              <a:t> 정보 </a:t>
            </a:r>
            <a:r>
              <a:rPr lang="en-US" altLang="ko-KR" sz="800" dirty="0">
                <a:solidFill>
                  <a:srgbClr val="FF0000"/>
                </a:solidFill>
                <a:latin typeface="+mj-ea"/>
                <a:ea typeface="+mj-ea"/>
              </a:rPr>
              <a:t>( </a:t>
            </a:r>
            <a:r>
              <a:rPr lang="ko-KR" altLang="en-US" sz="800" i="0" dirty="0">
                <a:solidFill>
                  <a:srgbClr val="FF0000"/>
                </a:solidFill>
                <a:effectLst/>
                <a:latin typeface="+mj-ea"/>
                <a:ea typeface="+mj-ea"/>
              </a:rPr>
              <a:t>자사 </a:t>
            </a:r>
            <a:r>
              <a:rPr lang="en-US" altLang="ko-KR" sz="800" i="0" dirty="0">
                <a:solidFill>
                  <a:srgbClr val="FF0000"/>
                </a:solidFill>
                <a:effectLst/>
                <a:latin typeface="+mj-ea"/>
                <a:ea typeface="+mj-ea"/>
              </a:rPr>
              <a:t>PG</a:t>
            </a:r>
            <a:r>
              <a:rPr lang="ko-KR" altLang="en-US" sz="800" i="0" dirty="0">
                <a:solidFill>
                  <a:srgbClr val="FF0000"/>
                </a:solidFill>
                <a:effectLst/>
                <a:latin typeface="+mj-ea"/>
                <a:ea typeface="+mj-ea"/>
              </a:rPr>
              <a:t>를 사용하는 경우 자사물품 판매만 가능하며</a:t>
            </a:r>
            <a:r>
              <a:rPr lang="en-US" altLang="ko-KR" sz="800" i="0" dirty="0">
                <a:solidFill>
                  <a:srgbClr val="FF0000"/>
                </a:solidFill>
                <a:effectLst/>
                <a:latin typeface="+mj-ea"/>
                <a:ea typeface="+mj-ea"/>
              </a:rPr>
              <a:t>, </a:t>
            </a:r>
            <a:r>
              <a:rPr lang="ko-KR" altLang="en-US" sz="800" i="0" dirty="0">
                <a:solidFill>
                  <a:srgbClr val="FF0000"/>
                </a:solidFill>
                <a:effectLst/>
                <a:latin typeface="+mj-ea"/>
                <a:ea typeface="+mj-ea"/>
              </a:rPr>
              <a:t>적립 포인트 제공이 불가능합니다 </a:t>
            </a:r>
            <a:r>
              <a:rPr lang="en-US" altLang="ko-KR" sz="800" i="0" dirty="0">
                <a:solidFill>
                  <a:srgbClr val="FF0000"/>
                </a:solidFill>
                <a:effectLst/>
                <a:latin typeface="+mj-ea"/>
                <a:ea typeface="+mj-ea"/>
              </a:rPr>
              <a:t>)</a:t>
            </a:r>
            <a:r>
              <a:rPr lang="ko-KR" altLang="en-US" sz="800" dirty="0">
                <a:solidFill>
                  <a:srgbClr val="FF0000"/>
                </a:solidFill>
                <a:latin typeface="+mj-ea"/>
                <a:ea typeface="+mj-ea"/>
              </a:rPr>
              <a:t> </a:t>
            </a:r>
            <a:endParaRPr lang="ko-KR" altLang="en-US" sz="900" dirty="0"/>
          </a:p>
        </p:txBody>
      </p:sp>
      <p:cxnSp>
        <p:nvCxnSpPr>
          <p:cNvPr id="24" name="직선 화살표 연결선 23">
            <a:extLst>
              <a:ext uri="{FF2B5EF4-FFF2-40B4-BE49-F238E27FC236}">
                <a16:creationId xmlns:a16="http://schemas.microsoft.com/office/drawing/2014/main" id="{27501C36-FD9A-42F8-9DB9-D69A5C7D6D0D}"/>
              </a:ext>
            </a:extLst>
          </p:cNvPr>
          <p:cNvCxnSpPr>
            <a:cxnSpLocks/>
            <a:stCxn id="23" idx="4"/>
          </p:cNvCxnSpPr>
          <p:nvPr/>
        </p:nvCxnSpPr>
        <p:spPr>
          <a:xfrm>
            <a:off x="1953265" y="6134938"/>
            <a:ext cx="61800" cy="692046"/>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13" name="표 12">
            <a:extLst>
              <a:ext uri="{FF2B5EF4-FFF2-40B4-BE49-F238E27FC236}">
                <a16:creationId xmlns:a16="http://schemas.microsoft.com/office/drawing/2014/main" id="{5A3F1724-833D-4ADB-8BA6-DDB3BD4E1401}"/>
              </a:ext>
            </a:extLst>
          </p:cNvPr>
          <p:cNvGraphicFramePr>
            <a:graphicFrameLocks noGrp="1"/>
          </p:cNvGraphicFramePr>
          <p:nvPr>
            <p:extLst>
              <p:ext uri="{D42A27DB-BD31-4B8C-83A1-F6EECF244321}">
                <p14:modId xmlns:p14="http://schemas.microsoft.com/office/powerpoint/2010/main" val="2820157923"/>
              </p:ext>
            </p:extLst>
          </p:nvPr>
        </p:nvGraphicFramePr>
        <p:xfrm>
          <a:off x="10171774" y="22159"/>
          <a:ext cx="1979018" cy="37043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RF-02-04-02-6-1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채널등록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등록화면관리자 사용여부</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등록화면에서 </a:t>
                      </a:r>
                      <a:r>
                        <a:rPr lang="en-US" altLang="ko-KR" sz="800" dirty="0"/>
                        <a:t>Shop </a:t>
                      </a:r>
                      <a:r>
                        <a:rPr lang="ko-KR" altLang="en-US" sz="800" dirty="0"/>
                        <a:t>채널 </a:t>
                      </a:r>
                      <a:r>
                        <a:rPr lang="en-US" altLang="ko-KR" sz="800" dirty="0"/>
                        <a:t>PG </a:t>
                      </a:r>
                      <a:r>
                        <a:rPr lang="ko-KR" altLang="en-US" sz="800" dirty="0"/>
                        <a:t>정보 </a:t>
                      </a:r>
                      <a:r>
                        <a:rPr lang="ko-KR" altLang="en-US" sz="800" dirty="0" err="1"/>
                        <a:t>체크시</a:t>
                      </a:r>
                      <a:r>
                        <a:rPr lang="ko-KR" altLang="en-US" sz="800" dirty="0"/>
                        <a:t> 화면 변화</a:t>
                      </a:r>
                      <a:br>
                        <a:rPr lang="en-US" altLang="ko-KR" sz="800" dirty="0"/>
                      </a:br>
                      <a:br>
                        <a:rPr lang="en-US" altLang="ko-KR" sz="800" dirty="0"/>
                      </a:br>
                      <a:r>
                        <a:rPr lang="ko-KR" altLang="en-US" sz="800" b="1" dirty="0">
                          <a:solidFill>
                            <a:srgbClr val="FF0000"/>
                          </a:solidFill>
                        </a:rPr>
                        <a:t>자사 </a:t>
                      </a:r>
                      <a:r>
                        <a:rPr lang="en-US" altLang="ko-KR" sz="800" b="1" dirty="0" err="1">
                          <a:solidFill>
                            <a:srgbClr val="FF0000"/>
                          </a:solidFill>
                        </a:rPr>
                        <a:t>pg</a:t>
                      </a:r>
                      <a:r>
                        <a:rPr lang="ko-KR" altLang="en-US" sz="800" b="1" dirty="0">
                          <a:solidFill>
                            <a:srgbClr val="FF0000"/>
                          </a:solidFill>
                        </a:rPr>
                        <a:t>를 사용으로 체크하고 </a:t>
                      </a:r>
                      <a:r>
                        <a:rPr lang="en-US" altLang="ko-KR" sz="800" b="1" dirty="0">
                          <a:solidFill>
                            <a:srgbClr val="FF0000"/>
                          </a:solidFill>
                        </a:rPr>
                        <a:t>shop </a:t>
                      </a:r>
                      <a:r>
                        <a:rPr lang="ko-KR" altLang="en-US" sz="800" b="1" dirty="0">
                          <a:solidFill>
                            <a:srgbClr val="FF0000"/>
                          </a:solidFill>
                        </a:rPr>
                        <a:t>채널을 생성하면 해당 </a:t>
                      </a:r>
                      <a:r>
                        <a:rPr lang="en-US" altLang="ko-KR" sz="800" b="1" dirty="0">
                          <a:solidFill>
                            <a:srgbClr val="FF0000"/>
                          </a:solidFill>
                        </a:rPr>
                        <a:t>Shop</a:t>
                      </a:r>
                      <a:r>
                        <a:rPr lang="ko-KR" altLang="en-US" sz="800" b="1" dirty="0">
                          <a:solidFill>
                            <a:srgbClr val="FF0000"/>
                          </a:solidFill>
                        </a:rPr>
                        <a:t>채널의 판매할 수 있는 제품은 자사제품 만 판매할 수 있다</a:t>
                      </a:r>
                      <a:r>
                        <a:rPr lang="en-US" altLang="ko-KR" sz="800" b="1" dirty="0">
                          <a:solidFill>
                            <a:srgbClr val="FF0000"/>
                          </a:solidFill>
                        </a:rPr>
                        <a:t>.</a:t>
                      </a:r>
                      <a:endParaRPr lang="ko-KR" altLang="en-US" sz="800" b="1" dirty="0">
                        <a:solidFill>
                          <a:srgbClr val="FF0000"/>
                        </a:solidFill>
                      </a:endParaRP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135702259"/>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채널의 권한이 판매권한이 있는 채널일 경우 자사 </a:t>
                      </a:r>
                      <a:r>
                        <a:rPr lang="en-US" altLang="ko-KR" sz="800" b="0" dirty="0">
                          <a:solidFill>
                            <a:schemeClr val="tx1"/>
                          </a:solidFill>
                        </a:rPr>
                        <a:t>PG</a:t>
                      </a:r>
                      <a:r>
                        <a:rPr lang="ko-KR" altLang="en-US" sz="800" b="0" dirty="0">
                          <a:solidFill>
                            <a:schemeClr val="tx1"/>
                          </a:solidFill>
                        </a:rPr>
                        <a:t>를 사용할 수 있는 영역이 활성화 된다</a:t>
                      </a:r>
                      <a:r>
                        <a:rPr lang="en-US" altLang="ko-KR" sz="800" b="0" dirty="0">
                          <a:solidFill>
                            <a:schemeClr val="tx1"/>
                          </a:solidFill>
                        </a:rPr>
                        <a:t>. </a:t>
                      </a:r>
                      <a:r>
                        <a:rPr lang="ko-KR" altLang="en-US" sz="800" b="0" dirty="0">
                          <a:solidFill>
                            <a:schemeClr val="tx1"/>
                          </a:solidFill>
                        </a:rPr>
                        <a:t>채널 정보에서 자사</a:t>
                      </a:r>
                      <a:r>
                        <a:rPr lang="en-US" altLang="ko-KR" sz="800" b="0" dirty="0">
                          <a:solidFill>
                            <a:schemeClr val="tx1"/>
                          </a:solidFill>
                        </a:rPr>
                        <a:t>PG </a:t>
                      </a:r>
                      <a:r>
                        <a:rPr lang="ko-KR" altLang="en-US" sz="800" b="0" dirty="0">
                          <a:solidFill>
                            <a:schemeClr val="tx1"/>
                          </a:solidFill>
                        </a:rPr>
                        <a:t>정보를 등록하지 않은 경우에는 해당 영역이 활성화 되지 않는다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사용으로 체크할 경우 채널에서 등록한 자사</a:t>
                      </a:r>
                      <a:r>
                        <a:rPr lang="en-US" altLang="ko-KR" sz="800" b="0" dirty="0">
                          <a:solidFill>
                            <a:schemeClr val="tx1"/>
                          </a:solidFill>
                        </a:rPr>
                        <a:t>PG </a:t>
                      </a:r>
                      <a:r>
                        <a:rPr lang="ko-KR" altLang="en-US" sz="800" b="0" dirty="0">
                          <a:solidFill>
                            <a:schemeClr val="tx1"/>
                          </a:solidFill>
                        </a:rPr>
                        <a:t>정보가 표시된다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030861286"/>
                  </a:ext>
                </a:extLst>
              </a:tr>
            </a:tbl>
          </a:graphicData>
        </a:graphic>
      </p:graphicFrame>
      <p:sp>
        <p:nvSpPr>
          <p:cNvPr id="9" name="TextBox 8">
            <a:extLst>
              <a:ext uri="{FF2B5EF4-FFF2-40B4-BE49-F238E27FC236}">
                <a16:creationId xmlns:a16="http://schemas.microsoft.com/office/drawing/2014/main" id="{326EA655-DD17-4C58-8EED-7B3E0C2C8BE3}"/>
              </a:ext>
            </a:extLst>
          </p:cNvPr>
          <p:cNvSpPr txBox="1"/>
          <p:nvPr/>
        </p:nvSpPr>
        <p:spPr>
          <a:xfrm>
            <a:off x="1204968" y="7276013"/>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3577899050"/>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608FA3DB-436C-4EE6-8056-B5041DD503CE}"/>
              </a:ext>
            </a:extLst>
          </p:cNvPr>
          <p:cNvSpPr/>
          <p:nvPr/>
        </p:nvSpPr>
        <p:spPr>
          <a:xfrm>
            <a:off x="-81360" y="7145218"/>
            <a:ext cx="10253134" cy="2391027"/>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23" name="타원 22">
            <a:extLst>
              <a:ext uri="{FF2B5EF4-FFF2-40B4-BE49-F238E27FC236}">
                <a16:creationId xmlns:a16="http://schemas.microsoft.com/office/drawing/2014/main" id="{81CAF3CC-0BF2-458C-A79A-76A34287FE46}"/>
              </a:ext>
            </a:extLst>
          </p:cNvPr>
          <p:cNvSpPr/>
          <p:nvPr/>
        </p:nvSpPr>
        <p:spPr>
          <a:xfrm>
            <a:off x="1259767" y="6479782"/>
            <a:ext cx="1376673"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 name="TextBox 25">
            <a:extLst>
              <a:ext uri="{FF2B5EF4-FFF2-40B4-BE49-F238E27FC236}">
                <a16:creationId xmlns:a16="http://schemas.microsoft.com/office/drawing/2014/main" id="{F753BD34-59FD-4F72-ACAD-4D441DD5DF30}"/>
              </a:ext>
            </a:extLst>
          </p:cNvPr>
          <p:cNvSpPr txBox="1"/>
          <p:nvPr/>
        </p:nvSpPr>
        <p:spPr>
          <a:xfrm>
            <a:off x="1974507" y="6349192"/>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graphicFrame>
        <p:nvGraphicFramePr>
          <p:cNvPr id="14" name="표 13">
            <a:extLst>
              <a:ext uri="{FF2B5EF4-FFF2-40B4-BE49-F238E27FC236}">
                <a16:creationId xmlns:a16="http://schemas.microsoft.com/office/drawing/2014/main" id="{1291CDB1-5F33-43A9-A146-9BE0539B3A4A}"/>
              </a:ext>
            </a:extLst>
          </p:cNvPr>
          <p:cNvGraphicFramePr>
            <a:graphicFrameLocks noGrp="1"/>
          </p:cNvGraphicFramePr>
          <p:nvPr>
            <p:extLst>
              <p:ext uri="{D42A27DB-BD31-4B8C-83A1-F6EECF244321}">
                <p14:modId xmlns:p14="http://schemas.microsoft.com/office/powerpoint/2010/main" val="3732515753"/>
              </p:ext>
            </p:extLst>
          </p:nvPr>
        </p:nvGraphicFramePr>
        <p:xfrm>
          <a:off x="71143" y="7594545"/>
          <a:ext cx="9913122" cy="1280160"/>
        </p:xfrm>
        <a:graphic>
          <a:graphicData uri="http://schemas.openxmlformats.org/drawingml/2006/table">
            <a:tbl>
              <a:tblPr firstRow="1" bandRow="1">
                <a:tableStyleId>{5C22544A-7EE6-4342-B048-85BDC9FD1C3A}</a:tableStyleId>
              </a:tblPr>
              <a:tblGrid>
                <a:gridCol w="1295754">
                  <a:extLst>
                    <a:ext uri="{9D8B030D-6E8A-4147-A177-3AD203B41FA5}">
                      <a16:colId xmlns:a16="http://schemas.microsoft.com/office/drawing/2014/main" val="20000"/>
                    </a:ext>
                  </a:extLst>
                </a:gridCol>
                <a:gridCol w="3657600">
                  <a:extLst>
                    <a:ext uri="{9D8B030D-6E8A-4147-A177-3AD203B41FA5}">
                      <a16:colId xmlns:a16="http://schemas.microsoft.com/office/drawing/2014/main" val="20001"/>
                    </a:ext>
                  </a:extLst>
                </a:gridCol>
                <a:gridCol w="1397000">
                  <a:extLst>
                    <a:ext uri="{9D8B030D-6E8A-4147-A177-3AD203B41FA5}">
                      <a16:colId xmlns:a16="http://schemas.microsoft.com/office/drawing/2014/main" val="844629393"/>
                    </a:ext>
                  </a:extLst>
                </a:gridCol>
                <a:gridCol w="3562768">
                  <a:extLst>
                    <a:ext uri="{9D8B030D-6E8A-4147-A177-3AD203B41FA5}">
                      <a16:colId xmlns:a16="http://schemas.microsoft.com/office/drawing/2014/main" val="3042935483"/>
                    </a:ext>
                  </a:extLst>
                </a:gridCol>
              </a:tblGrid>
              <a:tr h="0">
                <a:tc>
                  <a:txBody>
                    <a:bodyPr/>
                    <a:lstStyle/>
                    <a:p>
                      <a:pPr latinLnBrk="1"/>
                      <a:r>
                        <a:rPr lang="en-US" altLang="ko-KR" sz="800" b="0" dirty="0">
                          <a:solidFill>
                            <a:schemeClr val="tx1"/>
                          </a:solidFill>
                        </a:rPr>
                        <a:t>Shop </a:t>
                      </a:r>
                      <a:r>
                        <a:rPr lang="ko-KR" altLang="en-US" sz="800" b="0" dirty="0">
                          <a:solidFill>
                            <a:schemeClr val="tx1"/>
                          </a:solidFill>
                        </a:rPr>
                        <a:t>채널 관리자 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미사용   ● 사용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en-US" altLang="ko-KR" sz="800" b="0" dirty="0">
                          <a:solidFill>
                            <a:schemeClr val="tx1"/>
                          </a:solidFill>
                        </a:rPr>
                        <a:t>Shop </a:t>
                      </a:r>
                      <a:r>
                        <a:rPr lang="ko-KR" altLang="en-US" sz="800" b="0" dirty="0">
                          <a:solidFill>
                            <a:schemeClr val="tx1"/>
                          </a:solidFill>
                        </a:rPr>
                        <a:t>채널 관리자 성명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581238662"/>
                  </a:ext>
                </a:extLst>
              </a:tr>
              <a:tr h="0">
                <a:tc>
                  <a:txBody>
                    <a:bodyPr/>
                    <a:lstStyle/>
                    <a:p>
                      <a:pPr latinLnBrk="1"/>
                      <a:r>
                        <a:rPr lang="ko-KR" altLang="en-US" sz="800" b="0" dirty="0">
                          <a:solidFill>
                            <a:schemeClr val="tx1"/>
                          </a:solidFill>
                        </a:rPr>
                        <a:t>로그인 </a:t>
                      </a:r>
                      <a:r>
                        <a:rPr lang="en-US" altLang="ko-KR" sz="800" b="0" dirty="0">
                          <a:solidFill>
                            <a:schemeClr val="tx1"/>
                          </a:solidFill>
                        </a:rPr>
                        <a:t>ID</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로그인 </a:t>
                      </a:r>
                      <a:r>
                        <a:rPr lang="en-US" altLang="ko-KR" sz="800" b="0" i="0" u="none" strike="noStrike" dirty="0">
                          <a:solidFill>
                            <a:srgbClr val="000000"/>
                          </a:solidFill>
                          <a:effectLst/>
                          <a:latin typeface="+mn-lt"/>
                        </a:rPr>
                        <a:t>PW</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824190573"/>
                  </a:ext>
                </a:extLst>
              </a:tr>
              <a:tr h="0">
                <a:tc>
                  <a:txBody>
                    <a:bodyPr/>
                    <a:lstStyle/>
                    <a:p>
                      <a:pPr latinLnBrk="1"/>
                      <a:r>
                        <a:rPr lang="ko-KR" altLang="en-US" sz="800" b="0" dirty="0">
                          <a:solidFill>
                            <a:schemeClr val="tx1"/>
                          </a:solidFill>
                        </a:rPr>
                        <a:t>정산</a:t>
                      </a:r>
                      <a:r>
                        <a:rPr lang="en-US" altLang="ko-KR" sz="800" b="0" dirty="0">
                          <a:solidFill>
                            <a:schemeClr val="tx1"/>
                          </a:solidFill>
                        </a:rPr>
                        <a:t>(</a:t>
                      </a:r>
                      <a:r>
                        <a:rPr lang="ko-KR" altLang="en-US" sz="800" b="0" dirty="0">
                          <a:solidFill>
                            <a:schemeClr val="tx1"/>
                          </a:solidFill>
                        </a:rPr>
                        <a:t>지급</a:t>
                      </a:r>
                      <a:r>
                        <a:rPr lang="en-US" altLang="ko-KR" sz="800" b="0" dirty="0">
                          <a:solidFill>
                            <a:schemeClr val="tx1"/>
                          </a:solidFill>
                        </a:rPr>
                        <a:t>)</a:t>
                      </a:r>
                      <a:r>
                        <a:rPr lang="ko-KR" altLang="en-US" sz="800" b="0" dirty="0">
                          <a:solidFill>
                            <a:schemeClr val="tx1"/>
                          </a:solidFill>
                        </a:rPr>
                        <a:t>방법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 판매금액</a:t>
                      </a:r>
                      <a:r>
                        <a:rPr lang="ko-KR" altLang="en-US" sz="800" b="0" i="0" u="none" strike="noStrike" baseline="0" dirty="0">
                          <a:solidFill>
                            <a:schemeClr val="tx1"/>
                          </a:solidFill>
                          <a:effectLst/>
                          <a:latin typeface="+mn-lt"/>
                        </a:rPr>
                        <a:t> 대비 </a:t>
                      </a:r>
                      <a:r>
                        <a:rPr lang="en-US" altLang="ko-KR" sz="800" b="0" i="0" u="none" strike="noStrike" baseline="0" dirty="0">
                          <a:solidFill>
                            <a:schemeClr val="tx1"/>
                          </a:solidFill>
                          <a:effectLst/>
                          <a:latin typeface="+mn-lt"/>
                        </a:rPr>
                        <a:t>% </a:t>
                      </a:r>
                      <a:r>
                        <a:rPr lang="ko-KR" altLang="en-US" sz="800" b="0" i="0" u="none" strike="noStrike" baseline="0" dirty="0">
                          <a:solidFill>
                            <a:schemeClr val="tx1"/>
                          </a:solidFill>
                          <a:effectLst/>
                          <a:latin typeface="+mn-lt"/>
                        </a:rPr>
                        <a:t>지급</a:t>
                      </a:r>
                      <a:r>
                        <a:rPr lang="ko-KR" altLang="en-US" sz="800" b="0" i="0" u="none" strike="noStrike" dirty="0">
                          <a:solidFill>
                            <a:schemeClr val="tx1"/>
                          </a:solidFill>
                          <a:effectLst/>
                          <a:latin typeface="+mn-lt"/>
                        </a:rPr>
                        <a:t>    ○ 판매</a:t>
                      </a:r>
                      <a:r>
                        <a:rPr lang="ko-KR" altLang="en-US" sz="800" b="0" i="0" u="none" strike="noStrike" baseline="0" dirty="0">
                          <a:solidFill>
                            <a:schemeClr val="tx1"/>
                          </a:solidFill>
                          <a:effectLst/>
                          <a:latin typeface="+mn-lt"/>
                        </a:rPr>
                        <a:t> 개당 금액</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631467916"/>
                  </a:ext>
                </a:extLst>
              </a:tr>
              <a:tr h="0">
                <a:tc>
                  <a:txBody>
                    <a:bodyPr/>
                    <a:lstStyle/>
                    <a:p>
                      <a:pPr latinLnBrk="1"/>
                      <a:r>
                        <a:rPr lang="ko-KR" altLang="en-US" sz="800" b="0" dirty="0" err="1">
                          <a:solidFill>
                            <a:schemeClr val="tx1"/>
                          </a:solidFill>
                        </a:rPr>
                        <a:t>정산요율</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en-US" altLang="ko-KR" sz="800" b="0" baseline="0" dirty="0">
                          <a:solidFill>
                            <a:schemeClr val="tx1"/>
                          </a:solidFill>
                        </a:rPr>
                        <a:t> ( </a:t>
                      </a:r>
                      <a:r>
                        <a:rPr lang="ko-KR" altLang="en-US" sz="800" b="0" baseline="0" dirty="0">
                          <a:solidFill>
                            <a:schemeClr val="tx1"/>
                          </a:solidFill>
                        </a:rPr>
                        <a:t>총 판매금액에서 지급되는 </a:t>
                      </a:r>
                      <a:r>
                        <a:rPr lang="en-US" altLang="ko-KR" sz="800" b="0" baseline="0" dirty="0">
                          <a:solidFill>
                            <a:schemeClr val="tx1"/>
                          </a:solidFill>
                        </a:rPr>
                        <a:t>% )</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691391826"/>
                  </a:ext>
                </a:extLst>
              </a:tr>
              <a:tr h="0">
                <a:tc>
                  <a:txBody>
                    <a:bodyPr/>
                    <a:lstStyle/>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원</a:t>
                      </a:r>
                      <a:r>
                        <a:rPr lang="en-US" altLang="ko-KR" sz="800" b="0" baseline="0" dirty="0">
                          <a:solidFill>
                            <a:schemeClr val="tx1"/>
                          </a:solidFill>
                        </a:rPr>
                        <a:t> ( </a:t>
                      </a:r>
                      <a:r>
                        <a:rPr lang="ko-KR" altLang="en-US" sz="800" b="0" baseline="0" dirty="0">
                          <a:solidFill>
                            <a:schemeClr val="tx1"/>
                          </a:solidFill>
                        </a:rPr>
                        <a:t>판매당 지급되는 비용</a:t>
                      </a:r>
                      <a:r>
                        <a:rPr lang="en-US" altLang="ko-KR" sz="800" b="0" baseline="0" dirty="0">
                          <a:solidFill>
                            <a:schemeClr val="tx1"/>
                          </a:solidFill>
                        </a:rPr>
                        <a:t> )</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4137000007"/>
                  </a:ext>
                </a:extLst>
              </a:tr>
            </a:tbl>
          </a:graphicData>
        </a:graphic>
      </p:graphicFrame>
      <p:sp>
        <p:nvSpPr>
          <p:cNvPr id="15" name="TextBox 14">
            <a:extLst>
              <a:ext uri="{FF2B5EF4-FFF2-40B4-BE49-F238E27FC236}">
                <a16:creationId xmlns:a16="http://schemas.microsoft.com/office/drawing/2014/main" id="{ADEA1788-82BD-42EB-AB49-8F33E55F305D}"/>
              </a:ext>
            </a:extLst>
          </p:cNvPr>
          <p:cNvSpPr txBox="1"/>
          <p:nvPr/>
        </p:nvSpPr>
        <p:spPr>
          <a:xfrm>
            <a:off x="-5161" y="7367030"/>
            <a:ext cx="2108269"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Shop </a:t>
            </a:r>
            <a:r>
              <a:rPr lang="ko-KR" altLang="en-US" sz="900" dirty="0">
                <a:latin typeface="맑은 고딕" panose="020B0503020000020004" pitchFamily="50" charset="-127"/>
                <a:ea typeface="맑은 고딕" panose="020B0503020000020004" pitchFamily="50" charset="-127"/>
              </a:rPr>
              <a:t>채널 </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모니터링</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 관리자 정보</a:t>
            </a:r>
            <a:endParaRPr lang="ko-KR" altLang="en-US" sz="900" dirty="0"/>
          </a:p>
        </p:txBody>
      </p:sp>
      <p:sp>
        <p:nvSpPr>
          <p:cNvPr id="22" name="직사각형 21">
            <a:extLst>
              <a:ext uri="{FF2B5EF4-FFF2-40B4-BE49-F238E27FC236}">
                <a16:creationId xmlns:a16="http://schemas.microsoft.com/office/drawing/2014/main" id="{CA7EE2BC-78C1-41BF-9B2C-6F3F4B2344C6}"/>
              </a:ext>
            </a:extLst>
          </p:cNvPr>
          <p:cNvSpPr/>
          <p:nvPr/>
        </p:nvSpPr>
        <p:spPr>
          <a:xfrm>
            <a:off x="1420357" y="7850778"/>
            <a:ext cx="8049139" cy="122981"/>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25" name="직사각형 24">
            <a:extLst>
              <a:ext uri="{FF2B5EF4-FFF2-40B4-BE49-F238E27FC236}">
                <a16:creationId xmlns:a16="http://schemas.microsoft.com/office/drawing/2014/main" id="{04A62105-E8B4-4415-A5DD-6E647742A197}"/>
              </a:ext>
            </a:extLst>
          </p:cNvPr>
          <p:cNvSpPr/>
          <p:nvPr/>
        </p:nvSpPr>
        <p:spPr>
          <a:xfrm>
            <a:off x="1420358" y="8065254"/>
            <a:ext cx="3023516" cy="12154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27" name="직사각형 26">
            <a:extLst>
              <a:ext uri="{FF2B5EF4-FFF2-40B4-BE49-F238E27FC236}">
                <a16:creationId xmlns:a16="http://schemas.microsoft.com/office/drawing/2014/main" id="{40B9418F-6453-4370-AA15-C0697C42EBB6}"/>
              </a:ext>
            </a:extLst>
          </p:cNvPr>
          <p:cNvSpPr/>
          <p:nvPr/>
        </p:nvSpPr>
        <p:spPr>
          <a:xfrm>
            <a:off x="6474957" y="8066695"/>
            <a:ext cx="2994539" cy="12154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30" name="직사각형 29">
            <a:extLst>
              <a:ext uri="{FF2B5EF4-FFF2-40B4-BE49-F238E27FC236}">
                <a16:creationId xmlns:a16="http://schemas.microsoft.com/office/drawing/2014/main" id="{479B45FF-F555-4124-A1E3-8281BE854F34}"/>
              </a:ext>
            </a:extLst>
          </p:cNvPr>
          <p:cNvSpPr/>
          <p:nvPr/>
        </p:nvSpPr>
        <p:spPr>
          <a:xfrm>
            <a:off x="1425310" y="8490352"/>
            <a:ext cx="1372455" cy="12154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cxnSp>
        <p:nvCxnSpPr>
          <p:cNvPr id="24" name="직선 화살표 연결선 23">
            <a:extLst>
              <a:ext uri="{FF2B5EF4-FFF2-40B4-BE49-F238E27FC236}">
                <a16:creationId xmlns:a16="http://schemas.microsoft.com/office/drawing/2014/main" id="{27501C36-FD9A-42F8-9DB9-D69A5C7D6D0D}"/>
              </a:ext>
            </a:extLst>
          </p:cNvPr>
          <p:cNvCxnSpPr>
            <a:cxnSpLocks/>
            <a:stCxn id="23" idx="4"/>
          </p:cNvCxnSpPr>
          <p:nvPr/>
        </p:nvCxnSpPr>
        <p:spPr>
          <a:xfrm>
            <a:off x="1948104" y="6923406"/>
            <a:ext cx="61800" cy="692046"/>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2" name="직사각형 11">
            <a:extLst>
              <a:ext uri="{FF2B5EF4-FFF2-40B4-BE49-F238E27FC236}">
                <a16:creationId xmlns:a16="http://schemas.microsoft.com/office/drawing/2014/main" id="{52278E02-38A1-4EC7-BAE4-4459457DB56D}"/>
              </a:ext>
            </a:extLst>
          </p:cNvPr>
          <p:cNvSpPr/>
          <p:nvPr/>
        </p:nvSpPr>
        <p:spPr>
          <a:xfrm>
            <a:off x="1425310" y="8707929"/>
            <a:ext cx="1372455" cy="12154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graphicFrame>
        <p:nvGraphicFramePr>
          <p:cNvPr id="13" name="표 12">
            <a:extLst>
              <a:ext uri="{FF2B5EF4-FFF2-40B4-BE49-F238E27FC236}">
                <a16:creationId xmlns:a16="http://schemas.microsoft.com/office/drawing/2014/main" id="{5A3F1724-833D-4ADB-8BA6-DDB3BD4E1401}"/>
              </a:ext>
            </a:extLst>
          </p:cNvPr>
          <p:cNvGraphicFramePr>
            <a:graphicFrameLocks noGrp="1"/>
          </p:cNvGraphicFramePr>
          <p:nvPr>
            <p:extLst>
              <p:ext uri="{D42A27DB-BD31-4B8C-83A1-F6EECF244321}">
                <p14:modId xmlns:p14="http://schemas.microsoft.com/office/powerpoint/2010/main" val="3224101479"/>
              </p:ext>
            </p:extLst>
          </p:nvPr>
        </p:nvGraphicFramePr>
        <p:xfrm>
          <a:off x="10171774" y="22159"/>
          <a:ext cx="1979018" cy="214987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RF-02-04-02-7</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채널등록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등록화면관리자 사용여부</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등록화면에서 모니터링 관리자 사용여부 클릭에 따른 화면 변화</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135702259"/>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사용 선택 시 </a:t>
                      </a:r>
                      <a:r>
                        <a:rPr lang="en-US" altLang="ko-KR" sz="800" b="0" dirty="0">
                          <a:solidFill>
                            <a:schemeClr val="tx1"/>
                          </a:solidFill>
                        </a:rPr>
                        <a:t>Shop </a:t>
                      </a:r>
                      <a:r>
                        <a:rPr lang="ko-KR" altLang="en-US" sz="800" b="0" dirty="0">
                          <a:solidFill>
                            <a:schemeClr val="tx1"/>
                          </a:solidFill>
                        </a:rPr>
                        <a:t>채널 관리자 정보를 입력할 수 있는 영역 활성화</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Tree>
    <p:extLst>
      <p:ext uri="{BB962C8B-B14F-4D97-AF65-F5344CB8AC3E}">
        <p14:creationId xmlns:p14="http://schemas.microsoft.com/office/powerpoint/2010/main" val="3262385261"/>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4533A555-2479-4F2A-83FD-3242D5EE714B}"/>
              </a:ext>
            </a:extLst>
          </p:cNvPr>
          <p:cNvGraphicFramePr>
            <a:graphicFrameLocks noGrp="1"/>
          </p:cNvGraphicFramePr>
          <p:nvPr>
            <p:extLst>
              <p:ext uri="{D42A27DB-BD31-4B8C-83A1-F6EECF244321}">
                <p14:modId xmlns:p14="http://schemas.microsoft.com/office/powerpoint/2010/main" val="2078758368"/>
              </p:ext>
            </p:extLst>
          </p:nvPr>
        </p:nvGraphicFramePr>
        <p:xfrm>
          <a:off x="10171774" y="22159"/>
          <a:ext cx="1979018" cy="169267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RF-02-04-02-8</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채널등록</a:t>
                      </a:r>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a:t>
                      </a:r>
                      <a:r>
                        <a:rPr lang="ko-KR" altLang="en-US" sz="800" dirty="0" err="1"/>
                        <a:t>등록화면</a:t>
                      </a:r>
                      <a:r>
                        <a:rPr lang="ko-KR" altLang="en-US" sz="800" dirty="0"/>
                        <a:t> 컨텐츠 전체 활성화</a:t>
                      </a:r>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등록화면에서 각 컨텐츠를 모두 활성화한 상태의 화면</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8497719"/>
                  </a:ext>
                </a:extLst>
              </a:tr>
            </a:tbl>
          </a:graphicData>
        </a:graphic>
      </p:graphicFrame>
    </p:spTree>
    <p:extLst>
      <p:ext uri="{BB962C8B-B14F-4D97-AF65-F5344CB8AC3E}">
        <p14:creationId xmlns:p14="http://schemas.microsoft.com/office/powerpoint/2010/main" val="3140568331"/>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표 5">
            <a:extLst>
              <a:ext uri="{FF2B5EF4-FFF2-40B4-BE49-F238E27FC236}">
                <a16:creationId xmlns:a16="http://schemas.microsoft.com/office/drawing/2014/main" id="{80B17341-32B0-4527-AA31-7AF2F5140209}"/>
              </a:ext>
            </a:extLst>
          </p:cNvPr>
          <p:cNvGraphicFramePr>
            <a:graphicFrameLocks noGrp="1"/>
          </p:cNvGraphicFramePr>
          <p:nvPr>
            <p:extLst>
              <p:ext uri="{D42A27DB-BD31-4B8C-83A1-F6EECF244321}">
                <p14:modId xmlns:p14="http://schemas.microsoft.com/office/powerpoint/2010/main" val="2934063429"/>
              </p:ext>
            </p:extLst>
          </p:nvPr>
        </p:nvGraphicFramePr>
        <p:xfrm>
          <a:off x="93134" y="550332"/>
          <a:ext cx="9922935" cy="243840"/>
        </p:xfrm>
        <a:graphic>
          <a:graphicData uri="http://schemas.openxmlformats.org/drawingml/2006/table">
            <a:tbl>
              <a:tblPr firstRow="1" bandRow="1">
                <a:tableStyleId>{5940675A-B579-460E-94D1-54222C63F5DA}</a:tableStyleId>
              </a:tblPr>
              <a:tblGrid>
                <a:gridCol w="3307645">
                  <a:extLst>
                    <a:ext uri="{9D8B030D-6E8A-4147-A177-3AD203B41FA5}">
                      <a16:colId xmlns:a16="http://schemas.microsoft.com/office/drawing/2014/main" val="3230482263"/>
                    </a:ext>
                  </a:extLst>
                </a:gridCol>
                <a:gridCol w="3307645">
                  <a:extLst>
                    <a:ext uri="{9D8B030D-6E8A-4147-A177-3AD203B41FA5}">
                      <a16:colId xmlns:a16="http://schemas.microsoft.com/office/drawing/2014/main" val="3730242496"/>
                    </a:ext>
                  </a:extLst>
                </a:gridCol>
                <a:gridCol w="3307645">
                  <a:extLst>
                    <a:ext uri="{9D8B030D-6E8A-4147-A177-3AD203B41FA5}">
                      <a16:colId xmlns:a16="http://schemas.microsoft.com/office/drawing/2014/main" val="844434264"/>
                    </a:ext>
                  </a:extLst>
                </a:gridCol>
              </a:tblGrid>
              <a:tr h="127001">
                <a:tc>
                  <a:txBody>
                    <a:bodyPr/>
                    <a:lstStyle/>
                    <a:p>
                      <a:pPr algn="ctr" latinLnBrk="1"/>
                      <a:r>
                        <a:rPr lang="en-US" altLang="ko-KR" sz="1000" b="1" dirty="0">
                          <a:solidFill>
                            <a:schemeClr val="bg1"/>
                          </a:solidFill>
                        </a:rPr>
                        <a:t>Shop</a:t>
                      </a:r>
                      <a:r>
                        <a:rPr lang="ko-KR" altLang="en-US" sz="1000" b="1" dirty="0">
                          <a:solidFill>
                            <a:schemeClr val="bg1"/>
                          </a:solidFill>
                        </a:rPr>
                        <a:t>채널</a:t>
                      </a:r>
                      <a:r>
                        <a:rPr lang="en-US" altLang="ko-KR" sz="1000" b="1" dirty="0">
                          <a:solidFill>
                            <a:schemeClr val="bg1"/>
                          </a:solidFill>
                        </a:rPr>
                        <a:t> </a:t>
                      </a:r>
                      <a:r>
                        <a:rPr lang="ko-KR" altLang="en-US" sz="1000" b="1" dirty="0">
                          <a:solidFill>
                            <a:schemeClr val="bg1"/>
                          </a:solidFill>
                        </a:rPr>
                        <a:t>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1000" dirty="0"/>
                        <a:t>판매상품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1000" dirty="0"/>
                        <a:t>커뮤니티</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226348592"/>
                  </a:ext>
                </a:extLst>
              </a:tr>
            </a:tbl>
          </a:graphicData>
        </a:graphic>
      </p:graphicFrame>
      <p:graphicFrame>
        <p:nvGraphicFramePr>
          <p:cNvPr id="6" name="표 5">
            <a:extLst>
              <a:ext uri="{FF2B5EF4-FFF2-40B4-BE49-F238E27FC236}">
                <a16:creationId xmlns:a16="http://schemas.microsoft.com/office/drawing/2014/main" id="{CDBD5C32-F70E-4B7E-9088-6BB0ED9D9165}"/>
              </a:ext>
            </a:extLst>
          </p:cNvPr>
          <p:cNvGraphicFramePr>
            <a:graphicFrameLocks noGrp="1"/>
          </p:cNvGraphicFramePr>
          <p:nvPr>
            <p:extLst>
              <p:ext uri="{D42A27DB-BD31-4B8C-83A1-F6EECF244321}">
                <p14:modId xmlns:p14="http://schemas.microsoft.com/office/powerpoint/2010/main" val="2901275847"/>
              </p:ext>
            </p:extLst>
          </p:nvPr>
        </p:nvGraphicFramePr>
        <p:xfrm>
          <a:off x="173528" y="1098250"/>
          <a:ext cx="9842541" cy="1280160"/>
        </p:xfrm>
        <a:graphic>
          <a:graphicData uri="http://schemas.openxmlformats.org/drawingml/2006/table">
            <a:tbl>
              <a:tblPr firstRow="1" bandRow="1">
                <a:tableStyleId>{5C22544A-7EE6-4342-B048-85BDC9FD1C3A}</a:tableStyleId>
              </a:tblPr>
              <a:tblGrid>
                <a:gridCol w="1257339">
                  <a:extLst>
                    <a:ext uri="{9D8B030D-6E8A-4147-A177-3AD203B41FA5}">
                      <a16:colId xmlns:a16="http://schemas.microsoft.com/office/drawing/2014/main" val="20000"/>
                    </a:ext>
                  </a:extLst>
                </a:gridCol>
                <a:gridCol w="3674533">
                  <a:extLst>
                    <a:ext uri="{9D8B030D-6E8A-4147-A177-3AD203B41FA5}">
                      <a16:colId xmlns:a16="http://schemas.microsoft.com/office/drawing/2014/main" val="20001"/>
                    </a:ext>
                  </a:extLst>
                </a:gridCol>
                <a:gridCol w="1608667">
                  <a:extLst>
                    <a:ext uri="{9D8B030D-6E8A-4147-A177-3AD203B41FA5}">
                      <a16:colId xmlns:a16="http://schemas.microsoft.com/office/drawing/2014/main" val="326916466"/>
                    </a:ext>
                  </a:extLst>
                </a:gridCol>
                <a:gridCol w="3302002">
                  <a:extLst>
                    <a:ext uri="{9D8B030D-6E8A-4147-A177-3AD203B41FA5}">
                      <a16:colId xmlns:a16="http://schemas.microsoft.com/office/drawing/2014/main" val="3767419524"/>
                    </a:ext>
                  </a:extLst>
                </a:gridCol>
              </a:tblGrid>
              <a:tr h="0">
                <a:tc>
                  <a:txBody>
                    <a:bodyPr/>
                    <a:lstStyle/>
                    <a:p>
                      <a:pPr latinLnBrk="1"/>
                      <a:r>
                        <a:rPr lang="en-US" altLang="ko-KR" sz="800" b="1" dirty="0">
                          <a:solidFill>
                            <a:schemeClr val="tx1"/>
                          </a:solidFill>
                        </a:rPr>
                        <a:t>Shop </a:t>
                      </a:r>
                      <a:r>
                        <a:rPr lang="ko-KR" altLang="en-US" sz="800" b="1" dirty="0">
                          <a:solidFill>
                            <a:schemeClr val="tx1"/>
                          </a:solidFill>
                        </a:rPr>
                        <a:t>채널코드</a:t>
                      </a:r>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Me9-2024-099833</a:t>
                      </a:r>
                      <a:endParaRPr lang="ko-KR" altLang="en-US" sz="800" b="0" i="0" u="none" strike="noStrike" dirty="0">
                        <a:solidFill>
                          <a:srgbClr val="000000"/>
                        </a:solidFill>
                        <a:effectLst/>
                        <a:latin typeface="+mn-lt"/>
                      </a:endParaRPr>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i="0" u="none" strike="noStrike" dirty="0">
                          <a:solidFill>
                            <a:srgbClr val="000000"/>
                          </a:solidFill>
                          <a:effectLst/>
                          <a:latin typeface="+mn-lt"/>
                        </a:rPr>
                        <a:t>등록일</a:t>
                      </a:r>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2024-10-20 00:00</a:t>
                      </a:r>
                      <a:endParaRPr lang="ko-KR" altLang="en-US" sz="800" b="0" i="0" u="none" strike="noStrike" dirty="0">
                        <a:solidFill>
                          <a:srgbClr val="000000"/>
                        </a:solidFill>
                        <a:effectLst/>
                        <a:latin typeface="+mn-lt"/>
                      </a:endParaRPr>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1" dirty="0">
                          <a:solidFill>
                            <a:schemeClr val="tx1"/>
                          </a:solidFill>
                        </a:rPr>
                        <a:t>채널상태</a:t>
                      </a:r>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중지</a:t>
                      </a:r>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i="0" u="none" strike="noStrike" dirty="0">
                          <a:solidFill>
                            <a:srgbClr val="000000"/>
                          </a:solidFill>
                          <a:effectLst/>
                          <a:latin typeface="+mn-lt"/>
                        </a:rPr>
                        <a:t>공개여부</a:t>
                      </a:r>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비공개 </a:t>
                      </a:r>
                      <a:r>
                        <a:rPr lang="en-US" altLang="ko-KR" sz="800" b="0" i="0" u="none" strike="noStrike" dirty="0">
                          <a:solidFill>
                            <a:srgbClr val="000000"/>
                          </a:solidFill>
                          <a:effectLst/>
                          <a:latin typeface="+mn-lt"/>
                        </a:rPr>
                        <a:t>( </a:t>
                      </a:r>
                      <a:r>
                        <a:rPr lang="ko-KR" altLang="en-US" sz="800" b="0" i="0" u="none" strike="noStrike" dirty="0">
                          <a:solidFill>
                            <a:srgbClr val="000000"/>
                          </a:solidFill>
                          <a:effectLst/>
                          <a:latin typeface="+mn-lt"/>
                        </a:rPr>
                        <a:t>접속가능인원 </a:t>
                      </a:r>
                      <a:r>
                        <a:rPr lang="en-US" altLang="ko-KR" sz="800" b="0" i="0" u="none" strike="noStrike" dirty="0">
                          <a:solidFill>
                            <a:srgbClr val="000000"/>
                          </a:solidFill>
                          <a:effectLst/>
                          <a:latin typeface="+mn-lt"/>
                        </a:rPr>
                        <a:t>: 88</a:t>
                      </a:r>
                      <a:r>
                        <a:rPr lang="ko-KR" altLang="en-US" sz="800" b="0" i="0" u="none" strike="noStrike" dirty="0">
                          <a:solidFill>
                            <a:srgbClr val="000000"/>
                          </a:solidFill>
                          <a:effectLst/>
                          <a:latin typeface="+mn-lt"/>
                        </a:rPr>
                        <a:t>명 </a:t>
                      </a:r>
                      <a:r>
                        <a:rPr lang="en-US" altLang="ko-KR" sz="800" b="0" i="0" u="none" strike="noStrike" dirty="0">
                          <a:solidFill>
                            <a:srgbClr val="000000"/>
                          </a:solidFill>
                          <a:effectLst/>
                          <a:latin typeface="+mn-lt"/>
                        </a:rPr>
                        <a:t>) </a:t>
                      </a:r>
                      <a:endParaRPr lang="ko-KR" altLang="en-US" sz="800" b="0" i="0" u="none" strike="noStrike" dirty="0">
                        <a:solidFill>
                          <a:srgbClr val="000000"/>
                        </a:solidFill>
                        <a:effectLst/>
                        <a:latin typeface="+mn-lt"/>
                      </a:endParaRPr>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1" dirty="0" err="1">
                          <a:solidFill>
                            <a:schemeClr val="tx1"/>
                          </a:solidFill>
                        </a:rPr>
                        <a:t>채널명</a:t>
                      </a:r>
                      <a:endParaRPr lang="ko-KR" altLang="en-US" sz="800" b="1" dirty="0">
                        <a:solidFill>
                          <a:schemeClr val="tx1"/>
                        </a:solidFill>
                      </a:endParaRPr>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Shop </a:t>
                      </a:r>
                      <a:r>
                        <a:rPr lang="ko-KR" altLang="en-US" sz="800" b="0" i="0" u="none" strike="noStrike" dirty="0" err="1">
                          <a:solidFill>
                            <a:srgbClr val="000000"/>
                          </a:solidFill>
                          <a:effectLst/>
                          <a:latin typeface="+mn-lt"/>
                        </a:rPr>
                        <a:t>채널명</a:t>
                      </a:r>
                      <a:endParaRPr lang="ko-KR" altLang="en-US" sz="800" b="0" i="0" u="none" strike="noStrike" dirty="0">
                        <a:solidFill>
                          <a:srgbClr val="000000"/>
                        </a:solidFill>
                        <a:effectLst/>
                        <a:latin typeface="+mn-lt"/>
                      </a:endParaRPr>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latinLnBrk="1"/>
                      <a:r>
                        <a:rPr lang="ko-KR" altLang="en-US" sz="800" b="0" dirty="0">
                          <a:solidFill>
                            <a:schemeClr val="tx1"/>
                          </a:solidFill>
                        </a:rPr>
                        <a:t>채널사용주기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2024-01-00  00</a:t>
                      </a:r>
                      <a:r>
                        <a:rPr lang="ko-KR" altLang="en-US" sz="800" b="0" i="0" u="none" strike="noStrike" dirty="0">
                          <a:solidFill>
                            <a:srgbClr val="000000"/>
                          </a:solidFill>
                          <a:effectLst/>
                          <a:latin typeface="+mn-lt"/>
                        </a:rPr>
                        <a:t>시 </a:t>
                      </a:r>
                      <a:r>
                        <a:rPr lang="en-US" altLang="ko-KR" sz="800" b="0" i="0" u="none" strike="noStrike" dirty="0">
                          <a:solidFill>
                            <a:srgbClr val="000000"/>
                          </a:solidFill>
                          <a:effectLst/>
                          <a:latin typeface="+mn-lt"/>
                        </a:rPr>
                        <a:t>~ 2024-10-00  00</a:t>
                      </a:r>
                      <a:r>
                        <a:rPr lang="ko-KR" altLang="en-US" sz="800" b="0" i="0" u="none" strike="noStrike" dirty="0">
                          <a:solidFill>
                            <a:srgbClr val="000000"/>
                          </a:solidFill>
                          <a:effectLst/>
                          <a:latin typeface="+mn-lt"/>
                        </a:rPr>
                        <a:t>시</a:t>
                      </a:r>
                      <a:r>
                        <a:rPr lang="en-US" altLang="ko-KR" sz="800" b="0" i="0" u="none" strike="noStrike" dirty="0">
                          <a:solidFill>
                            <a:srgbClr val="000000"/>
                          </a:solidFill>
                          <a:effectLst/>
                          <a:latin typeface="+mn-lt"/>
                        </a:rPr>
                        <a:t>     </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latinLnBrk="1"/>
                      <a:r>
                        <a:rPr lang="ko-KR" altLang="en-US" sz="800" b="1" dirty="0">
                          <a:solidFill>
                            <a:schemeClr val="tx1"/>
                          </a:solidFill>
                        </a:rPr>
                        <a:t>구매권한</a:t>
                      </a:r>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비회원 구매가능</a:t>
                      </a:r>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latinLnBrk="1"/>
                      <a:r>
                        <a:rPr lang="ko-KR" altLang="en-US" sz="800" b="1" dirty="0">
                          <a:solidFill>
                            <a:schemeClr val="tx1"/>
                          </a:solidFill>
                        </a:rPr>
                        <a:t>채널사용주기</a:t>
                      </a:r>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기간제  </a:t>
                      </a:r>
                      <a:r>
                        <a:rPr lang="en-US" altLang="ko-KR" sz="800" b="0" i="0" u="none" strike="noStrike" dirty="0">
                          <a:solidFill>
                            <a:srgbClr val="000000"/>
                          </a:solidFill>
                          <a:effectLst/>
                          <a:latin typeface="+mn-lt"/>
                        </a:rPr>
                        <a:t>/  2024-01-00  00</a:t>
                      </a:r>
                      <a:r>
                        <a:rPr lang="ko-KR" altLang="en-US" sz="800" b="0" i="0" u="none" strike="noStrike" dirty="0">
                          <a:solidFill>
                            <a:srgbClr val="000000"/>
                          </a:solidFill>
                          <a:effectLst/>
                          <a:latin typeface="+mn-lt"/>
                        </a:rPr>
                        <a:t>시 </a:t>
                      </a:r>
                      <a:r>
                        <a:rPr lang="en-US" altLang="ko-KR" sz="800" b="0" i="0" u="none" strike="noStrike" dirty="0">
                          <a:solidFill>
                            <a:srgbClr val="000000"/>
                          </a:solidFill>
                          <a:effectLst/>
                          <a:latin typeface="+mn-lt"/>
                        </a:rPr>
                        <a:t>~ 2024-10-00  00</a:t>
                      </a:r>
                      <a:r>
                        <a:rPr lang="ko-KR" altLang="en-US" sz="800" b="0" i="0" u="none" strike="noStrike" dirty="0">
                          <a:solidFill>
                            <a:srgbClr val="000000"/>
                          </a:solidFill>
                          <a:effectLst/>
                          <a:latin typeface="+mn-lt"/>
                        </a:rPr>
                        <a:t>시</a:t>
                      </a:r>
                      <a:r>
                        <a:rPr lang="en-US" altLang="ko-KR" sz="800" b="0" i="0" u="none" strike="noStrike" dirty="0">
                          <a:solidFill>
                            <a:srgbClr val="000000"/>
                          </a:solidFill>
                          <a:effectLst/>
                          <a:latin typeface="+mn-lt"/>
                        </a:rPr>
                        <a:t>     </a:t>
                      </a:r>
                      <a:endParaRPr lang="ko-KR" altLang="en-US" sz="800" b="0" i="0" u="none" strike="noStrike" dirty="0">
                        <a:solidFill>
                          <a:srgbClr val="000000"/>
                        </a:solidFill>
                        <a:effectLst/>
                        <a:latin typeface="+mn-lt"/>
                      </a:endParaRPr>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4"/>
                  </a:ext>
                </a:extLst>
              </a:tr>
              <a:tr h="0">
                <a:tc>
                  <a:txBody>
                    <a:bodyPr/>
                    <a:lstStyle/>
                    <a:p>
                      <a:pPr latinLnBrk="1"/>
                      <a:r>
                        <a:rPr lang="ko-KR" altLang="en-US" sz="800" b="1" dirty="0">
                          <a:solidFill>
                            <a:schemeClr val="tx1"/>
                          </a:solidFill>
                        </a:rPr>
                        <a:t>카피라이트</a:t>
                      </a:r>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2024. </a:t>
                      </a:r>
                      <a:r>
                        <a:rPr lang="ko-KR" altLang="en-US" sz="800" b="0" i="0" u="none" strike="noStrike" dirty="0">
                          <a:solidFill>
                            <a:srgbClr val="000000"/>
                          </a:solidFill>
                          <a:effectLst/>
                          <a:latin typeface="+mn-lt"/>
                        </a:rPr>
                        <a:t>회사명 </a:t>
                      </a:r>
                      <a:r>
                        <a:rPr lang="en-US" altLang="ko-KR" sz="800" b="0" i="0" u="none" strike="noStrike" dirty="0">
                          <a:solidFill>
                            <a:srgbClr val="000000"/>
                          </a:solidFill>
                          <a:effectLst/>
                          <a:latin typeface="+mn-lt"/>
                        </a:rPr>
                        <a:t>Inc. All rights reserved.</a:t>
                      </a:r>
                      <a:endParaRPr lang="ko-KR" altLang="en-US" sz="800" b="0" i="0" u="none" strike="noStrike" dirty="0">
                        <a:solidFill>
                          <a:srgbClr val="000000"/>
                        </a:solidFill>
                        <a:effectLst/>
                        <a:latin typeface="+mn-lt"/>
                      </a:endParaRPr>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i="0" u="none" strike="noStrike" dirty="0">
                          <a:solidFill>
                            <a:srgbClr val="000000"/>
                          </a:solidFill>
                          <a:effectLst/>
                          <a:latin typeface="+mn-lt"/>
                        </a:rPr>
                        <a:t>자사</a:t>
                      </a:r>
                      <a:r>
                        <a:rPr lang="en-US" altLang="ko-KR" sz="800" b="1" i="0" u="none" strike="noStrike" dirty="0">
                          <a:solidFill>
                            <a:srgbClr val="000000"/>
                          </a:solidFill>
                          <a:effectLst/>
                          <a:latin typeface="+mn-lt"/>
                        </a:rPr>
                        <a:t>PG </a:t>
                      </a:r>
                      <a:r>
                        <a:rPr lang="ko-KR" altLang="en-US" sz="800" b="1" i="0" u="none" strike="noStrike" dirty="0">
                          <a:solidFill>
                            <a:srgbClr val="000000"/>
                          </a:solidFill>
                          <a:effectLst/>
                          <a:latin typeface="+mn-lt"/>
                        </a:rPr>
                        <a:t>사용여부</a:t>
                      </a:r>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사용하지 않음</a:t>
                      </a:r>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088161258"/>
                  </a:ext>
                </a:extLst>
              </a:tr>
              <a:tr h="0">
                <a:tc>
                  <a:txBody>
                    <a:bodyPr/>
                    <a:lstStyle/>
                    <a:p>
                      <a:pPr latinLnBrk="1"/>
                      <a:r>
                        <a:rPr lang="ko-KR" altLang="en-US" sz="800" b="1" dirty="0">
                          <a:solidFill>
                            <a:schemeClr val="tx1"/>
                          </a:solidFill>
                        </a:rPr>
                        <a:t>그룹 </a:t>
                      </a:r>
                      <a:r>
                        <a:rPr lang="en-US" altLang="ko-KR" sz="800" b="1" dirty="0">
                          <a:solidFill>
                            <a:schemeClr val="tx1"/>
                          </a:solidFill>
                        </a:rPr>
                        <a:t>keyword</a:t>
                      </a:r>
                      <a:endParaRPr lang="ko-KR" altLang="en-US" sz="800" b="1" dirty="0">
                        <a:solidFill>
                          <a:schemeClr val="tx1"/>
                        </a:solidFill>
                      </a:endParaRPr>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90656019"/>
                  </a:ext>
                </a:extLst>
              </a:tr>
            </a:tbl>
          </a:graphicData>
        </a:graphic>
      </p:graphicFrame>
      <p:sp>
        <p:nvSpPr>
          <p:cNvPr id="7" name="TextBox 6">
            <a:extLst>
              <a:ext uri="{FF2B5EF4-FFF2-40B4-BE49-F238E27FC236}">
                <a16:creationId xmlns:a16="http://schemas.microsoft.com/office/drawing/2014/main" id="{6C714016-6B18-4ED1-A13E-B5B9835487EF}"/>
              </a:ext>
            </a:extLst>
          </p:cNvPr>
          <p:cNvSpPr txBox="1"/>
          <p:nvPr/>
        </p:nvSpPr>
        <p:spPr>
          <a:xfrm>
            <a:off x="93134" y="891786"/>
            <a:ext cx="1056700"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en-US" altLang="ko-KR" sz="800" b="1" dirty="0">
                <a:latin typeface="맑은 고딕" panose="020B0503020000020004" pitchFamily="50" charset="-127"/>
                <a:ea typeface="맑은 고딕" panose="020B0503020000020004" pitchFamily="50" charset="-127"/>
              </a:rPr>
              <a:t>Shop </a:t>
            </a:r>
            <a:r>
              <a:rPr lang="ko-KR" altLang="en-US" sz="800" b="1" dirty="0">
                <a:latin typeface="맑은 고딕" panose="020B0503020000020004" pitchFamily="50" charset="-127"/>
                <a:ea typeface="맑은 고딕" panose="020B0503020000020004" pitchFamily="50" charset="-127"/>
              </a:rPr>
              <a:t>채널 정보</a:t>
            </a:r>
            <a:endParaRPr lang="ko-KR" altLang="en-US" sz="800" b="1" dirty="0"/>
          </a:p>
        </p:txBody>
      </p:sp>
      <p:sp>
        <p:nvSpPr>
          <p:cNvPr id="10" name="모서리가 둥근 직사각형 89">
            <a:extLst>
              <a:ext uri="{FF2B5EF4-FFF2-40B4-BE49-F238E27FC236}">
                <a16:creationId xmlns:a16="http://schemas.microsoft.com/office/drawing/2014/main" id="{81F9F010-2AB4-4285-817A-AF68E2E77ADE}"/>
              </a:ext>
            </a:extLst>
          </p:cNvPr>
          <p:cNvSpPr/>
          <p:nvPr/>
        </p:nvSpPr>
        <p:spPr>
          <a:xfrm>
            <a:off x="1510802" y="2191538"/>
            <a:ext cx="725985" cy="153004"/>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t>그룹명</a:t>
            </a:r>
            <a:r>
              <a:rPr lang="ko-KR" altLang="en-US" sz="800" dirty="0"/>
              <a:t> </a:t>
            </a:r>
            <a:r>
              <a:rPr lang="en-US" altLang="ko-KR" sz="800" dirty="0"/>
              <a:t>#2</a:t>
            </a:r>
            <a:endParaRPr lang="ko-KR" altLang="en-US" sz="800" dirty="0"/>
          </a:p>
        </p:txBody>
      </p:sp>
      <p:sp>
        <p:nvSpPr>
          <p:cNvPr id="11" name="모서리가 둥근 직사각형 90">
            <a:extLst>
              <a:ext uri="{FF2B5EF4-FFF2-40B4-BE49-F238E27FC236}">
                <a16:creationId xmlns:a16="http://schemas.microsoft.com/office/drawing/2014/main" id="{4C20F469-A832-4420-A319-670E4732305C}"/>
              </a:ext>
            </a:extLst>
          </p:cNvPr>
          <p:cNvSpPr/>
          <p:nvPr/>
        </p:nvSpPr>
        <p:spPr>
          <a:xfrm>
            <a:off x="2306980" y="2191538"/>
            <a:ext cx="1188857" cy="153004"/>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t>그룹명</a:t>
            </a:r>
            <a:r>
              <a:rPr lang="ko-KR" altLang="en-US" sz="800" dirty="0"/>
              <a:t> 키워드 </a:t>
            </a:r>
            <a:r>
              <a:rPr lang="en-US" altLang="ko-KR" sz="800" dirty="0"/>
              <a:t>#1</a:t>
            </a:r>
            <a:endParaRPr lang="ko-KR" altLang="en-US" sz="800" dirty="0"/>
          </a:p>
        </p:txBody>
      </p:sp>
      <p:sp>
        <p:nvSpPr>
          <p:cNvPr id="18" name="모서리가 둥근 직사각형 90">
            <a:extLst>
              <a:ext uri="{FF2B5EF4-FFF2-40B4-BE49-F238E27FC236}">
                <a16:creationId xmlns:a16="http://schemas.microsoft.com/office/drawing/2014/main" id="{EDF9BF1E-4854-40E9-BE26-8F78D8A900E3}"/>
              </a:ext>
            </a:extLst>
          </p:cNvPr>
          <p:cNvSpPr/>
          <p:nvPr/>
        </p:nvSpPr>
        <p:spPr>
          <a:xfrm>
            <a:off x="3574497" y="2191538"/>
            <a:ext cx="1188857" cy="153004"/>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t>그룹명</a:t>
            </a:r>
            <a:r>
              <a:rPr lang="ko-KR" altLang="en-US" sz="800" dirty="0"/>
              <a:t> 키워드 </a:t>
            </a:r>
            <a:r>
              <a:rPr lang="en-US" altLang="ko-KR" sz="800" dirty="0"/>
              <a:t>#2</a:t>
            </a:r>
            <a:endParaRPr lang="ko-KR" altLang="en-US" sz="800" dirty="0"/>
          </a:p>
        </p:txBody>
      </p:sp>
      <p:sp>
        <p:nvSpPr>
          <p:cNvPr id="22" name="TextBox 21">
            <a:extLst>
              <a:ext uri="{FF2B5EF4-FFF2-40B4-BE49-F238E27FC236}">
                <a16:creationId xmlns:a16="http://schemas.microsoft.com/office/drawing/2014/main" id="{E2A8F409-AD82-468D-BF19-F67BBC9EC98C}"/>
              </a:ext>
            </a:extLst>
          </p:cNvPr>
          <p:cNvSpPr txBox="1"/>
          <p:nvPr/>
        </p:nvSpPr>
        <p:spPr>
          <a:xfrm>
            <a:off x="93135" y="5340581"/>
            <a:ext cx="720069"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en-US" altLang="ko-KR" sz="800" b="1" dirty="0">
                <a:latin typeface="맑은 고딕" panose="020B0503020000020004" pitchFamily="50" charset="-127"/>
                <a:ea typeface="맑은 고딕" panose="020B0503020000020004" pitchFamily="50" charset="-127"/>
              </a:rPr>
              <a:t>OG TAG</a:t>
            </a:r>
            <a:endParaRPr lang="ko-KR" altLang="en-US" sz="800" b="1" dirty="0"/>
          </a:p>
        </p:txBody>
      </p:sp>
      <p:graphicFrame>
        <p:nvGraphicFramePr>
          <p:cNvPr id="23" name="표 22">
            <a:extLst>
              <a:ext uri="{FF2B5EF4-FFF2-40B4-BE49-F238E27FC236}">
                <a16:creationId xmlns:a16="http://schemas.microsoft.com/office/drawing/2014/main" id="{AD29BD60-4FF6-41E3-ACC9-EFDC1D97FEDE}"/>
              </a:ext>
            </a:extLst>
          </p:cNvPr>
          <p:cNvGraphicFramePr>
            <a:graphicFrameLocks noGrp="1"/>
          </p:cNvGraphicFramePr>
          <p:nvPr>
            <p:extLst>
              <p:ext uri="{D42A27DB-BD31-4B8C-83A1-F6EECF244321}">
                <p14:modId xmlns:p14="http://schemas.microsoft.com/office/powerpoint/2010/main" val="3809494292"/>
              </p:ext>
            </p:extLst>
          </p:nvPr>
        </p:nvGraphicFramePr>
        <p:xfrm>
          <a:off x="173528" y="5556025"/>
          <a:ext cx="9842541" cy="1219200"/>
        </p:xfrm>
        <a:graphic>
          <a:graphicData uri="http://schemas.openxmlformats.org/drawingml/2006/table">
            <a:tbl>
              <a:tblPr firstRow="1" bandRow="1">
                <a:tableStyleId>{5C22544A-7EE6-4342-B048-85BDC9FD1C3A}</a:tableStyleId>
              </a:tblPr>
              <a:tblGrid>
                <a:gridCol w="1240406">
                  <a:extLst>
                    <a:ext uri="{9D8B030D-6E8A-4147-A177-3AD203B41FA5}">
                      <a16:colId xmlns:a16="http://schemas.microsoft.com/office/drawing/2014/main" val="20000"/>
                    </a:ext>
                  </a:extLst>
                </a:gridCol>
                <a:gridCol w="939800">
                  <a:extLst>
                    <a:ext uri="{9D8B030D-6E8A-4147-A177-3AD203B41FA5}">
                      <a16:colId xmlns:a16="http://schemas.microsoft.com/office/drawing/2014/main" val="20001"/>
                    </a:ext>
                  </a:extLst>
                </a:gridCol>
                <a:gridCol w="7662335">
                  <a:extLst>
                    <a:ext uri="{9D8B030D-6E8A-4147-A177-3AD203B41FA5}">
                      <a16:colId xmlns:a16="http://schemas.microsoft.com/office/drawing/2014/main" val="3767419524"/>
                    </a:ext>
                  </a:extLst>
                </a:gridCol>
              </a:tblGrid>
              <a:tr h="0">
                <a:tc>
                  <a:txBody>
                    <a:bodyPr/>
                    <a:lstStyle/>
                    <a:p>
                      <a:pPr latinLnBrk="1"/>
                      <a:r>
                        <a:rPr lang="en-US" altLang="ko-KR" sz="800" b="1" dirty="0">
                          <a:solidFill>
                            <a:schemeClr val="tx1"/>
                          </a:solidFill>
                        </a:rPr>
                        <a:t>OG </a:t>
                      </a:r>
                      <a:r>
                        <a:rPr lang="ko-KR" altLang="en-US" sz="800" b="1" dirty="0">
                          <a:solidFill>
                            <a:schemeClr val="tx1"/>
                          </a:solidFill>
                        </a:rPr>
                        <a:t>사용여부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사용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2024-10-20 00:00</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rowSpan="3">
                  <a:txBody>
                    <a:bodyPr/>
                    <a:lstStyle/>
                    <a:p>
                      <a:pPr latinLnBrk="1"/>
                      <a:r>
                        <a:rPr lang="en-US" altLang="ko-KR" sz="800" b="1" dirty="0">
                          <a:solidFill>
                            <a:schemeClr val="tx1"/>
                          </a:solidFill>
                        </a:rPr>
                        <a:t>OG TAG</a:t>
                      </a:r>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1" i="0" u="none" strike="noStrike" dirty="0">
                          <a:solidFill>
                            <a:srgbClr val="000000"/>
                          </a:solidFill>
                          <a:effectLst/>
                          <a:latin typeface="+mn-lt"/>
                        </a:rPr>
                        <a:t>Title</a:t>
                      </a:r>
                      <a:endParaRPr lang="ko-KR" altLang="en-US" sz="800" b="1"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사이트 제목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vMerge="1">
                  <a:txBody>
                    <a:bodyPr/>
                    <a:lstStyle/>
                    <a:p>
                      <a:pPr latinLnBrk="1"/>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1" i="0" u="none" strike="noStrike" dirty="0">
                          <a:solidFill>
                            <a:srgbClr val="000000"/>
                          </a:solidFill>
                          <a:effectLst/>
                          <a:latin typeface="+mn-lt"/>
                        </a:rPr>
                        <a:t>Description</a:t>
                      </a:r>
                      <a:endParaRPr lang="ko-KR" altLang="en-US" sz="800" b="1"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사이트 내용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4"/>
                  </a:ext>
                </a:extLst>
              </a:tr>
              <a:tr h="0">
                <a:tc vMerge="1">
                  <a:txBody>
                    <a:bodyPr/>
                    <a:lstStyle/>
                    <a:p>
                      <a:pPr latinLnBrk="1"/>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1" i="0" u="none" strike="noStrike" dirty="0">
                          <a:solidFill>
                            <a:srgbClr val="000000"/>
                          </a:solidFill>
                          <a:effectLst/>
                          <a:latin typeface="+mn-lt"/>
                        </a:rPr>
                        <a:t>Image</a:t>
                      </a:r>
                      <a:endParaRPr lang="ko-KR" altLang="en-US" sz="800" b="1"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76793132"/>
                  </a:ext>
                </a:extLst>
              </a:tr>
            </a:tbl>
          </a:graphicData>
        </a:graphic>
      </p:graphicFrame>
      <p:sp>
        <p:nvSpPr>
          <p:cNvPr id="27" name="Large Icons">
            <a:extLst>
              <a:ext uri="{FF2B5EF4-FFF2-40B4-BE49-F238E27FC236}">
                <a16:creationId xmlns:a16="http://schemas.microsoft.com/office/drawing/2014/main" id="{34342565-1BD9-4515-BB06-6C6268EE9BA8}"/>
              </a:ext>
            </a:extLst>
          </p:cNvPr>
          <p:cNvSpPr>
            <a:spLocks noChangeAspect="1" noEditPoints="1"/>
          </p:cNvSpPr>
          <p:nvPr/>
        </p:nvSpPr>
        <p:spPr bwMode="auto">
          <a:xfrm>
            <a:off x="2450915" y="6267028"/>
            <a:ext cx="505351" cy="430711"/>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28" name="TextBox 27">
            <a:extLst>
              <a:ext uri="{FF2B5EF4-FFF2-40B4-BE49-F238E27FC236}">
                <a16:creationId xmlns:a16="http://schemas.microsoft.com/office/drawing/2014/main" id="{1525A393-9447-4670-A662-31C18283820D}"/>
              </a:ext>
            </a:extLst>
          </p:cNvPr>
          <p:cNvSpPr txBox="1"/>
          <p:nvPr/>
        </p:nvSpPr>
        <p:spPr>
          <a:xfrm>
            <a:off x="93135" y="7048954"/>
            <a:ext cx="631904"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이미지</a:t>
            </a:r>
            <a:endParaRPr lang="ko-KR" altLang="en-US" sz="800" b="1" dirty="0"/>
          </a:p>
        </p:txBody>
      </p:sp>
      <p:graphicFrame>
        <p:nvGraphicFramePr>
          <p:cNvPr id="29" name="표 28">
            <a:extLst>
              <a:ext uri="{FF2B5EF4-FFF2-40B4-BE49-F238E27FC236}">
                <a16:creationId xmlns:a16="http://schemas.microsoft.com/office/drawing/2014/main" id="{3AB23C7D-E324-4071-8DD9-1970DC3F8D67}"/>
              </a:ext>
            </a:extLst>
          </p:cNvPr>
          <p:cNvGraphicFramePr>
            <a:graphicFrameLocks noGrp="1"/>
          </p:cNvGraphicFramePr>
          <p:nvPr>
            <p:extLst>
              <p:ext uri="{D42A27DB-BD31-4B8C-83A1-F6EECF244321}">
                <p14:modId xmlns:p14="http://schemas.microsoft.com/office/powerpoint/2010/main" val="1032766784"/>
              </p:ext>
            </p:extLst>
          </p:nvPr>
        </p:nvGraphicFramePr>
        <p:xfrm>
          <a:off x="173528" y="7264398"/>
          <a:ext cx="9842541" cy="3474720"/>
        </p:xfrm>
        <a:graphic>
          <a:graphicData uri="http://schemas.openxmlformats.org/drawingml/2006/table">
            <a:tbl>
              <a:tblPr firstRow="1" bandRow="1">
                <a:tableStyleId>{5C22544A-7EE6-4342-B048-85BDC9FD1C3A}</a:tableStyleId>
              </a:tblPr>
              <a:tblGrid>
                <a:gridCol w="1240406">
                  <a:extLst>
                    <a:ext uri="{9D8B030D-6E8A-4147-A177-3AD203B41FA5}">
                      <a16:colId xmlns:a16="http://schemas.microsoft.com/office/drawing/2014/main" val="20000"/>
                    </a:ext>
                  </a:extLst>
                </a:gridCol>
                <a:gridCol w="626534">
                  <a:extLst>
                    <a:ext uri="{9D8B030D-6E8A-4147-A177-3AD203B41FA5}">
                      <a16:colId xmlns:a16="http://schemas.microsoft.com/office/drawing/2014/main" val="20001"/>
                    </a:ext>
                  </a:extLst>
                </a:gridCol>
                <a:gridCol w="7975601">
                  <a:extLst>
                    <a:ext uri="{9D8B030D-6E8A-4147-A177-3AD203B41FA5}">
                      <a16:colId xmlns:a16="http://schemas.microsoft.com/office/drawing/2014/main" val="3767419524"/>
                    </a:ext>
                  </a:extLst>
                </a:gridCol>
              </a:tblGrid>
              <a:tr h="0">
                <a:tc>
                  <a:txBody>
                    <a:bodyPr/>
                    <a:lstStyle/>
                    <a:p>
                      <a:pPr latinLnBrk="1"/>
                      <a:r>
                        <a:rPr lang="ko-KR" altLang="en-US" sz="800" b="1" dirty="0">
                          <a:solidFill>
                            <a:schemeClr val="tx1"/>
                          </a:solidFill>
                        </a:rPr>
                        <a:t>로고 이미지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2024-10-20 00:00</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rowSpan="5">
                  <a:txBody>
                    <a:bodyPr/>
                    <a:lstStyle/>
                    <a:p>
                      <a:pPr latinLnBrk="1"/>
                      <a:r>
                        <a:rPr lang="ko-KR" altLang="en-US" sz="800" b="1" dirty="0">
                          <a:solidFill>
                            <a:schemeClr val="tx1"/>
                          </a:solidFill>
                        </a:rPr>
                        <a:t>배너 이미지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1" i="0" u="none" strike="noStrike" dirty="0">
                          <a:solidFill>
                            <a:srgbClr val="000000"/>
                          </a:solidFill>
                          <a:effectLst/>
                          <a:latin typeface="+mn-lt"/>
                        </a:rPr>
                        <a:t>#1</a:t>
                      </a:r>
                      <a:endParaRPr lang="ko-KR" altLang="en-US" sz="800" b="1"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vMerge="1">
                  <a:txBody>
                    <a:bodyPr/>
                    <a:lstStyle/>
                    <a:p>
                      <a:pPr latinLnBrk="1"/>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1" i="0" u="none" strike="noStrike" dirty="0">
                          <a:solidFill>
                            <a:srgbClr val="000000"/>
                          </a:solidFill>
                          <a:effectLst/>
                          <a:latin typeface="+mn-lt"/>
                        </a:rPr>
                        <a:t>#2</a:t>
                      </a:r>
                      <a:endParaRPr lang="ko-KR" altLang="en-US" sz="800" b="1"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368393461"/>
                  </a:ext>
                </a:extLst>
              </a:tr>
              <a:tr h="0">
                <a:tc vMerge="1">
                  <a:txBody>
                    <a:bodyPr/>
                    <a:lstStyle/>
                    <a:p>
                      <a:pPr latinLnBrk="1"/>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1" i="0" u="none" strike="noStrike" dirty="0">
                          <a:solidFill>
                            <a:srgbClr val="000000"/>
                          </a:solidFill>
                          <a:effectLst/>
                          <a:latin typeface="+mn-lt"/>
                        </a:rPr>
                        <a:t>#3</a:t>
                      </a:r>
                      <a:endParaRPr lang="ko-KR" altLang="en-US" sz="800" b="1"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78123212"/>
                  </a:ext>
                </a:extLst>
              </a:tr>
              <a:tr h="0">
                <a:tc vMerge="1">
                  <a:txBody>
                    <a:bodyPr/>
                    <a:lstStyle/>
                    <a:p>
                      <a:pPr latinLnBrk="1"/>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1" i="0" u="none" strike="noStrike" dirty="0">
                          <a:solidFill>
                            <a:srgbClr val="000000"/>
                          </a:solidFill>
                          <a:effectLst/>
                          <a:latin typeface="+mn-lt"/>
                        </a:rPr>
                        <a:t>#4</a:t>
                      </a:r>
                      <a:endParaRPr lang="ko-KR" altLang="en-US" sz="800" b="1"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377114224"/>
                  </a:ext>
                </a:extLst>
              </a:tr>
              <a:tr h="0">
                <a:tc vMerge="1">
                  <a:txBody>
                    <a:bodyPr/>
                    <a:lstStyle/>
                    <a:p>
                      <a:pPr latinLnBrk="1"/>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1" i="0" u="none" strike="noStrike" dirty="0">
                          <a:solidFill>
                            <a:srgbClr val="000000"/>
                          </a:solidFill>
                          <a:effectLst/>
                          <a:latin typeface="+mn-lt"/>
                        </a:rPr>
                        <a:t>#5</a:t>
                      </a:r>
                      <a:endParaRPr lang="ko-KR" altLang="en-US" sz="800" b="1"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240656008"/>
                  </a:ext>
                </a:extLst>
              </a:tr>
            </a:tbl>
          </a:graphicData>
        </a:graphic>
      </p:graphicFrame>
      <p:sp>
        <p:nvSpPr>
          <p:cNvPr id="31" name="Large Icons">
            <a:extLst>
              <a:ext uri="{FF2B5EF4-FFF2-40B4-BE49-F238E27FC236}">
                <a16:creationId xmlns:a16="http://schemas.microsoft.com/office/drawing/2014/main" id="{0BCFF75A-C3F8-4D6B-B3F4-6AC61DF60814}"/>
              </a:ext>
            </a:extLst>
          </p:cNvPr>
          <p:cNvSpPr>
            <a:spLocks noChangeAspect="1" noEditPoints="1"/>
          </p:cNvSpPr>
          <p:nvPr/>
        </p:nvSpPr>
        <p:spPr bwMode="auto">
          <a:xfrm>
            <a:off x="1510803" y="7356415"/>
            <a:ext cx="505351" cy="430711"/>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32" name="Large Icons">
            <a:extLst>
              <a:ext uri="{FF2B5EF4-FFF2-40B4-BE49-F238E27FC236}">
                <a16:creationId xmlns:a16="http://schemas.microsoft.com/office/drawing/2014/main" id="{AE7CC71A-225E-4C2D-AA98-A06C7DCE0312}"/>
              </a:ext>
            </a:extLst>
          </p:cNvPr>
          <p:cNvSpPr>
            <a:spLocks noChangeAspect="1" noEditPoints="1"/>
          </p:cNvSpPr>
          <p:nvPr/>
        </p:nvSpPr>
        <p:spPr bwMode="auto">
          <a:xfrm>
            <a:off x="2175933" y="7906749"/>
            <a:ext cx="505351" cy="430711"/>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33" name="Large Icons">
            <a:extLst>
              <a:ext uri="{FF2B5EF4-FFF2-40B4-BE49-F238E27FC236}">
                <a16:creationId xmlns:a16="http://schemas.microsoft.com/office/drawing/2014/main" id="{77632C94-F325-4630-A470-DAB267D8DBD7}"/>
              </a:ext>
            </a:extLst>
          </p:cNvPr>
          <p:cNvSpPr>
            <a:spLocks noChangeAspect="1" noEditPoints="1"/>
          </p:cNvSpPr>
          <p:nvPr/>
        </p:nvSpPr>
        <p:spPr bwMode="auto">
          <a:xfrm>
            <a:off x="2175932" y="8509481"/>
            <a:ext cx="505351" cy="430711"/>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34" name="Large Icons">
            <a:extLst>
              <a:ext uri="{FF2B5EF4-FFF2-40B4-BE49-F238E27FC236}">
                <a16:creationId xmlns:a16="http://schemas.microsoft.com/office/drawing/2014/main" id="{D7859525-60CA-4AE0-B2E9-96B8F3CC1BBF}"/>
              </a:ext>
            </a:extLst>
          </p:cNvPr>
          <p:cNvSpPr>
            <a:spLocks noChangeAspect="1" noEditPoints="1"/>
          </p:cNvSpPr>
          <p:nvPr/>
        </p:nvSpPr>
        <p:spPr bwMode="auto">
          <a:xfrm>
            <a:off x="2175931" y="9077256"/>
            <a:ext cx="505351" cy="430711"/>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35" name="Large Icons">
            <a:extLst>
              <a:ext uri="{FF2B5EF4-FFF2-40B4-BE49-F238E27FC236}">
                <a16:creationId xmlns:a16="http://schemas.microsoft.com/office/drawing/2014/main" id="{FD3FDB08-01D1-494D-BA39-F6F2DC99B666}"/>
              </a:ext>
            </a:extLst>
          </p:cNvPr>
          <p:cNvSpPr>
            <a:spLocks noChangeAspect="1" noEditPoints="1"/>
          </p:cNvSpPr>
          <p:nvPr/>
        </p:nvSpPr>
        <p:spPr bwMode="auto">
          <a:xfrm>
            <a:off x="2175930" y="9661965"/>
            <a:ext cx="505351" cy="430711"/>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36" name="Large Icons">
            <a:extLst>
              <a:ext uri="{FF2B5EF4-FFF2-40B4-BE49-F238E27FC236}">
                <a16:creationId xmlns:a16="http://schemas.microsoft.com/office/drawing/2014/main" id="{191F91F4-2E85-45F9-9111-737FFD7C62D6}"/>
              </a:ext>
            </a:extLst>
          </p:cNvPr>
          <p:cNvSpPr>
            <a:spLocks noChangeAspect="1" noEditPoints="1"/>
          </p:cNvSpPr>
          <p:nvPr/>
        </p:nvSpPr>
        <p:spPr bwMode="auto">
          <a:xfrm>
            <a:off x="2175929" y="10238207"/>
            <a:ext cx="505351" cy="430711"/>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aphicFrame>
        <p:nvGraphicFramePr>
          <p:cNvPr id="37" name="표 36">
            <a:extLst>
              <a:ext uri="{FF2B5EF4-FFF2-40B4-BE49-F238E27FC236}">
                <a16:creationId xmlns:a16="http://schemas.microsoft.com/office/drawing/2014/main" id="{4B01FD5F-56C9-46B7-A85F-0BC2A5A8E055}"/>
              </a:ext>
            </a:extLst>
          </p:cNvPr>
          <p:cNvGraphicFramePr>
            <a:graphicFrameLocks noGrp="1"/>
          </p:cNvGraphicFramePr>
          <p:nvPr>
            <p:extLst>
              <p:ext uri="{D42A27DB-BD31-4B8C-83A1-F6EECF244321}">
                <p14:modId xmlns:p14="http://schemas.microsoft.com/office/powerpoint/2010/main" val="3041410012"/>
              </p:ext>
            </p:extLst>
          </p:nvPr>
        </p:nvGraphicFramePr>
        <p:xfrm>
          <a:off x="163428" y="2681427"/>
          <a:ext cx="9842541" cy="640080"/>
        </p:xfrm>
        <a:graphic>
          <a:graphicData uri="http://schemas.openxmlformats.org/drawingml/2006/table">
            <a:tbl>
              <a:tblPr firstRow="1" bandRow="1">
                <a:tableStyleId>{5C22544A-7EE6-4342-B048-85BDC9FD1C3A}</a:tableStyleId>
              </a:tblPr>
              <a:tblGrid>
                <a:gridCol w="1257339">
                  <a:extLst>
                    <a:ext uri="{9D8B030D-6E8A-4147-A177-3AD203B41FA5}">
                      <a16:colId xmlns:a16="http://schemas.microsoft.com/office/drawing/2014/main" val="20000"/>
                    </a:ext>
                  </a:extLst>
                </a:gridCol>
                <a:gridCol w="3674533">
                  <a:extLst>
                    <a:ext uri="{9D8B030D-6E8A-4147-A177-3AD203B41FA5}">
                      <a16:colId xmlns:a16="http://schemas.microsoft.com/office/drawing/2014/main" val="20001"/>
                    </a:ext>
                  </a:extLst>
                </a:gridCol>
                <a:gridCol w="1608667">
                  <a:extLst>
                    <a:ext uri="{9D8B030D-6E8A-4147-A177-3AD203B41FA5}">
                      <a16:colId xmlns:a16="http://schemas.microsoft.com/office/drawing/2014/main" val="326916466"/>
                    </a:ext>
                  </a:extLst>
                </a:gridCol>
                <a:gridCol w="3302002">
                  <a:extLst>
                    <a:ext uri="{9D8B030D-6E8A-4147-A177-3AD203B41FA5}">
                      <a16:colId xmlns:a16="http://schemas.microsoft.com/office/drawing/2014/main" val="3767419524"/>
                    </a:ext>
                  </a:extLst>
                </a:gridCol>
              </a:tblGrid>
              <a:tr h="0">
                <a:tc>
                  <a:txBody>
                    <a:bodyPr/>
                    <a:lstStyle/>
                    <a:p>
                      <a:pPr latinLnBrk="1"/>
                      <a:r>
                        <a:rPr lang="en-US" altLang="ko-KR" sz="800" b="1" dirty="0">
                          <a:solidFill>
                            <a:schemeClr val="tx1"/>
                          </a:solidFill>
                        </a:rPr>
                        <a:t>Shop </a:t>
                      </a:r>
                      <a:r>
                        <a:rPr lang="ko-KR" altLang="en-US" sz="800" b="1" dirty="0">
                          <a:solidFill>
                            <a:schemeClr val="tx1"/>
                          </a:solidFill>
                        </a:rPr>
                        <a:t>채널 관리자 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사용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1" i="0" u="none" strike="noStrike" dirty="0">
                          <a:solidFill>
                            <a:srgbClr val="000000"/>
                          </a:solidFill>
                          <a:effectLst/>
                          <a:latin typeface="+mn-lt"/>
                        </a:rPr>
                        <a:t>Shop </a:t>
                      </a:r>
                      <a:r>
                        <a:rPr lang="ko-KR" altLang="en-US" sz="800" b="1" i="0" u="none" strike="noStrike" dirty="0">
                          <a:solidFill>
                            <a:srgbClr val="000000"/>
                          </a:solidFill>
                          <a:effectLst/>
                          <a:latin typeface="+mn-lt"/>
                        </a:rPr>
                        <a:t>채널 관리자 성명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1" dirty="0">
                          <a:solidFill>
                            <a:schemeClr val="tx1"/>
                          </a:solidFill>
                        </a:rPr>
                        <a:t>로그인 </a:t>
                      </a:r>
                      <a:r>
                        <a:rPr lang="en-US" altLang="ko-KR" sz="800" b="1" dirty="0">
                          <a:solidFill>
                            <a:schemeClr val="tx1"/>
                          </a:solidFill>
                        </a:rPr>
                        <a:t>ID</a:t>
                      </a:r>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err="1">
                          <a:solidFill>
                            <a:srgbClr val="000000"/>
                          </a:solidFill>
                          <a:effectLst/>
                          <a:latin typeface="+mn-lt"/>
                        </a:rPr>
                        <a:t>shopdmin</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i="0" u="none" strike="noStrike" dirty="0">
                          <a:solidFill>
                            <a:srgbClr val="000000"/>
                          </a:solidFill>
                          <a:effectLst/>
                          <a:latin typeface="+mn-lt"/>
                        </a:rPr>
                        <a:t>로그인 </a:t>
                      </a:r>
                      <a:r>
                        <a:rPr lang="en-US" altLang="ko-KR" sz="800" b="1" i="0" u="none" strike="noStrike" dirty="0">
                          <a:solidFill>
                            <a:srgbClr val="000000"/>
                          </a:solidFill>
                          <a:effectLst/>
                          <a:latin typeface="+mn-lt"/>
                        </a:rPr>
                        <a:t>PW</a:t>
                      </a:r>
                      <a:endParaRPr lang="ko-KR" altLang="en-US" sz="800" b="1"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1234$$</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1" dirty="0">
                          <a:solidFill>
                            <a:schemeClr val="tx1"/>
                          </a:solidFill>
                        </a:rPr>
                        <a:t>정산방법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판매 개당 비용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latinLnBrk="1"/>
                      <a:r>
                        <a:rPr lang="ko-KR" altLang="en-US" sz="800" b="1" dirty="0" err="1">
                          <a:solidFill>
                            <a:schemeClr val="tx1"/>
                          </a:solidFill>
                        </a:rPr>
                        <a:t>정산요율</a:t>
                      </a:r>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판매개당 </a:t>
                      </a:r>
                      <a:r>
                        <a:rPr lang="en-US" altLang="ko-KR" sz="800" b="0" i="0" u="none" strike="noStrike" dirty="0">
                          <a:solidFill>
                            <a:srgbClr val="000000"/>
                          </a:solidFill>
                          <a:effectLst/>
                          <a:latin typeface="+mn-lt"/>
                        </a:rPr>
                        <a:t>/ 1000 </a:t>
                      </a:r>
                      <a:r>
                        <a:rPr lang="ko-KR" altLang="en-US" sz="800" b="0" i="0" u="none" strike="noStrike" dirty="0">
                          <a:solidFill>
                            <a:srgbClr val="000000"/>
                          </a:solidFill>
                          <a:effectLst/>
                          <a:latin typeface="+mn-lt"/>
                        </a:rPr>
                        <a:t>원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4"/>
                  </a:ext>
                </a:extLst>
              </a:tr>
            </a:tbl>
          </a:graphicData>
        </a:graphic>
      </p:graphicFrame>
      <p:sp>
        <p:nvSpPr>
          <p:cNvPr id="38" name="TextBox 37">
            <a:extLst>
              <a:ext uri="{FF2B5EF4-FFF2-40B4-BE49-F238E27FC236}">
                <a16:creationId xmlns:a16="http://schemas.microsoft.com/office/drawing/2014/main" id="{609921F1-2CBA-4163-8EF0-66AC649347B6}"/>
              </a:ext>
            </a:extLst>
          </p:cNvPr>
          <p:cNvSpPr txBox="1"/>
          <p:nvPr/>
        </p:nvSpPr>
        <p:spPr>
          <a:xfrm>
            <a:off x="83034" y="2474963"/>
            <a:ext cx="1922321"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en-US" altLang="ko-KR" sz="800" b="1" dirty="0">
                <a:latin typeface="맑은 고딕" panose="020B0503020000020004" pitchFamily="50" charset="-127"/>
                <a:ea typeface="맑은 고딕" panose="020B0503020000020004" pitchFamily="50" charset="-127"/>
              </a:rPr>
              <a:t>Shop </a:t>
            </a:r>
            <a:r>
              <a:rPr lang="ko-KR" altLang="en-US" sz="800" b="1" dirty="0">
                <a:latin typeface="맑은 고딕" panose="020B0503020000020004" pitchFamily="50" charset="-127"/>
                <a:ea typeface="맑은 고딕" panose="020B0503020000020004" pitchFamily="50" charset="-127"/>
              </a:rPr>
              <a:t>채널 </a:t>
            </a:r>
            <a:r>
              <a:rPr lang="en-US" altLang="ko-KR" sz="800" b="1" dirty="0">
                <a:latin typeface="맑은 고딕" panose="020B0503020000020004" pitchFamily="50" charset="-127"/>
                <a:ea typeface="맑은 고딕" panose="020B0503020000020004" pitchFamily="50" charset="-127"/>
              </a:rPr>
              <a:t>(</a:t>
            </a:r>
            <a:r>
              <a:rPr lang="ko-KR" altLang="en-US" sz="800" b="1" dirty="0">
                <a:latin typeface="맑은 고딕" panose="020B0503020000020004" pitchFamily="50" charset="-127"/>
                <a:ea typeface="맑은 고딕" panose="020B0503020000020004" pitchFamily="50" charset="-127"/>
              </a:rPr>
              <a:t>모니터링</a:t>
            </a:r>
            <a:r>
              <a:rPr lang="en-US" altLang="ko-KR" sz="800" b="1" dirty="0">
                <a:latin typeface="맑은 고딕" panose="020B0503020000020004" pitchFamily="50" charset="-127"/>
                <a:ea typeface="맑은 고딕" panose="020B0503020000020004" pitchFamily="50" charset="-127"/>
              </a:rPr>
              <a:t>) </a:t>
            </a:r>
            <a:r>
              <a:rPr lang="ko-KR" altLang="en-US" sz="800" b="1" dirty="0">
                <a:latin typeface="맑은 고딕" panose="020B0503020000020004" pitchFamily="50" charset="-127"/>
                <a:ea typeface="맑은 고딕" panose="020B0503020000020004" pitchFamily="50" charset="-127"/>
              </a:rPr>
              <a:t>관리자 정보</a:t>
            </a:r>
            <a:endParaRPr lang="ko-KR" altLang="en-US" sz="800" b="1" dirty="0"/>
          </a:p>
        </p:txBody>
      </p:sp>
      <p:sp>
        <p:nvSpPr>
          <p:cNvPr id="42" name="직사각형 41">
            <a:extLst>
              <a:ext uri="{FF2B5EF4-FFF2-40B4-BE49-F238E27FC236}">
                <a16:creationId xmlns:a16="http://schemas.microsoft.com/office/drawing/2014/main" id="{CC051A2A-55F9-4FDD-B97F-872ADA2B0476}"/>
              </a:ext>
            </a:extLst>
          </p:cNvPr>
          <p:cNvSpPr/>
          <p:nvPr/>
        </p:nvSpPr>
        <p:spPr>
          <a:xfrm>
            <a:off x="2956266" y="11187716"/>
            <a:ext cx="1313584" cy="270345"/>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t>정보수정</a:t>
            </a:r>
          </a:p>
        </p:txBody>
      </p:sp>
      <p:sp>
        <p:nvSpPr>
          <p:cNvPr id="43" name="직사각형 42">
            <a:extLst>
              <a:ext uri="{FF2B5EF4-FFF2-40B4-BE49-F238E27FC236}">
                <a16:creationId xmlns:a16="http://schemas.microsoft.com/office/drawing/2014/main" id="{44E16405-059E-407F-ACDA-A063C419D96A}"/>
              </a:ext>
            </a:extLst>
          </p:cNvPr>
          <p:cNvSpPr/>
          <p:nvPr/>
        </p:nvSpPr>
        <p:spPr>
          <a:xfrm>
            <a:off x="4422250" y="11187716"/>
            <a:ext cx="1313584" cy="270345"/>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t>Shop</a:t>
            </a:r>
            <a:r>
              <a:rPr lang="ko-KR" altLang="en-US" sz="1200" dirty="0"/>
              <a:t>채널보기</a:t>
            </a:r>
          </a:p>
        </p:txBody>
      </p:sp>
      <p:sp>
        <p:nvSpPr>
          <p:cNvPr id="44" name="직사각형 43">
            <a:extLst>
              <a:ext uri="{FF2B5EF4-FFF2-40B4-BE49-F238E27FC236}">
                <a16:creationId xmlns:a16="http://schemas.microsoft.com/office/drawing/2014/main" id="{B209D1AB-E1BA-48C0-BE11-15C62B2131A4}"/>
              </a:ext>
            </a:extLst>
          </p:cNvPr>
          <p:cNvSpPr/>
          <p:nvPr/>
        </p:nvSpPr>
        <p:spPr>
          <a:xfrm>
            <a:off x="5888234" y="11187716"/>
            <a:ext cx="1313584" cy="27034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t>목록</a:t>
            </a:r>
          </a:p>
        </p:txBody>
      </p:sp>
      <p:sp>
        <p:nvSpPr>
          <p:cNvPr id="24" name="TextBox 23">
            <a:extLst>
              <a:ext uri="{FF2B5EF4-FFF2-40B4-BE49-F238E27FC236}">
                <a16:creationId xmlns:a16="http://schemas.microsoft.com/office/drawing/2014/main" id="{7D6651AA-65B6-43DF-A2F8-4DA8E9F34FF2}"/>
              </a:ext>
            </a:extLst>
          </p:cNvPr>
          <p:cNvSpPr txBox="1"/>
          <p:nvPr/>
        </p:nvSpPr>
        <p:spPr>
          <a:xfrm>
            <a:off x="2803866" y="11072300"/>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
        <p:nvSpPr>
          <p:cNvPr id="25" name="TextBox 24">
            <a:extLst>
              <a:ext uri="{FF2B5EF4-FFF2-40B4-BE49-F238E27FC236}">
                <a16:creationId xmlns:a16="http://schemas.microsoft.com/office/drawing/2014/main" id="{7C271C52-10C1-462A-83AB-604DFCF0372D}"/>
              </a:ext>
            </a:extLst>
          </p:cNvPr>
          <p:cNvSpPr txBox="1"/>
          <p:nvPr/>
        </p:nvSpPr>
        <p:spPr>
          <a:xfrm>
            <a:off x="4346050" y="11072300"/>
            <a:ext cx="251992" cy="230832"/>
          </a:xfrm>
          <a:prstGeom prst="rect">
            <a:avLst/>
          </a:prstGeom>
          <a:solidFill>
            <a:srgbClr val="FF0000"/>
          </a:solidFill>
        </p:spPr>
        <p:txBody>
          <a:bodyPr wrap="none" rtlCol="0">
            <a:spAutoFit/>
          </a:bodyPr>
          <a:lstStyle/>
          <a:p>
            <a:r>
              <a:rPr lang="en-US" altLang="ko-KR" sz="900" b="1" dirty="0">
                <a:solidFill>
                  <a:schemeClr val="bg1"/>
                </a:solidFill>
              </a:rPr>
              <a:t>5</a:t>
            </a:r>
            <a:endParaRPr lang="ko-KR" altLang="en-US" sz="900" b="1" dirty="0">
              <a:solidFill>
                <a:schemeClr val="bg1"/>
              </a:solidFill>
            </a:endParaRPr>
          </a:p>
        </p:txBody>
      </p:sp>
      <p:sp>
        <p:nvSpPr>
          <p:cNvPr id="26" name="TextBox 25">
            <a:extLst>
              <a:ext uri="{FF2B5EF4-FFF2-40B4-BE49-F238E27FC236}">
                <a16:creationId xmlns:a16="http://schemas.microsoft.com/office/drawing/2014/main" id="{169379A0-BCAA-41C2-8504-B4F8E251F7CA}"/>
              </a:ext>
            </a:extLst>
          </p:cNvPr>
          <p:cNvSpPr txBox="1"/>
          <p:nvPr/>
        </p:nvSpPr>
        <p:spPr>
          <a:xfrm>
            <a:off x="5844008" y="11081088"/>
            <a:ext cx="251992" cy="230832"/>
          </a:xfrm>
          <a:prstGeom prst="rect">
            <a:avLst/>
          </a:prstGeom>
          <a:solidFill>
            <a:srgbClr val="FF0000"/>
          </a:solidFill>
        </p:spPr>
        <p:txBody>
          <a:bodyPr wrap="none" rtlCol="0">
            <a:spAutoFit/>
          </a:bodyPr>
          <a:lstStyle/>
          <a:p>
            <a:r>
              <a:rPr lang="en-US" altLang="ko-KR" sz="900" b="1" dirty="0">
                <a:solidFill>
                  <a:schemeClr val="bg1"/>
                </a:solidFill>
              </a:rPr>
              <a:t>6</a:t>
            </a:r>
            <a:endParaRPr lang="ko-KR" altLang="en-US" sz="900" b="1" dirty="0">
              <a:solidFill>
                <a:schemeClr val="bg1"/>
              </a:solidFill>
            </a:endParaRPr>
          </a:p>
        </p:txBody>
      </p:sp>
      <p:graphicFrame>
        <p:nvGraphicFramePr>
          <p:cNvPr id="30" name="표 29">
            <a:extLst>
              <a:ext uri="{FF2B5EF4-FFF2-40B4-BE49-F238E27FC236}">
                <a16:creationId xmlns:a16="http://schemas.microsoft.com/office/drawing/2014/main" id="{FC26CDBD-A868-48D4-9DCA-12140AC93C1E}"/>
              </a:ext>
            </a:extLst>
          </p:cNvPr>
          <p:cNvGraphicFramePr>
            <a:graphicFrameLocks noGrp="1"/>
          </p:cNvGraphicFramePr>
          <p:nvPr>
            <p:extLst>
              <p:ext uri="{D42A27DB-BD31-4B8C-83A1-F6EECF244321}">
                <p14:modId xmlns:p14="http://schemas.microsoft.com/office/powerpoint/2010/main" val="1125292882"/>
              </p:ext>
            </p:extLst>
          </p:nvPr>
        </p:nvGraphicFramePr>
        <p:xfrm>
          <a:off x="10171774" y="22159"/>
          <a:ext cx="1979018" cy="410059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 상세페이지</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정보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en-US" altLang="ko-KR" sz="800" dirty="0"/>
                        <a:t>Shop</a:t>
                      </a:r>
                      <a:r>
                        <a:rPr lang="en-US" altLang="ko-KR" sz="800" baseline="0" dirty="0"/>
                        <a:t> </a:t>
                      </a:r>
                      <a:r>
                        <a:rPr lang="ko-KR" altLang="en-US" sz="800" baseline="0" dirty="0"/>
                        <a:t>채널의 상세 정보가 표시되는 화면</a:t>
                      </a:r>
                      <a:endParaRPr lang="ko-KR" altLang="en-US" sz="800" dirty="0"/>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415660869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화면 이동하는 </a:t>
                      </a:r>
                      <a:r>
                        <a:rPr lang="ko-KR" altLang="en-US" sz="800" b="0" dirty="0" err="1">
                          <a:solidFill>
                            <a:schemeClr val="tx1"/>
                          </a:solidFill>
                        </a:rPr>
                        <a:t>탭버튼</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클릭 시</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Shop </a:t>
                      </a:r>
                      <a:r>
                        <a:rPr lang="ko-KR" altLang="en-US" sz="800" b="0" baseline="0" dirty="0">
                          <a:solidFill>
                            <a:schemeClr val="tx1"/>
                          </a:solidFill>
                        </a:rPr>
                        <a:t>채널 정보 </a:t>
                      </a:r>
                      <a:r>
                        <a:rPr lang="en-US" altLang="ko-KR" sz="800" b="0" baseline="0" dirty="0">
                          <a:solidFill>
                            <a:schemeClr val="tx1"/>
                          </a:solidFill>
                        </a:rPr>
                        <a:t>-&gt; </a:t>
                      </a:r>
                      <a:r>
                        <a:rPr lang="en-US" altLang="ko-KR" sz="800" dirty="0"/>
                        <a:t>RF-02-04-03</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 상품 </a:t>
                      </a:r>
                      <a:r>
                        <a:rPr lang="en-US" altLang="ko-KR" sz="800" dirty="0"/>
                        <a:t>-&gt; RF-02-04-04</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커뮤니티 </a:t>
                      </a:r>
                      <a:r>
                        <a:rPr lang="en-US" altLang="ko-KR" sz="800" dirty="0"/>
                        <a:t>-&gt; RF-02-04-05-1</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해당 위치로 이동한다</a:t>
                      </a:r>
                      <a:r>
                        <a:rPr lang="en-US" altLang="ko-KR" sz="80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버튼 클릭 시 정보 수정 화면 </a:t>
                      </a:r>
                      <a:r>
                        <a:rPr lang="en-US" altLang="ko-KR" sz="800" dirty="0"/>
                        <a:t>RF-02-04-04</a:t>
                      </a:r>
                      <a:r>
                        <a:rPr lang="en-US" altLang="ko-KR" sz="800" b="0" baseline="0" dirty="0">
                          <a:solidFill>
                            <a:schemeClr val="tx1"/>
                          </a:solidFill>
                        </a:rPr>
                        <a:t> </a:t>
                      </a:r>
                      <a:r>
                        <a:rPr lang="ko-KR" altLang="en-US" sz="800" b="0" baseline="0" dirty="0">
                          <a:solidFill>
                            <a:schemeClr val="tx1"/>
                          </a:solidFill>
                        </a:rPr>
                        <a:t>로 이동한다</a:t>
                      </a:r>
                      <a:r>
                        <a:rPr lang="en-US" altLang="ko-KR" sz="800" b="0" baseline="0" dirty="0">
                          <a:solidFill>
                            <a:schemeClr val="tx1"/>
                          </a:solidFill>
                        </a:rPr>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244951557"/>
                  </a:ext>
                </a:extLst>
              </a:tr>
              <a:tr h="140746">
                <a:tc>
                  <a:txBody>
                    <a:bodyPr/>
                    <a:lstStyle/>
                    <a:p>
                      <a:pPr algn="ctr" latinLnBrk="1"/>
                      <a:r>
                        <a:rPr lang="en-US" altLang="ko-KR" sz="800" dirty="0"/>
                        <a:t>5</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버튼 클릭 시 해당 </a:t>
                      </a:r>
                      <a:r>
                        <a:rPr lang="en-US" altLang="ko-KR" sz="800" b="0" dirty="0">
                          <a:solidFill>
                            <a:schemeClr val="tx1"/>
                          </a:solidFill>
                        </a:rPr>
                        <a:t>Shop</a:t>
                      </a:r>
                      <a:r>
                        <a:rPr lang="en-US" altLang="ko-KR" sz="800" b="0" baseline="0" dirty="0">
                          <a:solidFill>
                            <a:schemeClr val="tx1"/>
                          </a:solidFill>
                        </a:rPr>
                        <a:t> </a:t>
                      </a:r>
                      <a:r>
                        <a:rPr lang="ko-KR" altLang="en-US" sz="800" b="0" baseline="0" dirty="0">
                          <a:solidFill>
                            <a:schemeClr val="tx1"/>
                          </a:solidFill>
                        </a:rPr>
                        <a:t>채널페이지로 이동한다</a:t>
                      </a:r>
                      <a:r>
                        <a:rPr lang="en-US" altLang="ko-KR" sz="800" b="0" baseline="0" dirty="0">
                          <a:solidFill>
                            <a:schemeClr val="tx1"/>
                          </a:solidFill>
                        </a:rPr>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026295917"/>
                  </a:ext>
                </a:extLst>
              </a:tr>
              <a:tr h="140746">
                <a:tc>
                  <a:txBody>
                    <a:bodyPr/>
                    <a:lstStyle/>
                    <a:p>
                      <a:pPr algn="ctr" latinLnBrk="1"/>
                      <a:r>
                        <a:rPr lang="en-US" altLang="ko-KR" sz="800" dirty="0"/>
                        <a:t>6</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Shop</a:t>
                      </a:r>
                      <a:r>
                        <a:rPr lang="ko-KR" altLang="en-US" sz="800" b="0" dirty="0">
                          <a:solidFill>
                            <a:schemeClr val="tx1"/>
                          </a:solidFill>
                        </a:rPr>
                        <a:t>채널 목록 페이지로 이동한다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978560307"/>
                  </a:ext>
                </a:extLst>
              </a:tr>
              <a:tr h="140746">
                <a:tc>
                  <a:txBody>
                    <a:bodyPr/>
                    <a:lstStyle/>
                    <a:p>
                      <a:pPr algn="ctr" latinLnBrk="1"/>
                      <a:r>
                        <a:rPr lang="en-US" altLang="ko-KR" sz="800" dirty="0"/>
                        <a:t>7</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t>클릭시</a:t>
                      </a:r>
                      <a:r>
                        <a:rPr lang="ko-KR" altLang="en-US" sz="800" dirty="0"/>
                        <a:t> </a:t>
                      </a:r>
                      <a:r>
                        <a:rPr lang="en-US" altLang="ko-KR" sz="800" dirty="0"/>
                        <a:t>RF-02-04-02-1 </a:t>
                      </a:r>
                      <a:r>
                        <a:rPr lang="ko-KR" altLang="en-US" sz="800" dirty="0"/>
                        <a:t>화면 참조</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10264824"/>
                  </a:ext>
                </a:extLst>
              </a:tr>
            </a:tbl>
          </a:graphicData>
        </a:graphic>
      </p:graphicFrame>
      <p:sp>
        <p:nvSpPr>
          <p:cNvPr id="39" name="TextBox 38">
            <a:extLst>
              <a:ext uri="{FF2B5EF4-FFF2-40B4-BE49-F238E27FC236}">
                <a16:creationId xmlns:a16="http://schemas.microsoft.com/office/drawing/2014/main" id="{A5AC3901-E7AA-48CC-86D3-961A34B2F469}"/>
              </a:ext>
            </a:extLst>
          </p:cNvPr>
          <p:cNvSpPr txBox="1"/>
          <p:nvPr/>
        </p:nvSpPr>
        <p:spPr>
          <a:xfrm>
            <a:off x="37432" y="471592"/>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40" name="TextBox 39">
            <a:extLst>
              <a:ext uri="{FF2B5EF4-FFF2-40B4-BE49-F238E27FC236}">
                <a16:creationId xmlns:a16="http://schemas.microsoft.com/office/drawing/2014/main" id="{2EB95965-3BEC-4244-A45C-4B8F353BE48D}"/>
              </a:ext>
            </a:extLst>
          </p:cNvPr>
          <p:cNvSpPr txBox="1"/>
          <p:nvPr/>
        </p:nvSpPr>
        <p:spPr>
          <a:xfrm>
            <a:off x="93135" y="3496912"/>
            <a:ext cx="1181734"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구매현황 </a:t>
            </a:r>
            <a:r>
              <a:rPr lang="ko-KR" altLang="en-US" sz="800" b="1" dirty="0" err="1">
                <a:latin typeface="맑은 고딕" panose="020B0503020000020004" pitchFamily="50" charset="-127"/>
                <a:ea typeface="맑은 고딕" panose="020B0503020000020004" pitchFamily="50" charset="-127"/>
              </a:rPr>
              <a:t>문자알림</a:t>
            </a:r>
            <a:endParaRPr lang="ko-KR" altLang="en-US" sz="800" b="1" dirty="0"/>
          </a:p>
        </p:txBody>
      </p:sp>
      <p:graphicFrame>
        <p:nvGraphicFramePr>
          <p:cNvPr id="41" name="표 40">
            <a:extLst>
              <a:ext uri="{FF2B5EF4-FFF2-40B4-BE49-F238E27FC236}">
                <a16:creationId xmlns:a16="http://schemas.microsoft.com/office/drawing/2014/main" id="{DEBC0857-AE83-4725-83E0-BBA79E35B214}"/>
              </a:ext>
            </a:extLst>
          </p:cNvPr>
          <p:cNvGraphicFramePr>
            <a:graphicFrameLocks noGrp="1"/>
          </p:cNvGraphicFramePr>
          <p:nvPr>
            <p:extLst>
              <p:ext uri="{D42A27DB-BD31-4B8C-83A1-F6EECF244321}">
                <p14:modId xmlns:p14="http://schemas.microsoft.com/office/powerpoint/2010/main" val="855254688"/>
              </p:ext>
            </p:extLst>
          </p:nvPr>
        </p:nvGraphicFramePr>
        <p:xfrm>
          <a:off x="173528" y="3712356"/>
          <a:ext cx="9842541" cy="1402080"/>
        </p:xfrm>
        <a:graphic>
          <a:graphicData uri="http://schemas.openxmlformats.org/drawingml/2006/table">
            <a:tbl>
              <a:tblPr firstRow="1" bandRow="1">
                <a:tableStyleId>{5C22544A-7EE6-4342-B048-85BDC9FD1C3A}</a:tableStyleId>
              </a:tblPr>
              <a:tblGrid>
                <a:gridCol w="1240406">
                  <a:extLst>
                    <a:ext uri="{9D8B030D-6E8A-4147-A177-3AD203B41FA5}">
                      <a16:colId xmlns:a16="http://schemas.microsoft.com/office/drawing/2014/main" val="20000"/>
                    </a:ext>
                  </a:extLst>
                </a:gridCol>
                <a:gridCol w="8602135">
                  <a:extLst>
                    <a:ext uri="{9D8B030D-6E8A-4147-A177-3AD203B41FA5}">
                      <a16:colId xmlns:a16="http://schemas.microsoft.com/office/drawing/2014/main" val="20001"/>
                    </a:ext>
                  </a:extLst>
                </a:gridCol>
              </a:tblGrid>
              <a:tr h="0">
                <a:tc>
                  <a:txBody>
                    <a:bodyPr/>
                    <a:lstStyle/>
                    <a:p>
                      <a:pPr latinLnBrk="1"/>
                      <a:r>
                        <a:rPr lang="ko-KR" altLang="en-US" sz="800" b="1" dirty="0" err="1">
                          <a:solidFill>
                            <a:schemeClr val="tx1"/>
                          </a:solidFill>
                        </a:rPr>
                        <a:t>문자알림</a:t>
                      </a:r>
                      <a:r>
                        <a:rPr lang="ko-KR" altLang="en-US" sz="800" b="1" dirty="0">
                          <a:solidFill>
                            <a:schemeClr val="tx1"/>
                          </a:solidFill>
                        </a:rPr>
                        <a:t> 사용여부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사용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1" dirty="0" err="1">
                          <a:solidFill>
                            <a:schemeClr val="tx1"/>
                          </a:solidFill>
                        </a:rPr>
                        <a:t>알림문자설정</a:t>
                      </a:r>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err="1">
                          <a:solidFill>
                            <a:srgbClr val="000000"/>
                          </a:solidFill>
                          <a:effectLst/>
                          <a:latin typeface="+mn-lt"/>
                        </a:rPr>
                        <a:t>상품구매알림</a:t>
                      </a:r>
                      <a:r>
                        <a:rPr lang="ko-KR" altLang="en-US" sz="800" b="0" i="0" u="none" strike="noStrike" dirty="0">
                          <a:solidFill>
                            <a:srgbClr val="000000"/>
                          </a:solidFill>
                          <a:effectLst/>
                          <a:latin typeface="+mn-lt"/>
                        </a:rPr>
                        <a:t>                              </a:t>
                      </a:r>
                      <a:r>
                        <a:rPr lang="ko-KR" altLang="en-US" sz="800" b="0" i="0" u="none" strike="noStrike" dirty="0" err="1">
                          <a:solidFill>
                            <a:srgbClr val="000000"/>
                          </a:solidFill>
                          <a:effectLst/>
                          <a:latin typeface="+mn-lt"/>
                        </a:rPr>
                        <a:t>상품구매확정알림</a:t>
                      </a:r>
                      <a:r>
                        <a:rPr lang="ko-KR" altLang="en-US" sz="800" b="0" i="0" u="none" strike="noStrike" dirty="0">
                          <a:solidFill>
                            <a:srgbClr val="000000"/>
                          </a:solidFill>
                          <a:effectLst/>
                          <a:latin typeface="+mn-lt"/>
                        </a:rPr>
                        <a:t>                                 </a:t>
                      </a:r>
                      <a:r>
                        <a:rPr lang="ko-KR" altLang="en-US" sz="800" b="0" i="0" u="none" strike="noStrike" dirty="0" err="1">
                          <a:solidFill>
                            <a:srgbClr val="000000"/>
                          </a:solidFill>
                          <a:effectLst/>
                          <a:latin typeface="+mn-lt"/>
                        </a:rPr>
                        <a:t>상품취소알림</a:t>
                      </a:r>
                      <a:r>
                        <a:rPr lang="ko-KR" altLang="en-US" sz="800" b="0" i="0" u="none" strike="noStrike" dirty="0">
                          <a:solidFill>
                            <a:srgbClr val="000000"/>
                          </a:solidFill>
                          <a:effectLst/>
                          <a:latin typeface="+mn-lt"/>
                        </a:rPr>
                        <a:t>                                        </a:t>
                      </a:r>
                      <a:r>
                        <a:rPr lang="ko-KR" altLang="en-US" sz="800" b="0" i="0" u="none" strike="noStrike" dirty="0" err="1">
                          <a:solidFill>
                            <a:srgbClr val="000000"/>
                          </a:solidFill>
                          <a:effectLst/>
                          <a:latin typeface="+mn-lt"/>
                        </a:rPr>
                        <a:t>상품반품알림</a:t>
                      </a: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grpSp>
        <p:nvGrpSpPr>
          <p:cNvPr id="45" name="그룹 44">
            <a:extLst>
              <a:ext uri="{FF2B5EF4-FFF2-40B4-BE49-F238E27FC236}">
                <a16:creationId xmlns:a16="http://schemas.microsoft.com/office/drawing/2014/main" id="{2B371124-E7E6-45E3-A427-EB7E80BD31DD}"/>
              </a:ext>
            </a:extLst>
          </p:cNvPr>
          <p:cNvGrpSpPr/>
          <p:nvPr/>
        </p:nvGrpSpPr>
        <p:grpSpPr>
          <a:xfrm>
            <a:off x="7296715" y="4196928"/>
            <a:ext cx="1268675" cy="891403"/>
            <a:chOff x="7296715" y="4196928"/>
            <a:chExt cx="1268675" cy="891403"/>
          </a:xfrm>
        </p:grpSpPr>
        <p:sp>
          <p:nvSpPr>
            <p:cNvPr id="46" name="직사각형 45">
              <a:extLst>
                <a:ext uri="{FF2B5EF4-FFF2-40B4-BE49-F238E27FC236}">
                  <a16:creationId xmlns:a16="http://schemas.microsoft.com/office/drawing/2014/main" id="{C0B49516-4F53-4521-8D67-928FA512BEF8}"/>
                </a:ext>
              </a:extLst>
            </p:cNvPr>
            <p:cNvSpPr/>
            <p:nvPr/>
          </p:nvSpPr>
          <p:spPr>
            <a:xfrm>
              <a:off x="7296715" y="4196928"/>
              <a:ext cx="1161283" cy="65503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ko-KR" altLang="en-US" sz="800">
                  <a:solidFill>
                    <a:schemeClr val="tx1">
                      <a:lumMod val="50000"/>
                      <a:lumOff val="50000"/>
                    </a:schemeClr>
                  </a:solidFill>
                </a:rPr>
                <a:t>내용</a:t>
              </a:r>
              <a:endParaRPr lang="en-US" altLang="ko-KR" sz="800" dirty="0">
                <a:solidFill>
                  <a:schemeClr val="tx1">
                    <a:lumMod val="50000"/>
                    <a:lumOff val="50000"/>
                  </a:schemeClr>
                </a:solidFill>
              </a:endParaRPr>
            </a:p>
          </p:txBody>
        </p:sp>
        <p:sp>
          <p:nvSpPr>
            <p:cNvPr id="47" name="TextBox 46">
              <a:extLst>
                <a:ext uri="{FF2B5EF4-FFF2-40B4-BE49-F238E27FC236}">
                  <a16:creationId xmlns:a16="http://schemas.microsoft.com/office/drawing/2014/main" id="{1245FB0B-65FA-422B-BFB7-CF6ECDDD73A6}"/>
                </a:ext>
              </a:extLst>
            </p:cNvPr>
            <p:cNvSpPr txBox="1"/>
            <p:nvPr/>
          </p:nvSpPr>
          <p:spPr>
            <a:xfrm>
              <a:off x="7967149" y="4857499"/>
              <a:ext cx="598241" cy="230832"/>
            </a:xfrm>
            <a:prstGeom prst="rect">
              <a:avLst/>
            </a:prstGeom>
            <a:noFill/>
          </p:spPr>
          <p:txBody>
            <a:bodyPr wrap="none" rtlCol="0">
              <a:spAutoFit/>
            </a:bodyPr>
            <a:lstStyle/>
            <a:p>
              <a:r>
                <a:rPr lang="en-US" altLang="ko-KR" sz="900" dirty="0"/>
                <a:t>(0/300) </a:t>
              </a:r>
              <a:endParaRPr lang="ko-KR" altLang="en-US" sz="900" dirty="0"/>
            </a:p>
          </p:txBody>
        </p:sp>
      </p:grpSp>
      <p:grpSp>
        <p:nvGrpSpPr>
          <p:cNvPr id="48" name="그룹 47">
            <a:extLst>
              <a:ext uri="{FF2B5EF4-FFF2-40B4-BE49-F238E27FC236}">
                <a16:creationId xmlns:a16="http://schemas.microsoft.com/office/drawing/2014/main" id="{5A1A1511-CE8C-4676-916C-17E07C16F21C}"/>
              </a:ext>
            </a:extLst>
          </p:cNvPr>
          <p:cNvGrpSpPr/>
          <p:nvPr/>
        </p:nvGrpSpPr>
        <p:grpSpPr>
          <a:xfrm>
            <a:off x="5220494" y="4196928"/>
            <a:ext cx="1295082" cy="891403"/>
            <a:chOff x="7296715" y="4196928"/>
            <a:chExt cx="1295082" cy="891403"/>
          </a:xfrm>
        </p:grpSpPr>
        <p:sp>
          <p:nvSpPr>
            <p:cNvPr id="49" name="직사각형 48">
              <a:extLst>
                <a:ext uri="{FF2B5EF4-FFF2-40B4-BE49-F238E27FC236}">
                  <a16:creationId xmlns:a16="http://schemas.microsoft.com/office/drawing/2014/main" id="{6AF32C03-C1FD-412F-9F14-C8FB7C8BF00F}"/>
                </a:ext>
              </a:extLst>
            </p:cNvPr>
            <p:cNvSpPr/>
            <p:nvPr/>
          </p:nvSpPr>
          <p:spPr>
            <a:xfrm>
              <a:off x="7296715" y="4196928"/>
              <a:ext cx="1161283" cy="65503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ko-KR" altLang="en-US" sz="800">
                  <a:solidFill>
                    <a:schemeClr val="tx1">
                      <a:lumMod val="50000"/>
                      <a:lumOff val="50000"/>
                    </a:schemeClr>
                  </a:solidFill>
                </a:rPr>
                <a:t>내용</a:t>
              </a:r>
              <a:endParaRPr lang="en-US" altLang="ko-KR" sz="800" dirty="0">
                <a:solidFill>
                  <a:schemeClr val="tx1">
                    <a:lumMod val="50000"/>
                    <a:lumOff val="50000"/>
                  </a:schemeClr>
                </a:solidFill>
              </a:endParaRPr>
            </a:p>
          </p:txBody>
        </p:sp>
        <p:sp>
          <p:nvSpPr>
            <p:cNvPr id="50" name="TextBox 49">
              <a:extLst>
                <a:ext uri="{FF2B5EF4-FFF2-40B4-BE49-F238E27FC236}">
                  <a16:creationId xmlns:a16="http://schemas.microsoft.com/office/drawing/2014/main" id="{34518A7C-3997-40CB-9328-3BCF1B753310}"/>
                </a:ext>
              </a:extLst>
            </p:cNvPr>
            <p:cNvSpPr txBox="1"/>
            <p:nvPr/>
          </p:nvSpPr>
          <p:spPr>
            <a:xfrm>
              <a:off x="7993556" y="4857499"/>
              <a:ext cx="598241" cy="230832"/>
            </a:xfrm>
            <a:prstGeom prst="rect">
              <a:avLst/>
            </a:prstGeom>
            <a:noFill/>
          </p:spPr>
          <p:txBody>
            <a:bodyPr wrap="none" rtlCol="0">
              <a:spAutoFit/>
            </a:bodyPr>
            <a:lstStyle/>
            <a:p>
              <a:r>
                <a:rPr lang="en-US" altLang="ko-KR" sz="900" dirty="0"/>
                <a:t>(0/300) </a:t>
              </a:r>
              <a:endParaRPr lang="ko-KR" altLang="en-US" sz="900" dirty="0"/>
            </a:p>
          </p:txBody>
        </p:sp>
      </p:grpSp>
      <p:grpSp>
        <p:nvGrpSpPr>
          <p:cNvPr id="51" name="그룹 50">
            <a:extLst>
              <a:ext uri="{FF2B5EF4-FFF2-40B4-BE49-F238E27FC236}">
                <a16:creationId xmlns:a16="http://schemas.microsoft.com/office/drawing/2014/main" id="{0F1AD97C-6830-426C-81B9-1D34A4EF8C0D}"/>
              </a:ext>
            </a:extLst>
          </p:cNvPr>
          <p:cNvGrpSpPr/>
          <p:nvPr/>
        </p:nvGrpSpPr>
        <p:grpSpPr>
          <a:xfrm>
            <a:off x="3216688" y="4196928"/>
            <a:ext cx="1296580" cy="891403"/>
            <a:chOff x="7296715" y="4196928"/>
            <a:chExt cx="1296580" cy="891403"/>
          </a:xfrm>
        </p:grpSpPr>
        <p:sp>
          <p:nvSpPr>
            <p:cNvPr id="52" name="직사각형 51">
              <a:extLst>
                <a:ext uri="{FF2B5EF4-FFF2-40B4-BE49-F238E27FC236}">
                  <a16:creationId xmlns:a16="http://schemas.microsoft.com/office/drawing/2014/main" id="{FE65B8AB-7473-4A56-9CD2-C178E286E021}"/>
                </a:ext>
              </a:extLst>
            </p:cNvPr>
            <p:cNvSpPr/>
            <p:nvPr/>
          </p:nvSpPr>
          <p:spPr>
            <a:xfrm>
              <a:off x="7296715" y="4196928"/>
              <a:ext cx="1161283" cy="65503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ko-KR" altLang="en-US" sz="800">
                  <a:solidFill>
                    <a:schemeClr val="tx1">
                      <a:lumMod val="50000"/>
                      <a:lumOff val="50000"/>
                    </a:schemeClr>
                  </a:solidFill>
                </a:rPr>
                <a:t>내용</a:t>
              </a:r>
              <a:endParaRPr lang="en-US" altLang="ko-KR" sz="800" dirty="0">
                <a:solidFill>
                  <a:schemeClr val="tx1">
                    <a:lumMod val="50000"/>
                    <a:lumOff val="50000"/>
                  </a:schemeClr>
                </a:solidFill>
              </a:endParaRPr>
            </a:p>
          </p:txBody>
        </p:sp>
        <p:sp>
          <p:nvSpPr>
            <p:cNvPr id="53" name="TextBox 52">
              <a:extLst>
                <a:ext uri="{FF2B5EF4-FFF2-40B4-BE49-F238E27FC236}">
                  <a16:creationId xmlns:a16="http://schemas.microsoft.com/office/drawing/2014/main" id="{1B78F55D-9EC2-4F3E-BE35-E6B6CF141750}"/>
                </a:ext>
              </a:extLst>
            </p:cNvPr>
            <p:cNvSpPr txBox="1"/>
            <p:nvPr/>
          </p:nvSpPr>
          <p:spPr>
            <a:xfrm>
              <a:off x="7995054" y="4857499"/>
              <a:ext cx="598241" cy="230832"/>
            </a:xfrm>
            <a:prstGeom prst="rect">
              <a:avLst/>
            </a:prstGeom>
            <a:noFill/>
          </p:spPr>
          <p:txBody>
            <a:bodyPr wrap="none" rtlCol="0">
              <a:spAutoFit/>
            </a:bodyPr>
            <a:lstStyle/>
            <a:p>
              <a:r>
                <a:rPr lang="en-US" altLang="ko-KR" sz="900" dirty="0"/>
                <a:t>(0/300) </a:t>
              </a:r>
              <a:endParaRPr lang="ko-KR" altLang="en-US" sz="900" dirty="0"/>
            </a:p>
          </p:txBody>
        </p:sp>
      </p:grpSp>
      <p:grpSp>
        <p:nvGrpSpPr>
          <p:cNvPr id="54" name="그룹 53">
            <a:extLst>
              <a:ext uri="{FF2B5EF4-FFF2-40B4-BE49-F238E27FC236}">
                <a16:creationId xmlns:a16="http://schemas.microsoft.com/office/drawing/2014/main" id="{A631797D-979D-4132-888B-89C437CB40E7}"/>
              </a:ext>
            </a:extLst>
          </p:cNvPr>
          <p:cNvGrpSpPr/>
          <p:nvPr/>
        </p:nvGrpSpPr>
        <p:grpSpPr>
          <a:xfrm>
            <a:off x="1504422" y="4192893"/>
            <a:ext cx="1254797" cy="891492"/>
            <a:chOff x="7296715" y="4196928"/>
            <a:chExt cx="1254797" cy="891492"/>
          </a:xfrm>
        </p:grpSpPr>
        <p:sp>
          <p:nvSpPr>
            <p:cNvPr id="55" name="직사각형 54">
              <a:extLst>
                <a:ext uri="{FF2B5EF4-FFF2-40B4-BE49-F238E27FC236}">
                  <a16:creationId xmlns:a16="http://schemas.microsoft.com/office/drawing/2014/main" id="{237F1959-C3AE-4941-A700-C164C04ECEE3}"/>
                </a:ext>
              </a:extLst>
            </p:cNvPr>
            <p:cNvSpPr/>
            <p:nvPr/>
          </p:nvSpPr>
          <p:spPr>
            <a:xfrm>
              <a:off x="7296715" y="4196928"/>
              <a:ext cx="1161283" cy="65503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ko-KR" altLang="en-US" sz="800">
                  <a:solidFill>
                    <a:schemeClr val="tx1">
                      <a:lumMod val="50000"/>
                      <a:lumOff val="50000"/>
                    </a:schemeClr>
                  </a:solidFill>
                </a:rPr>
                <a:t>내용</a:t>
              </a:r>
              <a:endParaRPr lang="en-US" altLang="ko-KR" sz="800" dirty="0">
                <a:solidFill>
                  <a:schemeClr val="tx1">
                    <a:lumMod val="50000"/>
                    <a:lumOff val="50000"/>
                  </a:schemeClr>
                </a:solidFill>
              </a:endParaRPr>
            </a:p>
          </p:txBody>
        </p:sp>
        <p:sp>
          <p:nvSpPr>
            <p:cNvPr id="56" name="TextBox 55">
              <a:extLst>
                <a:ext uri="{FF2B5EF4-FFF2-40B4-BE49-F238E27FC236}">
                  <a16:creationId xmlns:a16="http://schemas.microsoft.com/office/drawing/2014/main" id="{B7569C0A-0AF6-4142-BEE7-B1D3545C124E}"/>
                </a:ext>
              </a:extLst>
            </p:cNvPr>
            <p:cNvSpPr txBox="1"/>
            <p:nvPr/>
          </p:nvSpPr>
          <p:spPr>
            <a:xfrm>
              <a:off x="7953271" y="4857588"/>
              <a:ext cx="598241" cy="230832"/>
            </a:xfrm>
            <a:prstGeom prst="rect">
              <a:avLst/>
            </a:prstGeom>
            <a:noFill/>
          </p:spPr>
          <p:txBody>
            <a:bodyPr wrap="none" rtlCol="0">
              <a:spAutoFit/>
            </a:bodyPr>
            <a:lstStyle/>
            <a:p>
              <a:r>
                <a:rPr lang="en-US" altLang="ko-KR" sz="900" dirty="0"/>
                <a:t>(0/300) </a:t>
              </a:r>
              <a:endParaRPr lang="ko-KR" altLang="en-US" sz="900" dirty="0"/>
            </a:p>
          </p:txBody>
        </p:sp>
      </p:grpSp>
      <p:sp>
        <p:nvSpPr>
          <p:cNvPr id="57" name="직사각형 56">
            <a:extLst>
              <a:ext uri="{FF2B5EF4-FFF2-40B4-BE49-F238E27FC236}">
                <a16:creationId xmlns:a16="http://schemas.microsoft.com/office/drawing/2014/main" id="{9265A49E-4B1B-42F4-B767-3C45FA80AD66}"/>
              </a:ext>
            </a:extLst>
          </p:cNvPr>
          <p:cNvSpPr/>
          <p:nvPr/>
        </p:nvSpPr>
        <p:spPr>
          <a:xfrm>
            <a:off x="8248851" y="1340226"/>
            <a:ext cx="721249" cy="154747"/>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인원관리</a:t>
            </a:r>
            <a:endParaRPr lang="en-US" altLang="ko-KR" sz="800" dirty="0">
              <a:solidFill>
                <a:schemeClr val="bg1"/>
              </a:solidFill>
            </a:endParaRPr>
          </a:p>
        </p:txBody>
      </p:sp>
      <p:sp>
        <p:nvSpPr>
          <p:cNvPr id="83" name="TextBox 82">
            <a:extLst>
              <a:ext uri="{FF2B5EF4-FFF2-40B4-BE49-F238E27FC236}">
                <a16:creationId xmlns:a16="http://schemas.microsoft.com/office/drawing/2014/main" id="{F20AED36-9C59-496E-A08F-DB294B50D65A}"/>
              </a:ext>
            </a:extLst>
          </p:cNvPr>
          <p:cNvSpPr txBox="1"/>
          <p:nvPr/>
        </p:nvSpPr>
        <p:spPr>
          <a:xfrm>
            <a:off x="8883913" y="1199925"/>
            <a:ext cx="251992" cy="230832"/>
          </a:xfrm>
          <a:prstGeom prst="rect">
            <a:avLst/>
          </a:prstGeom>
          <a:solidFill>
            <a:srgbClr val="FF0000"/>
          </a:solidFill>
        </p:spPr>
        <p:txBody>
          <a:bodyPr wrap="none" rtlCol="0">
            <a:spAutoFit/>
          </a:bodyPr>
          <a:lstStyle/>
          <a:p>
            <a:r>
              <a:rPr lang="en-US" altLang="ko-KR" sz="900" b="1" dirty="0">
                <a:solidFill>
                  <a:schemeClr val="bg1"/>
                </a:solidFill>
              </a:rPr>
              <a:t>7</a:t>
            </a:r>
            <a:endParaRPr lang="ko-KR" altLang="en-US" sz="900" b="1" dirty="0">
              <a:solidFill>
                <a:schemeClr val="bg1"/>
              </a:solidFill>
            </a:endParaRPr>
          </a:p>
        </p:txBody>
      </p:sp>
    </p:spTree>
    <p:extLst>
      <p:ext uri="{BB962C8B-B14F-4D97-AF65-F5344CB8AC3E}">
        <p14:creationId xmlns:p14="http://schemas.microsoft.com/office/powerpoint/2010/main" val="2281860728"/>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표 6">
            <a:extLst>
              <a:ext uri="{FF2B5EF4-FFF2-40B4-BE49-F238E27FC236}">
                <a16:creationId xmlns:a16="http://schemas.microsoft.com/office/drawing/2014/main" id="{E1DA1083-4A4D-47FE-A6DD-22CE4E030389}"/>
              </a:ext>
            </a:extLst>
          </p:cNvPr>
          <p:cNvGraphicFramePr>
            <a:graphicFrameLocks noGrp="1"/>
          </p:cNvGraphicFramePr>
          <p:nvPr>
            <p:extLst>
              <p:ext uri="{D42A27DB-BD31-4B8C-83A1-F6EECF244321}">
                <p14:modId xmlns:p14="http://schemas.microsoft.com/office/powerpoint/2010/main" val="1190879068"/>
              </p:ext>
            </p:extLst>
          </p:nvPr>
        </p:nvGraphicFramePr>
        <p:xfrm>
          <a:off x="10171774" y="22159"/>
          <a:ext cx="1979018" cy="157075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RF-02-04-04</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marL="0" indent="0" algn="l" latinLnBrk="1">
                        <a:buFontTx/>
                        <a:buNone/>
                      </a:pPr>
                      <a:r>
                        <a:rPr lang="en-US" altLang="ko-KR" sz="800" dirty="0"/>
                        <a:t>Shop</a:t>
                      </a:r>
                      <a:r>
                        <a:rPr lang="ko-KR" altLang="en-US" sz="800" dirty="0" err="1"/>
                        <a:t>채널관리</a:t>
                      </a:r>
                      <a:r>
                        <a:rPr lang="ko-KR" altLang="en-US" sz="800" dirty="0"/>
                        <a:t> </a:t>
                      </a:r>
                      <a:r>
                        <a:rPr lang="en-US" altLang="ko-KR" sz="800" dirty="0"/>
                        <a:t>&gt; Shop</a:t>
                      </a:r>
                      <a:r>
                        <a:rPr lang="ko-KR" altLang="en-US" sz="800" dirty="0"/>
                        <a:t>채널 상세페이지 </a:t>
                      </a:r>
                      <a:r>
                        <a:rPr lang="en-US" altLang="ko-KR" sz="800" dirty="0"/>
                        <a:t>&gt; </a:t>
                      </a:r>
                      <a:r>
                        <a:rPr lang="ko-KR" altLang="en-US" sz="800" dirty="0"/>
                        <a:t>정보수정</a:t>
                      </a:r>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a:t>
                      </a:r>
                      <a:r>
                        <a:rPr lang="ko-KR" altLang="en-US" sz="800" dirty="0" err="1"/>
                        <a:t>수정화면</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en-US" altLang="ko-KR" sz="800" baseline="0" dirty="0"/>
                        <a:t> </a:t>
                      </a:r>
                      <a:r>
                        <a:rPr lang="ko-KR" altLang="en-US" sz="800" baseline="0" dirty="0"/>
                        <a:t>채널 정보를 수정하는 화면</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021918480"/>
                  </a:ext>
                </a:extLst>
              </a:tr>
            </a:tbl>
          </a:graphicData>
        </a:graphic>
      </p:graphicFrame>
      <p:graphicFrame>
        <p:nvGraphicFramePr>
          <p:cNvPr id="8" name="표 7">
            <a:extLst>
              <a:ext uri="{FF2B5EF4-FFF2-40B4-BE49-F238E27FC236}">
                <a16:creationId xmlns:a16="http://schemas.microsoft.com/office/drawing/2014/main" id="{8F4AE7FB-4693-4D69-AFD0-38A04E549DEC}"/>
              </a:ext>
            </a:extLst>
          </p:cNvPr>
          <p:cNvGraphicFramePr>
            <a:graphicFrameLocks noGrp="1"/>
          </p:cNvGraphicFramePr>
          <p:nvPr/>
        </p:nvGraphicFramePr>
        <p:xfrm>
          <a:off x="1471832" y="3294339"/>
          <a:ext cx="7703919" cy="213360"/>
        </p:xfrm>
        <a:graphic>
          <a:graphicData uri="http://schemas.openxmlformats.org/drawingml/2006/table">
            <a:tbl>
              <a:tblPr firstRow="1" bandRow="1">
                <a:tableStyleId>{5C22544A-7EE6-4342-B048-85BDC9FD1C3A}</a:tableStyleId>
              </a:tblPr>
              <a:tblGrid>
                <a:gridCol w="1315818">
                  <a:extLst>
                    <a:ext uri="{9D8B030D-6E8A-4147-A177-3AD203B41FA5}">
                      <a16:colId xmlns:a16="http://schemas.microsoft.com/office/drawing/2014/main" val="20000"/>
                    </a:ext>
                  </a:extLst>
                </a:gridCol>
                <a:gridCol w="6388101">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로고 사용여부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이미지 사용</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5296034"/>
                  </a:ext>
                </a:extLst>
              </a:tr>
            </a:tbl>
          </a:graphicData>
        </a:graphic>
      </p:graphicFrame>
      <p:graphicFrame>
        <p:nvGraphicFramePr>
          <p:cNvPr id="9" name="표 8">
            <a:extLst>
              <a:ext uri="{FF2B5EF4-FFF2-40B4-BE49-F238E27FC236}">
                <a16:creationId xmlns:a16="http://schemas.microsoft.com/office/drawing/2014/main" id="{65C8BECC-A216-4B42-830C-6E8FA8B6ADD9}"/>
              </a:ext>
            </a:extLst>
          </p:cNvPr>
          <p:cNvGraphicFramePr>
            <a:graphicFrameLocks noGrp="1"/>
          </p:cNvGraphicFramePr>
          <p:nvPr>
            <p:extLst>
              <p:ext uri="{D42A27DB-BD31-4B8C-83A1-F6EECF244321}">
                <p14:modId xmlns:p14="http://schemas.microsoft.com/office/powerpoint/2010/main" val="451642548"/>
              </p:ext>
            </p:extLst>
          </p:nvPr>
        </p:nvGraphicFramePr>
        <p:xfrm>
          <a:off x="1471833" y="1097142"/>
          <a:ext cx="7703918" cy="1066800"/>
        </p:xfrm>
        <a:graphic>
          <a:graphicData uri="http://schemas.openxmlformats.org/drawingml/2006/table">
            <a:tbl>
              <a:tblPr firstRow="1" bandRow="1">
                <a:tableStyleId>{5C22544A-7EE6-4342-B048-85BDC9FD1C3A}</a:tableStyleId>
              </a:tblPr>
              <a:tblGrid>
                <a:gridCol w="1334867">
                  <a:extLst>
                    <a:ext uri="{9D8B030D-6E8A-4147-A177-3AD203B41FA5}">
                      <a16:colId xmlns:a16="http://schemas.microsoft.com/office/drawing/2014/main" val="20000"/>
                    </a:ext>
                  </a:extLst>
                </a:gridCol>
                <a:gridCol w="2527555">
                  <a:extLst>
                    <a:ext uri="{9D8B030D-6E8A-4147-A177-3AD203B41FA5}">
                      <a16:colId xmlns:a16="http://schemas.microsoft.com/office/drawing/2014/main" val="20001"/>
                    </a:ext>
                  </a:extLst>
                </a:gridCol>
                <a:gridCol w="1428495">
                  <a:extLst>
                    <a:ext uri="{9D8B030D-6E8A-4147-A177-3AD203B41FA5}">
                      <a16:colId xmlns:a16="http://schemas.microsoft.com/office/drawing/2014/main" val="4010982125"/>
                    </a:ext>
                  </a:extLst>
                </a:gridCol>
                <a:gridCol w="2413001">
                  <a:extLst>
                    <a:ext uri="{9D8B030D-6E8A-4147-A177-3AD203B41FA5}">
                      <a16:colId xmlns:a16="http://schemas.microsoft.com/office/drawing/2014/main" val="2646234070"/>
                    </a:ext>
                  </a:extLst>
                </a:gridCol>
              </a:tblGrid>
              <a:tr h="0">
                <a:tc>
                  <a:txBody>
                    <a:bodyPr/>
                    <a:lstStyle/>
                    <a:p>
                      <a:pPr latinLnBrk="1"/>
                      <a:r>
                        <a:rPr lang="en-US" altLang="ko-KR" sz="800" b="0" dirty="0">
                          <a:solidFill>
                            <a:schemeClr val="tx1"/>
                          </a:solidFill>
                        </a:rPr>
                        <a:t>Shop </a:t>
                      </a:r>
                      <a:r>
                        <a:rPr lang="ko-KR" altLang="en-US" sz="800" b="0" dirty="0">
                          <a:solidFill>
                            <a:schemeClr val="tx1"/>
                          </a:solidFill>
                        </a:rPr>
                        <a:t>채널코드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Me9-2024-099833</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채널상태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t>
                      </a:r>
                      <a:r>
                        <a:rPr lang="ko-KR" altLang="en-US" sz="800" b="0" i="0" u="none" strike="noStrike" dirty="0">
                          <a:solidFill>
                            <a:srgbClr val="000000"/>
                          </a:solidFill>
                          <a:effectLst/>
                          <a:latin typeface="+mn-lt"/>
                        </a:rPr>
                        <a:t> 운영   ● 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공개여부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공개   </a:t>
                      </a:r>
                      <a:r>
                        <a:rPr lang="en-US" altLang="ko-KR" sz="800" b="0" dirty="0">
                          <a:solidFill>
                            <a:schemeClr val="tx1"/>
                          </a:solidFill>
                        </a:rPr>
                        <a:t>○</a:t>
                      </a:r>
                      <a:r>
                        <a:rPr lang="ko-KR" altLang="en-US" sz="800" b="0" i="0" u="none" strike="noStrike" dirty="0">
                          <a:solidFill>
                            <a:srgbClr val="000000"/>
                          </a:solidFill>
                          <a:effectLst/>
                          <a:latin typeface="+mn-lt"/>
                        </a:rPr>
                        <a:t> 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구매권한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회원전용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974838556"/>
                  </a:ext>
                </a:extLst>
              </a:tr>
              <a:tr h="0">
                <a:tc>
                  <a:txBody>
                    <a:bodyPr/>
                    <a:lstStyle/>
                    <a:p>
                      <a:pPr latinLnBrk="1"/>
                      <a:r>
                        <a:rPr lang="en-US" altLang="ko-KR" sz="800" b="0" dirty="0">
                          <a:solidFill>
                            <a:schemeClr val="tx1"/>
                          </a:solidFill>
                        </a:rPr>
                        <a:t>* </a:t>
                      </a:r>
                      <a:r>
                        <a:rPr lang="ko-KR" altLang="en-US" sz="800" b="0" dirty="0" err="1">
                          <a:solidFill>
                            <a:schemeClr val="tx1"/>
                          </a:solidFill>
                        </a:rPr>
                        <a:t>채널명</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latinLnBrk="1"/>
                      <a:r>
                        <a:rPr lang="ko-KR" altLang="en-US" sz="800" b="0" dirty="0">
                          <a:solidFill>
                            <a:schemeClr val="tx1"/>
                          </a:solidFill>
                        </a:rPr>
                        <a:t>카피라이트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886891895"/>
                  </a:ext>
                </a:extLst>
              </a:tr>
              <a:tr h="0">
                <a:tc>
                  <a:txBody>
                    <a:bodyPr/>
                    <a:lstStyle/>
                    <a:p>
                      <a:pPr latinLnBrk="1"/>
                      <a:r>
                        <a:rPr lang="en-US" altLang="ko-KR" sz="800" b="0" dirty="0">
                          <a:solidFill>
                            <a:schemeClr val="tx1"/>
                          </a:solidFill>
                        </a:rPr>
                        <a:t>* </a:t>
                      </a:r>
                      <a:r>
                        <a:rPr lang="ko-KR" altLang="en-US" sz="800" b="0" dirty="0">
                          <a:solidFill>
                            <a:schemeClr val="tx1"/>
                          </a:solidFill>
                        </a:rPr>
                        <a:t>그룹 </a:t>
                      </a:r>
                      <a:r>
                        <a:rPr lang="en-US" altLang="ko-KR" sz="800" b="0" dirty="0">
                          <a:solidFill>
                            <a:schemeClr val="tx1"/>
                          </a:solidFill>
                        </a:rPr>
                        <a:t>keyword</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10" name="TextBox 9">
            <a:extLst>
              <a:ext uri="{FF2B5EF4-FFF2-40B4-BE49-F238E27FC236}">
                <a16:creationId xmlns:a16="http://schemas.microsoft.com/office/drawing/2014/main" id="{854F74DF-BEE2-4955-854B-814AC0C77413}"/>
              </a:ext>
            </a:extLst>
          </p:cNvPr>
          <p:cNvSpPr txBox="1"/>
          <p:nvPr/>
        </p:nvSpPr>
        <p:spPr>
          <a:xfrm>
            <a:off x="1413475" y="866310"/>
            <a:ext cx="1380506"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Shop </a:t>
            </a:r>
            <a:r>
              <a:rPr lang="ko-KR" altLang="en-US" sz="900" dirty="0">
                <a:latin typeface="맑은 고딕" panose="020B0503020000020004" pitchFamily="50" charset="-127"/>
                <a:ea typeface="맑은 고딕" panose="020B0503020000020004" pitchFamily="50" charset="-127"/>
              </a:rPr>
              <a:t>채널 기본정보</a:t>
            </a:r>
            <a:endParaRPr lang="ko-KR" altLang="en-US" sz="900" dirty="0"/>
          </a:p>
        </p:txBody>
      </p:sp>
      <p:sp>
        <p:nvSpPr>
          <p:cNvPr id="11" name="직사각형 10">
            <a:extLst>
              <a:ext uri="{FF2B5EF4-FFF2-40B4-BE49-F238E27FC236}">
                <a16:creationId xmlns:a16="http://schemas.microsoft.com/office/drawing/2014/main" id="{5C355872-B211-495D-B866-FDCCA29E12BB}"/>
              </a:ext>
            </a:extLst>
          </p:cNvPr>
          <p:cNvSpPr/>
          <p:nvPr/>
        </p:nvSpPr>
        <p:spPr>
          <a:xfrm>
            <a:off x="2865775" y="1545920"/>
            <a:ext cx="6202025"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2" name="직사각형 11">
            <a:extLst>
              <a:ext uri="{FF2B5EF4-FFF2-40B4-BE49-F238E27FC236}">
                <a16:creationId xmlns:a16="http://schemas.microsoft.com/office/drawing/2014/main" id="{BAE4028B-1167-48B4-8836-46A4FF24B59C}"/>
              </a:ext>
            </a:extLst>
          </p:cNvPr>
          <p:cNvSpPr/>
          <p:nvPr/>
        </p:nvSpPr>
        <p:spPr>
          <a:xfrm>
            <a:off x="2865774" y="1964134"/>
            <a:ext cx="2508977" cy="17691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Keyword </a:t>
            </a:r>
            <a:r>
              <a:rPr lang="ko-KR" altLang="en-US" sz="800" dirty="0">
                <a:solidFill>
                  <a:schemeClr val="tx1">
                    <a:lumMod val="50000"/>
                    <a:lumOff val="50000"/>
                  </a:schemeClr>
                </a:solidFill>
              </a:rPr>
              <a:t>입력</a:t>
            </a:r>
            <a:endParaRPr lang="en-US" altLang="ko-KR" sz="800" dirty="0">
              <a:solidFill>
                <a:schemeClr val="tx1">
                  <a:lumMod val="50000"/>
                  <a:lumOff val="50000"/>
                </a:schemeClr>
              </a:solidFill>
            </a:endParaRPr>
          </a:p>
        </p:txBody>
      </p:sp>
      <p:sp>
        <p:nvSpPr>
          <p:cNvPr id="13" name="TextBox 12">
            <a:extLst>
              <a:ext uri="{FF2B5EF4-FFF2-40B4-BE49-F238E27FC236}">
                <a16:creationId xmlns:a16="http://schemas.microsoft.com/office/drawing/2014/main" id="{239F6E7E-7210-4235-BAB5-58DFC9DB28D3}"/>
              </a:ext>
            </a:extLst>
          </p:cNvPr>
          <p:cNvSpPr txBox="1"/>
          <p:nvPr/>
        </p:nvSpPr>
        <p:spPr>
          <a:xfrm>
            <a:off x="1413475" y="3034173"/>
            <a:ext cx="3474028"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Shop </a:t>
            </a:r>
            <a:r>
              <a:rPr lang="ko-KR" altLang="en-US" sz="900" dirty="0">
                <a:latin typeface="맑은 고딕" panose="020B0503020000020004" pitchFamily="50" charset="-127"/>
                <a:ea typeface="맑은 고딕" panose="020B0503020000020004" pitchFamily="50" charset="-127"/>
              </a:rPr>
              <a:t>채널 로고 이미지 </a:t>
            </a:r>
            <a:r>
              <a:rPr lang="en-US" altLang="ko-KR" sz="700" dirty="0">
                <a:solidFill>
                  <a:srgbClr val="FF0000"/>
                </a:solidFill>
                <a:latin typeface="+mn-ea"/>
              </a:rPr>
              <a:t>(</a:t>
            </a:r>
            <a:r>
              <a:rPr lang="en-US" altLang="ko-KR" sz="700" b="0" i="0" u="none" strike="noStrike" dirty="0">
                <a:solidFill>
                  <a:srgbClr val="FF0000"/>
                </a:solidFill>
                <a:effectLst/>
                <a:latin typeface="+mn-ea"/>
              </a:rPr>
              <a:t> Shop </a:t>
            </a:r>
            <a:r>
              <a:rPr lang="ko-KR" altLang="en-US" sz="700" b="0" i="0" u="none" strike="noStrike" dirty="0">
                <a:solidFill>
                  <a:srgbClr val="FF0000"/>
                </a:solidFill>
                <a:effectLst/>
                <a:latin typeface="+mn-ea"/>
              </a:rPr>
              <a:t>채널 로고를 생략 할 경우 </a:t>
            </a:r>
            <a:r>
              <a:rPr lang="ko-KR" altLang="en-US" sz="700" b="0" i="0" u="none" strike="noStrike" dirty="0" err="1">
                <a:solidFill>
                  <a:srgbClr val="FF0000"/>
                </a:solidFill>
                <a:effectLst/>
                <a:latin typeface="+mn-ea"/>
              </a:rPr>
              <a:t>채널명</a:t>
            </a:r>
            <a:r>
              <a:rPr lang="ko-KR" altLang="en-US" sz="700" b="0" i="0" u="none" strike="noStrike" dirty="0">
                <a:solidFill>
                  <a:srgbClr val="FF0000"/>
                </a:solidFill>
                <a:effectLst/>
                <a:latin typeface="+mn-ea"/>
              </a:rPr>
              <a:t> 노출</a:t>
            </a:r>
            <a:r>
              <a:rPr lang="en-US" altLang="ko-KR" sz="700" dirty="0">
                <a:solidFill>
                  <a:srgbClr val="FF0000"/>
                </a:solidFill>
                <a:latin typeface="+mn-ea"/>
              </a:rPr>
              <a:t> )</a:t>
            </a:r>
            <a:endParaRPr lang="en-US" altLang="ko-KR" sz="700" b="0" i="0" u="none" strike="noStrike" dirty="0">
              <a:solidFill>
                <a:srgbClr val="FF0000"/>
              </a:solidFill>
              <a:effectLst/>
              <a:latin typeface="+mn-ea"/>
            </a:endParaRPr>
          </a:p>
        </p:txBody>
      </p:sp>
      <p:graphicFrame>
        <p:nvGraphicFramePr>
          <p:cNvPr id="14" name="표 13">
            <a:extLst>
              <a:ext uri="{FF2B5EF4-FFF2-40B4-BE49-F238E27FC236}">
                <a16:creationId xmlns:a16="http://schemas.microsoft.com/office/drawing/2014/main" id="{AB615E3A-903F-4C43-8B95-0421443BB954}"/>
              </a:ext>
            </a:extLst>
          </p:cNvPr>
          <p:cNvGraphicFramePr>
            <a:graphicFrameLocks noGrp="1"/>
          </p:cNvGraphicFramePr>
          <p:nvPr>
            <p:extLst>
              <p:ext uri="{D42A27DB-BD31-4B8C-83A1-F6EECF244321}">
                <p14:modId xmlns:p14="http://schemas.microsoft.com/office/powerpoint/2010/main" val="804096682"/>
              </p:ext>
            </p:extLst>
          </p:nvPr>
        </p:nvGraphicFramePr>
        <p:xfrm>
          <a:off x="1489779" y="6841418"/>
          <a:ext cx="7685972" cy="213360"/>
        </p:xfrm>
        <a:graphic>
          <a:graphicData uri="http://schemas.openxmlformats.org/drawingml/2006/table">
            <a:tbl>
              <a:tblPr firstRow="1" bandRow="1">
                <a:tableStyleId>{5C22544A-7EE6-4342-B048-85BDC9FD1C3A}</a:tableStyleId>
              </a:tblPr>
              <a:tblGrid>
                <a:gridCol w="1285171">
                  <a:extLst>
                    <a:ext uri="{9D8B030D-6E8A-4147-A177-3AD203B41FA5}">
                      <a16:colId xmlns:a16="http://schemas.microsoft.com/office/drawing/2014/main" val="20000"/>
                    </a:ext>
                  </a:extLst>
                </a:gridCol>
                <a:gridCol w="6400801">
                  <a:extLst>
                    <a:ext uri="{9D8B030D-6E8A-4147-A177-3AD203B41FA5}">
                      <a16:colId xmlns:a16="http://schemas.microsoft.com/office/drawing/2014/main" val="20001"/>
                    </a:ext>
                  </a:extLst>
                </a:gridCol>
              </a:tblGrid>
              <a:tr h="0">
                <a:tc>
                  <a:txBody>
                    <a:bodyPr/>
                    <a:lstStyle/>
                    <a:p>
                      <a:pPr latinLnBrk="1"/>
                      <a:r>
                        <a:rPr lang="en-US" altLang="ko-KR" sz="800" b="0" dirty="0">
                          <a:solidFill>
                            <a:schemeClr val="tx1"/>
                          </a:solidFill>
                        </a:rPr>
                        <a:t>Shop </a:t>
                      </a:r>
                      <a:r>
                        <a:rPr lang="ko-KR" altLang="en-US" sz="800" b="0" dirty="0">
                          <a:solidFill>
                            <a:schemeClr val="tx1"/>
                          </a:solidFill>
                        </a:rPr>
                        <a:t>채널 관리자 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미사용   ○ 사용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sp>
        <p:nvSpPr>
          <p:cNvPr id="15" name="TextBox 14">
            <a:extLst>
              <a:ext uri="{FF2B5EF4-FFF2-40B4-BE49-F238E27FC236}">
                <a16:creationId xmlns:a16="http://schemas.microsoft.com/office/drawing/2014/main" id="{2FE057A5-3511-488C-8311-3E1CC284FC77}"/>
              </a:ext>
            </a:extLst>
          </p:cNvPr>
          <p:cNvSpPr txBox="1"/>
          <p:nvPr/>
        </p:nvSpPr>
        <p:spPr>
          <a:xfrm>
            <a:off x="1413475" y="6613903"/>
            <a:ext cx="2108269"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Shop </a:t>
            </a:r>
            <a:r>
              <a:rPr lang="ko-KR" altLang="en-US" sz="900" dirty="0">
                <a:latin typeface="맑은 고딕" panose="020B0503020000020004" pitchFamily="50" charset="-127"/>
                <a:ea typeface="맑은 고딕" panose="020B0503020000020004" pitchFamily="50" charset="-127"/>
              </a:rPr>
              <a:t>채널 </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모니터링</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 관리자 정보</a:t>
            </a:r>
            <a:endParaRPr lang="ko-KR" altLang="en-US" sz="900" dirty="0"/>
          </a:p>
        </p:txBody>
      </p:sp>
      <p:sp>
        <p:nvSpPr>
          <p:cNvPr id="16" name="직사각형 15">
            <a:extLst>
              <a:ext uri="{FF2B5EF4-FFF2-40B4-BE49-F238E27FC236}">
                <a16:creationId xmlns:a16="http://schemas.microsoft.com/office/drawing/2014/main" id="{37F3BCA1-91ED-4C71-9E79-C70AA00447B1}"/>
              </a:ext>
            </a:extLst>
          </p:cNvPr>
          <p:cNvSpPr/>
          <p:nvPr/>
        </p:nvSpPr>
        <p:spPr>
          <a:xfrm>
            <a:off x="4530034" y="7415996"/>
            <a:ext cx="721249" cy="192328"/>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수정</a:t>
            </a:r>
            <a:endParaRPr lang="en-US" altLang="ko-KR" sz="800" dirty="0">
              <a:solidFill>
                <a:schemeClr val="bg1"/>
              </a:solidFill>
            </a:endParaRPr>
          </a:p>
        </p:txBody>
      </p:sp>
      <p:sp>
        <p:nvSpPr>
          <p:cNvPr id="17" name="직사각형 16">
            <a:extLst>
              <a:ext uri="{FF2B5EF4-FFF2-40B4-BE49-F238E27FC236}">
                <a16:creationId xmlns:a16="http://schemas.microsoft.com/office/drawing/2014/main" id="{2CBA5D65-2237-4D1C-BADC-4AE48583DFCC}"/>
              </a:ext>
            </a:extLst>
          </p:cNvPr>
          <p:cNvSpPr/>
          <p:nvPr/>
        </p:nvSpPr>
        <p:spPr>
          <a:xfrm>
            <a:off x="5400457" y="7410069"/>
            <a:ext cx="721249" cy="192328"/>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목록</a:t>
            </a:r>
            <a:endParaRPr lang="en-US" altLang="ko-KR" sz="800" dirty="0">
              <a:solidFill>
                <a:schemeClr val="bg1"/>
              </a:solidFill>
            </a:endParaRPr>
          </a:p>
        </p:txBody>
      </p:sp>
      <p:graphicFrame>
        <p:nvGraphicFramePr>
          <p:cNvPr id="18" name="표 17">
            <a:extLst>
              <a:ext uri="{FF2B5EF4-FFF2-40B4-BE49-F238E27FC236}">
                <a16:creationId xmlns:a16="http://schemas.microsoft.com/office/drawing/2014/main" id="{95031B89-D478-4E44-ABD2-474DC66C30DE}"/>
              </a:ext>
            </a:extLst>
          </p:cNvPr>
          <p:cNvGraphicFramePr>
            <a:graphicFrameLocks noGrp="1"/>
          </p:cNvGraphicFramePr>
          <p:nvPr/>
        </p:nvGraphicFramePr>
        <p:xfrm>
          <a:off x="1471832" y="3979752"/>
          <a:ext cx="7703919" cy="213360"/>
        </p:xfrm>
        <a:graphic>
          <a:graphicData uri="http://schemas.openxmlformats.org/drawingml/2006/table">
            <a:tbl>
              <a:tblPr firstRow="1" bandRow="1">
                <a:tableStyleId>{5C22544A-7EE6-4342-B048-85BDC9FD1C3A}</a:tableStyleId>
              </a:tblPr>
              <a:tblGrid>
                <a:gridCol w="1315818">
                  <a:extLst>
                    <a:ext uri="{9D8B030D-6E8A-4147-A177-3AD203B41FA5}">
                      <a16:colId xmlns:a16="http://schemas.microsoft.com/office/drawing/2014/main" val="20000"/>
                    </a:ext>
                  </a:extLst>
                </a:gridCol>
                <a:gridCol w="6388101">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메인 배너 사용여부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이미지로 등록</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5296034"/>
                  </a:ext>
                </a:extLst>
              </a:tr>
            </a:tbl>
          </a:graphicData>
        </a:graphic>
      </p:graphicFrame>
      <p:sp>
        <p:nvSpPr>
          <p:cNvPr id="19" name="TextBox 18">
            <a:extLst>
              <a:ext uri="{FF2B5EF4-FFF2-40B4-BE49-F238E27FC236}">
                <a16:creationId xmlns:a16="http://schemas.microsoft.com/office/drawing/2014/main" id="{109BE67B-B8A2-4606-8992-69130099E2E2}"/>
              </a:ext>
            </a:extLst>
          </p:cNvPr>
          <p:cNvSpPr txBox="1"/>
          <p:nvPr/>
        </p:nvSpPr>
        <p:spPr>
          <a:xfrm>
            <a:off x="1413475" y="3719586"/>
            <a:ext cx="1228221"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메인 배너 이미지</a:t>
            </a:r>
            <a:endParaRPr lang="ko-KR" altLang="en-US" sz="900" dirty="0"/>
          </a:p>
        </p:txBody>
      </p:sp>
      <p:graphicFrame>
        <p:nvGraphicFramePr>
          <p:cNvPr id="20" name="표 19">
            <a:extLst>
              <a:ext uri="{FF2B5EF4-FFF2-40B4-BE49-F238E27FC236}">
                <a16:creationId xmlns:a16="http://schemas.microsoft.com/office/drawing/2014/main" id="{7A2F8FAF-56F2-4DF5-A8AC-D7D048C9F2CF}"/>
              </a:ext>
            </a:extLst>
          </p:cNvPr>
          <p:cNvGraphicFramePr>
            <a:graphicFrameLocks noGrp="1"/>
          </p:cNvGraphicFramePr>
          <p:nvPr/>
        </p:nvGraphicFramePr>
        <p:xfrm>
          <a:off x="1471833" y="2625028"/>
          <a:ext cx="7703918" cy="213360"/>
        </p:xfrm>
        <a:graphic>
          <a:graphicData uri="http://schemas.openxmlformats.org/drawingml/2006/table">
            <a:tbl>
              <a:tblPr firstRow="1" bandRow="1">
                <a:tableStyleId>{5C22544A-7EE6-4342-B048-85BDC9FD1C3A}</a:tableStyleId>
              </a:tblPr>
              <a:tblGrid>
                <a:gridCol w="1328517">
                  <a:extLst>
                    <a:ext uri="{9D8B030D-6E8A-4147-A177-3AD203B41FA5}">
                      <a16:colId xmlns:a16="http://schemas.microsoft.com/office/drawing/2014/main" val="20000"/>
                    </a:ext>
                  </a:extLst>
                </a:gridCol>
                <a:gridCol w="6375401">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사용기간 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무기한     </a:t>
                      </a:r>
                      <a:r>
                        <a:rPr lang="en-US" altLang="ko-KR" sz="800" b="0" dirty="0">
                          <a:solidFill>
                            <a:schemeClr val="tx1"/>
                          </a:solidFill>
                        </a:rPr>
                        <a:t>○ </a:t>
                      </a:r>
                      <a:r>
                        <a:rPr lang="ko-KR" altLang="en-US" sz="800" b="0" dirty="0">
                          <a:solidFill>
                            <a:schemeClr val="tx1"/>
                          </a:solidFill>
                        </a:rPr>
                        <a:t>기간제</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5296034"/>
                  </a:ext>
                </a:extLst>
              </a:tr>
            </a:tbl>
          </a:graphicData>
        </a:graphic>
      </p:graphicFrame>
      <p:sp>
        <p:nvSpPr>
          <p:cNvPr id="21" name="TextBox 20">
            <a:extLst>
              <a:ext uri="{FF2B5EF4-FFF2-40B4-BE49-F238E27FC236}">
                <a16:creationId xmlns:a16="http://schemas.microsoft.com/office/drawing/2014/main" id="{39A234F0-4C1C-4353-963A-B22E6CB992A9}"/>
              </a:ext>
            </a:extLst>
          </p:cNvPr>
          <p:cNvSpPr txBox="1"/>
          <p:nvPr/>
        </p:nvSpPr>
        <p:spPr>
          <a:xfrm>
            <a:off x="1413475" y="2364862"/>
            <a:ext cx="1380506"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Shop </a:t>
            </a:r>
            <a:r>
              <a:rPr lang="ko-KR" altLang="en-US" sz="900" dirty="0">
                <a:latin typeface="맑은 고딕" panose="020B0503020000020004" pitchFamily="50" charset="-127"/>
                <a:ea typeface="맑은 고딕" panose="020B0503020000020004" pitchFamily="50" charset="-127"/>
              </a:rPr>
              <a:t>채널 사용주기</a:t>
            </a:r>
            <a:endParaRPr lang="ko-KR" altLang="en-US" sz="900" dirty="0"/>
          </a:p>
        </p:txBody>
      </p:sp>
      <p:sp>
        <p:nvSpPr>
          <p:cNvPr id="22" name="직사각형 21">
            <a:extLst>
              <a:ext uri="{FF2B5EF4-FFF2-40B4-BE49-F238E27FC236}">
                <a16:creationId xmlns:a16="http://schemas.microsoft.com/office/drawing/2014/main" id="{94942174-948E-4F7E-B132-4811DFD1D541}"/>
              </a:ext>
            </a:extLst>
          </p:cNvPr>
          <p:cNvSpPr/>
          <p:nvPr/>
        </p:nvSpPr>
        <p:spPr>
          <a:xfrm>
            <a:off x="2865775" y="1758258"/>
            <a:ext cx="6202026"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graphicFrame>
        <p:nvGraphicFramePr>
          <p:cNvPr id="23" name="표 22">
            <a:extLst>
              <a:ext uri="{FF2B5EF4-FFF2-40B4-BE49-F238E27FC236}">
                <a16:creationId xmlns:a16="http://schemas.microsoft.com/office/drawing/2014/main" id="{66BC2076-3823-4A87-9E84-B3E92518E71B}"/>
              </a:ext>
            </a:extLst>
          </p:cNvPr>
          <p:cNvGraphicFramePr>
            <a:graphicFrameLocks noGrp="1"/>
          </p:cNvGraphicFramePr>
          <p:nvPr>
            <p:extLst>
              <p:ext uri="{D42A27DB-BD31-4B8C-83A1-F6EECF244321}">
                <p14:modId xmlns:p14="http://schemas.microsoft.com/office/powerpoint/2010/main" val="3588338890"/>
              </p:ext>
            </p:extLst>
          </p:nvPr>
        </p:nvGraphicFramePr>
        <p:xfrm>
          <a:off x="1471832" y="5341637"/>
          <a:ext cx="7703919" cy="213360"/>
        </p:xfrm>
        <a:graphic>
          <a:graphicData uri="http://schemas.openxmlformats.org/drawingml/2006/table">
            <a:tbl>
              <a:tblPr firstRow="1" bandRow="1">
                <a:tableStyleId>{5C22544A-7EE6-4342-B048-85BDC9FD1C3A}</a:tableStyleId>
              </a:tblPr>
              <a:tblGrid>
                <a:gridCol w="1303118">
                  <a:extLst>
                    <a:ext uri="{9D8B030D-6E8A-4147-A177-3AD203B41FA5}">
                      <a16:colId xmlns:a16="http://schemas.microsoft.com/office/drawing/2014/main" val="20000"/>
                    </a:ext>
                  </a:extLst>
                </a:gridCol>
                <a:gridCol w="6400801">
                  <a:extLst>
                    <a:ext uri="{9D8B030D-6E8A-4147-A177-3AD203B41FA5}">
                      <a16:colId xmlns:a16="http://schemas.microsoft.com/office/drawing/2014/main" val="20001"/>
                    </a:ext>
                  </a:extLst>
                </a:gridCol>
              </a:tblGrid>
              <a:tr h="197387">
                <a:tc>
                  <a:txBody>
                    <a:bodyPr/>
                    <a:lstStyle/>
                    <a:p>
                      <a:pPr latinLnBrk="1"/>
                      <a:r>
                        <a:rPr lang="en-US" altLang="ko-KR" sz="800" b="0" dirty="0">
                          <a:solidFill>
                            <a:schemeClr val="tx1"/>
                          </a:solidFill>
                        </a:rPr>
                        <a:t>OG</a:t>
                      </a:r>
                      <a:r>
                        <a:rPr lang="ko-KR" altLang="en-US" sz="800" b="0" dirty="0">
                          <a:solidFill>
                            <a:schemeClr val="tx1"/>
                          </a:solidFill>
                        </a:rPr>
                        <a:t> 사용여부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사용</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5296034"/>
                  </a:ext>
                </a:extLst>
              </a:tr>
            </a:tbl>
          </a:graphicData>
        </a:graphic>
      </p:graphicFrame>
      <p:sp>
        <p:nvSpPr>
          <p:cNvPr id="24" name="TextBox 23">
            <a:extLst>
              <a:ext uri="{FF2B5EF4-FFF2-40B4-BE49-F238E27FC236}">
                <a16:creationId xmlns:a16="http://schemas.microsoft.com/office/drawing/2014/main" id="{855BD9CD-1FC2-40B2-B75B-A9DDD4BE5A60}"/>
              </a:ext>
            </a:extLst>
          </p:cNvPr>
          <p:cNvSpPr txBox="1"/>
          <p:nvPr/>
        </p:nvSpPr>
        <p:spPr>
          <a:xfrm>
            <a:off x="1413475" y="5081471"/>
            <a:ext cx="3116559"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OG (</a:t>
            </a:r>
            <a:r>
              <a:rPr lang="ko-KR" altLang="en-US" sz="900" dirty="0">
                <a:latin typeface="맑은 고딕" panose="020B0503020000020004" pitchFamily="50" charset="-127"/>
                <a:ea typeface="맑은 고딕" panose="020B0503020000020004" pitchFamily="50" charset="-127"/>
              </a:rPr>
              <a:t>오픈 그래프</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TAG </a:t>
            </a:r>
            <a:r>
              <a:rPr lang="en-US" altLang="ko-KR" sz="700" dirty="0">
                <a:solidFill>
                  <a:srgbClr val="FF0000"/>
                </a:solidFill>
                <a:latin typeface="+mj-ea"/>
                <a:ea typeface="+mj-ea"/>
              </a:rPr>
              <a:t>( </a:t>
            </a:r>
            <a:r>
              <a:rPr lang="en-US" altLang="ko-KR" sz="700" i="0" dirty="0">
                <a:solidFill>
                  <a:srgbClr val="FF0000"/>
                </a:solidFill>
                <a:effectLst/>
                <a:latin typeface="+mj-ea"/>
                <a:ea typeface="+mj-ea"/>
              </a:rPr>
              <a:t>SNS</a:t>
            </a:r>
            <a:r>
              <a:rPr lang="ko-KR" altLang="en-US" sz="700" i="0" dirty="0">
                <a:solidFill>
                  <a:srgbClr val="FF0000"/>
                </a:solidFill>
                <a:effectLst/>
                <a:latin typeface="+mj-ea"/>
                <a:ea typeface="+mj-ea"/>
              </a:rPr>
              <a:t>에 게시되는데 최적화된 데이터 </a:t>
            </a:r>
            <a:r>
              <a:rPr lang="en-US" altLang="ko-KR" sz="700" i="0" dirty="0">
                <a:solidFill>
                  <a:srgbClr val="FF0000"/>
                </a:solidFill>
                <a:effectLst/>
                <a:latin typeface="+mj-ea"/>
                <a:ea typeface="+mj-ea"/>
              </a:rPr>
              <a:t>)</a:t>
            </a:r>
            <a:r>
              <a:rPr lang="ko-KR" altLang="en-US" sz="700" dirty="0">
                <a:solidFill>
                  <a:srgbClr val="FF0000"/>
                </a:solidFill>
                <a:latin typeface="+mj-ea"/>
                <a:ea typeface="+mj-ea"/>
              </a:rPr>
              <a:t> </a:t>
            </a:r>
          </a:p>
        </p:txBody>
      </p:sp>
      <p:graphicFrame>
        <p:nvGraphicFramePr>
          <p:cNvPr id="28" name="표 27">
            <a:extLst>
              <a:ext uri="{FF2B5EF4-FFF2-40B4-BE49-F238E27FC236}">
                <a16:creationId xmlns:a16="http://schemas.microsoft.com/office/drawing/2014/main" id="{5A3B5275-B3AD-45F9-A9AF-7B19801F8090}"/>
              </a:ext>
            </a:extLst>
          </p:cNvPr>
          <p:cNvGraphicFramePr>
            <a:graphicFrameLocks noGrp="1"/>
          </p:cNvGraphicFramePr>
          <p:nvPr>
            <p:extLst>
              <p:ext uri="{D42A27DB-BD31-4B8C-83A1-F6EECF244321}">
                <p14:modId xmlns:p14="http://schemas.microsoft.com/office/powerpoint/2010/main" val="2787631523"/>
              </p:ext>
            </p:extLst>
          </p:nvPr>
        </p:nvGraphicFramePr>
        <p:xfrm>
          <a:off x="1489779" y="6084448"/>
          <a:ext cx="7685972" cy="213360"/>
        </p:xfrm>
        <a:graphic>
          <a:graphicData uri="http://schemas.openxmlformats.org/drawingml/2006/table">
            <a:tbl>
              <a:tblPr firstRow="1" bandRow="1">
                <a:tableStyleId>{5C22544A-7EE6-4342-B048-85BDC9FD1C3A}</a:tableStyleId>
              </a:tblPr>
              <a:tblGrid>
                <a:gridCol w="1285171">
                  <a:extLst>
                    <a:ext uri="{9D8B030D-6E8A-4147-A177-3AD203B41FA5}">
                      <a16:colId xmlns:a16="http://schemas.microsoft.com/office/drawing/2014/main" val="20000"/>
                    </a:ext>
                  </a:extLst>
                </a:gridCol>
                <a:gridCol w="6400801">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자사 </a:t>
                      </a:r>
                      <a:r>
                        <a:rPr lang="en-US" altLang="ko-KR" sz="800" b="0" dirty="0">
                          <a:solidFill>
                            <a:schemeClr val="tx1"/>
                          </a:solidFill>
                        </a:rPr>
                        <a:t>PG </a:t>
                      </a:r>
                      <a:r>
                        <a:rPr lang="ko-KR" altLang="en-US" sz="800" b="0" dirty="0">
                          <a:solidFill>
                            <a:schemeClr val="tx1"/>
                          </a:solidFill>
                        </a:rPr>
                        <a:t>사용여부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미사용   ○ 사용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sp>
        <p:nvSpPr>
          <p:cNvPr id="29" name="TextBox 28">
            <a:extLst>
              <a:ext uri="{FF2B5EF4-FFF2-40B4-BE49-F238E27FC236}">
                <a16:creationId xmlns:a16="http://schemas.microsoft.com/office/drawing/2014/main" id="{BAD745AB-A156-407B-AD76-58AE3E34B855}"/>
              </a:ext>
            </a:extLst>
          </p:cNvPr>
          <p:cNvSpPr txBox="1"/>
          <p:nvPr/>
        </p:nvSpPr>
        <p:spPr>
          <a:xfrm>
            <a:off x="1413475" y="5856933"/>
            <a:ext cx="5001690"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Shop </a:t>
            </a:r>
            <a:r>
              <a:rPr lang="ko-KR" altLang="en-US" sz="900" dirty="0">
                <a:latin typeface="맑은 고딕" panose="020B0503020000020004" pitchFamily="50" charset="-127"/>
                <a:ea typeface="맑은 고딕" panose="020B0503020000020004" pitchFamily="50" charset="-127"/>
              </a:rPr>
              <a:t>채널 </a:t>
            </a:r>
            <a:r>
              <a:rPr lang="en-US" altLang="ko-KR" sz="900" dirty="0">
                <a:latin typeface="맑은 고딕" panose="020B0503020000020004" pitchFamily="50" charset="-127"/>
                <a:ea typeface="맑은 고딕" panose="020B0503020000020004" pitchFamily="50" charset="-127"/>
              </a:rPr>
              <a:t>PG </a:t>
            </a:r>
            <a:r>
              <a:rPr lang="ko-KR" altLang="en-US" sz="900" dirty="0">
                <a:latin typeface="맑은 고딕" panose="020B0503020000020004" pitchFamily="50" charset="-127"/>
                <a:ea typeface="맑은 고딕" panose="020B0503020000020004" pitchFamily="50" charset="-127"/>
              </a:rPr>
              <a:t>정보 </a:t>
            </a:r>
            <a:r>
              <a:rPr lang="en-US" altLang="ko-KR" sz="700" dirty="0">
                <a:solidFill>
                  <a:srgbClr val="FF0000"/>
                </a:solidFill>
                <a:latin typeface="+mj-ea"/>
                <a:ea typeface="+mj-ea"/>
              </a:rPr>
              <a:t>( </a:t>
            </a:r>
            <a:r>
              <a:rPr lang="ko-KR" altLang="en-US" sz="700" i="0" dirty="0">
                <a:solidFill>
                  <a:srgbClr val="FF0000"/>
                </a:solidFill>
                <a:effectLst/>
                <a:latin typeface="+mj-ea"/>
                <a:ea typeface="+mj-ea"/>
              </a:rPr>
              <a:t>자사 </a:t>
            </a:r>
            <a:r>
              <a:rPr lang="en-US" altLang="ko-KR" sz="700" i="0" dirty="0">
                <a:solidFill>
                  <a:srgbClr val="FF0000"/>
                </a:solidFill>
                <a:effectLst/>
                <a:latin typeface="+mj-ea"/>
                <a:ea typeface="+mj-ea"/>
              </a:rPr>
              <a:t>PG</a:t>
            </a:r>
            <a:r>
              <a:rPr lang="ko-KR" altLang="en-US" sz="700" i="0" dirty="0">
                <a:solidFill>
                  <a:srgbClr val="FF0000"/>
                </a:solidFill>
                <a:effectLst/>
                <a:latin typeface="+mj-ea"/>
                <a:ea typeface="+mj-ea"/>
              </a:rPr>
              <a:t>를 사용하는 경우 자사물품 판매만 가능하며</a:t>
            </a:r>
            <a:r>
              <a:rPr lang="en-US" altLang="ko-KR" sz="700" i="0" dirty="0">
                <a:solidFill>
                  <a:srgbClr val="FF0000"/>
                </a:solidFill>
                <a:effectLst/>
                <a:latin typeface="+mj-ea"/>
                <a:ea typeface="+mj-ea"/>
              </a:rPr>
              <a:t>, </a:t>
            </a:r>
            <a:r>
              <a:rPr lang="ko-KR" altLang="en-US" sz="700" i="0" dirty="0">
                <a:solidFill>
                  <a:srgbClr val="FF0000"/>
                </a:solidFill>
                <a:effectLst/>
                <a:latin typeface="+mj-ea"/>
                <a:ea typeface="+mj-ea"/>
              </a:rPr>
              <a:t>적립 포인트 제공이 불가능합니다 </a:t>
            </a:r>
            <a:r>
              <a:rPr lang="en-US" altLang="ko-KR" sz="700" i="0" dirty="0">
                <a:solidFill>
                  <a:srgbClr val="FF0000"/>
                </a:solidFill>
                <a:effectLst/>
                <a:latin typeface="+mj-ea"/>
                <a:ea typeface="+mj-ea"/>
              </a:rPr>
              <a:t>)</a:t>
            </a:r>
            <a:r>
              <a:rPr lang="ko-KR" altLang="en-US" sz="700" dirty="0">
                <a:solidFill>
                  <a:srgbClr val="FF0000"/>
                </a:solidFill>
                <a:latin typeface="+mj-ea"/>
                <a:ea typeface="+mj-ea"/>
              </a:rPr>
              <a:t> </a:t>
            </a:r>
            <a:endParaRPr lang="ko-KR" altLang="en-US" sz="700" dirty="0"/>
          </a:p>
        </p:txBody>
      </p:sp>
      <p:graphicFrame>
        <p:nvGraphicFramePr>
          <p:cNvPr id="25" name="표 24">
            <a:extLst>
              <a:ext uri="{FF2B5EF4-FFF2-40B4-BE49-F238E27FC236}">
                <a16:creationId xmlns:a16="http://schemas.microsoft.com/office/drawing/2014/main" id="{8340DC27-4288-46FC-A2F4-D60F0B3335D8}"/>
              </a:ext>
            </a:extLst>
          </p:cNvPr>
          <p:cNvGraphicFramePr>
            <a:graphicFrameLocks noGrp="1"/>
          </p:cNvGraphicFramePr>
          <p:nvPr>
            <p:extLst>
              <p:ext uri="{D42A27DB-BD31-4B8C-83A1-F6EECF244321}">
                <p14:modId xmlns:p14="http://schemas.microsoft.com/office/powerpoint/2010/main" val="1368303552"/>
              </p:ext>
            </p:extLst>
          </p:nvPr>
        </p:nvGraphicFramePr>
        <p:xfrm>
          <a:off x="1471832" y="4667854"/>
          <a:ext cx="7703919" cy="213360"/>
        </p:xfrm>
        <a:graphic>
          <a:graphicData uri="http://schemas.openxmlformats.org/drawingml/2006/table">
            <a:tbl>
              <a:tblPr firstRow="1" bandRow="1">
                <a:tableStyleId>{5C22544A-7EE6-4342-B048-85BDC9FD1C3A}</a:tableStyleId>
              </a:tblPr>
              <a:tblGrid>
                <a:gridCol w="1303118">
                  <a:extLst>
                    <a:ext uri="{9D8B030D-6E8A-4147-A177-3AD203B41FA5}">
                      <a16:colId xmlns:a16="http://schemas.microsoft.com/office/drawing/2014/main" val="20000"/>
                    </a:ext>
                  </a:extLst>
                </a:gridCol>
                <a:gridCol w="6400801">
                  <a:extLst>
                    <a:ext uri="{9D8B030D-6E8A-4147-A177-3AD203B41FA5}">
                      <a16:colId xmlns:a16="http://schemas.microsoft.com/office/drawing/2014/main" val="20001"/>
                    </a:ext>
                  </a:extLst>
                </a:gridCol>
              </a:tblGrid>
              <a:tr h="197387">
                <a:tc>
                  <a:txBody>
                    <a:bodyPr/>
                    <a:lstStyle/>
                    <a:p>
                      <a:pPr latinLnBrk="1"/>
                      <a:r>
                        <a:rPr lang="ko-KR" altLang="en-US" sz="800" b="0" dirty="0" err="1">
                          <a:solidFill>
                            <a:schemeClr val="tx1"/>
                          </a:solidFill>
                        </a:rPr>
                        <a:t>문자알림여부</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사용</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5296034"/>
                  </a:ext>
                </a:extLst>
              </a:tr>
            </a:tbl>
          </a:graphicData>
        </a:graphic>
      </p:graphicFrame>
      <p:sp>
        <p:nvSpPr>
          <p:cNvPr id="26" name="TextBox 25">
            <a:extLst>
              <a:ext uri="{FF2B5EF4-FFF2-40B4-BE49-F238E27FC236}">
                <a16:creationId xmlns:a16="http://schemas.microsoft.com/office/drawing/2014/main" id="{EE77B47B-A6AE-498C-8D37-2FC90CF624EB}"/>
              </a:ext>
            </a:extLst>
          </p:cNvPr>
          <p:cNvSpPr txBox="1"/>
          <p:nvPr/>
        </p:nvSpPr>
        <p:spPr>
          <a:xfrm>
            <a:off x="1413475" y="4407688"/>
            <a:ext cx="3849131"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구매상황 </a:t>
            </a:r>
            <a:r>
              <a:rPr lang="ko-KR" altLang="en-US" sz="900" dirty="0" err="1">
                <a:latin typeface="맑은 고딕" panose="020B0503020000020004" pitchFamily="50" charset="-127"/>
                <a:ea typeface="맑은 고딕" panose="020B0503020000020004" pitchFamily="50" charset="-127"/>
              </a:rPr>
              <a:t>문자알림</a:t>
            </a:r>
            <a:r>
              <a:rPr lang="en-US" altLang="ko-KR" sz="900" dirty="0">
                <a:latin typeface="맑은 고딕" panose="020B0503020000020004" pitchFamily="50" charset="-127"/>
                <a:ea typeface="맑은 고딕" panose="020B0503020000020004" pitchFamily="50" charset="-127"/>
              </a:rPr>
              <a:t> </a:t>
            </a:r>
            <a:r>
              <a:rPr lang="en-US" altLang="ko-KR" sz="700" dirty="0">
                <a:solidFill>
                  <a:srgbClr val="FF0000"/>
                </a:solidFill>
                <a:latin typeface="+mj-ea"/>
                <a:ea typeface="+mj-ea"/>
              </a:rPr>
              <a:t>( </a:t>
            </a:r>
            <a:r>
              <a:rPr lang="ko-KR" altLang="en-US" sz="700" dirty="0">
                <a:solidFill>
                  <a:srgbClr val="FF0000"/>
                </a:solidFill>
                <a:latin typeface="+mj-ea"/>
                <a:ea typeface="+mj-ea"/>
              </a:rPr>
              <a:t>구매</a:t>
            </a:r>
            <a:r>
              <a:rPr lang="en-US" altLang="ko-KR" sz="700" dirty="0">
                <a:solidFill>
                  <a:srgbClr val="FF0000"/>
                </a:solidFill>
                <a:latin typeface="+mj-ea"/>
                <a:ea typeface="+mj-ea"/>
              </a:rPr>
              <a:t>, </a:t>
            </a:r>
            <a:r>
              <a:rPr lang="ko-KR" altLang="en-US" sz="700" dirty="0">
                <a:solidFill>
                  <a:srgbClr val="FF0000"/>
                </a:solidFill>
                <a:latin typeface="+mj-ea"/>
                <a:ea typeface="+mj-ea"/>
              </a:rPr>
              <a:t>배송 등 구매관련 문자사용여부 </a:t>
            </a:r>
            <a:r>
              <a:rPr lang="en-US" altLang="ko-KR" sz="700" dirty="0">
                <a:solidFill>
                  <a:srgbClr val="FF0000"/>
                </a:solidFill>
                <a:latin typeface="+mj-ea"/>
                <a:ea typeface="+mj-ea"/>
              </a:rPr>
              <a:t>– </a:t>
            </a:r>
            <a:r>
              <a:rPr lang="ko-KR" altLang="en-US" sz="700" dirty="0" err="1">
                <a:solidFill>
                  <a:srgbClr val="FF0000"/>
                </a:solidFill>
                <a:latin typeface="+mj-ea"/>
                <a:ea typeface="+mj-ea"/>
              </a:rPr>
              <a:t>정산시</a:t>
            </a:r>
            <a:r>
              <a:rPr lang="ko-KR" altLang="en-US" sz="700" dirty="0">
                <a:solidFill>
                  <a:srgbClr val="FF0000"/>
                </a:solidFill>
                <a:latin typeface="+mj-ea"/>
                <a:ea typeface="+mj-ea"/>
              </a:rPr>
              <a:t> 포인트 차감</a:t>
            </a:r>
            <a:r>
              <a:rPr lang="ko-KR" altLang="en-US" sz="700" i="0" dirty="0">
                <a:solidFill>
                  <a:srgbClr val="FF0000"/>
                </a:solidFill>
                <a:effectLst/>
                <a:latin typeface="+mj-ea"/>
                <a:ea typeface="+mj-ea"/>
              </a:rPr>
              <a:t> </a:t>
            </a:r>
            <a:r>
              <a:rPr lang="en-US" altLang="ko-KR" sz="700" i="0" dirty="0">
                <a:solidFill>
                  <a:srgbClr val="FF0000"/>
                </a:solidFill>
                <a:effectLst/>
                <a:latin typeface="+mj-ea"/>
                <a:ea typeface="+mj-ea"/>
              </a:rPr>
              <a:t>)</a:t>
            </a:r>
            <a:r>
              <a:rPr lang="ko-KR" altLang="en-US" sz="700" dirty="0">
                <a:solidFill>
                  <a:srgbClr val="FF0000"/>
                </a:solidFill>
                <a:latin typeface="+mj-ea"/>
                <a:ea typeface="+mj-ea"/>
              </a:rPr>
              <a:t> </a:t>
            </a:r>
          </a:p>
        </p:txBody>
      </p:sp>
    </p:spTree>
    <p:extLst>
      <p:ext uri="{BB962C8B-B14F-4D97-AF65-F5344CB8AC3E}">
        <p14:creationId xmlns:p14="http://schemas.microsoft.com/office/powerpoint/2010/main" val="1028585429"/>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a:extLst>
              <a:ext uri="{FF2B5EF4-FFF2-40B4-BE49-F238E27FC236}">
                <a16:creationId xmlns:a16="http://schemas.microsoft.com/office/drawing/2014/main" id="{D852E4DC-9680-47DE-9FC1-29D4CD9E222B}"/>
              </a:ext>
            </a:extLst>
          </p:cNvPr>
          <p:cNvSpPr txBox="1"/>
          <p:nvPr/>
        </p:nvSpPr>
        <p:spPr>
          <a:xfrm>
            <a:off x="6816354" y="861747"/>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7" name="TextBox 6">
            <a:extLst>
              <a:ext uri="{FF2B5EF4-FFF2-40B4-BE49-F238E27FC236}">
                <a16:creationId xmlns:a16="http://schemas.microsoft.com/office/drawing/2014/main" id="{79A34716-967C-4748-832E-9E74D9DECE44}"/>
              </a:ext>
            </a:extLst>
          </p:cNvPr>
          <p:cNvSpPr txBox="1"/>
          <p:nvPr/>
        </p:nvSpPr>
        <p:spPr>
          <a:xfrm>
            <a:off x="7970125" y="861747"/>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8" name="TextBox 7">
            <a:extLst>
              <a:ext uri="{FF2B5EF4-FFF2-40B4-BE49-F238E27FC236}">
                <a16:creationId xmlns:a16="http://schemas.microsoft.com/office/drawing/2014/main" id="{5FD5E22B-E123-404B-9D10-E612DBEF8B32}"/>
              </a:ext>
            </a:extLst>
          </p:cNvPr>
          <p:cNvSpPr txBox="1"/>
          <p:nvPr/>
        </p:nvSpPr>
        <p:spPr>
          <a:xfrm>
            <a:off x="8995395" y="861747"/>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9" name="TextBox 8">
            <a:extLst>
              <a:ext uri="{FF2B5EF4-FFF2-40B4-BE49-F238E27FC236}">
                <a16:creationId xmlns:a16="http://schemas.microsoft.com/office/drawing/2014/main" id="{7E285ABC-B7DD-434E-980C-F734A5A57283}"/>
              </a:ext>
            </a:extLst>
          </p:cNvPr>
          <p:cNvSpPr txBox="1"/>
          <p:nvPr/>
        </p:nvSpPr>
        <p:spPr>
          <a:xfrm>
            <a:off x="8743403" y="1504653"/>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
        <p:nvSpPr>
          <p:cNvPr id="10" name="TextBox 9">
            <a:extLst>
              <a:ext uri="{FF2B5EF4-FFF2-40B4-BE49-F238E27FC236}">
                <a16:creationId xmlns:a16="http://schemas.microsoft.com/office/drawing/2014/main" id="{2AF359A2-A647-408B-B3BF-BA866EFF081A}"/>
              </a:ext>
            </a:extLst>
          </p:cNvPr>
          <p:cNvSpPr txBox="1"/>
          <p:nvPr/>
        </p:nvSpPr>
        <p:spPr>
          <a:xfrm>
            <a:off x="9809193" y="1504653"/>
            <a:ext cx="251992" cy="230832"/>
          </a:xfrm>
          <a:prstGeom prst="rect">
            <a:avLst/>
          </a:prstGeom>
          <a:solidFill>
            <a:srgbClr val="FF0000"/>
          </a:solidFill>
        </p:spPr>
        <p:txBody>
          <a:bodyPr wrap="none" rtlCol="0">
            <a:spAutoFit/>
          </a:bodyPr>
          <a:lstStyle/>
          <a:p>
            <a:r>
              <a:rPr lang="en-US" altLang="ko-KR" sz="900" b="1" dirty="0">
                <a:solidFill>
                  <a:schemeClr val="bg1"/>
                </a:solidFill>
              </a:rPr>
              <a:t>5</a:t>
            </a:r>
            <a:endParaRPr lang="ko-KR" altLang="en-US" sz="900" b="1" dirty="0">
              <a:solidFill>
                <a:schemeClr val="bg1"/>
              </a:solidFill>
            </a:endParaRPr>
          </a:p>
        </p:txBody>
      </p:sp>
      <p:graphicFrame>
        <p:nvGraphicFramePr>
          <p:cNvPr id="11" name="표 10">
            <a:extLst>
              <a:ext uri="{FF2B5EF4-FFF2-40B4-BE49-F238E27FC236}">
                <a16:creationId xmlns:a16="http://schemas.microsoft.com/office/drawing/2014/main" id="{9C578C4D-5CA9-46F5-8F82-4919FC2C50DD}"/>
              </a:ext>
            </a:extLst>
          </p:cNvPr>
          <p:cNvGraphicFramePr>
            <a:graphicFrameLocks noGrp="1"/>
          </p:cNvGraphicFramePr>
          <p:nvPr>
            <p:extLst>
              <p:ext uri="{D42A27DB-BD31-4B8C-83A1-F6EECF244321}">
                <p14:modId xmlns:p14="http://schemas.microsoft.com/office/powerpoint/2010/main" val="340177195"/>
              </p:ext>
            </p:extLst>
          </p:nvPr>
        </p:nvGraphicFramePr>
        <p:xfrm>
          <a:off x="10171774" y="22159"/>
          <a:ext cx="1979018" cy="37348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RF-02-04-05</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 상세페이지</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판매상품 목록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상세화면에서 판매 상품을 표시하는 화면</a:t>
                      </a:r>
                      <a:endParaRPr lang="en-US" altLang="ko-KR" sz="800"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rgbClr val="FF0000"/>
                          </a:solidFill>
                        </a:rPr>
                        <a:t>* Shop</a:t>
                      </a:r>
                      <a:r>
                        <a:rPr lang="ko-KR" altLang="en-US" sz="800" dirty="0">
                          <a:solidFill>
                            <a:srgbClr val="FF0000"/>
                          </a:solidFill>
                        </a:rPr>
                        <a:t>채널이 자사 </a:t>
                      </a:r>
                      <a:r>
                        <a:rPr lang="en-US" altLang="ko-KR" sz="800" dirty="0">
                          <a:solidFill>
                            <a:srgbClr val="FF0000"/>
                          </a:solidFill>
                        </a:rPr>
                        <a:t>PG</a:t>
                      </a:r>
                      <a:r>
                        <a:rPr lang="ko-KR" altLang="en-US" sz="800" dirty="0">
                          <a:solidFill>
                            <a:srgbClr val="FF0000"/>
                          </a:solidFill>
                        </a:rPr>
                        <a:t>를 사용하는 </a:t>
                      </a:r>
                      <a:r>
                        <a:rPr lang="en-US" altLang="ko-KR" sz="800" dirty="0">
                          <a:solidFill>
                            <a:srgbClr val="FF0000"/>
                          </a:solidFill>
                        </a:rPr>
                        <a:t>Shop</a:t>
                      </a:r>
                      <a:r>
                        <a:rPr lang="ko-KR" altLang="en-US" sz="800" dirty="0">
                          <a:solidFill>
                            <a:srgbClr val="FF0000"/>
                          </a:solidFill>
                        </a:rPr>
                        <a:t>채널일 경우에는 판매할 수 있는 상품은 자사 상품밖에 없고</a:t>
                      </a:r>
                      <a:r>
                        <a:rPr lang="en-US" altLang="ko-KR" sz="800" dirty="0">
                          <a:solidFill>
                            <a:srgbClr val="FF0000"/>
                          </a:solidFill>
                        </a:rPr>
                        <a:t>, </a:t>
                      </a:r>
                      <a:r>
                        <a:rPr lang="ko-KR" altLang="en-US" sz="800" dirty="0">
                          <a:solidFill>
                            <a:srgbClr val="FF0000"/>
                          </a:solidFill>
                        </a:rPr>
                        <a:t>제공포인트 이용이 불가하다</a:t>
                      </a:r>
                      <a:r>
                        <a:rPr lang="en-US" altLang="ko-KR" sz="800" dirty="0">
                          <a:solidFill>
                            <a:srgbClr val="FF0000"/>
                          </a:solidFill>
                        </a:rPr>
                        <a:t>.</a:t>
                      </a:r>
                      <a:endParaRPr lang="ko-KR" altLang="en-US" sz="800" dirty="0">
                        <a:solidFill>
                          <a:srgbClr val="FF0000"/>
                        </a:solidFill>
                      </a:endParaRP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938646197"/>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판매 상품 목록으로 이동</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판매중지 상품 목록 </a:t>
                      </a:r>
                      <a:r>
                        <a:rPr lang="en-US" altLang="ko-KR" sz="800" dirty="0"/>
                        <a:t>RF-02-04-05-1</a:t>
                      </a:r>
                      <a:r>
                        <a:rPr lang="ko-KR" altLang="en-US" sz="800" b="0" dirty="0">
                          <a:solidFill>
                            <a:schemeClr val="tx1"/>
                          </a:solidFill>
                        </a:rPr>
                        <a:t> 으로 이동</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55419683"/>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판매 상품 추가 화면 생성</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RF-02-04-05-2</a:t>
                      </a:r>
                      <a:r>
                        <a:rPr lang="ko-KR" altLang="en-US" sz="800" baseline="0" dirty="0"/>
                        <a:t> 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963232206"/>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판매 </a:t>
                      </a:r>
                      <a:r>
                        <a:rPr lang="ko-KR" altLang="en-US" sz="800" b="0" baseline="0" dirty="0">
                          <a:solidFill>
                            <a:schemeClr val="tx1"/>
                          </a:solidFill>
                        </a:rPr>
                        <a:t>상품 정보 화면 생성</a:t>
                      </a:r>
                      <a:br>
                        <a:rPr lang="en-US" altLang="ko-KR" sz="800" b="0" baseline="0" dirty="0">
                          <a:solidFill>
                            <a:schemeClr val="tx1"/>
                          </a:solidFill>
                        </a:rPr>
                      </a:br>
                      <a:r>
                        <a:rPr lang="en-US" altLang="ko-KR" sz="800" dirty="0"/>
                        <a:t>RF-02-04-05-10</a:t>
                      </a:r>
                      <a:r>
                        <a:rPr lang="en-US" altLang="ko-KR" sz="800" b="0" baseline="0" dirty="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244951557"/>
                  </a:ext>
                </a:extLst>
              </a:tr>
              <a:tr h="140746">
                <a:tc>
                  <a:txBody>
                    <a:bodyPr/>
                    <a:lstStyle/>
                    <a:p>
                      <a:pPr algn="ctr" latinLnBrk="1"/>
                      <a:r>
                        <a:rPr lang="en-US" altLang="ko-KR" sz="800" dirty="0"/>
                        <a:t>5</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상품을 판매중지 상태로 변경</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026295917"/>
                  </a:ext>
                </a:extLst>
              </a:tr>
            </a:tbl>
          </a:graphicData>
        </a:graphic>
      </p:graphicFrame>
    </p:spTree>
    <p:extLst>
      <p:ext uri="{BB962C8B-B14F-4D97-AF65-F5344CB8AC3E}">
        <p14:creationId xmlns:p14="http://schemas.microsoft.com/office/powerpoint/2010/main" val="1444272919"/>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B3C960D6-7F52-4810-A4B1-FBB33701058C}"/>
              </a:ext>
            </a:extLst>
          </p:cNvPr>
          <p:cNvSpPr txBox="1"/>
          <p:nvPr/>
        </p:nvSpPr>
        <p:spPr>
          <a:xfrm>
            <a:off x="9819946" y="1491534"/>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graphicFrame>
        <p:nvGraphicFramePr>
          <p:cNvPr id="3" name="표 2">
            <a:extLst>
              <a:ext uri="{FF2B5EF4-FFF2-40B4-BE49-F238E27FC236}">
                <a16:creationId xmlns:a16="http://schemas.microsoft.com/office/drawing/2014/main" id="{B606F889-4AE4-4E52-B5AC-B8A86C680C9A}"/>
              </a:ext>
            </a:extLst>
          </p:cNvPr>
          <p:cNvGraphicFramePr>
            <a:graphicFrameLocks noGrp="1"/>
          </p:cNvGraphicFramePr>
          <p:nvPr>
            <p:extLst>
              <p:ext uri="{D42A27DB-BD31-4B8C-83A1-F6EECF244321}">
                <p14:modId xmlns:p14="http://schemas.microsoft.com/office/powerpoint/2010/main" val="2971968045"/>
              </p:ext>
            </p:extLst>
          </p:nvPr>
        </p:nvGraphicFramePr>
        <p:xfrm>
          <a:off x="10171774" y="22159"/>
          <a:ext cx="1979018" cy="214987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RF-02-04-05-1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 상세페이지</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판매중지상품 목록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상세화면에서 판매중지상품을 표시하는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521828652"/>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상품을 판매 상품으로 상태를 변경</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Tree>
    <p:extLst>
      <p:ext uri="{BB962C8B-B14F-4D97-AF65-F5344CB8AC3E}">
        <p14:creationId xmlns:p14="http://schemas.microsoft.com/office/powerpoint/2010/main" val="4249885152"/>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Box 6">
            <a:extLst>
              <a:ext uri="{FF2B5EF4-FFF2-40B4-BE49-F238E27FC236}">
                <a16:creationId xmlns:a16="http://schemas.microsoft.com/office/drawing/2014/main" id="{D8606B51-8127-448E-AB7A-3831B0A27C93}"/>
              </a:ext>
            </a:extLst>
          </p:cNvPr>
          <p:cNvSpPr txBox="1"/>
          <p:nvPr/>
        </p:nvSpPr>
        <p:spPr>
          <a:xfrm>
            <a:off x="9488552" y="686948"/>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8" name="직사각형 7">
            <a:extLst>
              <a:ext uri="{FF2B5EF4-FFF2-40B4-BE49-F238E27FC236}">
                <a16:creationId xmlns:a16="http://schemas.microsoft.com/office/drawing/2014/main" id="{69A6A153-F614-43AE-AD41-E930A62B7504}"/>
              </a:ext>
            </a:extLst>
          </p:cNvPr>
          <p:cNvSpPr/>
          <p:nvPr/>
        </p:nvSpPr>
        <p:spPr>
          <a:xfrm>
            <a:off x="446946" y="1450966"/>
            <a:ext cx="9226755" cy="5295005"/>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aphicFrame>
        <p:nvGraphicFramePr>
          <p:cNvPr id="9" name="표 5">
            <a:extLst>
              <a:ext uri="{FF2B5EF4-FFF2-40B4-BE49-F238E27FC236}">
                <a16:creationId xmlns:a16="http://schemas.microsoft.com/office/drawing/2014/main" id="{1DEE8F42-C44D-4474-8B6C-77D7A8083A4E}"/>
              </a:ext>
            </a:extLst>
          </p:cNvPr>
          <p:cNvGraphicFramePr>
            <a:graphicFrameLocks noGrp="1"/>
          </p:cNvGraphicFramePr>
          <p:nvPr>
            <p:extLst>
              <p:ext uri="{D42A27DB-BD31-4B8C-83A1-F6EECF244321}">
                <p14:modId xmlns:p14="http://schemas.microsoft.com/office/powerpoint/2010/main" val="4125490219"/>
              </p:ext>
            </p:extLst>
          </p:nvPr>
        </p:nvGraphicFramePr>
        <p:xfrm>
          <a:off x="607808" y="1858286"/>
          <a:ext cx="8880744" cy="243840"/>
        </p:xfrm>
        <a:graphic>
          <a:graphicData uri="http://schemas.openxmlformats.org/drawingml/2006/table">
            <a:tbl>
              <a:tblPr firstRow="1" bandRow="1">
                <a:tableStyleId>{5940675A-B579-460E-94D1-54222C63F5DA}</a:tableStyleId>
              </a:tblPr>
              <a:tblGrid>
                <a:gridCol w="2960248">
                  <a:extLst>
                    <a:ext uri="{9D8B030D-6E8A-4147-A177-3AD203B41FA5}">
                      <a16:colId xmlns:a16="http://schemas.microsoft.com/office/drawing/2014/main" val="3230482263"/>
                    </a:ext>
                  </a:extLst>
                </a:gridCol>
                <a:gridCol w="2960248">
                  <a:extLst>
                    <a:ext uri="{9D8B030D-6E8A-4147-A177-3AD203B41FA5}">
                      <a16:colId xmlns:a16="http://schemas.microsoft.com/office/drawing/2014/main" val="3730242496"/>
                    </a:ext>
                  </a:extLst>
                </a:gridCol>
                <a:gridCol w="2960248">
                  <a:extLst>
                    <a:ext uri="{9D8B030D-6E8A-4147-A177-3AD203B41FA5}">
                      <a16:colId xmlns:a16="http://schemas.microsoft.com/office/drawing/2014/main" val="844434264"/>
                    </a:ext>
                  </a:extLst>
                </a:gridCol>
              </a:tblGrid>
              <a:tr h="204698">
                <a:tc>
                  <a:txBody>
                    <a:bodyPr/>
                    <a:lstStyle/>
                    <a:p>
                      <a:pPr algn="ctr" latinLnBrk="1"/>
                      <a:r>
                        <a:rPr lang="ko-KR" altLang="en-US" sz="1000" b="1" dirty="0">
                          <a:solidFill>
                            <a:schemeClr val="bg1"/>
                          </a:solidFill>
                        </a:rPr>
                        <a:t>자사상품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1000" dirty="0"/>
                        <a:t>공유상품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1000" dirty="0" err="1"/>
                        <a:t>제휴상품</a:t>
                      </a:r>
                      <a:endParaRPr lang="ko-KR" altLang="en-US" sz="10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226348592"/>
                  </a:ext>
                </a:extLst>
              </a:tr>
            </a:tbl>
          </a:graphicData>
        </a:graphic>
      </p:graphicFrame>
      <p:sp>
        <p:nvSpPr>
          <p:cNvPr id="10" name="직사각형 9">
            <a:extLst>
              <a:ext uri="{FF2B5EF4-FFF2-40B4-BE49-F238E27FC236}">
                <a16:creationId xmlns:a16="http://schemas.microsoft.com/office/drawing/2014/main" id="{9D18B4E4-113A-459C-9F56-5E04C398DC7B}"/>
              </a:ext>
            </a:extLst>
          </p:cNvPr>
          <p:cNvSpPr/>
          <p:nvPr/>
        </p:nvSpPr>
        <p:spPr>
          <a:xfrm>
            <a:off x="1681166" y="2373930"/>
            <a:ext cx="6837869" cy="18024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graphicFrame>
        <p:nvGraphicFramePr>
          <p:cNvPr id="11" name="표 63">
            <a:extLst>
              <a:ext uri="{FF2B5EF4-FFF2-40B4-BE49-F238E27FC236}">
                <a16:creationId xmlns:a16="http://schemas.microsoft.com/office/drawing/2014/main" id="{7E480E4A-1DF6-4463-9188-DD978EEE6496}"/>
              </a:ext>
            </a:extLst>
          </p:cNvPr>
          <p:cNvGraphicFramePr>
            <a:graphicFrameLocks noGrp="1"/>
          </p:cNvGraphicFramePr>
          <p:nvPr/>
        </p:nvGraphicFramePr>
        <p:xfrm>
          <a:off x="633670" y="2340542"/>
          <a:ext cx="8854882" cy="733755"/>
        </p:xfrm>
        <a:graphic>
          <a:graphicData uri="http://schemas.openxmlformats.org/drawingml/2006/table">
            <a:tbl>
              <a:tblPr firstRow="1" bandRow="1">
                <a:tableStyleId>{5940675A-B579-460E-94D1-54222C63F5DA}</a:tableStyleId>
              </a:tblPr>
              <a:tblGrid>
                <a:gridCol w="981985">
                  <a:extLst>
                    <a:ext uri="{9D8B030D-6E8A-4147-A177-3AD203B41FA5}">
                      <a16:colId xmlns:a16="http://schemas.microsoft.com/office/drawing/2014/main" val="3701388552"/>
                    </a:ext>
                  </a:extLst>
                </a:gridCol>
                <a:gridCol w="7872897">
                  <a:extLst>
                    <a:ext uri="{9D8B030D-6E8A-4147-A177-3AD203B41FA5}">
                      <a16:colId xmlns:a16="http://schemas.microsoft.com/office/drawing/2014/main" val="339215266"/>
                    </a:ext>
                  </a:extLst>
                </a:gridCol>
              </a:tblGrid>
              <a:tr h="244585">
                <a:tc>
                  <a:txBody>
                    <a:bodyPr/>
                    <a:lstStyle/>
                    <a:p>
                      <a:pPr latinLnBrk="1"/>
                      <a:r>
                        <a:rPr lang="ko-KR" altLang="en-US" sz="900" dirty="0"/>
                        <a:t>상품명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244585">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900" dirty="0"/>
                        <a:t>상품분류</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90206176"/>
                  </a:ext>
                </a:extLst>
              </a:tr>
              <a:tr h="244585">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12" name="직사각형 11">
            <a:extLst>
              <a:ext uri="{FF2B5EF4-FFF2-40B4-BE49-F238E27FC236}">
                <a16:creationId xmlns:a16="http://schemas.microsoft.com/office/drawing/2014/main" id="{18B87FD5-B185-4308-A24A-93BFE897C762}"/>
              </a:ext>
            </a:extLst>
          </p:cNvPr>
          <p:cNvSpPr/>
          <p:nvPr/>
        </p:nvSpPr>
        <p:spPr>
          <a:xfrm>
            <a:off x="8735933" y="2853375"/>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pic>
        <p:nvPicPr>
          <p:cNvPr id="13" name="Picture 2">
            <a:extLst>
              <a:ext uri="{FF2B5EF4-FFF2-40B4-BE49-F238E27FC236}">
                <a16:creationId xmlns:a16="http://schemas.microsoft.com/office/drawing/2014/main" id="{A2B6AF9B-5A8B-4D79-B8E8-3349DC52DA8D}"/>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825043" y="5516865"/>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4" name="TextBox 13">
            <a:extLst>
              <a:ext uri="{FF2B5EF4-FFF2-40B4-BE49-F238E27FC236}">
                <a16:creationId xmlns:a16="http://schemas.microsoft.com/office/drawing/2014/main" id="{434869E8-276C-4E7A-8582-7E317B42BE54}"/>
              </a:ext>
            </a:extLst>
          </p:cNvPr>
          <p:cNvSpPr txBox="1"/>
          <p:nvPr/>
        </p:nvSpPr>
        <p:spPr>
          <a:xfrm>
            <a:off x="553273" y="3316847"/>
            <a:ext cx="2530203" cy="215444"/>
          </a:xfrm>
          <a:prstGeom prst="rect">
            <a:avLst/>
          </a:prstGeom>
          <a:noFill/>
        </p:spPr>
        <p:txBody>
          <a:bodyPr wrap="square" rtlCol="0">
            <a:spAutoFit/>
          </a:bodyPr>
          <a:lstStyle/>
          <a:p>
            <a:r>
              <a:rPr lang="ko-KR" altLang="en-US" sz="800" b="1" dirty="0">
                <a:latin typeface="맑은 고딕" panose="020B0503020000020004" pitchFamily="50" charset="-127"/>
              </a:rPr>
              <a:t>■ </a:t>
            </a:r>
            <a:r>
              <a:rPr lang="ko-KR" altLang="en-US" sz="800" b="1" dirty="0"/>
              <a:t>총 </a:t>
            </a:r>
            <a:r>
              <a:rPr lang="en-US" altLang="ko-KR" sz="800" b="1" dirty="0"/>
              <a:t>3 </a:t>
            </a:r>
            <a:r>
              <a:rPr lang="ko-KR" altLang="en-US" sz="800" b="1" dirty="0"/>
              <a:t>건</a:t>
            </a:r>
          </a:p>
        </p:txBody>
      </p:sp>
      <p:graphicFrame>
        <p:nvGraphicFramePr>
          <p:cNvPr id="15" name="표 14">
            <a:extLst>
              <a:ext uri="{FF2B5EF4-FFF2-40B4-BE49-F238E27FC236}">
                <a16:creationId xmlns:a16="http://schemas.microsoft.com/office/drawing/2014/main" id="{5B07A3CC-5415-4DFF-A828-69699C16EAAA}"/>
              </a:ext>
            </a:extLst>
          </p:cNvPr>
          <p:cNvGraphicFramePr>
            <a:graphicFrameLocks noGrp="1"/>
          </p:cNvGraphicFramePr>
          <p:nvPr>
            <p:extLst>
              <p:ext uri="{D42A27DB-BD31-4B8C-83A1-F6EECF244321}">
                <p14:modId xmlns:p14="http://schemas.microsoft.com/office/powerpoint/2010/main" val="343127847"/>
              </p:ext>
            </p:extLst>
          </p:nvPr>
        </p:nvGraphicFramePr>
        <p:xfrm>
          <a:off x="633670" y="3558480"/>
          <a:ext cx="8839315" cy="1514286"/>
        </p:xfrm>
        <a:graphic>
          <a:graphicData uri="http://schemas.openxmlformats.org/drawingml/2006/table">
            <a:tbl>
              <a:tblPr firstRow="1" bandRow="1">
                <a:tableStyleId>{5C22544A-7EE6-4342-B048-85BDC9FD1C3A}</a:tableStyleId>
              </a:tblPr>
              <a:tblGrid>
                <a:gridCol w="425604">
                  <a:extLst>
                    <a:ext uri="{9D8B030D-6E8A-4147-A177-3AD203B41FA5}">
                      <a16:colId xmlns:a16="http://schemas.microsoft.com/office/drawing/2014/main" val="20000"/>
                    </a:ext>
                  </a:extLst>
                </a:gridCol>
                <a:gridCol w="686187">
                  <a:extLst>
                    <a:ext uri="{9D8B030D-6E8A-4147-A177-3AD203B41FA5}">
                      <a16:colId xmlns:a16="http://schemas.microsoft.com/office/drawing/2014/main" val="20002"/>
                    </a:ext>
                  </a:extLst>
                </a:gridCol>
                <a:gridCol w="3252084">
                  <a:extLst>
                    <a:ext uri="{9D8B030D-6E8A-4147-A177-3AD203B41FA5}">
                      <a16:colId xmlns:a16="http://schemas.microsoft.com/office/drawing/2014/main" val="20004"/>
                    </a:ext>
                  </a:extLst>
                </a:gridCol>
                <a:gridCol w="755373">
                  <a:extLst>
                    <a:ext uri="{9D8B030D-6E8A-4147-A177-3AD203B41FA5}">
                      <a16:colId xmlns:a16="http://schemas.microsoft.com/office/drawing/2014/main" val="1538783997"/>
                    </a:ext>
                  </a:extLst>
                </a:gridCol>
                <a:gridCol w="763326">
                  <a:extLst>
                    <a:ext uri="{9D8B030D-6E8A-4147-A177-3AD203B41FA5}">
                      <a16:colId xmlns:a16="http://schemas.microsoft.com/office/drawing/2014/main" val="2527584646"/>
                    </a:ext>
                  </a:extLst>
                </a:gridCol>
                <a:gridCol w="1224501">
                  <a:extLst>
                    <a:ext uri="{9D8B030D-6E8A-4147-A177-3AD203B41FA5}">
                      <a16:colId xmlns:a16="http://schemas.microsoft.com/office/drawing/2014/main" val="3237610251"/>
                    </a:ext>
                  </a:extLst>
                </a:gridCol>
                <a:gridCol w="715617">
                  <a:extLst>
                    <a:ext uri="{9D8B030D-6E8A-4147-A177-3AD203B41FA5}">
                      <a16:colId xmlns:a16="http://schemas.microsoft.com/office/drawing/2014/main" val="20006"/>
                    </a:ext>
                  </a:extLst>
                </a:gridCol>
                <a:gridCol w="1016623">
                  <a:extLst>
                    <a:ext uri="{9D8B030D-6E8A-4147-A177-3AD203B41FA5}">
                      <a16:colId xmlns:a16="http://schemas.microsoft.com/office/drawing/2014/main" val="20008"/>
                    </a:ext>
                  </a:extLst>
                </a:gridCol>
              </a:tblGrid>
              <a:tr h="0">
                <a:tc>
                  <a:txBody>
                    <a:bodyPr/>
                    <a:lstStyle/>
                    <a:p>
                      <a:pPr algn="ctr" latinLnBrk="1"/>
                      <a:r>
                        <a:rPr lang="ko-KR" altLang="en-US" sz="800" b="0" dirty="0">
                          <a:solidFill>
                            <a:schemeClr val="tx1"/>
                          </a:solidFill>
                        </a:rPr>
                        <a:t>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판매형태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재고</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상품추가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a20112</a:t>
                      </a:r>
                      <a:endParaRPr lang="ko-KR" altLang="en-US" sz="800" b="0" dirty="0">
                        <a:solidFill>
                          <a:schemeClr val="tx1"/>
                        </a:solidFill>
                      </a:endParaRPr>
                    </a:p>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baseline="0" dirty="0">
                        <a:solidFill>
                          <a:schemeClr val="tx1"/>
                        </a:solidFill>
                      </a:endParaRPr>
                    </a:p>
                    <a:p>
                      <a:pPr algn="l" latinLnBrk="1">
                        <a:lnSpc>
                          <a:spcPct val="150000"/>
                        </a:lnSpc>
                      </a:pP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a:solidFill>
                            <a:schemeClr val="tx1"/>
                          </a:solidFill>
                        </a:rPr>
                        <a:t>판매</a:t>
                      </a: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a:solidFill>
                            <a:schemeClr val="tx1"/>
                          </a:solidFill>
                        </a:rPr>
                        <a:t>상품판매</a:t>
                      </a: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err="1">
                          <a:solidFill>
                            <a:schemeClr val="tx1"/>
                          </a:solidFill>
                        </a:rPr>
                        <a:t>수량제한없음</a:t>
                      </a: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1,000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a20393</a:t>
                      </a:r>
                      <a:endParaRPr lang="ko-KR" altLang="en-US" sz="800" b="0" dirty="0">
                        <a:solidFill>
                          <a:schemeClr val="tx1"/>
                        </a:solidFill>
                      </a:endParaRPr>
                    </a:p>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a:solidFill>
                            <a:schemeClr val="tx1"/>
                          </a:solidFill>
                        </a:rPr>
                        <a:t>상품판매</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10,000 </a:t>
                      </a:r>
                      <a:r>
                        <a:rPr lang="ko-KR" altLang="en-US" sz="800" b="0" dirty="0">
                          <a:solidFill>
                            <a:schemeClr val="tx1"/>
                          </a:solidFill>
                        </a:rPr>
                        <a:t>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a22333</a:t>
                      </a:r>
                      <a:endParaRPr lang="ko-KR" altLang="en-US" sz="800" b="0" dirty="0">
                        <a:solidFill>
                          <a:schemeClr val="tx1"/>
                        </a:solidFill>
                      </a:endParaRPr>
                    </a:p>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a:solidFill>
                            <a:schemeClr val="tx1"/>
                          </a:solidFill>
                        </a:rPr>
                        <a:t>상품판매</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500,000 </a:t>
                      </a:r>
                      <a:r>
                        <a:rPr lang="ko-KR" altLang="en-US" sz="800" b="0" dirty="0">
                          <a:solidFill>
                            <a:schemeClr val="tx1"/>
                          </a:solidFill>
                        </a:rPr>
                        <a:t>개</a:t>
                      </a:r>
                      <a:br>
                        <a:rPr lang="en-US" altLang="ko-KR" sz="800" b="0" dirty="0">
                          <a:solidFill>
                            <a:schemeClr val="tx1"/>
                          </a:solidFill>
                        </a:rPr>
                      </a:br>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4,000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grpSp>
        <p:nvGrpSpPr>
          <p:cNvPr id="16" name="그룹 15">
            <a:extLst>
              <a:ext uri="{FF2B5EF4-FFF2-40B4-BE49-F238E27FC236}">
                <a16:creationId xmlns:a16="http://schemas.microsoft.com/office/drawing/2014/main" id="{FC5F2AFC-CFE6-4259-BAC8-F3276824B7F3}"/>
              </a:ext>
            </a:extLst>
          </p:cNvPr>
          <p:cNvGrpSpPr/>
          <p:nvPr/>
        </p:nvGrpSpPr>
        <p:grpSpPr>
          <a:xfrm>
            <a:off x="1807910" y="3779256"/>
            <a:ext cx="2414204" cy="437877"/>
            <a:chOff x="-8060062" y="3437238"/>
            <a:chExt cx="2414204" cy="437877"/>
          </a:xfrm>
        </p:grpSpPr>
        <p:grpSp>
          <p:nvGrpSpPr>
            <p:cNvPr id="17" name="그룹 16">
              <a:extLst>
                <a:ext uri="{FF2B5EF4-FFF2-40B4-BE49-F238E27FC236}">
                  <a16:creationId xmlns:a16="http://schemas.microsoft.com/office/drawing/2014/main" id="{2B1F7B3E-759A-4B96-B9EF-D4C8CB0F02A9}"/>
                </a:ext>
              </a:extLst>
            </p:cNvPr>
            <p:cNvGrpSpPr/>
            <p:nvPr/>
          </p:nvGrpSpPr>
          <p:grpSpPr>
            <a:xfrm>
              <a:off x="-8060062" y="3524604"/>
              <a:ext cx="517956" cy="248122"/>
              <a:chOff x="2681976" y="1955121"/>
              <a:chExt cx="1929510" cy="596970"/>
            </a:xfrm>
          </p:grpSpPr>
          <p:sp>
            <p:nvSpPr>
              <p:cNvPr id="19" name="Border">
                <a:extLst>
                  <a:ext uri="{FF2B5EF4-FFF2-40B4-BE49-F238E27FC236}">
                    <a16:creationId xmlns:a16="http://schemas.microsoft.com/office/drawing/2014/main" id="{BD1D2258-4744-4DA8-A1B0-A83DF2A4A092}"/>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 name="Line 2">
                <a:extLst>
                  <a:ext uri="{FF2B5EF4-FFF2-40B4-BE49-F238E27FC236}">
                    <a16:creationId xmlns:a16="http://schemas.microsoft.com/office/drawing/2014/main" id="{335FD5AC-403C-4827-AC44-56ECD6644DF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 name="Line 1">
                <a:extLst>
                  <a:ext uri="{FF2B5EF4-FFF2-40B4-BE49-F238E27FC236}">
                    <a16:creationId xmlns:a16="http://schemas.microsoft.com/office/drawing/2014/main" id="{914E0BF9-F502-41A6-9D75-DD04784D577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 name="TextBox 21">
                <a:extLst>
                  <a:ext uri="{FF2B5EF4-FFF2-40B4-BE49-F238E27FC236}">
                    <a16:creationId xmlns:a16="http://schemas.microsoft.com/office/drawing/2014/main" id="{49449437-E49A-4630-87E5-A6DCE9AA7A13}"/>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8" name="직사각형 17">
              <a:extLst>
                <a:ext uri="{FF2B5EF4-FFF2-40B4-BE49-F238E27FC236}">
                  <a16:creationId xmlns:a16="http://schemas.microsoft.com/office/drawing/2014/main" id="{3B99DC19-36C8-49CA-85AD-869D5D22F172}"/>
                </a:ext>
              </a:extLst>
            </p:cNvPr>
            <p:cNvSpPr/>
            <p:nvPr/>
          </p:nvSpPr>
          <p:spPr>
            <a:xfrm>
              <a:off x="-7542106" y="3437238"/>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pSp>
      <p:grpSp>
        <p:nvGrpSpPr>
          <p:cNvPr id="23" name="그룹 22">
            <a:extLst>
              <a:ext uri="{FF2B5EF4-FFF2-40B4-BE49-F238E27FC236}">
                <a16:creationId xmlns:a16="http://schemas.microsoft.com/office/drawing/2014/main" id="{72BD616D-D9D3-4696-B657-67008A2810E3}"/>
              </a:ext>
            </a:extLst>
          </p:cNvPr>
          <p:cNvGrpSpPr/>
          <p:nvPr/>
        </p:nvGrpSpPr>
        <p:grpSpPr>
          <a:xfrm>
            <a:off x="1807910" y="4189365"/>
            <a:ext cx="2414204" cy="437877"/>
            <a:chOff x="-8060062" y="3847347"/>
            <a:chExt cx="2414204" cy="437877"/>
          </a:xfrm>
        </p:grpSpPr>
        <p:grpSp>
          <p:nvGrpSpPr>
            <p:cNvPr id="24" name="그룹 23">
              <a:extLst>
                <a:ext uri="{FF2B5EF4-FFF2-40B4-BE49-F238E27FC236}">
                  <a16:creationId xmlns:a16="http://schemas.microsoft.com/office/drawing/2014/main" id="{5E3E355C-272F-4342-ADF2-8C097A9CBC5B}"/>
                </a:ext>
              </a:extLst>
            </p:cNvPr>
            <p:cNvGrpSpPr/>
            <p:nvPr/>
          </p:nvGrpSpPr>
          <p:grpSpPr>
            <a:xfrm>
              <a:off x="-8060062" y="3934713"/>
              <a:ext cx="517956" cy="248122"/>
              <a:chOff x="2681976" y="1955121"/>
              <a:chExt cx="1929510" cy="596970"/>
            </a:xfrm>
          </p:grpSpPr>
          <p:sp>
            <p:nvSpPr>
              <p:cNvPr id="26" name="Border">
                <a:extLst>
                  <a:ext uri="{FF2B5EF4-FFF2-40B4-BE49-F238E27FC236}">
                    <a16:creationId xmlns:a16="http://schemas.microsoft.com/office/drawing/2014/main" id="{0899FAB6-D865-4239-8C96-F8B73CE759E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7" name="Line 2">
                <a:extLst>
                  <a:ext uri="{FF2B5EF4-FFF2-40B4-BE49-F238E27FC236}">
                    <a16:creationId xmlns:a16="http://schemas.microsoft.com/office/drawing/2014/main" id="{52484D28-1334-4E0B-A0D5-522BA059451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8" name="Line 1">
                <a:extLst>
                  <a:ext uri="{FF2B5EF4-FFF2-40B4-BE49-F238E27FC236}">
                    <a16:creationId xmlns:a16="http://schemas.microsoft.com/office/drawing/2014/main" id="{2FC845B3-0068-4B2F-B4FB-E6E446A5FB0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9" name="TextBox 28">
                <a:extLst>
                  <a:ext uri="{FF2B5EF4-FFF2-40B4-BE49-F238E27FC236}">
                    <a16:creationId xmlns:a16="http://schemas.microsoft.com/office/drawing/2014/main" id="{C3F4B74F-5413-4181-BC7F-A770E7055A69}"/>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5" name="직사각형 24">
              <a:extLst>
                <a:ext uri="{FF2B5EF4-FFF2-40B4-BE49-F238E27FC236}">
                  <a16:creationId xmlns:a16="http://schemas.microsoft.com/office/drawing/2014/main" id="{3CA01328-3BD2-4489-B6F3-90C2FA409072}"/>
                </a:ext>
              </a:extLst>
            </p:cNvPr>
            <p:cNvSpPr/>
            <p:nvPr/>
          </p:nvSpPr>
          <p:spPr>
            <a:xfrm>
              <a:off x="-7542106" y="3847347"/>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222222</a:t>
              </a:r>
              <a:endParaRPr lang="ko-KR" altLang="en-US" sz="800" b="1" dirty="0"/>
            </a:p>
          </p:txBody>
        </p:sp>
      </p:grpSp>
      <p:grpSp>
        <p:nvGrpSpPr>
          <p:cNvPr id="30" name="그룹 29">
            <a:extLst>
              <a:ext uri="{FF2B5EF4-FFF2-40B4-BE49-F238E27FC236}">
                <a16:creationId xmlns:a16="http://schemas.microsoft.com/office/drawing/2014/main" id="{B5987A68-8868-41B3-B002-50377BDC1E69}"/>
              </a:ext>
            </a:extLst>
          </p:cNvPr>
          <p:cNvGrpSpPr/>
          <p:nvPr/>
        </p:nvGrpSpPr>
        <p:grpSpPr>
          <a:xfrm>
            <a:off x="1807910" y="4639302"/>
            <a:ext cx="2414204" cy="437877"/>
            <a:chOff x="-8060062" y="4297284"/>
            <a:chExt cx="2414204" cy="437877"/>
          </a:xfrm>
        </p:grpSpPr>
        <p:grpSp>
          <p:nvGrpSpPr>
            <p:cNvPr id="31" name="그룹 30">
              <a:extLst>
                <a:ext uri="{FF2B5EF4-FFF2-40B4-BE49-F238E27FC236}">
                  <a16:creationId xmlns:a16="http://schemas.microsoft.com/office/drawing/2014/main" id="{9105ED12-3F5F-45C9-9359-FCE9ADBD78CF}"/>
                </a:ext>
              </a:extLst>
            </p:cNvPr>
            <p:cNvGrpSpPr/>
            <p:nvPr/>
          </p:nvGrpSpPr>
          <p:grpSpPr>
            <a:xfrm>
              <a:off x="-8060062" y="4384650"/>
              <a:ext cx="517956" cy="248122"/>
              <a:chOff x="2681976" y="1955121"/>
              <a:chExt cx="1929510" cy="596970"/>
            </a:xfrm>
          </p:grpSpPr>
          <p:sp>
            <p:nvSpPr>
              <p:cNvPr id="33" name="Border">
                <a:extLst>
                  <a:ext uri="{FF2B5EF4-FFF2-40B4-BE49-F238E27FC236}">
                    <a16:creationId xmlns:a16="http://schemas.microsoft.com/office/drawing/2014/main" id="{763E838C-8CF0-4677-9738-553B7616E08D}"/>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6" name="Line 2">
                <a:extLst>
                  <a:ext uri="{FF2B5EF4-FFF2-40B4-BE49-F238E27FC236}">
                    <a16:creationId xmlns:a16="http://schemas.microsoft.com/office/drawing/2014/main" id="{130F6FAA-A202-4AD1-96EB-ADAB86D9FF0E}"/>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7" name="Line 1">
                <a:extLst>
                  <a:ext uri="{FF2B5EF4-FFF2-40B4-BE49-F238E27FC236}">
                    <a16:creationId xmlns:a16="http://schemas.microsoft.com/office/drawing/2014/main" id="{340C8B27-9F98-4D69-9C4F-CAC956D40437}"/>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8" name="TextBox 37">
                <a:extLst>
                  <a:ext uri="{FF2B5EF4-FFF2-40B4-BE49-F238E27FC236}">
                    <a16:creationId xmlns:a16="http://schemas.microsoft.com/office/drawing/2014/main" id="{28FBB89A-3DA3-4EAB-B5B0-8D38FDDDC414}"/>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32" name="직사각형 31">
              <a:extLst>
                <a:ext uri="{FF2B5EF4-FFF2-40B4-BE49-F238E27FC236}">
                  <a16:creationId xmlns:a16="http://schemas.microsoft.com/office/drawing/2014/main" id="{8A186014-E270-43DC-B74D-093B9B6857A3}"/>
                </a:ext>
              </a:extLst>
            </p:cNvPr>
            <p:cNvSpPr/>
            <p:nvPr/>
          </p:nvSpPr>
          <p:spPr>
            <a:xfrm>
              <a:off x="-7542106" y="4297284"/>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333333</a:t>
              </a:r>
              <a:endParaRPr lang="ko-KR" altLang="en-US" sz="800" b="1" dirty="0"/>
            </a:p>
          </p:txBody>
        </p:sp>
      </p:grpSp>
      <p:sp>
        <p:nvSpPr>
          <p:cNvPr id="39" name="직사각형 38">
            <a:extLst>
              <a:ext uri="{FF2B5EF4-FFF2-40B4-BE49-F238E27FC236}">
                <a16:creationId xmlns:a16="http://schemas.microsoft.com/office/drawing/2014/main" id="{4139391D-7E66-4F5B-A377-BE5F39D66BB5}"/>
              </a:ext>
            </a:extLst>
          </p:cNvPr>
          <p:cNvSpPr/>
          <p:nvPr/>
        </p:nvSpPr>
        <p:spPr>
          <a:xfrm>
            <a:off x="8607898" y="3897821"/>
            <a:ext cx="729245" cy="184881"/>
          </a:xfrm>
          <a:prstGeom prst="rect">
            <a:avLst/>
          </a:prstGeom>
          <a:solidFill>
            <a:srgbClr val="00B0F0"/>
          </a:solidFill>
          <a:ln w="6350">
            <a:solidFill>
              <a:srgbClr val="00B0F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추가하기</a:t>
            </a:r>
            <a:endParaRPr lang="en-US" altLang="ko-KR" sz="700" dirty="0">
              <a:solidFill>
                <a:schemeClr val="bg1"/>
              </a:solidFill>
            </a:endParaRPr>
          </a:p>
        </p:txBody>
      </p:sp>
      <p:sp>
        <p:nvSpPr>
          <p:cNvPr id="40" name="직사각형 39">
            <a:extLst>
              <a:ext uri="{FF2B5EF4-FFF2-40B4-BE49-F238E27FC236}">
                <a16:creationId xmlns:a16="http://schemas.microsoft.com/office/drawing/2014/main" id="{69A65C9A-4DEE-4E5E-BD8E-D41D03922300}"/>
              </a:ext>
            </a:extLst>
          </p:cNvPr>
          <p:cNvSpPr/>
          <p:nvPr/>
        </p:nvSpPr>
        <p:spPr>
          <a:xfrm>
            <a:off x="8607896" y="4762573"/>
            <a:ext cx="729246" cy="179118"/>
          </a:xfrm>
          <a:prstGeom prst="rect">
            <a:avLst/>
          </a:prstGeom>
          <a:solidFill>
            <a:srgbClr val="00B0F0"/>
          </a:solidFill>
          <a:ln w="6350">
            <a:solidFill>
              <a:srgbClr val="00B0F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추가하기</a:t>
            </a:r>
            <a:endParaRPr lang="en-US" altLang="ko-KR" sz="700" dirty="0">
              <a:solidFill>
                <a:schemeClr val="bg1"/>
              </a:solidFill>
            </a:endParaRPr>
          </a:p>
        </p:txBody>
      </p:sp>
      <p:sp>
        <p:nvSpPr>
          <p:cNvPr id="41" name="직사각형 40">
            <a:extLst>
              <a:ext uri="{FF2B5EF4-FFF2-40B4-BE49-F238E27FC236}">
                <a16:creationId xmlns:a16="http://schemas.microsoft.com/office/drawing/2014/main" id="{DC5875E3-6D59-418C-A762-CCEFC9E0666E}"/>
              </a:ext>
            </a:extLst>
          </p:cNvPr>
          <p:cNvSpPr/>
          <p:nvPr/>
        </p:nvSpPr>
        <p:spPr>
          <a:xfrm>
            <a:off x="8601042" y="4320318"/>
            <a:ext cx="729245" cy="184881"/>
          </a:xfrm>
          <a:prstGeom prst="rect">
            <a:avLst/>
          </a:prstGeom>
          <a:solidFill>
            <a:srgbClr val="00B0F0"/>
          </a:solidFill>
          <a:ln w="6350">
            <a:solidFill>
              <a:srgbClr val="00B0F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추가하기</a:t>
            </a:r>
            <a:endParaRPr lang="en-US" altLang="ko-KR" sz="700" dirty="0">
              <a:solidFill>
                <a:schemeClr val="bg1"/>
              </a:solidFill>
            </a:endParaRPr>
          </a:p>
        </p:txBody>
      </p:sp>
      <p:sp>
        <p:nvSpPr>
          <p:cNvPr id="42" name="직사각형 41">
            <a:extLst>
              <a:ext uri="{FF2B5EF4-FFF2-40B4-BE49-F238E27FC236}">
                <a16:creationId xmlns:a16="http://schemas.microsoft.com/office/drawing/2014/main" id="{7128EF56-6069-40CE-9617-08AC63FDE9F6}"/>
              </a:ext>
            </a:extLst>
          </p:cNvPr>
          <p:cNvSpPr/>
          <p:nvPr/>
        </p:nvSpPr>
        <p:spPr>
          <a:xfrm>
            <a:off x="1691873" y="2610663"/>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43" name="직사각형 42">
            <a:extLst>
              <a:ext uri="{FF2B5EF4-FFF2-40B4-BE49-F238E27FC236}">
                <a16:creationId xmlns:a16="http://schemas.microsoft.com/office/drawing/2014/main" id="{E75B1DFB-FC86-4EEC-888F-F1ABB375103E}"/>
              </a:ext>
            </a:extLst>
          </p:cNvPr>
          <p:cNvSpPr/>
          <p:nvPr/>
        </p:nvSpPr>
        <p:spPr>
          <a:xfrm>
            <a:off x="2530386" y="2612041"/>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sp>
        <p:nvSpPr>
          <p:cNvPr id="44" name="직사각형 43">
            <a:extLst>
              <a:ext uri="{FF2B5EF4-FFF2-40B4-BE49-F238E27FC236}">
                <a16:creationId xmlns:a16="http://schemas.microsoft.com/office/drawing/2014/main" id="{01B03F1C-1EB5-4DBA-97C4-4B1C7DC8ABE4}"/>
              </a:ext>
            </a:extLst>
          </p:cNvPr>
          <p:cNvSpPr/>
          <p:nvPr/>
        </p:nvSpPr>
        <p:spPr>
          <a:xfrm>
            <a:off x="3359693" y="2606105"/>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세분류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45" name="직사각형 44">
            <a:extLst>
              <a:ext uri="{FF2B5EF4-FFF2-40B4-BE49-F238E27FC236}">
                <a16:creationId xmlns:a16="http://schemas.microsoft.com/office/drawing/2014/main" id="{BD1FD72B-8B4A-43CC-A0AD-C9512FB8FFBA}"/>
              </a:ext>
            </a:extLst>
          </p:cNvPr>
          <p:cNvSpPr/>
          <p:nvPr/>
        </p:nvSpPr>
        <p:spPr>
          <a:xfrm>
            <a:off x="8561369" y="3275228"/>
            <a:ext cx="911616" cy="196067"/>
          </a:xfrm>
          <a:prstGeom prst="rect">
            <a:avLst/>
          </a:prstGeom>
          <a:solidFill>
            <a:schemeClr val="accent5">
              <a:lumMod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상품 관리</a:t>
            </a:r>
            <a:endParaRPr lang="en-US" altLang="ko-KR" sz="800" b="1" dirty="0">
              <a:solidFill>
                <a:schemeClr val="bg1"/>
              </a:solidFill>
            </a:endParaRPr>
          </a:p>
        </p:txBody>
      </p:sp>
      <p:sp>
        <p:nvSpPr>
          <p:cNvPr id="46" name="TextBox 45">
            <a:extLst>
              <a:ext uri="{FF2B5EF4-FFF2-40B4-BE49-F238E27FC236}">
                <a16:creationId xmlns:a16="http://schemas.microsoft.com/office/drawing/2014/main" id="{F74AED82-58D6-4BA0-97E8-C68BF06AC964}"/>
              </a:ext>
            </a:extLst>
          </p:cNvPr>
          <p:cNvSpPr txBox="1"/>
          <p:nvPr/>
        </p:nvSpPr>
        <p:spPr>
          <a:xfrm>
            <a:off x="8436752" y="3136513"/>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cxnSp>
        <p:nvCxnSpPr>
          <p:cNvPr id="48" name="직선 화살표 연결선 47">
            <a:extLst>
              <a:ext uri="{FF2B5EF4-FFF2-40B4-BE49-F238E27FC236}">
                <a16:creationId xmlns:a16="http://schemas.microsoft.com/office/drawing/2014/main" id="{9FB8827B-6494-4604-B4C0-A2A768742D14}"/>
              </a:ext>
            </a:extLst>
          </p:cNvPr>
          <p:cNvCxnSpPr>
            <a:cxnSpLocks/>
            <a:stCxn id="47" idx="3"/>
          </p:cNvCxnSpPr>
          <p:nvPr/>
        </p:nvCxnSpPr>
        <p:spPr>
          <a:xfrm flipH="1">
            <a:off x="5444012" y="1225802"/>
            <a:ext cx="3679182" cy="431553"/>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49" name="표 48">
            <a:extLst>
              <a:ext uri="{FF2B5EF4-FFF2-40B4-BE49-F238E27FC236}">
                <a16:creationId xmlns:a16="http://schemas.microsoft.com/office/drawing/2014/main" id="{96144E03-0FEE-4BC0-B0C7-05639EC91342}"/>
              </a:ext>
            </a:extLst>
          </p:cNvPr>
          <p:cNvGraphicFramePr>
            <a:graphicFrameLocks noGrp="1"/>
          </p:cNvGraphicFramePr>
          <p:nvPr>
            <p:extLst>
              <p:ext uri="{D42A27DB-BD31-4B8C-83A1-F6EECF244321}">
                <p14:modId xmlns:p14="http://schemas.microsoft.com/office/powerpoint/2010/main" val="1229313464"/>
              </p:ext>
            </p:extLst>
          </p:nvPr>
        </p:nvGraphicFramePr>
        <p:xfrm>
          <a:off x="10171774" y="22159"/>
          <a:ext cx="1979018" cy="272899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RF-02-04-05-2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 상세페이지</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 상품 추가 </a:t>
                      </a:r>
                      <a:r>
                        <a:rPr lang="en-US" altLang="ko-KR" sz="800" dirty="0"/>
                        <a:t>&gt;</a:t>
                      </a:r>
                      <a:r>
                        <a:rPr lang="en-US" altLang="ko-KR" sz="800" baseline="0" dirty="0"/>
                        <a:t> </a:t>
                      </a:r>
                      <a:r>
                        <a:rPr lang="ko-KR" altLang="en-US" sz="800" baseline="0" dirty="0"/>
                        <a:t>자사 상품 목록</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채널에서 판매할 판매상품을 추가하기 위해 상품 </a:t>
                      </a:r>
                      <a:r>
                        <a:rPr lang="ko-KR" altLang="en-US" sz="800" dirty="0" err="1"/>
                        <a:t>팝업창을</a:t>
                      </a:r>
                      <a:r>
                        <a:rPr lang="ko-KR" altLang="en-US" sz="800" dirty="0"/>
                        <a:t> 띄우는 화면</a:t>
                      </a:r>
                      <a:r>
                        <a:rPr lang="en-US" altLang="ko-KR" sz="800" dirty="0"/>
                        <a:t>.</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 </a:t>
                      </a:r>
                      <a:r>
                        <a:rPr lang="ko-KR" altLang="en-US" sz="800" dirty="0"/>
                        <a:t>자사상품 </a:t>
                      </a:r>
                      <a:r>
                        <a:rPr lang="en-US" altLang="ko-KR" sz="800" dirty="0"/>
                        <a:t>)</a:t>
                      </a:r>
                      <a:br>
                        <a:rPr lang="en-US" altLang="ko-KR" sz="800" dirty="0"/>
                      </a:br>
                      <a:br>
                        <a:rPr lang="en-US" altLang="ko-KR" sz="800" dirty="0"/>
                      </a:br>
                      <a:r>
                        <a:rPr lang="ko-KR" altLang="en-US" sz="800" dirty="0"/>
                        <a:t>탭메뉴로 구성되어 있다</a:t>
                      </a:r>
                      <a:r>
                        <a:rPr lang="en-US" altLang="ko-KR" sz="800" dirty="0"/>
                        <a:t>.</a:t>
                      </a:r>
                      <a:endParaRPr lang="ko-KR" altLang="en-US" sz="800" dirty="0"/>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판매상품 추가 버튼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5541968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baseline="0" dirty="0">
                          <a:solidFill>
                            <a:schemeClr val="tx1"/>
                          </a:solidFill>
                        </a:rPr>
                        <a:t>상품 관리 페이지 이동</a:t>
                      </a:r>
                      <a:endParaRPr lang="en-US" altLang="ko-KR" sz="800" b="0" baseline="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RF-02-05-01</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963232206"/>
                  </a:ext>
                </a:extLst>
              </a:tr>
            </a:tbl>
          </a:graphicData>
        </a:graphic>
      </p:graphicFrame>
      <p:sp>
        <p:nvSpPr>
          <p:cNvPr id="47" name="타원 46">
            <a:extLst>
              <a:ext uri="{FF2B5EF4-FFF2-40B4-BE49-F238E27FC236}">
                <a16:creationId xmlns:a16="http://schemas.microsoft.com/office/drawing/2014/main" id="{3C75915D-6EAC-4C58-8A29-4CA16F7411AB}"/>
              </a:ext>
            </a:extLst>
          </p:cNvPr>
          <p:cNvSpPr/>
          <p:nvPr/>
        </p:nvSpPr>
        <p:spPr>
          <a:xfrm>
            <a:off x="8918907" y="847145"/>
            <a:ext cx="1394959"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50" name="Image">
            <a:extLst>
              <a:ext uri="{FF2B5EF4-FFF2-40B4-BE49-F238E27FC236}">
                <a16:creationId xmlns:a16="http://schemas.microsoft.com/office/drawing/2014/main" id="{3787336A-5144-441D-BA11-0D021C184BDD}"/>
              </a:ext>
            </a:extLst>
          </p:cNvPr>
          <p:cNvGrpSpPr>
            <a:grpSpLocks/>
          </p:cNvGrpSpPr>
          <p:nvPr/>
        </p:nvGrpSpPr>
        <p:grpSpPr bwMode="auto">
          <a:xfrm>
            <a:off x="9300166" y="1529281"/>
            <a:ext cx="204716" cy="209797"/>
            <a:chOff x="508000" y="1397000"/>
            <a:chExt cx="1008112" cy="1008112"/>
          </a:xfrm>
        </p:grpSpPr>
        <p:sp>
          <p:nvSpPr>
            <p:cNvPr id="51" name="Border">
              <a:extLst>
                <a:ext uri="{FF2B5EF4-FFF2-40B4-BE49-F238E27FC236}">
                  <a16:creationId xmlns:a16="http://schemas.microsoft.com/office/drawing/2014/main" id="{C9F14411-7471-4677-A8A1-835EFE458CB7}"/>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2" name="Line 2">
              <a:extLst>
                <a:ext uri="{FF2B5EF4-FFF2-40B4-BE49-F238E27FC236}">
                  <a16:creationId xmlns:a16="http://schemas.microsoft.com/office/drawing/2014/main" id="{AC5F6CA2-B15D-46B4-8AB4-9B7B7BB8BC70}"/>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3" name="Line 1">
              <a:extLst>
                <a:ext uri="{FF2B5EF4-FFF2-40B4-BE49-F238E27FC236}">
                  <a16:creationId xmlns:a16="http://schemas.microsoft.com/office/drawing/2014/main" id="{193AF178-B689-424F-9499-DEC14BB18526}"/>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Tree>
    <p:extLst>
      <p:ext uri="{BB962C8B-B14F-4D97-AF65-F5344CB8AC3E}">
        <p14:creationId xmlns:p14="http://schemas.microsoft.com/office/powerpoint/2010/main" val="3674775513"/>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C28EB53D-9A4E-4002-B283-E0A34E6B622F}"/>
              </a:ext>
            </a:extLst>
          </p:cNvPr>
          <p:cNvSpPr/>
          <p:nvPr/>
        </p:nvSpPr>
        <p:spPr>
          <a:xfrm>
            <a:off x="446946" y="1450966"/>
            <a:ext cx="9226755" cy="5295005"/>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aphicFrame>
        <p:nvGraphicFramePr>
          <p:cNvPr id="27" name="표 5">
            <a:extLst>
              <a:ext uri="{FF2B5EF4-FFF2-40B4-BE49-F238E27FC236}">
                <a16:creationId xmlns:a16="http://schemas.microsoft.com/office/drawing/2014/main" id="{BA65385D-718B-486E-BD23-A77F3B59286F}"/>
              </a:ext>
            </a:extLst>
          </p:cNvPr>
          <p:cNvGraphicFramePr>
            <a:graphicFrameLocks noGrp="1"/>
          </p:cNvGraphicFramePr>
          <p:nvPr>
            <p:extLst>
              <p:ext uri="{D42A27DB-BD31-4B8C-83A1-F6EECF244321}">
                <p14:modId xmlns:p14="http://schemas.microsoft.com/office/powerpoint/2010/main" val="2490981570"/>
              </p:ext>
            </p:extLst>
          </p:nvPr>
        </p:nvGraphicFramePr>
        <p:xfrm>
          <a:off x="607808" y="1858286"/>
          <a:ext cx="8880744" cy="243840"/>
        </p:xfrm>
        <a:graphic>
          <a:graphicData uri="http://schemas.openxmlformats.org/drawingml/2006/table">
            <a:tbl>
              <a:tblPr firstRow="1" bandRow="1">
                <a:tableStyleId>{5940675A-B579-460E-94D1-54222C63F5DA}</a:tableStyleId>
              </a:tblPr>
              <a:tblGrid>
                <a:gridCol w="2960248">
                  <a:extLst>
                    <a:ext uri="{9D8B030D-6E8A-4147-A177-3AD203B41FA5}">
                      <a16:colId xmlns:a16="http://schemas.microsoft.com/office/drawing/2014/main" val="3230482263"/>
                    </a:ext>
                  </a:extLst>
                </a:gridCol>
                <a:gridCol w="2960248">
                  <a:extLst>
                    <a:ext uri="{9D8B030D-6E8A-4147-A177-3AD203B41FA5}">
                      <a16:colId xmlns:a16="http://schemas.microsoft.com/office/drawing/2014/main" val="3730242496"/>
                    </a:ext>
                  </a:extLst>
                </a:gridCol>
                <a:gridCol w="2960248">
                  <a:extLst>
                    <a:ext uri="{9D8B030D-6E8A-4147-A177-3AD203B41FA5}">
                      <a16:colId xmlns:a16="http://schemas.microsoft.com/office/drawing/2014/main" val="844434264"/>
                    </a:ext>
                  </a:extLst>
                </a:gridCol>
              </a:tblGrid>
              <a:tr h="204698">
                <a:tc>
                  <a:txBody>
                    <a:bodyPr/>
                    <a:lstStyle/>
                    <a:p>
                      <a:pPr algn="ctr" latinLnBrk="1"/>
                      <a:r>
                        <a:rPr lang="ko-KR" altLang="en-US" sz="1000" b="1" dirty="0">
                          <a:solidFill>
                            <a:schemeClr val="bg1"/>
                          </a:solidFill>
                        </a:rPr>
                        <a:t>자사상품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1000" dirty="0"/>
                        <a:t>공유상품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1000" dirty="0" err="1"/>
                        <a:t>제휴상품</a:t>
                      </a:r>
                      <a:endParaRPr lang="ko-KR" altLang="en-US" sz="10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226348592"/>
                  </a:ext>
                </a:extLst>
              </a:tr>
            </a:tbl>
          </a:graphicData>
        </a:graphic>
      </p:graphicFrame>
      <p:sp>
        <p:nvSpPr>
          <p:cNvPr id="29" name="직사각형 28">
            <a:extLst>
              <a:ext uri="{FF2B5EF4-FFF2-40B4-BE49-F238E27FC236}">
                <a16:creationId xmlns:a16="http://schemas.microsoft.com/office/drawing/2014/main" id="{3544C930-4720-4A3C-B258-43BB0C341FF7}"/>
              </a:ext>
            </a:extLst>
          </p:cNvPr>
          <p:cNvSpPr/>
          <p:nvPr/>
        </p:nvSpPr>
        <p:spPr>
          <a:xfrm>
            <a:off x="1681166" y="2373930"/>
            <a:ext cx="6837869" cy="18024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graphicFrame>
        <p:nvGraphicFramePr>
          <p:cNvPr id="31" name="표 63">
            <a:extLst>
              <a:ext uri="{FF2B5EF4-FFF2-40B4-BE49-F238E27FC236}">
                <a16:creationId xmlns:a16="http://schemas.microsoft.com/office/drawing/2014/main" id="{F21BF813-0384-4790-A941-9A2D5D5575E3}"/>
              </a:ext>
            </a:extLst>
          </p:cNvPr>
          <p:cNvGraphicFramePr>
            <a:graphicFrameLocks noGrp="1"/>
          </p:cNvGraphicFramePr>
          <p:nvPr/>
        </p:nvGraphicFramePr>
        <p:xfrm>
          <a:off x="633670" y="2340542"/>
          <a:ext cx="8854882" cy="733755"/>
        </p:xfrm>
        <a:graphic>
          <a:graphicData uri="http://schemas.openxmlformats.org/drawingml/2006/table">
            <a:tbl>
              <a:tblPr firstRow="1" bandRow="1">
                <a:tableStyleId>{5940675A-B579-460E-94D1-54222C63F5DA}</a:tableStyleId>
              </a:tblPr>
              <a:tblGrid>
                <a:gridCol w="981985">
                  <a:extLst>
                    <a:ext uri="{9D8B030D-6E8A-4147-A177-3AD203B41FA5}">
                      <a16:colId xmlns:a16="http://schemas.microsoft.com/office/drawing/2014/main" val="3701388552"/>
                    </a:ext>
                  </a:extLst>
                </a:gridCol>
                <a:gridCol w="7872897">
                  <a:extLst>
                    <a:ext uri="{9D8B030D-6E8A-4147-A177-3AD203B41FA5}">
                      <a16:colId xmlns:a16="http://schemas.microsoft.com/office/drawing/2014/main" val="339215266"/>
                    </a:ext>
                  </a:extLst>
                </a:gridCol>
              </a:tblGrid>
              <a:tr h="244585">
                <a:tc>
                  <a:txBody>
                    <a:bodyPr/>
                    <a:lstStyle/>
                    <a:p>
                      <a:pPr latinLnBrk="1"/>
                      <a:r>
                        <a:rPr lang="ko-KR" altLang="en-US" sz="900" dirty="0"/>
                        <a:t>상품명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244585">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900" dirty="0"/>
                        <a:t>상품분류</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90206176"/>
                  </a:ext>
                </a:extLst>
              </a:tr>
              <a:tr h="244585">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34" name="직사각형 33">
            <a:extLst>
              <a:ext uri="{FF2B5EF4-FFF2-40B4-BE49-F238E27FC236}">
                <a16:creationId xmlns:a16="http://schemas.microsoft.com/office/drawing/2014/main" id="{0FBCB5C1-E361-4820-8C25-C46077963346}"/>
              </a:ext>
            </a:extLst>
          </p:cNvPr>
          <p:cNvSpPr/>
          <p:nvPr/>
        </p:nvSpPr>
        <p:spPr>
          <a:xfrm>
            <a:off x="8735933" y="2853375"/>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pic>
        <p:nvPicPr>
          <p:cNvPr id="35" name="Picture 2">
            <a:extLst>
              <a:ext uri="{FF2B5EF4-FFF2-40B4-BE49-F238E27FC236}">
                <a16:creationId xmlns:a16="http://schemas.microsoft.com/office/drawing/2014/main" id="{E83F7B29-CDB9-4389-8F39-53364483D32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825043" y="5516865"/>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6" name="TextBox 35">
            <a:extLst>
              <a:ext uri="{FF2B5EF4-FFF2-40B4-BE49-F238E27FC236}">
                <a16:creationId xmlns:a16="http://schemas.microsoft.com/office/drawing/2014/main" id="{2746C25F-4E1F-4CA2-9A0F-8A6AF8A7D0FA}"/>
              </a:ext>
            </a:extLst>
          </p:cNvPr>
          <p:cNvSpPr txBox="1"/>
          <p:nvPr/>
        </p:nvSpPr>
        <p:spPr>
          <a:xfrm>
            <a:off x="553273" y="3316847"/>
            <a:ext cx="2530203" cy="215444"/>
          </a:xfrm>
          <a:prstGeom prst="rect">
            <a:avLst/>
          </a:prstGeom>
          <a:noFill/>
        </p:spPr>
        <p:txBody>
          <a:bodyPr wrap="square" rtlCol="0">
            <a:spAutoFit/>
          </a:bodyPr>
          <a:lstStyle/>
          <a:p>
            <a:r>
              <a:rPr lang="ko-KR" altLang="en-US" sz="800" b="1" dirty="0">
                <a:latin typeface="맑은 고딕" panose="020B0503020000020004" pitchFamily="50" charset="-127"/>
              </a:rPr>
              <a:t>■ </a:t>
            </a:r>
            <a:r>
              <a:rPr lang="ko-KR" altLang="en-US" sz="800" b="1" dirty="0"/>
              <a:t>총 </a:t>
            </a:r>
            <a:r>
              <a:rPr lang="en-US" altLang="ko-KR" sz="800" b="1" dirty="0"/>
              <a:t>3 </a:t>
            </a:r>
            <a:r>
              <a:rPr lang="ko-KR" altLang="en-US" sz="800" b="1" dirty="0"/>
              <a:t>건</a:t>
            </a:r>
          </a:p>
        </p:txBody>
      </p:sp>
      <p:graphicFrame>
        <p:nvGraphicFramePr>
          <p:cNvPr id="37" name="표 36">
            <a:extLst>
              <a:ext uri="{FF2B5EF4-FFF2-40B4-BE49-F238E27FC236}">
                <a16:creationId xmlns:a16="http://schemas.microsoft.com/office/drawing/2014/main" id="{3628C7AA-EBCC-474D-84BE-0B4C9FC77DC1}"/>
              </a:ext>
            </a:extLst>
          </p:cNvPr>
          <p:cNvGraphicFramePr>
            <a:graphicFrameLocks noGrp="1"/>
          </p:cNvGraphicFramePr>
          <p:nvPr>
            <p:extLst>
              <p:ext uri="{D42A27DB-BD31-4B8C-83A1-F6EECF244321}">
                <p14:modId xmlns:p14="http://schemas.microsoft.com/office/powerpoint/2010/main" val="1158058284"/>
              </p:ext>
            </p:extLst>
          </p:nvPr>
        </p:nvGraphicFramePr>
        <p:xfrm>
          <a:off x="633670" y="3558480"/>
          <a:ext cx="8839315" cy="1514286"/>
        </p:xfrm>
        <a:graphic>
          <a:graphicData uri="http://schemas.openxmlformats.org/drawingml/2006/table">
            <a:tbl>
              <a:tblPr firstRow="1" bandRow="1">
                <a:tableStyleId>{5C22544A-7EE6-4342-B048-85BDC9FD1C3A}</a:tableStyleId>
              </a:tblPr>
              <a:tblGrid>
                <a:gridCol w="425604">
                  <a:extLst>
                    <a:ext uri="{9D8B030D-6E8A-4147-A177-3AD203B41FA5}">
                      <a16:colId xmlns:a16="http://schemas.microsoft.com/office/drawing/2014/main" val="20000"/>
                    </a:ext>
                  </a:extLst>
                </a:gridCol>
                <a:gridCol w="686187">
                  <a:extLst>
                    <a:ext uri="{9D8B030D-6E8A-4147-A177-3AD203B41FA5}">
                      <a16:colId xmlns:a16="http://schemas.microsoft.com/office/drawing/2014/main" val="20002"/>
                    </a:ext>
                  </a:extLst>
                </a:gridCol>
                <a:gridCol w="3252084">
                  <a:extLst>
                    <a:ext uri="{9D8B030D-6E8A-4147-A177-3AD203B41FA5}">
                      <a16:colId xmlns:a16="http://schemas.microsoft.com/office/drawing/2014/main" val="20004"/>
                    </a:ext>
                  </a:extLst>
                </a:gridCol>
                <a:gridCol w="755373">
                  <a:extLst>
                    <a:ext uri="{9D8B030D-6E8A-4147-A177-3AD203B41FA5}">
                      <a16:colId xmlns:a16="http://schemas.microsoft.com/office/drawing/2014/main" val="1538783997"/>
                    </a:ext>
                  </a:extLst>
                </a:gridCol>
                <a:gridCol w="763326">
                  <a:extLst>
                    <a:ext uri="{9D8B030D-6E8A-4147-A177-3AD203B41FA5}">
                      <a16:colId xmlns:a16="http://schemas.microsoft.com/office/drawing/2014/main" val="2527584646"/>
                    </a:ext>
                  </a:extLst>
                </a:gridCol>
                <a:gridCol w="1224501">
                  <a:extLst>
                    <a:ext uri="{9D8B030D-6E8A-4147-A177-3AD203B41FA5}">
                      <a16:colId xmlns:a16="http://schemas.microsoft.com/office/drawing/2014/main" val="3237610251"/>
                    </a:ext>
                  </a:extLst>
                </a:gridCol>
                <a:gridCol w="715617">
                  <a:extLst>
                    <a:ext uri="{9D8B030D-6E8A-4147-A177-3AD203B41FA5}">
                      <a16:colId xmlns:a16="http://schemas.microsoft.com/office/drawing/2014/main" val="20006"/>
                    </a:ext>
                  </a:extLst>
                </a:gridCol>
                <a:gridCol w="1016623">
                  <a:extLst>
                    <a:ext uri="{9D8B030D-6E8A-4147-A177-3AD203B41FA5}">
                      <a16:colId xmlns:a16="http://schemas.microsoft.com/office/drawing/2014/main" val="20008"/>
                    </a:ext>
                  </a:extLst>
                </a:gridCol>
              </a:tblGrid>
              <a:tr h="0">
                <a:tc>
                  <a:txBody>
                    <a:bodyPr/>
                    <a:lstStyle/>
                    <a:p>
                      <a:pPr algn="ctr" latinLnBrk="1"/>
                      <a:r>
                        <a:rPr lang="ko-KR" altLang="en-US" sz="800" b="0" dirty="0">
                          <a:solidFill>
                            <a:schemeClr val="tx1"/>
                          </a:solidFill>
                        </a:rPr>
                        <a:t>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제약조건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재고</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상품추가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a20112</a:t>
                      </a:r>
                      <a:endParaRPr lang="ko-KR" altLang="en-US" sz="800" b="0" dirty="0">
                        <a:solidFill>
                          <a:schemeClr val="tx1"/>
                        </a:solidFill>
                      </a:endParaRPr>
                    </a:p>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baseline="0" dirty="0">
                        <a:solidFill>
                          <a:schemeClr val="tx1"/>
                        </a:solidFill>
                      </a:endParaRPr>
                    </a:p>
                    <a:p>
                      <a:pPr algn="l" latinLnBrk="1">
                        <a:lnSpc>
                          <a:spcPct val="150000"/>
                        </a:lnSpc>
                      </a:pP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a:solidFill>
                            <a:schemeClr val="tx1"/>
                          </a:solidFill>
                        </a:rPr>
                        <a:t>판매</a:t>
                      </a: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a:solidFill>
                            <a:schemeClr val="tx1"/>
                          </a:solidFill>
                        </a:rPr>
                        <a:t>없음</a:t>
                      </a: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baseline="0" dirty="0" err="1">
                          <a:solidFill>
                            <a:schemeClr val="tx1"/>
                          </a:solidFill>
                        </a:rPr>
                        <a:t>수량제한없음</a:t>
                      </a:r>
                      <a:endParaRPr lang="en-US" altLang="ko-KR" sz="800" b="0" baseline="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1,000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a20393</a:t>
                      </a:r>
                      <a:endParaRPr lang="ko-KR" altLang="en-US" sz="800" b="0" dirty="0">
                        <a:solidFill>
                          <a:schemeClr val="tx1"/>
                        </a:solidFill>
                      </a:endParaRPr>
                    </a:p>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범위형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10,000 </a:t>
                      </a:r>
                      <a:r>
                        <a:rPr lang="ko-KR" altLang="en-US" sz="800" b="0" dirty="0">
                          <a:solidFill>
                            <a:schemeClr val="tx1"/>
                          </a:solidFill>
                        </a:rPr>
                        <a:t>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a22333</a:t>
                      </a:r>
                      <a:endParaRPr lang="ko-KR" altLang="en-US" sz="800" b="0" dirty="0">
                        <a:solidFill>
                          <a:schemeClr val="tx1"/>
                        </a:solidFill>
                      </a:endParaRPr>
                    </a:p>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lnSpc>
                          <a:spcPct val="150000"/>
                        </a:lnSpc>
                      </a:pPr>
                      <a:endParaRPr lang="en-US" altLang="ko-KR" sz="800" b="0" dirty="0">
                        <a:solidFill>
                          <a:schemeClr val="tx1"/>
                        </a:solidFill>
                      </a:endParaRPr>
                    </a:p>
                    <a:p>
                      <a:pPr algn="l" latinLnBrk="1">
                        <a:lnSpc>
                          <a:spcPct val="150000"/>
                        </a:lnSpc>
                      </a:pP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ko-KR" altLang="en-US" sz="800" b="0" dirty="0">
                          <a:solidFill>
                            <a:schemeClr val="tx1"/>
                          </a:solidFill>
                        </a:rPr>
                        <a:t>고정형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a:solidFill>
                            <a:schemeClr val="tx1"/>
                          </a:solidFill>
                        </a:rPr>
                        <a:t>500,000 </a:t>
                      </a:r>
                      <a:r>
                        <a:rPr lang="ko-KR" altLang="en-US" sz="800" b="0" dirty="0">
                          <a:solidFill>
                            <a:schemeClr val="tx1"/>
                          </a:solidFill>
                        </a:rPr>
                        <a:t>개</a:t>
                      </a:r>
                      <a:br>
                        <a:rPr lang="en-US" altLang="ko-KR" sz="800" b="0" dirty="0">
                          <a:solidFill>
                            <a:schemeClr val="tx1"/>
                          </a:solidFill>
                        </a:rPr>
                      </a:br>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lnSpc>
                          <a:spcPct val="150000"/>
                        </a:lnSpc>
                      </a:pPr>
                      <a:r>
                        <a:rPr lang="en-US" altLang="ko-KR" sz="800" b="0" dirty="0">
                          <a:solidFill>
                            <a:schemeClr val="tx1"/>
                          </a:solidFill>
                        </a:rPr>
                        <a:t>4,000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grpSp>
        <p:nvGrpSpPr>
          <p:cNvPr id="38" name="그룹 37">
            <a:extLst>
              <a:ext uri="{FF2B5EF4-FFF2-40B4-BE49-F238E27FC236}">
                <a16:creationId xmlns:a16="http://schemas.microsoft.com/office/drawing/2014/main" id="{8AE6B602-DE8D-4681-9510-F80B4284ABCE}"/>
              </a:ext>
            </a:extLst>
          </p:cNvPr>
          <p:cNvGrpSpPr/>
          <p:nvPr/>
        </p:nvGrpSpPr>
        <p:grpSpPr>
          <a:xfrm>
            <a:off x="1807910" y="3779256"/>
            <a:ext cx="2414204" cy="437877"/>
            <a:chOff x="-8060062" y="3437238"/>
            <a:chExt cx="2414204" cy="437877"/>
          </a:xfrm>
        </p:grpSpPr>
        <p:grpSp>
          <p:nvGrpSpPr>
            <p:cNvPr id="39" name="그룹 38">
              <a:extLst>
                <a:ext uri="{FF2B5EF4-FFF2-40B4-BE49-F238E27FC236}">
                  <a16:creationId xmlns:a16="http://schemas.microsoft.com/office/drawing/2014/main" id="{941854D8-D432-4DF5-9B0C-542A987CD7D3}"/>
                </a:ext>
              </a:extLst>
            </p:cNvPr>
            <p:cNvGrpSpPr/>
            <p:nvPr/>
          </p:nvGrpSpPr>
          <p:grpSpPr>
            <a:xfrm>
              <a:off x="-8060062" y="3524604"/>
              <a:ext cx="517956" cy="248122"/>
              <a:chOff x="2681976" y="1955121"/>
              <a:chExt cx="1929510" cy="596970"/>
            </a:xfrm>
          </p:grpSpPr>
          <p:sp>
            <p:nvSpPr>
              <p:cNvPr id="41" name="Border">
                <a:extLst>
                  <a:ext uri="{FF2B5EF4-FFF2-40B4-BE49-F238E27FC236}">
                    <a16:creationId xmlns:a16="http://schemas.microsoft.com/office/drawing/2014/main" id="{6A9D9DEC-020C-4A4F-820B-C438F9E3780C}"/>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2" name="Line 2">
                <a:extLst>
                  <a:ext uri="{FF2B5EF4-FFF2-40B4-BE49-F238E27FC236}">
                    <a16:creationId xmlns:a16="http://schemas.microsoft.com/office/drawing/2014/main" id="{42991612-9D8A-4999-A5B5-C498914E5837}"/>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3" name="Line 1">
                <a:extLst>
                  <a:ext uri="{FF2B5EF4-FFF2-40B4-BE49-F238E27FC236}">
                    <a16:creationId xmlns:a16="http://schemas.microsoft.com/office/drawing/2014/main" id="{7B13D5DE-7FB0-45BA-9B89-1CD12BAC0DB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4" name="TextBox 43">
                <a:extLst>
                  <a:ext uri="{FF2B5EF4-FFF2-40B4-BE49-F238E27FC236}">
                    <a16:creationId xmlns:a16="http://schemas.microsoft.com/office/drawing/2014/main" id="{5832B258-42D3-480A-B1A8-4998B0517C55}"/>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40" name="직사각형 39">
              <a:extLst>
                <a:ext uri="{FF2B5EF4-FFF2-40B4-BE49-F238E27FC236}">
                  <a16:creationId xmlns:a16="http://schemas.microsoft.com/office/drawing/2014/main" id="{31560E5A-3715-41C9-A61A-EED81A9641D1}"/>
                </a:ext>
              </a:extLst>
            </p:cNvPr>
            <p:cNvSpPr/>
            <p:nvPr/>
          </p:nvSpPr>
          <p:spPr>
            <a:xfrm>
              <a:off x="-7542106" y="3437238"/>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pSp>
      <p:grpSp>
        <p:nvGrpSpPr>
          <p:cNvPr id="45" name="그룹 44">
            <a:extLst>
              <a:ext uri="{FF2B5EF4-FFF2-40B4-BE49-F238E27FC236}">
                <a16:creationId xmlns:a16="http://schemas.microsoft.com/office/drawing/2014/main" id="{8046A024-0D0D-40E0-93BA-1BCCEF5C462F}"/>
              </a:ext>
            </a:extLst>
          </p:cNvPr>
          <p:cNvGrpSpPr/>
          <p:nvPr/>
        </p:nvGrpSpPr>
        <p:grpSpPr>
          <a:xfrm>
            <a:off x="1807910" y="4189365"/>
            <a:ext cx="2414204" cy="437877"/>
            <a:chOff x="-8060062" y="3847347"/>
            <a:chExt cx="2414204" cy="437877"/>
          </a:xfrm>
        </p:grpSpPr>
        <p:grpSp>
          <p:nvGrpSpPr>
            <p:cNvPr id="46" name="그룹 45">
              <a:extLst>
                <a:ext uri="{FF2B5EF4-FFF2-40B4-BE49-F238E27FC236}">
                  <a16:creationId xmlns:a16="http://schemas.microsoft.com/office/drawing/2014/main" id="{C7C5BB9B-1BCD-4A1A-8198-3BA59D9C8482}"/>
                </a:ext>
              </a:extLst>
            </p:cNvPr>
            <p:cNvGrpSpPr/>
            <p:nvPr/>
          </p:nvGrpSpPr>
          <p:grpSpPr>
            <a:xfrm>
              <a:off x="-8060062" y="3934713"/>
              <a:ext cx="517956" cy="248122"/>
              <a:chOff x="2681976" y="1955121"/>
              <a:chExt cx="1929510" cy="596970"/>
            </a:xfrm>
          </p:grpSpPr>
          <p:sp>
            <p:nvSpPr>
              <p:cNvPr id="48" name="Border">
                <a:extLst>
                  <a:ext uri="{FF2B5EF4-FFF2-40B4-BE49-F238E27FC236}">
                    <a16:creationId xmlns:a16="http://schemas.microsoft.com/office/drawing/2014/main" id="{9A5C77FB-91F1-46AD-89B2-F89BC9888C13}"/>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9" name="Line 2">
                <a:extLst>
                  <a:ext uri="{FF2B5EF4-FFF2-40B4-BE49-F238E27FC236}">
                    <a16:creationId xmlns:a16="http://schemas.microsoft.com/office/drawing/2014/main" id="{53F9B0BF-C857-4198-A34B-32D95A691F1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0" name="Line 1">
                <a:extLst>
                  <a:ext uri="{FF2B5EF4-FFF2-40B4-BE49-F238E27FC236}">
                    <a16:creationId xmlns:a16="http://schemas.microsoft.com/office/drawing/2014/main" id="{660362C4-7611-491A-85DE-EFE5B43D448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1" name="TextBox 50">
                <a:extLst>
                  <a:ext uri="{FF2B5EF4-FFF2-40B4-BE49-F238E27FC236}">
                    <a16:creationId xmlns:a16="http://schemas.microsoft.com/office/drawing/2014/main" id="{C5648914-0EF9-44C8-9C18-C26EE0D4B43B}"/>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47" name="직사각형 46">
              <a:extLst>
                <a:ext uri="{FF2B5EF4-FFF2-40B4-BE49-F238E27FC236}">
                  <a16:creationId xmlns:a16="http://schemas.microsoft.com/office/drawing/2014/main" id="{659E56A6-49BC-4540-A7F0-BD27786076F5}"/>
                </a:ext>
              </a:extLst>
            </p:cNvPr>
            <p:cNvSpPr/>
            <p:nvPr/>
          </p:nvSpPr>
          <p:spPr>
            <a:xfrm>
              <a:off x="-7542106" y="3847347"/>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222222</a:t>
              </a:r>
              <a:endParaRPr lang="ko-KR" altLang="en-US" sz="800" b="1" dirty="0"/>
            </a:p>
          </p:txBody>
        </p:sp>
      </p:grpSp>
      <p:grpSp>
        <p:nvGrpSpPr>
          <p:cNvPr id="52" name="그룹 51">
            <a:extLst>
              <a:ext uri="{FF2B5EF4-FFF2-40B4-BE49-F238E27FC236}">
                <a16:creationId xmlns:a16="http://schemas.microsoft.com/office/drawing/2014/main" id="{E0783550-7CA9-4421-9643-80C5BFA38F78}"/>
              </a:ext>
            </a:extLst>
          </p:cNvPr>
          <p:cNvGrpSpPr/>
          <p:nvPr/>
        </p:nvGrpSpPr>
        <p:grpSpPr>
          <a:xfrm>
            <a:off x="1807910" y="4639302"/>
            <a:ext cx="2414204" cy="437877"/>
            <a:chOff x="-8060062" y="4297284"/>
            <a:chExt cx="2414204" cy="437877"/>
          </a:xfrm>
        </p:grpSpPr>
        <p:grpSp>
          <p:nvGrpSpPr>
            <p:cNvPr id="53" name="그룹 52">
              <a:extLst>
                <a:ext uri="{FF2B5EF4-FFF2-40B4-BE49-F238E27FC236}">
                  <a16:creationId xmlns:a16="http://schemas.microsoft.com/office/drawing/2014/main" id="{D600D023-EFFE-41CF-90BA-F134457802B2}"/>
                </a:ext>
              </a:extLst>
            </p:cNvPr>
            <p:cNvGrpSpPr/>
            <p:nvPr/>
          </p:nvGrpSpPr>
          <p:grpSpPr>
            <a:xfrm>
              <a:off x="-8060062" y="4384650"/>
              <a:ext cx="517956" cy="248122"/>
              <a:chOff x="2681976" y="1955121"/>
              <a:chExt cx="1929510" cy="596970"/>
            </a:xfrm>
          </p:grpSpPr>
          <p:sp>
            <p:nvSpPr>
              <p:cNvPr id="55" name="Border">
                <a:extLst>
                  <a:ext uri="{FF2B5EF4-FFF2-40B4-BE49-F238E27FC236}">
                    <a16:creationId xmlns:a16="http://schemas.microsoft.com/office/drawing/2014/main" id="{C77855FF-1375-4ECD-AA88-7729F937D47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6" name="Line 2">
                <a:extLst>
                  <a:ext uri="{FF2B5EF4-FFF2-40B4-BE49-F238E27FC236}">
                    <a16:creationId xmlns:a16="http://schemas.microsoft.com/office/drawing/2014/main" id="{94626EE2-FFA9-4C99-8EB8-879BD1BC494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7" name="Line 1">
                <a:extLst>
                  <a:ext uri="{FF2B5EF4-FFF2-40B4-BE49-F238E27FC236}">
                    <a16:creationId xmlns:a16="http://schemas.microsoft.com/office/drawing/2014/main" id="{047B30CA-A476-475A-BFC4-EDBA394B8370}"/>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8" name="TextBox 57">
                <a:extLst>
                  <a:ext uri="{FF2B5EF4-FFF2-40B4-BE49-F238E27FC236}">
                    <a16:creationId xmlns:a16="http://schemas.microsoft.com/office/drawing/2014/main" id="{E1310EDB-A4A7-4960-9B1F-0837BCC62A2D}"/>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54" name="직사각형 53">
              <a:extLst>
                <a:ext uri="{FF2B5EF4-FFF2-40B4-BE49-F238E27FC236}">
                  <a16:creationId xmlns:a16="http://schemas.microsoft.com/office/drawing/2014/main" id="{7EE05187-44CF-4C5E-B529-E10277A36BA6}"/>
                </a:ext>
              </a:extLst>
            </p:cNvPr>
            <p:cNvSpPr/>
            <p:nvPr/>
          </p:nvSpPr>
          <p:spPr>
            <a:xfrm>
              <a:off x="-7542106" y="4297284"/>
              <a:ext cx="1896248"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 </a:t>
              </a:r>
              <a:r>
                <a:rPr lang="en-US" altLang="ko-KR" sz="800" b="1" dirty="0"/>
                <a:t>333333</a:t>
              </a:r>
              <a:endParaRPr lang="ko-KR" altLang="en-US" sz="800" b="1" dirty="0"/>
            </a:p>
          </p:txBody>
        </p:sp>
      </p:grpSp>
      <p:sp>
        <p:nvSpPr>
          <p:cNvPr id="59" name="직사각형 58">
            <a:extLst>
              <a:ext uri="{FF2B5EF4-FFF2-40B4-BE49-F238E27FC236}">
                <a16:creationId xmlns:a16="http://schemas.microsoft.com/office/drawing/2014/main" id="{7C1B34F3-12E3-4555-9083-CF6ABFC233E7}"/>
              </a:ext>
            </a:extLst>
          </p:cNvPr>
          <p:cNvSpPr/>
          <p:nvPr/>
        </p:nvSpPr>
        <p:spPr>
          <a:xfrm>
            <a:off x="8607898" y="3897821"/>
            <a:ext cx="729245" cy="184881"/>
          </a:xfrm>
          <a:prstGeom prst="rect">
            <a:avLst/>
          </a:prstGeom>
          <a:solidFill>
            <a:srgbClr val="00B0F0"/>
          </a:solidFill>
          <a:ln w="6350">
            <a:solidFill>
              <a:srgbClr val="00B0F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추가하기</a:t>
            </a:r>
            <a:endParaRPr lang="en-US" altLang="ko-KR" sz="700" dirty="0">
              <a:solidFill>
                <a:schemeClr val="bg1"/>
              </a:solidFill>
            </a:endParaRPr>
          </a:p>
        </p:txBody>
      </p:sp>
      <p:sp>
        <p:nvSpPr>
          <p:cNvPr id="60" name="직사각형 59">
            <a:extLst>
              <a:ext uri="{FF2B5EF4-FFF2-40B4-BE49-F238E27FC236}">
                <a16:creationId xmlns:a16="http://schemas.microsoft.com/office/drawing/2014/main" id="{86C14B2B-9892-4BDE-9F13-AC6D4B0E54F9}"/>
              </a:ext>
            </a:extLst>
          </p:cNvPr>
          <p:cNvSpPr/>
          <p:nvPr/>
        </p:nvSpPr>
        <p:spPr>
          <a:xfrm>
            <a:off x="8607896" y="4762573"/>
            <a:ext cx="729246" cy="179118"/>
          </a:xfrm>
          <a:prstGeom prst="rect">
            <a:avLst/>
          </a:prstGeom>
          <a:solidFill>
            <a:srgbClr val="00B0F0"/>
          </a:solidFill>
          <a:ln w="6350">
            <a:solidFill>
              <a:srgbClr val="00B0F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추가하기</a:t>
            </a:r>
            <a:endParaRPr lang="en-US" altLang="ko-KR" sz="700" dirty="0">
              <a:solidFill>
                <a:schemeClr val="bg1"/>
              </a:solidFill>
            </a:endParaRPr>
          </a:p>
        </p:txBody>
      </p:sp>
      <p:sp>
        <p:nvSpPr>
          <p:cNvPr id="61" name="직사각형 60">
            <a:extLst>
              <a:ext uri="{FF2B5EF4-FFF2-40B4-BE49-F238E27FC236}">
                <a16:creationId xmlns:a16="http://schemas.microsoft.com/office/drawing/2014/main" id="{21ADF3B5-BD52-4C61-8789-85DFDAFA3C77}"/>
              </a:ext>
            </a:extLst>
          </p:cNvPr>
          <p:cNvSpPr/>
          <p:nvPr/>
        </p:nvSpPr>
        <p:spPr>
          <a:xfrm>
            <a:off x="8601042" y="4320318"/>
            <a:ext cx="729245" cy="184881"/>
          </a:xfrm>
          <a:prstGeom prst="rect">
            <a:avLst/>
          </a:prstGeom>
          <a:solidFill>
            <a:srgbClr val="00B0F0"/>
          </a:solidFill>
          <a:ln w="6350">
            <a:solidFill>
              <a:srgbClr val="00B0F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추가하기</a:t>
            </a:r>
            <a:endParaRPr lang="en-US" altLang="ko-KR" sz="700" dirty="0">
              <a:solidFill>
                <a:schemeClr val="bg1"/>
              </a:solidFill>
            </a:endParaRPr>
          </a:p>
        </p:txBody>
      </p:sp>
      <p:sp>
        <p:nvSpPr>
          <p:cNvPr id="62" name="직사각형 61">
            <a:extLst>
              <a:ext uri="{FF2B5EF4-FFF2-40B4-BE49-F238E27FC236}">
                <a16:creationId xmlns:a16="http://schemas.microsoft.com/office/drawing/2014/main" id="{B86EEF2B-1AFB-40AC-8C94-694978756553}"/>
              </a:ext>
            </a:extLst>
          </p:cNvPr>
          <p:cNvSpPr/>
          <p:nvPr/>
        </p:nvSpPr>
        <p:spPr>
          <a:xfrm>
            <a:off x="1691873" y="2610663"/>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63" name="직사각형 62">
            <a:extLst>
              <a:ext uri="{FF2B5EF4-FFF2-40B4-BE49-F238E27FC236}">
                <a16:creationId xmlns:a16="http://schemas.microsoft.com/office/drawing/2014/main" id="{E762A0F7-282E-4CFF-B82A-9B43039057DF}"/>
              </a:ext>
            </a:extLst>
          </p:cNvPr>
          <p:cNvSpPr/>
          <p:nvPr/>
        </p:nvSpPr>
        <p:spPr>
          <a:xfrm>
            <a:off x="2530386" y="2612041"/>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sp>
        <p:nvSpPr>
          <p:cNvPr id="64" name="직사각형 63">
            <a:extLst>
              <a:ext uri="{FF2B5EF4-FFF2-40B4-BE49-F238E27FC236}">
                <a16:creationId xmlns:a16="http://schemas.microsoft.com/office/drawing/2014/main" id="{BE6198DC-9BEE-467E-B489-0A02F45909F0}"/>
              </a:ext>
            </a:extLst>
          </p:cNvPr>
          <p:cNvSpPr/>
          <p:nvPr/>
        </p:nvSpPr>
        <p:spPr>
          <a:xfrm>
            <a:off x="3359693" y="2606105"/>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세분류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65" name="직사각형 64">
            <a:extLst>
              <a:ext uri="{FF2B5EF4-FFF2-40B4-BE49-F238E27FC236}">
                <a16:creationId xmlns:a16="http://schemas.microsoft.com/office/drawing/2014/main" id="{E0CFEB93-E5FB-4413-BD43-597BA5703C65}"/>
              </a:ext>
            </a:extLst>
          </p:cNvPr>
          <p:cNvSpPr/>
          <p:nvPr/>
        </p:nvSpPr>
        <p:spPr>
          <a:xfrm>
            <a:off x="8561369" y="3275228"/>
            <a:ext cx="911616" cy="196067"/>
          </a:xfrm>
          <a:prstGeom prst="rect">
            <a:avLst/>
          </a:prstGeom>
          <a:solidFill>
            <a:schemeClr val="accent5">
              <a:lumMod val="50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상품 관리</a:t>
            </a:r>
            <a:endParaRPr lang="en-US" altLang="ko-KR" sz="800" b="1" dirty="0">
              <a:solidFill>
                <a:schemeClr val="bg1"/>
              </a:solidFill>
            </a:endParaRPr>
          </a:p>
        </p:txBody>
      </p:sp>
      <p:sp>
        <p:nvSpPr>
          <p:cNvPr id="5" name="직사각형 4">
            <a:extLst>
              <a:ext uri="{FF2B5EF4-FFF2-40B4-BE49-F238E27FC236}">
                <a16:creationId xmlns:a16="http://schemas.microsoft.com/office/drawing/2014/main" id="{E27A9511-B4F6-45C7-87AE-69AB8A55F487}"/>
              </a:ext>
            </a:extLst>
          </p:cNvPr>
          <p:cNvSpPr/>
          <p:nvPr/>
        </p:nvSpPr>
        <p:spPr>
          <a:xfrm>
            <a:off x="3642066" y="2429116"/>
            <a:ext cx="3935785" cy="4549089"/>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6" name="그룹 5">
            <a:extLst>
              <a:ext uri="{FF2B5EF4-FFF2-40B4-BE49-F238E27FC236}">
                <a16:creationId xmlns:a16="http://schemas.microsoft.com/office/drawing/2014/main" id="{89E159FC-B28F-4B84-B786-16B4BA3AC6BE}"/>
              </a:ext>
            </a:extLst>
          </p:cNvPr>
          <p:cNvGrpSpPr/>
          <p:nvPr/>
        </p:nvGrpSpPr>
        <p:grpSpPr>
          <a:xfrm>
            <a:off x="3858792" y="3528745"/>
            <a:ext cx="517956" cy="248122"/>
            <a:chOff x="2681976" y="1955121"/>
            <a:chExt cx="1929510" cy="596970"/>
          </a:xfrm>
        </p:grpSpPr>
        <p:sp>
          <p:nvSpPr>
            <p:cNvPr id="7" name="Border">
              <a:extLst>
                <a:ext uri="{FF2B5EF4-FFF2-40B4-BE49-F238E27FC236}">
                  <a16:creationId xmlns:a16="http://schemas.microsoft.com/office/drawing/2014/main" id="{6D0FA132-32B6-4DE2-A599-DF11C3325D39}"/>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36CADFC4-2919-4215-A980-4B8E57E11A1E}"/>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A080F050-73A6-4A5D-825C-76725278F6A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TextBox 9">
              <a:extLst>
                <a:ext uri="{FF2B5EF4-FFF2-40B4-BE49-F238E27FC236}">
                  <a16:creationId xmlns:a16="http://schemas.microsoft.com/office/drawing/2014/main" id="{4CB024EC-5A2B-4A8F-9D7F-DC37AB1847CF}"/>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1" name="직사각형 10">
            <a:extLst>
              <a:ext uri="{FF2B5EF4-FFF2-40B4-BE49-F238E27FC236}">
                <a16:creationId xmlns:a16="http://schemas.microsoft.com/office/drawing/2014/main" id="{F33CC699-B06B-4CEF-8749-CF55C7AA0398}"/>
              </a:ext>
            </a:extLst>
          </p:cNvPr>
          <p:cNvSpPr/>
          <p:nvPr/>
        </p:nvSpPr>
        <p:spPr>
          <a:xfrm>
            <a:off x="4376747" y="3441379"/>
            <a:ext cx="3093515"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sp>
        <p:nvSpPr>
          <p:cNvPr id="12" name="TextBox 11">
            <a:extLst>
              <a:ext uri="{FF2B5EF4-FFF2-40B4-BE49-F238E27FC236}">
                <a16:creationId xmlns:a16="http://schemas.microsoft.com/office/drawing/2014/main" id="{951269C8-004A-4D44-BF0A-3DF12E955DE8}"/>
              </a:ext>
            </a:extLst>
          </p:cNvPr>
          <p:cNvSpPr txBox="1"/>
          <p:nvPr/>
        </p:nvSpPr>
        <p:spPr>
          <a:xfrm>
            <a:off x="3762635" y="2528149"/>
            <a:ext cx="111280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판매 상품 정보</a:t>
            </a:r>
            <a:endParaRPr lang="ko-KR" altLang="en-US" sz="900" dirty="0"/>
          </a:p>
        </p:txBody>
      </p:sp>
      <p:graphicFrame>
        <p:nvGraphicFramePr>
          <p:cNvPr id="13" name="표 17">
            <a:extLst>
              <a:ext uri="{FF2B5EF4-FFF2-40B4-BE49-F238E27FC236}">
                <a16:creationId xmlns:a16="http://schemas.microsoft.com/office/drawing/2014/main" id="{FF1123EB-1F2B-46E4-A335-3755E0CABE0B}"/>
              </a:ext>
            </a:extLst>
          </p:cNvPr>
          <p:cNvGraphicFramePr>
            <a:graphicFrameLocks noGrp="1"/>
          </p:cNvGraphicFramePr>
          <p:nvPr>
            <p:extLst>
              <p:ext uri="{D42A27DB-BD31-4B8C-83A1-F6EECF244321}">
                <p14:modId xmlns:p14="http://schemas.microsoft.com/office/powerpoint/2010/main" val="1894294336"/>
              </p:ext>
            </p:extLst>
          </p:nvPr>
        </p:nvGraphicFramePr>
        <p:xfrm>
          <a:off x="3902234" y="4224377"/>
          <a:ext cx="3472494" cy="106680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판매형태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상품판매</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상품가격</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1,000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ko-KR" altLang="en-US" sz="800" dirty="0">
                          <a:solidFill>
                            <a:schemeClr val="tx1"/>
                          </a:solidFill>
                        </a:rPr>
                        <a:t>재고</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20,000 </a:t>
                      </a:r>
                      <a:r>
                        <a:rPr lang="ko-KR" altLang="en-US" sz="800" dirty="0"/>
                        <a:t>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r h="0">
                <a:tc>
                  <a:txBody>
                    <a:bodyPr/>
                    <a:lstStyle/>
                    <a:p>
                      <a:pPr latinLnBrk="1"/>
                      <a:r>
                        <a:rPr lang="ko-KR" altLang="en-US" sz="800" dirty="0">
                          <a:solidFill>
                            <a:schemeClr val="tx1"/>
                          </a:solidFill>
                        </a:rPr>
                        <a:t>구매제한수량</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1</a:t>
                      </a:r>
                      <a:r>
                        <a:rPr lang="ko-KR" altLang="en-US" sz="800" dirty="0"/>
                        <a:t>회 </a:t>
                      </a:r>
                      <a:r>
                        <a:rPr lang="ko-KR" altLang="en-US" sz="800" dirty="0" err="1"/>
                        <a:t>구매시</a:t>
                      </a:r>
                      <a:r>
                        <a:rPr lang="ko-KR" altLang="en-US" sz="800" dirty="0"/>
                        <a:t> </a:t>
                      </a:r>
                      <a:r>
                        <a:rPr lang="en-US" altLang="ko-KR" sz="800" dirty="0"/>
                        <a:t>100</a:t>
                      </a:r>
                      <a:r>
                        <a:rPr lang="ko-KR" altLang="en-US" sz="800" dirty="0"/>
                        <a:t>개 까지</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03615924"/>
                  </a:ext>
                </a:extLst>
              </a:tr>
              <a:tr h="0">
                <a:tc>
                  <a:txBody>
                    <a:bodyPr/>
                    <a:lstStyle/>
                    <a:p>
                      <a:pPr latinLnBrk="1"/>
                      <a:r>
                        <a:rPr lang="ko-KR" altLang="en-US" sz="800" dirty="0">
                          <a:solidFill>
                            <a:schemeClr val="tx1"/>
                          </a:solidFill>
                        </a:rPr>
                        <a:t>상품 판매 기간</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무기한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523570304"/>
                  </a:ext>
                </a:extLst>
              </a:tr>
            </a:tbl>
          </a:graphicData>
        </a:graphic>
      </p:graphicFrame>
      <p:sp>
        <p:nvSpPr>
          <p:cNvPr id="14" name="TextBox 13">
            <a:extLst>
              <a:ext uri="{FF2B5EF4-FFF2-40B4-BE49-F238E27FC236}">
                <a16:creationId xmlns:a16="http://schemas.microsoft.com/office/drawing/2014/main" id="{E0A489B6-40E4-4BB9-8F49-C7E735938C93}"/>
              </a:ext>
            </a:extLst>
          </p:cNvPr>
          <p:cNvSpPr txBox="1"/>
          <p:nvPr/>
        </p:nvSpPr>
        <p:spPr>
          <a:xfrm>
            <a:off x="3795416" y="4002372"/>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제약 조건</a:t>
            </a:r>
            <a:endParaRPr lang="ko-KR" altLang="en-US" sz="900" dirty="0"/>
          </a:p>
        </p:txBody>
      </p:sp>
      <p:graphicFrame>
        <p:nvGraphicFramePr>
          <p:cNvPr id="15" name="표 17">
            <a:extLst>
              <a:ext uri="{FF2B5EF4-FFF2-40B4-BE49-F238E27FC236}">
                <a16:creationId xmlns:a16="http://schemas.microsoft.com/office/drawing/2014/main" id="{FD739926-09F7-4A11-866A-6AB3E494EC6F}"/>
              </a:ext>
            </a:extLst>
          </p:cNvPr>
          <p:cNvGraphicFramePr>
            <a:graphicFrameLocks noGrp="1"/>
          </p:cNvGraphicFramePr>
          <p:nvPr>
            <p:extLst>
              <p:ext uri="{D42A27DB-BD31-4B8C-83A1-F6EECF244321}">
                <p14:modId xmlns:p14="http://schemas.microsoft.com/office/powerpoint/2010/main" val="283613925"/>
              </p:ext>
            </p:extLst>
          </p:nvPr>
        </p:nvGraphicFramePr>
        <p:xfrm>
          <a:off x="3902234" y="5655015"/>
          <a:ext cx="3472494" cy="42672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판매 가격 설정</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지급 포인트 설정</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                     Point </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556802816"/>
                  </a:ext>
                </a:extLst>
              </a:tr>
            </a:tbl>
          </a:graphicData>
        </a:graphic>
      </p:graphicFrame>
      <p:sp>
        <p:nvSpPr>
          <p:cNvPr id="16" name="TextBox 15">
            <a:extLst>
              <a:ext uri="{FF2B5EF4-FFF2-40B4-BE49-F238E27FC236}">
                <a16:creationId xmlns:a16="http://schemas.microsoft.com/office/drawing/2014/main" id="{834B3749-A2FA-418D-B427-7F89ADD53B7E}"/>
              </a:ext>
            </a:extLst>
          </p:cNvPr>
          <p:cNvSpPr txBox="1"/>
          <p:nvPr/>
        </p:nvSpPr>
        <p:spPr>
          <a:xfrm>
            <a:off x="3795416" y="5433010"/>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판매 설정 정보</a:t>
            </a:r>
            <a:endParaRPr lang="ko-KR" altLang="en-US" sz="900" dirty="0"/>
          </a:p>
        </p:txBody>
      </p:sp>
      <p:sp>
        <p:nvSpPr>
          <p:cNvPr id="17" name="직사각형 16">
            <a:extLst>
              <a:ext uri="{FF2B5EF4-FFF2-40B4-BE49-F238E27FC236}">
                <a16:creationId xmlns:a16="http://schemas.microsoft.com/office/drawing/2014/main" id="{3D7F50FB-E09A-4463-8666-067B044D9081}"/>
              </a:ext>
            </a:extLst>
          </p:cNvPr>
          <p:cNvSpPr/>
          <p:nvPr/>
        </p:nvSpPr>
        <p:spPr>
          <a:xfrm>
            <a:off x="4457843" y="6297334"/>
            <a:ext cx="1358901" cy="213360"/>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상품추가하기</a:t>
            </a:r>
            <a:endParaRPr lang="en-US" altLang="ko-KR" sz="800" dirty="0">
              <a:solidFill>
                <a:schemeClr val="bg1"/>
              </a:solidFill>
            </a:endParaRPr>
          </a:p>
        </p:txBody>
      </p:sp>
      <p:grpSp>
        <p:nvGrpSpPr>
          <p:cNvPr id="18" name="Image">
            <a:extLst>
              <a:ext uri="{FF2B5EF4-FFF2-40B4-BE49-F238E27FC236}">
                <a16:creationId xmlns:a16="http://schemas.microsoft.com/office/drawing/2014/main" id="{A9036044-C64E-4EE8-B417-757E3F4C70CD}"/>
              </a:ext>
            </a:extLst>
          </p:cNvPr>
          <p:cNvGrpSpPr>
            <a:grpSpLocks/>
          </p:cNvGrpSpPr>
          <p:nvPr/>
        </p:nvGrpSpPr>
        <p:grpSpPr bwMode="auto">
          <a:xfrm>
            <a:off x="7265546" y="2549184"/>
            <a:ext cx="204716" cy="209797"/>
            <a:chOff x="508000" y="1397000"/>
            <a:chExt cx="1008112" cy="1008112"/>
          </a:xfrm>
        </p:grpSpPr>
        <p:sp>
          <p:nvSpPr>
            <p:cNvPr id="19" name="Border">
              <a:extLst>
                <a:ext uri="{FF2B5EF4-FFF2-40B4-BE49-F238E27FC236}">
                  <a16:creationId xmlns:a16="http://schemas.microsoft.com/office/drawing/2014/main" id="{119D0B22-7978-4EB4-B112-95DBE92B7828}"/>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 name="Line 2">
              <a:extLst>
                <a:ext uri="{FF2B5EF4-FFF2-40B4-BE49-F238E27FC236}">
                  <a16:creationId xmlns:a16="http://schemas.microsoft.com/office/drawing/2014/main" id="{83F735CA-C588-4EA2-8EB2-E2E4D3FA9134}"/>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 name="Line 1">
              <a:extLst>
                <a:ext uri="{FF2B5EF4-FFF2-40B4-BE49-F238E27FC236}">
                  <a16:creationId xmlns:a16="http://schemas.microsoft.com/office/drawing/2014/main" id="{6651E808-26E1-4927-8906-34CEB5C3FDED}"/>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22" name="타원 21">
            <a:extLst>
              <a:ext uri="{FF2B5EF4-FFF2-40B4-BE49-F238E27FC236}">
                <a16:creationId xmlns:a16="http://schemas.microsoft.com/office/drawing/2014/main" id="{8547736A-300F-445B-B18C-953B1BCBC256}"/>
              </a:ext>
            </a:extLst>
          </p:cNvPr>
          <p:cNvSpPr/>
          <p:nvPr/>
        </p:nvSpPr>
        <p:spPr>
          <a:xfrm>
            <a:off x="8388226" y="3768040"/>
            <a:ext cx="1109688"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 name="TextBox 22">
            <a:extLst>
              <a:ext uri="{FF2B5EF4-FFF2-40B4-BE49-F238E27FC236}">
                <a16:creationId xmlns:a16="http://schemas.microsoft.com/office/drawing/2014/main" id="{E1F89687-F566-4217-A026-153B6C318691}"/>
              </a:ext>
            </a:extLst>
          </p:cNvPr>
          <p:cNvSpPr txBox="1"/>
          <p:nvPr/>
        </p:nvSpPr>
        <p:spPr>
          <a:xfrm>
            <a:off x="8817074" y="3640447"/>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cxnSp>
        <p:nvCxnSpPr>
          <p:cNvPr id="24" name="직선 화살표 연결선 23">
            <a:extLst>
              <a:ext uri="{FF2B5EF4-FFF2-40B4-BE49-F238E27FC236}">
                <a16:creationId xmlns:a16="http://schemas.microsoft.com/office/drawing/2014/main" id="{63595162-9EF9-4442-AC23-B90B8EC56B96}"/>
              </a:ext>
            </a:extLst>
          </p:cNvPr>
          <p:cNvCxnSpPr>
            <a:cxnSpLocks/>
            <a:stCxn id="22" idx="2"/>
          </p:cNvCxnSpPr>
          <p:nvPr/>
        </p:nvCxnSpPr>
        <p:spPr>
          <a:xfrm flipH="1">
            <a:off x="7265546" y="3989852"/>
            <a:ext cx="1122680"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8" name="직사각형 27">
            <a:extLst>
              <a:ext uri="{FF2B5EF4-FFF2-40B4-BE49-F238E27FC236}">
                <a16:creationId xmlns:a16="http://schemas.microsoft.com/office/drawing/2014/main" id="{8F903228-CB18-45F8-895D-28F9403DA9EC}"/>
              </a:ext>
            </a:extLst>
          </p:cNvPr>
          <p:cNvSpPr/>
          <p:nvPr/>
        </p:nvSpPr>
        <p:spPr>
          <a:xfrm>
            <a:off x="5923553" y="6297334"/>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30" name="직사각형 29">
            <a:extLst>
              <a:ext uri="{FF2B5EF4-FFF2-40B4-BE49-F238E27FC236}">
                <a16:creationId xmlns:a16="http://schemas.microsoft.com/office/drawing/2014/main" id="{74A3CA57-F603-4C98-93A8-5A57F69C52A5}"/>
              </a:ext>
            </a:extLst>
          </p:cNvPr>
          <p:cNvSpPr/>
          <p:nvPr/>
        </p:nvSpPr>
        <p:spPr>
          <a:xfrm>
            <a:off x="5028550" y="5673809"/>
            <a:ext cx="706131" cy="176917"/>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1,000</a:t>
            </a:r>
          </a:p>
        </p:txBody>
      </p:sp>
      <p:graphicFrame>
        <p:nvGraphicFramePr>
          <p:cNvPr id="32" name="표 17">
            <a:extLst>
              <a:ext uri="{FF2B5EF4-FFF2-40B4-BE49-F238E27FC236}">
                <a16:creationId xmlns:a16="http://schemas.microsoft.com/office/drawing/2014/main" id="{E62D0572-2BD9-4882-AF4C-33B074357785}"/>
              </a:ext>
            </a:extLst>
          </p:cNvPr>
          <p:cNvGraphicFramePr>
            <a:graphicFrameLocks noGrp="1"/>
          </p:cNvGraphicFramePr>
          <p:nvPr>
            <p:extLst>
              <p:ext uri="{D42A27DB-BD31-4B8C-83A1-F6EECF244321}">
                <p14:modId xmlns:p14="http://schemas.microsoft.com/office/powerpoint/2010/main" val="2821029045"/>
              </p:ext>
            </p:extLst>
          </p:nvPr>
        </p:nvGraphicFramePr>
        <p:xfrm>
          <a:off x="3902234" y="3079376"/>
          <a:ext cx="3472494" cy="21336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판매 상품 코드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Me9-Shop-0032021</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bl>
          </a:graphicData>
        </a:graphic>
      </p:graphicFrame>
      <p:sp>
        <p:nvSpPr>
          <p:cNvPr id="33" name="TextBox 32">
            <a:extLst>
              <a:ext uri="{FF2B5EF4-FFF2-40B4-BE49-F238E27FC236}">
                <a16:creationId xmlns:a16="http://schemas.microsoft.com/office/drawing/2014/main" id="{C975E634-D7CB-4400-B38A-901F70CF0CD2}"/>
              </a:ext>
            </a:extLst>
          </p:cNvPr>
          <p:cNvSpPr txBox="1"/>
          <p:nvPr/>
        </p:nvSpPr>
        <p:spPr>
          <a:xfrm>
            <a:off x="3795416" y="2857371"/>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판매 상품 코드</a:t>
            </a:r>
            <a:endParaRPr lang="ko-KR" altLang="en-US" sz="900" dirty="0"/>
          </a:p>
        </p:txBody>
      </p:sp>
      <p:graphicFrame>
        <p:nvGraphicFramePr>
          <p:cNvPr id="66" name="표 65">
            <a:extLst>
              <a:ext uri="{FF2B5EF4-FFF2-40B4-BE49-F238E27FC236}">
                <a16:creationId xmlns:a16="http://schemas.microsoft.com/office/drawing/2014/main" id="{F72C1C68-74E7-495E-A4B2-9380166207D1}"/>
              </a:ext>
            </a:extLst>
          </p:cNvPr>
          <p:cNvGraphicFramePr>
            <a:graphicFrameLocks noGrp="1"/>
          </p:cNvGraphicFramePr>
          <p:nvPr>
            <p:extLst>
              <p:ext uri="{D42A27DB-BD31-4B8C-83A1-F6EECF244321}">
                <p14:modId xmlns:p14="http://schemas.microsoft.com/office/powerpoint/2010/main" val="3648251586"/>
              </p:ext>
            </p:extLst>
          </p:nvPr>
        </p:nvGraphicFramePr>
        <p:xfrm>
          <a:off x="10171774" y="22159"/>
          <a:ext cx="1979018" cy="428347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RF-02-04-05-3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 상세페이지</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 상품 추가 </a:t>
                      </a:r>
                      <a:r>
                        <a:rPr lang="en-US" altLang="ko-KR" sz="800" dirty="0"/>
                        <a:t>&gt; </a:t>
                      </a:r>
                      <a:r>
                        <a:rPr lang="ko-KR" altLang="en-US" sz="800" dirty="0"/>
                        <a:t>자사 상품 목록 </a:t>
                      </a:r>
                      <a:r>
                        <a:rPr lang="en-US" altLang="ko-KR" sz="800" dirty="0"/>
                        <a:t>&gt; </a:t>
                      </a:r>
                      <a:r>
                        <a:rPr lang="ko-KR" altLang="en-US" sz="800" dirty="0"/>
                        <a:t>추가하기</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자사상품 화면에서 추가하기 버튼을 클릭하여 판매상품을 추가하는 </a:t>
                      </a:r>
                      <a:r>
                        <a:rPr lang="ko-KR" altLang="en-US" sz="800" dirty="0" err="1"/>
                        <a:t>팝업창</a:t>
                      </a:r>
                      <a:endParaRPr lang="ko-KR" altLang="en-US" sz="800" dirty="0"/>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판매 상품 추가 화면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5541968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rgbClr val="FF0000"/>
                          </a:solidFill>
                        </a:rPr>
                        <a:t>자사 상품 판매일 경우에는 상품판매형태가 상품판매만 존재하며 상품 판매가격을 변경하여 등록 할 수 있다</a:t>
                      </a:r>
                      <a:r>
                        <a:rPr lang="en-US" altLang="ko-KR" sz="800" b="0" dirty="0">
                          <a:solidFill>
                            <a:srgbClr val="FF0000"/>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rgbClr val="FF0000"/>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1" dirty="0">
                          <a:solidFill>
                            <a:srgbClr val="FF0000"/>
                          </a:solidFill>
                        </a:rPr>
                        <a:t>참고 </a:t>
                      </a:r>
                      <a:r>
                        <a:rPr lang="en-US" altLang="ko-KR" sz="800" b="1" dirty="0">
                          <a:solidFill>
                            <a:srgbClr val="FF0000"/>
                          </a:solidFill>
                        </a:rPr>
                        <a:t>: Shop</a:t>
                      </a:r>
                      <a:r>
                        <a:rPr lang="ko-KR" altLang="en-US" sz="800" b="1" dirty="0">
                          <a:solidFill>
                            <a:srgbClr val="FF0000"/>
                          </a:solidFill>
                        </a:rPr>
                        <a:t>채널에 상품으로 등록될 때 등록시점의 채널 수수료 </a:t>
                      </a:r>
                      <a:r>
                        <a:rPr lang="ko-KR" altLang="en-US" sz="800" b="1" dirty="0" err="1">
                          <a:solidFill>
                            <a:srgbClr val="FF0000"/>
                          </a:solidFill>
                        </a:rPr>
                        <a:t>요율이</a:t>
                      </a:r>
                      <a:r>
                        <a:rPr lang="ko-KR" altLang="en-US" sz="800" b="1" dirty="0">
                          <a:solidFill>
                            <a:srgbClr val="FF0000"/>
                          </a:solidFill>
                        </a:rPr>
                        <a:t> 함께 등록해야 한다</a:t>
                      </a:r>
                      <a:r>
                        <a:rPr lang="en-US" altLang="ko-KR" sz="800" b="1" dirty="0">
                          <a:solidFill>
                            <a:srgbClr val="FF0000"/>
                          </a:solidFill>
                        </a:rPr>
                        <a:t>.</a:t>
                      </a:r>
                      <a:br>
                        <a:rPr lang="en-US" altLang="ko-KR" sz="800" b="1" dirty="0">
                          <a:solidFill>
                            <a:srgbClr val="FF0000"/>
                          </a:solidFill>
                        </a:rPr>
                      </a:br>
                      <a:br>
                        <a:rPr lang="en-US" altLang="ko-KR" sz="800" b="0" dirty="0">
                          <a:solidFill>
                            <a:srgbClr val="FF0000"/>
                          </a:solidFill>
                        </a:rPr>
                      </a:br>
                      <a:r>
                        <a:rPr lang="en-US" altLang="ko-KR" sz="800" b="0" dirty="0">
                          <a:solidFill>
                            <a:srgbClr val="FF0000"/>
                          </a:solidFill>
                        </a:rPr>
                        <a:t>Shop</a:t>
                      </a:r>
                      <a:r>
                        <a:rPr lang="ko-KR" altLang="en-US" sz="800" b="0" dirty="0">
                          <a:solidFill>
                            <a:srgbClr val="FF0000"/>
                          </a:solidFill>
                        </a:rPr>
                        <a:t>채널 설정시에 자사</a:t>
                      </a:r>
                      <a:r>
                        <a:rPr lang="en-US" altLang="ko-KR" sz="800" b="0" dirty="0">
                          <a:solidFill>
                            <a:srgbClr val="FF0000"/>
                          </a:solidFill>
                        </a:rPr>
                        <a:t>PG</a:t>
                      </a:r>
                      <a:r>
                        <a:rPr lang="ko-KR" altLang="en-US" sz="800" b="0" dirty="0">
                          <a:solidFill>
                            <a:srgbClr val="FF0000"/>
                          </a:solidFill>
                        </a:rPr>
                        <a:t>를 이용하는 것인지 아닌지를 결정하기 때문에 자사</a:t>
                      </a:r>
                      <a:r>
                        <a:rPr lang="en-US" altLang="ko-KR" sz="800" b="0" dirty="0">
                          <a:solidFill>
                            <a:srgbClr val="FF0000"/>
                          </a:solidFill>
                        </a:rPr>
                        <a:t>PG</a:t>
                      </a:r>
                      <a:r>
                        <a:rPr lang="ko-KR" altLang="en-US" sz="800" b="0" dirty="0">
                          <a:solidFill>
                            <a:srgbClr val="FF0000"/>
                          </a:solidFill>
                        </a:rPr>
                        <a:t>를 사용하는 경우에는 </a:t>
                      </a:r>
                      <a:r>
                        <a:rPr lang="ko-KR" altLang="en-US" sz="800" b="0" dirty="0" err="1">
                          <a:solidFill>
                            <a:srgbClr val="FF0000"/>
                          </a:solidFill>
                        </a:rPr>
                        <a:t>판매시</a:t>
                      </a:r>
                      <a:r>
                        <a:rPr lang="ko-KR" altLang="en-US" sz="800" b="0" dirty="0">
                          <a:solidFill>
                            <a:srgbClr val="FF0000"/>
                          </a:solidFill>
                        </a:rPr>
                        <a:t> 지급포인트를 설정할 수 없다</a:t>
                      </a:r>
                      <a:r>
                        <a:rPr lang="en-US" altLang="ko-KR" sz="800" b="0" dirty="0">
                          <a:solidFill>
                            <a:srgbClr val="FF0000"/>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067842625"/>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상품추가버튼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838580605"/>
                  </a:ext>
                </a:extLst>
              </a:tr>
            </a:tbl>
          </a:graphicData>
        </a:graphic>
      </p:graphicFrame>
      <p:grpSp>
        <p:nvGrpSpPr>
          <p:cNvPr id="67" name="Image">
            <a:extLst>
              <a:ext uri="{FF2B5EF4-FFF2-40B4-BE49-F238E27FC236}">
                <a16:creationId xmlns:a16="http://schemas.microsoft.com/office/drawing/2014/main" id="{2A88B4B7-04B0-45B0-9D4F-4072D5BC0F67}"/>
              </a:ext>
            </a:extLst>
          </p:cNvPr>
          <p:cNvGrpSpPr>
            <a:grpSpLocks/>
          </p:cNvGrpSpPr>
          <p:nvPr/>
        </p:nvGrpSpPr>
        <p:grpSpPr bwMode="auto">
          <a:xfrm>
            <a:off x="9300166" y="1529281"/>
            <a:ext cx="204716" cy="209797"/>
            <a:chOff x="508000" y="1397000"/>
            <a:chExt cx="1008112" cy="1008112"/>
          </a:xfrm>
        </p:grpSpPr>
        <p:sp>
          <p:nvSpPr>
            <p:cNvPr id="68" name="Border">
              <a:extLst>
                <a:ext uri="{FF2B5EF4-FFF2-40B4-BE49-F238E27FC236}">
                  <a16:creationId xmlns:a16="http://schemas.microsoft.com/office/drawing/2014/main" id="{F717F7C6-FF85-4309-A7CC-285505CDEADF}"/>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9" name="Line 2">
              <a:extLst>
                <a:ext uri="{FF2B5EF4-FFF2-40B4-BE49-F238E27FC236}">
                  <a16:creationId xmlns:a16="http://schemas.microsoft.com/office/drawing/2014/main" id="{70122D3C-5742-4888-BD49-3D7E83847E6A}"/>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0" name="Line 1">
              <a:extLst>
                <a:ext uri="{FF2B5EF4-FFF2-40B4-BE49-F238E27FC236}">
                  <a16:creationId xmlns:a16="http://schemas.microsoft.com/office/drawing/2014/main" id="{ED4E966F-1B77-4D24-A9BF-8197E38100E4}"/>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71" name="TextBox 70">
            <a:extLst>
              <a:ext uri="{FF2B5EF4-FFF2-40B4-BE49-F238E27FC236}">
                <a16:creationId xmlns:a16="http://schemas.microsoft.com/office/drawing/2014/main" id="{E1F89687-F566-4217-A026-153B6C318691}"/>
              </a:ext>
            </a:extLst>
          </p:cNvPr>
          <p:cNvSpPr txBox="1"/>
          <p:nvPr/>
        </p:nvSpPr>
        <p:spPr>
          <a:xfrm>
            <a:off x="4376747" y="6191402"/>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72" name="직사각형 71">
            <a:extLst>
              <a:ext uri="{FF2B5EF4-FFF2-40B4-BE49-F238E27FC236}">
                <a16:creationId xmlns:a16="http://schemas.microsoft.com/office/drawing/2014/main" id="{1CC8059D-984E-4BF4-A620-4824080C8B34}"/>
              </a:ext>
            </a:extLst>
          </p:cNvPr>
          <p:cNvSpPr/>
          <p:nvPr/>
        </p:nvSpPr>
        <p:spPr>
          <a:xfrm>
            <a:off x="5028550" y="5885681"/>
            <a:ext cx="706131" cy="17691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350</a:t>
            </a:r>
          </a:p>
        </p:txBody>
      </p:sp>
      <p:sp>
        <p:nvSpPr>
          <p:cNvPr id="73" name="TextBox 72">
            <a:extLst>
              <a:ext uri="{FF2B5EF4-FFF2-40B4-BE49-F238E27FC236}">
                <a16:creationId xmlns:a16="http://schemas.microsoft.com/office/drawing/2014/main" id="{1A8DFC2E-9EAA-4082-9F6E-64D1F196E766}"/>
              </a:ext>
            </a:extLst>
          </p:cNvPr>
          <p:cNvSpPr txBox="1"/>
          <p:nvPr/>
        </p:nvSpPr>
        <p:spPr>
          <a:xfrm>
            <a:off x="4851442" y="5762267"/>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2895476061"/>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직사각형 20">
            <a:extLst>
              <a:ext uri="{FF2B5EF4-FFF2-40B4-BE49-F238E27FC236}">
                <a16:creationId xmlns:a16="http://schemas.microsoft.com/office/drawing/2014/main" id="{8DB036C1-BDD4-4073-9C6A-E0F3146C9F9B}"/>
              </a:ext>
            </a:extLst>
          </p:cNvPr>
          <p:cNvSpPr/>
          <p:nvPr/>
        </p:nvSpPr>
        <p:spPr>
          <a:xfrm>
            <a:off x="576206" y="1303198"/>
            <a:ext cx="9226755" cy="7167024"/>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aphicFrame>
        <p:nvGraphicFramePr>
          <p:cNvPr id="22" name="표 5">
            <a:extLst>
              <a:ext uri="{FF2B5EF4-FFF2-40B4-BE49-F238E27FC236}">
                <a16:creationId xmlns:a16="http://schemas.microsoft.com/office/drawing/2014/main" id="{DE7CD544-51D5-47DA-8148-A1BC63BEE223}"/>
              </a:ext>
            </a:extLst>
          </p:cNvPr>
          <p:cNvGraphicFramePr>
            <a:graphicFrameLocks noGrp="1"/>
          </p:cNvGraphicFramePr>
          <p:nvPr>
            <p:extLst>
              <p:ext uri="{D42A27DB-BD31-4B8C-83A1-F6EECF244321}">
                <p14:modId xmlns:p14="http://schemas.microsoft.com/office/powerpoint/2010/main" val="418825947"/>
              </p:ext>
            </p:extLst>
          </p:nvPr>
        </p:nvGraphicFramePr>
        <p:xfrm>
          <a:off x="737068" y="1710518"/>
          <a:ext cx="8880744" cy="243840"/>
        </p:xfrm>
        <a:graphic>
          <a:graphicData uri="http://schemas.openxmlformats.org/drawingml/2006/table">
            <a:tbl>
              <a:tblPr firstRow="1" bandRow="1">
                <a:tableStyleId>{5940675A-B579-460E-94D1-54222C63F5DA}</a:tableStyleId>
              </a:tblPr>
              <a:tblGrid>
                <a:gridCol w="2960248">
                  <a:extLst>
                    <a:ext uri="{9D8B030D-6E8A-4147-A177-3AD203B41FA5}">
                      <a16:colId xmlns:a16="http://schemas.microsoft.com/office/drawing/2014/main" val="3230482263"/>
                    </a:ext>
                  </a:extLst>
                </a:gridCol>
                <a:gridCol w="2960248">
                  <a:extLst>
                    <a:ext uri="{9D8B030D-6E8A-4147-A177-3AD203B41FA5}">
                      <a16:colId xmlns:a16="http://schemas.microsoft.com/office/drawing/2014/main" val="3730242496"/>
                    </a:ext>
                  </a:extLst>
                </a:gridCol>
                <a:gridCol w="2960248">
                  <a:extLst>
                    <a:ext uri="{9D8B030D-6E8A-4147-A177-3AD203B41FA5}">
                      <a16:colId xmlns:a16="http://schemas.microsoft.com/office/drawing/2014/main" val="844434264"/>
                    </a:ext>
                  </a:extLst>
                </a:gridCol>
              </a:tblGrid>
              <a:tr h="204698">
                <a:tc>
                  <a:txBody>
                    <a:bodyPr/>
                    <a:lstStyle/>
                    <a:p>
                      <a:pPr algn="ctr" latinLnBrk="1"/>
                      <a:r>
                        <a:rPr lang="ko-KR" altLang="en-US" sz="1000" b="0" dirty="0">
                          <a:solidFill>
                            <a:schemeClr val="tx1"/>
                          </a:solidFill>
                        </a:rPr>
                        <a:t>자사상품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1" dirty="0">
                          <a:solidFill>
                            <a:schemeClr val="bg1"/>
                          </a:solidFill>
                        </a:rPr>
                        <a:t>공유상품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1000" dirty="0" err="1"/>
                        <a:t>제휴상품</a:t>
                      </a:r>
                      <a:endParaRPr lang="ko-KR" altLang="en-US" sz="10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226348592"/>
                  </a:ext>
                </a:extLst>
              </a:tr>
            </a:tbl>
          </a:graphicData>
        </a:graphic>
      </p:graphicFrame>
      <p:pic>
        <p:nvPicPr>
          <p:cNvPr id="23" name="Picture 2">
            <a:extLst>
              <a:ext uri="{FF2B5EF4-FFF2-40B4-BE49-F238E27FC236}">
                <a16:creationId xmlns:a16="http://schemas.microsoft.com/office/drawing/2014/main" id="{DCA388EF-1998-4C71-BB2C-1615EEF8E0DE}"/>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966446" y="7604385"/>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4" name="직사각형 23">
            <a:extLst>
              <a:ext uri="{FF2B5EF4-FFF2-40B4-BE49-F238E27FC236}">
                <a16:creationId xmlns:a16="http://schemas.microsoft.com/office/drawing/2014/main" id="{56710DB9-F599-4687-866F-ECD47337510C}"/>
              </a:ext>
            </a:extLst>
          </p:cNvPr>
          <p:cNvSpPr/>
          <p:nvPr/>
        </p:nvSpPr>
        <p:spPr>
          <a:xfrm>
            <a:off x="1775718" y="2263767"/>
            <a:ext cx="6078955"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25" name="직사각형 24">
            <a:extLst>
              <a:ext uri="{FF2B5EF4-FFF2-40B4-BE49-F238E27FC236}">
                <a16:creationId xmlns:a16="http://schemas.microsoft.com/office/drawing/2014/main" id="{2898C9DC-076B-4A2E-AA03-747721434BB5}"/>
              </a:ext>
            </a:extLst>
          </p:cNvPr>
          <p:cNvSpPr/>
          <p:nvPr/>
        </p:nvSpPr>
        <p:spPr>
          <a:xfrm>
            <a:off x="8844219" y="2252286"/>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endParaRPr lang="en-US" altLang="ko-KR" sz="800" dirty="0">
              <a:solidFill>
                <a:schemeClr val="bg1"/>
              </a:solidFill>
            </a:endParaRPr>
          </a:p>
        </p:txBody>
      </p:sp>
      <p:graphicFrame>
        <p:nvGraphicFramePr>
          <p:cNvPr id="26" name="표 63">
            <a:extLst>
              <a:ext uri="{FF2B5EF4-FFF2-40B4-BE49-F238E27FC236}">
                <a16:creationId xmlns:a16="http://schemas.microsoft.com/office/drawing/2014/main" id="{3749DA67-9DA0-4024-B417-F9FC4DD7F1EB}"/>
              </a:ext>
            </a:extLst>
          </p:cNvPr>
          <p:cNvGraphicFramePr>
            <a:graphicFrameLocks noGrp="1"/>
          </p:cNvGraphicFramePr>
          <p:nvPr>
            <p:extLst>
              <p:ext uri="{D42A27DB-BD31-4B8C-83A1-F6EECF244321}">
                <p14:modId xmlns:p14="http://schemas.microsoft.com/office/powerpoint/2010/main" val="453645065"/>
              </p:ext>
            </p:extLst>
          </p:nvPr>
        </p:nvGraphicFramePr>
        <p:xfrm>
          <a:off x="737068" y="2240815"/>
          <a:ext cx="8880744" cy="457200"/>
        </p:xfrm>
        <a:graphic>
          <a:graphicData uri="http://schemas.openxmlformats.org/drawingml/2006/table">
            <a:tbl>
              <a:tblPr firstRow="1" bandRow="1">
                <a:tableStyleId>{5940675A-B579-460E-94D1-54222C63F5DA}</a:tableStyleId>
              </a:tblPr>
              <a:tblGrid>
                <a:gridCol w="984852">
                  <a:extLst>
                    <a:ext uri="{9D8B030D-6E8A-4147-A177-3AD203B41FA5}">
                      <a16:colId xmlns:a16="http://schemas.microsoft.com/office/drawing/2014/main" val="3701388552"/>
                    </a:ext>
                  </a:extLst>
                </a:gridCol>
                <a:gridCol w="7895892">
                  <a:extLst>
                    <a:ext uri="{9D8B030D-6E8A-4147-A177-3AD203B41FA5}">
                      <a16:colId xmlns:a16="http://schemas.microsoft.com/office/drawing/2014/main" val="339215266"/>
                    </a:ext>
                  </a:extLst>
                </a:gridCol>
              </a:tblGrid>
              <a:tr h="0">
                <a:tc>
                  <a:txBody>
                    <a:bodyPr/>
                    <a:lstStyle/>
                    <a:p>
                      <a:pPr latinLnBrk="1"/>
                      <a:r>
                        <a:rPr lang="ko-KR" altLang="en-US" sz="900" dirty="0"/>
                        <a:t>상품명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27" name="직사각형 26">
            <a:extLst>
              <a:ext uri="{FF2B5EF4-FFF2-40B4-BE49-F238E27FC236}">
                <a16:creationId xmlns:a16="http://schemas.microsoft.com/office/drawing/2014/main" id="{3F44DA0A-50CB-4CF5-98B1-09E090C58D33}"/>
              </a:ext>
            </a:extLst>
          </p:cNvPr>
          <p:cNvSpPr/>
          <p:nvPr/>
        </p:nvSpPr>
        <p:spPr>
          <a:xfrm>
            <a:off x="8846667" y="2479505"/>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graphicFrame>
        <p:nvGraphicFramePr>
          <p:cNvPr id="28" name="표 27">
            <a:extLst>
              <a:ext uri="{FF2B5EF4-FFF2-40B4-BE49-F238E27FC236}">
                <a16:creationId xmlns:a16="http://schemas.microsoft.com/office/drawing/2014/main" id="{518883D9-451B-4922-A009-3231F1AB631E}"/>
              </a:ext>
            </a:extLst>
          </p:cNvPr>
          <p:cNvGraphicFramePr>
            <a:graphicFrameLocks noGrp="1"/>
          </p:cNvGraphicFramePr>
          <p:nvPr>
            <p:extLst>
              <p:ext uri="{D42A27DB-BD31-4B8C-83A1-F6EECF244321}">
                <p14:modId xmlns:p14="http://schemas.microsoft.com/office/powerpoint/2010/main" val="344749505"/>
              </p:ext>
            </p:extLst>
          </p:nvPr>
        </p:nvGraphicFramePr>
        <p:xfrm>
          <a:off x="737066" y="3147600"/>
          <a:ext cx="8966553" cy="4236720"/>
        </p:xfrm>
        <a:graphic>
          <a:graphicData uri="http://schemas.openxmlformats.org/drawingml/2006/table">
            <a:tbl>
              <a:tblPr firstRow="1" bandRow="1">
                <a:tableStyleId>{5C22544A-7EE6-4342-B048-85BDC9FD1C3A}</a:tableStyleId>
              </a:tblPr>
              <a:tblGrid>
                <a:gridCol w="424984">
                  <a:extLst>
                    <a:ext uri="{9D8B030D-6E8A-4147-A177-3AD203B41FA5}">
                      <a16:colId xmlns:a16="http://schemas.microsoft.com/office/drawing/2014/main" val="401447903"/>
                    </a:ext>
                  </a:extLst>
                </a:gridCol>
                <a:gridCol w="625793">
                  <a:extLst>
                    <a:ext uri="{9D8B030D-6E8A-4147-A177-3AD203B41FA5}">
                      <a16:colId xmlns:a16="http://schemas.microsoft.com/office/drawing/2014/main" val="20000"/>
                    </a:ext>
                  </a:extLst>
                </a:gridCol>
                <a:gridCol w="2028507">
                  <a:extLst>
                    <a:ext uri="{9D8B030D-6E8A-4147-A177-3AD203B41FA5}">
                      <a16:colId xmlns:a16="http://schemas.microsoft.com/office/drawing/2014/main" val="20003"/>
                    </a:ext>
                  </a:extLst>
                </a:gridCol>
                <a:gridCol w="666750">
                  <a:extLst>
                    <a:ext uri="{9D8B030D-6E8A-4147-A177-3AD203B41FA5}">
                      <a16:colId xmlns:a16="http://schemas.microsoft.com/office/drawing/2014/main" val="20004"/>
                    </a:ext>
                  </a:extLst>
                </a:gridCol>
                <a:gridCol w="1104900">
                  <a:extLst>
                    <a:ext uri="{9D8B030D-6E8A-4147-A177-3AD203B41FA5}">
                      <a16:colId xmlns:a16="http://schemas.microsoft.com/office/drawing/2014/main" val="20005"/>
                    </a:ext>
                  </a:extLst>
                </a:gridCol>
                <a:gridCol w="590550">
                  <a:extLst>
                    <a:ext uri="{9D8B030D-6E8A-4147-A177-3AD203B41FA5}">
                      <a16:colId xmlns:a16="http://schemas.microsoft.com/office/drawing/2014/main" val="778310949"/>
                    </a:ext>
                  </a:extLst>
                </a:gridCol>
                <a:gridCol w="1047750">
                  <a:extLst>
                    <a:ext uri="{9D8B030D-6E8A-4147-A177-3AD203B41FA5}">
                      <a16:colId xmlns:a16="http://schemas.microsoft.com/office/drawing/2014/main" val="1213163005"/>
                    </a:ext>
                  </a:extLst>
                </a:gridCol>
                <a:gridCol w="699361">
                  <a:extLst>
                    <a:ext uri="{9D8B030D-6E8A-4147-A177-3AD203B41FA5}">
                      <a16:colId xmlns:a16="http://schemas.microsoft.com/office/drawing/2014/main" val="20006"/>
                    </a:ext>
                  </a:extLst>
                </a:gridCol>
                <a:gridCol w="649423">
                  <a:extLst>
                    <a:ext uri="{9D8B030D-6E8A-4147-A177-3AD203B41FA5}">
                      <a16:colId xmlns:a16="http://schemas.microsoft.com/office/drawing/2014/main" val="20009"/>
                    </a:ext>
                  </a:extLst>
                </a:gridCol>
                <a:gridCol w="464674">
                  <a:extLst>
                    <a:ext uri="{9D8B030D-6E8A-4147-A177-3AD203B41FA5}">
                      <a16:colId xmlns:a16="http://schemas.microsoft.com/office/drawing/2014/main" val="2179269706"/>
                    </a:ext>
                  </a:extLst>
                </a:gridCol>
                <a:gridCol w="663861">
                  <a:extLst>
                    <a:ext uri="{9D8B030D-6E8A-4147-A177-3AD203B41FA5}">
                      <a16:colId xmlns:a16="http://schemas.microsoft.com/office/drawing/2014/main" val="531070748"/>
                    </a:ext>
                  </a:extLst>
                </a:gridCol>
              </a:tblGrid>
              <a:tr h="0">
                <a:tc>
                  <a:txBody>
                    <a:bodyPr/>
                    <a:lstStyle/>
                    <a:p>
                      <a:pPr algn="ctr" latinLnBrk="1"/>
                      <a:r>
                        <a:rPr lang="en-US" altLang="ko-KR" sz="800" b="0" dirty="0">
                          <a:solidFill>
                            <a:schemeClr val="tx1"/>
                          </a:solidFill>
                        </a:rPr>
                        <a:t>No</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재고</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판매형태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판매이익금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상세보기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관심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상품추가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3433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a20392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상품판매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3,500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1,500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3432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a20321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위탁판매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a:t>
                      </a:r>
                      <a:r>
                        <a:rPr lang="ko-KR" altLang="en-US" sz="800" b="0" dirty="0">
                          <a:solidFill>
                            <a:schemeClr val="tx1"/>
                          </a:solidFill>
                        </a:rPr>
                        <a:t>최소가</a:t>
                      </a:r>
                      <a:r>
                        <a:rPr lang="en-US" altLang="ko-KR" sz="800" b="0" dirty="0">
                          <a:solidFill>
                            <a:schemeClr val="tx1"/>
                          </a:solidFill>
                        </a:rPr>
                        <a:t>) 11,550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3431</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a20320</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위탁판매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a:t>
                      </a:r>
                      <a:r>
                        <a:rPr lang="ko-KR" altLang="en-US" sz="800" b="0" dirty="0">
                          <a:solidFill>
                            <a:schemeClr val="tx1"/>
                          </a:solidFill>
                        </a:rPr>
                        <a:t>최소가</a:t>
                      </a:r>
                      <a:r>
                        <a:rPr lang="en-US" altLang="ko-KR" sz="800" b="0" dirty="0">
                          <a:solidFill>
                            <a:schemeClr val="tx1"/>
                          </a:solidFill>
                        </a:rPr>
                        <a:t>) 11,550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algn="ctr" latinLnBrk="1"/>
                      <a:r>
                        <a:rPr lang="en-US" altLang="ko-KR" sz="800" b="0" dirty="0">
                          <a:solidFill>
                            <a:schemeClr val="tx1"/>
                          </a:solidFill>
                        </a:rPr>
                        <a:t>3430</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A20222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6792756"/>
                  </a:ext>
                </a:extLst>
              </a:tr>
              <a:tr h="0">
                <a:tc>
                  <a:txBody>
                    <a:bodyPr/>
                    <a:lstStyle/>
                    <a:p>
                      <a:pPr algn="ctr" latinLnBrk="1"/>
                      <a:r>
                        <a:rPr lang="en-US" altLang="ko-KR" sz="800" b="0" dirty="0">
                          <a:solidFill>
                            <a:schemeClr val="tx1"/>
                          </a:solidFill>
                        </a:rPr>
                        <a:t>3429</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B20321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12,000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60545407"/>
                  </a:ext>
                </a:extLst>
              </a:tr>
              <a:tr h="0">
                <a:tc>
                  <a:txBody>
                    <a:bodyPr/>
                    <a:lstStyle/>
                    <a:p>
                      <a:pPr algn="ctr" latinLnBrk="1"/>
                      <a:r>
                        <a:rPr lang="en-US" altLang="ko-KR" sz="800" b="0" dirty="0">
                          <a:solidFill>
                            <a:schemeClr val="tx1"/>
                          </a:solidFill>
                        </a:rPr>
                        <a:t>3428</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C20320</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위탁판매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a:t>
                      </a:r>
                      <a:r>
                        <a:rPr lang="ko-KR" altLang="en-US" sz="800" b="0" dirty="0">
                          <a:solidFill>
                            <a:schemeClr val="tx1"/>
                          </a:solidFill>
                        </a:rPr>
                        <a:t>최소가</a:t>
                      </a:r>
                      <a:r>
                        <a:rPr lang="en-US" altLang="ko-KR" sz="800" b="0" dirty="0">
                          <a:solidFill>
                            <a:schemeClr val="tx1"/>
                          </a:solidFill>
                        </a:rPr>
                        <a:t>) 11,550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73000931"/>
                  </a:ext>
                </a:extLst>
              </a:tr>
              <a:tr h="0">
                <a:tc>
                  <a:txBody>
                    <a:bodyPr/>
                    <a:lstStyle/>
                    <a:p>
                      <a:pPr algn="ctr" latinLnBrk="1"/>
                      <a:r>
                        <a:rPr lang="en-US" altLang="ko-KR" sz="800" b="0" dirty="0">
                          <a:solidFill>
                            <a:schemeClr val="tx1"/>
                          </a:solidFill>
                        </a:rPr>
                        <a:t>3427</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E20392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위탁판매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a:t>
                      </a:r>
                      <a:r>
                        <a:rPr lang="ko-KR" altLang="en-US" sz="800" b="0" dirty="0">
                          <a:solidFill>
                            <a:schemeClr val="tx1"/>
                          </a:solidFill>
                        </a:rPr>
                        <a:t>최소가</a:t>
                      </a:r>
                      <a:r>
                        <a:rPr lang="en-US" altLang="ko-KR" sz="800" b="0" dirty="0">
                          <a:solidFill>
                            <a:schemeClr val="tx1"/>
                          </a:solidFill>
                        </a:rPr>
                        <a:t>) 11,550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14774640"/>
                  </a:ext>
                </a:extLst>
              </a:tr>
              <a:tr h="0">
                <a:tc>
                  <a:txBody>
                    <a:bodyPr/>
                    <a:lstStyle/>
                    <a:p>
                      <a:pPr algn="ctr" latinLnBrk="1"/>
                      <a:r>
                        <a:rPr lang="en-US" altLang="ko-KR" sz="800" b="0" dirty="0">
                          <a:solidFill>
                            <a:schemeClr val="tx1"/>
                          </a:solidFill>
                        </a:rPr>
                        <a:t>3426</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F20212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위탁판매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a:t>
                      </a:r>
                      <a:r>
                        <a:rPr lang="ko-KR" altLang="en-US" sz="800" b="0" dirty="0">
                          <a:solidFill>
                            <a:schemeClr val="tx1"/>
                          </a:solidFill>
                        </a:rPr>
                        <a:t>최소가</a:t>
                      </a:r>
                      <a:r>
                        <a:rPr lang="en-US" altLang="ko-KR" sz="800" b="0" dirty="0">
                          <a:solidFill>
                            <a:schemeClr val="tx1"/>
                          </a:solidFill>
                        </a:rPr>
                        <a:t>) 11,550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40055972"/>
                  </a:ext>
                </a:extLst>
              </a:tr>
              <a:tr h="0">
                <a:tc>
                  <a:txBody>
                    <a:bodyPr/>
                    <a:lstStyle/>
                    <a:p>
                      <a:pPr algn="ctr" latinLnBrk="1"/>
                      <a:r>
                        <a:rPr lang="en-US" altLang="ko-KR" sz="800" b="0" dirty="0">
                          <a:solidFill>
                            <a:schemeClr val="tx1"/>
                          </a:solidFill>
                        </a:rPr>
                        <a:t>3425</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Z20321</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위탁판매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a:t>
                      </a:r>
                      <a:r>
                        <a:rPr lang="ko-KR" altLang="en-US" sz="800" b="0" dirty="0">
                          <a:solidFill>
                            <a:schemeClr val="tx1"/>
                          </a:solidFill>
                        </a:rPr>
                        <a:t>최소가</a:t>
                      </a:r>
                      <a:r>
                        <a:rPr lang="en-US" altLang="ko-KR" sz="800" b="0" dirty="0">
                          <a:solidFill>
                            <a:schemeClr val="tx1"/>
                          </a:solidFill>
                        </a:rPr>
                        <a:t>) 11,550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64757641"/>
                  </a:ext>
                </a:extLst>
              </a:tr>
              <a:tr h="0">
                <a:tc>
                  <a:txBody>
                    <a:bodyPr/>
                    <a:lstStyle/>
                    <a:p>
                      <a:pPr algn="ctr" latinLnBrk="1"/>
                      <a:r>
                        <a:rPr lang="en-US" altLang="ko-KR" sz="800" b="0" dirty="0">
                          <a:solidFill>
                            <a:schemeClr val="tx1"/>
                          </a:solidFill>
                        </a:rPr>
                        <a:t>3424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A20200</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5,500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94086906"/>
                  </a:ext>
                </a:extLst>
              </a:tr>
              <a:tr h="0">
                <a:tc>
                  <a:txBody>
                    <a:bodyPr/>
                    <a:lstStyle/>
                    <a:p>
                      <a:pPr algn="ctr" latinLnBrk="1"/>
                      <a:r>
                        <a:rPr lang="en-US" altLang="ko-KR" sz="800" b="0" dirty="0">
                          <a:solidFill>
                            <a:schemeClr val="tx1"/>
                          </a:solidFill>
                        </a:rPr>
                        <a:t>3423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A20333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3,800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800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61936248"/>
                  </a:ext>
                </a:extLst>
              </a:tr>
              <a:tr h="0">
                <a:tc>
                  <a:txBody>
                    <a:bodyPr/>
                    <a:lstStyle/>
                    <a:p>
                      <a:pPr algn="ctr" latinLnBrk="1"/>
                      <a:r>
                        <a:rPr lang="en-US" altLang="ko-KR" sz="800" b="0" dirty="0">
                          <a:solidFill>
                            <a:schemeClr val="tx1"/>
                          </a:solidFill>
                        </a:rPr>
                        <a:t>3422</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E20312</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12,000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83094304"/>
                  </a:ext>
                </a:extLst>
              </a:tr>
            </a:tbl>
          </a:graphicData>
        </a:graphic>
      </p:graphicFrame>
      <p:sp>
        <p:nvSpPr>
          <p:cNvPr id="29" name="TextBox 28">
            <a:extLst>
              <a:ext uri="{FF2B5EF4-FFF2-40B4-BE49-F238E27FC236}">
                <a16:creationId xmlns:a16="http://schemas.microsoft.com/office/drawing/2014/main" id="{872B0A8B-A780-437A-B580-31B88E675BBA}"/>
              </a:ext>
            </a:extLst>
          </p:cNvPr>
          <p:cNvSpPr txBox="1"/>
          <p:nvPr/>
        </p:nvSpPr>
        <p:spPr>
          <a:xfrm>
            <a:off x="680013" y="2932156"/>
            <a:ext cx="761547" cy="215444"/>
          </a:xfrm>
          <a:prstGeom prst="rect">
            <a:avLst/>
          </a:prstGeom>
          <a:noFill/>
        </p:spPr>
        <p:txBody>
          <a:bodyPr wrap="square" rtlCol="0">
            <a:spAutoFit/>
          </a:bodyPr>
          <a:lstStyle/>
          <a:p>
            <a:r>
              <a:rPr lang="ko-KR" altLang="en-US" sz="800" dirty="0"/>
              <a:t>총 </a:t>
            </a:r>
            <a:r>
              <a:rPr lang="en-US" altLang="ko-KR" sz="800" dirty="0"/>
              <a:t>00</a:t>
            </a:r>
            <a:r>
              <a:rPr lang="ko-KR" altLang="en-US" sz="800" dirty="0"/>
              <a:t>건</a:t>
            </a:r>
          </a:p>
        </p:txBody>
      </p:sp>
      <p:grpSp>
        <p:nvGrpSpPr>
          <p:cNvPr id="31" name="그룹 30">
            <a:extLst>
              <a:ext uri="{FF2B5EF4-FFF2-40B4-BE49-F238E27FC236}">
                <a16:creationId xmlns:a16="http://schemas.microsoft.com/office/drawing/2014/main" id="{4B9F9814-9E8A-4F59-89A4-7A2C8C870F7A}"/>
              </a:ext>
            </a:extLst>
          </p:cNvPr>
          <p:cNvGrpSpPr/>
          <p:nvPr/>
        </p:nvGrpSpPr>
        <p:grpSpPr>
          <a:xfrm>
            <a:off x="1806187" y="3357824"/>
            <a:ext cx="2414206" cy="338554"/>
            <a:chOff x="1237833" y="3417650"/>
            <a:chExt cx="1708480" cy="338554"/>
          </a:xfrm>
        </p:grpSpPr>
        <p:grpSp>
          <p:nvGrpSpPr>
            <p:cNvPr id="32" name="그룹 31">
              <a:extLst>
                <a:ext uri="{FF2B5EF4-FFF2-40B4-BE49-F238E27FC236}">
                  <a16:creationId xmlns:a16="http://schemas.microsoft.com/office/drawing/2014/main" id="{168B0F76-4C2E-4CCB-87BB-AB3E86E41AF3}"/>
                </a:ext>
              </a:extLst>
            </p:cNvPr>
            <p:cNvGrpSpPr/>
            <p:nvPr/>
          </p:nvGrpSpPr>
          <p:grpSpPr>
            <a:xfrm>
              <a:off x="1237833" y="3462866"/>
              <a:ext cx="378630" cy="248122"/>
              <a:chOff x="2681976" y="1955121"/>
              <a:chExt cx="1993118" cy="596970"/>
            </a:xfrm>
          </p:grpSpPr>
          <p:sp>
            <p:nvSpPr>
              <p:cNvPr id="34" name="Border">
                <a:extLst>
                  <a:ext uri="{FF2B5EF4-FFF2-40B4-BE49-F238E27FC236}">
                    <a16:creationId xmlns:a16="http://schemas.microsoft.com/office/drawing/2014/main" id="{21980E82-7278-439C-9509-21E1E30E89A8}"/>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5" name="Line 2">
                <a:extLst>
                  <a:ext uri="{FF2B5EF4-FFF2-40B4-BE49-F238E27FC236}">
                    <a16:creationId xmlns:a16="http://schemas.microsoft.com/office/drawing/2014/main" id="{A01DD34D-12D0-435B-9D95-0329E904FD7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6" name="Line 1">
                <a:extLst>
                  <a:ext uri="{FF2B5EF4-FFF2-40B4-BE49-F238E27FC236}">
                    <a16:creationId xmlns:a16="http://schemas.microsoft.com/office/drawing/2014/main" id="{4735FE75-D260-4C09-B503-6977C668C55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7" name="TextBox 36">
                <a:extLst>
                  <a:ext uri="{FF2B5EF4-FFF2-40B4-BE49-F238E27FC236}">
                    <a16:creationId xmlns:a16="http://schemas.microsoft.com/office/drawing/2014/main" id="{2CF00D94-9FCE-4D29-ABA6-A0C1B57C8A7B}"/>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33" name="직사각형 32">
              <a:extLst>
                <a:ext uri="{FF2B5EF4-FFF2-40B4-BE49-F238E27FC236}">
                  <a16:creationId xmlns:a16="http://schemas.microsoft.com/office/drawing/2014/main" id="{496E6556-F866-4557-B544-79567ABA9FCE}"/>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38" name="그룹 37">
            <a:extLst>
              <a:ext uri="{FF2B5EF4-FFF2-40B4-BE49-F238E27FC236}">
                <a16:creationId xmlns:a16="http://schemas.microsoft.com/office/drawing/2014/main" id="{CA968E8A-65C0-4F89-B54A-454C7828FA45}"/>
              </a:ext>
            </a:extLst>
          </p:cNvPr>
          <p:cNvGrpSpPr/>
          <p:nvPr/>
        </p:nvGrpSpPr>
        <p:grpSpPr>
          <a:xfrm>
            <a:off x="1797478" y="3691960"/>
            <a:ext cx="2414206" cy="338554"/>
            <a:chOff x="1237833" y="3417650"/>
            <a:chExt cx="1708480" cy="338554"/>
          </a:xfrm>
        </p:grpSpPr>
        <p:grpSp>
          <p:nvGrpSpPr>
            <p:cNvPr id="39" name="그룹 38">
              <a:extLst>
                <a:ext uri="{FF2B5EF4-FFF2-40B4-BE49-F238E27FC236}">
                  <a16:creationId xmlns:a16="http://schemas.microsoft.com/office/drawing/2014/main" id="{BC37E85C-8393-4B55-8A85-807F5505CC3C}"/>
                </a:ext>
              </a:extLst>
            </p:cNvPr>
            <p:cNvGrpSpPr/>
            <p:nvPr/>
          </p:nvGrpSpPr>
          <p:grpSpPr>
            <a:xfrm>
              <a:off x="1237833" y="3462866"/>
              <a:ext cx="378630" cy="248122"/>
              <a:chOff x="2681976" y="1955121"/>
              <a:chExt cx="1993118" cy="596970"/>
            </a:xfrm>
          </p:grpSpPr>
          <p:sp>
            <p:nvSpPr>
              <p:cNvPr id="41" name="Border">
                <a:extLst>
                  <a:ext uri="{FF2B5EF4-FFF2-40B4-BE49-F238E27FC236}">
                    <a16:creationId xmlns:a16="http://schemas.microsoft.com/office/drawing/2014/main" id="{B86875CB-618E-4473-9D37-CF98202D05F8}"/>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2" name="Line 2">
                <a:extLst>
                  <a:ext uri="{FF2B5EF4-FFF2-40B4-BE49-F238E27FC236}">
                    <a16:creationId xmlns:a16="http://schemas.microsoft.com/office/drawing/2014/main" id="{515B133F-3E66-417A-B0D7-8E17B33040A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3" name="Line 1">
                <a:extLst>
                  <a:ext uri="{FF2B5EF4-FFF2-40B4-BE49-F238E27FC236}">
                    <a16:creationId xmlns:a16="http://schemas.microsoft.com/office/drawing/2014/main" id="{2330FA35-5854-4A94-B636-BCBEC52A7B2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4" name="TextBox 43">
                <a:extLst>
                  <a:ext uri="{FF2B5EF4-FFF2-40B4-BE49-F238E27FC236}">
                    <a16:creationId xmlns:a16="http://schemas.microsoft.com/office/drawing/2014/main" id="{B2417178-1974-456C-849C-5085D2A2A507}"/>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40" name="직사각형 39">
              <a:extLst>
                <a:ext uri="{FF2B5EF4-FFF2-40B4-BE49-F238E27FC236}">
                  <a16:creationId xmlns:a16="http://schemas.microsoft.com/office/drawing/2014/main" id="{25A19236-D1AF-4AC2-945A-1DB51096A486}"/>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45" name="그룹 44">
            <a:extLst>
              <a:ext uri="{FF2B5EF4-FFF2-40B4-BE49-F238E27FC236}">
                <a16:creationId xmlns:a16="http://schemas.microsoft.com/office/drawing/2014/main" id="{7E2484F7-DDAF-4B65-BF91-51BCC8851DF5}"/>
              </a:ext>
            </a:extLst>
          </p:cNvPr>
          <p:cNvGrpSpPr/>
          <p:nvPr/>
        </p:nvGrpSpPr>
        <p:grpSpPr>
          <a:xfrm>
            <a:off x="1802184" y="4028246"/>
            <a:ext cx="2414206" cy="338554"/>
            <a:chOff x="1237833" y="3417650"/>
            <a:chExt cx="1708480" cy="338554"/>
          </a:xfrm>
        </p:grpSpPr>
        <p:grpSp>
          <p:nvGrpSpPr>
            <p:cNvPr id="46" name="그룹 45">
              <a:extLst>
                <a:ext uri="{FF2B5EF4-FFF2-40B4-BE49-F238E27FC236}">
                  <a16:creationId xmlns:a16="http://schemas.microsoft.com/office/drawing/2014/main" id="{958F0C82-710B-4666-B9E0-48C002520685}"/>
                </a:ext>
              </a:extLst>
            </p:cNvPr>
            <p:cNvGrpSpPr/>
            <p:nvPr/>
          </p:nvGrpSpPr>
          <p:grpSpPr>
            <a:xfrm>
              <a:off x="1237833" y="3462866"/>
              <a:ext cx="378630" cy="248122"/>
              <a:chOff x="2681976" y="1955121"/>
              <a:chExt cx="1993118" cy="596970"/>
            </a:xfrm>
          </p:grpSpPr>
          <p:sp>
            <p:nvSpPr>
              <p:cNvPr id="48" name="Border">
                <a:extLst>
                  <a:ext uri="{FF2B5EF4-FFF2-40B4-BE49-F238E27FC236}">
                    <a16:creationId xmlns:a16="http://schemas.microsoft.com/office/drawing/2014/main" id="{77732461-B499-43B6-B191-20537BC1B6FC}"/>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9" name="Line 2">
                <a:extLst>
                  <a:ext uri="{FF2B5EF4-FFF2-40B4-BE49-F238E27FC236}">
                    <a16:creationId xmlns:a16="http://schemas.microsoft.com/office/drawing/2014/main" id="{66642C0C-4F18-418D-9E3E-EF9798327B42}"/>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0" name="Line 1">
                <a:extLst>
                  <a:ext uri="{FF2B5EF4-FFF2-40B4-BE49-F238E27FC236}">
                    <a16:creationId xmlns:a16="http://schemas.microsoft.com/office/drawing/2014/main" id="{A2456E36-03AB-45B9-AC56-4630AA242C6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1" name="TextBox 50">
                <a:extLst>
                  <a:ext uri="{FF2B5EF4-FFF2-40B4-BE49-F238E27FC236}">
                    <a16:creationId xmlns:a16="http://schemas.microsoft.com/office/drawing/2014/main" id="{7E810C0B-157C-484F-99C9-285313583C8F}"/>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47" name="직사각형 46">
              <a:extLst>
                <a:ext uri="{FF2B5EF4-FFF2-40B4-BE49-F238E27FC236}">
                  <a16:creationId xmlns:a16="http://schemas.microsoft.com/office/drawing/2014/main" id="{214DAE7F-6FA9-48F8-A7ED-807460F88BFC}"/>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52" name="그룹 51">
            <a:extLst>
              <a:ext uri="{FF2B5EF4-FFF2-40B4-BE49-F238E27FC236}">
                <a16:creationId xmlns:a16="http://schemas.microsoft.com/office/drawing/2014/main" id="{409C78DF-01D0-4B73-A0CD-12415C2D1779}"/>
              </a:ext>
            </a:extLst>
          </p:cNvPr>
          <p:cNvGrpSpPr/>
          <p:nvPr/>
        </p:nvGrpSpPr>
        <p:grpSpPr>
          <a:xfrm>
            <a:off x="1797478" y="4362382"/>
            <a:ext cx="2414206" cy="338554"/>
            <a:chOff x="1237833" y="3417650"/>
            <a:chExt cx="1708480" cy="338554"/>
          </a:xfrm>
        </p:grpSpPr>
        <p:grpSp>
          <p:nvGrpSpPr>
            <p:cNvPr id="53" name="그룹 52">
              <a:extLst>
                <a:ext uri="{FF2B5EF4-FFF2-40B4-BE49-F238E27FC236}">
                  <a16:creationId xmlns:a16="http://schemas.microsoft.com/office/drawing/2014/main" id="{DF132719-DC60-464A-9F33-D0F7C360BE30}"/>
                </a:ext>
              </a:extLst>
            </p:cNvPr>
            <p:cNvGrpSpPr/>
            <p:nvPr/>
          </p:nvGrpSpPr>
          <p:grpSpPr>
            <a:xfrm>
              <a:off x="1237833" y="3462866"/>
              <a:ext cx="378630" cy="248122"/>
              <a:chOff x="2681976" y="1955121"/>
              <a:chExt cx="1993118" cy="596970"/>
            </a:xfrm>
          </p:grpSpPr>
          <p:sp>
            <p:nvSpPr>
              <p:cNvPr id="55" name="Border">
                <a:extLst>
                  <a:ext uri="{FF2B5EF4-FFF2-40B4-BE49-F238E27FC236}">
                    <a16:creationId xmlns:a16="http://schemas.microsoft.com/office/drawing/2014/main" id="{8E6FE8B2-4BC5-4597-A074-13990327EB7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6" name="Line 2">
                <a:extLst>
                  <a:ext uri="{FF2B5EF4-FFF2-40B4-BE49-F238E27FC236}">
                    <a16:creationId xmlns:a16="http://schemas.microsoft.com/office/drawing/2014/main" id="{F0461F69-0DE1-4809-A428-17758B98F6F2}"/>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7" name="Line 1">
                <a:extLst>
                  <a:ext uri="{FF2B5EF4-FFF2-40B4-BE49-F238E27FC236}">
                    <a16:creationId xmlns:a16="http://schemas.microsoft.com/office/drawing/2014/main" id="{64872B69-C0E2-47E0-A1F7-1AF3406450E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8" name="TextBox 57">
                <a:extLst>
                  <a:ext uri="{FF2B5EF4-FFF2-40B4-BE49-F238E27FC236}">
                    <a16:creationId xmlns:a16="http://schemas.microsoft.com/office/drawing/2014/main" id="{104F3B13-74E2-45DB-88AB-074E2F6711A6}"/>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54" name="직사각형 53">
              <a:extLst>
                <a:ext uri="{FF2B5EF4-FFF2-40B4-BE49-F238E27FC236}">
                  <a16:creationId xmlns:a16="http://schemas.microsoft.com/office/drawing/2014/main" id="{DBD2E8ED-E434-40E0-A757-0798610298AC}"/>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62" name="그룹 61">
            <a:extLst>
              <a:ext uri="{FF2B5EF4-FFF2-40B4-BE49-F238E27FC236}">
                <a16:creationId xmlns:a16="http://schemas.microsoft.com/office/drawing/2014/main" id="{F1AAA9FF-7BC2-4CE5-970D-E62F3987EC27}"/>
              </a:ext>
            </a:extLst>
          </p:cNvPr>
          <p:cNvGrpSpPr/>
          <p:nvPr/>
        </p:nvGrpSpPr>
        <p:grpSpPr>
          <a:xfrm>
            <a:off x="1788769" y="4696518"/>
            <a:ext cx="2414206" cy="338554"/>
            <a:chOff x="1237833" y="3417650"/>
            <a:chExt cx="1708480" cy="338554"/>
          </a:xfrm>
        </p:grpSpPr>
        <p:grpSp>
          <p:nvGrpSpPr>
            <p:cNvPr id="63" name="그룹 62">
              <a:extLst>
                <a:ext uri="{FF2B5EF4-FFF2-40B4-BE49-F238E27FC236}">
                  <a16:creationId xmlns:a16="http://schemas.microsoft.com/office/drawing/2014/main" id="{84F143F3-8EF6-4221-8ADE-0781C62A20FE}"/>
                </a:ext>
              </a:extLst>
            </p:cNvPr>
            <p:cNvGrpSpPr/>
            <p:nvPr/>
          </p:nvGrpSpPr>
          <p:grpSpPr>
            <a:xfrm>
              <a:off x="1237833" y="3462866"/>
              <a:ext cx="378630" cy="248122"/>
              <a:chOff x="2681976" y="1955121"/>
              <a:chExt cx="1993118" cy="596970"/>
            </a:xfrm>
          </p:grpSpPr>
          <p:sp>
            <p:nvSpPr>
              <p:cNvPr id="65" name="Border">
                <a:extLst>
                  <a:ext uri="{FF2B5EF4-FFF2-40B4-BE49-F238E27FC236}">
                    <a16:creationId xmlns:a16="http://schemas.microsoft.com/office/drawing/2014/main" id="{DBE0B82D-7237-4580-9386-7A403578A7A9}"/>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6" name="Line 2">
                <a:extLst>
                  <a:ext uri="{FF2B5EF4-FFF2-40B4-BE49-F238E27FC236}">
                    <a16:creationId xmlns:a16="http://schemas.microsoft.com/office/drawing/2014/main" id="{0A881274-E301-4022-ABFC-9BCD7264EC7E}"/>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7" name="Line 1">
                <a:extLst>
                  <a:ext uri="{FF2B5EF4-FFF2-40B4-BE49-F238E27FC236}">
                    <a16:creationId xmlns:a16="http://schemas.microsoft.com/office/drawing/2014/main" id="{51ABABE5-1382-4123-A71F-C7CD4306E74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8" name="TextBox 67">
                <a:extLst>
                  <a:ext uri="{FF2B5EF4-FFF2-40B4-BE49-F238E27FC236}">
                    <a16:creationId xmlns:a16="http://schemas.microsoft.com/office/drawing/2014/main" id="{C32FF387-2061-4DBB-8476-0D6AA11FF27B}"/>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64" name="직사각형 63">
              <a:extLst>
                <a:ext uri="{FF2B5EF4-FFF2-40B4-BE49-F238E27FC236}">
                  <a16:creationId xmlns:a16="http://schemas.microsoft.com/office/drawing/2014/main" id="{3D228545-CAAB-45C3-B6B4-20139A3A8377}"/>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69" name="그룹 68">
            <a:extLst>
              <a:ext uri="{FF2B5EF4-FFF2-40B4-BE49-F238E27FC236}">
                <a16:creationId xmlns:a16="http://schemas.microsoft.com/office/drawing/2014/main" id="{9AC64A02-52A1-4256-A862-4674D11FA428}"/>
              </a:ext>
            </a:extLst>
          </p:cNvPr>
          <p:cNvGrpSpPr/>
          <p:nvPr/>
        </p:nvGrpSpPr>
        <p:grpSpPr>
          <a:xfrm>
            <a:off x="1793475" y="5032804"/>
            <a:ext cx="2414206" cy="338554"/>
            <a:chOff x="1237833" y="3417650"/>
            <a:chExt cx="1708480" cy="338554"/>
          </a:xfrm>
        </p:grpSpPr>
        <p:grpSp>
          <p:nvGrpSpPr>
            <p:cNvPr id="70" name="그룹 69">
              <a:extLst>
                <a:ext uri="{FF2B5EF4-FFF2-40B4-BE49-F238E27FC236}">
                  <a16:creationId xmlns:a16="http://schemas.microsoft.com/office/drawing/2014/main" id="{23480C8A-7189-4DD6-B5F5-22A38056D558}"/>
                </a:ext>
              </a:extLst>
            </p:cNvPr>
            <p:cNvGrpSpPr/>
            <p:nvPr/>
          </p:nvGrpSpPr>
          <p:grpSpPr>
            <a:xfrm>
              <a:off x="1237833" y="3462866"/>
              <a:ext cx="378630" cy="248122"/>
              <a:chOff x="2681976" y="1955121"/>
              <a:chExt cx="1993118" cy="596970"/>
            </a:xfrm>
          </p:grpSpPr>
          <p:sp>
            <p:nvSpPr>
              <p:cNvPr id="72" name="Border">
                <a:extLst>
                  <a:ext uri="{FF2B5EF4-FFF2-40B4-BE49-F238E27FC236}">
                    <a16:creationId xmlns:a16="http://schemas.microsoft.com/office/drawing/2014/main" id="{296D215C-B949-4F41-AAF6-86DFE90EFA7E}"/>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3" name="Line 2">
                <a:extLst>
                  <a:ext uri="{FF2B5EF4-FFF2-40B4-BE49-F238E27FC236}">
                    <a16:creationId xmlns:a16="http://schemas.microsoft.com/office/drawing/2014/main" id="{F5BC56FC-86D4-4FA8-8680-393E23B5F50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4" name="Line 1">
                <a:extLst>
                  <a:ext uri="{FF2B5EF4-FFF2-40B4-BE49-F238E27FC236}">
                    <a16:creationId xmlns:a16="http://schemas.microsoft.com/office/drawing/2014/main" id="{A053A94E-19E6-4CF2-BF8F-1E50092EAC0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5" name="TextBox 74">
                <a:extLst>
                  <a:ext uri="{FF2B5EF4-FFF2-40B4-BE49-F238E27FC236}">
                    <a16:creationId xmlns:a16="http://schemas.microsoft.com/office/drawing/2014/main" id="{B99A34C4-CAB3-446F-BAC8-66D8D0DA06F5}"/>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71" name="직사각형 70">
              <a:extLst>
                <a:ext uri="{FF2B5EF4-FFF2-40B4-BE49-F238E27FC236}">
                  <a16:creationId xmlns:a16="http://schemas.microsoft.com/office/drawing/2014/main" id="{18C04C12-1068-4D73-9C90-D20C6BD77F9D}"/>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76" name="그룹 75">
            <a:extLst>
              <a:ext uri="{FF2B5EF4-FFF2-40B4-BE49-F238E27FC236}">
                <a16:creationId xmlns:a16="http://schemas.microsoft.com/office/drawing/2014/main" id="{C1E4A560-7140-4315-AD8C-C6F76CCDA094}"/>
              </a:ext>
            </a:extLst>
          </p:cNvPr>
          <p:cNvGrpSpPr/>
          <p:nvPr/>
        </p:nvGrpSpPr>
        <p:grpSpPr>
          <a:xfrm>
            <a:off x="1810190" y="5367731"/>
            <a:ext cx="2414206" cy="338554"/>
            <a:chOff x="1237833" y="3417650"/>
            <a:chExt cx="1708480" cy="338554"/>
          </a:xfrm>
        </p:grpSpPr>
        <p:grpSp>
          <p:nvGrpSpPr>
            <p:cNvPr id="77" name="그룹 76">
              <a:extLst>
                <a:ext uri="{FF2B5EF4-FFF2-40B4-BE49-F238E27FC236}">
                  <a16:creationId xmlns:a16="http://schemas.microsoft.com/office/drawing/2014/main" id="{B2272C1D-F421-4F38-BD5C-D35E75AA3D24}"/>
                </a:ext>
              </a:extLst>
            </p:cNvPr>
            <p:cNvGrpSpPr/>
            <p:nvPr/>
          </p:nvGrpSpPr>
          <p:grpSpPr>
            <a:xfrm>
              <a:off x="1237833" y="3462866"/>
              <a:ext cx="378630" cy="248122"/>
              <a:chOff x="2681976" y="1955121"/>
              <a:chExt cx="1993118" cy="596970"/>
            </a:xfrm>
          </p:grpSpPr>
          <p:sp>
            <p:nvSpPr>
              <p:cNvPr id="79" name="Border">
                <a:extLst>
                  <a:ext uri="{FF2B5EF4-FFF2-40B4-BE49-F238E27FC236}">
                    <a16:creationId xmlns:a16="http://schemas.microsoft.com/office/drawing/2014/main" id="{39BF09C6-6E5E-4ECE-8BE7-21232D5C6198}"/>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0" name="Line 2">
                <a:extLst>
                  <a:ext uri="{FF2B5EF4-FFF2-40B4-BE49-F238E27FC236}">
                    <a16:creationId xmlns:a16="http://schemas.microsoft.com/office/drawing/2014/main" id="{B82A96B3-B32E-4F76-BBB6-8405FD10E4D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1" name="Line 1">
                <a:extLst>
                  <a:ext uri="{FF2B5EF4-FFF2-40B4-BE49-F238E27FC236}">
                    <a16:creationId xmlns:a16="http://schemas.microsoft.com/office/drawing/2014/main" id="{2C8B9FEB-23F4-471A-99AE-20DD5D103DB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2" name="TextBox 81">
                <a:extLst>
                  <a:ext uri="{FF2B5EF4-FFF2-40B4-BE49-F238E27FC236}">
                    <a16:creationId xmlns:a16="http://schemas.microsoft.com/office/drawing/2014/main" id="{412C2090-F929-48EB-B143-EDB50974DCAA}"/>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78" name="직사각형 77">
              <a:extLst>
                <a:ext uri="{FF2B5EF4-FFF2-40B4-BE49-F238E27FC236}">
                  <a16:creationId xmlns:a16="http://schemas.microsoft.com/office/drawing/2014/main" id="{00090A8D-F68D-4773-A8B8-F58BAF579727}"/>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83" name="그룹 82">
            <a:extLst>
              <a:ext uri="{FF2B5EF4-FFF2-40B4-BE49-F238E27FC236}">
                <a16:creationId xmlns:a16="http://schemas.microsoft.com/office/drawing/2014/main" id="{6BC3439A-B735-4661-A6ED-618C2C1DB8B9}"/>
              </a:ext>
            </a:extLst>
          </p:cNvPr>
          <p:cNvGrpSpPr/>
          <p:nvPr/>
        </p:nvGrpSpPr>
        <p:grpSpPr>
          <a:xfrm>
            <a:off x="1801481" y="5701867"/>
            <a:ext cx="2414206" cy="338554"/>
            <a:chOff x="1237833" y="3417650"/>
            <a:chExt cx="1708480" cy="338554"/>
          </a:xfrm>
        </p:grpSpPr>
        <p:grpSp>
          <p:nvGrpSpPr>
            <p:cNvPr id="84" name="그룹 83">
              <a:extLst>
                <a:ext uri="{FF2B5EF4-FFF2-40B4-BE49-F238E27FC236}">
                  <a16:creationId xmlns:a16="http://schemas.microsoft.com/office/drawing/2014/main" id="{D55B2E31-F2F4-4A46-8257-5025A0D40074}"/>
                </a:ext>
              </a:extLst>
            </p:cNvPr>
            <p:cNvGrpSpPr/>
            <p:nvPr/>
          </p:nvGrpSpPr>
          <p:grpSpPr>
            <a:xfrm>
              <a:off x="1237833" y="3462866"/>
              <a:ext cx="378630" cy="248122"/>
              <a:chOff x="2681976" y="1955121"/>
              <a:chExt cx="1993118" cy="596970"/>
            </a:xfrm>
          </p:grpSpPr>
          <p:sp>
            <p:nvSpPr>
              <p:cNvPr id="86" name="Border">
                <a:extLst>
                  <a:ext uri="{FF2B5EF4-FFF2-40B4-BE49-F238E27FC236}">
                    <a16:creationId xmlns:a16="http://schemas.microsoft.com/office/drawing/2014/main" id="{AB3DB0B4-F1C9-485E-96C5-DAD32A554D1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7" name="Line 2">
                <a:extLst>
                  <a:ext uri="{FF2B5EF4-FFF2-40B4-BE49-F238E27FC236}">
                    <a16:creationId xmlns:a16="http://schemas.microsoft.com/office/drawing/2014/main" id="{06CD77F5-7F6B-4DFA-92F9-48E10029BD17}"/>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8" name="Line 1">
                <a:extLst>
                  <a:ext uri="{FF2B5EF4-FFF2-40B4-BE49-F238E27FC236}">
                    <a16:creationId xmlns:a16="http://schemas.microsoft.com/office/drawing/2014/main" id="{7367DD52-0C33-4B17-ABF2-EBE7B1BE64D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9" name="TextBox 88">
                <a:extLst>
                  <a:ext uri="{FF2B5EF4-FFF2-40B4-BE49-F238E27FC236}">
                    <a16:creationId xmlns:a16="http://schemas.microsoft.com/office/drawing/2014/main" id="{41DA5155-3E06-4E21-85AB-FB54BE347367}"/>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85" name="직사각형 84">
              <a:extLst>
                <a:ext uri="{FF2B5EF4-FFF2-40B4-BE49-F238E27FC236}">
                  <a16:creationId xmlns:a16="http://schemas.microsoft.com/office/drawing/2014/main" id="{F7716655-3717-4499-B975-F08342AD3BF0}"/>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90" name="그룹 89">
            <a:extLst>
              <a:ext uri="{FF2B5EF4-FFF2-40B4-BE49-F238E27FC236}">
                <a16:creationId xmlns:a16="http://schemas.microsoft.com/office/drawing/2014/main" id="{6732EB11-3887-4035-9772-E5857E85230C}"/>
              </a:ext>
            </a:extLst>
          </p:cNvPr>
          <p:cNvGrpSpPr/>
          <p:nvPr/>
        </p:nvGrpSpPr>
        <p:grpSpPr>
          <a:xfrm>
            <a:off x="1806187" y="6038153"/>
            <a:ext cx="2414206" cy="338554"/>
            <a:chOff x="1237833" y="3417650"/>
            <a:chExt cx="1708480" cy="338554"/>
          </a:xfrm>
        </p:grpSpPr>
        <p:grpSp>
          <p:nvGrpSpPr>
            <p:cNvPr id="91" name="그룹 90">
              <a:extLst>
                <a:ext uri="{FF2B5EF4-FFF2-40B4-BE49-F238E27FC236}">
                  <a16:creationId xmlns:a16="http://schemas.microsoft.com/office/drawing/2014/main" id="{44AA35AD-1161-41C1-B239-96FF6DC8F657}"/>
                </a:ext>
              </a:extLst>
            </p:cNvPr>
            <p:cNvGrpSpPr/>
            <p:nvPr/>
          </p:nvGrpSpPr>
          <p:grpSpPr>
            <a:xfrm>
              <a:off x="1237833" y="3462866"/>
              <a:ext cx="378630" cy="248122"/>
              <a:chOff x="2681976" y="1955121"/>
              <a:chExt cx="1993118" cy="596970"/>
            </a:xfrm>
          </p:grpSpPr>
          <p:sp>
            <p:nvSpPr>
              <p:cNvPr id="93" name="Border">
                <a:extLst>
                  <a:ext uri="{FF2B5EF4-FFF2-40B4-BE49-F238E27FC236}">
                    <a16:creationId xmlns:a16="http://schemas.microsoft.com/office/drawing/2014/main" id="{948B54F0-081D-4E67-86E6-9D042EFA8072}"/>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4" name="Line 2">
                <a:extLst>
                  <a:ext uri="{FF2B5EF4-FFF2-40B4-BE49-F238E27FC236}">
                    <a16:creationId xmlns:a16="http://schemas.microsoft.com/office/drawing/2014/main" id="{315F36DB-D9CF-4445-AD93-4332D367A9A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5" name="Line 1">
                <a:extLst>
                  <a:ext uri="{FF2B5EF4-FFF2-40B4-BE49-F238E27FC236}">
                    <a16:creationId xmlns:a16="http://schemas.microsoft.com/office/drawing/2014/main" id="{4C56997E-A738-4534-B617-C439C0FC6190}"/>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6" name="TextBox 95">
                <a:extLst>
                  <a:ext uri="{FF2B5EF4-FFF2-40B4-BE49-F238E27FC236}">
                    <a16:creationId xmlns:a16="http://schemas.microsoft.com/office/drawing/2014/main" id="{658B5B0E-9836-4A42-A5A2-656963AE1BDF}"/>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92" name="직사각형 91">
              <a:extLst>
                <a:ext uri="{FF2B5EF4-FFF2-40B4-BE49-F238E27FC236}">
                  <a16:creationId xmlns:a16="http://schemas.microsoft.com/office/drawing/2014/main" id="{4AD12E8A-4F0C-48CE-AD79-94C094D64DF8}"/>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97" name="그룹 96">
            <a:extLst>
              <a:ext uri="{FF2B5EF4-FFF2-40B4-BE49-F238E27FC236}">
                <a16:creationId xmlns:a16="http://schemas.microsoft.com/office/drawing/2014/main" id="{797ABCF2-228E-4FDC-955A-D9BA0BED22BA}"/>
              </a:ext>
            </a:extLst>
          </p:cNvPr>
          <p:cNvGrpSpPr/>
          <p:nvPr/>
        </p:nvGrpSpPr>
        <p:grpSpPr>
          <a:xfrm>
            <a:off x="1810190" y="6375344"/>
            <a:ext cx="2414206" cy="338554"/>
            <a:chOff x="1237833" y="3417650"/>
            <a:chExt cx="1708480" cy="338554"/>
          </a:xfrm>
        </p:grpSpPr>
        <p:grpSp>
          <p:nvGrpSpPr>
            <p:cNvPr id="98" name="그룹 97">
              <a:extLst>
                <a:ext uri="{FF2B5EF4-FFF2-40B4-BE49-F238E27FC236}">
                  <a16:creationId xmlns:a16="http://schemas.microsoft.com/office/drawing/2014/main" id="{56C1AAD8-7608-4263-B24F-F1EA4854BACA}"/>
                </a:ext>
              </a:extLst>
            </p:cNvPr>
            <p:cNvGrpSpPr/>
            <p:nvPr/>
          </p:nvGrpSpPr>
          <p:grpSpPr>
            <a:xfrm>
              <a:off x="1237833" y="3462866"/>
              <a:ext cx="378630" cy="248122"/>
              <a:chOff x="2681976" y="1955121"/>
              <a:chExt cx="1993118" cy="596970"/>
            </a:xfrm>
          </p:grpSpPr>
          <p:sp>
            <p:nvSpPr>
              <p:cNvPr id="100" name="Border">
                <a:extLst>
                  <a:ext uri="{FF2B5EF4-FFF2-40B4-BE49-F238E27FC236}">
                    <a16:creationId xmlns:a16="http://schemas.microsoft.com/office/drawing/2014/main" id="{4A6F17FB-7EA0-484E-B4DB-1D1085166F3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1" name="Line 2">
                <a:extLst>
                  <a:ext uri="{FF2B5EF4-FFF2-40B4-BE49-F238E27FC236}">
                    <a16:creationId xmlns:a16="http://schemas.microsoft.com/office/drawing/2014/main" id="{44585DD9-D52B-463E-BA2F-C09823FA056B}"/>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2" name="Line 1">
                <a:extLst>
                  <a:ext uri="{FF2B5EF4-FFF2-40B4-BE49-F238E27FC236}">
                    <a16:creationId xmlns:a16="http://schemas.microsoft.com/office/drawing/2014/main" id="{7405A817-8E10-4EC2-8A33-097045075CD5}"/>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3" name="TextBox 102">
                <a:extLst>
                  <a:ext uri="{FF2B5EF4-FFF2-40B4-BE49-F238E27FC236}">
                    <a16:creationId xmlns:a16="http://schemas.microsoft.com/office/drawing/2014/main" id="{A751314E-6A9A-4204-825B-C79D9FC2D29C}"/>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99" name="직사각형 98">
              <a:extLst>
                <a:ext uri="{FF2B5EF4-FFF2-40B4-BE49-F238E27FC236}">
                  <a16:creationId xmlns:a16="http://schemas.microsoft.com/office/drawing/2014/main" id="{88743D3F-E351-424E-AA9B-EE67892B80CA}"/>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104" name="그룹 103">
            <a:extLst>
              <a:ext uri="{FF2B5EF4-FFF2-40B4-BE49-F238E27FC236}">
                <a16:creationId xmlns:a16="http://schemas.microsoft.com/office/drawing/2014/main" id="{970A5AB3-A8DE-4867-86E2-4E91FC91EBDA}"/>
              </a:ext>
            </a:extLst>
          </p:cNvPr>
          <p:cNvGrpSpPr/>
          <p:nvPr/>
        </p:nvGrpSpPr>
        <p:grpSpPr>
          <a:xfrm>
            <a:off x="1801481" y="6709480"/>
            <a:ext cx="2414206" cy="338554"/>
            <a:chOff x="1237833" y="3417650"/>
            <a:chExt cx="1708480" cy="338554"/>
          </a:xfrm>
        </p:grpSpPr>
        <p:grpSp>
          <p:nvGrpSpPr>
            <p:cNvPr id="105" name="그룹 104">
              <a:extLst>
                <a:ext uri="{FF2B5EF4-FFF2-40B4-BE49-F238E27FC236}">
                  <a16:creationId xmlns:a16="http://schemas.microsoft.com/office/drawing/2014/main" id="{65EF8725-E0B2-4497-8AC5-288A62F0E461}"/>
                </a:ext>
              </a:extLst>
            </p:cNvPr>
            <p:cNvGrpSpPr/>
            <p:nvPr/>
          </p:nvGrpSpPr>
          <p:grpSpPr>
            <a:xfrm>
              <a:off x="1237833" y="3462866"/>
              <a:ext cx="378630" cy="248122"/>
              <a:chOff x="2681976" y="1955121"/>
              <a:chExt cx="1993118" cy="596970"/>
            </a:xfrm>
          </p:grpSpPr>
          <p:sp>
            <p:nvSpPr>
              <p:cNvPr id="107" name="Border">
                <a:extLst>
                  <a:ext uri="{FF2B5EF4-FFF2-40B4-BE49-F238E27FC236}">
                    <a16:creationId xmlns:a16="http://schemas.microsoft.com/office/drawing/2014/main" id="{C5AF9896-6817-47A1-8170-2FE3A66AD421}"/>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8" name="Line 2">
                <a:extLst>
                  <a:ext uri="{FF2B5EF4-FFF2-40B4-BE49-F238E27FC236}">
                    <a16:creationId xmlns:a16="http://schemas.microsoft.com/office/drawing/2014/main" id="{7F966741-D25A-4F19-B1D9-298DC31C908D}"/>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9" name="Line 1">
                <a:extLst>
                  <a:ext uri="{FF2B5EF4-FFF2-40B4-BE49-F238E27FC236}">
                    <a16:creationId xmlns:a16="http://schemas.microsoft.com/office/drawing/2014/main" id="{1AE9469F-2E2F-4038-BA14-64A1E4857FC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0" name="TextBox 109">
                <a:extLst>
                  <a:ext uri="{FF2B5EF4-FFF2-40B4-BE49-F238E27FC236}">
                    <a16:creationId xmlns:a16="http://schemas.microsoft.com/office/drawing/2014/main" id="{A6EBDF2F-9F6B-4CC0-BD00-A28E7A8090AE}"/>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06" name="직사각형 105">
              <a:extLst>
                <a:ext uri="{FF2B5EF4-FFF2-40B4-BE49-F238E27FC236}">
                  <a16:creationId xmlns:a16="http://schemas.microsoft.com/office/drawing/2014/main" id="{F397FB83-8B0C-4CEB-9934-E543A2158B82}"/>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111" name="그룹 110">
            <a:extLst>
              <a:ext uri="{FF2B5EF4-FFF2-40B4-BE49-F238E27FC236}">
                <a16:creationId xmlns:a16="http://schemas.microsoft.com/office/drawing/2014/main" id="{B1E628F5-6EE1-4BAB-A2DD-633B8C336391}"/>
              </a:ext>
            </a:extLst>
          </p:cNvPr>
          <p:cNvGrpSpPr/>
          <p:nvPr/>
        </p:nvGrpSpPr>
        <p:grpSpPr>
          <a:xfrm>
            <a:off x="1806187" y="7045766"/>
            <a:ext cx="2414206" cy="338554"/>
            <a:chOff x="1237833" y="3417650"/>
            <a:chExt cx="1708480" cy="338554"/>
          </a:xfrm>
        </p:grpSpPr>
        <p:grpSp>
          <p:nvGrpSpPr>
            <p:cNvPr id="112" name="그룹 111">
              <a:extLst>
                <a:ext uri="{FF2B5EF4-FFF2-40B4-BE49-F238E27FC236}">
                  <a16:creationId xmlns:a16="http://schemas.microsoft.com/office/drawing/2014/main" id="{942E3C7A-B651-4214-B998-4BB21D78008D}"/>
                </a:ext>
              </a:extLst>
            </p:cNvPr>
            <p:cNvGrpSpPr/>
            <p:nvPr/>
          </p:nvGrpSpPr>
          <p:grpSpPr>
            <a:xfrm>
              <a:off x="1237833" y="3462866"/>
              <a:ext cx="378630" cy="248122"/>
              <a:chOff x="2681976" y="1955121"/>
              <a:chExt cx="1993118" cy="596970"/>
            </a:xfrm>
          </p:grpSpPr>
          <p:sp>
            <p:nvSpPr>
              <p:cNvPr id="114" name="Border">
                <a:extLst>
                  <a:ext uri="{FF2B5EF4-FFF2-40B4-BE49-F238E27FC236}">
                    <a16:creationId xmlns:a16="http://schemas.microsoft.com/office/drawing/2014/main" id="{4C553171-0DAD-43DE-BED1-715B258C44D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5" name="Line 2">
                <a:extLst>
                  <a:ext uri="{FF2B5EF4-FFF2-40B4-BE49-F238E27FC236}">
                    <a16:creationId xmlns:a16="http://schemas.microsoft.com/office/drawing/2014/main" id="{DB27DB2B-063E-4C6E-B018-5A5512C5E69E}"/>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6" name="Line 1">
                <a:extLst>
                  <a:ext uri="{FF2B5EF4-FFF2-40B4-BE49-F238E27FC236}">
                    <a16:creationId xmlns:a16="http://schemas.microsoft.com/office/drawing/2014/main" id="{16EC4EDF-7217-4D4D-88BB-BE1C4F6B3303}"/>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7" name="TextBox 116">
                <a:extLst>
                  <a:ext uri="{FF2B5EF4-FFF2-40B4-BE49-F238E27FC236}">
                    <a16:creationId xmlns:a16="http://schemas.microsoft.com/office/drawing/2014/main" id="{DE93FAD8-CEBE-43FA-ACCF-BFB12298D3C9}"/>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13" name="직사각형 112">
              <a:extLst>
                <a:ext uri="{FF2B5EF4-FFF2-40B4-BE49-F238E27FC236}">
                  <a16:creationId xmlns:a16="http://schemas.microsoft.com/office/drawing/2014/main" id="{2BB629D6-9C94-4AC3-9672-63CDAABCDB67}"/>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sp>
        <p:nvSpPr>
          <p:cNvPr id="118" name="직사각형 117">
            <a:extLst>
              <a:ext uri="{FF2B5EF4-FFF2-40B4-BE49-F238E27FC236}">
                <a16:creationId xmlns:a16="http://schemas.microsoft.com/office/drawing/2014/main" id="{ECFF4039-F45D-4D9A-B185-E0C010995C54}"/>
              </a:ext>
            </a:extLst>
          </p:cNvPr>
          <p:cNvSpPr/>
          <p:nvPr/>
        </p:nvSpPr>
        <p:spPr>
          <a:xfrm>
            <a:off x="7997559" y="3459612"/>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19" name="직사각형 118">
            <a:extLst>
              <a:ext uri="{FF2B5EF4-FFF2-40B4-BE49-F238E27FC236}">
                <a16:creationId xmlns:a16="http://schemas.microsoft.com/office/drawing/2014/main" id="{8BEC0D9F-9D36-49E1-B5FE-8E100888371E}"/>
              </a:ext>
            </a:extLst>
          </p:cNvPr>
          <p:cNvSpPr/>
          <p:nvPr/>
        </p:nvSpPr>
        <p:spPr>
          <a:xfrm>
            <a:off x="7997559" y="3793748"/>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20" name="직사각형 119">
            <a:extLst>
              <a:ext uri="{FF2B5EF4-FFF2-40B4-BE49-F238E27FC236}">
                <a16:creationId xmlns:a16="http://schemas.microsoft.com/office/drawing/2014/main" id="{8E8E57B1-AA0A-4A24-A54A-E2135B8A7F49}"/>
              </a:ext>
            </a:extLst>
          </p:cNvPr>
          <p:cNvSpPr/>
          <p:nvPr/>
        </p:nvSpPr>
        <p:spPr>
          <a:xfrm>
            <a:off x="7997559" y="4130034"/>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21" name="직사각형 120">
            <a:extLst>
              <a:ext uri="{FF2B5EF4-FFF2-40B4-BE49-F238E27FC236}">
                <a16:creationId xmlns:a16="http://schemas.microsoft.com/office/drawing/2014/main" id="{B8487AB8-09AF-4B92-BA0F-AF14F58C37E2}"/>
              </a:ext>
            </a:extLst>
          </p:cNvPr>
          <p:cNvSpPr/>
          <p:nvPr/>
        </p:nvSpPr>
        <p:spPr>
          <a:xfrm>
            <a:off x="7997559" y="4460838"/>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22" name="직사각형 121">
            <a:extLst>
              <a:ext uri="{FF2B5EF4-FFF2-40B4-BE49-F238E27FC236}">
                <a16:creationId xmlns:a16="http://schemas.microsoft.com/office/drawing/2014/main" id="{9DF1E8B1-F632-43BF-B2C4-9A57A8ACC0A7}"/>
              </a:ext>
            </a:extLst>
          </p:cNvPr>
          <p:cNvSpPr/>
          <p:nvPr/>
        </p:nvSpPr>
        <p:spPr>
          <a:xfrm>
            <a:off x="7997559" y="4794974"/>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23" name="직사각형 122">
            <a:extLst>
              <a:ext uri="{FF2B5EF4-FFF2-40B4-BE49-F238E27FC236}">
                <a16:creationId xmlns:a16="http://schemas.microsoft.com/office/drawing/2014/main" id="{B7B8AC3C-FD09-4B3D-9F14-02E906E8E5FD}"/>
              </a:ext>
            </a:extLst>
          </p:cNvPr>
          <p:cNvSpPr/>
          <p:nvPr/>
        </p:nvSpPr>
        <p:spPr>
          <a:xfrm>
            <a:off x="7997559" y="5131260"/>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24" name="직사각형 123">
            <a:extLst>
              <a:ext uri="{FF2B5EF4-FFF2-40B4-BE49-F238E27FC236}">
                <a16:creationId xmlns:a16="http://schemas.microsoft.com/office/drawing/2014/main" id="{C5750BF9-A2B8-4A59-8AAB-DBFC2EA04BF6}"/>
              </a:ext>
            </a:extLst>
          </p:cNvPr>
          <p:cNvSpPr/>
          <p:nvPr/>
        </p:nvSpPr>
        <p:spPr>
          <a:xfrm>
            <a:off x="7990362" y="5463657"/>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25" name="직사각형 124">
            <a:extLst>
              <a:ext uri="{FF2B5EF4-FFF2-40B4-BE49-F238E27FC236}">
                <a16:creationId xmlns:a16="http://schemas.microsoft.com/office/drawing/2014/main" id="{3ED077E9-3C1F-4AAC-B647-F33933FA39A3}"/>
              </a:ext>
            </a:extLst>
          </p:cNvPr>
          <p:cNvSpPr/>
          <p:nvPr/>
        </p:nvSpPr>
        <p:spPr>
          <a:xfrm>
            <a:off x="7990362" y="5797793"/>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26" name="직사각형 125">
            <a:extLst>
              <a:ext uri="{FF2B5EF4-FFF2-40B4-BE49-F238E27FC236}">
                <a16:creationId xmlns:a16="http://schemas.microsoft.com/office/drawing/2014/main" id="{BCFAEDB2-546C-401F-8D79-06A94E3739A2}"/>
              </a:ext>
            </a:extLst>
          </p:cNvPr>
          <p:cNvSpPr/>
          <p:nvPr/>
        </p:nvSpPr>
        <p:spPr>
          <a:xfrm>
            <a:off x="7990362" y="6134079"/>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27" name="직사각형 126">
            <a:extLst>
              <a:ext uri="{FF2B5EF4-FFF2-40B4-BE49-F238E27FC236}">
                <a16:creationId xmlns:a16="http://schemas.microsoft.com/office/drawing/2014/main" id="{DAA8AEED-C190-461A-87C1-7F51FC83B7FA}"/>
              </a:ext>
            </a:extLst>
          </p:cNvPr>
          <p:cNvSpPr/>
          <p:nvPr/>
        </p:nvSpPr>
        <p:spPr>
          <a:xfrm>
            <a:off x="7990362" y="6464883"/>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28" name="직사각형 127">
            <a:extLst>
              <a:ext uri="{FF2B5EF4-FFF2-40B4-BE49-F238E27FC236}">
                <a16:creationId xmlns:a16="http://schemas.microsoft.com/office/drawing/2014/main" id="{95EC7FE5-366E-4E31-AEAA-A2AD1E264E28}"/>
              </a:ext>
            </a:extLst>
          </p:cNvPr>
          <p:cNvSpPr/>
          <p:nvPr/>
        </p:nvSpPr>
        <p:spPr>
          <a:xfrm>
            <a:off x="7990362" y="6799019"/>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29" name="직사각형 128">
            <a:extLst>
              <a:ext uri="{FF2B5EF4-FFF2-40B4-BE49-F238E27FC236}">
                <a16:creationId xmlns:a16="http://schemas.microsoft.com/office/drawing/2014/main" id="{9B422E22-ACA1-4D12-A685-5F144C63470F}"/>
              </a:ext>
            </a:extLst>
          </p:cNvPr>
          <p:cNvSpPr/>
          <p:nvPr/>
        </p:nvSpPr>
        <p:spPr>
          <a:xfrm>
            <a:off x="7990362" y="7135305"/>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30" name="TextBox 129">
            <a:extLst>
              <a:ext uri="{FF2B5EF4-FFF2-40B4-BE49-F238E27FC236}">
                <a16:creationId xmlns:a16="http://schemas.microsoft.com/office/drawing/2014/main" id="{03E00D46-E7A3-4101-9E77-854AAC346007}"/>
              </a:ext>
            </a:extLst>
          </p:cNvPr>
          <p:cNvSpPr txBox="1"/>
          <p:nvPr/>
        </p:nvSpPr>
        <p:spPr>
          <a:xfrm>
            <a:off x="8374878" y="3338124"/>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168" name="직사각형 167">
            <a:extLst>
              <a:ext uri="{FF2B5EF4-FFF2-40B4-BE49-F238E27FC236}">
                <a16:creationId xmlns:a16="http://schemas.microsoft.com/office/drawing/2014/main" id="{C4FA260C-F336-4EE1-A2E2-0A05555842B0}"/>
              </a:ext>
            </a:extLst>
          </p:cNvPr>
          <p:cNvSpPr/>
          <p:nvPr/>
        </p:nvSpPr>
        <p:spPr>
          <a:xfrm>
            <a:off x="9135829" y="3468869"/>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169" name="직사각형 168">
            <a:extLst>
              <a:ext uri="{FF2B5EF4-FFF2-40B4-BE49-F238E27FC236}">
                <a16:creationId xmlns:a16="http://schemas.microsoft.com/office/drawing/2014/main" id="{5D9AA278-D7D3-40AE-BB63-3DCD30B29A11}"/>
              </a:ext>
            </a:extLst>
          </p:cNvPr>
          <p:cNvSpPr/>
          <p:nvPr/>
        </p:nvSpPr>
        <p:spPr>
          <a:xfrm>
            <a:off x="9138792" y="3794257"/>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170" name="직사각형 169">
            <a:extLst>
              <a:ext uri="{FF2B5EF4-FFF2-40B4-BE49-F238E27FC236}">
                <a16:creationId xmlns:a16="http://schemas.microsoft.com/office/drawing/2014/main" id="{B49A296C-181E-4A18-89B7-AA6A9DF2690D}"/>
              </a:ext>
            </a:extLst>
          </p:cNvPr>
          <p:cNvSpPr/>
          <p:nvPr/>
        </p:nvSpPr>
        <p:spPr>
          <a:xfrm>
            <a:off x="9135829" y="4146891"/>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180" name="직사각형 179">
            <a:extLst>
              <a:ext uri="{FF2B5EF4-FFF2-40B4-BE49-F238E27FC236}">
                <a16:creationId xmlns:a16="http://schemas.microsoft.com/office/drawing/2014/main" id="{B38C6267-4BCE-442A-B017-711F997027F1}"/>
              </a:ext>
            </a:extLst>
          </p:cNvPr>
          <p:cNvSpPr/>
          <p:nvPr/>
        </p:nvSpPr>
        <p:spPr>
          <a:xfrm>
            <a:off x="9131084" y="4453238"/>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181" name="직사각형 180">
            <a:extLst>
              <a:ext uri="{FF2B5EF4-FFF2-40B4-BE49-F238E27FC236}">
                <a16:creationId xmlns:a16="http://schemas.microsoft.com/office/drawing/2014/main" id="{5CD80F39-D7A6-441C-AAD4-A5BE30C5C04A}"/>
              </a:ext>
            </a:extLst>
          </p:cNvPr>
          <p:cNvSpPr/>
          <p:nvPr/>
        </p:nvSpPr>
        <p:spPr>
          <a:xfrm>
            <a:off x="9134047" y="4778626"/>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182" name="직사각형 181">
            <a:extLst>
              <a:ext uri="{FF2B5EF4-FFF2-40B4-BE49-F238E27FC236}">
                <a16:creationId xmlns:a16="http://schemas.microsoft.com/office/drawing/2014/main" id="{CBB2958F-FD58-4A87-9C72-B4E6F3741732}"/>
              </a:ext>
            </a:extLst>
          </p:cNvPr>
          <p:cNvSpPr/>
          <p:nvPr/>
        </p:nvSpPr>
        <p:spPr>
          <a:xfrm>
            <a:off x="9131084" y="5131260"/>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183" name="직사각형 182">
            <a:extLst>
              <a:ext uri="{FF2B5EF4-FFF2-40B4-BE49-F238E27FC236}">
                <a16:creationId xmlns:a16="http://schemas.microsoft.com/office/drawing/2014/main" id="{2DF87639-03D6-4290-84F2-AFE6F0DCDD10}"/>
              </a:ext>
            </a:extLst>
          </p:cNvPr>
          <p:cNvSpPr/>
          <p:nvPr/>
        </p:nvSpPr>
        <p:spPr>
          <a:xfrm>
            <a:off x="9136787" y="5460994"/>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184" name="직사각형 183">
            <a:extLst>
              <a:ext uri="{FF2B5EF4-FFF2-40B4-BE49-F238E27FC236}">
                <a16:creationId xmlns:a16="http://schemas.microsoft.com/office/drawing/2014/main" id="{3D811124-9BA6-43B7-9C1E-FF26DF97502D}"/>
              </a:ext>
            </a:extLst>
          </p:cNvPr>
          <p:cNvSpPr/>
          <p:nvPr/>
        </p:nvSpPr>
        <p:spPr>
          <a:xfrm>
            <a:off x="9139750" y="5786382"/>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185" name="직사각형 184">
            <a:extLst>
              <a:ext uri="{FF2B5EF4-FFF2-40B4-BE49-F238E27FC236}">
                <a16:creationId xmlns:a16="http://schemas.microsoft.com/office/drawing/2014/main" id="{2B5477DE-5B48-43B7-8E4C-DC870712EC48}"/>
              </a:ext>
            </a:extLst>
          </p:cNvPr>
          <p:cNvSpPr/>
          <p:nvPr/>
        </p:nvSpPr>
        <p:spPr>
          <a:xfrm>
            <a:off x="9136787" y="6139016"/>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186" name="직사각형 185">
            <a:extLst>
              <a:ext uri="{FF2B5EF4-FFF2-40B4-BE49-F238E27FC236}">
                <a16:creationId xmlns:a16="http://schemas.microsoft.com/office/drawing/2014/main" id="{CAAA4FEE-11F4-4812-BA36-AFE2C9CC4AF2}"/>
              </a:ext>
            </a:extLst>
          </p:cNvPr>
          <p:cNvSpPr/>
          <p:nvPr/>
        </p:nvSpPr>
        <p:spPr>
          <a:xfrm>
            <a:off x="9132042" y="6445363"/>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187" name="직사각형 186">
            <a:extLst>
              <a:ext uri="{FF2B5EF4-FFF2-40B4-BE49-F238E27FC236}">
                <a16:creationId xmlns:a16="http://schemas.microsoft.com/office/drawing/2014/main" id="{36AC985A-B9A8-4915-AA40-711BEFCE2A39}"/>
              </a:ext>
            </a:extLst>
          </p:cNvPr>
          <p:cNvSpPr/>
          <p:nvPr/>
        </p:nvSpPr>
        <p:spPr>
          <a:xfrm>
            <a:off x="9135005" y="6770751"/>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188" name="직사각형 187">
            <a:extLst>
              <a:ext uri="{FF2B5EF4-FFF2-40B4-BE49-F238E27FC236}">
                <a16:creationId xmlns:a16="http://schemas.microsoft.com/office/drawing/2014/main" id="{32F903BB-D336-4F8C-BE6B-33641E7E652A}"/>
              </a:ext>
            </a:extLst>
          </p:cNvPr>
          <p:cNvSpPr/>
          <p:nvPr/>
        </p:nvSpPr>
        <p:spPr>
          <a:xfrm>
            <a:off x="9132042" y="7123385"/>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graphicFrame>
        <p:nvGraphicFramePr>
          <p:cNvPr id="131" name="표 130">
            <a:extLst>
              <a:ext uri="{FF2B5EF4-FFF2-40B4-BE49-F238E27FC236}">
                <a16:creationId xmlns:a16="http://schemas.microsoft.com/office/drawing/2014/main" id="{AEDEB7AB-60D4-4DAC-B302-3E2CE9523A95}"/>
              </a:ext>
            </a:extLst>
          </p:cNvPr>
          <p:cNvGraphicFramePr>
            <a:graphicFrameLocks noGrp="1"/>
          </p:cNvGraphicFramePr>
          <p:nvPr>
            <p:extLst>
              <p:ext uri="{D42A27DB-BD31-4B8C-83A1-F6EECF244321}">
                <p14:modId xmlns:p14="http://schemas.microsoft.com/office/powerpoint/2010/main" val="318477708"/>
              </p:ext>
            </p:extLst>
          </p:nvPr>
        </p:nvGraphicFramePr>
        <p:xfrm>
          <a:off x="10171774" y="22159"/>
          <a:ext cx="1979018" cy="40396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RF-02-04-05-4</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 상세페이지</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 상품 추가 </a:t>
                      </a:r>
                      <a:r>
                        <a:rPr lang="en-US" altLang="ko-KR" sz="800" dirty="0"/>
                        <a:t>&gt; </a:t>
                      </a:r>
                      <a:r>
                        <a:rPr lang="ko-KR" altLang="en-US" sz="800" dirty="0"/>
                        <a:t>공유 상품 목록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다른 회원들이 공개한 공유상품 목록</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상품의 상세 정보를 볼 수 있는 </a:t>
                      </a:r>
                      <a:r>
                        <a:rPr lang="ko-KR" altLang="en-US" sz="800" b="0" dirty="0" err="1">
                          <a:solidFill>
                            <a:schemeClr val="tx1"/>
                          </a:solidFill>
                        </a:rPr>
                        <a:t>팝업창을</a:t>
                      </a:r>
                      <a:r>
                        <a:rPr lang="ko-KR" altLang="en-US" sz="800" b="0" dirty="0">
                          <a:solidFill>
                            <a:schemeClr val="tx1"/>
                          </a:solidFill>
                        </a:rPr>
                        <a:t> 생성한다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RF-02-04-05-5</a:t>
                      </a:r>
                      <a:r>
                        <a:rPr lang="en-US" altLang="ko-KR" sz="800" b="0" baseline="0" dirty="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5541968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클릭하면 해당 상품이 관심상품으로 등록되고</a:t>
                      </a:r>
                      <a:r>
                        <a:rPr lang="en-US" altLang="ko-KR" sz="800" dirty="0"/>
                        <a:t>, </a:t>
                      </a:r>
                      <a:r>
                        <a:rPr lang="ko-KR" altLang="en-US" sz="800" dirty="0"/>
                        <a:t>관심 상품이 목록 상단에 우선적으로 표시된다</a:t>
                      </a:r>
                      <a:r>
                        <a:rPr lang="en-US" altLang="ko-KR" sz="80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774467558"/>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판매할 상품으로 추가할 수 있는 </a:t>
                      </a:r>
                      <a:r>
                        <a:rPr lang="ko-KR" altLang="en-US" sz="800" dirty="0" err="1"/>
                        <a:t>팝업창을</a:t>
                      </a:r>
                      <a:r>
                        <a:rPr lang="ko-KR" altLang="en-US" sz="800" dirty="0"/>
                        <a:t> 생성한다</a:t>
                      </a:r>
                      <a:r>
                        <a:rPr lang="en-US" altLang="ko-KR" sz="800" dirty="0"/>
                        <a:t>.</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RF-02-04-05-6</a:t>
                      </a:r>
                      <a:r>
                        <a:rPr lang="ko-KR" altLang="en-US" sz="800" baseline="0" dirty="0"/>
                        <a:t> 참고</a:t>
                      </a:r>
                      <a:endParaRPr lang="en-US" altLang="ko-KR" sz="800" baseline="0"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aseline="0"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1" baseline="0" dirty="0">
                          <a:solidFill>
                            <a:srgbClr val="FF0000"/>
                          </a:solidFill>
                        </a:rPr>
                        <a:t>※ </a:t>
                      </a:r>
                      <a:r>
                        <a:rPr lang="ko-KR" altLang="en-US" sz="800" b="1" baseline="0" dirty="0">
                          <a:solidFill>
                            <a:srgbClr val="FF0000"/>
                          </a:solidFill>
                        </a:rPr>
                        <a:t>자사 </a:t>
                      </a:r>
                      <a:r>
                        <a:rPr lang="en-US" altLang="ko-KR" sz="800" b="1" baseline="0" dirty="0">
                          <a:solidFill>
                            <a:srgbClr val="FF0000"/>
                          </a:solidFill>
                        </a:rPr>
                        <a:t>PG</a:t>
                      </a:r>
                      <a:r>
                        <a:rPr lang="ko-KR" altLang="en-US" sz="800" b="1" baseline="0" dirty="0">
                          <a:solidFill>
                            <a:srgbClr val="FF0000"/>
                          </a:solidFill>
                        </a:rPr>
                        <a:t>를 사용하는 </a:t>
                      </a:r>
                      <a:r>
                        <a:rPr lang="en-US" altLang="ko-KR" sz="800" b="1" baseline="0" dirty="0">
                          <a:solidFill>
                            <a:srgbClr val="FF0000"/>
                          </a:solidFill>
                        </a:rPr>
                        <a:t>Shop</a:t>
                      </a:r>
                      <a:r>
                        <a:rPr lang="ko-KR" altLang="en-US" sz="800" b="1" baseline="0" dirty="0">
                          <a:solidFill>
                            <a:srgbClr val="FF0000"/>
                          </a:solidFill>
                        </a:rPr>
                        <a:t>채널일 경우에는 공유상품과 제휴상품을 판매할 수 없으므로 탭영역을 </a:t>
                      </a:r>
                      <a:r>
                        <a:rPr lang="ko-KR" altLang="en-US" sz="800" b="1" baseline="0" dirty="0" err="1">
                          <a:solidFill>
                            <a:srgbClr val="FF0000"/>
                          </a:solidFill>
                        </a:rPr>
                        <a:t>블록처리한다</a:t>
                      </a:r>
                      <a:r>
                        <a:rPr lang="en-US" altLang="ko-KR" sz="800" b="1" baseline="0" dirty="0">
                          <a:solidFill>
                            <a:srgbClr val="FF0000"/>
                          </a:solidFill>
                        </a:rPr>
                        <a:t>. ( </a:t>
                      </a:r>
                      <a:r>
                        <a:rPr lang="ko-KR" altLang="en-US" sz="800" b="1" baseline="0" dirty="0">
                          <a:solidFill>
                            <a:srgbClr val="FF0000"/>
                          </a:solidFill>
                        </a:rPr>
                        <a:t>클릭해도 페이지 이동을 못하게 한다</a:t>
                      </a:r>
                      <a:r>
                        <a:rPr lang="en-US" altLang="ko-KR" sz="800" b="1" baseline="0" dirty="0">
                          <a:solidFill>
                            <a:srgbClr val="FF0000"/>
                          </a:solidFill>
                        </a:rPr>
                        <a:t>. )</a:t>
                      </a:r>
                      <a:endParaRPr lang="ko-KR" altLang="en-US" sz="800" b="1" dirty="0">
                        <a:solidFill>
                          <a:srgbClr val="FF0000"/>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99718017"/>
                  </a:ext>
                </a:extLst>
              </a:tr>
            </a:tbl>
          </a:graphicData>
        </a:graphic>
      </p:graphicFrame>
      <p:sp>
        <p:nvSpPr>
          <p:cNvPr id="132" name="TextBox 131">
            <a:extLst>
              <a:ext uri="{FF2B5EF4-FFF2-40B4-BE49-F238E27FC236}">
                <a16:creationId xmlns:a16="http://schemas.microsoft.com/office/drawing/2014/main" id="{03E00D46-E7A3-4101-9E77-854AAC346007}"/>
              </a:ext>
            </a:extLst>
          </p:cNvPr>
          <p:cNvSpPr txBox="1"/>
          <p:nvPr/>
        </p:nvSpPr>
        <p:spPr>
          <a:xfrm>
            <a:off x="8787730" y="3334846"/>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133" name="TextBox 132">
            <a:extLst>
              <a:ext uri="{FF2B5EF4-FFF2-40B4-BE49-F238E27FC236}">
                <a16:creationId xmlns:a16="http://schemas.microsoft.com/office/drawing/2014/main" id="{03E00D46-E7A3-4101-9E77-854AAC346007}"/>
              </a:ext>
            </a:extLst>
          </p:cNvPr>
          <p:cNvSpPr txBox="1"/>
          <p:nvPr/>
        </p:nvSpPr>
        <p:spPr>
          <a:xfrm>
            <a:off x="9486233" y="3329822"/>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Tree>
    <p:extLst>
      <p:ext uri="{BB962C8B-B14F-4D97-AF65-F5344CB8AC3E}">
        <p14:creationId xmlns:p14="http://schemas.microsoft.com/office/powerpoint/2010/main" val="3192465278"/>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직사각형 20">
            <a:extLst>
              <a:ext uri="{FF2B5EF4-FFF2-40B4-BE49-F238E27FC236}">
                <a16:creationId xmlns:a16="http://schemas.microsoft.com/office/drawing/2014/main" id="{8DB036C1-BDD4-4073-9C6A-E0F3146C9F9B}"/>
              </a:ext>
            </a:extLst>
          </p:cNvPr>
          <p:cNvSpPr/>
          <p:nvPr/>
        </p:nvSpPr>
        <p:spPr>
          <a:xfrm>
            <a:off x="576206" y="1303198"/>
            <a:ext cx="9226755" cy="7167024"/>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aphicFrame>
        <p:nvGraphicFramePr>
          <p:cNvPr id="22" name="표 5">
            <a:extLst>
              <a:ext uri="{FF2B5EF4-FFF2-40B4-BE49-F238E27FC236}">
                <a16:creationId xmlns:a16="http://schemas.microsoft.com/office/drawing/2014/main" id="{DE7CD544-51D5-47DA-8148-A1BC63BEE223}"/>
              </a:ext>
            </a:extLst>
          </p:cNvPr>
          <p:cNvGraphicFramePr>
            <a:graphicFrameLocks noGrp="1"/>
          </p:cNvGraphicFramePr>
          <p:nvPr>
            <p:extLst>
              <p:ext uri="{D42A27DB-BD31-4B8C-83A1-F6EECF244321}">
                <p14:modId xmlns:p14="http://schemas.microsoft.com/office/powerpoint/2010/main" val="1138382645"/>
              </p:ext>
            </p:extLst>
          </p:nvPr>
        </p:nvGraphicFramePr>
        <p:xfrm>
          <a:off x="737068" y="1710518"/>
          <a:ext cx="8880744" cy="243840"/>
        </p:xfrm>
        <a:graphic>
          <a:graphicData uri="http://schemas.openxmlformats.org/drawingml/2006/table">
            <a:tbl>
              <a:tblPr firstRow="1" bandRow="1">
                <a:tableStyleId>{5940675A-B579-460E-94D1-54222C63F5DA}</a:tableStyleId>
              </a:tblPr>
              <a:tblGrid>
                <a:gridCol w="2960248">
                  <a:extLst>
                    <a:ext uri="{9D8B030D-6E8A-4147-A177-3AD203B41FA5}">
                      <a16:colId xmlns:a16="http://schemas.microsoft.com/office/drawing/2014/main" val="3230482263"/>
                    </a:ext>
                  </a:extLst>
                </a:gridCol>
                <a:gridCol w="2960248">
                  <a:extLst>
                    <a:ext uri="{9D8B030D-6E8A-4147-A177-3AD203B41FA5}">
                      <a16:colId xmlns:a16="http://schemas.microsoft.com/office/drawing/2014/main" val="3730242496"/>
                    </a:ext>
                  </a:extLst>
                </a:gridCol>
                <a:gridCol w="2960248">
                  <a:extLst>
                    <a:ext uri="{9D8B030D-6E8A-4147-A177-3AD203B41FA5}">
                      <a16:colId xmlns:a16="http://schemas.microsoft.com/office/drawing/2014/main" val="844434264"/>
                    </a:ext>
                  </a:extLst>
                </a:gridCol>
              </a:tblGrid>
              <a:tr h="204698">
                <a:tc>
                  <a:txBody>
                    <a:bodyPr/>
                    <a:lstStyle/>
                    <a:p>
                      <a:pPr algn="ctr" latinLnBrk="1"/>
                      <a:r>
                        <a:rPr lang="ko-KR" altLang="en-US" sz="1000" b="0" dirty="0">
                          <a:solidFill>
                            <a:schemeClr val="tx1"/>
                          </a:solidFill>
                        </a:rPr>
                        <a:t>자사상품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1" dirty="0">
                          <a:solidFill>
                            <a:schemeClr val="bg1"/>
                          </a:solidFill>
                        </a:rPr>
                        <a:t>공유상품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1000" dirty="0" err="1"/>
                        <a:t>제휴상품</a:t>
                      </a:r>
                      <a:endParaRPr lang="ko-KR" altLang="en-US" sz="10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226348592"/>
                  </a:ext>
                </a:extLst>
              </a:tr>
            </a:tbl>
          </a:graphicData>
        </a:graphic>
      </p:graphicFrame>
      <p:sp>
        <p:nvSpPr>
          <p:cNvPr id="173" name="직사각형 172">
            <a:extLst>
              <a:ext uri="{FF2B5EF4-FFF2-40B4-BE49-F238E27FC236}">
                <a16:creationId xmlns:a16="http://schemas.microsoft.com/office/drawing/2014/main" id="{BBDD625C-9E4E-450A-992A-9E58938C059E}"/>
              </a:ext>
            </a:extLst>
          </p:cNvPr>
          <p:cNvSpPr/>
          <p:nvPr/>
        </p:nvSpPr>
        <p:spPr>
          <a:xfrm>
            <a:off x="1775718" y="2263767"/>
            <a:ext cx="6078955"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174" name="직사각형 173">
            <a:extLst>
              <a:ext uri="{FF2B5EF4-FFF2-40B4-BE49-F238E27FC236}">
                <a16:creationId xmlns:a16="http://schemas.microsoft.com/office/drawing/2014/main" id="{A241FECE-99CB-475F-AEB4-366F74B5ACE5}"/>
              </a:ext>
            </a:extLst>
          </p:cNvPr>
          <p:cNvSpPr/>
          <p:nvPr/>
        </p:nvSpPr>
        <p:spPr>
          <a:xfrm>
            <a:off x="8844219" y="2252286"/>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endParaRPr lang="en-US" altLang="ko-KR" sz="800" dirty="0">
              <a:solidFill>
                <a:schemeClr val="bg1"/>
              </a:solidFill>
            </a:endParaRPr>
          </a:p>
        </p:txBody>
      </p:sp>
      <p:graphicFrame>
        <p:nvGraphicFramePr>
          <p:cNvPr id="175" name="표 63">
            <a:extLst>
              <a:ext uri="{FF2B5EF4-FFF2-40B4-BE49-F238E27FC236}">
                <a16:creationId xmlns:a16="http://schemas.microsoft.com/office/drawing/2014/main" id="{418AC977-C398-43FC-A2E4-1F448BF74573}"/>
              </a:ext>
            </a:extLst>
          </p:cNvPr>
          <p:cNvGraphicFramePr>
            <a:graphicFrameLocks noGrp="1"/>
          </p:cNvGraphicFramePr>
          <p:nvPr>
            <p:extLst>
              <p:ext uri="{D42A27DB-BD31-4B8C-83A1-F6EECF244321}">
                <p14:modId xmlns:p14="http://schemas.microsoft.com/office/powerpoint/2010/main" val="146655703"/>
              </p:ext>
            </p:extLst>
          </p:nvPr>
        </p:nvGraphicFramePr>
        <p:xfrm>
          <a:off x="737068" y="2240815"/>
          <a:ext cx="8880744" cy="457200"/>
        </p:xfrm>
        <a:graphic>
          <a:graphicData uri="http://schemas.openxmlformats.org/drawingml/2006/table">
            <a:tbl>
              <a:tblPr firstRow="1" bandRow="1">
                <a:tableStyleId>{5940675A-B579-460E-94D1-54222C63F5DA}</a:tableStyleId>
              </a:tblPr>
              <a:tblGrid>
                <a:gridCol w="984852">
                  <a:extLst>
                    <a:ext uri="{9D8B030D-6E8A-4147-A177-3AD203B41FA5}">
                      <a16:colId xmlns:a16="http://schemas.microsoft.com/office/drawing/2014/main" val="3701388552"/>
                    </a:ext>
                  </a:extLst>
                </a:gridCol>
                <a:gridCol w="7895892">
                  <a:extLst>
                    <a:ext uri="{9D8B030D-6E8A-4147-A177-3AD203B41FA5}">
                      <a16:colId xmlns:a16="http://schemas.microsoft.com/office/drawing/2014/main" val="339215266"/>
                    </a:ext>
                  </a:extLst>
                </a:gridCol>
              </a:tblGrid>
              <a:tr h="0">
                <a:tc>
                  <a:txBody>
                    <a:bodyPr/>
                    <a:lstStyle/>
                    <a:p>
                      <a:pPr latinLnBrk="1"/>
                      <a:r>
                        <a:rPr lang="ko-KR" altLang="en-US" sz="900" dirty="0"/>
                        <a:t>상품명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176" name="직사각형 175">
            <a:extLst>
              <a:ext uri="{FF2B5EF4-FFF2-40B4-BE49-F238E27FC236}">
                <a16:creationId xmlns:a16="http://schemas.microsoft.com/office/drawing/2014/main" id="{2DC2E58F-9A5F-40E1-9F38-43FE013ECDFD}"/>
              </a:ext>
            </a:extLst>
          </p:cNvPr>
          <p:cNvSpPr/>
          <p:nvPr/>
        </p:nvSpPr>
        <p:spPr>
          <a:xfrm>
            <a:off x="8846667" y="2479505"/>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graphicFrame>
        <p:nvGraphicFramePr>
          <p:cNvPr id="177" name="표 176">
            <a:extLst>
              <a:ext uri="{FF2B5EF4-FFF2-40B4-BE49-F238E27FC236}">
                <a16:creationId xmlns:a16="http://schemas.microsoft.com/office/drawing/2014/main" id="{2AB6603C-2F64-415B-8E8E-C3C8544B3399}"/>
              </a:ext>
            </a:extLst>
          </p:cNvPr>
          <p:cNvGraphicFramePr>
            <a:graphicFrameLocks noGrp="1"/>
          </p:cNvGraphicFramePr>
          <p:nvPr>
            <p:extLst>
              <p:ext uri="{D42A27DB-BD31-4B8C-83A1-F6EECF244321}">
                <p14:modId xmlns:p14="http://schemas.microsoft.com/office/powerpoint/2010/main" val="2587821319"/>
              </p:ext>
            </p:extLst>
          </p:nvPr>
        </p:nvGraphicFramePr>
        <p:xfrm>
          <a:off x="737065" y="3147600"/>
          <a:ext cx="8880745" cy="4236720"/>
        </p:xfrm>
        <a:graphic>
          <a:graphicData uri="http://schemas.openxmlformats.org/drawingml/2006/table">
            <a:tbl>
              <a:tblPr firstRow="1" bandRow="1">
                <a:tableStyleId>{5C22544A-7EE6-4342-B048-85BDC9FD1C3A}</a:tableStyleId>
              </a:tblPr>
              <a:tblGrid>
                <a:gridCol w="442070">
                  <a:extLst>
                    <a:ext uri="{9D8B030D-6E8A-4147-A177-3AD203B41FA5}">
                      <a16:colId xmlns:a16="http://schemas.microsoft.com/office/drawing/2014/main" val="401447903"/>
                    </a:ext>
                  </a:extLst>
                </a:gridCol>
                <a:gridCol w="697432">
                  <a:extLst>
                    <a:ext uri="{9D8B030D-6E8A-4147-A177-3AD203B41FA5}">
                      <a16:colId xmlns:a16="http://schemas.microsoft.com/office/drawing/2014/main" val="20000"/>
                    </a:ext>
                  </a:extLst>
                </a:gridCol>
                <a:gridCol w="2197290">
                  <a:extLst>
                    <a:ext uri="{9D8B030D-6E8A-4147-A177-3AD203B41FA5}">
                      <a16:colId xmlns:a16="http://schemas.microsoft.com/office/drawing/2014/main" val="20003"/>
                    </a:ext>
                  </a:extLst>
                </a:gridCol>
                <a:gridCol w="825689">
                  <a:extLst>
                    <a:ext uri="{9D8B030D-6E8A-4147-A177-3AD203B41FA5}">
                      <a16:colId xmlns:a16="http://schemas.microsoft.com/office/drawing/2014/main" val="20004"/>
                    </a:ext>
                  </a:extLst>
                </a:gridCol>
                <a:gridCol w="1269242">
                  <a:extLst>
                    <a:ext uri="{9D8B030D-6E8A-4147-A177-3AD203B41FA5}">
                      <a16:colId xmlns:a16="http://schemas.microsoft.com/office/drawing/2014/main" val="20005"/>
                    </a:ext>
                  </a:extLst>
                </a:gridCol>
                <a:gridCol w="1214651">
                  <a:extLst>
                    <a:ext uri="{9D8B030D-6E8A-4147-A177-3AD203B41FA5}">
                      <a16:colId xmlns:a16="http://schemas.microsoft.com/office/drawing/2014/main" val="20006"/>
                    </a:ext>
                  </a:extLst>
                </a:gridCol>
                <a:gridCol w="873457">
                  <a:extLst>
                    <a:ext uri="{9D8B030D-6E8A-4147-A177-3AD203B41FA5}">
                      <a16:colId xmlns:a16="http://schemas.microsoft.com/office/drawing/2014/main" val="20009"/>
                    </a:ext>
                  </a:extLst>
                </a:gridCol>
                <a:gridCol w="655092">
                  <a:extLst>
                    <a:ext uri="{9D8B030D-6E8A-4147-A177-3AD203B41FA5}">
                      <a16:colId xmlns:a16="http://schemas.microsoft.com/office/drawing/2014/main" val="2179269706"/>
                    </a:ext>
                  </a:extLst>
                </a:gridCol>
                <a:gridCol w="705822">
                  <a:extLst>
                    <a:ext uri="{9D8B030D-6E8A-4147-A177-3AD203B41FA5}">
                      <a16:colId xmlns:a16="http://schemas.microsoft.com/office/drawing/2014/main" val="531070748"/>
                    </a:ext>
                  </a:extLst>
                </a:gridCol>
              </a:tblGrid>
              <a:tr h="0">
                <a:tc>
                  <a:txBody>
                    <a:bodyPr/>
                    <a:lstStyle/>
                    <a:p>
                      <a:pPr algn="ctr" latinLnBrk="1"/>
                      <a:r>
                        <a:rPr lang="en-US" altLang="ko-KR" sz="800" b="0" dirty="0">
                          <a:solidFill>
                            <a:schemeClr val="tx1"/>
                          </a:solidFill>
                        </a:rPr>
                        <a:t>No</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재고</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상세보기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관심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상품추가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3433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a20392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2,110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3432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a20321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3,160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3431</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a20320</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42,110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algn="ctr" latinLnBrk="1"/>
                      <a:r>
                        <a:rPr lang="en-US" altLang="ko-KR" sz="800" b="0" dirty="0">
                          <a:solidFill>
                            <a:schemeClr val="tx1"/>
                          </a:solidFill>
                        </a:rPr>
                        <a:t>3430</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A20222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2,110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6792756"/>
                  </a:ext>
                </a:extLst>
              </a:tr>
              <a:tr h="0">
                <a:tc>
                  <a:txBody>
                    <a:bodyPr/>
                    <a:lstStyle/>
                    <a:p>
                      <a:pPr algn="ctr" latinLnBrk="1"/>
                      <a:r>
                        <a:rPr lang="en-US" altLang="ko-KR" sz="800" b="0" dirty="0">
                          <a:solidFill>
                            <a:schemeClr val="tx1"/>
                          </a:solidFill>
                        </a:rPr>
                        <a:t>3429</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B20321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3,160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60545407"/>
                  </a:ext>
                </a:extLst>
              </a:tr>
              <a:tr h="0">
                <a:tc>
                  <a:txBody>
                    <a:bodyPr/>
                    <a:lstStyle/>
                    <a:p>
                      <a:pPr algn="ctr" latinLnBrk="1"/>
                      <a:r>
                        <a:rPr lang="en-US" altLang="ko-KR" sz="800" b="0" dirty="0">
                          <a:solidFill>
                            <a:schemeClr val="tx1"/>
                          </a:solidFill>
                        </a:rPr>
                        <a:t>3428</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C20320</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42,110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73000931"/>
                  </a:ext>
                </a:extLst>
              </a:tr>
              <a:tr h="0">
                <a:tc>
                  <a:txBody>
                    <a:bodyPr/>
                    <a:lstStyle/>
                    <a:p>
                      <a:pPr algn="ctr" latinLnBrk="1"/>
                      <a:r>
                        <a:rPr lang="en-US" altLang="ko-KR" sz="800" b="0" dirty="0">
                          <a:solidFill>
                            <a:schemeClr val="tx1"/>
                          </a:solidFill>
                        </a:rPr>
                        <a:t>3427</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E20392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2,110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14774640"/>
                  </a:ext>
                </a:extLst>
              </a:tr>
              <a:tr h="0">
                <a:tc>
                  <a:txBody>
                    <a:bodyPr/>
                    <a:lstStyle/>
                    <a:p>
                      <a:pPr algn="ctr" latinLnBrk="1"/>
                      <a:r>
                        <a:rPr lang="en-US" altLang="ko-KR" sz="800" b="0" dirty="0">
                          <a:solidFill>
                            <a:schemeClr val="tx1"/>
                          </a:solidFill>
                        </a:rPr>
                        <a:t>3426</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F20212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3,160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40055972"/>
                  </a:ext>
                </a:extLst>
              </a:tr>
              <a:tr h="0">
                <a:tc>
                  <a:txBody>
                    <a:bodyPr/>
                    <a:lstStyle/>
                    <a:p>
                      <a:pPr algn="ctr" latinLnBrk="1"/>
                      <a:r>
                        <a:rPr lang="en-US" altLang="ko-KR" sz="800" b="0" dirty="0">
                          <a:solidFill>
                            <a:schemeClr val="tx1"/>
                          </a:solidFill>
                        </a:rPr>
                        <a:t>3425</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Z20321</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42,110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64757641"/>
                  </a:ext>
                </a:extLst>
              </a:tr>
              <a:tr h="0">
                <a:tc>
                  <a:txBody>
                    <a:bodyPr/>
                    <a:lstStyle/>
                    <a:p>
                      <a:pPr algn="ctr" latinLnBrk="1"/>
                      <a:r>
                        <a:rPr lang="en-US" altLang="ko-KR" sz="800" b="0" dirty="0">
                          <a:solidFill>
                            <a:schemeClr val="tx1"/>
                          </a:solidFill>
                        </a:rPr>
                        <a:t>3424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A20200</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2,110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94086906"/>
                  </a:ext>
                </a:extLst>
              </a:tr>
              <a:tr h="0">
                <a:tc>
                  <a:txBody>
                    <a:bodyPr/>
                    <a:lstStyle/>
                    <a:p>
                      <a:pPr algn="ctr" latinLnBrk="1"/>
                      <a:r>
                        <a:rPr lang="en-US" altLang="ko-KR" sz="800" b="0" dirty="0">
                          <a:solidFill>
                            <a:schemeClr val="tx1"/>
                          </a:solidFill>
                        </a:rPr>
                        <a:t>3423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A20333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3,160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61936248"/>
                  </a:ext>
                </a:extLst>
              </a:tr>
              <a:tr h="0">
                <a:tc>
                  <a:txBody>
                    <a:bodyPr/>
                    <a:lstStyle/>
                    <a:p>
                      <a:pPr algn="ctr" latinLnBrk="1"/>
                      <a:r>
                        <a:rPr lang="en-US" altLang="ko-KR" sz="800" b="0" dirty="0">
                          <a:solidFill>
                            <a:schemeClr val="tx1"/>
                          </a:solidFill>
                        </a:rPr>
                        <a:t>3422</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E20312</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42,110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83094304"/>
                  </a:ext>
                </a:extLst>
              </a:tr>
            </a:tbl>
          </a:graphicData>
        </a:graphic>
      </p:graphicFrame>
      <p:sp>
        <p:nvSpPr>
          <p:cNvPr id="178" name="TextBox 177">
            <a:extLst>
              <a:ext uri="{FF2B5EF4-FFF2-40B4-BE49-F238E27FC236}">
                <a16:creationId xmlns:a16="http://schemas.microsoft.com/office/drawing/2014/main" id="{A998AC10-B742-474B-B050-75D7139A3020}"/>
              </a:ext>
            </a:extLst>
          </p:cNvPr>
          <p:cNvSpPr txBox="1"/>
          <p:nvPr/>
        </p:nvSpPr>
        <p:spPr>
          <a:xfrm>
            <a:off x="680013" y="2932156"/>
            <a:ext cx="761547" cy="215444"/>
          </a:xfrm>
          <a:prstGeom prst="rect">
            <a:avLst/>
          </a:prstGeom>
          <a:noFill/>
        </p:spPr>
        <p:txBody>
          <a:bodyPr wrap="square" rtlCol="0">
            <a:spAutoFit/>
          </a:bodyPr>
          <a:lstStyle/>
          <a:p>
            <a:r>
              <a:rPr lang="ko-KR" altLang="en-US" sz="800" dirty="0"/>
              <a:t>총 </a:t>
            </a:r>
            <a:r>
              <a:rPr lang="en-US" altLang="ko-KR" sz="800" dirty="0"/>
              <a:t>00</a:t>
            </a:r>
            <a:r>
              <a:rPr lang="ko-KR" altLang="en-US" sz="800" dirty="0"/>
              <a:t>건</a:t>
            </a:r>
          </a:p>
        </p:txBody>
      </p:sp>
      <p:grpSp>
        <p:nvGrpSpPr>
          <p:cNvPr id="179" name="그룹 178">
            <a:extLst>
              <a:ext uri="{FF2B5EF4-FFF2-40B4-BE49-F238E27FC236}">
                <a16:creationId xmlns:a16="http://schemas.microsoft.com/office/drawing/2014/main" id="{30BEE751-2FAF-45B9-BA3E-DFB97C4E0916}"/>
              </a:ext>
            </a:extLst>
          </p:cNvPr>
          <p:cNvGrpSpPr/>
          <p:nvPr/>
        </p:nvGrpSpPr>
        <p:grpSpPr>
          <a:xfrm>
            <a:off x="1920487" y="3357824"/>
            <a:ext cx="2414206" cy="338554"/>
            <a:chOff x="1237833" y="3417650"/>
            <a:chExt cx="1708480" cy="338554"/>
          </a:xfrm>
        </p:grpSpPr>
        <p:grpSp>
          <p:nvGrpSpPr>
            <p:cNvPr id="180" name="그룹 179">
              <a:extLst>
                <a:ext uri="{FF2B5EF4-FFF2-40B4-BE49-F238E27FC236}">
                  <a16:creationId xmlns:a16="http://schemas.microsoft.com/office/drawing/2014/main" id="{C04DDD77-C903-4CBB-A9F8-E65FB2CB027F}"/>
                </a:ext>
              </a:extLst>
            </p:cNvPr>
            <p:cNvGrpSpPr/>
            <p:nvPr/>
          </p:nvGrpSpPr>
          <p:grpSpPr>
            <a:xfrm>
              <a:off x="1237833" y="3462866"/>
              <a:ext cx="378630" cy="248122"/>
              <a:chOff x="2681976" y="1955121"/>
              <a:chExt cx="1993118" cy="596970"/>
            </a:xfrm>
          </p:grpSpPr>
          <p:sp>
            <p:nvSpPr>
              <p:cNvPr id="182" name="Border">
                <a:extLst>
                  <a:ext uri="{FF2B5EF4-FFF2-40B4-BE49-F238E27FC236}">
                    <a16:creationId xmlns:a16="http://schemas.microsoft.com/office/drawing/2014/main" id="{4878785F-289A-40F1-982B-4019B5A65E87}"/>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3" name="Line 2">
                <a:extLst>
                  <a:ext uri="{FF2B5EF4-FFF2-40B4-BE49-F238E27FC236}">
                    <a16:creationId xmlns:a16="http://schemas.microsoft.com/office/drawing/2014/main" id="{C512CAD9-8CCF-4512-ACF4-63D9F0876DD8}"/>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4" name="Line 1">
                <a:extLst>
                  <a:ext uri="{FF2B5EF4-FFF2-40B4-BE49-F238E27FC236}">
                    <a16:creationId xmlns:a16="http://schemas.microsoft.com/office/drawing/2014/main" id="{478EBFAD-4ACE-4380-850A-6E21097196F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5" name="TextBox 184">
                <a:extLst>
                  <a:ext uri="{FF2B5EF4-FFF2-40B4-BE49-F238E27FC236}">
                    <a16:creationId xmlns:a16="http://schemas.microsoft.com/office/drawing/2014/main" id="{C1600C1B-5B0B-41FB-8EED-2225B1DC9A69}"/>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81" name="직사각형 180">
              <a:extLst>
                <a:ext uri="{FF2B5EF4-FFF2-40B4-BE49-F238E27FC236}">
                  <a16:creationId xmlns:a16="http://schemas.microsoft.com/office/drawing/2014/main" id="{FE93033A-3C9E-4894-AF53-4F5A2F17D91E}"/>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186" name="그룹 185">
            <a:extLst>
              <a:ext uri="{FF2B5EF4-FFF2-40B4-BE49-F238E27FC236}">
                <a16:creationId xmlns:a16="http://schemas.microsoft.com/office/drawing/2014/main" id="{506AD1C7-364E-4EC7-848E-93D467F6AC3E}"/>
              </a:ext>
            </a:extLst>
          </p:cNvPr>
          <p:cNvGrpSpPr/>
          <p:nvPr/>
        </p:nvGrpSpPr>
        <p:grpSpPr>
          <a:xfrm>
            <a:off x="1911778" y="3691960"/>
            <a:ext cx="2414206" cy="338554"/>
            <a:chOff x="1237833" y="3417650"/>
            <a:chExt cx="1708480" cy="338554"/>
          </a:xfrm>
        </p:grpSpPr>
        <p:grpSp>
          <p:nvGrpSpPr>
            <p:cNvPr id="187" name="그룹 186">
              <a:extLst>
                <a:ext uri="{FF2B5EF4-FFF2-40B4-BE49-F238E27FC236}">
                  <a16:creationId xmlns:a16="http://schemas.microsoft.com/office/drawing/2014/main" id="{4067626B-9C4F-45D6-A8FE-D9BDF741D2CA}"/>
                </a:ext>
              </a:extLst>
            </p:cNvPr>
            <p:cNvGrpSpPr/>
            <p:nvPr/>
          </p:nvGrpSpPr>
          <p:grpSpPr>
            <a:xfrm>
              <a:off x="1237833" y="3462866"/>
              <a:ext cx="378630" cy="248122"/>
              <a:chOff x="2681976" y="1955121"/>
              <a:chExt cx="1993118" cy="596970"/>
            </a:xfrm>
          </p:grpSpPr>
          <p:sp>
            <p:nvSpPr>
              <p:cNvPr id="189" name="Border">
                <a:extLst>
                  <a:ext uri="{FF2B5EF4-FFF2-40B4-BE49-F238E27FC236}">
                    <a16:creationId xmlns:a16="http://schemas.microsoft.com/office/drawing/2014/main" id="{059A4AB0-6F2D-4F94-A8D8-1491AB6AC10C}"/>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0" name="Line 2">
                <a:extLst>
                  <a:ext uri="{FF2B5EF4-FFF2-40B4-BE49-F238E27FC236}">
                    <a16:creationId xmlns:a16="http://schemas.microsoft.com/office/drawing/2014/main" id="{8058ED7F-111D-4D37-9894-1E4211F54B5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1" name="Line 1">
                <a:extLst>
                  <a:ext uri="{FF2B5EF4-FFF2-40B4-BE49-F238E27FC236}">
                    <a16:creationId xmlns:a16="http://schemas.microsoft.com/office/drawing/2014/main" id="{688FBA21-BDBF-45CC-BF10-CC4990D4D8E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2" name="TextBox 191">
                <a:extLst>
                  <a:ext uri="{FF2B5EF4-FFF2-40B4-BE49-F238E27FC236}">
                    <a16:creationId xmlns:a16="http://schemas.microsoft.com/office/drawing/2014/main" id="{531B6968-9357-43D5-8CE7-CB0DD1425983}"/>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88" name="직사각형 187">
              <a:extLst>
                <a:ext uri="{FF2B5EF4-FFF2-40B4-BE49-F238E27FC236}">
                  <a16:creationId xmlns:a16="http://schemas.microsoft.com/office/drawing/2014/main" id="{96235B6F-98E2-4892-B12D-E7351C9B50A4}"/>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193" name="그룹 192">
            <a:extLst>
              <a:ext uri="{FF2B5EF4-FFF2-40B4-BE49-F238E27FC236}">
                <a16:creationId xmlns:a16="http://schemas.microsoft.com/office/drawing/2014/main" id="{01FB3990-401C-48A2-A9B7-4F3CB6A442B2}"/>
              </a:ext>
            </a:extLst>
          </p:cNvPr>
          <p:cNvGrpSpPr/>
          <p:nvPr/>
        </p:nvGrpSpPr>
        <p:grpSpPr>
          <a:xfrm>
            <a:off x="1916484" y="4028246"/>
            <a:ext cx="2414206" cy="338554"/>
            <a:chOff x="1237833" y="3417650"/>
            <a:chExt cx="1708480" cy="338554"/>
          </a:xfrm>
        </p:grpSpPr>
        <p:grpSp>
          <p:nvGrpSpPr>
            <p:cNvPr id="194" name="그룹 193">
              <a:extLst>
                <a:ext uri="{FF2B5EF4-FFF2-40B4-BE49-F238E27FC236}">
                  <a16:creationId xmlns:a16="http://schemas.microsoft.com/office/drawing/2014/main" id="{509F5773-7FEB-43CF-ABFF-0AC2B032E1E1}"/>
                </a:ext>
              </a:extLst>
            </p:cNvPr>
            <p:cNvGrpSpPr/>
            <p:nvPr/>
          </p:nvGrpSpPr>
          <p:grpSpPr>
            <a:xfrm>
              <a:off x="1237833" y="3462866"/>
              <a:ext cx="378630" cy="248122"/>
              <a:chOff x="2681976" y="1955121"/>
              <a:chExt cx="1993118" cy="596970"/>
            </a:xfrm>
          </p:grpSpPr>
          <p:sp>
            <p:nvSpPr>
              <p:cNvPr id="196" name="Border">
                <a:extLst>
                  <a:ext uri="{FF2B5EF4-FFF2-40B4-BE49-F238E27FC236}">
                    <a16:creationId xmlns:a16="http://schemas.microsoft.com/office/drawing/2014/main" id="{13326823-B703-4880-8D4D-9AF32F235CA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7" name="Line 2">
                <a:extLst>
                  <a:ext uri="{FF2B5EF4-FFF2-40B4-BE49-F238E27FC236}">
                    <a16:creationId xmlns:a16="http://schemas.microsoft.com/office/drawing/2014/main" id="{5F8D6138-ECED-4303-93CF-94072626CC90}"/>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8" name="Line 1">
                <a:extLst>
                  <a:ext uri="{FF2B5EF4-FFF2-40B4-BE49-F238E27FC236}">
                    <a16:creationId xmlns:a16="http://schemas.microsoft.com/office/drawing/2014/main" id="{9FA4FE47-032C-4614-9E0D-20E59E858B1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9" name="TextBox 198">
                <a:extLst>
                  <a:ext uri="{FF2B5EF4-FFF2-40B4-BE49-F238E27FC236}">
                    <a16:creationId xmlns:a16="http://schemas.microsoft.com/office/drawing/2014/main" id="{D6FA33EE-4AA8-4167-A2E9-581C03BA18C3}"/>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95" name="직사각형 194">
              <a:extLst>
                <a:ext uri="{FF2B5EF4-FFF2-40B4-BE49-F238E27FC236}">
                  <a16:creationId xmlns:a16="http://schemas.microsoft.com/office/drawing/2014/main" id="{C3A42B07-AFC5-443C-9958-49A9E5DB2C9E}"/>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200" name="그룹 199">
            <a:extLst>
              <a:ext uri="{FF2B5EF4-FFF2-40B4-BE49-F238E27FC236}">
                <a16:creationId xmlns:a16="http://schemas.microsoft.com/office/drawing/2014/main" id="{051A6325-07C5-4ECB-85EA-64570EFA394E}"/>
              </a:ext>
            </a:extLst>
          </p:cNvPr>
          <p:cNvGrpSpPr/>
          <p:nvPr/>
        </p:nvGrpSpPr>
        <p:grpSpPr>
          <a:xfrm>
            <a:off x="1911778" y="4362382"/>
            <a:ext cx="2414206" cy="338554"/>
            <a:chOff x="1237833" y="3417650"/>
            <a:chExt cx="1708480" cy="338554"/>
          </a:xfrm>
        </p:grpSpPr>
        <p:grpSp>
          <p:nvGrpSpPr>
            <p:cNvPr id="201" name="그룹 200">
              <a:extLst>
                <a:ext uri="{FF2B5EF4-FFF2-40B4-BE49-F238E27FC236}">
                  <a16:creationId xmlns:a16="http://schemas.microsoft.com/office/drawing/2014/main" id="{B998BA9E-E90B-4DF9-92D9-A153627E48F3}"/>
                </a:ext>
              </a:extLst>
            </p:cNvPr>
            <p:cNvGrpSpPr/>
            <p:nvPr/>
          </p:nvGrpSpPr>
          <p:grpSpPr>
            <a:xfrm>
              <a:off x="1237833" y="3462866"/>
              <a:ext cx="378630" cy="248122"/>
              <a:chOff x="2681976" y="1955121"/>
              <a:chExt cx="1993118" cy="596970"/>
            </a:xfrm>
          </p:grpSpPr>
          <p:sp>
            <p:nvSpPr>
              <p:cNvPr id="203" name="Border">
                <a:extLst>
                  <a:ext uri="{FF2B5EF4-FFF2-40B4-BE49-F238E27FC236}">
                    <a16:creationId xmlns:a16="http://schemas.microsoft.com/office/drawing/2014/main" id="{64883B51-C201-4E7B-B21D-F4560453CB0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4" name="Line 2">
                <a:extLst>
                  <a:ext uri="{FF2B5EF4-FFF2-40B4-BE49-F238E27FC236}">
                    <a16:creationId xmlns:a16="http://schemas.microsoft.com/office/drawing/2014/main" id="{23766955-1792-4627-86B4-0DE86FE0867E}"/>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5" name="Line 1">
                <a:extLst>
                  <a:ext uri="{FF2B5EF4-FFF2-40B4-BE49-F238E27FC236}">
                    <a16:creationId xmlns:a16="http://schemas.microsoft.com/office/drawing/2014/main" id="{8B819B3C-3FDD-42E2-A6B7-A9283A7201E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6" name="TextBox 205">
                <a:extLst>
                  <a:ext uri="{FF2B5EF4-FFF2-40B4-BE49-F238E27FC236}">
                    <a16:creationId xmlns:a16="http://schemas.microsoft.com/office/drawing/2014/main" id="{E76B14D2-FEEB-4943-B74A-8C347E654813}"/>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02" name="직사각형 201">
              <a:extLst>
                <a:ext uri="{FF2B5EF4-FFF2-40B4-BE49-F238E27FC236}">
                  <a16:creationId xmlns:a16="http://schemas.microsoft.com/office/drawing/2014/main" id="{5CE7B0FE-CE2E-4EA4-A38F-1EC27A32D82D}"/>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207" name="그룹 206">
            <a:extLst>
              <a:ext uri="{FF2B5EF4-FFF2-40B4-BE49-F238E27FC236}">
                <a16:creationId xmlns:a16="http://schemas.microsoft.com/office/drawing/2014/main" id="{4FC8A38A-2E6C-4ED1-924F-EBA8396EAD16}"/>
              </a:ext>
            </a:extLst>
          </p:cNvPr>
          <p:cNvGrpSpPr/>
          <p:nvPr/>
        </p:nvGrpSpPr>
        <p:grpSpPr>
          <a:xfrm>
            <a:off x="1903069" y="4696518"/>
            <a:ext cx="2414206" cy="338554"/>
            <a:chOff x="1237833" y="3417650"/>
            <a:chExt cx="1708480" cy="338554"/>
          </a:xfrm>
        </p:grpSpPr>
        <p:grpSp>
          <p:nvGrpSpPr>
            <p:cNvPr id="208" name="그룹 207">
              <a:extLst>
                <a:ext uri="{FF2B5EF4-FFF2-40B4-BE49-F238E27FC236}">
                  <a16:creationId xmlns:a16="http://schemas.microsoft.com/office/drawing/2014/main" id="{29018976-6DF1-4FDB-BAFE-AF1F77880CBB}"/>
                </a:ext>
              </a:extLst>
            </p:cNvPr>
            <p:cNvGrpSpPr/>
            <p:nvPr/>
          </p:nvGrpSpPr>
          <p:grpSpPr>
            <a:xfrm>
              <a:off x="1237833" y="3462866"/>
              <a:ext cx="378630" cy="248122"/>
              <a:chOff x="2681976" y="1955121"/>
              <a:chExt cx="1993118" cy="596970"/>
            </a:xfrm>
          </p:grpSpPr>
          <p:sp>
            <p:nvSpPr>
              <p:cNvPr id="210" name="Border">
                <a:extLst>
                  <a:ext uri="{FF2B5EF4-FFF2-40B4-BE49-F238E27FC236}">
                    <a16:creationId xmlns:a16="http://schemas.microsoft.com/office/drawing/2014/main" id="{7433BEFE-3FD8-4F07-856F-E8EDC11E058F}"/>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1" name="Line 2">
                <a:extLst>
                  <a:ext uri="{FF2B5EF4-FFF2-40B4-BE49-F238E27FC236}">
                    <a16:creationId xmlns:a16="http://schemas.microsoft.com/office/drawing/2014/main" id="{904059A7-7BDD-4069-AE22-608CAE2E969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2" name="Line 1">
                <a:extLst>
                  <a:ext uri="{FF2B5EF4-FFF2-40B4-BE49-F238E27FC236}">
                    <a16:creationId xmlns:a16="http://schemas.microsoft.com/office/drawing/2014/main" id="{8E643799-23A1-4749-B684-B9F0D52A6D6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3" name="TextBox 212">
                <a:extLst>
                  <a:ext uri="{FF2B5EF4-FFF2-40B4-BE49-F238E27FC236}">
                    <a16:creationId xmlns:a16="http://schemas.microsoft.com/office/drawing/2014/main" id="{DC2F3B8F-CDD6-492A-972A-FE6C4BEC4672}"/>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09" name="직사각형 208">
              <a:extLst>
                <a:ext uri="{FF2B5EF4-FFF2-40B4-BE49-F238E27FC236}">
                  <a16:creationId xmlns:a16="http://schemas.microsoft.com/office/drawing/2014/main" id="{4E585044-A4CC-4CE7-B716-0D5F9C0320FD}"/>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214" name="그룹 213">
            <a:extLst>
              <a:ext uri="{FF2B5EF4-FFF2-40B4-BE49-F238E27FC236}">
                <a16:creationId xmlns:a16="http://schemas.microsoft.com/office/drawing/2014/main" id="{01E799F5-586C-4D87-AB45-D92CB14D3362}"/>
              </a:ext>
            </a:extLst>
          </p:cNvPr>
          <p:cNvGrpSpPr/>
          <p:nvPr/>
        </p:nvGrpSpPr>
        <p:grpSpPr>
          <a:xfrm>
            <a:off x="1907775" y="5032804"/>
            <a:ext cx="2414206" cy="338554"/>
            <a:chOff x="1237833" y="3417650"/>
            <a:chExt cx="1708480" cy="338554"/>
          </a:xfrm>
        </p:grpSpPr>
        <p:grpSp>
          <p:nvGrpSpPr>
            <p:cNvPr id="215" name="그룹 214">
              <a:extLst>
                <a:ext uri="{FF2B5EF4-FFF2-40B4-BE49-F238E27FC236}">
                  <a16:creationId xmlns:a16="http://schemas.microsoft.com/office/drawing/2014/main" id="{F924049C-E1E0-44A9-9138-85054D157304}"/>
                </a:ext>
              </a:extLst>
            </p:cNvPr>
            <p:cNvGrpSpPr/>
            <p:nvPr/>
          </p:nvGrpSpPr>
          <p:grpSpPr>
            <a:xfrm>
              <a:off x="1237833" y="3462866"/>
              <a:ext cx="378630" cy="248122"/>
              <a:chOff x="2681976" y="1955121"/>
              <a:chExt cx="1993118" cy="596970"/>
            </a:xfrm>
          </p:grpSpPr>
          <p:sp>
            <p:nvSpPr>
              <p:cNvPr id="217" name="Border">
                <a:extLst>
                  <a:ext uri="{FF2B5EF4-FFF2-40B4-BE49-F238E27FC236}">
                    <a16:creationId xmlns:a16="http://schemas.microsoft.com/office/drawing/2014/main" id="{FB7D0A81-50A6-4170-9B51-CF847FEC621F}"/>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8" name="Line 2">
                <a:extLst>
                  <a:ext uri="{FF2B5EF4-FFF2-40B4-BE49-F238E27FC236}">
                    <a16:creationId xmlns:a16="http://schemas.microsoft.com/office/drawing/2014/main" id="{48823866-5305-4040-B5F1-C4D28AC4F0D7}"/>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9" name="Line 1">
                <a:extLst>
                  <a:ext uri="{FF2B5EF4-FFF2-40B4-BE49-F238E27FC236}">
                    <a16:creationId xmlns:a16="http://schemas.microsoft.com/office/drawing/2014/main" id="{DBA660EB-BD83-4BCE-B8E6-A1BC79108BB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0" name="TextBox 219">
                <a:extLst>
                  <a:ext uri="{FF2B5EF4-FFF2-40B4-BE49-F238E27FC236}">
                    <a16:creationId xmlns:a16="http://schemas.microsoft.com/office/drawing/2014/main" id="{419A0BBA-E181-4820-87FB-41B8AD290041}"/>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16" name="직사각형 215">
              <a:extLst>
                <a:ext uri="{FF2B5EF4-FFF2-40B4-BE49-F238E27FC236}">
                  <a16:creationId xmlns:a16="http://schemas.microsoft.com/office/drawing/2014/main" id="{25EB5758-8278-4667-A075-AB811EC0D554}"/>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221" name="그룹 220">
            <a:extLst>
              <a:ext uri="{FF2B5EF4-FFF2-40B4-BE49-F238E27FC236}">
                <a16:creationId xmlns:a16="http://schemas.microsoft.com/office/drawing/2014/main" id="{856D9820-3515-49E2-A51F-D7341E6B7474}"/>
              </a:ext>
            </a:extLst>
          </p:cNvPr>
          <p:cNvGrpSpPr/>
          <p:nvPr/>
        </p:nvGrpSpPr>
        <p:grpSpPr>
          <a:xfrm>
            <a:off x="1924490" y="5367731"/>
            <a:ext cx="2414206" cy="338554"/>
            <a:chOff x="1237833" y="3417650"/>
            <a:chExt cx="1708480" cy="338554"/>
          </a:xfrm>
        </p:grpSpPr>
        <p:grpSp>
          <p:nvGrpSpPr>
            <p:cNvPr id="222" name="그룹 221">
              <a:extLst>
                <a:ext uri="{FF2B5EF4-FFF2-40B4-BE49-F238E27FC236}">
                  <a16:creationId xmlns:a16="http://schemas.microsoft.com/office/drawing/2014/main" id="{C02122AD-5590-4978-8108-FBC9B275A57A}"/>
                </a:ext>
              </a:extLst>
            </p:cNvPr>
            <p:cNvGrpSpPr/>
            <p:nvPr/>
          </p:nvGrpSpPr>
          <p:grpSpPr>
            <a:xfrm>
              <a:off x="1237833" y="3462866"/>
              <a:ext cx="378630" cy="248122"/>
              <a:chOff x="2681976" y="1955121"/>
              <a:chExt cx="1993118" cy="596970"/>
            </a:xfrm>
          </p:grpSpPr>
          <p:sp>
            <p:nvSpPr>
              <p:cNvPr id="224" name="Border">
                <a:extLst>
                  <a:ext uri="{FF2B5EF4-FFF2-40B4-BE49-F238E27FC236}">
                    <a16:creationId xmlns:a16="http://schemas.microsoft.com/office/drawing/2014/main" id="{34A1DC89-BFAE-4638-974B-799C68D19553}"/>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5" name="Line 2">
                <a:extLst>
                  <a:ext uri="{FF2B5EF4-FFF2-40B4-BE49-F238E27FC236}">
                    <a16:creationId xmlns:a16="http://schemas.microsoft.com/office/drawing/2014/main" id="{541C6BA1-7FE5-4C94-B9ED-0EC9658C193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6" name="Line 1">
                <a:extLst>
                  <a:ext uri="{FF2B5EF4-FFF2-40B4-BE49-F238E27FC236}">
                    <a16:creationId xmlns:a16="http://schemas.microsoft.com/office/drawing/2014/main" id="{F3BFDEF4-90BA-466E-9B0D-381BBC5EE6B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7" name="TextBox 226">
                <a:extLst>
                  <a:ext uri="{FF2B5EF4-FFF2-40B4-BE49-F238E27FC236}">
                    <a16:creationId xmlns:a16="http://schemas.microsoft.com/office/drawing/2014/main" id="{9F74F22A-C9D3-4EF1-926E-5DC253A6E4BE}"/>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23" name="직사각형 222">
              <a:extLst>
                <a:ext uri="{FF2B5EF4-FFF2-40B4-BE49-F238E27FC236}">
                  <a16:creationId xmlns:a16="http://schemas.microsoft.com/office/drawing/2014/main" id="{08600A60-5B01-454F-AB6A-846CE18FAF90}"/>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228" name="그룹 227">
            <a:extLst>
              <a:ext uri="{FF2B5EF4-FFF2-40B4-BE49-F238E27FC236}">
                <a16:creationId xmlns:a16="http://schemas.microsoft.com/office/drawing/2014/main" id="{57A80076-5659-4836-9B89-6629A794E7B1}"/>
              </a:ext>
            </a:extLst>
          </p:cNvPr>
          <p:cNvGrpSpPr/>
          <p:nvPr/>
        </p:nvGrpSpPr>
        <p:grpSpPr>
          <a:xfrm>
            <a:off x="1915781" y="5701867"/>
            <a:ext cx="2414206" cy="338554"/>
            <a:chOff x="1237833" y="3417650"/>
            <a:chExt cx="1708480" cy="338554"/>
          </a:xfrm>
        </p:grpSpPr>
        <p:grpSp>
          <p:nvGrpSpPr>
            <p:cNvPr id="229" name="그룹 228">
              <a:extLst>
                <a:ext uri="{FF2B5EF4-FFF2-40B4-BE49-F238E27FC236}">
                  <a16:creationId xmlns:a16="http://schemas.microsoft.com/office/drawing/2014/main" id="{8AD99273-E1DB-413A-B85F-05E3DA2C1AAD}"/>
                </a:ext>
              </a:extLst>
            </p:cNvPr>
            <p:cNvGrpSpPr/>
            <p:nvPr/>
          </p:nvGrpSpPr>
          <p:grpSpPr>
            <a:xfrm>
              <a:off x="1237833" y="3462866"/>
              <a:ext cx="378630" cy="248122"/>
              <a:chOff x="2681976" y="1955121"/>
              <a:chExt cx="1993118" cy="596970"/>
            </a:xfrm>
          </p:grpSpPr>
          <p:sp>
            <p:nvSpPr>
              <p:cNvPr id="231" name="Border">
                <a:extLst>
                  <a:ext uri="{FF2B5EF4-FFF2-40B4-BE49-F238E27FC236}">
                    <a16:creationId xmlns:a16="http://schemas.microsoft.com/office/drawing/2014/main" id="{825EDCB6-F066-4444-AAD0-52A2F5C76662}"/>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32" name="Line 2">
                <a:extLst>
                  <a:ext uri="{FF2B5EF4-FFF2-40B4-BE49-F238E27FC236}">
                    <a16:creationId xmlns:a16="http://schemas.microsoft.com/office/drawing/2014/main" id="{D39268ED-1C18-49D4-87B7-A1E5A7D3B648}"/>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33" name="Line 1">
                <a:extLst>
                  <a:ext uri="{FF2B5EF4-FFF2-40B4-BE49-F238E27FC236}">
                    <a16:creationId xmlns:a16="http://schemas.microsoft.com/office/drawing/2014/main" id="{E693A6A1-110E-4D50-AC0B-0AF4B2027A4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34" name="TextBox 233">
                <a:extLst>
                  <a:ext uri="{FF2B5EF4-FFF2-40B4-BE49-F238E27FC236}">
                    <a16:creationId xmlns:a16="http://schemas.microsoft.com/office/drawing/2014/main" id="{9C365BD4-7CFC-48CA-A01B-DCAE60067CAB}"/>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30" name="직사각형 229">
              <a:extLst>
                <a:ext uri="{FF2B5EF4-FFF2-40B4-BE49-F238E27FC236}">
                  <a16:creationId xmlns:a16="http://schemas.microsoft.com/office/drawing/2014/main" id="{AE9A15E7-870A-4155-8BC4-3FA6C8DD3F3E}"/>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235" name="그룹 234">
            <a:extLst>
              <a:ext uri="{FF2B5EF4-FFF2-40B4-BE49-F238E27FC236}">
                <a16:creationId xmlns:a16="http://schemas.microsoft.com/office/drawing/2014/main" id="{DE2F7D02-88E1-4783-8DC1-700B18BF2A49}"/>
              </a:ext>
            </a:extLst>
          </p:cNvPr>
          <p:cNvGrpSpPr/>
          <p:nvPr/>
        </p:nvGrpSpPr>
        <p:grpSpPr>
          <a:xfrm>
            <a:off x="1920487" y="6038153"/>
            <a:ext cx="2414206" cy="338554"/>
            <a:chOff x="1237833" y="3417650"/>
            <a:chExt cx="1708480" cy="338554"/>
          </a:xfrm>
        </p:grpSpPr>
        <p:grpSp>
          <p:nvGrpSpPr>
            <p:cNvPr id="236" name="그룹 235">
              <a:extLst>
                <a:ext uri="{FF2B5EF4-FFF2-40B4-BE49-F238E27FC236}">
                  <a16:creationId xmlns:a16="http://schemas.microsoft.com/office/drawing/2014/main" id="{141034B7-E66D-48E8-ACB1-E62B20B72EE7}"/>
                </a:ext>
              </a:extLst>
            </p:cNvPr>
            <p:cNvGrpSpPr/>
            <p:nvPr/>
          </p:nvGrpSpPr>
          <p:grpSpPr>
            <a:xfrm>
              <a:off x="1237833" y="3462866"/>
              <a:ext cx="378630" cy="248122"/>
              <a:chOff x="2681976" y="1955121"/>
              <a:chExt cx="1993118" cy="596970"/>
            </a:xfrm>
          </p:grpSpPr>
          <p:sp>
            <p:nvSpPr>
              <p:cNvPr id="238" name="Border">
                <a:extLst>
                  <a:ext uri="{FF2B5EF4-FFF2-40B4-BE49-F238E27FC236}">
                    <a16:creationId xmlns:a16="http://schemas.microsoft.com/office/drawing/2014/main" id="{A7BEDBA0-3715-4A49-853B-704F9241AB9A}"/>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39" name="Line 2">
                <a:extLst>
                  <a:ext uri="{FF2B5EF4-FFF2-40B4-BE49-F238E27FC236}">
                    <a16:creationId xmlns:a16="http://schemas.microsoft.com/office/drawing/2014/main" id="{3018D631-ED2D-4B56-8096-68C5510A4A7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40" name="Line 1">
                <a:extLst>
                  <a:ext uri="{FF2B5EF4-FFF2-40B4-BE49-F238E27FC236}">
                    <a16:creationId xmlns:a16="http://schemas.microsoft.com/office/drawing/2014/main" id="{E399EB08-1077-474F-AABA-7F3A53A83C24}"/>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41" name="TextBox 240">
                <a:extLst>
                  <a:ext uri="{FF2B5EF4-FFF2-40B4-BE49-F238E27FC236}">
                    <a16:creationId xmlns:a16="http://schemas.microsoft.com/office/drawing/2014/main" id="{651B9321-6B94-4CE9-80E5-C0B6509AFDB5}"/>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37" name="직사각형 236">
              <a:extLst>
                <a:ext uri="{FF2B5EF4-FFF2-40B4-BE49-F238E27FC236}">
                  <a16:creationId xmlns:a16="http://schemas.microsoft.com/office/drawing/2014/main" id="{D02F06DC-7F4E-45FC-84ED-B566E8A1875C}"/>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242" name="그룹 241">
            <a:extLst>
              <a:ext uri="{FF2B5EF4-FFF2-40B4-BE49-F238E27FC236}">
                <a16:creationId xmlns:a16="http://schemas.microsoft.com/office/drawing/2014/main" id="{C9413564-AAB6-41E4-B8E1-7EBA333FCD79}"/>
              </a:ext>
            </a:extLst>
          </p:cNvPr>
          <p:cNvGrpSpPr/>
          <p:nvPr/>
        </p:nvGrpSpPr>
        <p:grpSpPr>
          <a:xfrm>
            <a:off x="1924490" y="6375344"/>
            <a:ext cx="2414206" cy="338554"/>
            <a:chOff x="1237833" y="3417650"/>
            <a:chExt cx="1708480" cy="338554"/>
          </a:xfrm>
        </p:grpSpPr>
        <p:grpSp>
          <p:nvGrpSpPr>
            <p:cNvPr id="243" name="그룹 242">
              <a:extLst>
                <a:ext uri="{FF2B5EF4-FFF2-40B4-BE49-F238E27FC236}">
                  <a16:creationId xmlns:a16="http://schemas.microsoft.com/office/drawing/2014/main" id="{58AB6096-1238-4213-92F6-391F68B4ABD8}"/>
                </a:ext>
              </a:extLst>
            </p:cNvPr>
            <p:cNvGrpSpPr/>
            <p:nvPr/>
          </p:nvGrpSpPr>
          <p:grpSpPr>
            <a:xfrm>
              <a:off x="1237833" y="3462866"/>
              <a:ext cx="378630" cy="248122"/>
              <a:chOff x="2681976" y="1955121"/>
              <a:chExt cx="1993118" cy="596970"/>
            </a:xfrm>
          </p:grpSpPr>
          <p:sp>
            <p:nvSpPr>
              <p:cNvPr id="245" name="Border">
                <a:extLst>
                  <a:ext uri="{FF2B5EF4-FFF2-40B4-BE49-F238E27FC236}">
                    <a16:creationId xmlns:a16="http://schemas.microsoft.com/office/drawing/2014/main" id="{20057F55-BE3C-4E75-9822-3374896E6848}"/>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46" name="Line 2">
                <a:extLst>
                  <a:ext uri="{FF2B5EF4-FFF2-40B4-BE49-F238E27FC236}">
                    <a16:creationId xmlns:a16="http://schemas.microsoft.com/office/drawing/2014/main" id="{BEF31CA6-53EE-49F1-B775-4077215BB987}"/>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47" name="Line 1">
                <a:extLst>
                  <a:ext uri="{FF2B5EF4-FFF2-40B4-BE49-F238E27FC236}">
                    <a16:creationId xmlns:a16="http://schemas.microsoft.com/office/drawing/2014/main" id="{AF5ADF80-7922-407C-81CF-9D422C0BEF3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48" name="TextBox 247">
                <a:extLst>
                  <a:ext uri="{FF2B5EF4-FFF2-40B4-BE49-F238E27FC236}">
                    <a16:creationId xmlns:a16="http://schemas.microsoft.com/office/drawing/2014/main" id="{4E51470C-265F-4455-B3C3-DC21E69EE064}"/>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44" name="직사각형 243">
              <a:extLst>
                <a:ext uri="{FF2B5EF4-FFF2-40B4-BE49-F238E27FC236}">
                  <a16:creationId xmlns:a16="http://schemas.microsoft.com/office/drawing/2014/main" id="{745BE652-03E2-474B-A562-7753F96C348A}"/>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249" name="그룹 248">
            <a:extLst>
              <a:ext uri="{FF2B5EF4-FFF2-40B4-BE49-F238E27FC236}">
                <a16:creationId xmlns:a16="http://schemas.microsoft.com/office/drawing/2014/main" id="{9D926088-C1FC-4D19-8AB5-D2C3C89A25C9}"/>
              </a:ext>
            </a:extLst>
          </p:cNvPr>
          <p:cNvGrpSpPr/>
          <p:nvPr/>
        </p:nvGrpSpPr>
        <p:grpSpPr>
          <a:xfrm>
            <a:off x="1915781" y="6709480"/>
            <a:ext cx="2414206" cy="338554"/>
            <a:chOff x="1237833" y="3417650"/>
            <a:chExt cx="1708480" cy="338554"/>
          </a:xfrm>
        </p:grpSpPr>
        <p:grpSp>
          <p:nvGrpSpPr>
            <p:cNvPr id="250" name="그룹 249">
              <a:extLst>
                <a:ext uri="{FF2B5EF4-FFF2-40B4-BE49-F238E27FC236}">
                  <a16:creationId xmlns:a16="http://schemas.microsoft.com/office/drawing/2014/main" id="{3AC66E6B-F1C9-42C4-B9E9-D8AD570A2065}"/>
                </a:ext>
              </a:extLst>
            </p:cNvPr>
            <p:cNvGrpSpPr/>
            <p:nvPr/>
          </p:nvGrpSpPr>
          <p:grpSpPr>
            <a:xfrm>
              <a:off x="1237833" y="3462866"/>
              <a:ext cx="378630" cy="248122"/>
              <a:chOff x="2681976" y="1955121"/>
              <a:chExt cx="1993118" cy="596970"/>
            </a:xfrm>
          </p:grpSpPr>
          <p:sp>
            <p:nvSpPr>
              <p:cNvPr id="252" name="Border">
                <a:extLst>
                  <a:ext uri="{FF2B5EF4-FFF2-40B4-BE49-F238E27FC236}">
                    <a16:creationId xmlns:a16="http://schemas.microsoft.com/office/drawing/2014/main" id="{4D7F963D-C2D9-47E1-A40A-077ACE44276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53" name="Line 2">
                <a:extLst>
                  <a:ext uri="{FF2B5EF4-FFF2-40B4-BE49-F238E27FC236}">
                    <a16:creationId xmlns:a16="http://schemas.microsoft.com/office/drawing/2014/main" id="{EB2BE288-456C-49F6-A8AA-3EB12D4E7AA2}"/>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54" name="Line 1">
                <a:extLst>
                  <a:ext uri="{FF2B5EF4-FFF2-40B4-BE49-F238E27FC236}">
                    <a16:creationId xmlns:a16="http://schemas.microsoft.com/office/drawing/2014/main" id="{A73238E8-0611-4844-A256-2263038B837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55" name="TextBox 254">
                <a:extLst>
                  <a:ext uri="{FF2B5EF4-FFF2-40B4-BE49-F238E27FC236}">
                    <a16:creationId xmlns:a16="http://schemas.microsoft.com/office/drawing/2014/main" id="{962CDB45-67BB-4314-965F-2DC05790DDBA}"/>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51" name="직사각형 250">
              <a:extLst>
                <a:ext uri="{FF2B5EF4-FFF2-40B4-BE49-F238E27FC236}">
                  <a16:creationId xmlns:a16="http://schemas.microsoft.com/office/drawing/2014/main" id="{F988C0AA-F62C-4314-AC08-8F4AA0BC1759}"/>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256" name="그룹 255">
            <a:extLst>
              <a:ext uri="{FF2B5EF4-FFF2-40B4-BE49-F238E27FC236}">
                <a16:creationId xmlns:a16="http://schemas.microsoft.com/office/drawing/2014/main" id="{4A26ABC1-AB93-4867-A70D-6256D058DD62}"/>
              </a:ext>
            </a:extLst>
          </p:cNvPr>
          <p:cNvGrpSpPr/>
          <p:nvPr/>
        </p:nvGrpSpPr>
        <p:grpSpPr>
          <a:xfrm>
            <a:off x="1920487" y="7045766"/>
            <a:ext cx="2414206" cy="338554"/>
            <a:chOff x="1237833" y="3417650"/>
            <a:chExt cx="1708480" cy="338554"/>
          </a:xfrm>
        </p:grpSpPr>
        <p:grpSp>
          <p:nvGrpSpPr>
            <p:cNvPr id="257" name="그룹 256">
              <a:extLst>
                <a:ext uri="{FF2B5EF4-FFF2-40B4-BE49-F238E27FC236}">
                  <a16:creationId xmlns:a16="http://schemas.microsoft.com/office/drawing/2014/main" id="{A3AB90AE-D854-447A-B80B-0EA20211CDF5}"/>
                </a:ext>
              </a:extLst>
            </p:cNvPr>
            <p:cNvGrpSpPr/>
            <p:nvPr/>
          </p:nvGrpSpPr>
          <p:grpSpPr>
            <a:xfrm>
              <a:off x="1237833" y="3462866"/>
              <a:ext cx="378630" cy="248122"/>
              <a:chOff x="2681976" y="1955121"/>
              <a:chExt cx="1993118" cy="596970"/>
            </a:xfrm>
          </p:grpSpPr>
          <p:sp>
            <p:nvSpPr>
              <p:cNvPr id="259" name="Border">
                <a:extLst>
                  <a:ext uri="{FF2B5EF4-FFF2-40B4-BE49-F238E27FC236}">
                    <a16:creationId xmlns:a16="http://schemas.microsoft.com/office/drawing/2014/main" id="{DDEBEB53-54A4-4BF3-8062-2C28261B521F}"/>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60" name="Line 2">
                <a:extLst>
                  <a:ext uri="{FF2B5EF4-FFF2-40B4-BE49-F238E27FC236}">
                    <a16:creationId xmlns:a16="http://schemas.microsoft.com/office/drawing/2014/main" id="{1D740B31-41E1-4F66-8AE6-EE36C0D44CB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61" name="Line 1">
                <a:extLst>
                  <a:ext uri="{FF2B5EF4-FFF2-40B4-BE49-F238E27FC236}">
                    <a16:creationId xmlns:a16="http://schemas.microsoft.com/office/drawing/2014/main" id="{59DFAEFF-5CE8-4BDC-BF59-160ABFF4177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62" name="TextBox 261">
                <a:extLst>
                  <a:ext uri="{FF2B5EF4-FFF2-40B4-BE49-F238E27FC236}">
                    <a16:creationId xmlns:a16="http://schemas.microsoft.com/office/drawing/2014/main" id="{9FD14830-C784-49C0-8BE4-C5B76C22F3D7}"/>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58" name="직사각형 257">
              <a:extLst>
                <a:ext uri="{FF2B5EF4-FFF2-40B4-BE49-F238E27FC236}">
                  <a16:creationId xmlns:a16="http://schemas.microsoft.com/office/drawing/2014/main" id="{DC42AF5E-30FB-4634-B59F-92FB94F3444D}"/>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sp>
        <p:nvSpPr>
          <p:cNvPr id="263" name="직사각형 262">
            <a:extLst>
              <a:ext uri="{FF2B5EF4-FFF2-40B4-BE49-F238E27FC236}">
                <a16:creationId xmlns:a16="http://schemas.microsoft.com/office/drawing/2014/main" id="{8B9F1B38-5DEE-4445-A474-65929C798A7D}"/>
              </a:ext>
            </a:extLst>
          </p:cNvPr>
          <p:cNvSpPr/>
          <p:nvPr/>
        </p:nvSpPr>
        <p:spPr>
          <a:xfrm>
            <a:off x="7565759" y="3459612"/>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64" name="직사각형 263">
            <a:extLst>
              <a:ext uri="{FF2B5EF4-FFF2-40B4-BE49-F238E27FC236}">
                <a16:creationId xmlns:a16="http://schemas.microsoft.com/office/drawing/2014/main" id="{601F5EEB-E8AE-4D9C-A38C-7BA9FB24173D}"/>
              </a:ext>
            </a:extLst>
          </p:cNvPr>
          <p:cNvSpPr/>
          <p:nvPr/>
        </p:nvSpPr>
        <p:spPr>
          <a:xfrm>
            <a:off x="7565759" y="3793748"/>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65" name="직사각형 264">
            <a:extLst>
              <a:ext uri="{FF2B5EF4-FFF2-40B4-BE49-F238E27FC236}">
                <a16:creationId xmlns:a16="http://schemas.microsoft.com/office/drawing/2014/main" id="{4C59FB9A-4660-4317-8E46-1FBF8C94113E}"/>
              </a:ext>
            </a:extLst>
          </p:cNvPr>
          <p:cNvSpPr/>
          <p:nvPr/>
        </p:nvSpPr>
        <p:spPr>
          <a:xfrm>
            <a:off x="7565759" y="4130034"/>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66" name="직사각형 265">
            <a:extLst>
              <a:ext uri="{FF2B5EF4-FFF2-40B4-BE49-F238E27FC236}">
                <a16:creationId xmlns:a16="http://schemas.microsoft.com/office/drawing/2014/main" id="{3408D564-B0E5-40C2-9156-8C47763D0893}"/>
              </a:ext>
            </a:extLst>
          </p:cNvPr>
          <p:cNvSpPr/>
          <p:nvPr/>
        </p:nvSpPr>
        <p:spPr>
          <a:xfrm>
            <a:off x="7565759" y="4460838"/>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67" name="직사각형 266">
            <a:extLst>
              <a:ext uri="{FF2B5EF4-FFF2-40B4-BE49-F238E27FC236}">
                <a16:creationId xmlns:a16="http://schemas.microsoft.com/office/drawing/2014/main" id="{6CFD0FDD-4AA7-4491-91F1-B9EC1DAC17F0}"/>
              </a:ext>
            </a:extLst>
          </p:cNvPr>
          <p:cNvSpPr/>
          <p:nvPr/>
        </p:nvSpPr>
        <p:spPr>
          <a:xfrm>
            <a:off x="7565759" y="4794974"/>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68" name="직사각형 267">
            <a:extLst>
              <a:ext uri="{FF2B5EF4-FFF2-40B4-BE49-F238E27FC236}">
                <a16:creationId xmlns:a16="http://schemas.microsoft.com/office/drawing/2014/main" id="{88832838-54BE-4471-A3D2-F4E05A901D0A}"/>
              </a:ext>
            </a:extLst>
          </p:cNvPr>
          <p:cNvSpPr/>
          <p:nvPr/>
        </p:nvSpPr>
        <p:spPr>
          <a:xfrm>
            <a:off x="7565759" y="5131260"/>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69" name="직사각형 268">
            <a:extLst>
              <a:ext uri="{FF2B5EF4-FFF2-40B4-BE49-F238E27FC236}">
                <a16:creationId xmlns:a16="http://schemas.microsoft.com/office/drawing/2014/main" id="{C295030A-B623-48D3-856D-5645F63240A3}"/>
              </a:ext>
            </a:extLst>
          </p:cNvPr>
          <p:cNvSpPr/>
          <p:nvPr/>
        </p:nvSpPr>
        <p:spPr>
          <a:xfrm>
            <a:off x="7558562" y="5463657"/>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70" name="직사각형 269">
            <a:extLst>
              <a:ext uri="{FF2B5EF4-FFF2-40B4-BE49-F238E27FC236}">
                <a16:creationId xmlns:a16="http://schemas.microsoft.com/office/drawing/2014/main" id="{E849066C-074C-42C9-92CE-2330089DC015}"/>
              </a:ext>
            </a:extLst>
          </p:cNvPr>
          <p:cNvSpPr/>
          <p:nvPr/>
        </p:nvSpPr>
        <p:spPr>
          <a:xfrm>
            <a:off x="7558562" y="5797793"/>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71" name="직사각형 270">
            <a:extLst>
              <a:ext uri="{FF2B5EF4-FFF2-40B4-BE49-F238E27FC236}">
                <a16:creationId xmlns:a16="http://schemas.microsoft.com/office/drawing/2014/main" id="{55C77D7C-E169-41EE-A7CF-EB6DD7676F36}"/>
              </a:ext>
            </a:extLst>
          </p:cNvPr>
          <p:cNvSpPr/>
          <p:nvPr/>
        </p:nvSpPr>
        <p:spPr>
          <a:xfrm>
            <a:off x="7558562" y="6134079"/>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72" name="직사각형 271">
            <a:extLst>
              <a:ext uri="{FF2B5EF4-FFF2-40B4-BE49-F238E27FC236}">
                <a16:creationId xmlns:a16="http://schemas.microsoft.com/office/drawing/2014/main" id="{96EB94B4-6219-4C8B-BA2A-9C4616D43C04}"/>
              </a:ext>
            </a:extLst>
          </p:cNvPr>
          <p:cNvSpPr/>
          <p:nvPr/>
        </p:nvSpPr>
        <p:spPr>
          <a:xfrm>
            <a:off x="7558562" y="6464883"/>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73" name="직사각형 272">
            <a:extLst>
              <a:ext uri="{FF2B5EF4-FFF2-40B4-BE49-F238E27FC236}">
                <a16:creationId xmlns:a16="http://schemas.microsoft.com/office/drawing/2014/main" id="{65528B35-706A-4F41-B62D-1469DC8E6696}"/>
              </a:ext>
            </a:extLst>
          </p:cNvPr>
          <p:cNvSpPr/>
          <p:nvPr/>
        </p:nvSpPr>
        <p:spPr>
          <a:xfrm>
            <a:off x="7558562" y="6799019"/>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74" name="직사각형 273">
            <a:extLst>
              <a:ext uri="{FF2B5EF4-FFF2-40B4-BE49-F238E27FC236}">
                <a16:creationId xmlns:a16="http://schemas.microsoft.com/office/drawing/2014/main" id="{30F817E0-1428-402A-8205-2DA2D4C84E14}"/>
              </a:ext>
            </a:extLst>
          </p:cNvPr>
          <p:cNvSpPr/>
          <p:nvPr/>
        </p:nvSpPr>
        <p:spPr>
          <a:xfrm>
            <a:off x="7558562" y="7135305"/>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75" name="직사각형 274">
            <a:extLst>
              <a:ext uri="{FF2B5EF4-FFF2-40B4-BE49-F238E27FC236}">
                <a16:creationId xmlns:a16="http://schemas.microsoft.com/office/drawing/2014/main" id="{DDE07DCE-D555-4011-A3F3-8246FAB5FCBC}"/>
              </a:ext>
            </a:extLst>
          </p:cNvPr>
          <p:cNvSpPr/>
          <p:nvPr/>
        </p:nvSpPr>
        <p:spPr>
          <a:xfrm>
            <a:off x="9027879" y="3468869"/>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276" name="직사각형 275">
            <a:extLst>
              <a:ext uri="{FF2B5EF4-FFF2-40B4-BE49-F238E27FC236}">
                <a16:creationId xmlns:a16="http://schemas.microsoft.com/office/drawing/2014/main" id="{DE0D7EC3-BF1D-400F-A4F9-B807BD48F6AD}"/>
              </a:ext>
            </a:extLst>
          </p:cNvPr>
          <p:cNvSpPr/>
          <p:nvPr/>
        </p:nvSpPr>
        <p:spPr>
          <a:xfrm>
            <a:off x="9030842" y="3794257"/>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277" name="직사각형 276">
            <a:extLst>
              <a:ext uri="{FF2B5EF4-FFF2-40B4-BE49-F238E27FC236}">
                <a16:creationId xmlns:a16="http://schemas.microsoft.com/office/drawing/2014/main" id="{661A2B6F-54E3-4162-B5FB-67148F0C5C2C}"/>
              </a:ext>
            </a:extLst>
          </p:cNvPr>
          <p:cNvSpPr/>
          <p:nvPr/>
        </p:nvSpPr>
        <p:spPr>
          <a:xfrm>
            <a:off x="9027879" y="4146891"/>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132" name="직사각형 131">
            <a:extLst>
              <a:ext uri="{FF2B5EF4-FFF2-40B4-BE49-F238E27FC236}">
                <a16:creationId xmlns:a16="http://schemas.microsoft.com/office/drawing/2014/main" id="{83AEF880-F13C-4D7F-A9E4-520050DFE979}"/>
              </a:ext>
            </a:extLst>
          </p:cNvPr>
          <p:cNvSpPr/>
          <p:nvPr/>
        </p:nvSpPr>
        <p:spPr>
          <a:xfrm>
            <a:off x="-493049" y="2130231"/>
            <a:ext cx="7328848" cy="6747311"/>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133" name="그룹 132">
            <a:extLst>
              <a:ext uri="{FF2B5EF4-FFF2-40B4-BE49-F238E27FC236}">
                <a16:creationId xmlns:a16="http://schemas.microsoft.com/office/drawing/2014/main" id="{D2CFFEE3-A62C-4562-86A0-498E2F78C469}"/>
              </a:ext>
            </a:extLst>
          </p:cNvPr>
          <p:cNvGrpSpPr/>
          <p:nvPr/>
        </p:nvGrpSpPr>
        <p:grpSpPr>
          <a:xfrm>
            <a:off x="-104181" y="2465265"/>
            <a:ext cx="2798648" cy="2361452"/>
            <a:chOff x="2843808" y="1955121"/>
            <a:chExt cx="1674813" cy="596970"/>
          </a:xfrm>
          <a:solidFill>
            <a:schemeClr val="bg1">
              <a:lumMod val="95000"/>
            </a:schemeClr>
          </a:solidFill>
        </p:grpSpPr>
        <p:sp>
          <p:nvSpPr>
            <p:cNvPr id="134" name="Border">
              <a:extLst>
                <a:ext uri="{FF2B5EF4-FFF2-40B4-BE49-F238E27FC236}">
                  <a16:creationId xmlns:a16="http://schemas.microsoft.com/office/drawing/2014/main" id="{47045F17-77D8-4DB3-8510-3094DFDE1C88}"/>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5" name="Line 2">
              <a:extLst>
                <a:ext uri="{FF2B5EF4-FFF2-40B4-BE49-F238E27FC236}">
                  <a16:creationId xmlns:a16="http://schemas.microsoft.com/office/drawing/2014/main" id="{BB0DE461-09F5-4F0F-B521-B434B073D28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6" name="Line 1">
              <a:extLst>
                <a:ext uri="{FF2B5EF4-FFF2-40B4-BE49-F238E27FC236}">
                  <a16:creationId xmlns:a16="http://schemas.microsoft.com/office/drawing/2014/main" id="{808883F6-5544-4F85-9DF4-4D685695DAC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7" name="TextBox 136">
              <a:extLst>
                <a:ext uri="{FF2B5EF4-FFF2-40B4-BE49-F238E27FC236}">
                  <a16:creationId xmlns:a16="http://schemas.microsoft.com/office/drawing/2014/main" id="{32AF48C3-2D2F-4EE3-9B8C-F45C52C44C4E}"/>
                </a:ext>
              </a:extLst>
            </p:cNvPr>
            <p:cNvSpPr txBox="1"/>
            <p:nvPr/>
          </p:nvSpPr>
          <p:spPr>
            <a:xfrm>
              <a:off x="3381983" y="2215369"/>
              <a:ext cx="598462" cy="76475"/>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Contents</a:t>
              </a:r>
              <a:endParaRPr lang="ko-KR" altLang="en-US" sz="900" dirty="0">
                <a:solidFill>
                  <a:schemeClr val="tx1">
                    <a:lumMod val="50000"/>
                    <a:lumOff val="50000"/>
                  </a:schemeClr>
                </a:solidFill>
              </a:endParaRPr>
            </a:p>
          </p:txBody>
        </p:sp>
      </p:grpSp>
      <p:grpSp>
        <p:nvGrpSpPr>
          <p:cNvPr id="138" name="그룹 137">
            <a:extLst>
              <a:ext uri="{FF2B5EF4-FFF2-40B4-BE49-F238E27FC236}">
                <a16:creationId xmlns:a16="http://schemas.microsoft.com/office/drawing/2014/main" id="{59EF8749-E228-4A14-AB1E-77ACC6F283B4}"/>
              </a:ext>
            </a:extLst>
          </p:cNvPr>
          <p:cNvGrpSpPr/>
          <p:nvPr/>
        </p:nvGrpSpPr>
        <p:grpSpPr>
          <a:xfrm>
            <a:off x="-116870" y="4940537"/>
            <a:ext cx="492940" cy="406337"/>
            <a:chOff x="3092355" y="3209109"/>
            <a:chExt cx="353705" cy="305189"/>
          </a:xfrm>
        </p:grpSpPr>
        <p:sp>
          <p:nvSpPr>
            <p:cNvPr id="139" name="Border">
              <a:extLst>
                <a:ext uri="{FF2B5EF4-FFF2-40B4-BE49-F238E27FC236}">
                  <a16:creationId xmlns:a16="http://schemas.microsoft.com/office/drawing/2014/main" id="{A737BFF0-3E01-4787-95A9-FDDD8D9BF6B6}"/>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0" name="Line 2">
              <a:extLst>
                <a:ext uri="{FF2B5EF4-FFF2-40B4-BE49-F238E27FC236}">
                  <a16:creationId xmlns:a16="http://schemas.microsoft.com/office/drawing/2014/main" id="{5A2329DE-8952-41B5-8562-D8D94D5D080E}"/>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1" name="Line 1">
              <a:extLst>
                <a:ext uri="{FF2B5EF4-FFF2-40B4-BE49-F238E27FC236}">
                  <a16:creationId xmlns:a16="http://schemas.microsoft.com/office/drawing/2014/main" id="{91CD7605-FCCC-4152-8EAF-1426F5633AEA}"/>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142" name="그룹 141">
            <a:extLst>
              <a:ext uri="{FF2B5EF4-FFF2-40B4-BE49-F238E27FC236}">
                <a16:creationId xmlns:a16="http://schemas.microsoft.com/office/drawing/2014/main" id="{72C5A714-111F-4BFD-9CEE-87B3F1195393}"/>
              </a:ext>
            </a:extLst>
          </p:cNvPr>
          <p:cNvGrpSpPr/>
          <p:nvPr/>
        </p:nvGrpSpPr>
        <p:grpSpPr>
          <a:xfrm>
            <a:off x="462280" y="4940533"/>
            <a:ext cx="492940" cy="406337"/>
            <a:chOff x="3092355" y="3209109"/>
            <a:chExt cx="353705" cy="305189"/>
          </a:xfrm>
        </p:grpSpPr>
        <p:sp>
          <p:nvSpPr>
            <p:cNvPr id="143" name="Border">
              <a:extLst>
                <a:ext uri="{FF2B5EF4-FFF2-40B4-BE49-F238E27FC236}">
                  <a16:creationId xmlns:a16="http://schemas.microsoft.com/office/drawing/2014/main" id="{68C6CA93-3AD8-4C71-951E-72BBC9CD1950}"/>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4" name="Line 2">
              <a:extLst>
                <a:ext uri="{FF2B5EF4-FFF2-40B4-BE49-F238E27FC236}">
                  <a16:creationId xmlns:a16="http://schemas.microsoft.com/office/drawing/2014/main" id="{B0BEF721-37A8-432C-82F3-F1C79C66D0A1}"/>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5" name="Line 1">
              <a:extLst>
                <a:ext uri="{FF2B5EF4-FFF2-40B4-BE49-F238E27FC236}">
                  <a16:creationId xmlns:a16="http://schemas.microsoft.com/office/drawing/2014/main" id="{407E487F-841B-41C2-899C-998727E08E60}"/>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58" name="TextBox 157">
            <a:extLst>
              <a:ext uri="{FF2B5EF4-FFF2-40B4-BE49-F238E27FC236}">
                <a16:creationId xmlns:a16="http://schemas.microsoft.com/office/drawing/2014/main" id="{ED6D7E5E-3732-4159-9B35-E05D1F168947}"/>
              </a:ext>
            </a:extLst>
          </p:cNvPr>
          <p:cNvSpPr txBox="1"/>
          <p:nvPr/>
        </p:nvSpPr>
        <p:spPr>
          <a:xfrm>
            <a:off x="2743471" y="2399773"/>
            <a:ext cx="3948564" cy="714876"/>
          </a:xfrm>
          <a:prstGeom prst="rect">
            <a:avLst/>
          </a:prstGeom>
          <a:noFill/>
        </p:spPr>
        <p:txBody>
          <a:bodyPr wrap="square">
            <a:spAutoFit/>
          </a:bodyPr>
          <a:lstStyle/>
          <a:p>
            <a:pPr>
              <a:lnSpc>
                <a:spcPct val="150000"/>
              </a:lnSpc>
              <a:defRPr/>
            </a:pPr>
            <a:r>
              <a:rPr lang="ko-KR" altLang="en-US" sz="800" dirty="0">
                <a:solidFill>
                  <a:schemeClr val="tx1">
                    <a:lumMod val="50000"/>
                    <a:lumOff val="50000"/>
                  </a:schemeClr>
                </a:solidFill>
              </a:rPr>
              <a:t>대분류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1200" b="1" dirty="0"/>
              <a:t>상품명</a:t>
            </a:r>
            <a:r>
              <a:rPr lang="en-US" altLang="ko-KR" sz="1200" b="1" dirty="0"/>
              <a:t>23232</a:t>
            </a:r>
          </a:p>
          <a:p>
            <a:pPr>
              <a:lnSpc>
                <a:spcPct val="150000"/>
              </a:lnSpc>
            </a:pPr>
            <a:r>
              <a:rPr lang="ko-KR" altLang="en-US" sz="800" dirty="0"/>
              <a:t>상품코드 </a:t>
            </a:r>
            <a:r>
              <a:rPr lang="en-US" altLang="ko-KR" sz="800" dirty="0"/>
              <a:t>:  a200392            </a:t>
            </a:r>
            <a:r>
              <a:rPr lang="ko-KR" altLang="en-US" sz="800" dirty="0"/>
              <a:t>판매자 </a:t>
            </a:r>
            <a:r>
              <a:rPr lang="en-US" altLang="ko-KR" sz="800" dirty="0"/>
              <a:t>: </a:t>
            </a:r>
            <a:r>
              <a:rPr lang="en-US" altLang="ko-KR" sz="800" dirty="0" err="1"/>
              <a:t>aabbds</a:t>
            </a:r>
            <a:endParaRPr lang="ko-KR" altLang="en-US" sz="800" dirty="0"/>
          </a:p>
        </p:txBody>
      </p:sp>
      <p:sp>
        <p:nvSpPr>
          <p:cNvPr id="159" name="직사각형 158">
            <a:extLst>
              <a:ext uri="{FF2B5EF4-FFF2-40B4-BE49-F238E27FC236}">
                <a16:creationId xmlns:a16="http://schemas.microsoft.com/office/drawing/2014/main" id="{C9377CAA-D55E-42B9-A15E-649E0907649B}"/>
              </a:ext>
            </a:extLst>
          </p:cNvPr>
          <p:cNvSpPr/>
          <p:nvPr/>
        </p:nvSpPr>
        <p:spPr>
          <a:xfrm>
            <a:off x="-104181" y="5942018"/>
            <a:ext cx="1215128" cy="281224"/>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상품 판매 조건</a:t>
            </a:r>
            <a:endParaRPr lang="en-US" altLang="ko-KR" sz="800" dirty="0">
              <a:solidFill>
                <a:schemeClr val="bg1"/>
              </a:solidFill>
            </a:endParaRPr>
          </a:p>
        </p:txBody>
      </p:sp>
      <p:sp>
        <p:nvSpPr>
          <p:cNvPr id="160" name="직사각형 159">
            <a:extLst>
              <a:ext uri="{FF2B5EF4-FFF2-40B4-BE49-F238E27FC236}">
                <a16:creationId xmlns:a16="http://schemas.microsoft.com/office/drawing/2014/main" id="{B3874C96-5246-4703-8354-C5038A5F39E6}"/>
              </a:ext>
            </a:extLst>
          </p:cNvPr>
          <p:cNvSpPr/>
          <p:nvPr/>
        </p:nvSpPr>
        <p:spPr>
          <a:xfrm>
            <a:off x="1110947" y="5942018"/>
            <a:ext cx="1215128" cy="281224"/>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상품 상세 정보</a:t>
            </a:r>
            <a:endParaRPr lang="en-US" altLang="ko-KR" sz="800" dirty="0">
              <a:solidFill>
                <a:schemeClr val="tx1"/>
              </a:solidFill>
            </a:endParaRPr>
          </a:p>
        </p:txBody>
      </p:sp>
      <p:sp>
        <p:nvSpPr>
          <p:cNvPr id="161" name="직사각형 160">
            <a:extLst>
              <a:ext uri="{FF2B5EF4-FFF2-40B4-BE49-F238E27FC236}">
                <a16:creationId xmlns:a16="http://schemas.microsoft.com/office/drawing/2014/main" id="{97F1ECB1-EDE1-4297-9502-FC7E7E437E0C}"/>
              </a:ext>
            </a:extLst>
          </p:cNvPr>
          <p:cNvSpPr/>
          <p:nvPr/>
        </p:nvSpPr>
        <p:spPr>
          <a:xfrm>
            <a:off x="-104181" y="6223242"/>
            <a:ext cx="6796216" cy="1758950"/>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solidFill>
            </a:endParaRPr>
          </a:p>
          <a:p>
            <a:endParaRPr lang="en-US" altLang="ko-KR" sz="800" dirty="0">
              <a:solidFill>
                <a:schemeClr val="tx1"/>
              </a:solidFill>
            </a:endParaRPr>
          </a:p>
          <a:p>
            <a:endParaRPr lang="en-US" altLang="ko-KR" sz="800" dirty="0">
              <a:solidFill>
                <a:schemeClr val="tx1"/>
              </a:solidFill>
            </a:endParaRPr>
          </a:p>
        </p:txBody>
      </p:sp>
      <p:graphicFrame>
        <p:nvGraphicFramePr>
          <p:cNvPr id="162" name="표 43">
            <a:extLst>
              <a:ext uri="{FF2B5EF4-FFF2-40B4-BE49-F238E27FC236}">
                <a16:creationId xmlns:a16="http://schemas.microsoft.com/office/drawing/2014/main" id="{A4975405-4D60-4772-9D90-48A81F20D517}"/>
              </a:ext>
            </a:extLst>
          </p:cNvPr>
          <p:cNvGraphicFramePr>
            <a:graphicFrameLocks noGrp="1"/>
          </p:cNvGraphicFramePr>
          <p:nvPr>
            <p:extLst>
              <p:ext uri="{D42A27DB-BD31-4B8C-83A1-F6EECF244321}">
                <p14:modId xmlns:p14="http://schemas.microsoft.com/office/powerpoint/2010/main" val="2327022368"/>
              </p:ext>
            </p:extLst>
          </p:nvPr>
        </p:nvGraphicFramePr>
        <p:xfrm>
          <a:off x="37803" y="6390882"/>
          <a:ext cx="6508744" cy="1280160"/>
        </p:xfrm>
        <a:graphic>
          <a:graphicData uri="http://schemas.openxmlformats.org/drawingml/2006/table">
            <a:tbl>
              <a:tblPr firstRow="1" bandRow="1">
                <a:tableStyleId>{5940675A-B579-460E-94D1-54222C63F5DA}</a:tableStyleId>
              </a:tblPr>
              <a:tblGrid>
                <a:gridCol w="1057666">
                  <a:extLst>
                    <a:ext uri="{9D8B030D-6E8A-4147-A177-3AD203B41FA5}">
                      <a16:colId xmlns:a16="http://schemas.microsoft.com/office/drawing/2014/main" val="1601486229"/>
                    </a:ext>
                  </a:extLst>
                </a:gridCol>
                <a:gridCol w="5451078">
                  <a:extLst>
                    <a:ext uri="{9D8B030D-6E8A-4147-A177-3AD203B41FA5}">
                      <a16:colId xmlns:a16="http://schemas.microsoft.com/office/drawing/2014/main" val="2738608450"/>
                    </a:ext>
                  </a:extLst>
                </a:gridCol>
              </a:tblGrid>
              <a:tr h="0">
                <a:tc>
                  <a:txBody>
                    <a:bodyPr/>
                    <a:lstStyle/>
                    <a:p>
                      <a:pPr latinLnBrk="1"/>
                      <a:r>
                        <a:rPr lang="ko-KR" altLang="en-US" sz="800" dirty="0"/>
                        <a:t>판매형태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ko-KR" altLang="en-US" sz="800" dirty="0"/>
                        <a:t>상품판매</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28173056"/>
                  </a:ext>
                </a:extLst>
              </a:tr>
              <a:tr h="0">
                <a:tc>
                  <a:txBody>
                    <a:bodyPr/>
                    <a:lstStyle/>
                    <a:p>
                      <a:pPr latinLnBrk="1"/>
                      <a:r>
                        <a:rPr lang="ko-KR" altLang="en-US" sz="800" dirty="0"/>
                        <a:t>과세구분</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ko-KR" altLang="en-US" sz="800" dirty="0"/>
                        <a:t>과세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24445166"/>
                  </a:ext>
                </a:extLst>
              </a:tr>
              <a:tr h="0">
                <a:tc>
                  <a:txBody>
                    <a:bodyPr/>
                    <a:lstStyle/>
                    <a:p>
                      <a:pPr latinLnBrk="1"/>
                      <a:r>
                        <a:rPr lang="ko-KR" altLang="en-US" sz="800" dirty="0"/>
                        <a:t>판매가격</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800" dirty="0"/>
                        <a:t>13,000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80007532"/>
                  </a:ext>
                </a:extLst>
              </a:tr>
              <a:tr h="0">
                <a:tc>
                  <a:txBody>
                    <a:bodyPr/>
                    <a:lstStyle/>
                    <a:p>
                      <a:pPr latinLnBrk="1"/>
                      <a:r>
                        <a:rPr lang="ko-KR" altLang="en-US" sz="800" dirty="0">
                          <a:solidFill>
                            <a:schemeClr val="tx1"/>
                          </a:solidFill>
                        </a:rPr>
                        <a:t>판매이익금</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800" dirty="0"/>
                        <a:t>1,500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405328786"/>
                  </a:ext>
                </a:extLst>
              </a:tr>
              <a:tr h="0">
                <a:tc>
                  <a:txBody>
                    <a:bodyPr/>
                    <a:lstStyle/>
                    <a:p>
                      <a:pPr latinLnBrk="1"/>
                      <a:r>
                        <a:rPr lang="ko-KR" altLang="en-US" sz="800" dirty="0"/>
                        <a:t>재고</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800" dirty="0"/>
                        <a:t>3,223 </a:t>
                      </a:r>
                      <a:r>
                        <a:rPr lang="ko-KR" altLang="en-US" sz="800" dirty="0"/>
                        <a:t>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73779174"/>
                  </a:ext>
                </a:extLst>
              </a:tr>
              <a:tr h="0">
                <a:tc>
                  <a:txBody>
                    <a:bodyPr/>
                    <a:lstStyle/>
                    <a:p>
                      <a:pPr latinLnBrk="1"/>
                      <a:r>
                        <a:rPr lang="ko-KR" altLang="en-US" sz="800" dirty="0"/>
                        <a:t>구매제한수량</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800" dirty="0"/>
                        <a:t>1</a:t>
                      </a:r>
                      <a:r>
                        <a:rPr lang="ko-KR" altLang="en-US" sz="800" dirty="0"/>
                        <a:t>회 구매에 </a:t>
                      </a:r>
                      <a:r>
                        <a:rPr lang="en-US" altLang="ko-KR" sz="800" dirty="0"/>
                        <a:t>100 </a:t>
                      </a:r>
                      <a:r>
                        <a:rPr lang="ko-KR" altLang="en-US" sz="800" dirty="0"/>
                        <a:t>개까지 구매가능</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991333764"/>
                  </a:ext>
                </a:extLst>
              </a:tr>
            </a:tbl>
          </a:graphicData>
        </a:graphic>
      </p:graphicFrame>
      <p:sp>
        <p:nvSpPr>
          <p:cNvPr id="163" name="직사각형 162">
            <a:extLst>
              <a:ext uri="{FF2B5EF4-FFF2-40B4-BE49-F238E27FC236}">
                <a16:creationId xmlns:a16="http://schemas.microsoft.com/office/drawing/2014/main" id="{B23E3087-4FD8-46F3-A52F-FD606E1BFC5D}"/>
              </a:ext>
            </a:extLst>
          </p:cNvPr>
          <p:cNvSpPr/>
          <p:nvPr/>
        </p:nvSpPr>
        <p:spPr>
          <a:xfrm>
            <a:off x="2810750" y="8263416"/>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창닫기</a:t>
            </a:r>
            <a:endParaRPr lang="en-US" altLang="ko-KR" sz="800" dirty="0">
              <a:solidFill>
                <a:schemeClr val="bg1"/>
              </a:solidFill>
            </a:endParaRPr>
          </a:p>
        </p:txBody>
      </p:sp>
      <p:grpSp>
        <p:nvGrpSpPr>
          <p:cNvPr id="164" name="Image">
            <a:extLst>
              <a:ext uri="{FF2B5EF4-FFF2-40B4-BE49-F238E27FC236}">
                <a16:creationId xmlns:a16="http://schemas.microsoft.com/office/drawing/2014/main" id="{DB4947BF-46D6-441E-9258-70AFF0194BEA}"/>
              </a:ext>
            </a:extLst>
          </p:cNvPr>
          <p:cNvGrpSpPr>
            <a:grpSpLocks/>
          </p:cNvGrpSpPr>
          <p:nvPr/>
        </p:nvGrpSpPr>
        <p:grpSpPr bwMode="auto">
          <a:xfrm>
            <a:off x="6464946" y="2214808"/>
            <a:ext cx="263570" cy="250457"/>
            <a:chOff x="508000" y="1397000"/>
            <a:chExt cx="1008112" cy="1008112"/>
          </a:xfrm>
        </p:grpSpPr>
        <p:sp>
          <p:nvSpPr>
            <p:cNvPr id="165" name="Border">
              <a:extLst>
                <a:ext uri="{FF2B5EF4-FFF2-40B4-BE49-F238E27FC236}">
                  <a16:creationId xmlns:a16="http://schemas.microsoft.com/office/drawing/2014/main" id="{3DBF0AA0-B669-4982-A40F-80886EB7EF07}"/>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6" name="Line 2">
              <a:extLst>
                <a:ext uri="{FF2B5EF4-FFF2-40B4-BE49-F238E27FC236}">
                  <a16:creationId xmlns:a16="http://schemas.microsoft.com/office/drawing/2014/main" id="{D06B3A4B-280F-42B8-9A07-909969A93C1D}"/>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7" name="Line 1">
              <a:extLst>
                <a:ext uri="{FF2B5EF4-FFF2-40B4-BE49-F238E27FC236}">
                  <a16:creationId xmlns:a16="http://schemas.microsoft.com/office/drawing/2014/main" id="{FFA8EBA1-0151-46F0-A92F-02601045AAE3}"/>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pic>
        <p:nvPicPr>
          <p:cNvPr id="168" name="그림 167">
            <a:extLst>
              <a:ext uri="{FF2B5EF4-FFF2-40B4-BE49-F238E27FC236}">
                <a16:creationId xmlns:a16="http://schemas.microsoft.com/office/drawing/2014/main" id="{DBFEEBAE-5E92-4E44-A10F-1A591C04C1B7}"/>
              </a:ext>
            </a:extLst>
          </p:cNvPr>
          <p:cNvPicPr>
            <a:picLocks noChangeAspect="1"/>
          </p:cNvPicPr>
          <p:nvPr/>
        </p:nvPicPr>
        <p:blipFill>
          <a:blip r:embed="rId3"/>
          <a:stretch>
            <a:fillRect/>
          </a:stretch>
        </p:blipFill>
        <p:spPr>
          <a:xfrm>
            <a:off x="2791961" y="3149604"/>
            <a:ext cx="3946343" cy="1682825"/>
          </a:xfrm>
          <a:prstGeom prst="rect">
            <a:avLst/>
          </a:prstGeom>
        </p:spPr>
      </p:pic>
      <p:grpSp>
        <p:nvGrpSpPr>
          <p:cNvPr id="287" name="그룹 286">
            <a:extLst>
              <a:ext uri="{FF2B5EF4-FFF2-40B4-BE49-F238E27FC236}">
                <a16:creationId xmlns:a16="http://schemas.microsoft.com/office/drawing/2014/main" id="{F740F662-53EE-4191-8D13-BFFE0E8E44D7}"/>
              </a:ext>
            </a:extLst>
          </p:cNvPr>
          <p:cNvGrpSpPr/>
          <p:nvPr/>
        </p:nvGrpSpPr>
        <p:grpSpPr>
          <a:xfrm>
            <a:off x="1041430" y="4941575"/>
            <a:ext cx="492940" cy="406337"/>
            <a:chOff x="3092355" y="3209109"/>
            <a:chExt cx="353705" cy="305189"/>
          </a:xfrm>
        </p:grpSpPr>
        <p:sp>
          <p:nvSpPr>
            <p:cNvPr id="288" name="Border">
              <a:extLst>
                <a:ext uri="{FF2B5EF4-FFF2-40B4-BE49-F238E27FC236}">
                  <a16:creationId xmlns:a16="http://schemas.microsoft.com/office/drawing/2014/main" id="{0FCDFB1D-75B7-4F95-A53D-6F6E9EE87995}"/>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89" name="Line 2">
              <a:extLst>
                <a:ext uri="{FF2B5EF4-FFF2-40B4-BE49-F238E27FC236}">
                  <a16:creationId xmlns:a16="http://schemas.microsoft.com/office/drawing/2014/main" id="{265ADD64-48CC-40FC-8141-9FF3FF2382AE}"/>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90" name="Line 1">
              <a:extLst>
                <a:ext uri="{FF2B5EF4-FFF2-40B4-BE49-F238E27FC236}">
                  <a16:creationId xmlns:a16="http://schemas.microsoft.com/office/drawing/2014/main" id="{5EE8702C-9985-4423-AAA0-E82B9FBA31BE}"/>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291" name="그룹 290">
            <a:extLst>
              <a:ext uri="{FF2B5EF4-FFF2-40B4-BE49-F238E27FC236}">
                <a16:creationId xmlns:a16="http://schemas.microsoft.com/office/drawing/2014/main" id="{5B4596B1-CAB2-42BC-8D7D-1A0D7F4109DB}"/>
              </a:ext>
            </a:extLst>
          </p:cNvPr>
          <p:cNvGrpSpPr/>
          <p:nvPr/>
        </p:nvGrpSpPr>
        <p:grpSpPr>
          <a:xfrm>
            <a:off x="1620580" y="4941571"/>
            <a:ext cx="492940" cy="406337"/>
            <a:chOff x="3092355" y="3209109"/>
            <a:chExt cx="353705" cy="305189"/>
          </a:xfrm>
        </p:grpSpPr>
        <p:sp>
          <p:nvSpPr>
            <p:cNvPr id="292" name="Border">
              <a:extLst>
                <a:ext uri="{FF2B5EF4-FFF2-40B4-BE49-F238E27FC236}">
                  <a16:creationId xmlns:a16="http://schemas.microsoft.com/office/drawing/2014/main" id="{BAECBB6B-CF36-4544-A675-82424F2C969A}"/>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93" name="Line 2">
              <a:extLst>
                <a:ext uri="{FF2B5EF4-FFF2-40B4-BE49-F238E27FC236}">
                  <a16:creationId xmlns:a16="http://schemas.microsoft.com/office/drawing/2014/main" id="{A46943BC-1E05-4D37-A924-BF9835901454}"/>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94" name="Line 1">
              <a:extLst>
                <a:ext uri="{FF2B5EF4-FFF2-40B4-BE49-F238E27FC236}">
                  <a16:creationId xmlns:a16="http://schemas.microsoft.com/office/drawing/2014/main" id="{DDE4580E-6823-40F0-B274-D4B92B95A1D0}"/>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295" name="그룹 294">
            <a:extLst>
              <a:ext uri="{FF2B5EF4-FFF2-40B4-BE49-F238E27FC236}">
                <a16:creationId xmlns:a16="http://schemas.microsoft.com/office/drawing/2014/main" id="{C2FF2760-30E1-4911-BCFE-5961B5A8799D}"/>
              </a:ext>
            </a:extLst>
          </p:cNvPr>
          <p:cNvGrpSpPr/>
          <p:nvPr/>
        </p:nvGrpSpPr>
        <p:grpSpPr>
          <a:xfrm>
            <a:off x="2204020" y="4938031"/>
            <a:ext cx="492940" cy="406337"/>
            <a:chOff x="3092355" y="3209109"/>
            <a:chExt cx="353705" cy="305189"/>
          </a:xfrm>
        </p:grpSpPr>
        <p:sp>
          <p:nvSpPr>
            <p:cNvPr id="296" name="Border">
              <a:extLst>
                <a:ext uri="{FF2B5EF4-FFF2-40B4-BE49-F238E27FC236}">
                  <a16:creationId xmlns:a16="http://schemas.microsoft.com/office/drawing/2014/main" id="{E83590D1-18E5-4C19-B1CA-84AC1870612E}"/>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97" name="Line 2">
              <a:extLst>
                <a:ext uri="{FF2B5EF4-FFF2-40B4-BE49-F238E27FC236}">
                  <a16:creationId xmlns:a16="http://schemas.microsoft.com/office/drawing/2014/main" id="{DB6ACBC6-4388-4037-AD0B-4414B9489B15}"/>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98" name="Line 1">
              <a:extLst>
                <a:ext uri="{FF2B5EF4-FFF2-40B4-BE49-F238E27FC236}">
                  <a16:creationId xmlns:a16="http://schemas.microsoft.com/office/drawing/2014/main" id="{A7FBB51D-8293-4E57-A357-2D5520857B6F}"/>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299" name="타원 298">
            <a:extLst>
              <a:ext uri="{FF2B5EF4-FFF2-40B4-BE49-F238E27FC236}">
                <a16:creationId xmlns:a16="http://schemas.microsoft.com/office/drawing/2014/main" id="{28903DB2-D4C8-495F-97A7-232B5BDC052A}"/>
              </a:ext>
            </a:extLst>
          </p:cNvPr>
          <p:cNvSpPr/>
          <p:nvPr/>
        </p:nvSpPr>
        <p:spPr>
          <a:xfrm>
            <a:off x="7425986" y="3285214"/>
            <a:ext cx="755848"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01" name="직선 화살표 연결선 300">
            <a:extLst>
              <a:ext uri="{FF2B5EF4-FFF2-40B4-BE49-F238E27FC236}">
                <a16:creationId xmlns:a16="http://schemas.microsoft.com/office/drawing/2014/main" id="{6220F31D-936B-4F9F-B9B6-473B0BFBD13E}"/>
              </a:ext>
            </a:extLst>
          </p:cNvPr>
          <p:cNvCxnSpPr>
            <a:cxnSpLocks/>
            <a:stCxn id="299" idx="2"/>
          </p:cNvCxnSpPr>
          <p:nvPr/>
        </p:nvCxnSpPr>
        <p:spPr>
          <a:xfrm flipH="1">
            <a:off x="6662217" y="3507026"/>
            <a:ext cx="763769"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302" name="직사각형 301">
            <a:extLst>
              <a:ext uri="{FF2B5EF4-FFF2-40B4-BE49-F238E27FC236}">
                <a16:creationId xmlns:a16="http://schemas.microsoft.com/office/drawing/2014/main" id="{F919B757-18CB-4913-9AAE-AEE534A12CE5}"/>
              </a:ext>
            </a:extLst>
          </p:cNvPr>
          <p:cNvSpPr/>
          <p:nvPr/>
        </p:nvSpPr>
        <p:spPr>
          <a:xfrm>
            <a:off x="9023134" y="4453238"/>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303" name="직사각형 302">
            <a:extLst>
              <a:ext uri="{FF2B5EF4-FFF2-40B4-BE49-F238E27FC236}">
                <a16:creationId xmlns:a16="http://schemas.microsoft.com/office/drawing/2014/main" id="{50A55DFF-82B4-4875-82C9-3A7FDA4C14CC}"/>
              </a:ext>
            </a:extLst>
          </p:cNvPr>
          <p:cNvSpPr/>
          <p:nvPr/>
        </p:nvSpPr>
        <p:spPr>
          <a:xfrm>
            <a:off x="9026097" y="4778626"/>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304" name="직사각형 303">
            <a:extLst>
              <a:ext uri="{FF2B5EF4-FFF2-40B4-BE49-F238E27FC236}">
                <a16:creationId xmlns:a16="http://schemas.microsoft.com/office/drawing/2014/main" id="{14081D9B-A42A-458E-BD9A-6BF2DD4D30CB}"/>
              </a:ext>
            </a:extLst>
          </p:cNvPr>
          <p:cNvSpPr/>
          <p:nvPr/>
        </p:nvSpPr>
        <p:spPr>
          <a:xfrm>
            <a:off x="9023134" y="5131260"/>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305" name="직사각형 304">
            <a:extLst>
              <a:ext uri="{FF2B5EF4-FFF2-40B4-BE49-F238E27FC236}">
                <a16:creationId xmlns:a16="http://schemas.microsoft.com/office/drawing/2014/main" id="{35347DEE-C6B2-46A5-9FB9-B22518CE203A}"/>
              </a:ext>
            </a:extLst>
          </p:cNvPr>
          <p:cNvSpPr/>
          <p:nvPr/>
        </p:nvSpPr>
        <p:spPr>
          <a:xfrm>
            <a:off x="9028837" y="5460994"/>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306" name="직사각형 305">
            <a:extLst>
              <a:ext uri="{FF2B5EF4-FFF2-40B4-BE49-F238E27FC236}">
                <a16:creationId xmlns:a16="http://schemas.microsoft.com/office/drawing/2014/main" id="{D2B7B661-161C-4CA1-9CEC-41758F4E0406}"/>
              </a:ext>
            </a:extLst>
          </p:cNvPr>
          <p:cNvSpPr/>
          <p:nvPr/>
        </p:nvSpPr>
        <p:spPr>
          <a:xfrm>
            <a:off x="9031800" y="5786382"/>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307" name="직사각형 306">
            <a:extLst>
              <a:ext uri="{FF2B5EF4-FFF2-40B4-BE49-F238E27FC236}">
                <a16:creationId xmlns:a16="http://schemas.microsoft.com/office/drawing/2014/main" id="{CF010F44-EC32-4023-8692-3C5711D6674B}"/>
              </a:ext>
            </a:extLst>
          </p:cNvPr>
          <p:cNvSpPr/>
          <p:nvPr/>
        </p:nvSpPr>
        <p:spPr>
          <a:xfrm>
            <a:off x="9028837" y="6139016"/>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308" name="직사각형 307">
            <a:extLst>
              <a:ext uri="{FF2B5EF4-FFF2-40B4-BE49-F238E27FC236}">
                <a16:creationId xmlns:a16="http://schemas.microsoft.com/office/drawing/2014/main" id="{68BD1904-A134-46F2-8A90-D18F72911F60}"/>
              </a:ext>
            </a:extLst>
          </p:cNvPr>
          <p:cNvSpPr/>
          <p:nvPr/>
        </p:nvSpPr>
        <p:spPr>
          <a:xfrm>
            <a:off x="9024092" y="6445363"/>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309" name="직사각형 308">
            <a:extLst>
              <a:ext uri="{FF2B5EF4-FFF2-40B4-BE49-F238E27FC236}">
                <a16:creationId xmlns:a16="http://schemas.microsoft.com/office/drawing/2014/main" id="{9028F20A-4F80-4C60-B7E9-A479C671B348}"/>
              </a:ext>
            </a:extLst>
          </p:cNvPr>
          <p:cNvSpPr/>
          <p:nvPr/>
        </p:nvSpPr>
        <p:spPr>
          <a:xfrm>
            <a:off x="9027055" y="6770751"/>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310" name="직사각형 309">
            <a:extLst>
              <a:ext uri="{FF2B5EF4-FFF2-40B4-BE49-F238E27FC236}">
                <a16:creationId xmlns:a16="http://schemas.microsoft.com/office/drawing/2014/main" id="{5CCD0AE0-BF6D-4EF3-9B22-8C9C7C5449CA}"/>
              </a:ext>
            </a:extLst>
          </p:cNvPr>
          <p:cNvSpPr/>
          <p:nvPr/>
        </p:nvSpPr>
        <p:spPr>
          <a:xfrm>
            <a:off x="9024092" y="7123385"/>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graphicFrame>
        <p:nvGraphicFramePr>
          <p:cNvPr id="169" name="표 168">
            <a:extLst>
              <a:ext uri="{FF2B5EF4-FFF2-40B4-BE49-F238E27FC236}">
                <a16:creationId xmlns:a16="http://schemas.microsoft.com/office/drawing/2014/main" id="{03C6A291-F70E-4E67-BD93-E587007271F8}"/>
              </a:ext>
            </a:extLst>
          </p:cNvPr>
          <p:cNvGraphicFramePr>
            <a:graphicFrameLocks noGrp="1"/>
          </p:cNvGraphicFramePr>
          <p:nvPr>
            <p:extLst>
              <p:ext uri="{D42A27DB-BD31-4B8C-83A1-F6EECF244321}">
                <p14:modId xmlns:p14="http://schemas.microsoft.com/office/powerpoint/2010/main" val="3907249300"/>
              </p:ext>
            </p:extLst>
          </p:nvPr>
        </p:nvGraphicFramePr>
        <p:xfrm>
          <a:off x="10171774" y="22159"/>
          <a:ext cx="1979018" cy="3704352"/>
        </p:xfrm>
        <a:graphic>
          <a:graphicData uri="http://schemas.openxmlformats.org/drawingml/2006/table">
            <a:tbl>
              <a:tblPr firstRow="1" bandRow="1">
                <a:tableStyleId>{5940675A-B579-460E-94D1-54222C63F5DA}</a:tableStyleId>
              </a:tblPr>
              <a:tblGrid>
                <a:gridCol w="389243">
                  <a:extLst>
                    <a:ext uri="{9D8B030D-6E8A-4147-A177-3AD203B41FA5}">
                      <a16:colId xmlns:a16="http://schemas.microsoft.com/office/drawing/2014/main" val="2768186151"/>
                    </a:ext>
                  </a:extLst>
                </a:gridCol>
                <a:gridCol w="435846">
                  <a:extLst>
                    <a:ext uri="{9D8B030D-6E8A-4147-A177-3AD203B41FA5}">
                      <a16:colId xmlns:a16="http://schemas.microsoft.com/office/drawing/2014/main" val="4167491213"/>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endParaRPr lang="ko-KR" altLang="en-US" sz="800" b="1" dirty="0"/>
                    </a:p>
                  </a:txBody>
                  <a:tcPr anchor="ct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endParaRPr lang="ko-KR" altLang="en-US" sz="800" b="1" dirty="0"/>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RF-02-04-05-5</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algn="ctr" latinLnBrk="1"/>
                      <a:endParaRPr lang="ko-KR" altLang="en-US" sz="800" b="1" dirty="0"/>
                    </a:p>
                  </a:txBody>
                  <a:tcPr anchor="ctr">
                    <a:solidFill>
                      <a:schemeClr val="bg1">
                        <a:lumMod val="85000"/>
                      </a:schemeClr>
                    </a:solidFill>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 상세페이지</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algn="ctr" latinLnBrk="1"/>
                      <a:endParaRPr lang="ko-KR" altLang="en-US" sz="800" b="1" dirty="0"/>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 상품 추가 </a:t>
                      </a:r>
                      <a:r>
                        <a:rPr lang="en-US" altLang="ko-KR" sz="800" dirty="0"/>
                        <a:t>&gt; </a:t>
                      </a:r>
                      <a:r>
                        <a:rPr lang="ko-KR" altLang="en-US" sz="800" dirty="0"/>
                        <a:t>공유 상품 목록 </a:t>
                      </a:r>
                      <a:r>
                        <a:rPr lang="en-US" altLang="ko-KR" sz="800" dirty="0"/>
                        <a:t>&gt; </a:t>
                      </a:r>
                      <a:r>
                        <a:rPr lang="ko-KR" altLang="en-US" sz="800" dirty="0"/>
                        <a:t>보기</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다른 회원들이 공개한 공유상품 목록에서 보기를 클릭하여 상품의 상세</a:t>
                      </a:r>
                      <a:r>
                        <a:rPr lang="ko-KR" altLang="en-US" sz="800" baseline="0" dirty="0"/>
                        <a:t> 정보</a:t>
                      </a:r>
                      <a:r>
                        <a:rPr lang="ko-KR" altLang="en-US" sz="800" dirty="0"/>
                        <a:t>를 보이는 화면</a:t>
                      </a:r>
                    </a:p>
                  </a:txBody>
                  <a:tcPr anchor="ctr">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1</a:t>
                      </a:r>
                      <a:endParaRPr lang="ko-KR" altLang="en-US" sz="800" dirty="0"/>
                    </a:p>
                  </a:txBody>
                  <a:tcPr anchor="ctr">
                    <a:lnR w="12700" cap="flat" cmpd="sng" algn="ctr">
                      <a:solidFill>
                        <a:schemeClr val="tx1"/>
                      </a:solidFill>
                      <a:prstDash val="solid"/>
                      <a:round/>
                      <a:headEnd type="none" w="med" len="med"/>
                      <a:tailEnd type="none" w="med" len="med"/>
                    </a:lnR>
                    <a:solidFill>
                      <a:schemeClr val="bg1">
                        <a:lumMod val="85000"/>
                      </a:schemeClr>
                    </a:solidFill>
                  </a:tcPr>
                </a:tc>
                <a:tc gridSpan="2">
                  <a:txBody>
                    <a:bodyPr/>
                    <a:lstStyle/>
                    <a:p>
                      <a:pPr algn="l" latinLnBrk="1"/>
                      <a:r>
                        <a:rPr lang="ko-KR" altLang="en-US" sz="800" dirty="0"/>
                        <a:t>판매형태가 상품판매일 경우 표시되는 조건</a:t>
                      </a:r>
                      <a:br>
                        <a:rPr lang="en-US" altLang="ko-KR" sz="800" dirty="0"/>
                      </a:br>
                      <a:br>
                        <a:rPr lang="en-US" altLang="ko-KR" sz="800" dirty="0"/>
                      </a:br>
                      <a:r>
                        <a:rPr lang="ko-KR" altLang="en-US" sz="800" dirty="0"/>
                        <a:t>상품을 공유할 때 판매가격과 이익금이 결정되기 때문에 표시가 가능하다</a:t>
                      </a:r>
                      <a:r>
                        <a:rPr lang="en-US" altLang="ko-KR" sz="800" dirty="0"/>
                        <a:t>.</a:t>
                      </a:r>
                      <a:endParaRPr lang="ko-KR" altLang="en-US" sz="80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solidFill>
                      <a:schemeClr val="bg1"/>
                    </a:solidFill>
                  </a:tcPr>
                </a:tc>
                <a:tc hMerge="1">
                  <a:txBody>
                    <a:bodyPr/>
                    <a:lstStyle/>
                    <a:p>
                      <a:pPr algn="l" latinLnBrk="1"/>
                      <a:endParaRPr lang="ko-KR" altLang="en-US" sz="800" dirty="0"/>
                    </a:p>
                  </a:txBody>
                  <a:tcPr anchor="ctr">
                    <a:lnL w="12700" cap="flat" cmpd="sng" algn="ctr">
                      <a:solidFill>
                        <a:schemeClr val="tx1"/>
                      </a:solidFill>
                      <a:prstDash val="solid"/>
                      <a:round/>
                      <a:headEnd type="none" w="med" len="med"/>
                      <a:tailEnd type="none" w="med" len="med"/>
                    </a:lnL>
                    <a:solidFill>
                      <a:schemeClr val="bg1"/>
                    </a:solidFill>
                  </a:tcPr>
                </a:tc>
                <a:extLst>
                  <a:ext uri="{0D108BD9-81ED-4DB2-BD59-A6C34878D82A}">
                    <a16:rowId xmlns:a16="http://schemas.microsoft.com/office/drawing/2014/main" val="1472207116"/>
                  </a:ext>
                </a:extLst>
              </a:tr>
              <a:tr h="140746">
                <a:tc>
                  <a:txBody>
                    <a:bodyPr/>
                    <a:lstStyle/>
                    <a:p>
                      <a:pPr algn="ctr" latinLnBrk="1"/>
                      <a:r>
                        <a:rPr lang="en-US" altLang="ko-KR" sz="800" dirty="0"/>
                        <a:t>2</a:t>
                      </a:r>
                      <a:endParaRPr lang="ko-KR" altLang="en-US" sz="800" dirty="0"/>
                    </a:p>
                  </a:txBody>
                  <a:tcPr anchor="ctr">
                    <a:lnR w="12700" cap="flat" cmpd="sng" algn="ctr">
                      <a:solidFill>
                        <a:schemeClr val="tx1"/>
                      </a:solidFill>
                      <a:prstDash val="solid"/>
                      <a:round/>
                      <a:headEnd type="none" w="med" len="med"/>
                      <a:tailEnd type="none" w="med" len="med"/>
                    </a:lnR>
                    <a:solidFill>
                      <a:schemeClr val="bg1">
                        <a:lumMod val="85000"/>
                      </a:schemeClr>
                    </a:solidFill>
                  </a:tcPr>
                </a:tc>
                <a:tc gridSpan="2">
                  <a:txBody>
                    <a:bodyPr/>
                    <a:lstStyle/>
                    <a:p>
                      <a:pPr algn="l" latinLnBrk="1"/>
                      <a:r>
                        <a:rPr lang="ko-KR" altLang="en-US" sz="800" dirty="0"/>
                        <a:t>판매형태가 위탁판매일 경우 표시되는 조건</a:t>
                      </a:r>
                      <a:br>
                        <a:rPr lang="en-US" altLang="ko-KR" sz="800" dirty="0"/>
                      </a:br>
                      <a:br>
                        <a:rPr lang="en-US" altLang="ko-KR" sz="800" dirty="0"/>
                      </a:br>
                      <a:r>
                        <a:rPr lang="ko-KR" altLang="en-US" sz="800" dirty="0"/>
                        <a:t>상품이 공유될 때 상품가격을 통해 최소가격이 결정되고</a:t>
                      </a:r>
                      <a:r>
                        <a:rPr lang="en-US" altLang="ko-KR" sz="800" dirty="0"/>
                        <a:t>, </a:t>
                      </a:r>
                      <a:r>
                        <a:rPr lang="ko-KR" altLang="en-US" sz="800" dirty="0"/>
                        <a:t>공유자에 의해 최대값이 결정되는 것이 표시됨   </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319336"/>
                  </a:ext>
                </a:extLst>
              </a:tr>
            </a:tbl>
          </a:graphicData>
        </a:graphic>
      </p:graphicFrame>
      <p:cxnSp>
        <p:nvCxnSpPr>
          <p:cNvPr id="279" name="직선 화살표 연결선 278">
            <a:extLst>
              <a:ext uri="{FF2B5EF4-FFF2-40B4-BE49-F238E27FC236}">
                <a16:creationId xmlns:a16="http://schemas.microsoft.com/office/drawing/2014/main" id="{422F4238-A318-4F47-9F3B-60B6958C0CC2}"/>
              </a:ext>
            </a:extLst>
          </p:cNvPr>
          <p:cNvCxnSpPr>
            <a:cxnSpLocks/>
          </p:cNvCxnSpPr>
          <p:nvPr/>
        </p:nvCxnSpPr>
        <p:spPr>
          <a:xfrm flipV="1">
            <a:off x="2413515" y="6886487"/>
            <a:ext cx="512386" cy="10232"/>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4" name="직사각형 3">
            <a:extLst>
              <a:ext uri="{FF2B5EF4-FFF2-40B4-BE49-F238E27FC236}">
                <a16:creationId xmlns:a16="http://schemas.microsoft.com/office/drawing/2014/main" id="{7337C7F2-10EF-48C0-BFC8-17E2FE351FF1}"/>
              </a:ext>
            </a:extLst>
          </p:cNvPr>
          <p:cNvSpPr/>
          <p:nvPr/>
        </p:nvSpPr>
        <p:spPr>
          <a:xfrm>
            <a:off x="2977927" y="6204964"/>
            <a:ext cx="3662082" cy="1448535"/>
          </a:xfrm>
          <a:prstGeom prst="rect">
            <a:avLst/>
          </a:prstGeom>
          <a:solidFill>
            <a:schemeClr val="bg1"/>
          </a:solid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170" name="표 43">
            <a:extLst>
              <a:ext uri="{FF2B5EF4-FFF2-40B4-BE49-F238E27FC236}">
                <a16:creationId xmlns:a16="http://schemas.microsoft.com/office/drawing/2014/main" id="{02E42AAC-4E7A-41A5-AE8B-DD7B2C774D07}"/>
              </a:ext>
            </a:extLst>
          </p:cNvPr>
          <p:cNvGraphicFramePr>
            <a:graphicFrameLocks noGrp="1"/>
          </p:cNvGraphicFramePr>
          <p:nvPr>
            <p:extLst>
              <p:ext uri="{D42A27DB-BD31-4B8C-83A1-F6EECF244321}">
                <p14:modId xmlns:p14="http://schemas.microsoft.com/office/powerpoint/2010/main" val="660468827"/>
              </p:ext>
            </p:extLst>
          </p:nvPr>
        </p:nvGraphicFramePr>
        <p:xfrm>
          <a:off x="3042341" y="6284203"/>
          <a:ext cx="3499081" cy="1280160"/>
        </p:xfrm>
        <a:graphic>
          <a:graphicData uri="http://schemas.openxmlformats.org/drawingml/2006/table">
            <a:tbl>
              <a:tblPr firstRow="1" bandRow="1">
                <a:tableStyleId>{5940675A-B579-460E-94D1-54222C63F5DA}</a:tableStyleId>
              </a:tblPr>
              <a:tblGrid>
                <a:gridCol w="1257034">
                  <a:extLst>
                    <a:ext uri="{9D8B030D-6E8A-4147-A177-3AD203B41FA5}">
                      <a16:colId xmlns:a16="http://schemas.microsoft.com/office/drawing/2014/main" val="1601486229"/>
                    </a:ext>
                  </a:extLst>
                </a:gridCol>
                <a:gridCol w="2242047">
                  <a:extLst>
                    <a:ext uri="{9D8B030D-6E8A-4147-A177-3AD203B41FA5}">
                      <a16:colId xmlns:a16="http://schemas.microsoft.com/office/drawing/2014/main" val="2738608450"/>
                    </a:ext>
                  </a:extLst>
                </a:gridCol>
              </a:tblGrid>
              <a:tr h="0">
                <a:tc>
                  <a:txBody>
                    <a:bodyPr/>
                    <a:lstStyle/>
                    <a:p>
                      <a:pPr latinLnBrk="1"/>
                      <a:r>
                        <a:rPr lang="ko-KR" altLang="en-US" sz="800" dirty="0"/>
                        <a:t>판매형태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ko-KR" altLang="en-US" sz="800" dirty="0"/>
                        <a:t>위탁판매</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28173056"/>
                  </a:ext>
                </a:extLst>
              </a:tr>
              <a:tr h="0">
                <a:tc>
                  <a:txBody>
                    <a:bodyPr/>
                    <a:lstStyle/>
                    <a:p>
                      <a:pPr latinLnBrk="1"/>
                      <a:r>
                        <a:rPr lang="ko-KR" altLang="en-US" sz="800" dirty="0"/>
                        <a:t>과세구분</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ko-KR" altLang="en-US" sz="800" dirty="0"/>
                        <a:t>과세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24445166"/>
                  </a:ext>
                </a:extLst>
              </a:tr>
              <a:tr h="0">
                <a:tc>
                  <a:txBody>
                    <a:bodyPr/>
                    <a:lstStyle/>
                    <a:p>
                      <a:pPr latinLnBrk="1"/>
                      <a:r>
                        <a:rPr lang="ko-KR" altLang="en-US" sz="800" dirty="0" err="1"/>
                        <a:t>판매최소가격</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800" dirty="0"/>
                        <a:t>11,550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80007532"/>
                  </a:ext>
                </a:extLst>
              </a:tr>
              <a:tr h="0">
                <a:tc>
                  <a:txBody>
                    <a:bodyPr/>
                    <a:lstStyle/>
                    <a:p>
                      <a:pPr latinLnBrk="1"/>
                      <a:r>
                        <a:rPr lang="ko-KR" altLang="en-US" sz="800" dirty="0">
                          <a:solidFill>
                            <a:schemeClr val="tx1"/>
                          </a:solidFill>
                        </a:rPr>
                        <a:t>판매최대가격</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800" dirty="0"/>
                        <a:t>30,000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405328786"/>
                  </a:ext>
                </a:extLst>
              </a:tr>
              <a:tr h="0">
                <a:tc>
                  <a:txBody>
                    <a:bodyPr/>
                    <a:lstStyle/>
                    <a:p>
                      <a:pPr latinLnBrk="1"/>
                      <a:r>
                        <a:rPr lang="ko-KR" altLang="en-US" sz="800" dirty="0"/>
                        <a:t>재고</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800" dirty="0"/>
                        <a:t>3,223 </a:t>
                      </a:r>
                      <a:r>
                        <a:rPr lang="ko-KR" altLang="en-US" sz="800" dirty="0"/>
                        <a:t>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73779174"/>
                  </a:ext>
                </a:extLst>
              </a:tr>
              <a:tr h="0">
                <a:tc>
                  <a:txBody>
                    <a:bodyPr/>
                    <a:lstStyle/>
                    <a:p>
                      <a:pPr latinLnBrk="1"/>
                      <a:r>
                        <a:rPr lang="ko-KR" altLang="en-US" sz="800" dirty="0"/>
                        <a:t>구매제한수량</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800" dirty="0"/>
                        <a:t>1</a:t>
                      </a:r>
                      <a:r>
                        <a:rPr lang="ko-KR" altLang="en-US" sz="800" dirty="0"/>
                        <a:t>회 구매에 </a:t>
                      </a:r>
                      <a:r>
                        <a:rPr lang="en-US" altLang="ko-KR" sz="800" dirty="0"/>
                        <a:t>100 </a:t>
                      </a:r>
                      <a:r>
                        <a:rPr lang="ko-KR" altLang="en-US" sz="800" dirty="0"/>
                        <a:t>개까지 구매가능</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991333764"/>
                  </a:ext>
                </a:extLst>
              </a:tr>
            </a:tbl>
          </a:graphicData>
        </a:graphic>
      </p:graphicFrame>
      <p:sp>
        <p:nvSpPr>
          <p:cNvPr id="278" name="TextBox 277">
            <a:extLst>
              <a:ext uri="{FF2B5EF4-FFF2-40B4-BE49-F238E27FC236}">
                <a16:creationId xmlns:a16="http://schemas.microsoft.com/office/drawing/2014/main" id="{29623942-19E5-4F7B-BA1E-A84BC41FB098}"/>
              </a:ext>
            </a:extLst>
          </p:cNvPr>
          <p:cNvSpPr txBox="1"/>
          <p:nvPr/>
        </p:nvSpPr>
        <p:spPr>
          <a:xfrm>
            <a:off x="2841261" y="6094518"/>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280" name="직사각형 279">
            <a:extLst>
              <a:ext uri="{FF2B5EF4-FFF2-40B4-BE49-F238E27FC236}">
                <a16:creationId xmlns:a16="http://schemas.microsoft.com/office/drawing/2014/main" id="{50E12417-C1F6-462D-B57B-5E47F20D639F}"/>
              </a:ext>
            </a:extLst>
          </p:cNvPr>
          <p:cNvSpPr/>
          <p:nvPr/>
        </p:nvSpPr>
        <p:spPr>
          <a:xfrm>
            <a:off x="-45403" y="6284203"/>
            <a:ext cx="2474016" cy="1448535"/>
          </a:xfrm>
          <a:prstGeom prst="rect">
            <a:avLst/>
          </a:prstGeom>
          <a:no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1" name="TextBox 170">
            <a:extLst>
              <a:ext uri="{FF2B5EF4-FFF2-40B4-BE49-F238E27FC236}">
                <a16:creationId xmlns:a16="http://schemas.microsoft.com/office/drawing/2014/main" id="{CCBACE9A-C984-4B53-9ECF-32969BDD55B9}"/>
              </a:ext>
            </a:extLst>
          </p:cNvPr>
          <p:cNvSpPr txBox="1"/>
          <p:nvPr/>
        </p:nvSpPr>
        <p:spPr>
          <a:xfrm>
            <a:off x="-181655" y="6159648"/>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2120991646"/>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직사각형 20">
            <a:extLst>
              <a:ext uri="{FF2B5EF4-FFF2-40B4-BE49-F238E27FC236}">
                <a16:creationId xmlns:a16="http://schemas.microsoft.com/office/drawing/2014/main" id="{8DB036C1-BDD4-4073-9C6A-E0F3146C9F9B}"/>
              </a:ext>
            </a:extLst>
          </p:cNvPr>
          <p:cNvSpPr/>
          <p:nvPr/>
        </p:nvSpPr>
        <p:spPr>
          <a:xfrm>
            <a:off x="576206" y="1303198"/>
            <a:ext cx="9226755" cy="7167024"/>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aphicFrame>
        <p:nvGraphicFramePr>
          <p:cNvPr id="22" name="표 5">
            <a:extLst>
              <a:ext uri="{FF2B5EF4-FFF2-40B4-BE49-F238E27FC236}">
                <a16:creationId xmlns:a16="http://schemas.microsoft.com/office/drawing/2014/main" id="{DE7CD544-51D5-47DA-8148-A1BC63BEE223}"/>
              </a:ext>
            </a:extLst>
          </p:cNvPr>
          <p:cNvGraphicFramePr>
            <a:graphicFrameLocks noGrp="1"/>
          </p:cNvGraphicFramePr>
          <p:nvPr>
            <p:extLst>
              <p:ext uri="{D42A27DB-BD31-4B8C-83A1-F6EECF244321}">
                <p14:modId xmlns:p14="http://schemas.microsoft.com/office/powerpoint/2010/main" val="3049133464"/>
              </p:ext>
            </p:extLst>
          </p:nvPr>
        </p:nvGraphicFramePr>
        <p:xfrm>
          <a:off x="737068" y="1710518"/>
          <a:ext cx="8880744" cy="243840"/>
        </p:xfrm>
        <a:graphic>
          <a:graphicData uri="http://schemas.openxmlformats.org/drawingml/2006/table">
            <a:tbl>
              <a:tblPr firstRow="1" bandRow="1">
                <a:tableStyleId>{5940675A-B579-460E-94D1-54222C63F5DA}</a:tableStyleId>
              </a:tblPr>
              <a:tblGrid>
                <a:gridCol w="2960248">
                  <a:extLst>
                    <a:ext uri="{9D8B030D-6E8A-4147-A177-3AD203B41FA5}">
                      <a16:colId xmlns:a16="http://schemas.microsoft.com/office/drawing/2014/main" val="3230482263"/>
                    </a:ext>
                  </a:extLst>
                </a:gridCol>
                <a:gridCol w="2960248">
                  <a:extLst>
                    <a:ext uri="{9D8B030D-6E8A-4147-A177-3AD203B41FA5}">
                      <a16:colId xmlns:a16="http://schemas.microsoft.com/office/drawing/2014/main" val="3730242496"/>
                    </a:ext>
                  </a:extLst>
                </a:gridCol>
                <a:gridCol w="2960248">
                  <a:extLst>
                    <a:ext uri="{9D8B030D-6E8A-4147-A177-3AD203B41FA5}">
                      <a16:colId xmlns:a16="http://schemas.microsoft.com/office/drawing/2014/main" val="844434264"/>
                    </a:ext>
                  </a:extLst>
                </a:gridCol>
              </a:tblGrid>
              <a:tr h="204698">
                <a:tc>
                  <a:txBody>
                    <a:bodyPr/>
                    <a:lstStyle/>
                    <a:p>
                      <a:pPr algn="ctr" latinLnBrk="1"/>
                      <a:r>
                        <a:rPr lang="ko-KR" altLang="en-US" sz="1000" b="0" dirty="0">
                          <a:solidFill>
                            <a:schemeClr val="tx1"/>
                          </a:solidFill>
                        </a:rPr>
                        <a:t>자사상품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1" dirty="0">
                          <a:solidFill>
                            <a:schemeClr val="bg1"/>
                          </a:solidFill>
                        </a:rPr>
                        <a:t>공유상품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1000" dirty="0" err="1"/>
                        <a:t>제휴상품</a:t>
                      </a:r>
                      <a:endParaRPr lang="ko-KR" altLang="en-US" sz="10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1226348592"/>
                  </a:ext>
                </a:extLst>
              </a:tr>
            </a:tbl>
          </a:graphicData>
        </a:graphic>
      </p:graphicFrame>
      <p:sp>
        <p:nvSpPr>
          <p:cNvPr id="24" name="직사각형 23">
            <a:extLst>
              <a:ext uri="{FF2B5EF4-FFF2-40B4-BE49-F238E27FC236}">
                <a16:creationId xmlns:a16="http://schemas.microsoft.com/office/drawing/2014/main" id="{56710DB9-F599-4687-866F-ECD47337510C}"/>
              </a:ext>
            </a:extLst>
          </p:cNvPr>
          <p:cNvSpPr/>
          <p:nvPr/>
        </p:nvSpPr>
        <p:spPr>
          <a:xfrm>
            <a:off x="1775718" y="2263767"/>
            <a:ext cx="6078955"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25" name="직사각형 24">
            <a:extLst>
              <a:ext uri="{FF2B5EF4-FFF2-40B4-BE49-F238E27FC236}">
                <a16:creationId xmlns:a16="http://schemas.microsoft.com/office/drawing/2014/main" id="{2898C9DC-076B-4A2E-AA03-747721434BB5}"/>
              </a:ext>
            </a:extLst>
          </p:cNvPr>
          <p:cNvSpPr/>
          <p:nvPr/>
        </p:nvSpPr>
        <p:spPr>
          <a:xfrm>
            <a:off x="8844219" y="2252286"/>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endParaRPr lang="en-US" altLang="ko-KR" sz="800" dirty="0">
              <a:solidFill>
                <a:schemeClr val="bg1"/>
              </a:solidFill>
            </a:endParaRPr>
          </a:p>
        </p:txBody>
      </p:sp>
      <p:graphicFrame>
        <p:nvGraphicFramePr>
          <p:cNvPr id="26" name="표 63">
            <a:extLst>
              <a:ext uri="{FF2B5EF4-FFF2-40B4-BE49-F238E27FC236}">
                <a16:creationId xmlns:a16="http://schemas.microsoft.com/office/drawing/2014/main" id="{3749DA67-9DA0-4024-B417-F9FC4DD7F1EB}"/>
              </a:ext>
            </a:extLst>
          </p:cNvPr>
          <p:cNvGraphicFramePr>
            <a:graphicFrameLocks noGrp="1"/>
          </p:cNvGraphicFramePr>
          <p:nvPr/>
        </p:nvGraphicFramePr>
        <p:xfrm>
          <a:off x="737068" y="2240815"/>
          <a:ext cx="8880744" cy="457200"/>
        </p:xfrm>
        <a:graphic>
          <a:graphicData uri="http://schemas.openxmlformats.org/drawingml/2006/table">
            <a:tbl>
              <a:tblPr firstRow="1" bandRow="1">
                <a:tableStyleId>{5940675A-B579-460E-94D1-54222C63F5DA}</a:tableStyleId>
              </a:tblPr>
              <a:tblGrid>
                <a:gridCol w="984852">
                  <a:extLst>
                    <a:ext uri="{9D8B030D-6E8A-4147-A177-3AD203B41FA5}">
                      <a16:colId xmlns:a16="http://schemas.microsoft.com/office/drawing/2014/main" val="3701388552"/>
                    </a:ext>
                  </a:extLst>
                </a:gridCol>
                <a:gridCol w="7895892">
                  <a:extLst>
                    <a:ext uri="{9D8B030D-6E8A-4147-A177-3AD203B41FA5}">
                      <a16:colId xmlns:a16="http://schemas.microsoft.com/office/drawing/2014/main" val="339215266"/>
                    </a:ext>
                  </a:extLst>
                </a:gridCol>
              </a:tblGrid>
              <a:tr h="0">
                <a:tc>
                  <a:txBody>
                    <a:bodyPr/>
                    <a:lstStyle/>
                    <a:p>
                      <a:pPr latinLnBrk="1"/>
                      <a:r>
                        <a:rPr lang="ko-KR" altLang="en-US" sz="900" dirty="0"/>
                        <a:t>상품명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27" name="직사각형 26">
            <a:extLst>
              <a:ext uri="{FF2B5EF4-FFF2-40B4-BE49-F238E27FC236}">
                <a16:creationId xmlns:a16="http://schemas.microsoft.com/office/drawing/2014/main" id="{3F44DA0A-50CB-4CF5-98B1-09E090C58D33}"/>
              </a:ext>
            </a:extLst>
          </p:cNvPr>
          <p:cNvSpPr/>
          <p:nvPr/>
        </p:nvSpPr>
        <p:spPr>
          <a:xfrm>
            <a:off x="8846667" y="2479505"/>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graphicFrame>
        <p:nvGraphicFramePr>
          <p:cNvPr id="28" name="표 27">
            <a:extLst>
              <a:ext uri="{FF2B5EF4-FFF2-40B4-BE49-F238E27FC236}">
                <a16:creationId xmlns:a16="http://schemas.microsoft.com/office/drawing/2014/main" id="{518883D9-451B-4922-A009-3231F1AB631E}"/>
              </a:ext>
            </a:extLst>
          </p:cNvPr>
          <p:cNvGraphicFramePr>
            <a:graphicFrameLocks noGrp="1"/>
          </p:cNvGraphicFramePr>
          <p:nvPr/>
        </p:nvGraphicFramePr>
        <p:xfrm>
          <a:off x="737065" y="3147600"/>
          <a:ext cx="8880745" cy="4236720"/>
        </p:xfrm>
        <a:graphic>
          <a:graphicData uri="http://schemas.openxmlformats.org/drawingml/2006/table">
            <a:tbl>
              <a:tblPr firstRow="1" bandRow="1">
                <a:tableStyleId>{5C22544A-7EE6-4342-B048-85BDC9FD1C3A}</a:tableStyleId>
              </a:tblPr>
              <a:tblGrid>
                <a:gridCol w="442070">
                  <a:extLst>
                    <a:ext uri="{9D8B030D-6E8A-4147-A177-3AD203B41FA5}">
                      <a16:colId xmlns:a16="http://schemas.microsoft.com/office/drawing/2014/main" val="401447903"/>
                    </a:ext>
                  </a:extLst>
                </a:gridCol>
                <a:gridCol w="697432">
                  <a:extLst>
                    <a:ext uri="{9D8B030D-6E8A-4147-A177-3AD203B41FA5}">
                      <a16:colId xmlns:a16="http://schemas.microsoft.com/office/drawing/2014/main" val="20000"/>
                    </a:ext>
                  </a:extLst>
                </a:gridCol>
                <a:gridCol w="2197290">
                  <a:extLst>
                    <a:ext uri="{9D8B030D-6E8A-4147-A177-3AD203B41FA5}">
                      <a16:colId xmlns:a16="http://schemas.microsoft.com/office/drawing/2014/main" val="20003"/>
                    </a:ext>
                  </a:extLst>
                </a:gridCol>
                <a:gridCol w="825689">
                  <a:extLst>
                    <a:ext uri="{9D8B030D-6E8A-4147-A177-3AD203B41FA5}">
                      <a16:colId xmlns:a16="http://schemas.microsoft.com/office/drawing/2014/main" val="20004"/>
                    </a:ext>
                  </a:extLst>
                </a:gridCol>
                <a:gridCol w="1269242">
                  <a:extLst>
                    <a:ext uri="{9D8B030D-6E8A-4147-A177-3AD203B41FA5}">
                      <a16:colId xmlns:a16="http://schemas.microsoft.com/office/drawing/2014/main" val="20005"/>
                    </a:ext>
                  </a:extLst>
                </a:gridCol>
                <a:gridCol w="1214651">
                  <a:extLst>
                    <a:ext uri="{9D8B030D-6E8A-4147-A177-3AD203B41FA5}">
                      <a16:colId xmlns:a16="http://schemas.microsoft.com/office/drawing/2014/main" val="20006"/>
                    </a:ext>
                  </a:extLst>
                </a:gridCol>
                <a:gridCol w="873457">
                  <a:extLst>
                    <a:ext uri="{9D8B030D-6E8A-4147-A177-3AD203B41FA5}">
                      <a16:colId xmlns:a16="http://schemas.microsoft.com/office/drawing/2014/main" val="20009"/>
                    </a:ext>
                  </a:extLst>
                </a:gridCol>
                <a:gridCol w="655092">
                  <a:extLst>
                    <a:ext uri="{9D8B030D-6E8A-4147-A177-3AD203B41FA5}">
                      <a16:colId xmlns:a16="http://schemas.microsoft.com/office/drawing/2014/main" val="2179269706"/>
                    </a:ext>
                  </a:extLst>
                </a:gridCol>
                <a:gridCol w="705822">
                  <a:extLst>
                    <a:ext uri="{9D8B030D-6E8A-4147-A177-3AD203B41FA5}">
                      <a16:colId xmlns:a16="http://schemas.microsoft.com/office/drawing/2014/main" val="531070748"/>
                    </a:ext>
                  </a:extLst>
                </a:gridCol>
              </a:tblGrid>
              <a:tr h="0">
                <a:tc>
                  <a:txBody>
                    <a:bodyPr/>
                    <a:lstStyle/>
                    <a:p>
                      <a:pPr algn="ctr" latinLnBrk="1"/>
                      <a:r>
                        <a:rPr lang="en-US" altLang="ko-KR" sz="800" b="0" dirty="0">
                          <a:solidFill>
                            <a:schemeClr val="tx1"/>
                          </a:solidFill>
                        </a:rPr>
                        <a:t>No</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재고</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상세보기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관심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상품추가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3433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a20392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3432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a20321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3431</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a20320</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algn="ctr" latinLnBrk="1"/>
                      <a:r>
                        <a:rPr lang="en-US" altLang="ko-KR" sz="800" b="0" dirty="0">
                          <a:solidFill>
                            <a:schemeClr val="tx1"/>
                          </a:solidFill>
                        </a:rPr>
                        <a:t>3430</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A20222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6792756"/>
                  </a:ext>
                </a:extLst>
              </a:tr>
              <a:tr h="0">
                <a:tc>
                  <a:txBody>
                    <a:bodyPr/>
                    <a:lstStyle/>
                    <a:p>
                      <a:pPr algn="ctr" latinLnBrk="1"/>
                      <a:r>
                        <a:rPr lang="en-US" altLang="ko-KR" sz="800" b="0" dirty="0">
                          <a:solidFill>
                            <a:schemeClr val="tx1"/>
                          </a:solidFill>
                        </a:rPr>
                        <a:t>3429</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B20321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60545407"/>
                  </a:ext>
                </a:extLst>
              </a:tr>
              <a:tr h="0">
                <a:tc>
                  <a:txBody>
                    <a:bodyPr/>
                    <a:lstStyle/>
                    <a:p>
                      <a:pPr algn="ctr" latinLnBrk="1"/>
                      <a:r>
                        <a:rPr lang="en-US" altLang="ko-KR" sz="800" b="0" dirty="0">
                          <a:solidFill>
                            <a:schemeClr val="tx1"/>
                          </a:solidFill>
                        </a:rPr>
                        <a:t>3428</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C20320</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73000931"/>
                  </a:ext>
                </a:extLst>
              </a:tr>
              <a:tr h="0">
                <a:tc>
                  <a:txBody>
                    <a:bodyPr/>
                    <a:lstStyle/>
                    <a:p>
                      <a:pPr algn="ctr" latinLnBrk="1"/>
                      <a:r>
                        <a:rPr lang="en-US" altLang="ko-KR" sz="800" b="0" dirty="0">
                          <a:solidFill>
                            <a:schemeClr val="tx1"/>
                          </a:solidFill>
                        </a:rPr>
                        <a:t>3427</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E20392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14774640"/>
                  </a:ext>
                </a:extLst>
              </a:tr>
              <a:tr h="0">
                <a:tc>
                  <a:txBody>
                    <a:bodyPr/>
                    <a:lstStyle/>
                    <a:p>
                      <a:pPr algn="ctr" latinLnBrk="1"/>
                      <a:r>
                        <a:rPr lang="en-US" altLang="ko-KR" sz="800" b="0" dirty="0">
                          <a:solidFill>
                            <a:schemeClr val="tx1"/>
                          </a:solidFill>
                        </a:rPr>
                        <a:t>3426</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F20212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40055972"/>
                  </a:ext>
                </a:extLst>
              </a:tr>
              <a:tr h="0">
                <a:tc>
                  <a:txBody>
                    <a:bodyPr/>
                    <a:lstStyle/>
                    <a:p>
                      <a:pPr algn="ctr" latinLnBrk="1"/>
                      <a:r>
                        <a:rPr lang="en-US" altLang="ko-KR" sz="800" b="0" dirty="0">
                          <a:solidFill>
                            <a:schemeClr val="tx1"/>
                          </a:solidFill>
                        </a:rPr>
                        <a:t>3425</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Z20321</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64757641"/>
                  </a:ext>
                </a:extLst>
              </a:tr>
              <a:tr h="0">
                <a:tc>
                  <a:txBody>
                    <a:bodyPr/>
                    <a:lstStyle/>
                    <a:p>
                      <a:pPr algn="ctr" latinLnBrk="1"/>
                      <a:r>
                        <a:rPr lang="en-US" altLang="ko-KR" sz="800" b="0" dirty="0">
                          <a:solidFill>
                            <a:schemeClr val="tx1"/>
                          </a:solidFill>
                        </a:rPr>
                        <a:t>3424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A20200</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94086906"/>
                  </a:ext>
                </a:extLst>
              </a:tr>
              <a:tr h="0">
                <a:tc>
                  <a:txBody>
                    <a:bodyPr/>
                    <a:lstStyle/>
                    <a:p>
                      <a:pPr algn="ctr" latinLnBrk="1"/>
                      <a:r>
                        <a:rPr lang="en-US" altLang="ko-KR" sz="800" b="0" dirty="0">
                          <a:solidFill>
                            <a:schemeClr val="tx1"/>
                          </a:solidFill>
                        </a:rPr>
                        <a:t>3423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A20333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61936248"/>
                  </a:ext>
                </a:extLst>
              </a:tr>
              <a:tr h="0">
                <a:tc>
                  <a:txBody>
                    <a:bodyPr/>
                    <a:lstStyle/>
                    <a:p>
                      <a:pPr algn="ctr" latinLnBrk="1"/>
                      <a:r>
                        <a:rPr lang="en-US" altLang="ko-KR" sz="800" b="0" dirty="0">
                          <a:solidFill>
                            <a:schemeClr val="tx1"/>
                          </a:solidFill>
                        </a:rPr>
                        <a:t>3422</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E20312</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40,000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83094304"/>
                  </a:ext>
                </a:extLst>
              </a:tr>
            </a:tbl>
          </a:graphicData>
        </a:graphic>
      </p:graphicFrame>
      <p:sp>
        <p:nvSpPr>
          <p:cNvPr id="29" name="TextBox 28">
            <a:extLst>
              <a:ext uri="{FF2B5EF4-FFF2-40B4-BE49-F238E27FC236}">
                <a16:creationId xmlns:a16="http://schemas.microsoft.com/office/drawing/2014/main" id="{872B0A8B-A780-437A-B580-31B88E675BBA}"/>
              </a:ext>
            </a:extLst>
          </p:cNvPr>
          <p:cNvSpPr txBox="1"/>
          <p:nvPr/>
        </p:nvSpPr>
        <p:spPr>
          <a:xfrm>
            <a:off x="680013" y="2932156"/>
            <a:ext cx="761547" cy="215444"/>
          </a:xfrm>
          <a:prstGeom prst="rect">
            <a:avLst/>
          </a:prstGeom>
          <a:noFill/>
        </p:spPr>
        <p:txBody>
          <a:bodyPr wrap="square" rtlCol="0">
            <a:spAutoFit/>
          </a:bodyPr>
          <a:lstStyle/>
          <a:p>
            <a:r>
              <a:rPr lang="ko-KR" altLang="en-US" sz="800" dirty="0"/>
              <a:t>총 </a:t>
            </a:r>
            <a:r>
              <a:rPr lang="en-US" altLang="ko-KR" sz="800" dirty="0"/>
              <a:t>00</a:t>
            </a:r>
            <a:r>
              <a:rPr lang="ko-KR" altLang="en-US" sz="800" dirty="0"/>
              <a:t>건</a:t>
            </a:r>
          </a:p>
        </p:txBody>
      </p:sp>
      <p:grpSp>
        <p:nvGrpSpPr>
          <p:cNvPr id="31" name="그룹 30">
            <a:extLst>
              <a:ext uri="{FF2B5EF4-FFF2-40B4-BE49-F238E27FC236}">
                <a16:creationId xmlns:a16="http://schemas.microsoft.com/office/drawing/2014/main" id="{4B9F9814-9E8A-4F59-89A4-7A2C8C870F7A}"/>
              </a:ext>
            </a:extLst>
          </p:cNvPr>
          <p:cNvGrpSpPr/>
          <p:nvPr/>
        </p:nvGrpSpPr>
        <p:grpSpPr>
          <a:xfrm>
            <a:off x="1920487" y="3357824"/>
            <a:ext cx="2414206" cy="338554"/>
            <a:chOff x="1237833" y="3417650"/>
            <a:chExt cx="1708480" cy="338554"/>
          </a:xfrm>
        </p:grpSpPr>
        <p:grpSp>
          <p:nvGrpSpPr>
            <p:cNvPr id="32" name="그룹 31">
              <a:extLst>
                <a:ext uri="{FF2B5EF4-FFF2-40B4-BE49-F238E27FC236}">
                  <a16:creationId xmlns:a16="http://schemas.microsoft.com/office/drawing/2014/main" id="{168B0F76-4C2E-4CCB-87BB-AB3E86E41AF3}"/>
                </a:ext>
              </a:extLst>
            </p:cNvPr>
            <p:cNvGrpSpPr/>
            <p:nvPr/>
          </p:nvGrpSpPr>
          <p:grpSpPr>
            <a:xfrm>
              <a:off x="1237833" y="3462866"/>
              <a:ext cx="378630" cy="248122"/>
              <a:chOff x="2681976" y="1955121"/>
              <a:chExt cx="1993118" cy="596970"/>
            </a:xfrm>
          </p:grpSpPr>
          <p:sp>
            <p:nvSpPr>
              <p:cNvPr id="34" name="Border">
                <a:extLst>
                  <a:ext uri="{FF2B5EF4-FFF2-40B4-BE49-F238E27FC236}">
                    <a16:creationId xmlns:a16="http://schemas.microsoft.com/office/drawing/2014/main" id="{21980E82-7278-439C-9509-21E1E30E89A8}"/>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5" name="Line 2">
                <a:extLst>
                  <a:ext uri="{FF2B5EF4-FFF2-40B4-BE49-F238E27FC236}">
                    <a16:creationId xmlns:a16="http://schemas.microsoft.com/office/drawing/2014/main" id="{A01DD34D-12D0-435B-9D95-0329E904FD7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6" name="Line 1">
                <a:extLst>
                  <a:ext uri="{FF2B5EF4-FFF2-40B4-BE49-F238E27FC236}">
                    <a16:creationId xmlns:a16="http://schemas.microsoft.com/office/drawing/2014/main" id="{4735FE75-D260-4C09-B503-6977C668C55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7" name="TextBox 36">
                <a:extLst>
                  <a:ext uri="{FF2B5EF4-FFF2-40B4-BE49-F238E27FC236}">
                    <a16:creationId xmlns:a16="http://schemas.microsoft.com/office/drawing/2014/main" id="{2CF00D94-9FCE-4D29-ABA6-A0C1B57C8A7B}"/>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33" name="직사각형 32">
              <a:extLst>
                <a:ext uri="{FF2B5EF4-FFF2-40B4-BE49-F238E27FC236}">
                  <a16:creationId xmlns:a16="http://schemas.microsoft.com/office/drawing/2014/main" id="{496E6556-F866-4557-B544-79567ABA9FCE}"/>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38" name="그룹 37">
            <a:extLst>
              <a:ext uri="{FF2B5EF4-FFF2-40B4-BE49-F238E27FC236}">
                <a16:creationId xmlns:a16="http://schemas.microsoft.com/office/drawing/2014/main" id="{CA968E8A-65C0-4F89-B54A-454C7828FA45}"/>
              </a:ext>
            </a:extLst>
          </p:cNvPr>
          <p:cNvGrpSpPr/>
          <p:nvPr/>
        </p:nvGrpSpPr>
        <p:grpSpPr>
          <a:xfrm>
            <a:off x="1911778" y="3691960"/>
            <a:ext cx="2414206" cy="338554"/>
            <a:chOff x="1237833" y="3417650"/>
            <a:chExt cx="1708480" cy="338554"/>
          </a:xfrm>
        </p:grpSpPr>
        <p:grpSp>
          <p:nvGrpSpPr>
            <p:cNvPr id="39" name="그룹 38">
              <a:extLst>
                <a:ext uri="{FF2B5EF4-FFF2-40B4-BE49-F238E27FC236}">
                  <a16:creationId xmlns:a16="http://schemas.microsoft.com/office/drawing/2014/main" id="{BC37E85C-8393-4B55-8A85-807F5505CC3C}"/>
                </a:ext>
              </a:extLst>
            </p:cNvPr>
            <p:cNvGrpSpPr/>
            <p:nvPr/>
          </p:nvGrpSpPr>
          <p:grpSpPr>
            <a:xfrm>
              <a:off x="1237833" y="3462866"/>
              <a:ext cx="378630" cy="248122"/>
              <a:chOff x="2681976" y="1955121"/>
              <a:chExt cx="1993118" cy="596970"/>
            </a:xfrm>
          </p:grpSpPr>
          <p:sp>
            <p:nvSpPr>
              <p:cNvPr id="41" name="Border">
                <a:extLst>
                  <a:ext uri="{FF2B5EF4-FFF2-40B4-BE49-F238E27FC236}">
                    <a16:creationId xmlns:a16="http://schemas.microsoft.com/office/drawing/2014/main" id="{B86875CB-618E-4473-9D37-CF98202D05F8}"/>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2" name="Line 2">
                <a:extLst>
                  <a:ext uri="{FF2B5EF4-FFF2-40B4-BE49-F238E27FC236}">
                    <a16:creationId xmlns:a16="http://schemas.microsoft.com/office/drawing/2014/main" id="{515B133F-3E66-417A-B0D7-8E17B33040A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3" name="Line 1">
                <a:extLst>
                  <a:ext uri="{FF2B5EF4-FFF2-40B4-BE49-F238E27FC236}">
                    <a16:creationId xmlns:a16="http://schemas.microsoft.com/office/drawing/2014/main" id="{2330FA35-5854-4A94-B636-BCBEC52A7B2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4" name="TextBox 43">
                <a:extLst>
                  <a:ext uri="{FF2B5EF4-FFF2-40B4-BE49-F238E27FC236}">
                    <a16:creationId xmlns:a16="http://schemas.microsoft.com/office/drawing/2014/main" id="{B2417178-1974-456C-849C-5085D2A2A507}"/>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40" name="직사각형 39">
              <a:extLst>
                <a:ext uri="{FF2B5EF4-FFF2-40B4-BE49-F238E27FC236}">
                  <a16:creationId xmlns:a16="http://schemas.microsoft.com/office/drawing/2014/main" id="{25A19236-D1AF-4AC2-945A-1DB51096A486}"/>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45" name="그룹 44">
            <a:extLst>
              <a:ext uri="{FF2B5EF4-FFF2-40B4-BE49-F238E27FC236}">
                <a16:creationId xmlns:a16="http://schemas.microsoft.com/office/drawing/2014/main" id="{7E2484F7-DDAF-4B65-BF91-51BCC8851DF5}"/>
              </a:ext>
            </a:extLst>
          </p:cNvPr>
          <p:cNvGrpSpPr/>
          <p:nvPr/>
        </p:nvGrpSpPr>
        <p:grpSpPr>
          <a:xfrm>
            <a:off x="1916484" y="4028246"/>
            <a:ext cx="2414206" cy="338554"/>
            <a:chOff x="1237833" y="3417650"/>
            <a:chExt cx="1708480" cy="338554"/>
          </a:xfrm>
        </p:grpSpPr>
        <p:grpSp>
          <p:nvGrpSpPr>
            <p:cNvPr id="46" name="그룹 45">
              <a:extLst>
                <a:ext uri="{FF2B5EF4-FFF2-40B4-BE49-F238E27FC236}">
                  <a16:creationId xmlns:a16="http://schemas.microsoft.com/office/drawing/2014/main" id="{958F0C82-710B-4666-B9E0-48C002520685}"/>
                </a:ext>
              </a:extLst>
            </p:cNvPr>
            <p:cNvGrpSpPr/>
            <p:nvPr/>
          </p:nvGrpSpPr>
          <p:grpSpPr>
            <a:xfrm>
              <a:off x="1237833" y="3462866"/>
              <a:ext cx="378630" cy="248122"/>
              <a:chOff x="2681976" y="1955121"/>
              <a:chExt cx="1993118" cy="596970"/>
            </a:xfrm>
          </p:grpSpPr>
          <p:sp>
            <p:nvSpPr>
              <p:cNvPr id="48" name="Border">
                <a:extLst>
                  <a:ext uri="{FF2B5EF4-FFF2-40B4-BE49-F238E27FC236}">
                    <a16:creationId xmlns:a16="http://schemas.microsoft.com/office/drawing/2014/main" id="{77732461-B499-43B6-B191-20537BC1B6FC}"/>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9" name="Line 2">
                <a:extLst>
                  <a:ext uri="{FF2B5EF4-FFF2-40B4-BE49-F238E27FC236}">
                    <a16:creationId xmlns:a16="http://schemas.microsoft.com/office/drawing/2014/main" id="{66642C0C-4F18-418D-9E3E-EF9798327B42}"/>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0" name="Line 1">
                <a:extLst>
                  <a:ext uri="{FF2B5EF4-FFF2-40B4-BE49-F238E27FC236}">
                    <a16:creationId xmlns:a16="http://schemas.microsoft.com/office/drawing/2014/main" id="{A2456E36-03AB-45B9-AC56-4630AA242C6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1" name="TextBox 50">
                <a:extLst>
                  <a:ext uri="{FF2B5EF4-FFF2-40B4-BE49-F238E27FC236}">
                    <a16:creationId xmlns:a16="http://schemas.microsoft.com/office/drawing/2014/main" id="{7E810C0B-157C-484F-99C9-285313583C8F}"/>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47" name="직사각형 46">
              <a:extLst>
                <a:ext uri="{FF2B5EF4-FFF2-40B4-BE49-F238E27FC236}">
                  <a16:creationId xmlns:a16="http://schemas.microsoft.com/office/drawing/2014/main" id="{214DAE7F-6FA9-48F8-A7ED-807460F88BFC}"/>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52" name="그룹 51">
            <a:extLst>
              <a:ext uri="{FF2B5EF4-FFF2-40B4-BE49-F238E27FC236}">
                <a16:creationId xmlns:a16="http://schemas.microsoft.com/office/drawing/2014/main" id="{409C78DF-01D0-4B73-A0CD-12415C2D1779}"/>
              </a:ext>
            </a:extLst>
          </p:cNvPr>
          <p:cNvGrpSpPr/>
          <p:nvPr/>
        </p:nvGrpSpPr>
        <p:grpSpPr>
          <a:xfrm>
            <a:off x="1911778" y="4362382"/>
            <a:ext cx="2414206" cy="338554"/>
            <a:chOff x="1237833" y="3417650"/>
            <a:chExt cx="1708480" cy="338554"/>
          </a:xfrm>
        </p:grpSpPr>
        <p:grpSp>
          <p:nvGrpSpPr>
            <p:cNvPr id="53" name="그룹 52">
              <a:extLst>
                <a:ext uri="{FF2B5EF4-FFF2-40B4-BE49-F238E27FC236}">
                  <a16:creationId xmlns:a16="http://schemas.microsoft.com/office/drawing/2014/main" id="{DF132719-DC60-464A-9F33-D0F7C360BE30}"/>
                </a:ext>
              </a:extLst>
            </p:cNvPr>
            <p:cNvGrpSpPr/>
            <p:nvPr/>
          </p:nvGrpSpPr>
          <p:grpSpPr>
            <a:xfrm>
              <a:off x="1237833" y="3462866"/>
              <a:ext cx="378630" cy="248122"/>
              <a:chOff x="2681976" y="1955121"/>
              <a:chExt cx="1993118" cy="596970"/>
            </a:xfrm>
          </p:grpSpPr>
          <p:sp>
            <p:nvSpPr>
              <p:cNvPr id="55" name="Border">
                <a:extLst>
                  <a:ext uri="{FF2B5EF4-FFF2-40B4-BE49-F238E27FC236}">
                    <a16:creationId xmlns:a16="http://schemas.microsoft.com/office/drawing/2014/main" id="{8E6FE8B2-4BC5-4597-A074-13990327EB7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6" name="Line 2">
                <a:extLst>
                  <a:ext uri="{FF2B5EF4-FFF2-40B4-BE49-F238E27FC236}">
                    <a16:creationId xmlns:a16="http://schemas.microsoft.com/office/drawing/2014/main" id="{F0461F69-0DE1-4809-A428-17758B98F6F2}"/>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7" name="Line 1">
                <a:extLst>
                  <a:ext uri="{FF2B5EF4-FFF2-40B4-BE49-F238E27FC236}">
                    <a16:creationId xmlns:a16="http://schemas.microsoft.com/office/drawing/2014/main" id="{64872B69-C0E2-47E0-A1F7-1AF3406450E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8" name="TextBox 57">
                <a:extLst>
                  <a:ext uri="{FF2B5EF4-FFF2-40B4-BE49-F238E27FC236}">
                    <a16:creationId xmlns:a16="http://schemas.microsoft.com/office/drawing/2014/main" id="{104F3B13-74E2-45DB-88AB-074E2F6711A6}"/>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54" name="직사각형 53">
              <a:extLst>
                <a:ext uri="{FF2B5EF4-FFF2-40B4-BE49-F238E27FC236}">
                  <a16:creationId xmlns:a16="http://schemas.microsoft.com/office/drawing/2014/main" id="{DBD2E8ED-E434-40E0-A757-0798610298AC}"/>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62" name="그룹 61">
            <a:extLst>
              <a:ext uri="{FF2B5EF4-FFF2-40B4-BE49-F238E27FC236}">
                <a16:creationId xmlns:a16="http://schemas.microsoft.com/office/drawing/2014/main" id="{F1AAA9FF-7BC2-4CE5-970D-E62F3987EC27}"/>
              </a:ext>
            </a:extLst>
          </p:cNvPr>
          <p:cNvGrpSpPr/>
          <p:nvPr/>
        </p:nvGrpSpPr>
        <p:grpSpPr>
          <a:xfrm>
            <a:off x="1903069" y="4696518"/>
            <a:ext cx="2414206" cy="338554"/>
            <a:chOff x="1237833" y="3417650"/>
            <a:chExt cx="1708480" cy="338554"/>
          </a:xfrm>
        </p:grpSpPr>
        <p:grpSp>
          <p:nvGrpSpPr>
            <p:cNvPr id="63" name="그룹 62">
              <a:extLst>
                <a:ext uri="{FF2B5EF4-FFF2-40B4-BE49-F238E27FC236}">
                  <a16:creationId xmlns:a16="http://schemas.microsoft.com/office/drawing/2014/main" id="{84F143F3-8EF6-4221-8ADE-0781C62A20FE}"/>
                </a:ext>
              </a:extLst>
            </p:cNvPr>
            <p:cNvGrpSpPr/>
            <p:nvPr/>
          </p:nvGrpSpPr>
          <p:grpSpPr>
            <a:xfrm>
              <a:off x="1237833" y="3462866"/>
              <a:ext cx="378630" cy="248122"/>
              <a:chOff x="2681976" y="1955121"/>
              <a:chExt cx="1993118" cy="596970"/>
            </a:xfrm>
          </p:grpSpPr>
          <p:sp>
            <p:nvSpPr>
              <p:cNvPr id="65" name="Border">
                <a:extLst>
                  <a:ext uri="{FF2B5EF4-FFF2-40B4-BE49-F238E27FC236}">
                    <a16:creationId xmlns:a16="http://schemas.microsoft.com/office/drawing/2014/main" id="{DBE0B82D-7237-4580-9386-7A403578A7A9}"/>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6" name="Line 2">
                <a:extLst>
                  <a:ext uri="{FF2B5EF4-FFF2-40B4-BE49-F238E27FC236}">
                    <a16:creationId xmlns:a16="http://schemas.microsoft.com/office/drawing/2014/main" id="{0A881274-E301-4022-ABFC-9BCD7264EC7E}"/>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7" name="Line 1">
                <a:extLst>
                  <a:ext uri="{FF2B5EF4-FFF2-40B4-BE49-F238E27FC236}">
                    <a16:creationId xmlns:a16="http://schemas.microsoft.com/office/drawing/2014/main" id="{51ABABE5-1382-4123-A71F-C7CD4306E74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8" name="TextBox 67">
                <a:extLst>
                  <a:ext uri="{FF2B5EF4-FFF2-40B4-BE49-F238E27FC236}">
                    <a16:creationId xmlns:a16="http://schemas.microsoft.com/office/drawing/2014/main" id="{C32FF387-2061-4DBB-8476-0D6AA11FF27B}"/>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64" name="직사각형 63">
              <a:extLst>
                <a:ext uri="{FF2B5EF4-FFF2-40B4-BE49-F238E27FC236}">
                  <a16:creationId xmlns:a16="http://schemas.microsoft.com/office/drawing/2014/main" id="{3D228545-CAAB-45C3-B6B4-20139A3A8377}"/>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69" name="그룹 68">
            <a:extLst>
              <a:ext uri="{FF2B5EF4-FFF2-40B4-BE49-F238E27FC236}">
                <a16:creationId xmlns:a16="http://schemas.microsoft.com/office/drawing/2014/main" id="{9AC64A02-52A1-4256-A862-4674D11FA428}"/>
              </a:ext>
            </a:extLst>
          </p:cNvPr>
          <p:cNvGrpSpPr/>
          <p:nvPr/>
        </p:nvGrpSpPr>
        <p:grpSpPr>
          <a:xfrm>
            <a:off x="1907775" y="5032804"/>
            <a:ext cx="2414206" cy="338554"/>
            <a:chOff x="1237833" y="3417650"/>
            <a:chExt cx="1708480" cy="338554"/>
          </a:xfrm>
        </p:grpSpPr>
        <p:grpSp>
          <p:nvGrpSpPr>
            <p:cNvPr id="70" name="그룹 69">
              <a:extLst>
                <a:ext uri="{FF2B5EF4-FFF2-40B4-BE49-F238E27FC236}">
                  <a16:creationId xmlns:a16="http://schemas.microsoft.com/office/drawing/2014/main" id="{23480C8A-7189-4DD6-B5F5-22A38056D558}"/>
                </a:ext>
              </a:extLst>
            </p:cNvPr>
            <p:cNvGrpSpPr/>
            <p:nvPr/>
          </p:nvGrpSpPr>
          <p:grpSpPr>
            <a:xfrm>
              <a:off x="1237833" y="3462866"/>
              <a:ext cx="378630" cy="248122"/>
              <a:chOff x="2681976" y="1955121"/>
              <a:chExt cx="1993118" cy="596970"/>
            </a:xfrm>
          </p:grpSpPr>
          <p:sp>
            <p:nvSpPr>
              <p:cNvPr id="72" name="Border">
                <a:extLst>
                  <a:ext uri="{FF2B5EF4-FFF2-40B4-BE49-F238E27FC236}">
                    <a16:creationId xmlns:a16="http://schemas.microsoft.com/office/drawing/2014/main" id="{296D215C-B949-4F41-AAF6-86DFE90EFA7E}"/>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3" name="Line 2">
                <a:extLst>
                  <a:ext uri="{FF2B5EF4-FFF2-40B4-BE49-F238E27FC236}">
                    <a16:creationId xmlns:a16="http://schemas.microsoft.com/office/drawing/2014/main" id="{F5BC56FC-86D4-4FA8-8680-393E23B5F50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4" name="Line 1">
                <a:extLst>
                  <a:ext uri="{FF2B5EF4-FFF2-40B4-BE49-F238E27FC236}">
                    <a16:creationId xmlns:a16="http://schemas.microsoft.com/office/drawing/2014/main" id="{A053A94E-19E6-4CF2-BF8F-1E50092EAC0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5" name="TextBox 74">
                <a:extLst>
                  <a:ext uri="{FF2B5EF4-FFF2-40B4-BE49-F238E27FC236}">
                    <a16:creationId xmlns:a16="http://schemas.microsoft.com/office/drawing/2014/main" id="{B99A34C4-CAB3-446F-BAC8-66D8D0DA06F5}"/>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71" name="직사각형 70">
              <a:extLst>
                <a:ext uri="{FF2B5EF4-FFF2-40B4-BE49-F238E27FC236}">
                  <a16:creationId xmlns:a16="http://schemas.microsoft.com/office/drawing/2014/main" id="{18C04C12-1068-4D73-9C90-D20C6BD77F9D}"/>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76" name="그룹 75">
            <a:extLst>
              <a:ext uri="{FF2B5EF4-FFF2-40B4-BE49-F238E27FC236}">
                <a16:creationId xmlns:a16="http://schemas.microsoft.com/office/drawing/2014/main" id="{C1E4A560-7140-4315-AD8C-C6F76CCDA094}"/>
              </a:ext>
            </a:extLst>
          </p:cNvPr>
          <p:cNvGrpSpPr/>
          <p:nvPr/>
        </p:nvGrpSpPr>
        <p:grpSpPr>
          <a:xfrm>
            <a:off x="1924490" y="5367731"/>
            <a:ext cx="2414206" cy="338554"/>
            <a:chOff x="1237833" y="3417650"/>
            <a:chExt cx="1708480" cy="338554"/>
          </a:xfrm>
        </p:grpSpPr>
        <p:grpSp>
          <p:nvGrpSpPr>
            <p:cNvPr id="77" name="그룹 76">
              <a:extLst>
                <a:ext uri="{FF2B5EF4-FFF2-40B4-BE49-F238E27FC236}">
                  <a16:creationId xmlns:a16="http://schemas.microsoft.com/office/drawing/2014/main" id="{B2272C1D-F421-4F38-BD5C-D35E75AA3D24}"/>
                </a:ext>
              </a:extLst>
            </p:cNvPr>
            <p:cNvGrpSpPr/>
            <p:nvPr/>
          </p:nvGrpSpPr>
          <p:grpSpPr>
            <a:xfrm>
              <a:off x="1237833" y="3462866"/>
              <a:ext cx="378630" cy="248122"/>
              <a:chOff x="2681976" y="1955121"/>
              <a:chExt cx="1993118" cy="596970"/>
            </a:xfrm>
          </p:grpSpPr>
          <p:sp>
            <p:nvSpPr>
              <p:cNvPr id="79" name="Border">
                <a:extLst>
                  <a:ext uri="{FF2B5EF4-FFF2-40B4-BE49-F238E27FC236}">
                    <a16:creationId xmlns:a16="http://schemas.microsoft.com/office/drawing/2014/main" id="{39BF09C6-6E5E-4ECE-8BE7-21232D5C6198}"/>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0" name="Line 2">
                <a:extLst>
                  <a:ext uri="{FF2B5EF4-FFF2-40B4-BE49-F238E27FC236}">
                    <a16:creationId xmlns:a16="http://schemas.microsoft.com/office/drawing/2014/main" id="{B82A96B3-B32E-4F76-BBB6-8405FD10E4D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1" name="Line 1">
                <a:extLst>
                  <a:ext uri="{FF2B5EF4-FFF2-40B4-BE49-F238E27FC236}">
                    <a16:creationId xmlns:a16="http://schemas.microsoft.com/office/drawing/2014/main" id="{2C8B9FEB-23F4-471A-99AE-20DD5D103DB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2" name="TextBox 81">
                <a:extLst>
                  <a:ext uri="{FF2B5EF4-FFF2-40B4-BE49-F238E27FC236}">
                    <a16:creationId xmlns:a16="http://schemas.microsoft.com/office/drawing/2014/main" id="{412C2090-F929-48EB-B143-EDB50974DCAA}"/>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78" name="직사각형 77">
              <a:extLst>
                <a:ext uri="{FF2B5EF4-FFF2-40B4-BE49-F238E27FC236}">
                  <a16:creationId xmlns:a16="http://schemas.microsoft.com/office/drawing/2014/main" id="{00090A8D-F68D-4773-A8B8-F58BAF579727}"/>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83" name="그룹 82">
            <a:extLst>
              <a:ext uri="{FF2B5EF4-FFF2-40B4-BE49-F238E27FC236}">
                <a16:creationId xmlns:a16="http://schemas.microsoft.com/office/drawing/2014/main" id="{6BC3439A-B735-4661-A6ED-618C2C1DB8B9}"/>
              </a:ext>
            </a:extLst>
          </p:cNvPr>
          <p:cNvGrpSpPr/>
          <p:nvPr/>
        </p:nvGrpSpPr>
        <p:grpSpPr>
          <a:xfrm>
            <a:off x="1915781" y="5701867"/>
            <a:ext cx="2414206" cy="338554"/>
            <a:chOff x="1237833" y="3417650"/>
            <a:chExt cx="1708480" cy="338554"/>
          </a:xfrm>
        </p:grpSpPr>
        <p:grpSp>
          <p:nvGrpSpPr>
            <p:cNvPr id="84" name="그룹 83">
              <a:extLst>
                <a:ext uri="{FF2B5EF4-FFF2-40B4-BE49-F238E27FC236}">
                  <a16:creationId xmlns:a16="http://schemas.microsoft.com/office/drawing/2014/main" id="{D55B2E31-F2F4-4A46-8257-5025A0D40074}"/>
                </a:ext>
              </a:extLst>
            </p:cNvPr>
            <p:cNvGrpSpPr/>
            <p:nvPr/>
          </p:nvGrpSpPr>
          <p:grpSpPr>
            <a:xfrm>
              <a:off x="1237833" y="3462866"/>
              <a:ext cx="378630" cy="248122"/>
              <a:chOff x="2681976" y="1955121"/>
              <a:chExt cx="1993118" cy="596970"/>
            </a:xfrm>
          </p:grpSpPr>
          <p:sp>
            <p:nvSpPr>
              <p:cNvPr id="86" name="Border">
                <a:extLst>
                  <a:ext uri="{FF2B5EF4-FFF2-40B4-BE49-F238E27FC236}">
                    <a16:creationId xmlns:a16="http://schemas.microsoft.com/office/drawing/2014/main" id="{AB3DB0B4-F1C9-485E-96C5-DAD32A554D1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7" name="Line 2">
                <a:extLst>
                  <a:ext uri="{FF2B5EF4-FFF2-40B4-BE49-F238E27FC236}">
                    <a16:creationId xmlns:a16="http://schemas.microsoft.com/office/drawing/2014/main" id="{06CD77F5-7F6B-4DFA-92F9-48E10029BD17}"/>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8" name="Line 1">
                <a:extLst>
                  <a:ext uri="{FF2B5EF4-FFF2-40B4-BE49-F238E27FC236}">
                    <a16:creationId xmlns:a16="http://schemas.microsoft.com/office/drawing/2014/main" id="{7367DD52-0C33-4B17-ABF2-EBE7B1BE64D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9" name="TextBox 88">
                <a:extLst>
                  <a:ext uri="{FF2B5EF4-FFF2-40B4-BE49-F238E27FC236}">
                    <a16:creationId xmlns:a16="http://schemas.microsoft.com/office/drawing/2014/main" id="{41DA5155-3E06-4E21-85AB-FB54BE347367}"/>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85" name="직사각형 84">
              <a:extLst>
                <a:ext uri="{FF2B5EF4-FFF2-40B4-BE49-F238E27FC236}">
                  <a16:creationId xmlns:a16="http://schemas.microsoft.com/office/drawing/2014/main" id="{F7716655-3717-4499-B975-F08342AD3BF0}"/>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90" name="그룹 89">
            <a:extLst>
              <a:ext uri="{FF2B5EF4-FFF2-40B4-BE49-F238E27FC236}">
                <a16:creationId xmlns:a16="http://schemas.microsoft.com/office/drawing/2014/main" id="{6732EB11-3887-4035-9772-E5857E85230C}"/>
              </a:ext>
            </a:extLst>
          </p:cNvPr>
          <p:cNvGrpSpPr/>
          <p:nvPr/>
        </p:nvGrpSpPr>
        <p:grpSpPr>
          <a:xfrm>
            <a:off x="1920487" y="6038153"/>
            <a:ext cx="2414206" cy="338554"/>
            <a:chOff x="1237833" y="3417650"/>
            <a:chExt cx="1708480" cy="338554"/>
          </a:xfrm>
        </p:grpSpPr>
        <p:grpSp>
          <p:nvGrpSpPr>
            <p:cNvPr id="91" name="그룹 90">
              <a:extLst>
                <a:ext uri="{FF2B5EF4-FFF2-40B4-BE49-F238E27FC236}">
                  <a16:creationId xmlns:a16="http://schemas.microsoft.com/office/drawing/2014/main" id="{44AA35AD-1161-41C1-B239-96FF6DC8F657}"/>
                </a:ext>
              </a:extLst>
            </p:cNvPr>
            <p:cNvGrpSpPr/>
            <p:nvPr/>
          </p:nvGrpSpPr>
          <p:grpSpPr>
            <a:xfrm>
              <a:off x="1237833" y="3462866"/>
              <a:ext cx="378630" cy="248122"/>
              <a:chOff x="2681976" y="1955121"/>
              <a:chExt cx="1993118" cy="596970"/>
            </a:xfrm>
          </p:grpSpPr>
          <p:sp>
            <p:nvSpPr>
              <p:cNvPr id="93" name="Border">
                <a:extLst>
                  <a:ext uri="{FF2B5EF4-FFF2-40B4-BE49-F238E27FC236}">
                    <a16:creationId xmlns:a16="http://schemas.microsoft.com/office/drawing/2014/main" id="{948B54F0-081D-4E67-86E6-9D042EFA8072}"/>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4" name="Line 2">
                <a:extLst>
                  <a:ext uri="{FF2B5EF4-FFF2-40B4-BE49-F238E27FC236}">
                    <a16:creationId xmlns:a16="http://schemas.microsoft.com/office/drawing/2014/main" id="{315F36DB-D9CF-4445-AD93-4332D367A9A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5" name="Line 1">
                <a:extLst>
                  <a:ext uri="{FF2B5EF4-FFF2-40B4-BE49-F238E27FC236}">
                    <a16:creationId xmlns:a16="http://schemas.microsoft.com/office/drawing/2014/main" id="{4C56997E-A738-4534-B617-C439C0FC6190}"/>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6" name="TextBox 95">
                <a:extLst>
                  <a:ext uri="{FF2B5EF4-FFF2-40B4-BE49-F238E27FC236}">
                    <a16:creationId xmlns:a16="http://schemas.microsoft.com/office/drawing/2014/main" id="{658B5B0E-9836-4A42-A5A2-656963AE1BDF}"/>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92" name="직사각형 91">
              <a:extLst>
                <a:ext uri="{FF2B5EF4-FFF2-40B4-BE49-F238E27FC236}">
                  <a16:creationId xmlns:a16="http://schemas.microsoft.com/office/drawing/2014/main" id="{4AD12E8A-4F0C-48CE-AD79-94C094D64DF8}"/>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97" name="그룹 96">
            <a:extLst>
              <a:ext uri="{FF2B5EF4-FFF2-40B4-BE49-F238E27FC236}">
                <a16:creationId xmlns:a16="http://schemas.microsoft.com/office/drawing/2014/main" id="{797ABCF2-228E-4FDC-955A-D9BA0BED22BA}"/>
              </a:ext>
            </a:extLst>
          </p:cNvPr>
          <p:cNvGrpSpPr/>
          <p:nvPr/>
        </p:nvGrpSpPr>
        <p:grpSpPr>
          <a:xfrm>
            <a:off x="1924490" y="6375344"/>
            <a:ext cx="2414206" cy="338554"/>
            <a:chOff x="1237833" y="3417650"/>
            <a:chExt cx="1708480" cy="338554"/>
          </a:xfrm>
        </p:grpSpPr>
        <p:grpSp>
          <p:nvGrpSpPr>
            <p:cNvPr id="98" name="그룹 97">
              <a:extLst>
                <a:ext uri="{FF2B5EF4-FFF2-40B4-BE49-F238E27FC236}">
                  <a16:creationId xmlns:a16="http://schemas.microsoft.com/office/drawing/2014/main" id="{56C1AAD8-7608-4263-B24F-F1EA4854BACA}"/>
                </a:ext>
              </a:extLst>
            </p:cNvPr>
            <p:cNvGrpSpPr/>
            <p:nvPr/>
          </p:nvGrpSpPr>
          <p:grpSpPr>
            <a:xfrm>
              <a:off x="1237833" y="3462866"/>
              <a:ext cx="378630" cy="248122"/>
              <a:chOff x="2681976" y="1955121"/>
              <a:chExt cx="1993118" cy="596970"/>
            </a:xfrm>
          </p:grpSpPr>
          <p:sp>
            <p:nvSpPr>
              <p:cNvPr id="100" name="Border">
                <a:extLst>
                  <a:ext uri="{FF2B5EF4-FFF2-40B4-BE49-F238E27FC236}">
                    <a16:creationId xmlns:a16="http://schemas.microsoft.com/office/drawing/2014/main" id="{4A6F17FB-7EA0-484E-B4DB-1D1085166F3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1" name="Line 2">
                <a:extLst>
                  <a:ext uri="{FF2B5EF4-FFF2-40B4-BE49-F238E27FC236}">
                    <a16:creationId xmlns:a16="http://schemas.microsoft.com/office/drawing/2014/main" id="{44585DD9-D52B-463E-BA2F-C09823FA056B}"/>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2" name="Line 1">
                <a:extLst>
                  <a:ext uri="{FF2B5EF4-FFF2-40B4-BE49-F238E27FC236}">
                    <a16:creationId xmlns:a16="http://schemas.microsoft.com/office/drawing/2014/main" id="{7405A817-8E10-4EC2-8A33-097045075CD5}"/>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3" name="TextBox 102">
                <a:extLst>
                  <a:ext uri="{FF2B5EF4-FFF2-40B4-BE49-F238E27FC236}">
                    <a16:creationId xmlns:a16="http://schemas.microsoft.com/office/drawing/2014/main" id="{A751314E-6A9A-4204-825B-C79D9FC2D29C}"/>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99" name="직사각형 98">
              <a:extLst>
                <a:ext uri="{FF2B5EF4-FFF2-40B4-BE49-F238E27FC236}">
                  <a16:creationId xmlns:a16="http://schemas.microsoft.com/office/drawing/2014/main" id="{88743D3F-E351-424E-AA9B-EE67892B80CA}"/>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104" name="그룹 103">
            <a:extLst>
              <a:ext uri="{FF2B5EF4-FFF2-40B4-BE49-F238E27FC236}">
                <a16:creationId xmlns:a16="http://schemas.microsoft.com/office/drawing/2014/main" id="{970A5AB3-A8DE-4867-86E2-4E91FC91EBDA}"/>
              </a:ext>
            </a:extLst>
          </p:cNvPr>
          <p:cNvGrpSpPr/>
          <p:nvPr/>
        </p:nvGrpSpPr>
        <p:grpSpPr>
          <a:xfrm>
            <a:off x="1915781" y="6709480"/>
            <a:ext cx="2414206" cy="338554"/>
            <a:chOff x="1237833" y="3417650"/>
            <a:chExt cx="1708480" cy="338554"/>
          </a:xfrm>
        </p:grpSpPr>
        <p:grpSp>
          <p:nvGrpSpPr>
            <p:cNvPr id="105" name="그룹 104">
              <a:extLst>
                <a:ext uri="{FF2B5EF4-FFF2-40B4-BE49-F238E27FC236}">
                  <a16:creationId xmlns:a16="http://schemas.microsoft.com/office/drawing/2014/main" id="{65EF8725-E0B2-4497-8AC5-288A62F0E461}"/>
                </a:ext>
              </a:extLst>
            </p:cNvPr>
            <p:cNvGrpSpPr/>
            <p:nvPr/>
          </p:nvGrpSpPr>
          <p:grpSpPr>
            <a:xfrm>
              <a:off x="1237833" y="3462866"/>
              <a:ext cx="378630" cy="248122"/>
              <a:chOff x="2681976" y="1955121"/>
              <a:chExt cx="1993118" cy="596970"/>
            </a:xfrm>
          </p:grpSpPr>
          <p:sp>
            <p:nvSpPr>
              <p:cNvPr id="107" name="Border">
                <a:extLst>
                  <a:ext uri="{FF2B5EF4-FFF2-40B4-BE49-F238E27FC236}">
                    <a16:creationId xmlns:a16="http://schemas.microsoft.com/office/drawing/2014/main" id="{C5AF9896-6817-47A1-8170-2FE3A66AD421}"/>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8" name="Line 2">
                <a:extLst>
                  <a:ext uri="{FF2B5EF4-FFF2-40B4-BE49-F238E27FC236}">
                    <a16:creationId xmlns:a16="http://schemas.microsoft.com/office/drawing/2014/main" id="{7F966741-D25A-4F19-B1D9-298DC31C908D}"/>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9" name="Line 1">
                <a:extLst>
                  <a:ext uri="{FF2B5EF4-FFF2-40B4-BE49-F238E27FC236}">
                    <a16:creationId xmlns:a16="http://schemas.microsoft.com/office/drawing/2014/main" id="{1AE9469F-2E2F-4038-BA14-64A1E4857FC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0" name="TextBox 109">
                <a:extLst>
                  <a:ext uri="{FF2B5EF4-FFF2-40B4-BE49-F238E27FC236}">
                    <a16:creationId xmlns:a16="http://schemas.microsoft.com/office/drawing/2014/main" id="{A6EBDF2F-9F6B-4CC0-BD00-A28E7A8090AE}"/>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06" name="직사각형 105">
              <a:extLst>
                <a:ext uri="{FF2B5EF4-FFF2-40B4-BE49-F238E27FC236}">
                  <a16:creationId xmlns:a16="http://schemas.microsoft.com/office/drawing/2014/main" id="{F397FB83-8B0C-4CEB-9934-E543A2158B82}"/>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111" name="그룹 110">
            <a:extLst>
              <a:ext uri="{FF2B5EF4-FFF2-40B4-BE49-F238E27FC236}">
                <a16:creationId xmlns:a16="http://schemas.microsoft.com/office/drawing/2014/main" id="{B1E628F5-6EE1-4BAB-A2DD-633B8C336391}"/>
              </a:ext>
            </a:extLst>
          </p:cNvPr>
          <p:cNvGrpSpPr/>
          <p:nvPr/>
        </p:nvGrpSpPr>
        <p:grpSpPr>
          <a:xfrm>
            <a:off x="1920487" y="7045766"/>
            <a:ext cx="2414206" cy="338554"/>
            <a:chOff x="1237833" y="3417650"/>
            <a:chExt cx="1708480" cy="338554"/>
          </a:xfrm>
        </p:grpSpPr>
        <p:grpSp>
          <p:nvGrpSpPr>
            <p:cNvPr id="112" name="그룹 111">
              <a:extLst>
                <a:ext uri="{FF2B5EF4-FFF2-40B4-BE49-F238E27FC236}">
                  <a16:creationId xmlns:a16="http://schemas.microsoft.com/office/drawing/2014/main" id="{942E3C7A-B651-4214-B998-4BB21D78008D}"/>
                </a:ext>
              </a:extLst>
            </p:cNvPr>
            <p:cNvGrpSpPr/>
            <p:nvPr/>
          </p:nvGrpSpPr>
          <p:grpSpPr>
            <a:xfrm>
              <a:off x="1237833" y="3462866"/>
              <a:ext cx="378630" cy="248122"/>
              <a:chOff x="2681976" y="1955121"/>
              <a:chExt cx="1993118" cy="596970"/>
            </a:xfrm>
          </p:grpSpPr>
          <p:sp>
            <p:nvSpPr>
              <p:cNvPr id="114" name="Border">
                <a:extLst>
                  <a:ext uri="{FF2B5EF4-FFF2-40B4-BE49-F238E27FC236}">
                    <a16:creationId xmlns:a16="http://schemas.microsoft.com/office/drawing/2014/main" id="{4C553171-0DAD-43DE-BED1-715B258C44D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5" name="Line 2">
                <a:extLst>
                  <a:ext uri="{FF2B5EF4-FFF2-40B4-BE49-F238E27FC236}">
                    <a16:creationId xmlns:a16="http://schemas.microsoft.com/office/drawing/2014/main" id="{DB27DB2B-063E-4C6E-B018-5A5512C5E69E}"/>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6" name="Line 1">
                <a:extLst>
                  <a:ext uri="{FF2B5EF4-FFF2-40B4-BE49-F238E27FC236}">
                    <a16:creationId xmlns:a16="http://schemas.microsoft.com/office/drawing/2014/main" id="{16EC4EDF-7217-4D4D-88BB-BE1C4F6B3303}"/>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7" name="TextBox 116">
                <a:extLst>
                  <a:ext uri="{FF2B5EF4-FFF2-40B4-BE49-F238E27FC236}">
                    <a16:creationId xmlns:a16="http://schemas.microsoft.com/office/drawing/2014/main" id="{DE93FAD8-CEBE-43FA-ACCF-BFB12298D3C9}"/>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13" name="직사각형 112">
              <a:extLst>
                <a:ext uri="{FF2B5EF4-FFF2-40B4-BE49-F238E27FC236}">
                  <a16:creationId xmlns:a16="http://schemas.microsoft.com/office/drawing/2014/main" id="{2BB629D6-9C94-4AC3-9672-63CDAABCDB67}"/>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sp>
        <p:nvSpPr>
          <p:cNvPr id="118" name="직사각형 117">
            <a:extLst>
              <a:ext uri="{FF2B5EF4-FFF2-40B4-BE49-F238E27FC236}">
                <a16:creationId xmlns:a16="http://schemas.microsoft.com/office/drawing/2014/main" id="{ECFF4039-F45D-4D9A-B185-E0C010995C54}"/>
              </a:ext>
            </a:extLst>
          </p:cNvPr>
          <p:cNvSpPr/>
          <p:nvPr/>
        </p:nvSpPr>
        <p:spPr>
          <a:xfrm>
            <a:off x="7565759" y="3459612"/>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19" name="직사각형 118">
            <a:extLst>
              <a:ext uri="{FF2B5EF4-FFF2-40B4-BE49-F238E27FC236}">
                <a16:creationId xmlns:a16="http://schemas.microsoft.com/office/drawing/2014/main" id="{8BEC0D9F-9D36-49E1-B5FE-8E100888371E}"/>
              </a:ext>
            </a:extLst>
          </p:cNvPr>
          <p:cNvSpPr/>
          <p:nvPr/>
        </p:nvSpPr>
        <p:spPr>
          <a:xfrm>
            <a:off x="7565759" y="3793748"/>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20" name="직사각형 119">
            <a:extLst>
              <a:ext uri="{FF2B5EF4-FFF2-40B4-BE49-F238E27FC236}">
                <a16:creationId xmlns:a16="http://schemas.microsoft.com/office/drawing/2014/main" id="{8E8E57B1-AA0A-4A24-A54A-E2135B8A7F49}"/>
              </a:ext>
            </a:extLst>
          </p:cNvPr>
          <p:cNvSpPr/>
          <p:nvPr/>
        </p:nvSpPr>
        <p:spPr>
          <a:xfrm>
            <a:off x="7565759" y="4130034"/>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21" name="직사각형 120">
            <a:extLst>
              <a:ext uri="{FF2B5EF4-FFF2-40B4-BE49-F238E27FC236}">
                <a16:creationId xmlns:a16="http://schemas.microsoft.com/office/drawing/2014/main" id="{B8487AB8-09AF-4B92-BA0F-AF14F58C37E2}"/>
              </a:ext>
            </a:extLst>
          </p:cNvPr>
          <p:cNvSpPr/>
          <p:nvPr/>
        </p:nvSpPr>
        <p:spPr>
          <a:xfrm>
            <a:off x="7565759" y="4460838"/>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22" name="직사각형 121">
            <a:extLst>
              <a:ext uri="{FF2B5EF4-FFF2-40B4-BE49-F238E27FC236}">
                <a16:creationId xmlns:a16="http://schemas.microsoft.com/office/drawing/2014/main" id="{9DF1E8B1-F632-43BF-B2C4-9A57A8ACC0A7}"/>
              </a:ext>
            </a:extLst>
          </p:cNvPr>
          <p:cNvSpPr/>
          <p:nvPr/>
        </p:nvSpPr>
        <p:spPr>
          <a:xfrm>
            <a:off x="7565759" y="4794974"/>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23" name="직사각형 122">
            <a:extLst>
              <a:ext uri="{FF2B5EF4-FFF2-40B4-BE49-F238E27FC236}">
                <a16:creationId xmlns:a16="http://schemas.microsoft.com/office/drawing/2014/main" id="{B7B8AC3C-FD09-4B3D-9F14-02E906E8E5FD}"/>
              </a:ext>
            </a:extLst>
          </p:cNvPr>
          <p:cNvSpPr/>
          <p:nvPr/>
        </p:nvSpPr>
        <p:spPr>
          <a:xfrm>
            <a:off x="7565759" y="5131260"/>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24" name="직사각형 123">
            <a:extLst>
              <a:ext uri="{FF2B5EF4-FFF2-40B4-BE49-F238E27FC236}">
                <a16:creationId xmlns:a16="http://schemas.microsoft.com/office/drawing/2014/main" id="{C5750BF9-A2B8-4A59-8AAB-DBFC2EA04BF6}"/>
              </a:ext>
            </a:extLst>
          </p:cNvPr>
          <p:cNvSpPr/>
          <p:nvPr/>
        </p:nvSpPr>
        <p:spPr>
          <a:xfrm>
            <a:off x="7558562" y="5463657"/>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25" name="직사각형 124">
            <a:extLst>
              <a:ext uri="{FF2B5EF4-FFF2-40B4-BE49-F238E27FC236}">
                <a16:creationId xmlns:a16="http://schemas.microsoft.com/office/drawing/2014/main" id="{3ED077E9-3C1F-4AAC-B647-F33933FA39A3}"/>
              </a:ext>
            </a:extLst>
          </p:cNvPr>
          <p:cNvSpPr/>
          <p:nvPr/>
        </p:nvSpPr>
        <p:spPr>
          <a:xfrm>
            <a:off x="7558562" y="5797793"/>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26" name="직사각형 125">
            <a:extLst>
              <a:ext uri="{FF2B5EF4-FFF2-40B4-BE49-F238E27FC236}">
                <a16:creationId xmlns:a16="http://schemas.microsoft.com/office/drawing/2014/main" id="{BCFAEDB2-546C-401F-8D79-06A94E3739A2}"/>
              </a:ext>
            </a:extLst>
          </p:cNvPr>
          <p:cNvSpPr/>
          <p:nvPr/>
        </p:nvSpPr>
        <p:spPr>
          <a:xfrm>
            <a:off x="7558562" y="6134079"/>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27" name="직사각형 126">
            <a:extLst>
              <a:ext uri="{FF2B5EF4-FFF2-40B4-BE49-F238E27FC236}">
                <a16:creationId xmlns:a16="http://schemas.microsoft.com/office/drawing/2014/main" id="{DAA8AEED-C190-461A-87C1-7F51FC83B7FA}"/>
              </a:ext>
            </a:extLst>
          </p:cNvPr>
          <p:cNvSpPr/>
          <p:nvPr/>
        </p:nvSpPr>
        <p:spPr>
          <a:xfrm>
            <a:off x="7558562" y="6464883"/>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28" name="직사각형 127">
            <a:extLst>
              <a:ext uri="{FF2B5EF4-FFF2-40B4-BE49-F238E27FC236}">
                <a16:creationId xmlns:a16="http://schemas.microsoft.com/office/drawing/2014/main" id="{95EC7FE5-366E-4E31-AEAA-A2AD1E264E28}"/>
              </a:ext>
            </a:extLst>
          </p:cNvPr>
          <p:cNvSpPr/>
          <p:nvPr/>
        </p:nvSpPr>
        <p:spPr>
          <a:xfrm>
            <a:off x="7558562" y="6799019"/>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29" name="직사각형 128">
            <a:extLst>
              <a:ext uri="{FF2B5EF4-FFF2-40B4-BE49-F238E27FC236}">
                <a16:creationId xmlns:a16="http://schemas.microsoft.com/office/drawing/2014/main" id="{9B422E22-ACA1-4D12-A685-5F144C63470F}"/>
              </a:ext>
            </a:extLst>
          </p:cNvPr>
          <p:cNvSpPr/>
          <p:nvPr/>
        </p:nvSpPr>
        <p:spPr>
          <a:xfrm>
            <a:off x="7558562" y="7135305"/>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168" name="직사각형 167">
            <a:extLst>
              <a:ext uri="{FF2B5EF4-FFF2-40B4-BE49-F238E27FC236}">
                <a16:creationId xmlns:a16="http://schemas.microsoft.com/office/drawing/2014/main" id="{C4FA260C-F336-4EE1-A2E2-0A05555842B0}"/>
              </a:ext>
            </a:extLst>
          </p:cNvPr>
          <p:cNvSpPr/>
          <p:nvPr/>
        </p:nvSpPr>
        <p:spPr>
          <a:xfrm>
            <a:off x="9027879" y="3468869"/>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169" name="직사각형 168">
            <a:extLst>
              <a:ext uri="{FF2B5EF4-FFF2-40B4-BE49-F238E27FC236}">
                <a16:creationId xmlns:a16="http://schemas.microsoft.com/office/drawing/2014/main" id="{5D9AA278-D7D3-40AE-BB63-3DCD30B29A11}"/>
              </a:ext>
            </a:extLst>
          </p:cNvPr>
          <p:cNvSpPr/>
          <p:nvPr/>
        </p:nvSpPr>
        <p:spPr>
          <a:xfrm>
            <a:off x="9030842" y="3794257"/>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170" name="직사각형 169">
            <a:extLst>
              <a:ext uri="{FF2B5EF4-FFF2-40B4-BE49-F238E27FC236}">
                <a16:creationId xmlns:a16="http://schemas.microsoft.com/office/drawing/2014/main" id="{B49A296C-181E-4A18-89B7-AA6A9DF2690D}"/>
              </a:ext>
            </a:extLst>
          </p:cNvPr>
          <p:cNvSpPr/>
          <p:nvPr/>
        </p:nvSpPr>
        <p:spPr>
          <a:xfrm>
            <a:off x="9027879" y="4146891"/>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180" name="직사각형 179">
            <a:extLst>
              <a:ext uri="{FF2B5EF4-FFF2-40B4-BE49-F238E27FC236}">
                <a16:creationId xmlns:a16="http://schemas.microsoft.com/office/drawing/2014/main" id="{B38C6267-4BCE-442A-B017-711F997027F1}"/>
              </a:ext>
            </a:extLst>
          </p:cNvPr>
          <p:cNvSpPr/>
          <p:nvPr/>
        </p:nvSpPr>
        <p:spPr>
          <a:xfrm>
            <a:off x="9023134" y="4453238"/>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181" name="직사각형 180">
            <a:extLst>
              <a:ext uri="{FF2B5EF4-FFF2-40B4-BE49-F238E27FC236}">
                <a16:creationId xmlns:a16="http://schemas.microsoft.com/office/drawing/2014/main" id="{5CD80F39-D7A6-441C-AAD4-A5BE30C5C04A}"/>
              </a:ext>
            </a:extLst>
          </p:cNvPr>
          <p:cNvSpPr/>
          <p:nvPr/>
        </p:nvSpPr>
        <p:spPr>
          <a:xfrm>
            <a:off x="9026097" y="4778626"/>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182" name="직사각형 181">
            <a:extLst>
              <a:ext uri="{FF2B5EF4-FFF2-40B4-BE49-F238E27FC236}">
                <a16:creationId xmlns:a16="http://schemas.microsoft.com/office/drawing/2014/main" id="{CBB2958F-FD58-4A87-9C72-B4E6F3741732}"/>
              </a:ext>
            </a:extLst>
          </p:cNvPr>
          <p:cNvSpPr/>
          <p:nvPr/>
        </p:nvSpPr>
        <p:spPr>
          <a:xfrm>
            <a:off x="9023134" y="5131260"/>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183" name="직사각형 182">
            <a:extLst>
              <a:ext uri="{FF2B5EF4-FFF2-40B4-BE49-F238E27FC236}">
                <a16:creationId xmlns:a16="http://schemas.microsoft.com/office/drawing/2014/main" id="{2DF87639-03D6-4290-84F2-AFE6F0DCDD10}"/>
              </a:ext>
            </a:extLst>
          </p:cNvPr>
          <p:cNvSpPr/>
          <p:nvPr/>
        </p:nvSpPr>
        <p:spPr>
          <a:xfrm>
            <a:off x="9028837" y="5460994"/>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184" name="직사각형 183">
            <a:extLst>
              <a:ext uri="{FF2B5EF4-FFF2-40B4-BE49-F238E27FC236}">
                <a16:creationId xmlns:a16="http://schemas.microsoft.com/office/drawing/2014/main" id="{3D811124-9BA6-43B7-9C1E-FF26DF97502D}"/>
              </a:ext>
            </a:extLst>
          </p:cNvPr>
          <p:cNvSpPr/>
          <p:nvPr/>
        </p:nvSpPr>
        <p:spPr>
          <a:xfrm>
            <a:off x="9031800" y="5786382"/>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185" name="직사각형 184">
            <a:extLst>
              <a:ext uri="{FF2B5EF4-FFF2-40B4-BE49-F238E27FC236}">
                <a16:creationId xmlns:a16="http://schemas.microsoft.com/office/drawing/2014/main" id="{2B5477DE-5B48-43B7-8E4C-DC870712EC48}"/>
              </a:ext>
            </a:extLst>
          </p:cNvPr>
          <p:cNvSpPr/>
          <p:nvPr/>
        </p:nvSpPr>
        <p:spPr>
          <a:xfrm>
            <a:off x="9028837" y="6139016"/>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186" name="직사각형 185">
            <a:extLst>
              <a:ext uri="{FF2B5EF4-FFF2-40B4-BE49-F238E27FC236}">
                <a16:creationId xmlns:a16="http://schemas.microsoft.com/office/drawing/2014/main" id="{CAAA4FEE-11F4-4812-BA36-AFE2C9CC4AF2}"/>
              </a:ext>
            </a:extLst>
          </p:cNvPr>
          <p:cNvSpPr/>
          <p:nvPr/>
        </p:nvSpPr>
        <p:spPr>
          <a:xfrm>
            <a:off x="9024092" y="6445363"/>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187" name="직사각형 186">
            <a:extLst>
              <a:ext uri="{FF2B5EF4-FFF2-40B4-BE49-F238E27FC236}">
                <a16:creationId xmlns:a16="http://schemas.microsoft.com/office/drawing/2014/main" id="{36AC985A-B9A8-4915-AA40-711BEFCE2A39}"/>
              </a:ext>
            </a:extLst>
          </p:cNvPr>
          <p:cNvSpPr/>
          <p:nvPr/>
        </p:nvSpPr>
        <p:spPr>
          <a:xfrm>
            <a:off x="9027055" y="6770751"/>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188" name="직사각형 187">
            <a:extLst>
              <a:ext uri="{FF2B5EF4-FFF2-40B4-BE49-F238E27FC236}">
                <a16:creationId xmlns:a16="http://schemas.microsoft.com/office/drawing/2014/main" id="{32F903BB-D336-4F8C-BE6B-33641E7E652A}"/>
              </a:ext>
            </a:extLst>
          </p:cNvPr>
          <p:cNvSpPr/>
          <p:nvPr/>
        </p:nvSpPr>
        <p:spPr>
          <a:xfrm>
            <a:off x="9024092" y="7123385"/>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152" name="타원 151">
            <a:extLst>
              <a:ext uri="{FF2B5EF4-FFF2-40B4-BE49-F238E27FC236}">
                <a16:creationId xmlns:a16="http://schemas.microsoft.com/office/drawing/2014/main" id="{91DF93CA-AF65-4966-A517-62A5EFF50BD7}"/>
              </a:ext>
            </a:extLst>
          </p:cNvPr>
          <p:cNvSpPr/>
          <p:nvPr/>
        </p:nvSpPr>
        <p:spPr>
          <a:xfrm>
            <a:off x="8886929" y="3309937"/>
            <a:ext cx="755809"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4" name="직선 화살표 연결선 153">
            <a:extLst>
              <a:ext uri="{FF2B5EF4-FFF2-40B4-BE49-F238E27FC236}">
                <a16:creationId xmlns:a16="http://schemas.microsoft.com/office/drawing/2014/main" id="{9B128DE8-3AF3-4831-9109-A87B691C64AA}"/>
              </a:ext>
            </a:extLst>
          </p:cNvPr>
          <p:cNvCxnSpPr>
            <a:cxnSpLocks/>
            <a:stCxn id="152" idx="2"/>
          </p:cNvCxnSpPr>
          <p:nvPr/>
        </p:nvCxnSpPr>
        <p:spPr>
          <a:xfrm flipH="1">
            <a:off x="8266670" y="3531749"/>
            <a:ext cx="620259" cy="10063"/>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155" name="표 154">
            <a:extLst>
              <a:ext uri="{FF2B5EF4-FFF2-40B4-BE49-F238E27FC236}">
                <a16:creationId xmlns:a16="http://schemas.microsoft.com/office/drawing/2014/main" id="{8FD493A3-1866-42A3-81D9-D800B1DCD490}"/>
              </a:ext>
            </a:extLst>
          </p:cNvPr>
          <p:cNvGraphicFramePr>
            <a:graphicFrameLocks noGrp="1"/>
          </p:cNvGraphicFramePr>
          <p:nvPr>
            <p:extLst>
              <p:ext uri="{D42A27DB-BD31-4B8C-83A1-F6EECF244321}">
                <p14:modId xmlns:p14="http://schemas.microsoft.com/office/powerpoint/2010/main" val="909131402"/>
              </p:ext>
            </p:extLst>
          </p:nvPr>
        </p:nvGraphicFramePr>
        <p:xfrm>
          <a:off x="10171774" y="22159"/>
          <a:ext cx="1979018" cy="885547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RF-02-04-05-6</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 상세페이지</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 상품 추가 </a:t>
                      </a:r>
                      <a:r>
                        <a:rPr lang="en-US" altLang="ko-KR" sz="800" dirty="0"/>
                        <a:t>&gt; </a:t>
                      </a:r>
                      <a:r>
                        <a:rPr lang="ko-KR" altLang="en-US" sz="800" dirty="0"/>
                        <a:t>공유 상품 목록 </a:t>
                      </a:r>
                      <a:r>
                        <a:rPr lang="en-US" altLang="ko-KR" sz="800" dirty="0"/>
                        <a:t>&gt; </a:t>
                      </a:r>
                      <a:r>
                        <a:rPr lang="ko-KR" altLang="en-US" sz="800" dirty="0"/>
                        <a:t>추가</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다른 회원들이 공개한 공유 상품을 </a:t>
                      </a:r>
                      <a:r>
                        <a:rPr lang="en-US" altLang="ko-KR" sz="800" dirty="0"/>
                        <a:t>Shop </a:t>
                      </a:r>
                      <a:r>
                        <a:rPr lang="ko-KR" altLang="en-US" sz="800" dirty="0"/>
                        <a:t>채널의 판매 상품으로 등록하는 과정 </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공유상품의</a:t>
                      </a:r>
                      <a:r>
                        <a:rPr lang="en-US" altLang="ko-KR" sz="800" b="0" dirty="0">
                          <a:solidFill>
                            <a:schemeClr val="tx1"/>
                          </a:solidFill>
                        </a:rPr>
                        <a:t> </a:t>
                      </a:r>
                      <a:r>
                        <a:rPr lang="ko-KR" altLang="en-US" sz="800" b="0" dirty="0">
                          <a:solidFill>
                            <a:schemeClr val="tx1"/>
                          </a:solidFill>
                        </a:rPr>
                        <a:t>판매형태가 상품판매인 상품을 등록할 때 </a:t>
                      </a:r>
                      <a:r>
                        <a:rPr lang="ko-KR" altLang="en-US" sz="800" b="0" dirty="0" err="1">
                          <a:solidFill>
                            <a:schemeClr val="tx1"/>
                          </a:solidFill>
                        </a:rPr>
                        <a:t>팝업되는</a:t>
                      </a:r>
                      <a:r>
                        <a:rPr lang="ko-KR" altLang="en-US" sz="800" b="0" dirty="0">
                          <a:solidFill>
                            <a:schemeClr val="tx1"/>
                          </a:solidFill>
                        </a:rPr>
                        <a:t> </a:t>
                      </a:r>
                      <a:r>
                        <a:rPr lang="ko-KR" altLang="en-US" sz="800" b="0" dirty="0" err="1">
                          <a:solidFill>
                            <a:schemeClr val="tx1"/>
                          </a:solidFill>
                        </a:rPr>
                        <a:t>등록폼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963232206"/>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판매시</a:t>
                      </a:r>
                      <a:r>
                        <a:rPr lang="ko-KR" altLang="en-US" sz="800" b="0" dirty="0">
                          <a:solidFill>
                            <a:schemeClr val="tx1"/>
                          </a:solidFill>
                        </a:rPr>
                        <a:t> 고객에게 지급하는 포인트</a:t>
                      </a:r>
                      <a:r>
                        <a:rPr lang="en-US" altLang="ko-KR" sz="800" b="0" dirty="0">
                          <a:solidFill>
                            <a:schemeClr val="tx1"/>
                          </a:solidFill>
                        </a:rPr>
                        <a:t>, </a:t>
                      </a:r>
                      <a:r>
                        <a:rPr lang="ko-KR" altLang="en-US" sz="800" b="1" dirty="0">
                          <a:solidFill>
                            <a:srgbClr val="FF0000"/>
                          </a:solidFill>
                        </a:rPr>
                        <a:t>지급포인트는 이익금을 초과할 수 없다</a:t>
                      </a:r>
                      <a:r>
                        <a:rPr lang="en-US" altLang="ko-KR" sz="800" b="1" dirty="0">
                          <a:solidFill>
                            <a:srgbClr val="FF0000"/>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472859452"/>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공유상품의</a:t>
                      </a:r>
                      <a:r>
                        <a:rPr lang="en-US" altLang="ko-KR" sz="800" b="0" dirty="0">
                          <a:solidFill>
                            <a:schemeClr val="tx1"/>
                          </a:solidFill>
                        </a:rPr>
                        <a:t> </a:t>
                      </a:r>
                      <a:r>
                        <a:rPr lang="ko-KR" altLang="en-US" sz="800" b="0" dirty="0">
                          <a:solidFill>
                            <a:schemeClr val="tx1"/>
                          </a:solidFill>
                        </a:rPr>
                        <a:t>판매형태가 위탁판매인 상품을 등록할 때 </a:t>
                      </a:r>
                      <a:r>
                        <a:rPr lang="ko-KR" altLang="en-US" sz="800" b="0" dirty="0" err="1">
                          <a:solidFill>
                            <a:schemeClr val="tx1"/>
                          </a:solidFill>
                        </a:rPr>
                        <a:t>팝업되는</a:t>
                      </a:r>
                      <a:r>
                        <a:rPr lang="ko-KR" altLang="en-US" sz="800" b="0" dirty="0">
                          <a:solidFill>
                            <a:schemeClr val="tx1"/>
                          </a:solidFill>
                        </a:rPr>
                        <a:t> </a:t>
                      </a:r>
                      <a:r>
                        <a:rPr lang="ko-KR" altLang="en-US" sz="800" b="0" dirty="0" err="1">
                          <a:solidFill>
                            <a:schemeClr val="tx1"/>
                          </a:solidFill>
                        </a:rPr>
                        <a:t>등록폼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925738458"/>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 </a:t>
                      </a:r>
                      <a:r>
                        <a:rPr lang="ko-KR" altLang="en-US" sz="800" b="0" dirty="0" err="1">
                          <a:solidFill>
                            <a:schemeClr val="tx1"/>
                          </a:solidFill>
                        </a:rPr>
                        <a:t>공유시</a:t>
                      </a:r>
                      <a:r>
                        <a:rPr lang="ko-KR" altLang="en-US" sz="800" b="0" dirty="0">
                          <a:solidFill>
                            <a:schemeClr val="tx1"/>
                          </a:solidFill>
                        </a:rPr>
                        <a:t> </a:t>
                      </a:r>
                      <a:r>
                        <a:rPr lang="ko-KR" altLang="en-US" sz="800" b="0" dirty="0" err="1">
                          <a:solidFill>
                            <a:schemeClr val="tx1"/>
                          </a:solidFill>
                        </a:rPr>
                        <a:t>판매최소가격과</a:t>
                      </a:r>
                      <a:r>
                        <a:rPr lang="ko-KR" altLang="en-US" sz="800" b="0" dirty="0">
                          <a:solidFill>
                            <a:schemeClr val="tx1"/>
                          </a:solidFill>
                        </a:rPr>
                        <a:t> 최대가격이 표시된다 </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75359791"/>
                  </a:ext>
                </a:extLst>
              </a:tr>
              <a:tr h="140746">
                <a:tc>
                  <a:txBody>
                    <a:bodyPr/>
                    <a:lstStyle/>
                    <a:p>
                      <a:pPr algn="ctr" latinLnBrk="1"/>
                      <a:r>
                        <a:rPr lang="en-US" altLang="ko-KR" sz="800" dirty="0"/>
                        <a:t>5</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판매금액은 판매가격범위내에서 설정이 가능하다</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794817033"/>
                  </a:ext>
                </a:extLst>
              </a:tr>
              <a:tr h="140746">
                <a:tc>
                  <a:txBody>
                    <a:bodyPr/>
                    <a:lstStyle/>
                    <a:p>
                      <a:pPr algn="ctr" latinLnBrk="1"/>
                      <a:r>
                        <a:rPr lang="en-US" altLang="ko-KR" sz="800" dirty="0"/>
                        <a:t>6</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판매금액설정의 금액의 입력되는 실시간 </a:t>
                      </a:r>
                      <a:r>
                        <a:rPr lang="ko-KR" altLang="en-US" sz="800" b="0" dirty="0" err="1">
                          <a:solidFill>
                            <a:schemeClr val="tx1"/>
                          </a:solidFill>
                        </a:rPr>
                        <a:t>입력값에</a:t>
                      </a:r>
                      <a:r>
                        <a:rPr lang="ko-KR" altLang="en-US" sz="800" b="0" dirty="0">
                          <a:solidFill>
                            <a:schemeClr val="tx1"/>
                          </a:solidFill>
                        </a:rPr>
                        <a:t> 따라 예상이익금과 최대지급포인트 금액이 실시간으로 표시된다</a:t>
                      </a:r>
                      <a:r>
                        <a:rPr lang="en-US" altLang="ko-KR" sz="800" b="0" dirty="0">
                          <a:solidFill>
                            <a:schemeClr val="tx1"/>
                          </a:solidFill>
                        </a:rPr>
                        <a:t>.</a:t>
                      </a:r>
                      <a:r>
                        <a:rPr lang="ko-KR" altLang="en-US" sz="800" b="0" dirty="0">
                          <a:solidFill>
                            <a:schemeClr val="tx1"/>
                          </a:solidFill>
                        </a:rPr>
                        <a:t> </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495295888"/>
                  </a:ext>
                </a:extLst>
              </a:tr>
              <a:tr h="140746">
                <a:tc gridSpan="3">
                  <a:txBody>
                    <a:bodyPr/>
                    <a:lstStyle/>
                    <a:p>
                      <a:pPr algn="l" latinLnBrk="1"/>
                      <a:r>
                        <a:rPr lang="ko-KR" altLang="en-US" sz="800" dirty="0"/>
                        <a:t>최소가격 </a:t>
                      </a:r>
                      <a:r>
                        <a:rPr lang="ko-KR" altLang="en-US" sz="800" dirty="0" err="1"/>
                        <a:t>산출식</a:t>
                      </a:r>
                      <a:br>
                        <a:rPr lang="en-US" altLang="ko-KR" sz="800" dirty="0"/>
                      </a:br>
                      <a:endParaRPr lang="ko-KR" altLang="en-US" sz="800" dirty="0"/>
                    </a:p>
                    <a:p>
                      <a:pPr algn="l" latinLnBrk="1"/>
                      <a:r>
                        <a:rPr lang="en-US" altLang="ko-KR" sz="800" dirty="0"/>
                        <a:t>$</a:t>
                      </a:r>
                      <a:r>
                        <a:rPr lang="en-US" altLang="ko-KR" sz="800" dirty="0" err="1"/>
                        <a:t>product_price</a:t>
                      </a:r>
                      <a:r>
                        <a:rPr lang="en-US" altLang="ko-KR" sz="800" dirty="0"/>
                        <a:t>    // </a:t>
                      </a:r>
                      <a:r>
                        <a:rPr lang="ko-KR" altLang="en-US" sz="800" dirty="0"/>
                        <a:t>상품가격 </a:t>
                      </a:r>
                    </a:p>
                    <a:p>
                      <a:pPr algn="l" latinLnBrk="1"/>
                      <a:r>
                        <a:rPr lang="en-US" altLang="ko-KR" sz="800" dirty="0"/>
                        <a:t>$</a:t>
                      </a:r>
                      <a:r>
                        <a:rPr lang="en-US" altLang="ko-KR" sz="800" dirty="0" err="1"/>
                        <a:t>delivery_fee</a:t>
                      </a:r>
                      <a:r>
                        <a:rPr lang="en-US" altLang="ko-KR" sz="800" dirty="0"/>
                        <a:t>       // </a:t>
                      </a:r>
                      <a:r>
                        <a:rPr lang="ko-KR" altLang="en-US" sz="800" dirty="0"/>
                        <a:t>배송비 </a:t>
                      </a:r>
                    </a:p>
                    <a:p>
                      <a:pPr algn="l" latinLnBrk="1"/>
                      <a:r>
                        <a:rPr lang="en-US" altLang="ko-KR" sz="800" dirty="0"/>
                        <a:t>$</a:t>
                      </a:r>
                      <a:r>
                        <a:rPr lang="en-US" altLang="ko-KR" sz="800" dirty="0" err="1"/>
                        <a:t>commission_rate</a:t>
                      </a:r>
                      <a:r>
                        <a:rPr lang="en-US" altLang="ko-KR" sz="800" dirty="0"/>
                        <a:t> // </a:t>
                      </a:r>
                      <a:r>
                        <a:rPr lang="ko-KR" altLang="en-US" sz="800" dirty="0"/>
                        <a:t>공유회사 수수료 </a:t>
                      </a:r>
                    </a:p>
                    <a:p>
                      <a:pPr algn="l" latinLnBrk="1"/>
                      <a:endParaRPr lang="ko-KR" altLang="en-US" sz="800" dirty="0"/>
                    </a:p>
                    <a:p>
                      <a:pPr algn="l" latinLnBrk="1"/>
                      <a:r>
                        <a:rPr lang="en-US" altLang="ko-KR" sz="800" dirty="0"/>
                        <a:t>$</a:t>
                      </a:r>
                      <a:r>
                        <a:rPr lang="en-US" altLang="ko-KR" sz="800" dirty="0" err="1"/>
                        <a:t>remain_rate</a:t>
                      </a:r>
                      <a:r>
                        <a:rPr lang="en-US" altLang="ko-KR" sz="800" dirty="0"/>
                        <a:t> = 1 - (($</a:t>
                      </a:r>
                      <a:r>
                        <a:rPr lang="en-US" altLang="ko-KR" sz="800" dirty="0" err="1"/>
                        <a:t>commission_rate</a:t>
                      </a:r>
                      <a:r>
                        <a:rPr lang="en-US" altLang="ko-KR" sz="800" dirty="0"/>
                        <a:t> * 1.1) / 100);</a:t>
                      </a:r>
                    </a:p>
                    <a:p>
                      <a:pPr algn="l" latinLnBrk="1"/>
                      <a:r>
                        <a:rPr lang="en-US" altLang="ko-KR" sz="800" dirty="0"/>
                        <a:t>$</a:t>
                      </a:r>
                      <a:r>
                        <a:rPr lang="en-US" altLang="ko-KR" sz="800" dirty="0" err="1"/>
                        <a:t>min_price</a:t>
                      </a:r>
                      <a:r>
                        <a:rPr lang="en-US" altLang="ko-KR" sz="800" dirty="0"/>
                        <a:t> = ceil(((($</a:t>
                      </a:r>
                      <a:r>
                        <a:rPr lang="en-US" altLang="ko-KR" sz="800" dirty="0" err="1"/>
                        <a:t>product_price</a:t>
                      </a:r>
                      <a:r>
                        <a:rPr lang="en-US" altLang="ko-KR" sz="800" dirty="0"/>
                        <a:t> + $</a:t>
                      </a:r>
                      <a:r>
                        <a:rPr lang="en-US" altLang="ko-KR" sz="800" dirty="0" err="1"/>
                        <a:t>delivery_fee</a:t>
                      </a:r>
                      <a:r>
                        <a:rPr lang="en-US" altLang="ko-KR" sz="800" dirty="0"/>
                        <a:t>) / $</a:t>
                      </a:r>
                      <a:r>
                        <a:rPr lang="en-US" altLang="ko-KR" sz="800" dirty="0" err="1"/>
                        <a:t>remain_rate</a:t>
                      </a:r>
                      <a:r>
                        <a:rPr lang="en-US" altLang="ko-KR" sz="800" dirty="0"/>
                        <a:t>) - $</a:t>
                      </a:r>
                      <a:r>
                        <a:rPr lang="en-US" altLang="ko-KR" sz="800" dirty="0" err="1"/>
                        <a:t>delivery_fee</a:t>
                      </a:r>
                      <a:r>
                        <a:rPr lang="en-US" altLang="ko-KR" sz="800" dirty="0"/>
                        <a:t>) / 10) * 10;</a:t>
                      </a:r>
                    </a:p>
                    <a:p>
                      <a:pPr algn="l" latinLnBrk="1"/>
                      <a:endParaRPr lang="en-US" altLang="ko-KR" sz="800" dirty="0"/>
                    </a:p>
                    <a:p>
                      <a:pPr algn="l" latinLnBrk="1"/>
                      <a:r>
                        <a:rPr lang="ko-KR" altLang="en-US" sz="800" dirty="0"/>
                        <a:t>적용 </a:t>
                      </a:r>
                      <a:r>
                        <a:rPr lang="en-US" altLang="ko-KR" sz="800" dirty="0"/>
                        <a:t>)</a:t>
                      </a:r>
                    </a:p>
                    <a:p>
                      <a:pPr algn="l" latinLnBrk="1"/>
                      <a:r>
                        <a:rPr lang="en-US" altLang="ko-KR" sz="800" dirty="0"/>
                        <a:t>$</a:t>
                      </a:r>
                      <a:r>
                        <a:rPr lang="en-US" altLang="ko-KR" sz="800" dirty="0" err="1"/>
                        <a:t>product_price</a:t>
                      </a:r>
                      <a:r>
                        <a:rPr lang="en-US" altLang="ko-KR" sz="800" dirty="0"/>
                        <a:t> = 10000;   // </a:t>
                      </a:r>
                      <a:r>
                        <a:rPr lang="ko-KR" altLang="en-US" sz="800" dirty="0"/>
                        <a:t>상품가격 </a:t>
                      </a:r>
                    </a:p>
                    <a:p>
                      <a:pPr algn="l" latinLnBrk="1"/>
                      <a:r>
                        <a:rPr lang="en-US" altLang="ko-KR" sz="800" dirty="0"/>
                        <a:t>$</a:t>
                      </a:r>
                      <a:r>
                        <a:rPr lang="en-US" altLang="ko-KR" sz="800" dirty="0" err="1"/>
                        <a:t>delivery_fee</a:t>
                      </a:r>
                      <a:r>
                        <a:rPr lang="en-US" altLang="ko-KR" sz="800" dirty="0"/>
                        <a:t> = 2500;       // </a:t>
                      </a:r>
                      <a:r>
                        <a:rPr lang="ko-KR" altLang="en-US" sz="800" dirty="0"/>
                        <a:t>배송비 </a:t>
                      </a:r>
                    </a:p>
                    <a:p>
                      <a:pPr algn="l" latinLnBrk="1"/>
                      <a:r>
                        <a:rPr lang="en-US" altLang="ko-KR" sz="800" dirty="0"/>
                        <a:t>$</a:t>
                      </a:r>
                      <a:r>
                        <a:rPr lang="en-US" altLang="ko-KR" sz="800" dirty="0" err="1"/>
                        <a:t>commission_rate</a:t>
                      </a:r>
                      <a:r>
                        <a:rPr lang="en-US" altLang="ko-KR" sz="800" dirty="0"/>
                        <a:t> = 10;   // </a:t>
                      </a:r>
                      <a:r>
                        <a:rPr lang="ko-KR" altLang="en-US" sz="800" dirty="0"/>
                        <a:t>공유회사 수수료 </a:t>
                      </a:r>
                    </a:p>
                    <a:p>
                      <a:pPr algn="l" latinLnBrk="1"/>
                      <a:endParaRPr lang="ko-KR" altLang="en-US" sz="800" dirty="0"/>
                    </a:p>
                    <a:p>
                      <a:pPr algn="l" latinLnBrk="1"/>
                      <a:r>
                        <a:rPr lang="en-US" altLang="ko-KR" sz="800" dirty="0"/>
                        <a:t>$</a:t>
                      </a:r>
                      <a:r>
                        <a:rPr lang="en-US" altLang="ko-KR" sz="800" dirty="0" err="1"/>
                        <a:t>remain_rate</a:t>
                      </a:r>
                      <a:r>
                        <a:rPr lang="en-US" altLang="ko-KR" sz="800" dirty="0"/>
                        <a:t> = 1 - ((10 × 1.1) / 100) = 0.89</a:t>
                      </a:r>
                    </a:p>
                    <a:p>
                      <a:pPr algn="l" latinLnBrk="1"/>
                      <a:r>
                        <a:rPr lang="en-US" altLang="ko-KR" sz="800" dirty="0"/>
                        <a:t>$</a:t>
                      </a:r>
                      <a:r>
                        <a:rPr lang="en-US" altLang="ko-KR" sz="800" dirty="0" err="1"/>
                        <a:t>min_price</a:t>
                      </a:r>
                      <a:r>
                        <a:rPr lang="en-US" altLang="ko-KR" sz="800" dirty="0"/>
                        <a:t> = ceil((((10,000 + 2,500) / 0.89) - 2,500) / 10 ) * 10 = 11,550;</a:t>
                      </a:r>
                      <a:endParaRPr lang="ko-KR" altLang="en-US" sz="800" dirty="0"/>
                    </a:p>
                  </a:txBody>
                  <a:tcPr anchor="ctr">
                    <a:solidFill>
                      <a:schemeClr val="accent4">
                        <a:lumMod val="20000"/>
                        <a:lumOff val="80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dirty="0"/>
                    </a:p>
                  </a:txBody>
                  <a:tcPr/>
                </a:tc>
                <a:extLst>
                  <a:ext uri="{0D108BD9-81ED-4DB2-BD59-A6C34878D82A}">
                    <a16:rowId xmlns:a16="http://schemas.microsoft.com/office/drawing/2014/main" val="245185744"/>
                  </a:ext>
                </a:extLst>
              </a:tr>
              <a:tr h="140746">
                <a:tc gridSpan="3">
                  <a:txBody>
                    <a:bodyPr/>
                    <a:lstStyle/>
                    <a:p>
                      <a:pPr algn="l" latinLnBrk="1"/>
                      <a:r>
                        <a:rPr lang="ko-KR" altLang="en-US" sz="800" dirty="0"/>
                        <a:t>예상 이익금 </a:t>
                      </a:r>
                      <a:r>
                        <a:rPr lang="en-US" altLang="ko-KR" sz="800" dirty="0"/>
                        <a:t>(</a:t>
                      </a:r>
                      <a:r>
                        <a:rPr lang="ko-KR" altLang="en-US" sz="800" dirty="0"/>
                        <a:t>최대 지급 포인트</a:t>
                      </a:r>
                      <a:r>
                        <a:rPr lang="en-US" altLang="ko-KR" sz="800" dirty="0"/>
                        <a:t>)</a:t>
                      </a:r>
                      <a:r>
                        <a:rPr lang="ko-KR" altLang="en-US" sz="800" dirty="0"/>
                        <a:t> 산출</a:t>
                      </a:r>
                      <a:br>
                        <a:rPr lang="en-US" altLang="ko-KR" sz="800" dirty="0"/>
                      </a:br>
                      <a:br>
                        <a:rPr lang="en-US" altLang="ko-KR" sz="800" dirty="0"/>
                      </a:br>
                      <a:r>
                        <a:rPr lang="ko-KR" altLang="en-US" sz="800" dirty="0"/>
                        <a:t>수수료 산출</a:t>
                      </a:r>
                      <a:r>
                        <a:rPr lang="en-US" altLang="ko-KR" sz="800" dirty="0"/>
                        <a:t> = 0.89</a:t>
                      </a:r>
                    </a:p>
                    <a:p>
                      <a:pPr algn="l" latinLnBrk="1"/>
                      <a:br>
                        <a:rPr lang="en-US" altLang="ko-KR" sz="800" dirty="0"/>
                      </a:br>
                      <a:r>
                        <a:rPr lang="ko-KR" altLang="en-US" sz="800" dirty="0"/>
                        <a:t>매입비 </a:t>
                      </a:r>
                      <a:r>
                        <a:rPr lang="en-US" altLang="ko-KR" sz="800" dirty="0"/>
                        <a:t>= ((</a:t>
                      </a:r>
                      <a:r>
                        <a:rPr lang="ko-KR" altLang="en-US" sz="800" dirty="0"/>
                        <a:t>상품</a:t>
                      </a:r>
                      <a:r>
                        <a:rPr lang="en-US" altLang="ko-KR" sz="800" dirty="0"/>
                        <a:t>+</a:t>
                      </a:r>
                      <a:r>
                        <a:rPr lang="ko-KR" altLang="en-US" sz="800" dirty="0"/>
                        <a:t>수수료</a:t>
                      </a:r>
                      <a:r>
                        <a:rPr lang="en-US" altLang="ko-KR" sz="800" dirty="0"/>
                        <a:t>)+</a:t>
                      </a:r>
                      <a:r>
                        <a:rPr lang="ko-KR" altLang="en-US" sz="800" dirty="0"/>
                        <a:t>배송비</a:t>
                      </a:r>
                      <a:r>
                        <a:rPr lang="en-US" altLang="ko-KR" sz="800" dirty="0"/>
                        <a:t>)</a:t>
                      </a:r>
                    </a:p>
                    <a:p>
                      <a:pPr algn="l" latinLnBrk="1"/>
                      <a:r>
                        <a:rPr lang="en-US" altLang="ko-KR" sz="800" dirty="0">
                          <a:solidFill>
                            <a:srgbClr val="FF0000"/>
                          </a:solidFill>
                        </a:rPr>
                        <a:t>14,210 =    11,710        + 2,500</a:t>
                      </a:r>
                      <a:br>
                        <a:rPr lang="en-US" altLang="ko-KR" sz="800" dirty="0">
                          <a:solidFill>
                            <a:srgbClr val="FF0000"/>
                          </a:solidFill>
                        </a:rPr>
                      </a:br>
                      <a:br>
                        <a:rPr lang="en-US" altLang="ko-KR" sz="800" dirty="0"/>
                      </a:br>
                      <a:r>
                        <a:rPr lang="ko-KR" altLang="en-US" sz="800" dirty="0" err="1"/>
                        <a:t>에상</a:t>
                      </a:r>
                      <a:r>
                        <a:rPr lang="ko-KR" altLang="en-US" sz="800" dirty="0"/>
                        <a:t> 이익금 </a:t>
                      </a:r>
                      <a:r>
                        <a:rPr lang="en-US" altLang="ko-KR" sz="800" dirty="0"/>
                        <a:t>= </a:t>
                      </a:r>
                      <a:r>
                        <a:rPr lang="ko-KR" altLang="en-US" sz="800" dirty="0"/>
                        <a:t>판매가 </a:t>
                      </a:r>
                      <a:r>
                        <a:rPr lang="en-US" altLang="ko-KR" sz="800" dirty="0"/>
                        <a:t>- </a:t>
                      </a:r>
                      <a:r>
                        <a:rPr lang="ko-KR" altLang="en-US" sz="800" dirty="0"/>
                        <a:t>매입비 </a:t>
                      </a:r>
                      <a:endParaRPr lang="en-US" altLang="ko-KR" sz="800" dirty="0"/>
                    </a:p>
                    <a:p>
                      <a:pPr algn="l" latinLnBrk="1"/>
                      <a:r>
                        <a:rPr lang="en-US" altLang="ko-KR" sz="800" dirty="0">
                          <a:solidFill>
                            <a:srgbClr val="FF0000"/>
                          </a:solidFill>
                        </a:rPr>
                        <a:t>1,290         = 15,500 - 14,210</a:t>
                      </a:r>
                      <a:endParaRPr lang="ko-KR" altLang="en-US" sz="800" dirty="0">
                        <a:solidFill>
                          <a:srgbClr val="FF0000"/>
                        </a:solidFill>
                      </a:endParaRPr>
                    </a:p>
                  </a:txBody>
                  <a:tcPr anchor="ctr">
                    <a:solidFill>
                      <a:schemeClr val="accent4">
                        <a:lumMod val="20000"/>
                        <a:lumOff val="80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610972670"/>
                  </a:ext>
                </a:extLst>
              </a:tr>
              <a:tr h="140746">
                <a:tc>
                  <a:txBody>
                    <a:bodyPr/>
                    <a:lstStyle/>
                    <a:p>
                      <a:pPr algn="ctr" latinLnBrk="1"/>
                      <a:r>
                        <a:rPr lang="en-US" altLang="ko-KR" sz="800" dirty="0"/>
                        <a:t>7</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지급포인트는 예상이익금을 넘을 수 없다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938417843"/>
                  </a:ext>
                </a:extLst>
              </a:tr>
            </a:tbl>
          </a:graphicData>
        </a:graphic>
      </p:graphicFrame>
      <p:pic>
        <p:nvPicPr>
          <p:cNvPr id="176" name="Picture 2">
            <a:extLst>
              <a:ext uri="{FF2B5EF4-FFF2-40B4-BE49-F238E27FC236}">
                <a16:creationId xmlns:a16="http://schemas.microsoft.com/office/drawing/2014/main" id="{92AAAA6B-4A94-44F9-A3C8-EA2F05FEF3E1}"/>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888103" y="7683899"/>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53" name="직사각형 152">
            <a:extLst>
              <a:ext uri="{FF2B5EF4-FFF2-40B4-BE49-F238E27FC236}">
                <a16:creationId xmlns:a16="http://schemas.microsoft.com/office/drawing/2014/main" id="{E4C84A23-15EE-4415-80BC-5F8B3D331C62}"/>
              </a:ext>
            </a:extLst>
          </p:cNvPr>
          <p:cNvSpPr/>
          <p:nvPr/>
        </p:nvSpPr>
        <p:spPr>
          <a:xfrm>
            <a:off x="147590" y="2744784"/>
            <a:ext cx="3935785" cy="4961794"/>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7" name="그룹 6">
            <a:extLst>
              <a:ext uri="{FF2B5EF4-FFF2-40B4-BE49-F238E27FC236}">
                <a16:creationId xmlns:a16="http://schemas.microsoft.com/office/drawing/2014/main" id="{07392987-0553-437D-ABFD-1556FE526B0A}"/>
              </a:ext>
            </a:extLst>
          </p:cNvPr>
          <p:cNvGrpSpPr/>
          <p:nvPr/>
        </p:nvGrpSpPr>
        <p:grpSpPr>
          <a:xfrm>
            <a:off x="364316" y="3844413"/>
            <a:ext cx="517956" cy="248122"/>
            <a:chOff x="11090512" y="3749597"/>
            <a:chExt cx="517956" cy="248122"/>
          </a:xfrm>
        </p:grpSpPr>
        <p:sp>
          <p:nvSpPr>
            <p:cNvPr id="158" name="Border">
              <a:extLst>
                <a:ext uri="{FF2B5EF4-FFF2-40B4-BE49-F238E27FC236}">
                  <a16:creationId xmlns:a16="http://schemas.microsoft.com/office/drawing/2014/main" id="{D4ACE92D-D0EC-4BCA-8B68-A6F5BD1DE385}"/>
                </a:ext>
              </a:extLst>
            </p:cNvPr>
            <p:cNvSpPr>
              <a:spLocks/>
            </p:cNvSpPr>
            <p:nvPr/>
          </p:nvSpPr>
          <p:spPr bwMode="auto">
            <a:xfrm>
              <a:off x="11133954" y="3749597"/>
              <a:ext cx="449585" cy="248122"/>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9" name="Line 2">
              <a:extLst>
                <a:ext uri="{FF2B5EF4-FFF2-40B4-BE49-F238E27FC236}">
                  <a16:creationId xmlns:a16="http://schemas.microsoft.com/office/drawing/2014/main" id="{935B17A9-22B0-4656-BE5F-283609B9FD95}"/>
                </a:ext>
              </a:extLst>
            </p:cNvPr>
            <p:cNvSpPr>
              <a:spLocks/>
            </p:cNvSpPr>
            <p:nvPr/>
          </p:nvSpPr>
          <p:spPr bwMode="auto">
            <a:xfrm>
              <a:off x="11133954" y="3749597"/>
              <a:ext cx="449585" cy="24812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0" name="Line 1">
              <a:extLst>
                <a:ext uri="{FF2B5EF4-FFF2-40B4-BE49-F238E27FC236}">
                  <a16:creationId xmlns:a16="http://schemas.microsoft.com/office/drawing/2014/main" id="{F3207FEB-B548-463D-AEFF-006294F53D12}"/>
                </a:ext>
              </a:extLst>
            </p:cNvPr>
            <p:cNvSpPr>
              <a:spLocks/>
            </p:cNvSpPr>
            <p:nvPr/>
          </p:nvSpPr>
          <p:spPr bwMode="auto">
            <a:xfrm>
              <a:off x="11133954" y="3749597"/>
              <a:ext cx="449585" cy="24812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1" name="TextBox 160">
              <a:extLst>
                <a:ext uri="{FF2B5EF4-FFF2-40B4-BE49-F238E27FC236}">
                  <a16:creationId xmlns:a16="http://schemas.microsoft.com/office/drawing/2014/main" id="{C29653E7-DFE4-4AA7-8017-639F301894AB}"/>
                </a:ext>
              </a:extLst>
            </p:cNvPr>
            <p:cNvSpPr txBox="1"/>
            <p:nvPr/>
          </p:nvSpPr>
          <p:spPr>
            <a:xfrm>
              <a:off x="11090512" y="3773448"/>
              <a:ext cx="517956" cy="215444"/>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62" name="직사각형 161">
            <a:extLst>
              <a:ext uri="{FF2B5EF4-FFF2-40B4-BE49-F238E27FC236}">
                <a16:creationId xmlns:a16="http://schemas.microsoft.com/office/drawing/2014/main" id="{60C171C3-38F7-44CD-8A18-8C398153A6E9}"/>
              </a:ext>
            </a:extLst>
          </p:cNvPr>
          <p:cNvSpPr/>
          <p:nvPr/>
        </p:nvSpPr>
        <p:spPr>
          <a:xfrm>
            <a:off x="882271" y="3757047"/>
            <a:ext cx="3093515"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sp>
        <p:nvSpPr>
          <p:cNvPr id="163" name="TextBox 162">
            <a:extLst>
              <a:ext uri="{FF2B5EF4-FFF2-40B4-BE49-F238E27FC236}">
                <a16:creationId xmlns:a16="http://schemas.microsoft.com/office/drawing/2014/main" id="{2A7FA682-E125-4350-B3B9-55A110ACED84}"/>
              </a:ext>
            </a:extLst>
          </p:cNvPr>
          <p:cNvSpPr txBox="1"/>
          <p:nvPr/>
        </p:nvSpPr>
        <p:spPr>
          <a:xfrm>
            <a:off x="268159" y="2843817"/>
            <a:ext cx="111280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판매 상품 정보</a:t>
            </a:r>
            <a:endParaRPr lang="ko-KR" altLang="en-US" sz="900" dirty="0"/>
          </a:p>
        </p:txBody>
      </p:sp>
      <p:graphicFrame>
        <p:nvGraphicFramePr>
          <p:cNvPr id="164" name="표 17">
            <a:extLst>
              <a:ext uri="{FF2B5EF4-FFF2-40B4-BE49-F238E27FC236}">
                <a16:creationId xmlns:a16="http://schemas.microsoft.com/office/drawing/2014/main" id="{615F0713-C52C-4BF5-8231-3AEB78056567}"/>
              </a:ext>
            </a:extLst>
          </p:cNvPr>
          <p:cNvGraphicFramePr>
            <a:graphicFrameLocks noGrp="1"/>
          </p:cNvGraphicFramePr>
          <p:nvPr>
            <p:extLst>
              <p:ext uri="{D42A27DB-BD31-4B8C-83A1-F6EECF244321}">
                <p14:modId xmlns:p14="http://schemas.microsoft.com/office/powerpoint/2010/main" val="2361893855"/>
              </p:ext>
            </p:extLst>
          </p:nvPr>
        </p:nvGraphicFramePr>
        <p:xfrm>
          <a:off x="407758" y="4540045"/>
          <a:ext cx="3472494" cy="128016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판매형태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상품판매</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판매가격</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10,000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ko-KR" altLang="en-US" sz="800" dirty="0">
                          <a:solidFill>
                            <a:schemeClr val="tx1"/>
                          </a:solidFill>
                        </a:rPr>
                        <a:t>이익금</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1,500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039731732"/>
                  </a:ext>
                </a:extLst>
              </a:tr>
              <a:tr h="0">
                <a:tc>
                  <a:txBody>
                    <a:bodyPr/>
                    <a:lstStyle/>
                    <a:p>
                      <a:pPr latinLnBrk="1"/>
                      <a:r>
                        <a:rPr lang="ko-KR" altLang="en-US" sz="800" dirty="0">
                          <a:solidFill>
                            <a:schemeClr val="tx1"/>
                          </a:solidFill>
                        </a:rPr>
                        <a:t>재고</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20,000 </a:t>
                      </a:r>
                      <a:r>
                        <a:rPr lang="ko-KR" altLang="en-US" sz="800" dirty="0"/>
                        <a:t>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r h="0">
                <a:tc>
                  <a:txBody>
                    <a:bodyPr/>
                    <a:lstStyle/>
                    <a:p>
                      <a:pPr latinLnBrk="1"/>
                      <a:r>
                        <a:rPr lang="ko-KR" altLang="en-US" sz="800" dirty="0">
                          <a:solidFill>
                            <a:schemeClr val="tx1"/>
                          </a:solidFill>
                        </a:rPr>
                        <a:t>구매제한수량</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1</a:t>
                      </a:r>
                      <a:r>
                        <a:rPr lang="ko-KR" altLang="en-US" sz="800" dirty="0"/>
                        <a:t>회 </a:t>
                      </a:r>
                      <a:r>
                        <a:rPr lang="ko-KR" altLang="en-US" sz="800" dirty="0" err="1"/>
                        <a:t>구매시</a:t>
                      </a:r>
                      <a:r>
                        <a:rPr lang="ko-KR" altLang="en-US" sz="800" dirty="0"/>
                        <a:t> </a:t>
                      </a:r>
                      <a:r>
                        <a:rPr lang="en-US" altLang="ko-KR" sz="800" dirty="0"/>
                        <a:t>100</a:t>
                      </a:r>
                      <a:r>
                        <a:rPr lang="ko-KR" altLang="en-US" sz="800" dirty="0"/>
                        <a:t>개 까지</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03615924"/>
                  </a:ext>
                </a:extLst>
              </a:tr>
              <a:tr h="0">
                <a:tc>
                  <a:txBody>
                    <a:bodyPr/>
                    <a:lstStyle/>
                    <a:p>
                      <a:pPr latinLnBrk="1"/>
                      <a:r>
                        <a:rPr lang="ko-KR" altLang="en-US" sz="800" dirty="0">
                          <a:solidFill>
                            <a:schemeClr val="tx1"/>
                          </a:solidFill>
                        </a:rPr>
                        <a:t>상품 판매 기간</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무기한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523570304"/>
                  </a:ext>
                </a:extLst>
              </a:tr>
            </a:tbl>
          </a:graphicData>
        </a:graphic>
      </p:graphicFrame>
      <p:sp>
        <p:nvSpPr>
          <p:cNvPr id="165" name="TextBox 164">
            <a:extLst>
              <a:ext uri="{FF2B5EF4-FFF2-40B4-BE49-F238E27FC236}">
                <a16:creationId xmlns:a16="http://schemas.microsoft.com/office/drawing/2014/main" id="{5EE3F82B-8BCD-44CE-AF8B-440415C8F731}"/>
              </a:ext>
            </a:extLst>
          </p:cNvPr>
          <p:cNvSpPr txBox="1"/>
          <p:nvPr/>
        </p:nvSpPr>
        <p:spPr>
          <a:xfrm>
            <a:off x="300940" y="4318040"/>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제약 조건</a:t>
            </a:r>
            <a:endParaRPr lang="ko-KR" altLang="en-US" sz="900" dirty="0"/>
          </a:p>
        </p:txBody>
      </p:sp>
      <p:graphicFrame>
        <p:nvGraphicFramePr>
          <p:cNvPr id="166" name="표 17">
            <a:extLst>
              <a:ext uri="{FF2B5EF4-FFF2-40B4-BE49-F238E27FC236}">
                <a16:creationId xmlns:a16="http://schemas.microsoft.com/office/drawing/2014/main" id="{F7803134-2C31-4703-AD56-483C7F11C51D}"/>
              </a:ext>
            </a:extLst>
          </p:cNvPr>
          <p:cNvGraphicFramePr>
            <a:graphicFrameLocks noGrp="1"/>
          </p:cNvGraphicFramePr>
          <p:nvPr>
            <p:extLst>
              <p:ext uri="{D42A27DB-BD31-4B8C-83A1-F6EECF244321}">
                <p14:modId xmlns:p14="http://schemas.microsoft.com/office/powerpoint/2010/main" val="2863223129"/>
              </p:ext>
            </p:extLst>
          </p:nvPr>
        </p:nvGraphicFramePr>
        <p:xfrm>
          <a:off x="407758" y="6223992"/>
          <a:ext cx="3472494" cy="42672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최대 지급 포인트 </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1,500 Point</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009712476"/>
                  </a:ext>
                </a:extLst>
              </a:tr>
              <a:tr h="0">
                <a:tc>
                  <a:txBody>
                    <a:bodyPr/>
                    <a:lstStyle/>
                    <a:p>
                      <a:pPr latinLnBrk="1"/>
                      <a:r>
                        <a:rPr lang="ko-KR" altLang="en-US" sz="800" dirty="0">
                          <a:solidFill>
                            <a:schemeClr val="tx1"/>
                          </a:solidFill>
                        </a:rPr>
                        <a:t>지급 포인트 설정</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                     Point</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1963945"/>
                  </a:ext>
                </a:extLst>
              </a:tr>
            </a:tbl>
          </a:graphicData>
        </a:graphic>
      </p:graphicFrame>
      <p:sp>
        <p:nvSpPr>
          <p:cNvPr id="167" name="TextBox 166">
            <a:extLst>
              <a:ext uri="{FF2B5EF4-FFF2-40B4-BE49-F238E27FC236}">
                <a16:creationId xmlns:a16="http://schemas.microsoft.com/office/drawing/2014/main" id="{991D741A-A9AB-4144-B514-CDE2E13BC1D6}"/>
              </a:ext>
            </a:extLst>
          </p:cNvPr>
          <p:cNvSpPr txBox="1"/>
          <p:nvPr/>
        </p:nvSpPr>
        <p:spPr>
          <a:xfrm>
            <a:off x="300940" y="6001987"/>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판매 설정 정보</a:t>
            </a:r>
            <a:endParaRPr lang="ko-KR" altLang="en-US" sz="900" dirty="0"/>
          </a:p>
        </p:txBody>
      </p:sp>
      <p:sp>
        <p:nvSpPr>
          <p:cNvPr id="171" name="직사각형 170">
            <a:extLst>
              <a:ext uri="{FF2B5EF4-FFF2-40B4-BE49-F238E27FC236}">
                <a16:creationId xmlns:a16="http://schemas.microsoft.com/office/drawing/2014/main" id="{0D73F391-C710-463D-BD46-8F7448D1BFAE}"/>
              </a:ext>
            </a:extLst>
          </p:cNvPr>
          <p:cNvSpPr/>
          <p:nvPr/>
        </p:nvSpPr>
        <p:spPr>
          <a:xfrm>
            <a:off x="982383" y="7212281"/>
            <a:ext cx="1358901" cy="213360"/>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상품추가하기</a:t>
            </a:r>
            <a:endParaRPr lang="en-US" altLang="ko-KR" sz="800" dirty="0">
              <a:solidFill>
                <a:schemeClr val="bg1"/>
              </a:solidFill>
            </a:endParaRPr>
          </a:p>
        </p:txBody>
      </p:sp>
      <p:grpSp>
        <p:nvGrpSpPr>
          <p:cNvPr id="8" name="그룹 7">
            <a:extLst>
              <a:ext uri="{FF2B5EF4-FFF2-40B4-BE49-F238E27FC236}">
                <a16:creationId xmlns:a16="http://schemas.microsoft.com/office/drawing/2014/main" id="{C4F0D655-934C-48A3-91B1-5AFE3F38134B}"/>
              </a:ext>
            </a:extLst>
          </p:cNvPr>
          <p:cNvGrpSpPr/>
          <p:nvPr/>
        </p:nvGrpSpPr>
        <p:grpSpPr>
          <a:xfrm>
            <a:off x="3771070" y="2864852"/>
            <a:ext cx="204716" cy="209797"/>
            <a:chOff x="14497266" y="2770036"/>
            <a:chExt cx="204716" cy="209797"/>
          </a:xfrm>
        </p:grpSpPr>
        <p:sp>
          <p:nvSpPr>
            <p:cNvPr id="173" name="Border">
              <a:extLst>
                <a:ext uri="{FF2B5EF4-FFF2-40B4-BE49-F238E27FC236}">
                  <a16:creationId xmlns:a16="http://schemas.microsoft.com/office/drawing/2014/main" id="{3B466FCF-6C9E-4008-9902-05BA43B7F1FD}"/>
                </a:ext>
              </a:extLst>
            </p:cNvPr>
            <p:cNvSpPr>
              <a:spLocks/>
            </p:cNvSpPr>
            <p:nvPr/>
          </p:nvSpPr>
          <p:spPr bwMode="auto">
            <a:xfrm>
              <a:off x="14497266" y="2770036"/>
              <a:ext cx="204716" cy="209797"/>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4" name="Line 2">
              <a:extLst>
                <a:ext uri="{FF2B5EF4-FFF2-40B4-BE49-F238E27FC236}">
                  <a16:creationId xmlns:a16="http://schemas.microsoft.com/office/drawing/2014/main" id="{CB6889A4-BA8C-4B79-9A5E-FDE3F5862763}"/>
                </a:ext>
              </a:extLst>
            </p:cNvPr>
            <p:cNvSpPr>
              <a:spLocks/>
            </p:cNvSpPr>
            <p:nvPr/>
          </p:nvSpPr>
          <p:spPr bwMode="auto">
            <a:xfrm>
              <a:off x="14497266" y="2770036"/>
              <a:ext cx="204716" cy="209797"/>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7" name="Line 1">
              <a:extLst>
                <a:ext uri="{FF2B5EF4-FFF2-40B4-BE49-F238E27FC236}">
                  <a16:creationId xmlns:a16="http://schemas.microsoft.com/office/drawing/2014/main" id="{88DAE652-CD51-43A4-87BF-37D00C7B6A27}"/>
                </a:ext>
              </a:extLst>
            </p:cNvPr>
            <p:cNvSpPr>
              <a:spLocks/>
            </p:cNvSpPr>
            <p:nvPr/>
          </p:nvSpPr>
          <p:spPr bwMode="auto">
            <a:xfrm>
              <a:off x="14497266" y="2770036"/>
              <a:ext cx="204716" cy="209797"/>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78" name="직사각형 177">
            <a:extLst>
              <a:ext uri="{FF2B5EF4-FFF2-40B4-BE49-F238E27FC236}">
                <a16:creationId xmlns:a16="http://schemas.microsoft.com/office/drawing/2014/main" id="{370C05D7-275B-4DD6-93CC-3E07E16CDD28}"/>
              </a:ext>
            </a:extLst>
          </p:cNvPr>
          <p:cNvSpPr/>
          <p:nvPr/>
        </p:nvSpPr>
        <p:spPr>
          <a:xfrm>
            <a:off x="2448093" y="7212281"/>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graphicFrame>
        <p:nvGraphicFramePr>
          <p:cNvPr id="189" name="표 17">
            <a:extLst>
              <a:ext uri="{FF2B5EF4-FFF2-40B4-BE49-F238E27FC236}">
                <a16:creationId xmlns:a16="http://schemas.microsoft.com/office/drawing/2014/main" id="{10763FE7-7DB3-47BE-8EF3-1C775A55B642}"/>
              </a:ext>
            </a:extLst>
          </p:cNvPr>
          <p:cNvGraphicFramePr>
            <a:graphicFrameLocks noGrp="1"/>
          </p:cNvGraphicFramePr>
          <p:nvPr>
            <p:extLst>
              <p:ext uri="{D42A27DB-BD31-4B8C-83A1-F6EECF244321}">
                <p14:modId xmlns:p14="http://schemas.microsoft.com/office/powerpoint/2010/main" val="149212317"/>
              </p:ext>
            </p:extLst>
          </p:nvPr>
        </p:nvGraphicFramePr>
        <p:xfrm>
          <a:off x="407758" y="3395044"/>
          <a:ext cx="3472494" cy="21336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판매 상품 코드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Me9-Shop-0032021</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bl>
          </a:graphicData>
        </a:graphic>
      </p:graphicFrame>
      <p:sp>
        <p:nvSpPr>
          <p:cNvPr id="190" name="TextBox 189">
            <a:extLst>
              <a:ext uri="{FF2B5EF4-FFF2-40B4-BE49-F238E27FC236}">
                <a16:creationId xmlns:a16="http://schemas.microsoft.com/office/drawing/2014/main" id="{E4C0DB7F-BEC0-412B-A137-80D16201FB82}"/>
              </a:ext>
            </a:extLst>
          </p:cNvPr>
          <p:cNvSpPr txBox="1"/>
          <p:nvPr/>
        </p:nvSpPr>
        <p:spPr>
          <a:xfrm>
            <a:off x="300940" y="3173039"/>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판매 상품 코드</a:t>
            </a:r>
            <a:endParaRPr lang="ko-KR" altLang="en-US" sz="900" dirty="0"/>
          </a:p>
        </p:txBody>
      </p:sp>
      <p:sp>
        <p:nvSpPr>
          <p:cNvPr id="191" name="TextBox 190">
            <a:extLst>
              <a:ext uri="{FF2B5EF4-FFF2-40B4-BE49-F238E27FC236}">
                <a16:creationId xmlns:a16="http://schemas.microsoft.com/office/drawing/2014/main" id="{5F33C40E-A3E0-446B-96CD-83D360C51FDA}"/>
              </a:ext>
            </a:extLst>
          </p:cNvPr>
          <p:cNvSpPr txBox="1"/>
          <p:nvPr/>
        </p:nvSpPr>
        <p:spPr>
          <a:xfrm>
            <a:off x="21594" y="2635794"/>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194" name="직사각형 193">
            <a:extLst>
              <a:ext uri="{FF2B5EF4-FFF2-40B4-BE49-F238E27FC236}">
                <a16:creationId xmlns:a16="http://schemas.microsoft.com/office/drawing/2014/main" id="{77F2F0A8-6858-4CBE-AA51-EE011662154D}"/>
              </a:ext>
            </a:extLst>
          </p:cNvPr>
          <p:cNvSpPr/>
          <p:nvPr/>
        </p:nvSpPr>
        <p:spPr>
          <a:xfrm>
            <a:off x="4300101" y="2744784"/>
            <a:ext cx="3935785" cy="4961794"/>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9" name="그룹 8">
            <a:extLst>
              <a:ext uri="{FF2B5EF4-FFF2-40B4-BE49-F238E27FC236}">
                <a16:creationId xmlns:a16="http://schemas.microsoft.com/office/drawing/2014/main" id="{0F5A98F2-AE9C-4BF6-A127-2DD718359497}"/>
              </a:ext>
            </a:extLst>
          </p:cNvPr>
          <p:cNvGrpSpPr/>
          <p:nvPr/>
        </p:nvGrpSpPr>
        <p:grpSpPr>
          <a:xfrm>
            <a:off x="4516827" y="3844413"/>
            <a:ext cx="517956" cy="248122"/>
            <a:chOff x="15243023" y="3749597"/>
            <a:chExt cx="517956" cy="248122"/>
          </a:xfrm>
        </p:grpSpPr>
        <p:sp>
          <p:nvSpPr>
            <p:cNvPr id="196" name="Border">
              <a:extLst>
                <a:ext uri="{FF2B5EF4-FFF2-40B4-BE49-F238E27FC236}">
                  <a16:creationId xmlns:a16="http://schemas.microsoft.com/office/drawing/2014/main" id="{2CCF9117-D36C-456C-B490-8A29EC7E76E7}"/>
                </a:ext>
              </a:extLst>
            </p:cNvPr>
            <p:cNvSpPr>
              <a:spLocks/>
            </p:cNvSpPr>
            <p:nvPr/>
          </p:nvSpPr>
          <p:spPr bwMode="auto">
            <a:xfrm>
              <a:off x="15286465" y="3749597"/>
              <a:ext cx="449585" cy="248122"/>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7" name="Line 2">
              <a:extLst>
                <a:ext uri="{FF2B5EF4-FFF2-40B4-BE49-F238E27FC236}">
                  <a16:creationId xmlns:a16="http://schemas.microsoft.com/office/drawing/2014/main" id="{4F887BED-8417-4D10-9843-2E0A6E33E332}"/>
                </a:ext>
              </a:extLst>
            </p:cNvPr>
            <p:cNvSpPr>
              <a:spLocks/>
            </p:cNvSpPr>
            <p:nvPr/>
          </p:nvSpPr>
          <p:spPr bwMode="auto">
            <a:xfrm>
              <a:off x="15286465" y="3749597"/>
              <a:ext cx="449585" cy="24812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8" name="Line 1">
              <a:extLst>
                <a:ext uri="{FF2B5EF4-FFF2-40B4-BE49-F238E27FC236}">
                  <a16:creationId xmlns:a16="http://schemas.microsoft.com/office/drawing/2014/main" id="{7DB2A980-7136-4136-BAC6-F39CBBA38470}"/>
                </a:ext>
              </a:extLst>
            </p:cNvPr>
            <p:cNvSpPr>
              <a:spLocks/>
            </p:cNvSpPr>
            <p:nvPr/>
          </p:nvSpPr>
          <p:spPr bwMode="auto">
            <a:xfrm>
              <a:off x="15286465" y="3749597"/>
              <a:ext cx="449585" cy="24812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9" name="TextBox 198">
              <a:extLst>
                <a:ext uri="{FF2B5EF4-FFF2-40B4-BE49-F238E27FC236}">
                  <a16:creationId xmlns:a16="http://schemas.microsoft.com/office/drawing/2014/main" id="{939F5357-B874-4D3C-B89C-68B4F21E60E4}"/>
                </a:ext>
              </a:extLst>
            </p:cNvPr>
            <p:cNvSpPr txBox="1"/>
            <p:nvPr/>
          </p:nvSpPr>
          <p:spPr>
            <a:xfrm>
              <a:off x="15243023" y="3773448"/>
              <a:ext cx="517956" cy="215444"/>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00" name="직사각형 199">
            <a:extLst>
              <a:ext uri="{FF2B5EF4-FFF2-40B4-BE49-F238E27FC236}">
                <a16:creationId xmlns:a16="http://schemas.microsoft.com/office/drawing/2014/main" id="{8753938E-F7A1-465B-9423-C59A36D8046E}"/>
              </a:ext>
            </a:extLst>
          </p:cNvPr>
          <p:cNvSpPr/>
          <p:nvPr/>
        </p:nvSpPr>
        <p:spPr>
          <a:xfrm>
            <a:off x="5034782" y="3757047"/>
            <a:ext cx="3093515"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sp>
        <p:nvSpPr>
          <p:cNvPr id="201" name="TextBox 200">
            <a:extLst>
              <a:ext uri="{FF2B5EF4-FFF2-40B4-BE49-F238E27FC236}">
                <a16:creationId xmlns:a16="http://schemas.microsoft.com/office/drawing/2014/main" id="{CE932D65-90E9-4928-AE3A-0FEA498F759B}"/>
              </a:ext>
            </a:extLst>
          </p:cNvPr>
          <p:cNvSpPr txBox="1"/>
          <p:nvPr/>
        </p:nvSpPr>
        <p:spPr>
          <a:xfrm>
            <a:off x="4420670" y="2843817"/>
            <a:ext cx="111280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판매 상품 정보</a:t>
            </a:r>
            <a:endParaRPr lang="ko-KR" altLang="en-US" sz="900" dirty="0"/>
          </a:p>
        </p:txBody>
      </p:sp>
      <p:graphicFrame>
        <p:nvGraphicFramePr>
          <p:cNvPr id="202" name="표 17">
            <a:extLst>
              <a:ext uri="{FF2B5EF4-FFF2-40B4-BE49-F238E27FC236}">
                <a16:creationId xmlns:a16="http://schemas.microsoft.com/office/drawing/2014/main" id="{17B501FA-9527-42E5-A484-F18750F2CADA}"/>
              </a:ext>
            </a:extLst>
          </p:cNvPr>
          <p:cNvGraphicFramePr>
            <a:graphicFrameLocks noGrp="1"/>
          </p:cNvGraphicFramePr>
          <p:nvPr>
            <p:extLst>
              <p:ext uri="{D42A27DB-BD31-4B8C-83A1-F6EECF244321}">
                <p14:modId xmlns:p14="http://schemas.microsoft.com/office/powerpoint/2010/main" val="3899551130"/>
              </p:ext>
            </p:extLst>
          </p:nvPr>
        </p:nvGraphicFramePr>
        <p:xfrm>
          <a:off x="4560269" y="4540045"/>
          <a:ext cx="3472494" cy="106680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판매형태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위탁판매</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판매가격범위</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11,550</a:t>
                      </a:r>
                      <a:r>
                        <a:rPr lang="ko-KR" altLang="en-US" sz="800" dirty="0"/>
                        <a:t>원 </a:t>
                      </a:r>
                      <a:r>
                        <a:rPr lang="en-US" altLang="ko-KR" sz="800" dirty="0"/>
                        <a:t>~ 20,000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ko-KR" altLang="en-US" sz="800" dirty="0">
                          <a:solidFill>
                            <a:schemeClr val="tx1"/>
                          </a:solidFill>
                        </a:rPr>
                        <a:t>재고</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20,000 </a:t>
                      </a:r>
                      <a:r>
                        <a:rPr lang="ko-KR" altLang="en-US" sz="800" dirty="0"/>
                        <a:t>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r h="0">
                <a:tc>
                  <a:txBody>
                    <a:bodyPr/>
                    <a:lstStyle/>
                    <a:p>
                      <a:pPr latinLnBrk="1"/>
                      <a:r>
                        <a:rPr lang="ko-KR" altLang="en-US" sz="800" dirty="0">
                          <a:solidFill>
                            <a:schemeClr val="tx1"/>
                          </a:solidFill>
                        </a:rPr>
                        <a:t>구매제한수량</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1</a:t>
                      </a:r>
                      <a:r>
                        <a:rPr lang="ko-KR" altLang="en-US" sz="800" dirty="0"/>
                        <a:t>회 </a:t>
                      </a:r>
                      <a:r>
                        <a:rPr lang="ko-KR" altLang="en-US" sz="800" dirty="0" err="1"/>
                        <a:t>구매시</a:t>
                      </a:r>
                      <a:r>
                        <a:rPr lang="ko-KR" altLang="en-US" sz="800" dirty="0"/>
                        <a:t> </a:t>
                      </a:r>
                      <a:r>
                        <a:rPr lang="en-US" altLang="ko-KR" sz="800" dirty="0"/>
                        <a:t>100</a:t>
                      </a:r>
                      <a:r>
                        <a:rPr lang="ko-KR" altLang="en-US" sz="800" dirty="0"/>
                        <a:t>개 까지</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03615924"/>
                  </a:ext>
                </a:extLst>
              </a:tr>
              <a:tr h="0">
                <a:tc>
                  <a:txBody>
                    <a:bodyPr/>
                    <a:lstStyle/>
                    <a:p>
                      <a:pPr latinLnBrk="1"/>
                      <a:r>
                        <a:rPr lang="ko-KR" altLang="en-US" sz="800" dirty="0">
                          <a:solidFill>
                            <a:schemeClr val="tx1"/>
                          </a:solidFill>
                        </a:rPr>
                        <a:t>상품 판매 기간</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무기한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523570304"/>
                  </a:ext>
                </a:extLst>
              </a:tr>
            </a:tbl>
          </a:graphicData>
        </a:graphic>
      </p:graphicFrame>
      <p:sp>
        <p:nvSpPr>
          <p:cNvPr id="203" name="TextBox 202">
            <a:extLst>
              <a:ext uri="{FF2B5EF4-FFF2-40B4-BE49-F238E27FC236}">
                <a16:creationId xmlns:a16="http://schemas.microsoft.com/office/drawing/2014/main" id="{ACBC03DB-3938-42CD-9AA6-7B1BDD7903A1}"/>
              </a:ext>
            </a:extLst>
          </p:cNvPr>
          <p:cNvSpPr txBox="1"/>
          <p:nvPr/>
        </p:nvSpPr>
        <p:spPr>
          <a:xfrm>
            <a:off x="4453451" y="4318040"/>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제약 조건</a:t>
            </a:r>
            <a:endParaRPr lang="ko-KR" altLang="en-US" sz="900" dirty="0"/>
          </a:p>
        </p:txBody>
      </p:sp>
      <p:graphicFrame>
        <p:nvGraphicFramePr>
          <p:cNvPr id="204" name="표 17">
            <a:extLst>
              <a:ext uri="{FF2B5EF4-FFF2-40B4-BE49-F238E27FC236}">
                <a16:creationId xmlns:a16="http://schemas.microsoft.com/office/drawing/2014/main" id="{D6D2648A-7DFB-4860-ACBC-64D625A9D1E8}"/>
              </a:ext>
            </a:extLst>
          </p:cNvPr>
          <p:cNvGraphicFramePr>
            <a:graphicFrameLocks noGrp="1"/>
          </p:cNvGraphicFramePr>
          <p:nvPr>
            <p:extLst>
              <p:ext uri="{D42A27DB-BD31-4B8C-83A1-F6EECF244321}">
                <p14:modId xmlns:p14="http://schemas.microsoft.com/office/powerpoint/2010/main" val="185421114"/>
              </p:ext>
            </p:extLst>
          </p:nvPr>
        </p:nvGraphicFramePr>
        <p:xfrm>
          <a:off x="4560269" y="5970683"/>
          <a:ext cx="3472494" cy="85344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판매 금액 설정</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예상 이익금</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1,290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009712476"/>
                  </a:ext>
                </a:extLst>
              </a:tr>
              <a:tr h="0">
                <a:tc>
                  <a:txBody>
                    <a:bodyPr/>
                    <a:lstStyle/>
                    <a:p>
                      <a:pPr latinLnBrk="1"/>
                      <a:r>
                        <a:rPr lang="ko-KR" altLang="en-US" sz="800" dirty="0">
                          <a:solidFill>
                            <a:schemeClr val="tx1"/>
                          </a:solidFill>
                        </a:rPr>
                        <a:t>최대 지급 포인트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1,290 Point</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50701532"/>
                  </a:ext>
                </a:extLst>
              </a:tr>
              <a:tr h="0">
                <a:tc>
                  <a:txBody>
                    <a:bodyPr/>
                    <a:lstStyle/>
                    <a:p>
                      <a:pPr latinLnBrk="1"/>
                      <a:r>
                        <a:rPr lang="ko-KR" altLang="en-US" sz="800" dirty="0">
                          <a:solidFill>
                            <a:schemeClr val="tx1"/>
                          </a:solidFill>
                        </a:rPr>
                        <a:t>지급 포인트 설정</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                  Point</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766323682"/>
                  </a:ext>
                </a:extLst>
              </a:tr>
            </a:tbl>
          </a:graphicData>
        </a:graphic>
      </p:graphicFrame>
      <p:sp>
        <p:nvSpPr>
          <p:cNvPr id="205" name="TextBox 204">
            <a:extLst>
              <a:ext uri="{FF2B5EF4-FFF2-40B4-BE49-F238E27FC236}">
                <a16:creationId xmlns:a16="http://schemas.microsoft.com/office/drawing/2014/main" id="{CED13DBD-8FE9-4916-81CC-BFDAA87ABF24}"/>
              </a:ext>
            </a:extLst>
          </p:cNvPr>
          <p:cNvSpPr txBox="1"/>
          <p:nvPr/>
        </p:nvSpPr>
        <p:spPr>
          <a:xfrm>
            <a:off x="4453451" y="5748678"/>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판매 설정 정보</a:t>
            </a:r>
            <a:endParaRPr lang="ko-KR" altLang="en-US" sz="900" dirty="0"/>
          </a:p>
        </p:txBody>
      </p:sp>
      <p:sp>
        <p:nvSpPr>
          <p:cNvPr id="206" name="직사각형 205">
            <a:extLst>
              <a:ext uri="{FF2B5EF4-FFF2-40B4-BE49-F238E27FC236}">
                <a16:creationId xmlns:a16="http://schemas.microsoft.com/office/drawing/2014/main" id="{FE47D835-952E-4991-9B14-C152F19CD91F}"/>
              </a:ext>
            </a:extLst>
          </p:cNvPr>
          <p:cNvSpPr/>
          <p:nvPr/>
        </p:nvSpPr>
        <p:spPr>
          <a:xfrm>
            <a:off x="5121378" y="7209649"/>
            <a:ext cx="1358901" cy="213360"/>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상품추가하기</a:t>
            </a:r>
            <a:endParaRPr lang="en-US" altLang="ko-KR" sz="800" dirty="0">
              <a:solidFill>
                <a:schemeClr val="bg1"/>
              </a:solidFill>
            </a:endParaRPr>
          </a:p>
        </p:txBody>
      </p:sp>
      <p:grpSp>
        <p:nvGrpSpPr>
          <p:cNvPr id="10" name="그룹 9">
            <a:extLst>
              <a:ext uri="{FF2B5EF4-FFF2-40B4-BE49-F238E27FC236}">
                <a16:creationId xmlns:a16="http://schemas.microsoft.com/office/drawing/2014/main" id="{15E7EB0D-843A-41BB-893B-25F4CFB16C39}"/>
              </a:ext>
            </a:extLst>
          </p:cNvPr>
          <p:cNvGrpSpPr/>
          <p:nvPr/>
        </p:nvGrpSpPr>
        <p:grpSpPr>
          <a:xfrm>
            <a:off x="7923581" y="2864852"/>
            <a:ext cx="204716" cy="209797"/>
            <a:chOff x="18649777" y="2770036"/>
            <a:chExt cx="204716" cy="209797"/>
          </a:xfrm>
        </p:grpSpPr>
        <p:sp>
          <p:nvSpPr>
            <p:cNvPr id="208" name="Border">
              <a:extLst>
                <a:ext uri="{FF2B5EF4-FFF2-40B4-BE49-F238E27FC236}">
                  <a16:creationId xmlns:a16="http://schemas.microsoft.com/office/drawing/2014/main" id="{C15614F8-4859-48C7-97B4-89D65D4B6B7B}"/>
                </a:ext>
              </a:extLst>
            </p:cNvPr>
            <p:cNvSpPr>
              <a:spLocks/>
            </p:cNvSpPr>
            <p:nvPr/>
          </p:nvSpPr>
          <p:spPr bwMode="auto">
            <a:xfrm>
              <a:off x="18649777" y="2770036"/>
              <a:ext cx="204716" cy="209797"/>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9" name="Line 2">
              <a:extLst>
                <a:ext uri="{FF2B5EF4-FFF2-40B4-BE49-F238E27FC236}">
                  <a16:creationId xmlns:a16="http://schemas.microsoft.com/office/drawing/2014/main" id="{4236DE96-3B67-4575-B45C-FDD79D3790DA}"/>
                </a:ext>
              </a:extLst>
            </p:cNvPr>
            <p:cNvSpPr>
              <a:spLocks/>
            </p:cNvSpPr>
            <p:nvPr/>
          </p:nvSpPr>
          <p:spPr bwMode="auto">
            <a:xfrm>
              <a:off x="18649777" y="2770036"/>
              <a:ext cx="204716" cy="209797"/>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0" name="Line 1">
              <a:extLst>
                <a:ext uri="{FF2B5EF4-FFF2-40B4-BE49-F238E27FC236}">
                  <a16:creationId xmlns:a16="http://schemas.microsoft.com/office/drawing/2014/main" id="{A9B272BA-E2B6-483A-B4BA-68C6C1D70946}"/>
                </a:ext>
              </a:extLst>
            </p:cNvPr>
            <p:cNvSpPr>
              <a:spLocks/>
            </p:cNvSpPr>
            <p:nvPr/>
          </p:nvSpPr>
          <p:spPr bwMode="auto">
            <a:xfrm>
              <a:off x="18649777" y="2770036"/>
              <a:ext cx="204716" cy="209797"/>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211" name="직사각형 210">
            <a:extLst>
              <a:ext uri="{FF2B5EF4-FFF2-40B4-BE49-F238E27FC236}">
                <a16:creationId xmlns:a16="http://schemas.microsoft.com/office/drawing/2014/main" id="{F87634F3-2122-4A0A-938A-77C9F87A7F43}"/>
              </a:ext>
            </a:extLst>
          </p:cNvPr>
          <p:cNvSpPr/>
          <p:nvPr/>
        </p:nvSpPr>
        <p:spPr>
          <a:xfrm>
            <a:off x="6587088" y="7209649"/>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212" name="직사각형 211">
            <a:extLst>
              <a:ext uri="{FF2B5EF4-FFF2-40B4-BE49-F238E27FC236}">
                <a16:creationId xmlns:a16="http://schemas.microsoft.com/office/drawing/2014/main" id="{94F64FC1-394F-477D-8B46-F1A2FC29D604}"/>
              </a:ext>
            </a:extLst>
          </p:cNvPr>
          <p:cNvSpPr/>
          <p:nvPr/>
        </p:nvSpPr>
        <p:spPr>
          <a:xfrm>
            <a:off x="5686585" y="5989477"/>
            <a:ext cx="608651" cy="17691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13,000</a:t>
            </a:r>
          </a:p>
        </p:txBody>
      </p:sp>
      <p:graphicFrame>
        <p:nvGraphicFramePr>
          <p:cNvPr id="213" name="표 17">
            <a:extLst>
              <a:ext uri="{FF2B5EF4-FFF2-40B4-BE49-F238E27FC236}">
                <a16:creationId xmlns:a16="http://schemas.microsoft.com/office/drawing/2014/main" id="{8C98FE20-26C8-47B4-A435-02438BE236DA}"/>
              </a:ext>
            </a:extLst>
          </p:cNvPr>
          <p:cNvGraphicFramePr>
            <a:graphicFrameLocks noGrp="1"/>
          </p:cNvGraphicFramePr>
          <p:nvPr>
            <p:extLst>
              <p:ext uri="{D42A27DB-BD31-4B8C-83A1-F6EECF244321}">
                <p14:modId xmlns:p14="http://schemas.microsoft.com/office/powerpoint/2010/main" val="532834483"/>
              </p:ext>
            </p:extLst>
          </p:nvPr>
        </p:nvGraphicFramePr>
        <p:xfrm>
          <a:off x="4560269" y="3395044"/>
          <a:ext cx="3472494" cy="21336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판매 상품 코드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Me9-Shop-0032021</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bl>
          </a:graphicData>
        </a:graphic>
      </p:graphicFrame>
      <p:sp>
        <p:nvSpPr>
          <p:cNvPr id="214" name="TextBox 213">
            <a:extLst>
              <a:ext uri="{FF2B5EF4-FFF2-40B4-BE49-F238E27FC236}">
                <a16:creationId xmlns:a16="http://schemas.microsoft.com/office/drawing/2014/main" id="{35897E38-D46C-4E08-BB81-6EC0C202AE76}"/>
              </a:ext>
            </a:extLst>
          </p:cNvPr>
          <p:cNvSpPr txBox="1"/>
          <p:nvPr/>
        </p:nvSpPr>
        <p:spPr>
          <a:xfrm>
            <a:off x="4453451" y="3173039"/>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판매 상품 코드</a:t>
            </a:r>
            <a:endParaRPr lang="ko-KR" altLang="en-US" sz="900" dirty="0"/>
          </a:p>
        </p:txBody>
      </p:sp>
      <p:sp>
        <p:nvSpPr>
          <p:cNvPr id="215" name="TextBox 214">
            <a:extLst>
              <a:ext uri="{FF2B5EF4-FFF2-40B4-BE49-F238E27FC236}">
                <a16:creationId xmlns:a16="http://schemas.microsoft.com/office/drawing/2014/main" id="{770E20F3-D2E7-4FF6-B390-77F4AEDD5158}"/>
              </a:ext>
            </a:extLst>
          </p:cNvPr>
          <p:cNvSpPr txBox="1"/>
          <p:nvPr/>
        </p:nvSpPr>
        <p:spPr>
          <a:xfrm>
            <a:off x="4201459" y="2648226"/>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216" name="직사각형 215">
            <a:extLst>
              <a:ext uri="{FF2B5EF4-FFF2-40B4-BE49-F238E27FC236}">
                <a16:creationId xmlns:a16="http://schemas.microsoft.com/office/drawing/2014/main" id="{0728318C-0180-4698-80E4-F762151BF918}"/>
              </a:ext>
            </a:extLst>
          </p:cNvPr>
          <p:cNvSpPr/>
          <p:nvPr/>
        </p:nvSpPr>
        <p:spPr>
          <a:xfrm>
            <a:off x="5684055" y="6630017"/>
            <a:ext cx="608651" cy="17691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350</a:t>
            </a:r>
          </a:p>
        </p:txBody>
      </p:sp>
      <p:sp>
        <p:nvSpPr>
          <p:cNvPr id="217" name="직사각형 216">
            <a:extLst>
              <a:ext uri="{FF2B5EF4-FFF2-40B4-BE49-F238E27FC236}">
                <a16:creationId xmlns:a16="http://schemas.microsoft.com/office/drawing/2014/main" id="{47DA2342-A441-409A-934B-6427481505ED}"/>
              </a:ext>
            </a:extLst>
          </p:cNvPr>
          <p:cNvSpPr/>
          <p:nvPr/>
        </p:nvSpPr>
        <p:spPr>
          <a:xfrm>
            <a:off x="1500972" y="6445697"/>
            <a:ext cx="747427" cy="17691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350</a:t>
            </a:r>
          </a:p>
        </p:txBody>
      </p:sp>
      <p:sp>
        <p:nvSpPr>
          <p:cNvPr id="218" name="TextBox 217">
            <a:extLst>
              <a:ext uri="{FF2B5EF4-FFF2-40B4-BE49-F238E27FC236}">
                <a16:creationId xmlns:a16="http://schemas.microsoft.com/office/drawing/2014/main" id="{56B6F30F-D065-4FDE-8272-661A5DF65E44}"/>
              </a:ext>
            </a:extLst>
          </p:cNvPr>
          <p:cNvSpPr txBox="1"/>
          <p:nvPr/>
        </p:nvSpPr>
        <p:spPr>
          <a:xfrm>
            <a:off x="245451" y="6429023"/>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219" name="TextBox 218">
            <a:extLst>
              <a:ext uri="{FF2B5EF4-FFF2-40B4-BE49-F238E27FC236}">
                <a16:creationId xmlns:a16="http://schemas.microsoft.com/office/drawing/2014/main" id="{CEA7B63A-AB41-4A1A-AA7D-94DE6BA4D8BD}"/>
              </a:ext>
            </a:extLst>
          </p:cNvPr>
          <p:cNvSpPr txBox="1"/>
          <p:nvPr/>
        </p:nvSpPr>
        <p:spPr>
          <a:xfrm>
            <a:off x="4397962" y="4745575"/>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
        <p:nvSpPr>
          <p:cNvPr id="220" name="TextBox 219">
            <a:extLst>
              <a:ext uri="{FF2B5EF4-FFF2-40B4-BE49-F238E27FC236}">
                <a16:creationId xmlns:a16="http://schemas.microsoft.com/office/drawing/2014/main" id="{364464EF-4555-44D6-AAC7-B25C290CC283}"/>
              </a:ext>
            </a:extLst>
          </p:cNvPr>
          <p:cNvSpPr txBox="1"/>
          <p:nvPr/>
        </p:nvSpPr>
        <p:spPr>
          <a:xfrm>
            <a:off x="4397962" y="5986378"/>
            <a:ext cx="251992" cy="230832"/>
          </a:xfrm>
          <a:prstGeom prst="rect">
            <a:avLst/>
          </a:prstGeom>
          <a:solidFill>
            <a:srgbClr val="FF0000"/>
          </a:solidFill>
        </p:spPr>
        <p:txBody>
          <a:bodyPr wrap="none" rtlCol="0">
            <a:spAutoFit/>
          </a:bodyPr>
          <a:lstStyle/>
          <a:p>
            <a:r>
              <a:rPr lang="en-US" altLang="ko-KR" sz="900" b="1" dirty="0">
                <a:solidFill>
                  <a:schemeClr val="bg1"/>
                </a:solidFill>
              </a:rPr>
              <a:t>5</a:t>
            </a:r>
            <a:endParaRPr lang="ko-KR" altLang="en-US" sz="900" b="1" dirty="0">
              <a:solidFill>
                <a:schemeClr val="bg1"/>
              </a:solidFill>
            </a:endParaRPr>
          </a:p>
        </p:txBody>
      </p:sp>
      <p:sp>
        <p:nvSpPr>
          <p:cNvPr id="221" name="TextBox 220">
            <a:extLst>
              <a:ext uri="{FF2B5EF4-FFF2-40B4-BE49-F238E27FC236}">
                <a16:creationId xmlns:a16="http://schemas.microsoft.com/office/drawing/2014/main" id="{87532666-8391-46AE-AA1F-B344AA529922}"/>
              </a:ext>
            </a:extLst>
          </p:cNvPr>
          <p:cNvSpPr txBox="1"/>
          <p:nvPr/>
        </p:nvSpPr>
        <p:spPr>
          <a:xfrm>
            <a:off x="4397962" y="6296835"/>
            <a:ext cx="251992" cy="230832"/>
          </a:xfrm>
          <a:prstGeom prst="rect">
            <a:avLst/>
          </a:prstGeom>
          <a:solidFill>
            <a:srgbClr val="FF0000"/>
          </a:solidFill>
        </p:spPr>
        <p:txBody>
          <a:bodyPr wrap="none" rtlCol="0">
            <a:spAutoFit/>
          </a:bodyPr>
          <a:lstStyle/>
          <a:p>
            <a:r>
              <a:rPr lang="en-US" altLang="ko-KR" sz="900" b="1" dirty="0">
                <a:solidFill>
                  <a:schemeClr val="bg1"/>
                </a:solidFill>
              </a:rPr>
              <a:t>6</a:t>
            </a:r>
            <a:endParaRPr lang="ko-KR" altLang="en-US" sz="900" b="1" dirty="0">
              <a:solidFill>
                <a:schemeClr val="bg1"/>
              </a:solidFill>
            </a:endParaRPr>
          </a:p>
        </p:txBody>
      </p:sp>
      <p:sp>
        <p:nvSpPr>
          <p:cNvPr id="222" name="TextBox 221">
            <a:extLst>
              <a:ext uri="{FF2B5EF4-FFF2-40B4-BE49-F238E27FC236}">
                <a16:creationId xmlns:a16="http://schemas.microsoft.com/office/drawing/2014/main" id="{3CB9637B-7D3E-4A83-88F6-73AF661B295B}"/>
              </a:ext>
            </a:extLst>
          </p:cNvPr>
          <p:cNvSpPr txBox="1"/>
          <p:nvPr/>
        </p:nvSpPr>
        <p:spPr>
          <a:xfrm>
            <a:off x="4396349" y="6600159"/>
            <a:ext cx="251992" cy="230832"/>
          </a:xfrm>
          <a:prstGeom prst="rect">
            <a:avLst/>
          </a:prstGeom>
          <a:solidFill>
            <a:srgbClr val="FF0000"/>
          </a:solidFill>
        </p:spPr>
        <p:txBody>
          <a:bodyPr wrap="none" rtlCol="0">
            <a:spAutoFit/>
          </a:bodyPr>
          <a:lstStyle/>
          <a:p>
            <a:r>
              <a:rPr lang="en-US" altLang="ko-KR" sz="900" b="1" dirty="0">
                <a:solidFill>
                  <a:schemeClr val="bg1"/>
                </a:solidFill>
              </a:rPr>
              <a:t>7</a:t>
            </a:r>
            <a:endParaRPr lang="ko-KR" altLang="en-US" sz="900" b="1" dirty="0">
              <a:solidFill>
                <a:schemeClr val="bg1"/>
              </a:solidFill>
            </a:endParaRPr>
          </a:p>
        </p:txBody>
      </p:sp>
    </p:spTree>
    <p:extLst>
      <p:ext uri="{BB962C8B-B14F-4D97-AF65-F5344CB8AC3E}">
        <p14:creationId xmlns:p14="http://schemas.microsoft.com/office/powerpoint/2010/main" val="4046194848"/>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직사각형 4">
            <a:extLst>
              <a:ext uri="{FF2B5EF4-FFF2-40B4-BE49-F238E27FC236}">
                <a16:creationId xmlns:a16="http://schemas.microsoft.com/office/drawing/2014/main" id="{A44524A0-9BA7-47F0-8D56-28E021DC21E7}"/>
              </a:ext>
            </a:extLst>
          </p:cNvPr>
          <p:cNvSpPr/>
          <p:nvPr/>
        </p:nvSpPr>
        <p:spPr>
          <a:xfrm>
            <a:off x="535263" y="1282726"/>
            <a:ext cx="9226755" cy="7677030"/>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aphicFrame>
        <p:nvGraphicFramePr>
          <p:cNvPr id="6" name="표 5">
            <a:extLst>
              <a:ext uri="{FF2B5EF4-FFF2-40B4-BE49-F238E27FC236}">
                <a16:creationId xmlns:a16="http://schemas.microsoft.com/office/drawing/2014/main" id="{B8240B95-BB7E-4ADB-BBC8-2A43B6D40E3A}"/>
              </a:ext>
            </a:extLst>
          </p:cNvPr>
          <p:cNvGraphicFramePr>
            <a:graphicFrameLocks noGrp="1"/>
          </p:cNvGraphicFramePr>
          <p:nvPr>
            <p:extLst>
              <p:ext uri="{D42A27DB-BD31-4B8C-83A1-F6EECF244321}">
                <p14:modId xmlns:p14="http://schemas.microsoft.com/office/powerpoint/2010/main" val="3302527529"/>
              </p:ext>
            </p:extLst>
          </p:nvPr>
        </p:nvGraphicFramePr>
        <p:xfrm>
          <a:off x="696125" y="1690046"/>
          <a:ext cx="8880744" cy="243840"/>
        </p:xfrm>
        <a:graphic>
          <a:graphicData uri="http://schemas.openxmlformats.org/drawingml/2006/table">
            <a:tbl>
              <a:tblPr firstRow="1" bandRow="1">
                <a:tableStyleId>{5940675A-B579-460E-94D1-54222C63F5DA}</a:tableStyleId>
              </a:tblPr>
              <a:tblGrid>
                <a:gridCol w="2960248">
                  <a:extLst>
                    <a:ext uri="{9D8B030D-6E8A-4147-A177-3AD203B41FA5}">
                      <a16:colId xmlns:a16="http://schemas.microsoft.com/office/drawing/2014/main" val="3230482263"/>
                    </a:ext>
                  </a:extLst>
                </a:gridCol>
                <a:gridCol w="2960248">
                  <a:extLst>
                    <a:ext uri="{9D8B030D-6E8A-4147-A177-3AD203B41FA5}">
                      <a16:colId xmlns:a16="http://schemas.microsoft.com/office/drawing/2014/main" val="3730242496"/>
                    </a:ext>
                  </a:extLst>
                </a:gridCol>
                <a:gridCol w="2960248">
                  <a:extLst>
                    <a:ext uri="{9D8B030D-6E8A-4147-A177-3AD203B41FA5}">
                      <a16:colId xmlns:a16="http://schemas.microsoft.com/office/drawing/2014/main" val="844434264"/>
                    </a:ext>
                  </a:extLst>
                </a:gridCol>
              </a:tblGrid>
              <a:tr h="204698">
                <a:tc>
                  <a:txBody>
                    <a:bodyPr/>
                    <a:lstStyle/>
                    <a:p>
                      <a:pPr algn="ctr" latinLnBrk="1"/>
                      <a:r>
                        <a:rPr lang="ko-KR" altLang="en-US" sz="1000" b="0" dirty="0">
                          <a:solidFill>
                            <a:schemeClr val="tx1"/>
                          </a:solidFill>
                        </a:rPr>
                        <a:t>자사상품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0" dirty="0">
                          <a:solidFill>
                            <a:schemeClr val="tx1"/>
                          </a:solidFill>
                        </a:rPr>
                        <a:t>공유상품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1" dirty="0" err="1">
                          <a:solidFill>
                            <a:schemeClr val="bg1"/>
                          </a:solidFill>
                        </a:rPr>
                        <a:t>제휴상품</a:t>
                      </a:r>
                      <a:endParaRPr lang="ko-KR" altLang="en-US" sz="1000" b="1" dirty="0">
                        <a:solidFill>
                          <a:schemeClr val="bg1"/>
                        </a:solidFill>
                      </a:endParaRP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extLst>
                  <a:ext uri="{0D108BD9-81ED-4DB2-BD59-A6C34878D82A}">
                    <a16:rowId xmlns:a16="http://schemas.microsoft.com/office/drawing/2014/main" val="1226348592"/>
                  </a:ext>
                </a:extLst>
              </a:tr>
            </a:tbl>
          </a:graphicData>
        </a:graphic>
      </p:graphicFrame>
      <p:sp>
        <p:nvSpPr>
          <p:cNvPr id="135" name="TextBox 134">
            <a:extLst>
              <a:ext uri="{FF2B5EF4-FFF2-40B4-BE49-F238E27FC236}">
                <a16:creationId xmlns:a16="http://schemas.microsoft.com/office/drawing/2014/main" id="{50865FC0-C42B-4C86-98F1-D460FAE6568A}"/>
              </a:ext>
            </a:extLst>
          </p:cNvPr>
          <p:cNvSpPr txBox="1"/>
          <p:nvPr/>
        </p:nvSpPr>
        <p:spPr>
          <a:xfrm>
            <a:off x="636413" y="3462757"/>
            <a:ext cx="761547" cy="215444"/>
          </a:xfrm>
          <a:prstGeom prst="rect">
            <a:avLst/>
          </a:prstGeom>
          <a:noFill/>
        </p:spPr>
        <p:txBody>
          <a:bodyPr wrap="square" rtlCol="0">
            <a:spAutoFit/>
          </a:bodyPr>
          <a:lstStyle/>
          <a:p>
            <a:r>
              <a:rPr lang="ko-KR" altLang="en-US" sz="800" dirty="0"/>
              <a:t>총 </a:t>
            </a:r>
            <a:r>
              <a:rPr lang="en-US" altLang="ko-KR" sz="800" dirty="0"/>
              <a:t>00</a:t>
            </a:r>
            <a:r>
              <a:rPr lang="ko-KR" altLang="en-US" sz="800" dirty="0"/>
              <a:t>건</a:t>
            </a:r>
          </a:p>
        </p:txBody>
      </p:sp>
      <p:pic>
        <p:nvPicPr>
          <p:cNvPr id="246" name="Picture 2">
            <a:extLst>
              <a:ext uri="{FF2B5EF4-FFF2-40B4-BE49-F238E27FC236}">
                <a16:creationId xmlns:a16="http://schemas.microsoft.com/office/drawing/2014/main" id="{0C0D5AE0-6F57-41D5-8E54-495A920B90FE}"/>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925503" y="8279313"/>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47" name="직사각형 246">
            <a:extLst>
              <a:ext uri="{FF2B5EF4-FFF2-40B4-BE49-F238E27FC236}">
                <a16:creationId xmlns:a16="http://schemas.microsoft.com/office/drawing/2014/main" id="{D5090BE8-7CBA-435B-8D9C-7E36DE9130AC}"/>
              </a:ext>
            </a:extLst>
          </p:cNvPr>
          <p:cNvSpPr/>
          <p:nvPr/>
        </p:nvSpPr>
        <p:spPr>
          <a:xfrm>
            <a:off x="1575003" y="2140879"/>
            <a:ext cx="6073162"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248" name="직사각형 247">
            <a:extLst>
              <a:ext uri="{FF2B5EF4-FFF2-40B4-BE49-F238E27FC236}">
                <a16:creationId xmlns:a16="http://schemas.microsoft.com/office/drawing/2014/main" id="{6D48A4A8-C49E-4BFC-BA5E-16D35106DE3D}"/>
              </a:ext>
            </a:extLst>
          </p:cNvPr>
          <p:cNvSpPr/>
          <p:nvPr/>
        </p:nvSpPr>
        <p:spPr>
          <a:xfrm>
            <a:off x="8829792" y="2129756"/>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r>
              <a:rPr lang="ko-KR" altLang="en-US" sz="800" dirty="0">
                <a:solidFill>
                  <a:schemeClr val="bg1"/>
                </a:solidFill>
                <a:latin typeface="맑은 고딕" panose="020B0503020000020004" pitchFamily="50" charset="-127"/>
                <a:ea typeface="맑은 고딕" panose="020B0503020000020004" pitchFamily="50" charset="-127"/>
              </a:rPr>
              <a:t>▼</a:t>
            </a:r>
            <a:endParaRPr lang="en-US" altLang="ko-KR" sz="800" dirty="0">
              <a:solidFill>
                <a:schemeClr val="bg1"/>
              </a:solidFill>
            </a:endParaRPr>
          </a:p>
        </p:txBody>
      </p:sp>
      <p:sp>
        <p:nvSpPr>
          <p:cNvPr id="249" name="직사각형 248">
            <a:extLst>
              <a:ext uri="{FF2B5EF4-FFF2-40B4-BE49-F238E27FC236}">
                <a16:creationId xmlns:a16="http://schemas.microsoft.com/office/drawing/2014/main" id="{1470D61C-AD95-4FA0-B1AA-30AB9C515B1F}"/>
              </a:ext>
            </a:extLst>
          </p:cNvPr>
          <p:cNvSpPr/>
          <p:nvPr/>
        </p:nvSpPr>
        <p:spPr>
          <a:xfrm>
            <a:off x="1575002" y="2360307"/>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250" name="직사각형 249">
            <a:extLst>
              <a:ext uri="{FF2B5EF4-FFF2-40B4-BE49-F238E27FC236}">
                <a16:creationId xmlns:a16="http://schemas.microsoft.com/office/drawing/2014/main" id="{C9DBEA79-53A1-45D0-A661-7B06FEAADD01}"/>
              </a:ext>
            </a:extLst>
          </p:cNvPr>
          <p:cNvSpPr/>
          <p:nvPr/>
        </p:nvSpPr>
        <p:spPr>
          <a:xfrm>
            <a:off x="2404309" y="2360307"/>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graphicFrame>
        <p:nvGraphicFramePr>
          <p:cNvPr id="251" name="표 63">
            <a:extLst>
              <a:ext uri="{FF2B5EF4-FFF2-40B4-BE49-F238E27FC236}">
                <a16:creationId xmlns:a16="http://schemas.microsoft.com/office/drawing/2014/main" id="{6410365B-DBA0-4437-9D41-D46C726CEFDD}"/>
              </a:ext>
            </a:extLst>
          </p:cNvPr>
          <p:cNvGraphicFramePr>
            <a:graphicFrameLocks noGrp="1"/>
          </p:cNvGraphicFramePr>
          <p:nvPr>
            <p:extLst>
              <p:ext uri="{D42A27DB-BD31-4B8C-83A1-F6EECF244321}">
                <p14:modId xmlns:p14="http://schemas.microsoft.com/office/powerpoint/2010/main" val="4218746660"/>
              </p:ext>
            </p:extLst>
          </p:nvPr>
        </p:nvGraphicFramePr>
        <p:xfrm>
          <a:off x="696123" y="2117927"/>
          <a:ext cx="8880744" cy="1143000"/>
        </p:xfrm>
        <a:graphic>
          <a:graphicData uri="http://schemas.openxmlformats.org/drawingml/2006/table">
            <a:tbl>
              <a:tblPr firstRow="1" bandRow="1">
                <a:tableStyleId>{5940675A-B579-460E-94D1-54222C63F5DA}</a:tableStyleId>
              </a:tblPr>
              <a:tblGrid>
                <a:gridCol w="811955">
                  <a:extLst>
                    <a:ext uri="{9D8B030D-6E8A-4147-A177-3AD203B41FA5}">
                      <a16:colId xmlns:a16="http://schemas.microsoft.com/office/drawing/2014/main" val="3701388552"/>
                    </a:ext>
                  </a:extLst>
                </a:gridCol>
                <a:gridCol w="3620920">
                  <a:extLst>
                    <a:ext uri="{9D8B030D-6E8A-4147-A177-3AD203B41FA5}">
                      <a16:colId xmlns:a16="http://schemas.microsoft.com/office/drawing/2014/main" val="339215266"/>
                    </a:ext>
                  </a:extLst>
                </a:gridCol>
                <a:gridCol w="1120801">
                  <a:extLst>
                    <a:ext uri="{9D8B030D-6E8A-4147-A177-3AD203B41FA5}">
                      <a16:colId xmlns:a16="http://schemas.microsoft.com/office/drawing/2014/main" val="246205619"/>
                    </a:ext>
                  </a:extLst>
                </a:gridCol>
                <a:gridCol w="3327068">
                  <a:extLst>
                    <a:ext uri="{9D8B030D-6E8A-4147-A177-3AD203B41FA5}">
                      <a16:colId xmlns:a16="http://schemas.microsoft.com/office/drawing/2014/main" val="852871710"/>
                    </a:ext>
                  </a:extLst>
                </a:gridCol>
              </a:tblGrid>
              <a:tr h="0">
                <a:tc>
                  <a:txBody>
                    <a:bodyPr/>
                    <a:lstStyle/>
                    <a:p>
                      <a:pPr latinLnBrk="1"/>
                      <a:r>
                        <a:rPr lang="ko-KR" altLang="en-US" sz="900" dirty="0"/>
                        <a:t>상품명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a:txBody>
                    <a:bodyPr/>
                    <a:lstStyle/>
                    <a:p>
                      <a:pPr latinLnBrk="1"/>
                      <a:r>
                        <a:rPr lang="ko-KR" altLang="en-US" sz="900" dirty="0"/>
                        <a:t>상품분류</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944867"/>
                  </a:ext>
                </a:extLst>
              </a:tr>
              <a:tr h="0">
                <a:tc>
                  <a:txBody>
                    <a:bodyPr/>
                    <a:lstStyle/>
                    <a:p>
                      <a:pPr latinLnBrk="1"/>
                      <a:r>
                        <a:rPr lang="ko-KR" altLang="en-US" sz="900" dirty="0"/>
                        <a:t>판매요청</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r>
                        <a:rPr lang="en-US" altLang="ko-KR" sz="800" dirty="0"/>
                        <a:t> </a:t>
                      </a:r>
                      <a:r>
                        <a:rPr lang="ko-KR" altLang="en-US" sz="800" dirty="0"/>
                        <a:t>□ 판매요청     □ </a:t>
                      </a:r>
                      <a:r>
                        <a:rPr lang="ko-KR" altLang="en-US" sz="800" dirty="0" err="1"/>
                        <a:t>판매요청중</a:t>
                      </a:r>
                      <a:r>
                        <a:rPr lang="ko-KR" altLang="en-US" sz="800" dirty="0"/>
                        <a:t>      □ 판매허용     □  요청거부</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0059607"/>
                  </a:ext>
                </a:extLst>
              </a:tr>
              <a:tr h="0">
                <a:tc>
                  <a:txBody>
                    <a:bodyPr/>
                    <a:lstStyle/>
                    <a:p>
                      <a:pPr latinLnBrk="1"/>
                      <a:r>
                        <a:rPr lang="ko-KR" altLang="en-US" sz="900" dirty="0"/>
                        <a:t>판매자</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판매가격 범위</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r>
                        <a:rPr lang="en-US" altLang="ko-KR" sz="800" dirty="0"/>
                        <a:t>                           </a:t>
                      </a:r>
                      <a:r>
                        <a:rPr lang="ko-KR" altLang="en-US" sz="800" dirty="0"/>
                        <a:t>원  </a:t>
                      </a:r>
                      <a:r>
                        <a:rPr lang="en-US" altLang="ko-KR" sz="800" dirty="0"/>
                        <a:t>~                               </a:t>
                      </a:r>
                      <a:r>
                        <a:rPr lang="ko-KR" altLang="en-US" sz="800" dirty="0"/>
                        <a:t>원</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52891665"/>
                  </a:ext>
                </a:extLst>
              </a:tr>
              <a:tr h="0">
                <a:tc gridSpan="4">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88622143"/>
                  </a:ext>
                </a:extLst>
              </a:tr>
            </a:tbl>
          </a:graphicData>
        </a:graphic>
      </p:graphicFrame>
      <p:sp>
        <p:nvSpPr>
          <p:cNvPr id="252" name="직사각형 251">
            <a:extLst>
              <a:ext uri="{FF2B5EF4-FFF2-40B4-BE49-F238E27FC236}">
                <a16:creationId xmlns:a16="http://schemas.microsoft.com/office/drawing/2014/main" id="{469AA156-A502-4875-8CDC-D80BA6794893}"/>
              </a:ext>
            </a:extLst>
          </p:cNvPr>
          <p:cNvSpPr/>
          <p:nvPr/>
        </p:nvSpPr>
        <p:spPr>
          <a:xfrm>
            <a:off x="8829792" y="3049355"/>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253" name="직사각형 252">
            <a:extLst>
              <a:ext uri="{FF2B5EF4-FFF2-40B4-BE49-F238E27FC236}">
                <a16:creationId xmlns:a16="http://schemas.microsoft.com/office/drawing/2014/main" id="{6DF4221A-5500-4EE3-857A-8FCC34D677A3}"/>
              </a:ext>
            </a:extLst>
          </p:cNvPr>
          <p:cNvSpPr/>
          <p:nvPr/>
        </p:nvSpPr>
        <p:spPr>
          <a:xfrm>
            <a:off x="3233616" y="2354371"/>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세분류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254" name="직사각형 253">
            <a:extLst>
              <a:ext uri="{FF2B5EF4-FFF2-40B4-BE49-F238E27FC236}">
                <a16:creationId xmlns:a16="http://schemas.microsoft.com/office/drawing/2014/main" id="{9F0D1423-6245-47D1-A4F6-ABE6BF95B0E1}"/>
              </a:ext>
            </a:extLst>
          </p:cNvPr>
          <p:cNvSpPr/>
          <p:nvPr/>
        </p:nvSpPr>
        <p:spPr>
          <a:xfrm>
            <a:off x="1575612" y="2835601"/>
            <a:ext cx="2900460"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255" name="직사각형 254">
            <a:extLst>
              <a:ext uri="{FF2B5EF4-FFF2-40B4-BE49-F238E27FC236}">
                <a16:creationId xmlns:a16="http://schemas.microsoft.com/office/drawing/2014/main" id="{72576AD6-E574-4658-A0D0-131071B0425B}"/>
              </a:ext>
            </a:extLst>
          </p:cNvPr>
          <p:cNvSpPr/>
          <p:nvPr/>
        </p:nvSpPr>
        <p:spPr>
          <a:xfrm>
            <a:off x="6293190" y="2835601"/>
            <a:ext cx="98113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bg1">
                    <a:lumMod val="65000"/>
                  </a:schemeClr>
                </a:solidFill>
              </a:rPr>
              <a:t>10000</a:t>
            </a:r>
          </a:p>
        </p:txBody>
      </p:sp>
      <p:sp>
        <p:nvSpPr>
          <p:cNvPr id="256" name="직사각형 255">
            <a:extLst>
              <a:ext uri="{FF2B5EF4-FFF2-40B4-BE49-F238E27FC236}">
                <a16:creationId xmlns:a16="http://schemas.microsoft.com/office/drawing/2014/main" id="{F57678EE-4B91-4300-A5AC-CC9DB9AD8418}"/>
              </a:ext>
            </a:extLst>
          </p:cNvPr>
          <p:cNvSpPr/>
          <p:nvPr/>
        </p:nvSpPr>
        <p:spPr>
          <a:xfrm>
            <a:off x="7648164" y="2835601"/>
            <a:ext cx="98113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bg1">
                    <a:lumMod val="65000"/>
                  </a:schemeClr>
                </a:solidFill>
              </a:rPr>
              <a:t>50000</a:t>
            </a:r>
          </a:p>
        </p:txBody>
      </p:sp>
      <p:graphicFrame>
        <p:nvGraphicFramePr>
          <p:cNvPr id="244" name="표 243">
            <a:extLst>
              <a:ext uri="{FF2B5EF4-FFF2-40B4-BE49-F238E27FC236}">
                <a16:creationId xmlns:a16="http://schemas.microsoft.com/office/drawing/2014/main" id="{DF439B68-BF7A-4C90-BA2F-2B379AC79171}"/>
              </a:ext>
            </a:extLst>
          </p:cNvPr>
          <p:cNvGraphicFramePr>
            <a:graphicFrameLocks noGrp="1"/>
          </p:cNvGraphicFramePr>
          <p:nvPr>
            <p:extLst>
              <p:ext uri="{D42A27DB-BD31-4B8C-83A1-F6EECF244321}">
                <p14:modId xmlns:p14="http://schemas.microsoft.com/office/powerpoint/2010/main" val="3136431486"/>
              </p:ext>
            </p:extLst>
          </p:nvPr>
        </p:nvGraphicFramePr>
        <p:xfrm>
          <a:off x="10171774" y="22159"/>
          <a:ext cx="1979018" cy="40396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RF-02-04-05-7</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 상세페이지</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 상품 추가 </a:t>
                      </a:r>
                      <a:r>
                        <a:rPr lang="en-US" altLang="ko-KR" sz="800" dirty="0"/>
                        <a:t>&gt; </a:t>
                      </a:r>
                      <a:r>
                        <a:rPr lang="ko-KR" altLang="en-US" sz="800" dirty="0"/>
                        <a:t>제휴 상품 </a:t>
                      </a:r>
                      <a:r>
                        <a:rPr lang="ko-KR" altLang="en-US" sz="800" baseline="0" dirty="0"/>
                        <a:t>목록</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다른 회원들이 제휴한 </a:t>
                      </a:r>
                      <a:r>
                        <a:rPr lang="ko-KR" altLang="en-US" sz="800" dirty="0" err="1"/>
                        <a:t>제휴상품</a:t>
                      </a:r>
                      <a:r>
                        <a:rPr lang="ko-KR" altLang="en-US" sz="800" dirty="0"/>
                        <a:t> 목록</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상품의 상세 정보를 볼 수 있는 </a:t>
                      </a:r>
                      <a:r>
                        <a:rPr lang="ko-KR" altLang="en-US" sz="800" b="0" dirty="0" err="1">
                          <a:solidFill>
                            <a:schemeClr val="tx1"/>
                          </a:solidFill>
                        </a:rPr>
                        <a:t>팝업창을</a:t>
                      </a:r>
                      <a:r>
                        <a:rPr lang="ko-KR" altLang="en-US" sz="800" b="0" dirty="0">
                          <a:solidFill>
                            <a:schemeClr val="tx1"/>
                          </a:solidFill>
                        </a:rPr>
                        <a:t> 생성한다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RF-02-04-05-10</a:t>
                      </a:r>
                      <a:r>
                        <a:rPr lang="en-US" altLang="ko-KR" sz="800" b="0" baseline="0" dirty="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5541968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제휴한 회원에게 판매 허가를 요청 할 수 있는 </a:t>
                      </a:r>
                      <a:r>
                        <a:rPr lang="ko-KR" altLang="en-US" sz="800" b="0" dirty="0" err="1">
                          <a:solidFill>
                            <a:schemeClr val="tx1"/>
                          </a:solidFill>
                        </a:rPr>
                        <a:t>팝업창을</a:t>
                      </a:r>
                      <a:r>
                        <a:rPr lang="ko-KR" altLang="en-US" sz="800" b="0" dirty="0">
                          <a:solidFill>
                            <a:schemeClr val="tx1"/>
                          </a:solidFill>
                        </a:rPr>
                        <a:t> 생성한다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RF-02-04-05-8</a:t>
                      </a:r>
                      <a:r>
                        <a:rPr lang="en-US" altLang="ko-KR" sz="800" b="0" baseline="0" dirty="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13727497"/>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판매할 상품으로 추가할 수 있는 </a:t>
                      </a:r>
                      <a:r>
                        <a:rPr lang="ko-KR" altLang="en-US" sz="800" dirty="0" err="1"/>
                        <a:t>팝업창을</a:t>
                      </a:r>
                      <a:r>
                        <a:rPr lang="ko-KR" altLang="en-US" sz="800" dirty="0"/>
                        <a:t> 생성한다</a:t>
                      </a:r>
                      <a:r>
                        <a:rPr lang="en-US" altLang="ko-KR" sz="800" dirty="0"/>
                        <a:t>.</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RF-02-04-05-9</a:t>
                      </a:r>
                      <a:r>
                        <a:rPr lang="ko-KR" altLang="en-US" sz="800" baseline="0" dirty="0"/>
                        <a:t> 참고</a:t>
                      </a:r>
                      <a:endParaRPr lang="en-US" altLang="ko-KR" sz="800" baseline="0"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aseline="0"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1" baseline="0" dirty="0">
                          <a:solidFill>
                            <a:srgbClr val="FF0000"/>
                          </a:solidFill>
                        </a:rPr>
                        <a:t>※ </a:t>
                      </a:r>
                      <a:r>
                        <a:rPr lang="ko-KR" altLang="en-US" sz="800" b="1" baseline="0" dirty="0">
                          <a:solidFill>
                            <a:srgbClr val="FF0000"/>
                          </a:solidFill>
                        </a:rPr>
                        <a:t>자사 </a:t>
                      </a:r>
                      <a:r>
                        <a:rPr lang="en-US" altLang="ko-KR" sz="800" b="1" baseline="0" dirty="0">
                          <a:solidFill>
                            <a:srgbClr val="FF0000"/>
                          </a:solidFill>
                        </a:rPr>
                        <a:t>PG</a:t>
                      </a:r>
                      <a:r>
                        <a:rPr lang="ko-KR" altLang="en-US" sz="800" b="1" baseline="0" dirty="0">
                          <a:solidFill>
                            <a:srgbClr val="FF0000"/>
                          </a:solidFill>
                        </a:rPr>
                        <a:t>를 사용하는 </a:t>
                      </a:r>
                      <a:r>
                        <a:rPr lang="en-US" altLang="ko-KR" sz="800" b="1" baseline="0" dirty="0">
                          <a:solidFill>
                            <a:srgbClr val="FF0000"/>
                          </a:solidFill>
                        </a:rPr>
                        <a:t>Shop</a:t>
                      </a:r>
                      <a:r>
                        <a:rPr lang="ko-KR" altLang="en-US" sz="800" b="1" baseline="0" dirty="0">
                          <a:solidFill>
                            <a:srgbClr val="FF0000"/>
                          </a:solidFill>
                        </a:rPr>
                        <a:t>채널일 경우에는 공유상품과 제휴상품을 판매할 수 없으므로 탭영역을 </a:t>
                      </a:r>
                      <a:r>
                        <a:rPr lang="ko-KR" altLang="en-US" sz="800" b="1" baseline="0" dirty="0" err="1">
                          <a:solidFill>
                            <a:srgbClr val="FF0000"/>
                          </a:solidFill>
                        </a:rPr>
                        <a:t>블록처리한다</a:t>
                      </a:r>
                      <a:r>
                        <a:rPr lang="en-US" altLang="ko-KR" sz="800" b="1" baseline="0" dirty="0">
                          <a:solidFill>
                            <a:srgbClr val="FF0000"/>
                          </a:solidFill>
                        </a:rPr>
                        <a:t>. ( </a:t>
                      </a:r>
                      <a:r>
                        <a:rPr lang="ko-KR" altLang="en-US" sz="800" b="1" baseline="0" dirty="0">
                          <a:solidFill>
                            <a:srgbClr val="FF0000"/>
                          </a:solidFill>
                        </a:rPr>
                        <a:t>클릭해도 페이지 이동을 못하게 한다</a:t>
                      </a:r>
                      <a:r>
                        <a:rPr lang="en-US" altLang="ko-KR" sz="800" b="1" baseline="0" dirty="0">
                          <a:solidFill>
                            <a:srgbClr val="FF0000"/>
                          </a:solidFill>
                        </a:rPr>
                        <a:t>. )</a:t>
                      </a:r>
                      <a:endParaRPr lang="ko-KR" altLang="en-US" sz="800" b="1" dirty="0">
                        <a:solidFill>
                          <a:srgbClr val="FF0000"/>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29711274"/>
                  </a:ext>
                </a:extLst>
              </a:tr>
            </a:tbl>
          </a:graphicData>
        </a:graphic>
      </p:graphicFrame>
      <p:graphicFrame>
        <p:nvGraphicFramePr>
          <p:cNvPr id="260" name="표 259">
            <a:extLst>
              <a:ext uri="{FF2B5EF4-FFF2-40B4-BE49-F238E27FC236}">
                <a16:creationId xmlns:a16="http://schemas.microsoft.com/office/drawing/2014/main" id="{DC30C321-E8FF-4FB5-BAB8-4C18C8D4EB09}"/>
              </a:ext>
            </a:extLst>
          </p:cNvPr>
          <p:cNvGraphicFramePr>
            <a:graphicFrameLocks noGrp="1"/>
          </p:cNvGraphicFramePr>
          <p:nvPr>
            <p:extLst>
              <p:ext uri="{D42A27DB-BD31-4B8C-83A1-F6EECF244321}">
                <p14:modId xmlns:p14="http://schemas.microsoft.com/office/powerpoint/2010/main" val="217426453"/>
              </p:ext>
            </p:extLst>
          </p:nvPr>
        </p:nvGraphicFramePr>
        <p:xfrm>
          <a:off x="696123" y="3710430"/>
          <a:ext cx="9002151" cy="4236720"/>
        </p:xfrm>
        <a:graphic>
          <a:graphicData uri="http://schemas.openxmlformats.org/drawingml/2006/table">
            <a:tbl>
              <a:tblPr firstRow="1" bandRow="1">
                <a:tableStyleId>{5C22544A-7EE6-4342-B048-85BDC9FD1C3A}</a:tableStyleId>
              </a:tblPr>
              <a:tblGrid>
                <a:gridCol w="429817">
                  <a:extLst>
                    <a:ext uri="{9D8B030D-6E8A-4147-A177-3AD203B41FA5}">
                      <a16:colId xmlns:a16="http://schemas.microsoft.com/office/drawing/2014/main" val="401447903"/>
                    </a:ext>
                  </a:extLst>
                </a:gridCol>
                <a:gridCol w="637619">
                  <a:extLst>
                    <a:ext uri="{9D8B030D-6E8A-4147-A177-3AD203B41FA5}">
                      <a16:colId xmlns:a16="http://schemas.microsoft.com/office/drawing/2014/main" val="20000"/>
                    </a:ext>
                  </a:extLst>
                </a:gridCol>
                <a:gridCol w="1951643">
                  <a:extLst>
                    <a:ext uri="{9D8B030D-6E8A-4147-A177-3AD203B41FA5}">
                      <a16:colId xmlns:a16="http://schemas.microsoft.com/office/drawing/2014/main" val="20003"/>
                    </a:ext>
                  </a:extLst>
                </a:gridCol>
                <a:gridCol w="668655">
                  <a:extLst>
                    <a:ext uri="{9D8B030D-6E8A-4147-A177-3AD203B41FA5}">
                      <a16:colId xmlns:a16="http://schemas.microsoft.com/office/drawing/2014/main" val="20004"/>
                    </a:ext>
                  </a:extLst>
                </a:gridCol>
                <a:gridCol w="989463">
                  <a:extLst>
                    <a:ext uri="{9D8B030D-6E8A-4147-A177-3AD203B41FA5}">
                      <a16:colId xmlns:a16="http://schemas.microsoft.com/office/drawing/2014/main" val="20005"/>
                    </a:ext>
                  </a:extLst>
                </a:gridCol>
                <a:gridCol w="625793">
                  <a:extLst>
                    <a:ext uri="{9D8B030D-6E8A-4147-A177-3AD203B41FA5}">
                      <a16:colId xmlns:a16="http://schemas.microsoft.com/office/drawing/2014/main" val="778310949"/>
                    </a:ext>
                  </a:extLst>
                </a:gridCol>
                <a:gridCol w="1062355">
                  <a:extLst>
                    <a:ext uri="{9D8B030D-6E8A-4147-A177-3AD203B41FA5}">
                      <a16:colId xmlns:a16="http://schemas.microsoft.com/office/drawing/2014/main" val="1213163005"/>
                    </a:ext>
                  </a:extLst>
                </a:gridCol>
                <a:gridCol w="584204">
                  <a:extLst>
                    <a:ext uri="{9D8B030D-6E8A-4147-A177-3AD203B41FA5}">
                      <a16:colId xmlns:a16="http://schemas.microsoft.com/office/drawing/2014/main" val="20006"/>
                    </a:ext>
                  </a:extLst>
                </a:gridCol>
                <a:gridCol w="624871">
                  <a:extLst>
                    <a:ext uri="{9D8B030D-6E8A-4147-A177-3AD203B41FA5}">
                      <a16:colId xmlns:a16="http://schemas.microsoft.com/office/drawing/2014/main" val="20009"/>
                    </a:ext>
                  </a:extLst>
                </a:gridCol>
                <a:gridCol w="763870">
                  <a:extLst>
                    <a:ext uri="{9D8B030D-6E8A-4147-A177-3AD203B41FA5}">
                      <a16:colId xmlns:a16="http://schemas.microsoft.com/office/drawing/2014/main" val="2179269706"/>
                    </a:ext>
                  </a:extLst>
                </a:gridCol>
                <a:gridCol w="663861">
                  <a:extLst>
                    <a:ext uri="{9D8B030D-6E8A-4147-A177-3AD203B41FA5}">
                      <a16:colId xmlns:a16="http://schemas.microsoft.com/office/drawing/2014/main" val="531070748"/>
                    </a:ext>
                  </a:extLst>
                </a:gridCol>
              </a:tblGrid>
              <a:tr h="0">
                <a:tc>
                  <a:txBody>
                    <a:bodyPr/>
                    <a:lstStyle/>
                    <a:p>
                      <a:pPr algn="ctr" latinLnBrk="1"/>
                      <a:r>
                        <a:rPr lang="en-US" altLang="ko-KR" sz="800" b="0" dirty="0">
                          <a:solidFill>
                            <a:schemeClr val="tx1"/>
                          </a:solidFill>
                        </a:rPr>
                        <a:t>No</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재고</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판매형태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이익금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상세보기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판매요청</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상품추가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3433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a20392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상품판매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3,500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1,500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3432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a20321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위탁판매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a:t>
                      </a:r>
                      <a:r>
                        <a:rPr lang="ko-KR" altLang="en-US" sz="800" b="0" dirty="0">
                          <a:solidFill>
                            <a:schemeClr val="tx1"/>
                          </a:solidFill>
                        </a:rPr>
                        <a:t>최소가</a:t>
                      </a:r>
                      <a:r>
                        <a:rPr lang="en-US" altLang="ko-KR" sz="800" b="0" dirty="0">
                          <a:solidFill>
                            <a:schemeClr val="tx1"/>
                          </a:solidFill>
                        </a:rPr>
                        <a:t>) 11,550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3431</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a20320</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위탁판매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a:t>
                      </a:r>
                      <a:r>
                        <a:rPr lang="ko-KR" altLang="en-US" sz="800" b="0" dirty="0">
                          <a:solidFill>
                            <a:schemeClr val="tx1"/>
                          </a:solidFill>
                        </a:rPr>
                        <a:t>최소가</a:t>
                      </a:r>
                      <a:r>
                        <a:rPr lang="en-US" altLang="ko-KR" sz="800" b="0" dirty="0">
                          <a:solidFill>
                            <a:schemeClr val="tx1"/>
                          </a:solidFill>
                        </a:rPr>
                        <a:t>) 11,550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algn="ctr" latinLnBrk="1"/>
                      <a:r>
                        <a:rPr lang="en-US" altLang="ko-KR" sz="800" b="0" dirty="0">
                          <a:solidFill>
                            <a:schemeClr val="tx1"/>
                          </a:solidFill>
                        </a:rPr>
                        <a:t>3430</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A20222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6792756"/>
                  </a:ext>
                </a:extLst>
              </a:tr>
              <a:tr h="0">
                <a:tc>
                  <a:txBody>
                    <a:bodyPr/>
                    <a:lstStyle/>
                    <a:p>
                      <a:pPr algn="ctr" latinLnBrk="1"/>
                      <a:r>
                        <a:rPr lang="en-US" altLang="ko-KR" sz="800" b="0" dirty="0">
                          <a:solidFill>
                            <a:schemeClr val="tx1"/>
                          </a:solidFill>
                        </a:rPr>
                        <a:t>3429</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B20321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12,000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60545407"/>
                  </a:ext>
                </a:extLst>
              </a:tr>
              <a:tr h="0">
                <a:tc>
                  <a:txBody>
                    <a:bodyPr/>
                    <a:lstStyle/>
                    <a:p>
                      <a:pPr algn="ctr" latinLnBrk="1"/>
                      <a:r>
                        <a:rPr lang="en-US" altLang="ko-KR" sz="800" b="0" dirty="0">
                          <a:solidFill>
                            <a:schemeClr val="tx1"/>
                          </a:solidFill>
                        </a:rPr>
                        <a:t>3428</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C20320</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위탁판매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a:t>
                      </a:r>
                      <a:r>
                        <a:rPr lang="ko-KR" altLang="en-US" sz="800" b="0" dirty="0">
                          <a:solidFill>
                            <a:schemeClr val="tx1"/>
                          </a:solidFill>
                        </a:rPr>
                        <a:t>최소가</a:t>
                      </a:r>
                      <a:r>
                        <a:rPr lang="en-US" altLang="ko-KR" sz="800" b="0" dirty="0">
                          <a:solidFill>
                            <a:schemeClr val="tx1"/>
                          </a:solidFill>
                        </a:rPr>
                        <a:t>) 11,550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73000931"/>
                  </a:ext>
                </a:extLst>
              </a:tr>
              <a:tr h="0">
                <a:tc>
                  <a:txBody>
                    <a:bodyPr/>
                    <a:lstStyle/>
                    <a:p>
                      <a:pPr algn="ctr" latinLnBrk="1"/>
                      <a:r>
                        <a:rPr lang="en-US" altLang="ko-KR" sz="800" b="0" dirty="0">
                          <a:solidFill>
                            <a:schemeClr val="tx1"/>
                          </a:solidFill>
                        </a:rPr>
                        <a:t>3427</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E20392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위탁판매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a:t>
                      </a:r>
                      <a:r>
                        <a:rPr lang="ko-KR" altLang="en-US" sz="800" b="0" dirty="0">
                          <a:solidFill>
                            <a:schemeClr val="tx1"/>
                          </a:solidFill>
                        </a:rPr>
                        <a:t>최소가</a:t>
                      </a:r>
                      <a:r>
                        <a:rPr lang="en-US" altLang="ko-KR" sz="800" b="0" dirty="0">
                          <a:solidFill>
                            <a:schemeClr val="tx1"/>
                          </a:solidFill>
                        </a:rPr>
                        <a:t>) 11,550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14774640"/>
                  </a:ext>
                </a:extLst>
              </a:tr>
              <a:tr h="0">
                <a:tc>
                  <a:txBody>
                    <a:bodyPr/>
                    <a:lstStyle/>
                    <a:p>
                      <a:pPr algn="ctr" latinLnBrk="1"/>
                      <a:r>
                        <a:rPr lang="en-US" altLang="ko-KR" sz="800" b="0" dirty="0">
                          <a:solidFill>
                            <a:schemeClr val="tx1"/>
                          </a:solidFill>
                        </a:rPr>
                        <a:t>3426</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F20212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위탁판매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a:t>
                      </a:r>
                      <a:r>
                        <a:rPr lang="ko-KR" altLang="en-US" sz="800" b="0" dirty="0">
                          <a:solidFill>
                            <a:schemeClr val="tx1"/>
                          </a:solidFill>
                        </a:rPr>
                        <a:t>최소가</a:t>
                      </a:r>
                      <a:r>
                        <a:rPr lang="en-US" altLang="ko-KR" sz="800" b="0" dirty="0">
                          <a:solidFill>
                            <a:schemeClr val="tx1"/>
                          </a:solidFill>
                        </a:rPr>
                        <a:t>) 11,550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40055972"/>
                  </a:ext>
                </a:extLst>
              </a:tr>
              <a:tr h="0">
                <a:tc>
                  <a:txBody>
                    <a:bodyPr/>
                    <a:lstStyle/>
                    <a:p>
                      <a:pPr algn="ctr" latinLnBrk="1"/>
                      <a:r>
                        <a:rPr lang="en-US" altLang="ko-KR" sz="800" b="0" dirty="0">
                          <a:solidFill>
                            <a:schemeClr val="tx1"/>
                          </a:solidFill>
                        </a:rPr>
                        <a:t>3425</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Z20321</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위탁판매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a:t>
                      </a:r>
                      <a:r>
                        <a:rPr lang="ko-KR" altLang="en-US" sz="800" b="0" dirty="0">
                          <a:solidFill>
                            <a:schemeClr val="tx1"/>
                          </a:solidFill>
                        </a:rPr>
                        <a:t>최소가</a:t>
                      </a:r>
                      <a:r>
                        <a:rPr lang="en-US" altLang="ko-KR" sz="800" b="0" dirty="0">
                          <a:solidFill>
                            <a:schemeClr val="tx1"/>
                          </a:solidFill>
                        </a:rPr>
                        <a:t>) 11,550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64757641"/>
                  </a:ext>
                </a:extLst>
              </a:tr>
              <a:tr h="0">
                <a:tc>
                  <a:txBody>
                    <a:bodyPr/>
                    <a:lstStyle/>
                    <a:p>
                      <a:pPr algn="ctr" latinLnBrk="1"/>
                      <a:r>
                        <a:rPr lang="en-US" altLang="ko-KR" sz="800" b="0" dirty="0">
                          <a:solidFill>
                            <a:schemeClr val="tx1"/>
                          </a:solidFill>
                        </a:rPr>
                        <a:t>3424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A20200</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5,500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94086906"/>
                  </a:ext>
                </a:extLst>
              </a:tr>
              <a:tr h="0">
                <a:tc>
                  <a:txBody>
                    <a:bodyPr/>
                    <a:lstStyle/>
                    <a:p>
                      <a:pPr algn="ctr" latinLnBrk="1"/>
                      <a:r>
                        <a:rPr lang="en-US" altLang="ko-KR" sz="800" b="0" dirty="0">
                          <a:solidFill>
                            <a:schemeClr val="tx1"/>
                          </a:solidFill>
                        </a:rPr>
                        <a:t>3423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A20333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3,800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800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61936248"/>
                  </a:ext>
                </a:extLst>
              </a:tr>
              <a:tr h="0">
                <a:tc>
                  <a:txBody>
                    <a:bodyPr/>
                    <a:lstStyle/>
                    <a:p>
                      <a:pPr algn="ctr" latinLnBrk="1"/>
                      <a:r>
                        <a:rPr lang="en-US" altLang="ko-KR" sz="800" b="0" dirty="0">
                          <a:solidFill>
                            <a:schemeClr val="tx1"/>
                          </a:solidFill>
                        </a:rPr>
                        <a:t>3422</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E20312</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상품판매</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12,000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83094304"/>
                  </a:ext>
                </a:extLst>
              </a:tr>
            </a:tbl>
          </a:graphicData>
        </a:graphic>
      </p:graphicFrame>
      <p:grpSp>
        <p:nvGrpSpPr>
          <p:cNvPr id="137" name="그룹 136">
            <a:extLst>
              <a:ext uri="{FF2B5EF4-FFF2-40B4-BE49-F238E27FC236}">
                <a16:creationId xmlns:a16="http://schemas.microsoft.com/office/drawing/2014/main" id="{F311BEFC-8921-4916-9A74-E871B4327F12}"/>
              </a:ext>
            </a:extLst>
          </p:cNvPr>
          <p:cNvGrpSpPr/>
          <p:nvPr/>
        </p:nvGrpSpPr>
        <p:grpSpPr>
          <a:xfrm>
            <a:off x="1768434" y="3924777"/>
            <a:ext cx="2414206" cy="338554"/>
            <a:chOff x="1237833" y="3417650"/>
            <a:chExt cx="1708480" cy="338554"/>
          </a:xfrm>
        </p:grpSpPr>
        <p:grpSp>
          <p:nvGrpSpPr>
            <p:cNvPr id="138" name="그룹 137">
              <a:extLst>
                <a:ext uri="{FF2B5EF4-FFF2-40B4-BE49-F238E27FC236}">
                  <a16:creationId xmlns:a16="http://schemas.microsoft.com/office/drawing/2014/main" id="{56747037-A615-49F6-8CFE-4A96E0FE17E9}"/>
                </a:ext>
              </a:extLst>
            </p:cNvPr>
            <p:cNvGrpSpPr/>
            <p:nvPr/>
          </p:nvGrpSpPr>
          <p:grpSpPr>
            <a:xfrm>
              <a:off x="1237833" y="3462866"/>
              <a:ext cx="378630" cy="248122"/>
              <a:chOff x="2681976" y="1955121"/>
              <a:chExt cx="1993118" cy="596970"/>
            </a:xfrm>
          </p:grpSpPr>
          <p:sp>
            <p:nvSpPr>
              <p:cNvPr id="140" name="Border">
                <a:extLst>
                  <a:ext uri="{FF2B5EF4-FFF2-40B4-BE49-F238E27FC236}">
                    <a16:creationId xmlns:a16="http://schemas.microsoft.com/office/drawing/2014/main" id="{24AA435E-1E2E-4FB5-88F9-CAB7B361EF08}"/>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1" name="Line 2">
                <a:extLst>
                  <a:ext uri="{FF2B5EF4-FFF2-40B4-BE49-F238E27FC236}">
                    <a16:creationId xmlns:a16="http://schemas.microsoft.com/office/drawing/2014/main" id="{901BDDE1-4317-4399-B816-D6307790D2BB}"/>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2" name="Line 1">
                <a:extLst>
                  <a:ext uri="{FF2B5EF4-FFF2-40B4-BE49-F238E27FC236}">
                    <a16:creationId xmlns:a16="http://schemas.microsoft.com/office/drawing/2014/main" id="{2180F973-B2A8-4E5A-AE08-533BD461389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3" name="TextBox 142">
                <a:extLst>
                  <a:ext uri="{FF2B5EF4-FFF2-40B4-BE49-F238E27FC236}">
                    <a16:creationId xmlns:a16="http://schemas.microsoft.com/office/drawing/2014/main" id="{7940BF44-CD7F-499D-ACC9-4DA2F3F203D5}"/>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39" name="직사각형 138">
              <a:extLst>
                <a:ext uri="{FF2B5EF4-FFF2-40B4-BE49-F238E27FC236}">
                  <a16:creationId xmlns:a16="http://schemas.microsoft.com/office/drawing/2014/main" id="{3F6E7446-F909-45B1-8BEA-DABE368C9A10}"/>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144" name="그룹 143">
            <a:extLst>
              <a:ext uri="{FF2B5EF4-FFF2-40B4-BE49-F238E27FC236}">
                <a16:creationId xmlns:a16="http://schemas.microsoft.com/office/drawing/2014/main" id="{174DA87C-84D8-4D57-A474-328F3714FBC9}"/>
              </a:ext>
            </a:extLst>
          </p:cNvPr>
          <p:cNvGrpSpPr/>
          <p:nvPr/>
        </p:nvGrpSpPr>
        <p:grpSpPr>
          <a:xfrm>
            <a:off x="1759725" y="4258913"/>
            <a:ext cx="2414206" cy="338554"/>
            <a:chOff x="1237833" y="3417650"/>
            <a:chExt cx="1708480" cy="338554"/>
          </a:xfrm>
        </p:grpSpPr>
        <p:grpSp>
          <p:nvGrpSpPr>
            <p:cNvPr id="145" name="그룹 144">
              <a:extLst>
                <a:ext uri="{FF2B5EF4-FFF2-40B4-BE49-F238E27FC236}">
                  <a16:creationId xmlns:a16="http://schemas.microsoft.com/office/drawing/2014/main" id="{7B55DCB4-0E5F-418B-8197-7033AB148DD1}"/>
                </a:ext>
              </a:extLst>
            </p:cNvPr>
            <p:cNvGrpSpPr/>
            <p:nvPr/>
          </p:nvGrpSpPr>
          <p:grpSpPr>
            <a:xfrm>
              <a:off x="1237833" y="3462866"/>
              <a:ext cx="378630" cy="248122"/>
              <a:chOff x="2681976" y="1955121"/>
              <a:chExt cx="1993118" cy="596970"/>
            </a:xfrm>
          </p:grpSpPr>
          <p:sp>
            <p:nvSpPr>
              <p:cNvPr id="147" name="Border">
                <a:extLst>
                  <a:ext uri="{FF2B5EF4-FFF2-40B4-BE49-F238E27FC236}">
                    <a16:creationId xmlns:a16="http://schemas.microsoft.com/office/drawing/2014/main" id="{FC0F8259-7C4F-44DA-8723-9C3A004C899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8" name="Line 2">
                <a:extLst>
                  <a:ext uri="{FF2B5EF4-FFF2-40B4-BE49-F238E27FC236}">
                    <a16:creationId xmlns:a16="http://schemas.microsoft.com/office/drawing/2014/main" id="{04D0CD60-2F47-429E-86A5-07909D17C23B}"/>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9" name="Line 1">
                <a:extLst>
                  <a:ext uri="{FF2B5EF4-FFF2-40B4-BE49-F238E27FC236}">
                    <a16:creationId xmlns:a16="http://schemas.microsoft.com/office/drawing/2014/main" id="{A9600984-1EBA-4D28-B9BC-07AFC73DBF1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0" name="TextBox 149">
                <a:extLst>
                  <a:ext uri="{FF2B5EF4-FFF2-40B4-BE49-F238E27FC236}">
                    <a16:creationId xmlns:a16="http://schemas.microsoft.com/office/drawing/2014/main" id="{1EE5855F-51E6-4BC8-A05C-EF8F7F760D06}"/>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46" name="직사각형 145">
              <a:extLst>
                <a:ext uri="{FF2B5EF4-FFF2-40B4-BE49-F238E27FC236}">
                  <a16:creationId xmlns:a16="http://schemas.microsoft.com/office/drawing/2014/main" id="{E965A16A-F74D-4986-A7AB-5FE2496B7B45}"/>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151" name="그룹 150">
            <a:extLst>
              <a:ext uri="{FF2B5EF4-FFF2-40B4-BE49-F238E27FC236}">
                <a16:creationId xmlns:a16="http://schemas.microsoft.com/office/drawing/2014/main" id="{C939AD66-B200-4353-BAF1-24404065DF6C}"/>
              </a:ext>
            </a:extLst>
          </p:cNvPr>
          <p:cNvGrpSpPr/>
          <p:nvPr/>
        </p:nvGrpSpPr>
        <p:grpSpPr>
          <a:xfrm>
            <a:off x="1764431" y="4595199"/>
            <a:ext cx="2414206" cy="338554"/>
            <a:chOff x="1237833" y="3417650"/>
            <a:chExt cx="1708480" cy="338554"/>
          </a:xfrm>
        </p:grpSpPr>
        <p:grpSp>
          <p:nvGrpSpPr>
            <p:cNvPr id="152" name="그룹 151">
              <a:extLst>
                <a:ext uri="{FF2B5EF4-FFF2-40B4-BE49-F238E27FC236}">
                  <a16:creationId xmlns:a16="http://schemas.microsoft.com/office/drawing/2014/main" id="{C8C36DF0-6A0D-4562-B335-8DA74F6BC1BE}"/>
                </a:ext>
              </a:extLst>
            </p:cNvPr>
            <p:cNvGrpSpPr/>
            <p:nvPr/>
          </p:nvGrpSpPr>
          <p:grpSpPr>
            <a:xfrm>
              <a:off x="1237833" y="3462866"/>
              <a:ext cx="378630" cy="248122"/>
              <a:chOff x="2681976" y="1955121"/>
              <a:chExt cx="1993118" cy="596970"/>
            </a:xfrm>
          </p:grpSpPr>
          <p:sp>
            <p:nvSpPr>
              <p:cNvPr id="154" name="Border">
                <a:extLst>
                  <a:ext uri="{FF2B5EF4-FFF2-40B4-BE49-F238E27FC236}">
                    <a16:creationId xmlns:a16="http://schemas.microsoft.com/office/drawing/2014/main" id="{286B96C5-9C33-4E3E-B9A3-A346F46B2BB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5" name="Line 2">
                <a:extLst>
                  <a:ext uri="{FF2B5EF4-FFF2-40B4-BE49-F238E27FC236}">
                    <a16:creationId xmlns:a16="http://schemas.microsoft.com/office/drawing/2014/main" id="{E730F742-978B-4E74-A9E5-278D22C2DE4A}"/>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6" name="Line 1">
                <a:extLst>
                  <a:ext uri="{FF2B5EF4-FFF2-40B4-BE49-F238E27FC236}">
                    <a16:creationId xmlns:a16="http://schemas.microsoft.com/office/drawing/2014/main" id="{B08F393B-60FB-421B-B17B-4867B75D3B10}"/>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7" name="TextBox 156">
                <a:extLst>
                  <a:ext uri="{FF2B5EF4-FFF2-40B4-BE49-F238E27FC236}">
                    <a16:creationId xmlns:a16="http://schemas.microsoft.com/office/drawing/2014/main" id="{31B39BE1-72D3-4F6B-9642-0D047DD06ABB}"/>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53" name="직사각형 152">
              <a:extLst>
                <a:ext uri="{FF2B5EF4-FFF2-40B4-BE49-F238E27FC236}">
                  <a16:creationId xmlns:a16="http://schemas.microsoft.com/office/drawing/2014/main" id="{40BFEF4B-C139-4AB3-80DB-30B539436CDC}"/>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158" name="그룹 157">
            <a:extLst>
              <a:ext uri="{FF2B5EF4-FFF2-40B4-BE49-F238E27FC236}">
                <a16:creationId xmlns:a16="http://schemas.microsoft.com/office/drawing/2014/main" id="{65413925-C680-4FB9-847F-CC7B0F02EE32}"/>
              </a:ext>
            </a:extLst>
          </p:cNvPr>
          <p:cNvGrpSpPr/>
          <p:nvPr/>
        </p:nvGrpSpPr>
        <p:grpSpPr>
          <a:xfrm>
            <a:off x="1759725" y="4929335"/>
            <a:ext cx="2414206" cy="338554"/>
            <a:chOff x="1237833" y="3417650"/>
            <a:chExt cx="1708480" cy="338554"/>
          </a:xfrm>
        </p:grpSpPr>
        <p:grpSp>
          <p:nvGrpSpPr>
            <p:cNvPr id="159" name="그룹 158">
              <a:extLst>
                <a:ext uri="{FF2B5EF4-FFF2-40B4-BE49-F238E27FC236}">
                  <a16:creationId xmlns:a16="http://schemas.microsoft.com/office/drawing/2014/main" id="{81E19323-94A9-4B93-A4D0-5426DC149FA9}"/>
                </a:ext>
              </a:extLst>
            </p:cNvPr>
            <p:cNvGrpSpPr/>
            <p:nvPr/>
          </p:nvGrpSpPr>
          <p:grpSpPr>
            <a:xfrm>
              <a:off x="1237833" y="3462866"/>
              <a:ext cx="378630" cy="248122"/>
              <a:chOff x="2681976" y="1955121"/>
              <a:chExt cx="1993118" cy="596970"/>
            </a:xfrm>
          </p:grpSpPr>
          <p:sp>
            <p:nvSpPr>
              <p:cNvPr id="161" name="Border">
                <a:extLst>
                  <a:ext uri="{FF2B5EF4-FFF2-40B4-BE49-F238E27FC236}">
                    <a16:creationId xmlns:a16="http://schemas.microsoft.com/office/drawing/2014/main" id="{3B56E81F-12E9-4191-AE65-C6C5BD90E5CA}"/>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2" name="Line 2">
                <a:extLst>
                  <a:ext uri="{FF2B5EF4-FFF2-40B4-BE49-F238E27FC236}">
                    <a16:creationId xmlns:a16="http://schemas.microsoft.com/office/drawing/2014/main" id="{E6385D84-612D-4332-8F4F-9114281FD30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3" name="Line 1">
                <a:extLst>
                  <a:ext uri="{FF2B5EF4-FFF2-40B4-BE49-F238E27FC236}">
                    <a16:creationId xmlns:a16="http://schemas.microsoft.com/office/drawing/2014/main" id="{DB35D0A8-6585-4C95-B9E2-A7693DD9E597}"/>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4" name="TextBox 163">
                <a:extLst>
                  <a:ext uri="{FF2B5EF4-FFF2-40B4-BE49-F238E27FC236}">
                    <a16:creationId xmlns:a16="http://schemas.microsoft.com/office/drawing/2014/main" id="{D63B926B-88ED-4641-B30A-D6EDF9C653CF}"/>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60" name="직사각형 159">
              <a:extLst>
                <a:ext uri="{FF2B5EF4-FFF2-40B4-BE49-F238E27FC236}">
                  <a16:creationId xmlns:a16="http://schemas.microsoft.com/office/drawing/2014/main" id="{C0DF6F83-4430-41A3-A905-E57DA25B0A8A}"/>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165" name="그룹 164">
            <a:extLst>
              <a:ext uri="{FF2B5EF4-FFF2-40B4-BE49-F238E27FC236}">
                <a16:creationId xmlns:a16="http://schemas.microsoft.com/office/drawing/2014/main" id="{55B60A01-DE07-4CF0-95B0-C0E541B32D53}"/>
              </a:ext>
            </a:extLst>
          </p:cNvPr>
          <p:cNvGrpSpPr/>
          <p:nvPr/>
        </p:nvGrpSpPr>
        <p:grpSpPr>
          <a:xfrm>
            <a:off x="1751016" y="5263471"/>
            <a:ext cx="2414206" cy="338554"/>
            <a:chOff x="1237833" y="3417650"/>
            <a:chExt cx="1708480" cy="338554"/>
          </a:xfrm>
        </p:grpSpPr>
        <p:grpSp>
          <p:nvGrpSpPr>
            <p:cNvPr id="166" name="그룹 165">
              <a:extLst>
                <a:ext uri="{FF2B5EF4-FFF2-40B4-BE49-F238E27FC236}">
                  <a16:creationId xmlns:a16="http://schemas.microsoft.com/office/drawing/2014/main" id="{EFF69210-AA3F-4F13-BE1C-9861A0EADBE1}"/>
                </a:ext>
              </a:extLst>
            </p:cNvPr>
            <p:cNvGrpSpPr/>
            <p:nvPr/>
          </p:nvGrpSpPr>
          <p:grpSpPr>
            <a:xfrm>
              <a:off x="1237833" y="3462866"/>
              <a:ext cx="378630" cy="248122"/>
              <a:chOff x="2681976" y="1955121"/>
              <a:chExt cx="1993118" cy="596970"/>
            </a:xfrm>
          </p:grpSpPr>
          <p:sp>
            <p:nvSpPr>
              <p:cNvPr id="168" name="Border">
                <a:extLst>
                  <a:ext uri="{FF2B5EF4-FFF2-40B4-BE49-F238E27FC236}">
                    <a16:creationId xmlns:a16="http://schemas.microsoft.com/office/drawing/2014/main" id="{B0D3547D-5837-4C66-ABBE-AB6BA2046440}"/>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9" name="Line 2">
                <a:extLst>
                  <a:ext uri="{FF2B5EF4-FFF2-40B4-BE49-F238E27FC236}">
                    <a16:creationId xmlns:a16="http://schemas.microsoft.com/office/drawing/2014/main" id="{0F2C4A0A-ABBC-41B4-AAD8-09C7A31E6AED}"/>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0" name="Line 1">
                <a:extLst>
                  <a:ext uri="{FF2B5EF4-FFF2-40B4-BE49-F238E27FC236}">
                    <a16:creationId xmlns:a16="http://schemas.microsoft.com/office/drawing/2014/main" id="{29715BDB-9A5C-4149-9EC2-4B859FE5637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1" name="TextBox 170">
                <a:extLst>
                  <a:ext uri="{FF2B5EF4-FFF2-40B4-BE49-F238E27FC236}">
                    <a16:creationId xmlns:a16="http://schemas.microsoft.com/office/drawing/2014/main" id="{20A4AA42-B5EA-4F89-A9C8-5068BB590638}"/>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67" name="직사각형 166">
              <a:extLst>
                <a:ext uri="{FF2B5EF4-FFF2-40B4-BE49-F238E27FC236}">
                  <a16:creationId xmlns:a16="http://schemas.microsoft.com/office/drawing/2014/main" id="{8B0C9421-4D26-491E-986F-BABAB676A980}"/>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172" name="그룹 171">
            <a:extLst>
              <a:ext uri="{FF2B5EF4-FFF2-40B4-BE49-F238E27FC236}">
                <a16:creationId xmlns:a16="http://schemas.microsoft.com/office/drawing/2014/main" id="{037A6048-FB71-4B09-A8B1-8F3CD2EE327A}"/>
              </a:ext>
            </a:extLst>
          </p:cNvPr>
          <p:cNvGrpSpPr/>
          <p:nvPr/>
        </p:nvGrpSpPr>
        <p:grpSpPr>
          <a:xfrm>
            <a:off x="1755722" y="5599757"/>
            <a:ext cx="2414206" cy="338554"/>
            <a:chOff x="1237833" y="3417650"/>
            <a:chExt cx="1708480" cy="338554"/>
          </a:xfrm>
        </p:grpSpPr>
        <p:grpSp>
          <p:nvGrpSpPr>
            <p:cNvPr id="173" name="그룹 172">
              <a:extLst>
                <a:ext uri="{FF2B5EF4-FFF2-40B4-BE49-F238E27FC236}">
                  <a16:creationId xmlns:a16="http://schemas.microsoft.com/office/drawing/2014/main" id="{64C7A248-38D0-4F68-B392-B20924958951}"/>
                </a:ext>
              </a:extLst>
            </p:cNvPr>
            <p:cNvGrpSpPr/>
            <p:nvPr/>
          </p:nvGrpSpPr>
          <p:grpSpPr>
            <a:xfrm>
              <a:off x="1237833" y="3462866"/>
              <a:ext cx="378630" cy="248122"/>
              <a:chOff x="2681976" y="1955121"/>
              <a:chExt cx="1993118" cy="596970"/>
            </a:xfrm>
          </p:grpSpPr>
          <p:sp>
            <p:nvSpPr>
              <p:cNvPr id="175" name="Border">
                <a:extLst>
                  <a:ext uri="{FF2B5EF4-FFF2-40B4-BE49-F238E27FC236}">
                    <a16:creationId xmlns:a16="http://schemas.microsoft.com/office/drawing/2014/main" id="{FDF2816D-BA38-4CB8-9D67-FAD7D15BD03F}"/>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6" name="Line 2">
                <a:extLst>
                  <a:ext uri="{FF2B5EF4-FFF2-40B4-BE49-F238E27FC236}">
                    <a16:creationId xmlns:a16="http://schemas.microsoft.com/office/drawing/2014/main" id="{A35CE81E-B388-47A8-B2BB-78C16645D0D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7" name="Line 1">
                <a:extLst>
                  <a:ext uri="{FF2B5EF4-FFF2-40B4-BE49-F238E27FC236}">
                    <a16:creationId xmlns:a16="http://schemas.microsoft.com/office/drawing/2014/main" id="{04FE14FF-7B52-46AE-B02F-77F4A807D51D}"/>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8" name="TextBox 177">
                <a:extLst>
                  <a:ext uri="{FF2B5EF4-FFF2-40B4-BE49-F238E27FC236}">
                    <a16:creationId xmlns:a16="http://schemas.microsoft.com/office/drawing/2014/main" id="{6F35254E-4686-4F89-B8D7-2B5E63AB13E8}"/>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74" name="직사각형 173">
              <a:extLst>
                <a:ext uri="{FF2B5EF4-FFF2-40B4-BE49-F238E27FC236}">
                  <a16:creationId xmlns:a16="http://schemas.microsoft.com/office/drawing/2014/main" id="{8D2AEDD8-8B49-421C-B5E7-DC1F69799C44}"/>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179" name="그룹 178">
            <a:extLst>
              <a:ext uri="{FF2B5EF4-FFF2-40B4-BE49-F238E27FC236}">
                <a16:creationId xmlns:a16="http://schemas.microsoft.com/office/drawing/2014/main" id="{4B87FDBF-0836-4DE5-A8BA-63E79C1363C6}"/>
              </a:ext>
            </a:extLst>
          </p:cNvPr>
          <p:cNvGrpSpPr/>
          <p:nvPr/>
        </p:nvGrpSpPr>
        <p:grpSpPr>
          <a:xfrm>
            <a:off x="1772437" y="5934684"/>
            <a:ext cx="2414206" cy="338554"/>
            <a:chOff x="1237833" y="3417650"/>
            <a:chExt cx="1708480" cy="338554"/>
          </a:xfrm>
        </p:grpSpPr>
        <p:grpSp>
          <p:nvGrpSpPr>
            <p:cNvPr id="180" name="그룹 179">
              <a:extLst>
                <a:ext uri="{FF2B5EF4-FFF2-40B4-BE49-F238E27FC236}">
                  <a16:creationId xmlns:a16="http://schemas.microsoft.com/office/drawing/2014/main" id="{74A52DF6-FDCA-4D62-A753-A33DCCE4AC4F}"/>
                </a:ext>
              </a:extLst>
            </p:cNvPr>
            <p:cNvGrpSpPr/>
            <p:nvPr/>
          </p:nvGrpSpPr>
          <p:grpSpPr>
            <a:xfrm>
              <a:off x="1237833" y="3462866"/>
              <a:ext cx="378630" cy="248122"/>
              <a:chOff x="2681976" y="1955121"/>
              <a:chExt cx="1993118" cy="596970"/>
            </a:xfrm>
          </p:grpSpPr>
          <p:sp>
            <p:nvSpPr>
              <p:cNvPr id="182" name="Border">
                <a:extLst>
                  <a:ext uri="{FF2B5EF4-FFF2-40B4-BE49-F238E27FC236}">
                    <a16:creationId xmlns:a16="http://schemas.microsoft.com/office/drawing/2014/main" id="{E42F5B41-C5B7-40FA-BBCF-E724D003945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3" name="Line 2">
                <a:extLst>
                  <a:ext uri="{FF2B5EF4-FFF2-40B4-BE49-F238E27FC236}">
                    <a16:creationId xmlns:a16="http://schemas.microsoft.com/office/drawing/2014/main" id="{01E7DC5B-A745-4A58-88E0-D0A28EC2C3D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4" name="Line 1">
                <a:extLst>
                  <a:ext uri="{FF2B5EF4-FFF2-40B4-BE49-F238E27FC236}">
                    <a16:creationId xmlns:a16="http://schemas.microsoft.com/office/drawing/2014/main" id="{C0218E6C-DB69-4F90-BBC6-0540B703DE0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5" name="TextBox 184">
                <a:extLst>
                  <a:ext uri="{FF2B5EF4-FFF2-40B4-BE49-F238E27FC236}">
                    <a16:creationId xmlns:a16="http://schemas.microsoft.com/office/drawing/2014/main" id="{3A03E338-5478-48BE-BFA6-6D26273539AD}"/>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81" name="직사각형 180">
              <a:extLst>
                <a:ext uri="{FF2B5EF4-FFF2-40B4-BE49-F238E27FC236}">
                  <a16:creationId xmlns:a16="http://schemas.microsoft.com/office/drawing/2014/main" id="{AB6CEA91-11CE-4DAC-A53C-EC8B2D5BD697}"/>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186" name="그룹 185">
            <a:extLst>
              <a:ext uri="{FF2B5EF4-FFF2-40B4-BE49-F238E27FC236}">
                <a16:creationId xmlns:a16="http://schemas.microsoft.com/office/drawing/2014/main" id="{E77C6729-1C60-4346-A858-9D970737F4C1}"/>
              </a:ext>
            </a:extLst>
          </p:cNvPr>
          <p:cNvGrpSpPr/>
          <p:nvPr/>
        </p:nvGrpSpPr>
        <p:grpSpPr>
          <a:xfrm>
            <a:off x="1763728" y="6268820"/>
            <a:ext cx="2414206" cy="338554"/>
            <a:chOff x="1237833" y="3417650"/>
            <a:chExt cx="1708480" cy="338554"/>
          </a:xfrm>
        </p:grpSpPr>
        <p:grpSp>
          <p:nvGrpSpPr>
            <p:cNvPr id="187" name="그룹 186">
              <a:extLst>
                <a:ext uri="{FF2B5EF4-FFF2-40B4-BE49-F238E27FC236}">
                  <a16:creationId xmlns:a16="http://schemas.microsoft.com/office/drawing/2014/main" id="{60E425BD-C132-408E-9A32-E2619C6EAD7D}"/>
                </a:ext>
              </a:extLst>
            </p:cNvPr>
            <p:cNvGrpSpPr/>
            <p:nvPr/>
          </p:nvGrpSpPr>
          <p:grpSpPr>
            <a:xfrm>
              <a:off x="1237833" y="3462866"/>
              <a:ext cx="378630" cy="248122"/>
              <a:chOff x="2681976" y="1955121"/>
              <a:chExt cx="1993118" cy="596970"/>
            </a:xfrm>
          </p:grpSpPr>
          <p:sp>
            <p:nvSpPr>
              <p:cNvPr id="189" name="Border">
                <a:extLst>
                  <a:ext uri="{FF2B5EF4-FFF2-40B4-BE49-F238E27FC236}">
                    <a16:creationId xmlns:a16="http://schemas.microsoft.com/office/drawing/2014/main" id="{3A13256A-01D5-4A02-BA0D-605A8A107599}"/>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0" name="Line 2">
                <a:extLst>
                  <a:ext uri="{FF2B5EF4-FFF2-40B4-BE49-F238E27FC236}">
                    <a16:creationId xmlns:a16="http://schemas.microsoft.com/office/drawing/2014/main" id="{114EA5ED-2561-41D7-BB5A-CE2F5AA7CE3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1" name="Line 1">
                <a:extLst>
                  <a:ext uri="{FF2B5EF4-FFF2-40B4-BE49-F238E27FC236}">
                    <a16:creationId xmlns:a16="http://schemas.microsoft.com/office/drawing/2014/main" id="{AFBDA4B4-7927-405E-A521-4E59149C80F5}"/>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2" name="TextBox 191">
                <a:extLst>
                  <a:ext uri="{FF2B5EF4-FFF2-40B4-BE49-F238E27FC236}">
                    <a16:creationId xmlns:a16="http://schemas.microsoft.com/office/drawing/2014/main" id="{05BD30D4-F0A2-480B-8C44-3A45594364D3}"/>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88" name="직사각형 187">
              <a:extLst>
                <a:ext uri="{FF2B5EF4-FFF2-40B4-BE49-F238E27FC236}">
                  <a16:creationId xmlns:a16="http://schemas.microsoft.com/office/drawing/2014/main" id="{F20DBDF0-BCCF-4685-B200-2F44E84DED59}"/>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193" name="그룹 192">
            <a:extLst>
              <a:ext uri="{FF2B5EF4-FFF2-40B4-BE49-F238E27FC236}">
                <a16:creationId xmlns:a16="http://schemas.microsoft.com/office/drawing/2014/main" id="{044419FA-1A6C-47CC-AAA9-F9D3BEA99D70}"/>
              </a:ext>
            </a:extLst>
          </p:cNvPr>
          <p:cNvGrpSpPr/>
          <p:nvPr/>
        </p:nvGrpSpPr>
        <p:grpSpPr>
          <a:xfrm>
            <a:off x="1768434" y="6605106"/>
            <a:ext cx="2414206" cy="338554"/>
            <a:chOff x="1237833" y="3417650"/>
            <a:chExt cx="1708480" cy="338554"/>
          </a:xfrm>
        </p:grpSpPr>
        <p:grpSp>
          <p:nvGrpSpPr>
            <p:cNvPr id="194" name="그룹 193">
              <a:extLst>
                <a:ext uri="{FF2B5EF4-FFF2-40B4-BE49-F238E27FC236}">
                  <a16:creationId xmlns:a16="http://schemas.microsoft.com/office/drawing/2014/main" id="{5D12A669-7282-4D90-9916-C14B74C603AF}"/>
                </a:ext>
              </a:extLst>
            </p:cNvPr>
            <p:cNvGrpSpPr/>
            <p:nvPr/>
          </p:nvGrpSpPr>
          <p:grpSpPr>
            <a:xfrm>
              <a:off x="1237833" y="3462866"/>
              <a:ext cx="378630" cy="248122"/>
              <a:chOff x="2681976" y="1955121"/>
              <a:chExt cx="1993118" cy="596970"/>
            </a:xfrm>
          </p:grpSpPr>
          <p:sp>
            <p:nvSpPr>
              <p:cNvPr id="196" name="Border">
                <a:extLst>
                  <a:ext uri="{FF2B5EF4-FFF2-40B4-BE49-F238E27FC236}">
                    <a16:creationId xmlns:a16="http://schemas.microsoft.com/office/drawing/2014/main" id="{E3043802-7415-4AA6-87DA-603D562993A2}"/>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7" name="Line 2">
                <a:extLst>
                  <a:ext uri="{FF2B5EF4-FFF2-40B4-BE49-F238E27FC236}">
                    <a16:creationId xmlns:a16="http://schemas.microsoft.com/office/drawing/2014/main" id="{0DF86A55-049A-4220-804C-5F38A60818A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8" name="Line 1">
                <a:extLst>
                  <a:ext uri="{FF2B5EF4-FFF2-40B4-BE49-F238E27FC236}">
                    <a16:creationId xmlns:a16="http://schemas.microsoft.com/office/drawing/2014/main" id="{8F796737-093E-4D48-8BCB-C98C7E84ED1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9" name="TextBox 198">
                <a:extLst>
                  <a:ext uri="{FF2B5EF4-FFF2-40B4-BE49-F238E27FC236}">
                    <a16:creationId xmlns:a16="http://schemas.microsoft.com/office/drawing/2014/main" id="{836E42E5-072F-4874-8562-AFAF89BF9E78}"/>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95" name="직사각형 194">
              <a:extLst>
                <a:ext uri="{FF2B5EF4-FFF2-40B4-BE49-F238E27FC236}">
                  <a16:creationId xmlns:a16="http://schemas.microsoft.com/office/drawing/2014/main" id="{96847B95-DA70-4DC5-A1B0-8F08E2106778}"/>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200" name="그룹 199">
            <a:extLst>
              <a:ext uri="{FF2B5EF4-FFF2-40B4-BE49-F238E27FC236}">
                <a16:creationId xmlns:a16="http://schemas.microsoft.com/office/drawing/2014/main" id="{C0D44E89-9170-407D-8B99-4C3BDCFC149B}"/>
              </a:ext>
            </a:extLst>
          </p:cNvPr>
          <p:cNvGrpSpPr/>
          <p:nvPr/>
        </p:nvGrpSpPr>
        <p:grpSpPr>
          <a:xfrm>
            <a:off x="1772437" y="6942297"/>
            <a:ext cx="2414206" cy="338554"/>
            <a:chOff x="1237833" y="3417650"/>
            <a:chExt cx="1708480" cy="338554"/>
          </a:xfrm>
        </p:grpSpPr>
        <p:grpSp>
          <p:nvGrpSpPr>
            <p:cNvPr id="201" name="그룹 200">
              <a:extLst>
                <a:ext uri="{FF2B5EF4-FFF2-40B4-BE49-F238E27FC236}">
                  <a16:creationId xmlns:a16="http://schemas.microsoft.com/office/drawing/2014/main" id="{556E8F7A-6DCE-4D07-9BD1-A92700DBB272}"/>
                </a:ext>
              </a:extLst>
            </p:cNvPr>
            <p:cNvGrpSpPr/>
            <p:nvPr/>
          </p:nvGrpSpPr>
          <p:grpSpPr>
            <a:xfrm>
              <a:off x="1237833" y="3462866"/>
              <a:ext cx="378630" cy="248122"/>
              <a:chOff x="2681976" y="1955121"/>
              <a:chExt cx="1993118" cy="596970"/>
            </a:xfrm>
          </p:grpSpPr>
          <p:sp>
            <p:nvSpPr>
              <p:cNvPr id="203" name="Border">
                <a:extLst>
                  <a:ext uri="{FF2B5EF4-FFF2-40B4-BE49-F238E27FC236}">
                    <a16:creationId xmlns:a16="http://schemas.microsoft.com/office/drawing/2014/main" id="{F859038A-A607-4855-9490-E2AA0FEEDB0D}"/>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4" name="Line 2">
                <a:extLst>
                  <a:ext uri="{FF2B5EF4-FFF2-40B4-BE49-F238E27FC236}">
                    <a16:creationId xmlns:a16="http://schemas.microsoft.com/office/drawing/2014/main" id="{41AB52C0-6AFE-4BD0-9B57-65D0C7113A9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5" name="Line 1">
                <a:extLst>
                  <a:ext uri="{FF2B5EF4-FFF2-40B4-BE49-F238E27FC236}">
                    <a16:creationId xmlns:a16="http://schemas.microsoft.com/office/drawing/2014/main" id="{FB0577F7-1B68-4D7B-8CC0-1AF81D21FFE3}"/>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6" name="TextBox 205">
                <a:extLst>
                  <a:ext uri="{FF2B5EF4-FFF2-40B4-BE49-F238E27FC236}">
                    <a16:creationId xmlns:a16="http://schemas.microsoft.com/office/drawing/2014/main" id="{194176FA-6A1C-438B-8D00-5E49629F7D09}"/>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02" name="직사각형 201">
              <a:extLst>
                <a:ext uri="{FF2B5EF4-FFF2-40B4-BE49-F238E27FC236}">
                  <a16:creationId xmlns:a16="http://schemas.microsoft.com/office/drawing/2014/main" id="{60B748B7-CF47-4387-9571-45A25ADE9514}"/>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207" name="그룹 206">
            <a:extLst>
              <a:ext uri="{FF2B5EF4-FFF2-40B4-BE49-F238E27FC236}">
                <a16:creationId xmlns:a16="http://schemas.microsoft.com/office/drawing/2014/main" id="{91EEF672-7127-4EFE-B72E-7D61E65DD37C}"/>
              </a:ext>
            </a:extLst>
          </p:cNvPr>
          <p:cNvGrpSpPr/>
          <p:nvPr/>
        </p:nvGrpSpPr>
        <p:grpSpPr>
          <a:xfrm>
            <a:off x="1763728" y="7276433"/>
            <a:ext cx="2414206" cy="338554"/>
            <a:chOff x="1237833" y="3417650"/>
            <a:chExt cx="1708480" cy="338554"/>
          </a:xfrm>
        </p:grpSpPr>
        <p:grpSp>
          <p:nvGrpSpPr>
            <p:cNvPr id="208" name="그룹 207">
              <a:extLst>
                <a:ext uri="{FF2B5EF4-FFF2-40B4-BE49-F238E27FC236}">
                  <a16:creationId xmlns:a16="http://schemas.microsoft.com/office/drawing/2014/main" id="{C8EBC4CF-1210-4A34-8E4C-3C3EF88EDEBC}"/>
                </a:ext>
              </a:extLst>
            </p:cNvPr>
            <p:cNvGrpSpPr/>
            <p:nvPr/>
          </p:nvGrpSpPr>
          <p:grpSpPr>
            <a:xfrm>
              <a:off x="1237833" y="3462866"/>
              <a:ext cx="378630" cy="248122"/>
              <a:chOff x="2681976" y="1955121"/>
              <a:chExt cx="1993118" cy="596970"/>
            </a:xfrm>
          </p:grpSpPr>
          <p:sp>
            <p:nvSpPr>
              <p:cNvPr id="210" name="Border">
                <a:extLst>
                  <a:ext uri="{FF2B5EF4-FFF2-40B4-BE49-F238E27FC236}">
                    <a16:creationId xmlns:a16="http://schemas.microsoft.com/office/drawing/2014/main" id="{C99DCB39-5B1B-4BB7-8C26-D13CA2E6F7CE}"/>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1" name="Line 2">
                <a:extLst>
                  <a:ext uri="{FF2B5EF4-FFF2-40B4-BE49-F238E27FC236}">
                    <a16:creationId xmlns:a16="http://schemas.microsoft.com/office/drawing/2014/main" id="{728797D4-9F71-4991-BA30-441777F4F718}"/>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2" name="Line 1">
                <a:extLst>
                  <a:ext uri="{FF2B5EF4-FFF2-40B4-BE49-F238E27FC236}">
                    <a16:creationId xmlns:a16="http://schemas.microsoft.com/office/drawing/2014/main" id="{11683013-A432-401E-B1D0-A3A5DA4403A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3" name="TextBox 212">
                <a:extLst>
                  <a:ext uri="{FF2B5EF4-FFF2-40B4-BE49-F238E27FC236}">
                    <a16:creationId xmlns:a16="http://schemas.microsoft.com/office/drawing/2014/main" id="{261C030F-369E-4E8A-9357-B777A004D174}"/>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09" name="직사각형 208">
              <a:extLst>
                <a:ext uri="{FF2B5EF4-FFF2-40B4-BE49-F238E27FC236}">
                  <a16:creationId xmlns:a16="http://schemas.microsoft.com/office/drawing/2014/main" id="{0F577179-C539-4533-9748-E9AD069A96BA}"/>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214" name="그룹 213">
            <a:extLst>
              <a:ext uri="{FF2B5EF4-FFF2-40B4-BE49-F238E27FC236}">
                <a16:creationId xmlns:a16="http://schemas.microsoft.com/office/drawing/2014/main" id="{8EF7646B-6DCF-4CE6-88E8-0571D5092A5B}"/>
              </a:ext>
            </a:extLst>
          </p:cNvPr>
          <p:cNvGrpSpPr/>
          <p:nvPr/>
        </p:nvGrpSpPr>
        <p:grpSpPr>
          <a:xfrm>
            <a:off x="1768434" y="7612719"/>
            <a:ext cx="2414206" cy="338554"/>
            <a:chOff x="1237833" y="3417650"/>
            <a:chExt cx="1708480" cy="338554"/>
          </a:xfrm>
        </p:grpSpPr>
        <p:grpSp>
          <p:nvGrpSpPr>
            <p:cNvPr id="215" name="그룹 214">
              <a:extLst>
                <a:ext uri="{FF2B5EF4-FFF2-40B4-BE49-F238E27FC236}">
                  <a16:creationId xmlns:a16="http://schemas.microsoft.com/office/drawing/2014/main" id="{1BB4E544-917A-4BAA-8B31-CAC1F810DB7D}"/>
                </a:ext>
              </a:extLst>
            </p:cNvPr>
            <p:cNvGrpSpPr/>
            <p:nvPr/>
          </p:nvGrpSpPr>
          <p:grpSpPr>
            <a:xfrm>
              <a:off x="1237833" y="3462866"/>
              <a:ext cx="378630" cy="248122"/>
              <a:chOff x="2681976" y="1955121"/>
              <a:chExt cx="1993118" cy="596970"/>
            </a:xfrm>
          </p:grpSpPr>
          <p:sp>
            <p:nvSpPr>
              <p:cNvPr id="217" name="Border">
                <a:extLst>
                  <a:ext uri="{FF2B5EF4-FFF2-40B4-BE49-F238E27FC236}">
                    <a16:creationId xmlns:a16="http://schemas.microsoft.com/office/drawing/2014/main" id="{CC36BE09-15F9-4752-8232-CD2E0FE3D451}"/>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8" name="Line 2">
                <a:extLst>
                  <a:ext uri="{FF2B5EF4-FFF2-40B4-BE49-F238E27FC236}">
                    <a16:creationId xmlns:a16="http://schemas.microsoft.com/office/drawing/2014/main" id="{498A066C-C815-4602-8CC6-EDD737E70FF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9" name="Line 1">
                <a:extLst>
                  <a:ext uri="{FF2B5EF4-FFF2-40B4-BE49-F238E27FC236}">
                    <a16:creationId xmlns:a16="http://schemas.microsoft.com/office/drawing/2014/main" id="{06075607-85D5-4F5C-9E16-C6C90FB3D6E5}"/>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0" name="TextBox 219">
                <a:extLst>
                  <a:ext uri="{FF2B5EF4-FFF2-40B4-BE49-F238E27FC236}">
                    <a16:creationId xmlns:a16="http://schemas.microsoft.com/office/drawing/2014/main" id="{486FB2AA-DAFC-4405-B800-CDF1873F9D78}"/>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16" name="직사각형 215">
              <a:extLst>
                <a:ext uri="{FF2B5EF4-FFF2-40B4-BE49-F238E27FC236}">
                  <a16:creationId xmlns:a16="http://schemas.microsoft.com/office/drawing/2014/main" id="{AEEA4A27-1C8E-4C03-9503-B914F3D8FA7E}"/>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sp>
        <p:nvSpPr>
          <p:cNvPr id="221" name="직사각형 220">
            <a:extLst>
              <a:ext uri="{FF2B5EF4-FFF2-40B4-BE49-F238E27FC236}">
                <a16:creationId xmlns:a16="http://schemas.microsoft.com/office/drawing/2014/main" id="{055B012B-E930-48D4-A8E4-A514666122F6}"/>
              </a:ext>
            </a:extLst>
          </p:cNvPr>
          <p:cNvSpPr/>
          <p:nvPr/>
        </p:nvSpPr>
        <p:spPr>
          <a:xfrm>
            <a:off x="7709431" y="4024472"/>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2" name="직사각형 221">
            <a:extLst>
              <a:ext uri="{FF2B5EF4-FFF2-40B4-BE49-F238E27FC236}">
                <a16:creationId xmlns:a16="http://schemas.microsoft.com/office/drawing/2014/main" id="{E3613F85-747C-4D03-913E-0C5C5F24768F}"/>
              </a:ext>
            </a:extLst>
          </p:cNvPr>
          <p:cNvSpPr/>
          <p:nvPr/>
        </p:nvSpPr>
        <p:spPr>
          <a:xfrm>
            <a:off x="7709431" y="4358608"/>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3" name="직사각형 222">
            <a:extLst>
              <a:ext uri="{FF2B5EF4-FFF2-40B4-BE49-F238E27FC236}">
                <a16:creationId xmlns:a16="http://schemas.microsoft.com/office/drawing/2014/main" id="{0E0BB32A-3416-4819-820B-026D78BDDA92}"/>
              </a:ext>
            </a:extLst>
          </p:cNvPr>
          <p:cNvSpPr/>
          <p:nvPr/>
        </p:nvSpPr>
        <p:spPr>
          <a:xfrm>
            <a:off x="7709431" y="4694894"/>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4" name="직사각형 223">
            <a:extLst>
              <a:ext uri="{FF2B5EF4-FFF2-40B4-BE49-F238E27FC236}">
                <a16:creationId xmlns:a16="http://schemas.microsoft.com/office/drawing/2014/main" id="{027DDCDA-17F7-464F-A683-3B48BF6D91A1}"/>
              </a:ext>
            </a:extLst>
          </p:cNvPr>
          <p:cNvSpPr/>
          <p:nvPr/>
        </p:nvSpPr>
        <p:spPr>
          <a:xfrm>
            <a:off x="7709431" y="5025698"/>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5" name="직사각형 224">
            <a:extLst>
              <a:ext uri="{FF2B5EF4-FFF2-40B4-BE49-F238E27FC236}">
                <a16:creationId xmlns:a16="http://schemas.microsoft.com/office/drawing/2014/main" id="{5F5AFF42-ED28-4B43-B043-4B6CAC123EF1}"/>
              </a:ext>
            </a:extLst>
          </p:cNvPr>
          <p:cNvSpPr/>
          <p:nvPr/>
        </p:nvSpPr>
        <p:spPr>
          <a:xfrm>
            <a:off x="7709431" y="5359834"/>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6" name="직사각형 225">
            <a:extLst>
              <a:ext uri="{FF2B5EF4-FFF2-40B4-BE49-F238E27FC236}">
                <a16:creationId xmlns:a16="http://schemas.microsoft.com/office/drawing/2014/main" id="{6EACBEC5-4868-4FDD-9276-2F776C468717}"/>
              </a:ext>
            </a:extLst>
          </p:cNvPr>
          <p:cNvSpPr/>
          <p:nvPr/>
        </p:nvSpPr>
        <p:spPr>
          <a:xfrm>
            <a:off x="7709431" y="5696120"/>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7" name="직사각형 226">
            <a:extLst>
              <a:ext uri="{FF2B5EF4-FFF2-40B4-BE49-F238E27FC236}">
                <a16:creationId xmlns:a16="http://schemas.microsoft.com/office/drawing/2014/main" id="{58DB7619-20E9-4F44-BBE1-F730BF8F7C14}"/>
              </a:ext>
            </a:extLst>
          </p:cNvPr>
          <p:cNvSpPr/>
          <p:nvPr/>
        </p:nvSpPr>
        <p:spPr>
          <a:xfrm>
            <a:off x="7702234" y="6028517"/>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8" name="직사각형 227">
            <a:extLst>
              <a:ext uri="{FF2B5EF4-FFF2-40B4-BE49-F238E27FC236}">
                <a16:creationId xmlns:a16="http://schemas.microsoft.com/office/drawing/2014/main" id="{549B4A20-5531-45E8-AFEF-BCCA5A8FD701}"/>
              </a:ext>
            </a:extLst>
          </p:cNvPr>
          <p:cNvSpPr/>
          <p:nvPr/>
        </p:nvSpPr>
        <p:spPr>
          <a:xfrm>
            <a:off x="7702234" y="6362653"/>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9" name="직사각형 228">
            <a:extLst>
              <a:ext uri="{FF2B5EF4-FFF2-40B4-BE49-F238E27FC236}">
                <a16:creationId xmlns:a16="http://schemas.microsoft.com/office/drawing/2014/main" id="{CE8EE4D1-E7DA-4FBD-8251-8A2FDBC14FDD}"/>
              </a:ext>
            </a:extLst>
          </p:cNvPr>
          <p:cNvSpPr/>
          <p:nvPr/>
        </p:nvSpPr>
        <p:spPr>
          <a:xfrm>
            <a:off x="7702234" y="6698939"/>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30" name="직사각형 229">
            <a:extLst>
              <a:ext uri="{FF2B5EF4-FFF2-40B4-BE49-F238E27FC236}">
                <a16:creationId xmlns:a16="http://schemas.microsoft.com/office/drawing/2014/main" id="{6B34219D-9A4B-4497-BEFE-FEED1338D59F}"/>
              </a:ext>
            </a:extLst>
          </p:cNvPr>
          <p:cNvSpPr/>
          <p:nvPr/>
        </p:nvSpPr>
        <p:spPr>
          <a:xfrm>
            <a:off x="7702234" y="7029743"/>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31" name="직사각형 230">
            <a:extLst>
              <a:ext uri="{FF2B5EF4-FFF2-40B4-BE49-F238E27FC236}">
                <a16:creationId xmlns:a16="http://schemas.microsoft.com/office/drawing/2014/main" id="{A6125200-B308-48D4-B1CB-0C27609618CE}"/>
              </a:ext>
            </a:extLst>
          </p:cNvPr>
          <p:cNvSpPr/>
          <p:nvPr/>
        </p:nvSpPr>
        <p:spPr>
          <a:xfrm>
            <a:off x="7702234" y="7363879"/>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32" name="직사각형 231">
            <a:extLst>
              <a:ext uri="{FF2B5EF4-FFF2-40B4-BE49-F238E27FC236}">
                <a16:creationId xmlns:a16="http://schemas.microsoft.com/office/drawing/2014/main" id="{795620E3-3B3C-4000-B179-3CB24BF98042}"/>
              </a:ext>
            </a:extLst>
          </p:cNvPr>
          <p:cNvSpPr/>
          <p:nvPr/>
        </p:nvSpPr>
        <p:spPr>
          <a:xfrm>
            <a:off x="7702234" y="7700165"/>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33" name="직사각형 232">
            <a:extLst>
              <a:ext uri="{FF2B5EF4-FFF2-40B4-BE49-F238E27FC236}">
                <a16:creationId xmlns:a16="http://schemas.microsoft.com/office/drawing/2014/main" id="{54981EB1-6F04-4BB5-93A1-7711A0BC8CFE}"/>
              </a:ext>
            </a:extLst>
          </p:cNvPr>
          <p:cNvSpPr/>
          <p:nvPr/>
        </p:nvSpPr>
        <p:spPr>
          <a:xfrm>
            <a:off x="8296604" y="6362652"/>
            <a:ext cx="710920" cy="155472"/>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판매요청</a:t>
            </a:r>
            <a:endParaRPr lang="ko-KR" altLang="en-US" sz="800" b="1" dirty="0">
              <a:solidFill>
                <a:schemeClr val="bg1"/>
              </a:solidFill>
              <a:latin typeface="+mj-ea"/>
              <a:ea typeface="+mj-ea"/>
            </a:endParaRPr>
          </a:p>
        </p:txBody>
      </p:sp>
      <p:sp>
        <p:nvSpPr>
          <p:cNvPr id="234" name="직사각형 233">
            <a:extLst>
              <a:ext uri="{FF2B5EF4-FFF2-40B4-BE49-F238E27FC236}">
                <a16:creationId xmlns:a16="http://schemas.microsoft.com/office/drawing/2014/main" id="{6FA7DC9A-8FFF-4EB6-AB2E-1E7E60482183}"/>
              </a:ext>
            </a:extLst>
          </p:cNvPr>
          <p:cNvSpPr/>
          <p:nvPr/>
        </p:nvSpPr>
        <p:spPr>
          <a:xfrm>
            <a:off x="8296604" y="5029060"/>
            <a:ext cx="710920" cy="155472"/>
          </a:xfrm>
          <a:prstGeom prst="rect">
            <a:avLst/>
          </a:prstGeom>
          <a:solidFill>
            <a:schemeClr val="tx1">
              <a:lumMod val="75000"/>
              <a:lumOff val="2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err="1">
                <a:solidFill>
                  <a:schemeClr val="bg1"/>
                </a:solidFill>
                <a:latin typeface="+mj-ea"/>
                <a:ea typeface="+mj-ea"/>
              </a:rPr>
              <a:t>판매요청중</a:t>
            </a:r>
            <a:endParaRPr lang="ko-KR" altLang="en-US" sz="800" b="1" dirty="0">
              <a:solidFill>
                <a:schemeClr val="bg1"/>
              </a:solidFill>
              <a:latin typeface="+mj-ea"/>
              <a:ea typeface="+mj-ea"/>
            </a:endParaRPr>
          </a:p>
        </p:txBody>
      </p:sp>
      <p:sp>
        <p:nvSpPr>
          <p:cNvPr id="235" name="직사각형 234">
            <a:extLst>
              <a:ext uri="{FF2B5EF4-FFF2-40B4-BE49-F238E27FC236}">
                <a16:creationId xmlns:a16="http://schemas.microsoft.com/office/drawing/2014/main" id="{3D1291CF-3FF0-4189-A643-FD226732413C}"/>
              </a:ext>
            </a:extLst>
          </p:cNvPr>
          <p:cNvSpPr/>
          <p:nvPr/>
        </p:nvSpPr>
        <p:spPr>
          <a:xfrm>
            <a:off x="8303447" y="5361985"/>
            <a:ext cx="710920" cy="155472"/>
          </a:xfrm>
          <a:prstGeom prst="rect">
            <a:avLst/>
          </a:prstGeom>
          <a:solidFill>
            <a:schemeClr val="tx1">
              <a:lumMod val="75000"/>
              <a:lumOff val="2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err="1">
                <a:solidFill>
                  <a:schemeClr val="bg1"/>
                </a:solidFill>
                <a:latin typeface="+mj-ea"/>
                <a:ea typeface="+mj-ea"/>
              </a:rPr>
              <a:t>판매요청중</a:t>
            </a:r>
            <a:endParaRPr lang="ko-KR" altLang="en-US" sz="800" b="1" dirty="0">
              <a:solidFill>
                <a:schemeClr val="bg1"/>
              </a:solidFill>
              <a:latin typeface="+mj-ea"/>
              <a:ea typeface="+mj-ea"/>
            </a:endParaRPr>
          </a:p>
        </p:txBody>
      </p:sp>
      <p:sp>
        <p:nvSpPr>
          <p:cNvPr id="236" name="직사각형 235">
            <a:extLst>
              <a:ext uri="{FF2B5EF4-FFF2-40B4-BE49-F238E27FC236}">
                <a16:creationId xmlns:a16="http://schemas.microsoft.com/office/drawing/2014/main" id="{41CE0C0E-AE36-4400-BB4F-08764B613048}"/>
              </a:ext>
            </a:extLst>
          </p:cNvPr>
          <p:cNvSpPr/>
          <p:nvPr/>
        </p:nvSpPr>
        <p:spPr>
          <a:xfrm>
            <a:off x="8303447" y="5696120"/>
            <a:ext cx="710920" cy="155472"/>
          </a:xfrm>
          <a:prstGeom prst="rect">
            <a:avLst/>
          </a:prstGeom>
          <a:solidFill>
            <a:schemeClr val="tx1">
              <a:lumMod val="75000"/>
              <a:lumOff val="2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err="1">
                <a:solidFill>
                  <a:schemeClr val="bg1"/>
                </a:solidFill>
                <a:latin typeface="+mj-ea"/>
                <a:ea typeface="+mj-ea"/>
              </a:rPr>
              <a:t>판매요청중</a:t>
            </a:r>
            <a:endParaRPr lang="ko-KR" altLang="en-US" sz="800" b="1" dirty="0">
              <a:solidFill>
                <a:schemeClr val="bg1"/>
              </a:solidFill>
              <a:latin typeface="+mj-ea"/>
              <a:ea typeface="+mj-ea"/>
            </a:endParaRPr>
          </a:p>
        </p:txBody>
      </p:sp>
      <p:sp>
        <p:nvSpPr>
          <p:cNvPr id="237" name="직사각형 236">
            <a:extLst>
              <a:ext uri="{FF2B5EF4-FFF2-40B4-BE49-F238E27FC236}">
                <a16:creationId xmlns:a16="http://schemas.microsoft.com/office/drawing/2014/main" id="{6823138C-076D-4E9B-B7BC-B5A93105D70B}"/>
              </a:ext>
            </a:extLst>
          </p:cNvPr>
          <p:cNvSpPr/>
          <p:nvPr/>
        </p:nvSpPr>
        <p:spPr>
          <a:xfrm>
            <a:off x="8303505" y="6021953"/>
            <a:ext cx="710920" cy="155472"/>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판매요청</a:t>
            </a:r>
            <a:endParaRPr lang="ko-KR" altLang="en-US" sz="800" b="1" dirty="0">
              <a:solidFill>
                <a:schemeClr val="bg1"/>
              </a:solidFill>
              <a:latin typeface="+mj-ea"/>
              <a:ea typeface="+mj-ea"/>
            </a:endParaRPr>
          </a:p>
        </p:txBody>
      </p:sp>
      <p:sp>
        <p:nvSpPr>
          <p:cNvPr id="238" name="직사각형 237">
            <a:extLst>
              <a:ext uri="{FF2B5EF4-FFF2-40B4-BE49-F238E27FC236}">
                <a16:creationId xmlns:a16="http://schemas.microsoft.com/office/drawing/2014/main" id="{2B0F00BF-8EEF-4050-A74B-1B144DC32D45}"/>
              </a:ext>
            </a:extLst>
          </p:cNvPr>
          <p:cNvSpPr/>
          <p:nvPr/>
        </p:nvSpPr>
        <p:spPr>
          <a:xfrm>
            <a:off x="8303445" y="4023034"/>
            <a:ext cx="710920" cy="155472"/>
          </a:xfrm>
          <a:prstGeom prst="rect">
            <a:avLst/>
          </a:prstGeom>
          <a:solidFill>
            <a:schemeClr val="accent2">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판매허용</a:t>
            </a:r>
            <a:endParaRPr lang="ko-KR" altLang="en-US" sz="800" b="1" dirty="0">
              <a:solidFill>
                <a:schemeClr val="bg1"/>
              </a:solidFill>
              <a:latin typeface="+mj-ea"/>
              <a:ea typeface="+mj-ea"/>
            </a:endParaRPr>
          </a:p>
        </p:txBody>
      </p:sp>
      <p:sp>
        <p:nvSpPr>
          <p:cNvPr id="239" name="직사각형 238">
            <a:extLst>
              <a:ext uri="{FF2B5EF4-FFF2-40B4-BE49-F238E27FC236}">
                <a16:creationId xmlns:a16="http://schemas.microsoft.com/office/drawing/2014/main" id="{8B581494-16D4-4ACE-BD82-5055BEF1D8FC}"/>
              </a:ext>
            </a:extLst>
          </p:cNvPr>
          <p:cNvSpPr/>
          <p:nvPr/>
        </p:nvSpPr>
        <p:spPr>
          <a:xfrm>
            <a:off x="8296604" y="4353877"/>
            <a:ext cx="710920" cy="155472"/>
          </a:xfrm>
          <a:prstGeom prst="rect">
            <a:avLst/>
          </a:prstGeom>
          <a:solidFill>
            <a:schemeClr val="accent2">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판매허용</a:t>
            </a:r>
            <a:endParaRPr lang="ko-KR" altLang="en-US" sz="800" b="1" dirty="0">
              <a:solidFill>
                <a:schemeClr val="bg1"/>
              </a:solidFill>
              <a:latin typeface="+mj-ea"/>
              <a:ea typeface="+mj-ea"/>
            </a:endParaRPr>
          </a:p>
        </p:txBody>
      </p:sp>
      <p:sp>
        <p:nvSpPr>
          <p:cNvPr id="240" name="직사각형 239">
            <a:extLst>
              <a:ext uri="{FF2B5EF4-FFF2-40B4-BE49-F238E27FC236}">
                <a16:creationId xmlns:a16="http://schemas.microsoft.com/office/drawing/2014/main" id="{28238F5D-2FA4-49A6-9D58-7B5A7052FC86}"/>
              </a:ext>
            </a:extLst>
          </p:cNvPr>
          <p:cNvSpPr/>
          <p:nvPr/>
        </p:nvSpPr>
        <p:spPr>
          <a:xfrm>
            <a:off x="8301311" y="7024390"/>
            <a:ext cx="710920" cy="155472"/>
          </a:xfrm>
          <a:prstGeom prst="rect">
            <a:avLst/>
          </a:prstGeom>
          <a:solidFill>
            <a:schemeClr val="bg1">
              <a:lumMod val="6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요청거부</a:t>
            </a:r>
          </a:p>
        </p:txBody>
      </p:sp>
      <p:sp>
        <p:nvSpPr>
          <p:cNvPr id="241" name="직사각형 240">
            <a:extLst>
              <a:ext uri="{FF2B5EF4-FFF2-40B4-BE49-F238E27FC236}">
                <a16:creationId xmlns:a16="http://schemas.microsoft.com/office/drawing/2014/main" id="{8DF6CA87-7FA1-4C46-AEAA-1F31B93929F5}"/>
              </a:ext>
            </a:extLst>
          </p:cNvPr>
          <p:cNvSpPr/>
          <p:nvPr/>
        </p:nvSpPr>
        <p:spPr>
          <a:xfrm>
            <a:off x="8296605" y="7354292"/>
            <a:ext cx="710920" cy="155472"/>
          </a:xfrm>
          <a:prstGeom prst="rect">
            <a:avLst/>
          </a:prstGeom>
          <a:solidFill>
            <a:schemeClr val="bg1">
              <a:lumMod val="6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요청거부</a:t>
            </a:r>
          </a:p>
        </p:txBody>
      </p:sp>
      <p:sp>
        <p:nvSpPr>
          <p:cNvPr id="242" name="직사각형 241">
            <a:extLst>
              <a:ext uri="{FF2B5EF4-FFF2-40B4-BE49-F238E27FC236}">
                <a16:creationId xmlns:a16="http://schemas.microsoft.com/office/drawing/2014/main" id="{9E457179-EF1F-4251-AC8B-472E1DE1E9F7}"/>
              </a:ext>
            </a:extLst>
          </p:cNvPr>
          <p:cNvSpPr/>
          <p:nvPr/>
        </p:nvSpPr>
        <p:spPr>
          <a:xfrm>
            <a:off x="8296604" y="7690580"/>
            <a:ext cx="710920" cy="155472"/>
          </a:xfrm>
          <a:prstGeom prst="rect">
            <a:avLst/>
          </a:prstGeom>
          <a:solidFill>
            <a:schemeClr val="bg1">
              <a:lumMod val="6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요청거부</a:t>
            </a:r>
          </a:p>
        </p:txBody>
      </p:sp>
      <p:sp>
        <p:nvSpPr>
          <p:cNvPr id="243" name="직사각형 242">
            <a:extLst>
              <a:ext uri="{FF2B5EF4-FFF2-40B4-BE49-F238E27FC236}">
                <a16:creationId xmlns:a16="http://schemas.microsoft.com/office/drawing/2014/main" id="{1D88E13A-EB3A-422A-9D78-A83624BE1423}"/>
              </a:ext>
            </a:extLst>
          </p:cNvPr>
          <p:cNvSpPr/>
          <p:nvPr/>
        </p:nvSpPr>
        <p:spPr>
          <a:xfrm>
            <a:off x="8305890" y="4701057"/>
            <a:ext cx="710920" cy="155472"/>
          </a:xfrm>
          <a:prstGeom prst="rect">
            <a:avLst/>
          </a:prstGeom>
          <a:solidFill>
            <a:schemeClr val="accent2">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판매허용</a:t>
            </a:r>
            <a:endParaRPr lang="ko-KR" altLang="en-US" sz="800" b="1" dirty="0">
              <a:solidFill>
                <a:schemeClr val="bg1"/>
              </a:solidFill>
              <a:latin typeface="+mj-ea"/>
              <a:ea typeface="+mj-ea"/>
            </a:endParaRPr>
          </a:p>
        </p:txBody>
      </p:sp>
      <p:sp>
        <p:nvSpPr>
          <p:cNvPr id="245" name="직사각형 244">
            <a:extLst>
              <a:ext uri="{FF2B5EF4-FFF2-40B4-BE49-F238E27FC236}">
                <a16:creationId xmlns:a16="http://schemas.microsoft.com/office/drawing/2014/main" id="{199C81AF-B1B4-486F-86FE-52DCC1BCFE26}"/>
              </a:ext>
            </a:extLst>
          </p:cNvPr>
          <p:cNvSpPr/>
          <p:nvPr/>
        </p:nvSpPr>
        <p:spPr>
          <a:xfrm>
            <a:off x="8296604" y="6706848"/>
            <a:ext cx="710920" cy="155472"/>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판매요청</a:t>
            </a:r>
            <a:endParaRPr lang="ko-KR" altLang="en-US" sz="800" b="1" dirty="0">
              <a:solidFill>
                <a:schemeClr val="bg1"/>
              </a:solidFill>
              <a:latin typeface="+mj-ea"/>
              <a:ea typeface="+mj-ea"/>
            </a:endParaRPr>
          </a:p>
        </p:txBody>
      </p:sp>
      <p:sp>
        <p:nvSpPr>
          <p:cNvPr id="257" name="직사각형 256">
            <a:extLst>
              <a:ext uri="{FF2B5EF4-FFF2-40B4-BE49-F238E27FC236}">
                <a16:creationId xmlns:a16="http://schemas.microsoft.com/office/drawing/2014/main" id="{98F8CB34-4255-4BA7-8BFC-850032A79EFE}"/>
              </a:ext>
            </a:extLst>
          </p:cNvPr>
          <p:cNvSpPr/>
          <p:nvPr/>
        </p:nvSpPr>
        <p:spPr>
          <a:xfrm>
            <a:off x="9129653" y="4029858"/>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269" name="직사각형 268">
            <a:extLst>
              <a:ext uri="{FF2B5EF4-FFF2-40B4-BE49-F238E27FC236}">
                <a16:creationId xmlns:a16="http://schemas.microsoft.com/office/drawing/2014/main" id="{005B5711-66D5-4058-9AF6-6C1A6822B5D7}"/>
              </a:ext>
            </a:extLst>
          </p:cNvPr>
          <p:cNvSpPr/>
          <p:nvPr/>
        </p:nvSpPr>
        <p:spPr>
          <a:xfrm>
            <a:off x="9132616" y="4355246"/>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270" name="직사각형 269">
            <a:extLst>
              <a:ext uri="{FF2B5EF4-FFF2-40B4-BE49-F238E27FC236}">
                <a16:creationId xmlns:a16="http://schemas.microsoft.com/office/drawing/2014/main" id="{34E9EA95-0AEC-489C-8597-4358F0F27275}"/>
              </a:ext>
            </a:extLst>
          </p:cNvPr>
          <p:cNvSpPr/>
          <p:nvPr/>
        </p:nvSpPr>
        <p:spPr>
          <a:xfrm>
            <a:off x="9129653" y="4707880"/>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271" name="직사각형 270">
            <a:extLst>
              <a:ext uri="{FF2B5EF4-FFF2-40B4-BE49-F238E27FC236}">
                <a16:creationId xmlns:a16="http://schemas.microsoft.com/office/drawing/2014/main" id="{D84AECB2-4067-4DE7-A160-826C31F0F6E9}"/>
              </a:ext>
            </a:extLst>
          </p:cNvPr>
          <p:cNvSpPr/>
          <p:nvPr/>
        </p:nvSpPr>
        <p:spPr>
          <a:xfrm>
            <a:off x="9129653" y="5032521"/>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2" name="직사각형 271">
            <a:extLst>
              <a:ext uri="{FF2B5EF4-FFF2-40B4-BE49-F238E27FC236}">
                <a16:creationId xmlns:a16="http://schemas.microsoft.com/office/drawing/2014/main" id="{919C6474-4566-458B-B0F3-457963D6C1D4}"/>
              </a:ext>
            </a:extLst>
          </p:cNvPr>
          <p:cNvSpPr/>
          <p:nvPr/>
        </p:nvSpPr>
        <p:spPr>
          <a:xfrm>
            <a:off x="9129653" y="5362768"/>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3" name="직사각형 272">
            <a:extLst>
              <a:ext uri="{FF2B5EF4-FFF2-40B4-BE49-F238E27FC236}">
                <a16:creationId xmlns:a16="http://schemas.microsoft.com/office/drawing/2014/main" id="{2DF81AAD-BCEF-4525-BCC8-A0F9792915E4}"/>
              </a:ext>
            </a:extLst>
          </p:cNvPr>
          <p:cNvSpPr/>
          <p:nvPr/>
        </p:nvSpPr>
        <p:spPr>
          <a:xfrm>
            <a:off x="9122400" y="5689643"/>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4" name="직사각형 273">
            <a:extLst>
              <a:ext uri="{FF2B5EF4-FFF2-40B4-BE49-F238E27FC236}">
                <a16:creationId xmlns:a16="http://schemas.microsoft.com/office/drawing/2014/main" id="{A983EF1A-F6C5-4D0E-B71F-57FEE1626BF3}"/>
              </a:ext>
            </a:extLst>
          </p:cNvPr>
          <p:cNvSpPr/>
          <p:nvPr/>
        </p:nvSpPr>
        <p:spPr>
          <a:xfrm>
            <a:off x="9129653" y="6032840"/>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5" name="직사각형 274">
            <a:extLst>
              <a:ext uri="{FF2B5EF4-FFF2-40B4-BE49-F238E27FC236}">
                <a16:creationId xmlns:a16="http://schemas.microsoft.com/office/drawing/2014/main" id="{7C48A4D7-B7A2-4A6D-AD7C-4A2554E2DC54}"/>
              </a:ext>
            </a:extLst>
          </p:cNvPr>
          <p:cNvSpPr/>
          <p:nvPr/>
        </p:nvSpPr>
        <p:spPr>
          <a:xfrm>
            <a:off x="9131547" y="6372665"/>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6" name="직사각형 275">
            <a:extLst>
              <a:ext uri="{FF2B5EF4-FFF2-40B4-BE49-F238E27FC236}">
                <a16:creationId xmlns:a16="http://schemas.microsoft.com/office/drawing/2014/main" id="{D569B6EB-A703-4313-9E72-A083D3336C50}"/>
              </a:ext>
            </a:extLst>
          </p:cNvPr>
          <p:cNvSpPr/>
          <p:nvPr/>
        </p:nvSpPr>
        <p:spPr>
          <a:xfrm>
            <a:off x="9115911" y="6713777"/>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7" name="직사각형 276">
            <a:extLst>
              <a:ext uri="{FF2B5EF4-FFF2-40B4-BE49-F238E27FC236}">
                <a16:creationId xmlns:a16="http://schemas.microsoft.com/office/drawing/2014/main" id="{9A6B811C-A315-4358-B6F2-4CE3840D4353}"/>
              </a:ext>
            </a:extLst>
          </p:cNvPr>
          <p:cNvSpPr/>
          <p:nvPr/>
        </p:nvSpPr>
        <p:spPr>
          <a:xfrm>
            <a:off x="9115911" y="7029304"/>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8" name="직사각형 277">
            <a:extLst>
              <a:ext uri="{FF2B5EF4-FFF2-40B4-BE49-F238E27FC236}">
                <a16:creationId xmlns:a16="http://schemas.microsoft.com/office/drawing/2014/main" id="{4A023760-9A1C-4A54-96F0-F2E9094FD406}"/>
              </a:ext>
            </a:extLst>
          </p:cNvPr>
          <p:cNvSpPr/>
          <p:nvPr/>
        </p:nvSpPr>
        <p:spPr>
          <a:xfrm>
            <a:off x="9115911" y="7369495"/>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9" name="직사각형 278">
            <a:extLst>
              <a:ext uri="{FF2B5EF4-FFF2-40B4-BE49-F238E27FC236}">
                <a16:creationId xmlns:a16="http://schemas.microsoft.com/office/drawing/2014/main" id="{7B0AF39F-9088-4E55-AADE-06BB21B010E1}"/>
              </a:ext>
            </a:extLst>
          </p:cNvPr>
          <p:cNvSpPr/>
          <p:nvPr/>
        </p:nvSpPr>
        <p:spPr>
          <a:xfrm>
            <a:off x="9115911" y="7693079"/>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113" name="TextBox 112">
            <a:extLst>
              <a:ext uri="{FF2B5EF4-FFF2-40B4-BE49-F238E27FC236}">
                <a16:creationId xmlns:a16="http://schemas.microsoft.com/office/drawing/2014/main" id="{E6B1E3CD-FD8C-4A7C-ABC4-F991C66D99E6}"/>
              </a:ext>
            </a:extLst>
          </p:cNvPr>
          <p:cNvSpPr txBox="1"/>
          <p:nvPr/>
        </p:nvSpPr>
        <p:spPr>
          <a:xfrm>
            <a:off x="8053843" y="3887967"/>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258" name="TextBox 257">
            <a:extLst>
              <a:ext uri="{FF2B5EF4-FFF2-40B4-BE49-F238E27FC236}">
                <a16:creationId xmlns:a16="http://schemas.microsoft.com/office/drawing/2014/main" id="{E6B1E3CD-FD8C-4A7C-ABC4-F991C66D99E6}"/>
              </a:ext>
            </a:extLst>
          </p:cNvPr>
          <p:cNvSpPr txBox="1"/>
          <p:nvPr/>
        </p:nvSpPr>
        <p:spPr>
          <a:xfrm>
            <a:off x="8920062" y="3894791"/>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259" name="TextBox 258">
            <a:extLst>
              <a:ext uri="{FF2B5EF4-FFF2-40B4-BE49-F238E27FC236}">
                <a16:creationId xmlns:a16="http://schemas.microsoft.com/office/drawing/2014/main" id="{E6B1E3CD-FD8C-4A7C-ABC4-F991C66D99E6}"/>
              </a:ext>
            </a:extLst>
          </p:cNvPr>
          <p:cNvSpPr txBox="1"/>
          <p:nvPr/>
        </p:nvSpPr>
        <p:spPr>
          <a:xfrm>
            <a:off x="9487320" y="3888564"/>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Tree>
    <p:extLst>
      <p:ext uri="{BB962C8B-B14F-4D97-AF65-F5344CB8AC3E}">
        <p14:creationId xmlns:p14="http://schemas.microsoft.com/office/powerpoint/2010/main" val="984608903"/>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직사각형 4">
            <a:extLst>
              <a:ext uri="{FF2B5EF4-FFF2-40B4-BE49-F238E27FC236}">
                <a16:creationId xmlns:a16="http://schemas.microsoft.com/office/drawing/2014/main" id="{A44524A0-9BA7-47F0-8D56-28E021DC21E7}"/>
              </a:ext>
            </a:extLst>
          </p:cNvPr>
          <p:cNvSpPr/>
          <p:nvPr/>
        </p:nvSpPr>
        <p:spPr>
          <a:xfrm>
            <a:off x="535263" y="1282726"/>
            <a:ext cx="9226755" cy="7677030"/>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aphicFrame>
        <p:nvGraphicFramePr>
          <p:cNvPr id="6" name="표 5">
            <a:extLst>
              <a:ext uri="{FF2B5EF4-FFF2-40B4-BE49-F238E27FC236}">
                <a16:creationId xmlns:a16="http://schemas.microsoft.com/office/drawing/2014/main" id="{B8240B95-BB7E-4ADB-BBC8-2A43B6D40E3A}"/>
              </a:ext>
            </a:extLst>
          </p:cNvPr>
          <p:cNvGraphicFramePr>
            <a:graphicFrameLocks noGrp="1"/>
          </p:cNvGraphicFramePr>
          <p:nvPr>
            <p:extLst>
              <p:ext uri="{D42A27DB-BD31-4B8C-83A1-F6EECF244321}">
                <p14:modId xmlns:p14="http://schemas.microsoft.com/office/powerpoint/2010/main" val="600598053"/>
              </p:ext>
            </p:extLst>
          </p:nvPr>
        </p:nvGraphicFramePr>
        <p:xfrm>
          <a:off x="696125" y="1690046"/>
          <a:ext cx="8880744" cy="243840"/>
        </p:xfrm>
        <a:graphic>
          <a:graphicData uri="http://schemas.openxmlformats.org/drawingml/2006/table">
            <a:tbl>
              <a:tblPr firstRow="1" bandRow="1">
                <a:tableStyleId>{5940675A-B579-460E-94D1-54222C63F5DA}</a:tableStyleId>
              </a:tblPr>
              <a:tblGrid>
                <a:gridCol w="2960248">
                  <a:extLst>
                    <a:ext uri="{9D8B030D-6E8A-4147-A177-3AD203B41FA5}">
                      <a16:colId xmlns:a16="http://schemas.microsoft.com/office/drawing/2014/main" val="3230482263"/>
                    </a:ext>
                  </a:extLst>
                </a:gridCol>
                <a:gridCol w="2960248">
                  <a:extLst>
                    <a:ext uri="{9D8B030D-6E8A-4147-A177-3AD203B41FA5}">
                      <a16:colId xmlns:a16="http://schemas.microsoft.com/office/drawing/2014/main" val="3730242496"/>
                    </a:ext>
                  </a:extLst>
                </a:gridCol>
                <a:gridCol w="2960248">
                  <a:extLst>
                    <a:ext uri="{9D8B030D-6E8A-4147-A177-3AD203B41FA5}">
                      <a16:colId xmlns:a16="http://schemas.microsoft.com/office/drawing/2014/main" val="844434264"/>
                    </a:ext>
                  </a:extLst>
                </a:gridCol>
              </a:tblGrid>
              <a:tr h="204698">
                <a:tc>
                  <a:txBody>
                    <a:bodyPr/>
                    <a:lstStyle/>
                    <a:p>
                      <a:pPr algn="ctr" latinLnBrk="1"/>
                      <a:r>
                        <a:rPr lang="ko-KR" altLang="en-US" sz="1000" b="0" dirty="0">
                          <a:solidFill>
                            <a:schemeClr val="tx1"/>
                          </a:solidFill>
                        </a:rPr>
                        <a:t>자사상품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0" dirty="0">
                          <a:solidFill>
                            <a:schemeClr val="tx1"/>
                          </a:solidFill>
                        </a:rPr>
                        <a:t>공유상품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1" dirty="0" err="1">
                          <a:solidFill>
                            <a:schemeClr val="bg1"/>
                          </a:solidFill>
                        </a:rPr>
                        <a:t>제휴상품</a:t>
                      </a:r>
                      <a:endParaRPr lang="ko-KR" altLang="en-US" sz="1000" b="1" dirty="0">
                        <a:solidFill>
                          <a:schemeClr val="bg1"/>
                        </a:solidFill>
                      </a:endParaRP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extLst>
                  <a:ext uri="{0D108BD9-81ED-4DB2-BD59-A6C34878D82A}">
                    <a16:rowId xmlns:a16="http://schemas.microsoft.com/office/drawing/2014/main" val="1226348592"/>
                  </a:ext>
                </a:extLst>
              </a:tr>
            </a:tbl>
          </a:graphicData>
        </a:graphic>
      </p:graphicFrame>
      <p:graphicFrame>
        <p:nvGraphicFramePr>
          <p:cNvPr id="134" name="표 133">
            <a:extLst>
              <a:ext uri="{FF2B5EF4-FFF2-40B4-BE49-F238E27FC236}">
                <a16:creationId xmlns:a16="http://schemas.microsoft.com/office/drawing/2014/main" id="{5633DD0E-67D7-4672-9FE2-F4E0BEC86887}"/>
              </a:ext>
            </a:extLst>
          </p:cNvPr>
          <p:cNvGraphicFramePr>
            <a:graphicFrameLocks noGrp="1"/>
          </p:cNvGraphicFramePr>
          <p:nvPr>
            <p:extLst>
              <p:ext uri="{D42A27DB-BD31-4B8C-83A1-F6EECF244321}">
                <p14:modId xmlns:p14="http://schemas.microsoft.com/office/powerpoint/2010/main" val="3293197023"/>
              </p:ext>
            </p:extLst>
          </p:nvPr>
        </p:nvGraphicFramePr>
        <p:xfrm>
          <a:off x="696122" y="3720379"/>
          <a:ext cx="8880745" cy="4236720"/>
        </p:xfrm>
        <a:graphic>
          <a:graphicData uri="http://schemas.openxmlformats.org/drawingml/2006/table">
            <a:tbl>
              <a:tblPr firstRow="1" bandRow="1">
                <a:tableStyleId>{5C22544A-7EE6-4342-B048-85BDC9FD1C3A}</a:tableStyleId>
              </a:tblPr>
              <a:tblGrid>
                <a:gridCol w="484409">
                  <a:extLst>
                    <a:ext uri="{9D8B030D-6E8A-4147-A177-3AD203B41FA5}">
                      <a16:colId xmlns:a16="http://schemas.microsoft.com/office/drawing/2014/main" val="401447903"/>
                    </a:ext>
                  </a:extLst>
                </a:gridCol>
                <a:gridCol w="661917">
                  <a:extLst>
                    <a:ext uri="{9D8B030D-6E8A-4147-A177-3AD203B41FA5}">
                      <a16:colId xmlns:a16="http://schemas.microsoft.com/office/drawing/2014/main" val="20000"/>
                    </a:ext>
                  </a:extLst>
                </a:gridCol>
                <a:gridCol w="2176818">
                  <a:extLst>
                    <a:ext uri="{9D8B030D-6E8A-4147-A177-3AD203B41FA5}">
                      <a16:colId xmlns:a16="http://schemas.microsoft.com/office/drawing/2014/main" val="20003"/>
                    </a:ext>
                  </a:extLst>
                </a:gridCol>
                <a:gridCol w="812041">
                  <a:extLst>
                    <a:ext uri="{9D8B030D-6E8A-4147-A177-3AD203B41FA5}">
                      <a16:colId xmlns:a16="http://schemas.microsoft.com/office/drawing/2014/main" val="20004"/>
                    </a:ext>
                  </a:extLst>
                </a:gridCol>
                <a:gridCol w="1207827">
                  <a:extLst>
                    <a:ext uri="{9D8B030D-6E8A-4147-A177-3AD203B41FA5}">
                      <a16:colId xmlns:a16="http://schemas.microsoft.com/office/drawing/2014/main" val="20005"/>
                    </a:ext>
                  </a:extLst>
                </a:gridCol>
                <a:gridCol w="1214651">
                  <a:extLst>
                    <a:ext uri="{9D8B030D-6E8A-4147-A177-3AD203B41FA5}">
                      <a16:colId xmlns:a16="http://schemas.microsoft.com/office/drawing/2014/main" val="20006"/>
                    </a:ext>
                  </a:extLst>
                </a:gridCol>
                <a:gridCol w="682388">
                  <a:extLst>
                    <a:ext uri="{9D8B030D-6E8A-4147-A177-3AD203B41FA5}">
                      <a16:colId xmlns:a16="http://schemas.microsoft.com/office/drawing/2014/main" val="20009"/>
                    </a:ext>
                  </a:extLst>
                </a:gridCol>
                <a:gridCol w="982639">
                  <a:extLst>
                    <a:ext uri="{9D8B030D-6E8A-4147-A177-3AD203B41FA5}">
                      <a16:colId xmlns:a16="http://schemas.microsoft.com/office/drawing/2014/main" val="2179269706"/>
                    </a:ext>
                  </a:extLst>
                </a:gridCol>
                <a:gridCol w="658055">
                  <a:extLst>
                    <a:ext uri="{9D8B030D-6E8A-4147-A177-3AD203B41FA5}">
                      <a16:colId xmlns:a16="http://schemas.microsoft.com/office/drawing/2014/main" val="3113216882"/>
                    </a:ext>
                  </a:extLst>
                </a:gridCol>
              </a:tblGrid>
              <a:tr h="0">
                <a:tc>
                  <a:txBody>
                    <a:bodyPr/>
                    <a:lstStyle/>
                    <a:p>
                      <a:pPr algn="ctr" latinLnBrk="1"/>
                      <a:r>
                        <a:rPr lang="en-US" altLang="ko-KR" sz="800" b="0" dirty="0">
                          <a:solidFill>
                            <a:schemeClr val="tx1"/>
                          </a:solidFill>
                        </a:rPr>
                        <a:t>No</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재고</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상세보기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판매요청</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상품추가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3433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a20392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2,110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3432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a20321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3,160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3431</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a20320</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42,110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algn="ctr" latinLnBrk="1"/>
                      <a:r>
                        <a:rPr lang="en-US" altLang="ko-KR" sz="800" b="0" dirty="0">
                          <a:solidFill>
                            <a:schemeClr val="tx1"/>
                          </a:solidFill>
                        </a:rPr>
                        <a:t>3430</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A20222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2,110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6792756"/>
                  </a:ext>
                </a:extLst>
              </a:tr>
              <a:tr h="0">
                <a:tc>
                  <a:txBody>
                    <a:bodyPr/>
                    <a:lstStyle/>
                    <a:p>
                      <a:pPr algn="ctr" latinLnBrk="1"/>
                      <a:r>
                        <a:rPr lang="en-US" altLang="ko-KR" sz="800" b="0" dirty="0">
                          <a:solidFill>
                            <a:schemeClr val="tx1"/>
                          </a:solidFill>
                        </a:rPr>
                        <a:t>3429</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B20321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3,160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60545407"/>
                  </a:ext>
                </a:extLst>
              </a:tr>
              <a:tr h="0">
                <a:tc>
                  <a:txBody>
                    <a:bodyPr/>
                    <a:lstStyle/>
                    <a:p>
                      <a:pPr algn="ctr" latinLnBrk="1"/>
                      <a:r>
                        <a:rPr lang="en-US" altLang="ko-KR" sz="800" b="0" dirty="0">
                          <a:solidFill>
                            <a:schemeClr val="tx1"/>
                          </a:solidFill>
                        </a:rPr>
                        <a:t>3428</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C20320</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42,110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73000931"/>
                  </a:ext>
                </a:extLst>
              </a:tr>
              <a:tr h="0">
                <a:tc>
                  <a:txBody>
                    <a:bodyPr/>
                    <a:lstStyle/>
                    <a:p>
                      <a:pPr algn="ctr" latinLnBrk="1"/>
                      <a:r>
                        <a:rPr lang="en-US" altLang="ko-KR" sz="800" b="0" dirty="0">
                          <a:solidFill>
                            <a:schemeClr val="tx1"/>
                          </a:solidFill>
                        </a:rPr>
                        <a:t>3427</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E20392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2,110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14774640"/>
                  </a:ext>
                </a:extLst>
              </a:tr>
              <a:tr h="0">
                <a:tc>
                  <a:txBody>
                    <a:bodyPr/>
                    <a:lstStyle/>
                    <a:p>
                      <a:pPr algn="ctr" latinLnBrk="1"/>
                      <a:r>
                        <a:rPr lang="en-US" altLang="ko-KR" sz="800" b="0" dirty="0">
                          <a:solidFill>
                            <a:schemeClr val="tx1"/>
                          </a:solidFill>
                        </a:rPr>
                        <a:t>3426</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F20212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3,160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40055972"/>
                  </a:ext>
                </a:extLst>
              </a:tr>
              <a:tr h="0">
                <a:tc>
                  <a:txBody>
                    <a:bodyPr/>
                    <a:lstStyle/>
                    <a:p>
                      <a:pPr algn="ctr" latinLnBrk="1"/>
                      <a:r>
                        <a:rPr lang="en-US" altLang="ko-KR" sz="800" b="0" dirty="0">
                          <a:solidFill>
                            <a:schemeClr val="tx1"/>
                          </a:solidFill>
                        </a:rPr>
                        <a:t>3425</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Z20321</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42,110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64757641"/>
                  </a:ext>
                </a:extLst>
              </a:tr>
              <a:tr h="0">
                <a:tc>
                  <a:txBody>
                    <a:bodyPr/>
                    <a:lstStyle/>
                    <a:p>
                      <a:pPr algn="ctr" latinLnBrk="1"/>
                      <a:r>
                        <a:rPr lang="en-US" altLang="ko-KR" sz="800" b="0" dirty="0">
                          <a:solidFill>
                            <a:schemeClr val="tx1"/>
                          </a:solidFill>
                        </a:rPr>
                        <a:t>3424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A20200</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2,110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94086906"/>
                  </a:ext>
                </a:extLst>
              </a:tr>
              <a:tr h="0">
                <a:tc>
                  <a:txBody>
                    <a:bodyPr/>
                    <a:lstStyle/>
                    <a:p>
                      <a:pPr algn="ctr" latinLnBrk="1"/>
                      <a:r>
                        <a:rPr lang="en-US" altLang="ko-KR" sz="800" b="0" dirty="0">
                          <a:solidFill>
                            <a:schemeClr val="tx1"/>
                          </a:solidFill>
                        </a:rPr>
                        <a:t>3423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A20333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3,160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61936248"/>
                  </a:ext>
                </a:extLst>
              </a:tr>
              <a:tr h="0">
                <a:tc>
                  <a:txBody>
                    <a:bodyPr/>
                    <a:lstStyle/>
                    <a:p>
                      <a:pPr algn="ctr" latinLnBrk="1"/>
                      <a:r>
                        <a:rPr lang="en-US" altLang="ko-KR" sz="800" b="0" dirty="0">
                          <a:solidFill>
                            <a:schemeClr val="tx1"/>
                          </a:solidFill>
                        </a:rPr>
                        <a:t>3422</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E20312</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42,110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83094304"/>
                  </a:ext>
                </a:extLst>
              </a:tr>
            </a:tbl>
          </a:graphicData>
        </a:graphic>
      </p:graphicFrame>
      <p:sp>
        <p:nvSpPr>
          <p:cNvPr id="135" name="TextBox 134">
            <a:extLst>
              <a:ext uri="{FF2B5EF4-FFF2-40B4-BE49-F238E27FC236}">
                <a16:creationId xmlns:a16="http://schemas.microsoft.com/office/drawing/2014/main" id="{50865FC0-C42B-4C86-98F1-D460FAE6568A}"/>
              </a:ext>
            </a:extLst>
          </p:cNvPr>
          <p:cNvSpPr txBox="1"/>
          <p:nvPr/>
        </p:nvSpPr>
        <p:spPr>
          <a:xfrm>
            <a:off x="636413" y="3462757"/>
            <a:ext cx="761547" cy="215444"/>
          </a:xfrm>
          <a:prstGeom prst="rect">
            <a:avLst/>
          </a:prstGeom>
          <a:noFill/>
        </p:spPr>
        <p:txBody>
          <a:bodyPr wrap="square" rtlCol="0">
            <a:spAutoFit/>
          </a:bodyPr>
          <a:lstStyle/>
          <a:p>
            <a:r>
              <a:rPr lang="ko-KR" altLang="en-US" sz="800" dirty="0"/>
              <a:t>총 </a:t>
            </a:r>
            <a:r>
              <a:rPr lang="en-US" altLang="ko-KR" sz="800" dirty="0"/>
              <a:t>00</a:t>
            </a:r>
            <a:r>
              <a:rPr lang="ko-KR" altLang="en-US" sz="800" dirty="0"/>
              <a:t>건</a:t>
            </a:r>
          </a:p>
        </p:txBody>
      </p:sp>
      <p:grpSp>
        <p:nvGrpSpPr>
          <p:cNvPr id="137" name="그룹 136">
            <a:extLst>
              <a:ext uri="{FF2B5EF4-FFF2-40B4-BE49-F238E27FC236}">
                <a16:creationId xmlns:a16="http://schemas.microsoft.com/office/drawing/2014/main" id="{F311BEFC-8921-4916-9A74-E871B4327F12}"/>
              </a:ext>
            </a:extLst>
          </p:cNvPr>
          <p:cNvGrpSpPr/>
          <p:nvPr/>
        </p:nvGrpSpPr>
        <p:grpSpPr>
          <a:xfrm>
            <a:off x="1877618" y="3924777"/>
            <a:ext cx="2414206" cy="338554"/>
            <a:chOff x="1237833" y="3417650"/>
            <a:chExt cx="1708480" cy="338554"/>
          </a:xfrm>
        </p:grpSpPr>
        <p:grpSp>
          <p:nvGrpSpPr>
            <p:cNvPr id="138" name="그룹 137">
              <a:extLst>
                <a:ext uri="{FF2B5EF4-FFF2-40B4-BE49-F238E27FC236}">
                  <a16:creationId xmlns:a16="http://schemas.microsoft.com/office/drawing/2014/main" id="{56747037-A615-49F6-8CFE-4A96E0FE17E9}"/>
                </a:ext>
              </a:extLst>
            </p:cNvPr>
            <p:cNvGrpSpPr/>
            <p:nvPr/>
          </p:nvGrpSpPr>
          <p:grpSpPr>
            <a:xfrm>
              <a:off x="1237833" y="3462866"/>
              <a:ext cx="378630" cy="248122"/>
              <a:chOff x="2681976" y="1955121"/>
              <a:chExt cx="1993118" cy="596970"/>
            </a:xfrm>
          </p:grpSpPr>
          <p:sp>
            <p:nvSpPr>
              <p:cNvPr id="140" name="Border">
                <a:extLst>
                  <a:ext uri="{FF2B5EF4-FFF2-40B4-BE49-F238E27FC236}">
                    <a16:creationId xmlns:a16="http://schemas.microsoft.com/office/drawing/2014/main" id="{24AA435E-1E2E-4FB5-88F9-CAB7B361EF08}"/>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1" name="Line 2">
                <a:extLst>
                  <a:ext uri="{FF2B5EF4-FFF2-40B4-BE49-F238E27FC236}">
                    <a16:creationId xmlns:a16="http://schemas.microsoft.com/office/drawing/2014/main" id="{901BDDE1-4317-4399-B816-D6307790D2BB}"/>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2" name="Line 1">
                <a:extLst>
                  <a:ext uri="{FF2B5EF4-FFF2-40B4-BE49-F238E27FC236}">
                    <a16:creationId xmlns:a16="http://schemas.microsoft.com/office/drawing/2014/main" id="{2180F973-B2A8-4E5A-AE08-533BD461389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3" name="TextBox 142">
                <a:extLst>
                  <a:ext uri="{FF2B5EF4-FFF2-40B4-BE49-F238E27FC236}">
                    <a16:creationId xmlns:a16="http://schemas.microsoft.com/office/drawing/2014/main" id="{7940BF44-CD7F-499D-ACC9-4DA2F3F203D5}"/>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39" name="직사각형 138">
              <a:extLst>
                <a:ext uri="{FF2B5EF4-FFF2-40B4-BE49-F238E27FC236}">
                  <a16:creationId xmlns:a16="http://schemas.microsoft.com/office/drawing/2014/main" id="{3F6E7446-F909-45B1-8BEA-DABE368C9A10}"/>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144" name="그룹 143">
            <a:extLst>
              <a:ext uri="{FF2B5EF4-FFF2-40B4-BE49-F238E27FC236}">
                <a16:creationId xmlns:a16="http://schemas.microsoft.com/office/drawing/2014/main" id="{174DA87C-84D8-4D57-A474-328F3714FBC9}"/>
              </a:ext>
            </a:extLst>
          </p:cNvPr>
          <p:cNvGrpSpPr/>
          <p:nvPr/>
        </p:nvGrpSpPr>
        <p:grpSpPr>
          <a:xfrm>
            <a:off x="1868909" y="4258913"/>
            <a:ext cx="2414206" cy="338554"/>
            <a:chOff x="1237833" y="3417650"/>
            <a:chExt cx="1708480" cy="338554"/>
          </a:xfrm>
        </p:grpSpPr>
        <p:grpSp>
          <p:nvGrpSpPr>
            <p:cNvPr id="145" name="그룹 144">
              <a:extLst>
                <a:ext uri="{FF2B5EF4-FFF2-40B4-BE49-F238E27FC236}">
                  <a16:creationId xmlns:a16="http://schemas.microsoft.com/office/drawing/2014/main" id="{7B55DCB4-0E5F-418B-8197-7033AB148DD1}"/>
                </a:ext>
              </a:extLst>
            </p:cNvPr>
            <p:cNvGrpSpPr/>
            <p:nvPr/>
          </p:nvGrpSpPr>
          <p:grpSpPr>
            <a:xfrm>
              <a:off x="1237833" y="3462866"/>
              <a:ext cx="378630" cy="248122"/>
              <a:chOff x="2681976" y="1955121"/>
              <a:chExt cx="1993118" cy="596970"/>
            </a:xfrm>
          </p:grpSpPr>
          <p:sp>
            <p:nvSpPr>
              <p:cNvPr id="147" name="Border">
                <a:extLst>
                  <a:ext uri="{FF2B5EF4-FFF2-40B4-BE49-F238E27FC236}">
                    <a16:creationId xmlns:a16="http://schemas.microsoft.com/office/drawing/2014/main" id="{FC0F8259-7C4F-44DA-8723-9C3A004C899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8" name="Line 2">
                <a:extLst>
                  <a:ext uri="{FF2B5EF4-FFF2-40B4-BE49-F238E27FC236}">
                    <a16:creationId xmlns:a16="http://schemas.microsoft.com/office/drawing/2014/main" id="{04D0CD60-2F47-429E-86A5-07909D17C23B}"/>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9" name="Line 1">
                <a:extLst>
                  <a:ext uri="{FF2B5EF4-FFF2-40B4-BE49-F238E27FC236}">
                    <a16:creationId xmlns:a16="http://schemas.microsoft.com/office/drawing/2014/main" id="{A9600984-1EBA-4D28-B9BC-07AFC73DBF1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0" name="TextBox 149">
                <a:extLst>
                  <a:ext uri="{FF2B5EF4-FFF2-40B4-BE49-F238E27FC236}">
                    <a16:creationId xmlns:a16="http://schemas.microsoft.com/office/drawing/2014/main" id="{1EE5855F-51E6-4BC8-A05C-EF8F7F760D06}"/>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46" name="직사각형 145">
              <a:extLst>
                <a:ext uri="{FF2B5EF4-FFF2-40B4-BE49-F238E27FC236}">
                  <a16:creationId xmlns:a16="http://schemas.microsoft.com/office/drawing/2014/main" id="{E965A16A-F74D-4986-A7AB-5FE2496B7B45}"/>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151" name="그룹 150">
            <a:extLst>
              <a:ext uri="{FF2B5EF4-FFF2-40B4-BE49-F238E27FC236}">
                <a16:creationId xmlns:a16="http://schemas.microsoft.com/office/drawing/2014/main" id="{C939AD66-B200-4353-BAF1-24404065DF6C}"/>
              </a:ext>
            </a:extLst>
          </p:cNvPr>
          <p:cNvGrpSpPr/>
          <p:nvPr/>
        </p:nvGrpSpPr>
        <p:grpSpPr>
          <a:xfrm>
            <a:off x="1873615" y="4595199"/>
            <a:ext cx="2414206" cy="338554"/>
            <a:chOff x="1237833" y="3417650"/>
            <a:chExt cx="1708480" cy="338554"/>
          </a:xfrm>
        </p:grpSpPr>
        <p:grpSp>
          <p:nvGrpSpPr>
            <p:cNvPr id="152" name="그룹 151">
              <a:extLst>
                <a:ext uri="{FF2B5EF4-FFF2-40B4-BE49-F238E27FC236}">
                  <a16:creationId xmlns:a16="http://schemas.microsoft.com/office/drawing/2014/main" id="{C8C36DF0-6A0D-4562-B335-8DA74F6BC1BE}"/>
                </a:ext>
              </a:extLst>
            </p:cNvPr>
            <p:cNvGrpSpPr/>
            <p:nvPr/>
          </p:nvGrpSpPr>
          <p:grpSpPr>
            <a:xfrm>
              <a:off x="1237833" y="3462866"/>
              <a:ext cx="378630" cy="248122"/>
              <a:chOff x="2681976" y="1955121"/>
              <a:chExt cx="1993118" cy="596970"/>
            </a:xfrm>
          </p:grpSpPr>
          <p:sp>
            <p:nvSpPr>
              <p:cNvPr id="154" name="Border">
                <a:extLst>
                  <a:ext uri="{FF2B5EF4-FFF2-40B4-BE49-F238E27FC236}">
                    <a16:creationId xmlns:a16="http://schemas.microsoft.com/office/drawing/2014/main" id="{286B96C5-9C33-4E3E-B9A3-A346F46B2BB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5" name="Line 2">
                <a:extLst>
                  <a:ext uri="{FF2B5EF4-FFF2-40B4-BE49-F238E27FC236}">
                    <a16:creationId xmlns:a16="http://schemas.microsoft.com/office/drawing/2014/main" id="{E730F742-978B-4E74-A9E5-278D22C2DE4A}"/>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6" name="Line 1">
                <a:extLst>
                  <a:ext uri="{FF2B5EF4-FFF2-40B4-BE49-F238E27FC236}">
                    <a16:creationId xmlns:a16="http://schemas.microsoft.com/office/drawing/2014/main" id="{B08F393B-60FB-421B-B17B-4867B75D3B10}"/>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7" name="TextBox 156">
                <a:extLst>
                  <a:ext uri="{FF2B5EF4-FFF2-40B4-BE49-F238E27FC236}">
                    <a16:creationId xmlns:a16="http://schemas.microsoft.com/office/drawing/2014/main" id="{31B39BE1-72D3-4F6B-9642-0D047DD06ABB}"/>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53" name="직사각형 152">
              <a:extLst>
                <a:ext uri="{FF2B5EF4-FFF2-40B4-BE49-F238E27FC236}">
                  <a16:creationId xmlns:a16="http://schemas.microsoft.com/office/drawing/2014/main" id="{40BFEF4B-C139-4AB3-80DB-30B539436CDC}"/>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158" name="그룹 157">
            <a:extLst>
              <a:ext uri="{FF2B5EF4-FFF2-40B4-BE49-F238E27FC236}">
                <a16:creationId xmlns:a16="http://schemas.microsoft.com/office/drawing/2014/main" id="{65413925-C680-4FB9-847F-CC7B0F02EE32}"/>
              </a:ext>
            </a:extLst>
          </p:cNvPr>
          <p:cNvGrpSpPr/>
          <p:nvPr/>
        </p:nvGrpSpPr>
        <p:grpSpPr>
          <a:xfrm>
            <a:off x="1868909" y="4929335"/>
            <a:ext cx="2414206" cy="338554"/>
            <a:chOff x="1237833" y="3417650"/>
            <a:chExt cx="1708480" cy="338554"/>
          </a:xfrm>
        </p:grpSpPr>
        <p:grpSp>
          <p:nvGrpSpPr>
            <p:cNvPr id="159" name="그룹 158">
              <a:extLst>
                <a:ext uri="{FF2B5EF4-FFF2-40B4-BE49-F238E27FC236}">
                  <a16:creationId xmlns:a16="http://schemas.microsoft.com/office/drawing/2014/main" id="{81E19323-94A9-4B93-A4D0-5426DC149FA9}"/>
                </a:ext>
              </a:extLst>
            </p:cNvPr>
            <p:cNvGrpSpPr/>
            <p:nvPr/>
          </p:nvGrpSpPr>
          <p:grpSpPr>
            <a:xfrm>
              <a:off x="1237833" y="3462866"/>
              <a:ext cx="378630" cy="248122"/>
              <a:chOff x="2681976" y="1955121"/>
              <a:chExt cx="1993118" cy="596970"/>
            </a:xfrm>
          </p:grpSpPr>
          <p:sp>
            <p:nvSpPr>
              <p:cNvPr id="161" name="Border">
                <a:extLst>
                  <a:ext uri="{FF2B5EF4-FFF2-40B4-BE49-F238E27FC236}">
                    <a16:creationId xmlns:a16="http://schemas.microsoft.com/office/drawing/2014/main" id="{3B56E81F-12E9-4191-AE65-C6C5BD90E5CA}"/>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2" name="Line 2">
                <a:extLst>
                  <a:ext uri="{FF2B5EF4-FFF2-40B4-BE49-F238E27FC236}">
                    <a16:creationId xmlns:a16="http://schemas.microsoft.com/office/drawing/2014/main" id="{E6385D84-612D-4332-8F4F-9114281FD30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3" name="Line 1">
                <a:extLst>
                  <a:ext uri="{FF2B5EF4-FFF2-40B4-BE49-F238E27FC236}">
                    <a16:creationId xmlns:a16="http://schemas.microsoft.com/office/drawing/2014/main" id="{DB35D0A8-6585-4C95-B9E2-A7693DD9E597}"/>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4" name="TextBox 163">
                <a:extLst>
                  <a:ext uri="{FF2B5EF4-FFF2-40B4-BE49-F238E27FC236}">
                    <a16:creationId xmlns:a16="http://schemas.microsoft.com/office/drawing/2014/main" id="{D63B926B-88ED-4641-B30A-D6EDF9C653CF}"/>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60" name="직사각형 159">
              <a:extLst>
                <a:ext uri="{FF2B5EF4-FFF2-40B4-BE49-F238E27FC236}">
                  <a16:creationId xmlns:a16="http://schemas.microsoft.com/office/drawing/2014/main" id="{C0DF6F83-4430-41A3-A905-E57DA25B0A8A}"/>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165" name="그룹 164">
            <a:extLst>
              <a:ext uri="{FF2B5EF4-FFF2-40B4-BE49-F238E27FC236}">
                <a16:creationId xmlns:a16="http://schemas.microsoft.com/office/drawing/2014/main" id="{55B60A01-DE07-4CF0-95B0-C0E541B32D53}"/>
              </a:ext>
            </a:extLst>
          </p:cNvPr>
          <p:cNvGrpSpPr/>
          <p:nvPr/>
        </p:nvGrpSpPr>
        <p:grpSpPr>
          <a:xfrm>
            <a:off x="1860200" y="5263471"/>
            <a:ext cx="2414206" cy="338554"/>
            <a:chOff x="1237833" y="3417650"/>
            <a:chExt cx="1708480" cy="338554"/>
          </a:xfrm>
        </p:grpSpPr>
        <p:grpSp>
          <p:nvGrpSpPr>
            <p:cNvPr id="166" name="그룹 165">
              <a:extLst>
                <a:ext uri="{FF2B5EF4-FFF2-40B4-BE49-F238E27FC236}">
                  <a16:creationId xmlns:a16="http://schemas.microsoft.com/office/drawing/2014/main" id="{EFF69210-AA3F-4F13-BE1C-9861A0EADBE1}"/>
                </a:ext>
              </a:extLst>
            </p:cNvPr>
            <p:cNvGrpSpPr/>
            <p:nvPr/>
          </p:nvGrpSpPr>
          <p:grpSpPr>
            <a:xfrm>
              <a:off x="1237833" y="3462866"/>
              <a:ext cx="378630" cy="248122"/>
              <a:chOff x="2681976" y="1955121"/>
              <a:chExt cx="1993118" cy="596970"/>
            </a:xfrm>
          </p:grpSpPr>
          <p:sp>
            <p:nvSpPr>
              <p:cNvPr id="168" name="Border">
                <a:extLst>
                  <a:ext uri="{FF2B5EF4-FFF2-40B4-BE49-F238E27FC236}">
                    <a16:creationId xmlns:a16="http://schemas.microsoft.com/office/drawing/2014/main" id="{B0D3547D-5837-4C66-ABBE-AB6BA2046440}"/>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9" name="Line 2">
                <a:extLst>
                  <a:ext uri="{FF2B5EF4-FFF2-40B4-BE49-F238E27FC236}">
                    <a16:creationId xmlns:a16="http://schemas.microsoft.com/office/drawing/2014/main" id="{0F2C4A0A-ABBC-41B4-AAD8-09C7A31E6AED}"/>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0" name="Line 1">
                <a:extLst>
                  <a:ext uri="{FF2B5EF4-FFF2-40B4-BE49-F238E27FC236}">
                    <a16:creationId xmlns:a16="http://schemas.microsoft.com/office/drawing/2014/main" id="{29715BDB-9A5C-4149-9EC2-4B859FE5637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1" name="TextBox 170">
                <a:extLst>
                  <a:ext uri="{FF2B5EF4-FFF2-40B4-BE49-F238E27FC236}">
                    <a16:creationId xmlns:a16="http://schemas.microsoft.com/office/drawing/2014/main" id="{20A4AA42-B5EA-4F89-A9C8-5068BB590638}"/>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67" name="직사각형 166">
              <a:extLst>
                <a:ext uri="{FF2B5EF4-FFF2-40B4-BE49-F238E27FC236}">
                  <a16:creationId xmlns:a16="http://schemas.microsoft.com/office/drawing/2014/main" id="{8B0C9421-4D26-491E-986F-BABAB676A980}"/>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179" name="그룹 178">
            <a:extLst>
              <a:ext uri="{FF2B5EF4-FFF2-40B4-BE49-F238E27FC236}">
                <a16:creationId xmlns:a16="http://schemas.microsoft.com/office/drawing/2014/main" id="{4B87FDBF-0836-4DE5-A8BA-63E79C1363C6}"/>
              </a:ext>
            </a:extLst>
          </p:cNvPr>
          <p:cNvGrpSpPr/>
          <p:nvPr/>
        </p:nvGrpSpPr>
        <p:grpSpPr>
          <a:xfrm>
            <a:off x="1881621" y="5934684"/>
            <a:ext cx="2414206" cy="338554"/>
            <a:chOff x="1237833" y="3417650"/>
            <a:chExt cx="1708480" cy="338554"/>
          </a:xfrm>
        </p:grpSpPr>
        <p:grpSp>
          <p:nvGrpSpPr>
            <p:cNvPr id="180" name="그룹 179">
              <a:extLst>
                <a:ext uri="{FF2B5EF4-FFF2-40B4-BE49-F238E27FC236}">
                  <a16:creationId xmlns:a16="http://schemas.microsoft.com/office/drawing/2014/main" id="{74A52DF6-FDCA-4D62-A753-A33DCCE4AC4F}"/>
                </a:ext>
              </a:extLst>
            </p:cNvPr>
            <p:cNvGrpSpPr/>
            <p:nvPr/>
          </p:nvGrpSpPr>
          <p:grpSpPr>
            <a:xfrm>
              <a:off x="1237833" y="3462866"/>
              <a:ext cx="378630" cy="248122"/>
              <a:chOff x="2681976" y="1955121"/>
              <a:chExt cx="1993118" cy="596970"/>
            </a:xfrm>
          </p:grpSpPr>
          <p:sp>
            <p:nvSpPr>
              <p:cNvPr id="182" name="Border">
                <a:extLst>
                  <a:ext uri="{FF2B5EF4-FFF2-40B4-BE49-F238E27FC236}">
                    <a16:creationId xmlns:a16="http://schemas.microsoft.com/office/drawing/2014/main" id="{E42F5B41-C5B7-40FA-BBCF-E724D003945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3" name="Line 2">
                <a:extLst>
                  <a:ext uri="{FF2B5EF4-FFF2-40B4-BE49-F238E27FC236}">
                    <a16:creationId xmlns:a16="http://schemas.microsoft.com/office/drawing/2014/main" id="{01E7DC5B-A745-4A58-88E0-D0A28EC2C3D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4" name="Line 1">
                <a:extLst>
                  <a:ext uri="{FF2B5EF4-FFF2-40B4-BE49-F238E27FC236}">
                    <a16:creationId xmlns:a16="http://schemas.microsoft.com/office/drawing/2014/main" id="{C0218E6C-DB69-4F90-BBC6-0540B703DE0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5" name="TextBox 184">
                <a:extLst>
                  <a:ext uri="{FF2B5EF4-FFF2-40B4-BE49-F238E27FC236}">
                    <a16:creationId xmlns:a16="http://schemas.microsoft.com/office/drawing/2014/main" id="{3A03E338-5478-48BE-BFA6-6D26273539AD}"/>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81" name="직사각형 180">
              <a:extLst>
                <a:ext uri="{FF2B5EF4-FFF2-40B4-BE49-F238E27FC236}">
                  <a16:creationId xmlns:a16="http://schemas.microsoft.com/office/drawing/2014/main" id="{AB6CEA91-11CE-4DAC-A53C-EC8B2D5BD697}"/>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186" name="그룹 185">
            <a:extLst>
              <a:ext uri="{FF2B5EF4-FFF2-40B4-BE49-F238E27FC236}">
                <a16:creationId xmlns:a16="http://schemas.microsoft.com/office/drawing/2014/main" id="{E77C6729-1C60-4346-A858-9D970737F4C1}"/>
              </a:ext>
            </a:extLst>
          </p:cNvPr>
          <p:cNvGrpSpPr/>
          <p:nvPr/>
        </p:nvGrpSpPr>
        <p:grpSpPr>
          <a:xfrm>
            <a:off x="1872912" y="6268820"/>
            <a:ext cx="2414206" cy="338554"/>
            <a:chOff x="1237833" y="3417650"/>
            <a:chExt cx="1708480" cy="338554"/>
          </a:xfrm>
        </p:grpSpPr>
        <p:grpSp>
          <p:nvGrpSpPr>
            <p:cNvPr id="187" name="그룹 186">
              <a:extLst>
                <a:ext uri="{FF2B5EF4-FFF2-40B4-BE49-F238E27FC236}">
                  <a16:creationId xmlns:a16="http://schemas.microsoft.com/office/drawing/2014/main" id="{60E425BD-C132-408E-9A32-E2619C6EAD7D}"/>
                </a:ext>
              </a:extLst>
            </p:cNvPr>
            <p:cNvGrpSpPr/>
            <p:nvPr/>
          </p:nvGrpSpPr>
          <p:grpSpPr>
            <a:xfrm>
              <a:off x="1237833" y="3462866"/>
              <a:ext cx="378630" cy="248122"/>
              <a:chOff x="2681976" y="1955121"/>
              <a:chExt cx="1993118" cy="596970"/>
            </a:xfrm>
          </p:grpSpPr>
          <p:sp>
            <p:nvSpPr>
              <p:cNvPr id="189" name="Border">
                <a:extLst>
                  <a:ext uri="{FF2B5EF4-FFF2-40B4-BE49-F238E27FC236}">
                    <a16:creationId xmlns:a16="http://schemas.microsoft.com/office/drawing/2014/main" id="{3A13256A-01D5-4A02-BA0D-605A8A107599}"/>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0" name="Line 2">
                <a:extLst>
                  <a:ext uri="{FF2B5EF4-FFF2-40B4-BE49-F238E27FC236}">
                    <a16:creationId xmlns:a16="http://schemas.microsoft.com/office/drawing/2014/main" id="{114EA5ED-2561-41D7-BB5A-CE2F5AA7CE3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1" name="Line 1">
                <a:extLst>
                  <a:ext uri="{FF2B5EF4-FFF2-40B4-BE49-F238E27FC236}">
                    <a16:creationId xmlns:a16="http://schemas.microsoft.com/office/drawing/2014/main" id="{AFBDA4B4-7927-405E-A521-4E59149C80F5}"/>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2" name="TextBox 191">
                <a:extLst>
                  <a:ext uri="{FF2B5EF4-FFF2-40B4-BE49-F238E27FC236}">
                    <a16:creationId xmlns:a16="http://schemas.microsoft.com/office/drawing/2014/main" id="{05BD30D4-F0A2-480B-8C44-3A45594364D3}"/>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88" name="직사각형 187">
              <a:extLst>
                <a:ext uri="{FF2B5EF4-FFF2-40B4-BE49-F238E27FC236}">
                  <a16:creationId xmlns:a16="http://schemas.microsoft.com/office/drawing/2014/main" id="{F20DBDF0-BCCF-4685-B200-2F44E84DED59}"/>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193" name="그룹 192">
            <a:extLst>
              <a:ext uri="{FF2B5EF4-FFF2-40B4-BE49-F238E27FC236}">
                <a16:creationId xmlns:a16="http://schemas.microsoft.com/office/drawing/2014/main" id="{044419FA-1A6C-47CC-AAA9-F9D3BEA99D70}"/>
              </a:ext>
            </a:extLst>
          </p:cNvPr>
          <p:cNvGrpSpPr/>
          <p:nvPr/>
        </p:nvGrpSpPr>
        <p:grpSpPr>
          <a:xfrm>
            <a:off x="1877618" y="6605106"/>
            <a:ext cx="2414206" cy="338554"/>
            <a:chOff x="1237833" y="3417650"/>
            <a:chExt cx="1708480" cy="338554"/>
          </a:xfrm>
        </p:grpSpPr>
        <p:grpSp>
          <p:nvGrpSpPr>
            <p:cNvPr id="194" name="그룹 193">
              <a:extLst>
                <a:ext uri="{FF2B5EF4-FFF2-40B4-BE49-F238E27FC236}">
                  <a16:creationId xmlns:a16="http://schemas.microsoft.com/office/drawing/2014/main" id="{5D12A669-7282-4D90-9916-C14B74C603AF}"/>
                </a:ext>
              </a:extLst>
            </p:cNvPr>
            <p:cNvGrpSpPr/>
            <p:nvPr/>
          </p:nvGrpSpPr>
          <p:grpSpPr>
            <a:xfrm>
              <a:off x="1237833" y="3462866"/>
              <a:ext cx="378630" cy="248122"/>
              <a:chOff x="2681976" y="1955121"/>
              <a:chExt cx="1993118" cy="596970"/>
            </a:xfrm>
          </p:grpSpPr>
          <p:sp>
            <p:nvSpPr>
              <p:cNvPr id="196" name="Border">
                <a:extLst>
                  <a:ext uri="{FF2B5EF4-FFF2-40B4-BE49-F238E27FC236}">
                    <a16:creationId xmlns:a16="http://schemas.microsoft.com/office/drawing/2014/main" id="{E3043802-7415-4AA6-87DA-603D562993A2}"/>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7" name="Line 2">
                <a:extLst>
                  <a:ext uri="{FF2B5EF4-FFF2-40B4-BE49-F238E27FC236}">
                    <a16:creationId xmlns:a16="http://schemas.microsoft.com/office/drawing/2014/main" id="{0DF86A55-049A-4220-804C-5F38A60818A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8" name="Line 1">
                <a:extLst>
                  <a:ext uri="{FF2B5EF4-FFF2-40B4-BE49-F238E27FC236}">
                    <a16:creationId xmlns:a16="http://schemas.microsoft.com/office/drawing/2014/main" id="{8F796737-093E-4D48-8BCB-C98C7E84ED1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9" name="TextBox 198">
                <a:extLst>
                  <a:ext uri="{FF2B5EF4-FFF2-40B4-BE49-F238E27FC236}">
                    <a16:creationId xmlns:a16="http://schemas.microsoft.com/office/drawing/2014/main" id="{836E42E5-072F-4874-8562-AFAF89BF9E78}"/>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95" name="직사각형 194">
              <a:extLst>
                <a:ext uri="{FF2B5EF4-FFF2-40B4-BE49-F238E27FC236}">
                  <a16:creationId xmlns:a16="http://schemas.microsoft.com/office/drawing/2014/main" id="{96847B95-DA70-4DC5-A1B0-8F08E2106778}"/>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200" name="그룹 199">
            <a:extLst>
              <a:ext uri="{FF2B5EF4-FFF2-40B4-BE49-F238E27FC236}">
                <a16:creationId xmlns:a16="http://schemas.microsoft.com/office/drawing/2014/main" id="{C0D44E89-9170-407D-8B99-4C3BDCFC149B}"/>
              </a:ext>
            </a:extLst>
          </p:cNvPr>
          <p:cNvGrpSpPr/>
          <p:nvPr/>
        </p:nvGrpSpPr>
        <p:grpSpPr>
          <a:xfrm>
            <a:off x="1881621" y="6942297"/>
            <a:ext cx="2414206" cy="338554"/>
            <a:chOff x="1237833" y="3417650"/>
            <a:chExt cx="1708480" cy="338554"/>
          </a:xfrm>
        </p:grpSpPr>
        <p:grpSp>
          <p:nvGrpSpPr>
            <p:cNvPr id="201" name="그룹 200">
              <a:extLst>
                <a:ext uri="{FF2B5EF4-FFF2-40B4-BE49-F238E27FC236}">
                  <a16:creationId xmlns:a16="http://schemas.microsoft.com/office/drawing/2014/main" id="{556E8F7A-6DCE-4D07-9BD1-A92700DBB272}"/>
                </a:ext>
              </a:extLst>
            </p:cNvPr>
            <p:cNvGrpSpPr/>
            <p:nvPr/>
          </p:nvGrpSpPr>
          <p:grpSpPr>
            <a:xfrm>
              <a:off x="1237833" y="3462866"/>
              <a:ext cx="378630" cy="248122"/>
              <a:chOff x="2681976" y="1955121"/>
              <a:chExt cx="1993118" cy="596970"/>
            </a:xfrm>
          </p:grpSpPr>
          <p:sp>
            <p:nvSpPr>
              <p:cNvPr id="203" name="Border">
                <a:extLst>
                  <a:ext uri="{FF2B5EF4-FFF2-40B4-BE49-F238E27FC236}">
                    <a16:creationId xmlns:a16="http://schemas.microsoft.com/office/drawing/2014/main" id="{F859038A-A607-4855-9490-E2AA0FEEDB0D}"/>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4" name="Line 2">
                <a:extLst>
                  <a:ext uri="{FF2B5EF4-FFF2-40B4-BE49-F238E27FC236}">
                    <a16:creationId xmlns:a16="http://schemas.microsoft.com/office/drawing/2014/main" id="{41AB52C0-6AFE-4BD0-9B57-65D0C7113A9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5" name="Line 1">
                <a:extLst>
                  <a:ext uri="{FF2B5EF4-FFF2-40B4-BE49-F238E27FC236}">
                    <a16:creationId xmlns:a16="http://schemas.microsoft.com/office/drawing/2014/main" id="{FB0577F7-1B68-4D7B-8CC0-1AF81D21FFE3}"/>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6" name="TextBox 205">
                <a:extLst>
                  <a:ext uri="{FF2B5EF4-FFF2-40B4-BE49-F238E27FC236}">
                    <a16:creationId xmlns:a16="http://schemas.microsoft.com/office/drawing/2014/main" id="{194176FA-6A1C-438B-8D00-5E49629F7D09}"/>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02" name="직사각형 201">
              <a:extLst>
                <a:ext uri="{FF2B5EF4-FFF2-40B4-BE49-F238E27FC236}">
                  <a16:creationId xmlns:a16="http://schemas.microsoft.com/office/drawing/2014/main" id="{60B748B7-CF47-4387-9571-45A25ADE9514}"/>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207" name="그룹 206">
            <a:extLst>
              <a:ext uri="{FF2B5EF4-FFF2-40B4-BE49-F238E27FC236}">
                <a16:creationId xmlns:a16="http://schemas.microsoft.com/office/drawing/2014/main" id="{91EEF672-7127-4EFE-B72E-7D61E65DD37C}"/>
              </a:ext>
            </a:extLst>
          </p:cNvPr>
          <p:cNvGrpSpPr/>
          <p:nvPr/>
        </p:nvGrpSpPr>
        <p:grpSpPr>
          <a:xfrm>
            <a:off x="1872912" y="7276433"/>
            <a:ext cx="2414206" cy="338554"/>
            <a:chOff x="1237833" y="3417650"/>
            <a:chExt cx="1708480" cy="338554"/>
          </a:xfrm>
        </p:grpSpPr>
        <p:grpSp>
          <p:nvGrpSpPr>
            <p:cNvPr id="208" name="그룹 207">
              <a:extLst>
                <a:ext uri="{FF2B5EF4-FFF2-40B4-BE49-F238E27FC236}">
                  <a16:creationId xmlns:a16="http://schemas.microsoft.com/office/drawing/2014/main" id="{C8EBC4CF-1210-4A34-8E4C-3C3EF88EDEBC}"/>
                </a:ext>
              </a:extLst>
            </p:cNvPr>
            <p:cNvGrpSpPr/>
            <p:nvPr/>
          </p:nvGrpSpPr>
          <p:grpSpPr>
            <a:xfrm>
              <a:off x="1237833" y="3462866"/>
              <a:ext cx="378630" cy="248122"/>
              <a:chOff x="2681976" y="1955121"/>
              <a:chExt cx="1993118" cy="596970"/>
            </a:xfrm>
          </p:grpSpPr>
          <p:sp>
            <p:nvSpPr>
              <p:cNvPr id="210" name="Border">
                <a:extLst>
                  <a:ext uri="{FF2B5EF4-FFF2-40B4-BE49-F238E27FC236}">
                    <a16:creationId xmlns:a16="http://schemas.microsoft.com/office/drawing/2014/main" id="{C99DCB39-5B1B-4BB7-8C26-D13CA2E6F7CE}"/>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1" name="Line 2">
                <a:extLst>
                  <a:ext uri="{FF2B5EF4-FFF2-40B4-BE49-F238E27FC236}">
                    <a16:creationId xmlns:a16="http://schemas.microsoft.com/office/drawing/2014/main" id="{728797D4-9F71-4991-BA30-441777F4F718}"/>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2" name="Line 1">
                <a:extLst>
                  <a:ext uri="{FF2B5EF4-FFF2-40B4-BE49-F238E27FC236}">
                    <a16:creationId xmlns:a16="http://schemas.microsoft.com/office/drawing/2014/main" id="{11683013-A432-401E-B1D0-A3A5DA4403A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3" name="TextBox 212">
                <a:extLst>
                  <a:ext uri="{FF2B5EF4-FFF2-40B4-BE49-F238E27FC236}">
                    <a16:creationId xmlns:a16="http://schemas.microsoft.com/office/drawing/2014/main" id="{261C030F-369E-4E8A-9357-B777A004D174}"/>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09" name="직사각형 208">
              <a:extLst>
                <a:ext uri="{FF2B5EF4-FFF2-40B4-BE49-F238E27FC236}">
                  <a16:creationId xmlns:a16="http://schemas.microsoft.com/office/drawing/2014/main" id="{0F577179-C539-4533-9748-E9AD069A96BA}"/>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214" name="그룹 213">
            <a:extLst>
              <a:ext uri="{FF2B5EF4-FFF2-40B4-BE49-F238E27FC236}">
                <a16:creationId xmlns:a16="http://schemas.microsoft.com/office/drawing/2014/main" id="{8EF7646B-6DCF-4CE6-88E8-0571D5092A5B}"/>
              </a:ext>
            </a:extLst>
          </p:cNvPr>
          <p:cNvGrpSpPr/>
          <p:nvPr/>
        </p:nvGrpSpPr>
        <p:grpSpPr>
          <a:xfrm>
            <a:off x="1877618" y="7612719"/>
            <a:ext cx="2414206" cy="338554"/>
            <a:chOff x="1237833" y="3417650"/>
            <a:chExt cx="1708480" cy="338554"/>
          </a:xfrm>
        </p:grpSpPr>
        <p:grpSp>
          <p:nvGrpSpPr>
            <p:cNvPr id="215" name="그룹 214">
              <a:extLst>
                <a:ext uri="{FF2B5EF4-FFF2-40B4-BE49-F238E27FC236}">
                  <a16:creationId xmlns:a16="http://schemas.microsoft.com/office/drawing/2014/main" id="{1BB4E544-917A-4BAA-8B31-CAC1F810DB7D}"/>
                </a:ext>
              </a:extLst>
            </p:cNvPr>
            <p:cNvGrpSpPr/>
            <p:nvPr/>
          </p:nvGrpSpPr>
          <p:grpSpPr>
            <a:xfrm>
              <a:off x="1237833" y="3462866"/>
              <a:ext cx="378630" cy="248122"/>
              <a:chOff x="2681976" y="1955121"/>
              <a:chExt cx="1993118" cy="596970"/>
            </a:xfrm>
          </p:grpSpPr>
          <p:sp>
            <p:nvSpPr>
              <p:cNvPr id="217" name="Border">
                <a:extLst>
                  <a:ext uri="{FF2B5EF4-FFF2-40B4-BE49-F238E27FC236}">
                    <a16:creationId xmlns:a16="http://schemas.microsoft.com/office/drawing/2014/main" id="{CC36BE09-15F9-4752-8232-CD2E0FE3D451}"/>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8" name="Line 2">
                <a:extLst>
                  <a:ext uri="{FF2B5EF4-FFF2-40B4-BE49-F238E27FC236}">
                    <a16:creationId xmlns:a16="http://schemas.microsoft.com/office/drawing/2014/main" id="{498A066C-C815-4602-8CC6-EDD737E70FF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9" name="Line 1">
                <a:extLst>
                  <a:ext uri="{FF2B5EF4-FFF2-40B4-BE49-F238E27FC236}">
                    <a16:creationId xmlns:a16="http://schemas.microsoft.com/office/drawing/2014/main" id="{06075607-85D5-4F5C-9E16-C6C90FB3D6E5}"/>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0" name="TextBox 219">
                <a:extLst>
                  <a:ext uri="{FF2B5EF4-FFF2-40B4-BE49-F238E27FC236}">
                    <a16:creationId xmlns:a16="http://schemas.microsoft.com/office/drawing/2014/main" id="{486FB2AA-DAFC-4405-B800-CDF1873F9D78}"/>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16" name="직사각형 215">
              <a:extLst>
                <a:ext uri="{FF2B5EF4-FFF2-40B4-BE49-F238E27FC236}">
                  <a16:creationId xmlns:a16="http://schemas.microsoft.com/office/drawing/2014/main" id="{AEEA4A27-1C8E-4C03-9503-B914F3D8FA7E}"/>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sp>
        <p:nvSpPr>
          <p:cNvPr id="221" name="직사각형 220">
            <a:extLst>
              <a:ext uri="{FF2B5EF4-FFF2-40B4-BE49-F238E27FC236}">
                <a16:creationId xmlns:a16="http://schemas.microsoft.com/office/drawing/2014/main" id="{055B012B-E930-48D4-A8E4-A514666122F6}"/>
              </a:ext>
            </a:extLst>
          </p:cNvPr>
          <p:cNvSpPr/>
          <p:nvPr/>
        </p:nvSpPr>
        <p:spPr>
          <a:xfrm>
            <a:off x="7354581" y="4031296"/>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2" name="직사각형 221">
            <a:extLst>
              <a:ext uri="{FF2B5EF4-FFF2-40B4-BE49-F238E27FC236}">
                <a16:creationId xmlns:a16="http://schemas.microsoft.com/office/drawing/2014/main" id="{E3613F85-747C-4D03-913E-0C5C5F24768F}"/>
              </a:ext>
            </a:extLst>
          </p:cNvPr>
          <p:cNvSpPr/>
          <p:nvPr/>
        </p:nvSpPr>
        <p:spPr>
          <a:xfrm>
            <a:off x="7354581" y="4365432"/>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3" name="직사각형 222">
            <a:extLst>
              <a:ext uri="{FF2B5EF4-FFF2-40B4-BE49-F238E27FC236}">
                <a16:creationId xmlns:a16="http://schemas.microsoft.com/office/drawing/2014/main" id="{0E0BB32A-3416-4819-820B-026D78BDDA92}"/>
              </a:ext>
            </a:extLst>
          </p:cNvPr>
          <p:cNvSpPr/>
          <p:nvPr/>
        </p:nvSpPr>
        <p:spPr>
          <a:xfrm>
            <a:off x="7354581" y="4701718"/>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4" name="직사각형 223">
            <a:extLst>
              <a:ext uri="{FF2B5EF4-FFF2-40B4-BE49-F238E27FC236}">
                <a16:creationId xmlns:a16="http://schemas.microsoft.com/office/drawing/2014/main" id="{027DDCDA-17F7-464F-A683-3B48BF6D91A1}"/>
              </a:ext>
            </a:extLst>
          </p:cNvPr>
          <p:cNvSpPr/>
          <p:nvPr/>
        </p:nvSpPr>
        <p:spPr>
          <a:xfrm>
            <a:off x="7354581" y="5032522"/>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5" name="직사각형 224">
            <a:extLst>
              <a:ext uri="{FF2B5EF4-FFF2-40B4-BE49-F238E27FC236}">
                <a16:creationId xmlns:a16="http://schemas.microsoft.com/office/drawing/2014/main" id="{5F5AFF42-ED28-4B43-B043-4B6CAC123EF1}"/>
              </a:ext>
            </a:extLst>
          </p:cNvPr>
          <p:cNvSpPr/>
          <p:nvPr/>
        </p:nvSpPr>
        <p:spPr>
          <a:xfrm>
            <a:off x="7354581" y="5366658"/>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6" name="직사각형 225">
            <a:extLst>
              <a:ext uri="{FF2B5EF4-FFF2-40B4-BE49-F238E27FC236}">
                <a16:creationId xmlns:a16="http://schemas.microsoft.com/office/drawing/2014/main" id="{6EACBEC5-4868-4FDD-9276-2F776C468717}"/>
              </a:ext>
            </a:extLst>
          </p:cNvPr>
          <p:cNvSpPr/>
          <p:nvPr/>
        </p:nvSpPr>
        <p:spPr>
          <a:xfrm>
            <a:off x="7354581" y="5702944"/>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7" name="직사각형 226">
            <a:extLst>
              <a:ext uri="{FF2B5EF4-FFF2-40B4-BE49-F238E27FC236}">
                <a16:creationId xmlns:a16="http://schemas.microsoft.com/office/drawing/2014/main" id="{58DB7619-20E9-4F44-BBE1-F730BF8F7C14}"/>
              </a:ext>
            </a:extLst>
          </p:cNvPr>
          <p:cNvSpPr/>
          <p:nvPr/>
        </p:nvSpPr>
        <p:spPr>
          <a:xfrm>
            <a:off x="7347384" y="6035341"/>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8" name="직사각형 227">
            <a:extLst>
              <a:ext uri="{FF2B5EF4-FFF2-40B4-BE49-F238E27FC236}">
                <a16:creationId xmlns:a16="http://schemas.microsoft.com/office/drawing/2014/main" id="{549B4A20-5531-45E8-AFEF-BCCA5A8FD701}"/>
              </a:ext>
            </a:extLst>
          </p:cNvPr>
          <p:cNvSpPr/>
          <p:nvPr/>
        </p:nvSpPr>
        <p:spPr>
          <a:xfrm>
            <a:off x="7347384" y="6369477"/>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9" name="직사각형 228">
            <a:extLst>
              <a:ext uri="{FF2B5EF4-FFF2-40B4-BE49-F238E27FC236}">
                <a16:creationId xmlns:a16="http://schemas.microsoft.com/office/drawing/2014/main" id="{CE8EE4D1-E7DA-4FBD-8251-8A2FDBC14FDD}"/>
              </a:ext>
            </a:extLst>
          </p:cNvPr>
          <p:cNvSpPr/>
          <p:nvPr/>
        </p:nvSpPr>
        <p:spPr>
          <a:xfrm>
            <a:off x="7347384" y="6705763"/>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30" name="직사각형 229">
            <a:extLst>
              <a:ext uri="{FF2B5EF4-FFF2-40B4-BE49-F238E27FC236}">
                <a16:creationId xmlns:a16="http://schemas.microsoft.com/office/drawing/2014/main" id="{6B34219D-9A4B-4497-BEFE-FEED1338D59F}"/>
              </a:ext>
            </a:extLst>
          </p:cNvPr>
          <p:cNvSpPr/>
          <p:nvPr/>
        </p:nvSpPr>
        <p:spPr>
          <a:xfrm>
            <a:off x="7347384" y="7036567"/>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31" name="직사각형 230">
            <a:extLst>
              <a:ext uri="{FF2B5EF4-FFF2-40B4-BE49-F238E27FC236}">
                <a16:creationId xmlns:a16="http://schemas.microsoft.com/office/drawing/2014/main" id="{A6125200-B308-48D4-B1CB-0C27609618CE}"/>
              </a:ext>
            </a:extLst>
          </p:cNvPr>
          <p:cNvSpPr/>
          <p:nvPr/>
        </p:nvSpPr>
        <p:spPr>
          <a:xfrm>
            <a:off x="7347384" y="7370703"/>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32" name="직사각형 231">
            <a:extLst>
              <a:ext uri="{FF2B5EF4-FFF2-40B4-BE49-F238E27FC236}">
                <a16:creationId xmlns:a16="http://schemas.microsoft.com/office/drawing/2014/main" id="{795620E3-3B3C-4000-B179-3CB24BF98042}"/>
              </a:ext>
            </a:extLst>
          </p:cNvPr>
          <p:cNvSpPr/>
          <p:nvPr/>
        </p:nvSpPr>
        <p:spPr>
          <a:xfrm>
            <a:off x="7347384" y="7706989"/>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33" name="직사각형 232">
            <a:extLst>
              <a:ext uri="{FF2B5EF4-FFF2-40B4-BE49-F238E27FC236}">
                <a16:creationId xmlns:a16="http://schemas.microsoft.com/office/drawing/2014/main" id="{54981EB1-6F04-4BB5-93A1-7711A0BC8CFE}"/>
              </a:ext>
            </a:extLst>
          </p:cNvPr>
          <p:cNvSpPr/>
          <p:nvPr/>
        </p:nvSpPr>
        <p:spPr>
          <a:xfrm>
            <a:off x="8037293" y="6369476"/>
            <a:ext cx="776389"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판매요청</a:t>
            </a:r>
            <a:endParaRPr lang="ko-KR" altLang="en-US" sz="800" b="1" dirty="0">
              <a:solidFill>
                <a:schemeClr val="bg1"/>
              </a:solidFill>
              <a:latin typeface="+mj-ea"/>
              <a:ea typeface="+mj-ea"/>
            </a:endParaRPr>
          </a:p>
        </p:txBody>
      </p:sp>
      <p:sp>
        <p:nvSpPr>
          <p:cNvPr id="234" name="직사각형 233">
            <a:extLst>
              <a:ext uri="{FF2B5EF4-FFF2-40B4-BE49-F238E27FC236}">
                <a16:creationId xmlns:a16="http://schemas.microsoft.com/office/drawing/2014/main" id="{6FA7DC9A-8FFF-4EB6-AB2E-1E7E60482183}"/>
              </a:ext>
            </a:extLst>
          </p:cNvPr>
          <p:cNvSpPr/>
          <p:nvPr/>
        </p:nvSpPr>
        <p:spPr>
          <a:xfrm>
            <a:off x="8037293" y="5035884"/>
            <a:ext cx="776389" cy="145887"/>
          </a:xfrm>
          <a:prstGeom prst="rect">
            <a:avLst/>
          </a:prstGeom>
          <a:solidFill>
            <a:schemeClr val="tx1">
              <a:lumMod val="75000"/>
              <a:lumOff val="2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err="1">
                <a:solidFill>
                  <a:schemeClr val="bg1"/>
                </a:solidFill>
                <a:latin typeface="+mj-ea"/>
                <a:ea typeface="+mj-ea"/>
              </a:rPr>
              <a:t>판매요청중</a:t>
            </a:r>
            <a:endParaRPr lang="ko-KR" altLang="en-US" sz="800" b="1" dirty="0">
              <a:solidFill>
                <a:schemeClr val="bg1"/>
              </a:solidFill>
              <a:latin typeface="+mj-ea"/>
              <a:ea typeface="+mj-ea"/>
            </a:endParaRPr>
          </a:p>
        </p:txBody>
      </p:sp>
      <p:sp>
        <p:nvSpPr>
          <p:cNvPr id="235" name="직사각형 234">
            <a:extLst>
              <a:ext uri="{FF2B5EF4-FFF2-40B4-BE49-F238E27FC236}">
                <a16:creationId xmlns:a16="http://schemas.microsoft.com/office/drawing/2014/main" id="{3D1291CF-3FF0-4189-A643-FD226732413C}"/>
              </a:ext>
            </a:extLst>
          </p:cNvPr>
          <p:cNvSpPr/>
          <p:nvPr/>
        </p:nvSpPr>
        <p:spPr>
          <a:xfrm>
            <a:off x="8044136" y="5368809"/>
            <a:ext cx="776389" cy="145887"/>
          </a:xfrm>
          <a:prstGeom prst="rect">
            <a:avLst/>
          </a:prstGeom>
          <a:solidFill>
            <a:schemeClr val="tx1">
              <a:lumMod val="75000"/>
              <a:lumOff val="2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err="1">
                <a:solidFill>
                  <a:schemeClr val="bg1"/>
                </a:solidFill>
                <a:latin typeface="+mj-ea"/>
                <a:ea typeface="+mj-ea"/>
              </a:rPr>
              <a:t>판매요청중</a:t>
            </a:r>
            <a:endParaRPr lang="ko-KR" altLang="en-US" sz="800" b="1" dirty="0">
              <a:solidFill>
                <a:schemeClr val="bg1"/>
              </a:solidFill>
              <a:latin typeface="+mj-ea"/>
              <a:ea typeface="+mj-ea"/>
            </a:endParaRPr>
          </a:p>
        </p:txBody>
      </p:sp>
      <p:sp>
        <p:nvSpPr>
          <p:cNvPr id="236" name="직사각형 235">
            <a:extLst>
              <a:ext uri="{FF2B5EF4-FFF2-40B4-BE49-F238E27FC236}">
                <a16:creationId xmlns:a16="http://schemas.microsoft.com/office/drawing/2014/main" id="{41CE0C0E-AE36-4400-BB4F-08764B613048}"/>
              </a:ext>
            </a:extLst>
          </p:cNvPr>
          <p:cNvSpPr/>
          <p:nvPr/>
        </p:nvSpPr>
        <p:spPr>
          <a:xfrm>
            <a:off x="8044136" y="5702944"/>
            <a:ext cx="776389" cy="145887"/>
          </a:xfrm>
          <a:prstGeom prst="rect">
            <a:avLst/>
          </a:prstGeom>
          <a:solidFill>
            <a:schemeClr val="tx1">
              <a:lumMod val="75000"/>
              <a:lumOff val="2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err="1">
                <a:solidFill>
                  <a:schemeClr val="bg1"/>
                </a:solidFill>
                <a:latin typeface="+mj-ea"/>
                <a:ea typeface="+mj-ea"/>
              </a:rPr>
              <a:t>판매요청중</a:t>
            </a:r>
            <a:endParaRPr lang="ko-KR" altLang="en-US" sz="800" b="1" dirty="0">
              <a:solidFill>
                <a:schemeClr val="bg1"/>
              </a:solidFill>
              <a:latin typeface="+mj-ea"/>
              <a:ea typeface="+mj-ea"/>
            </a:endParaRPr>
          </a:p>
        </p:txBody>
      </p:sp>
      <p:sp>
        <p:nvSpPr>
          <p:cNvPr id="237" name="직사각형 236">
            <a:extLst>
              <a:ext uri="{FF2B5EF4-FFF2-40B4-BE49-F238E27FC236}">
                <a16:creationId xmlns:a16="http://schemas.microsoft.com/office/drawing/2014/main" id="{6823138C-076D-4E9B-B7BC-B5A93105D70B}"/>
              </a:ext>
            </a:extLst>
          </p:cNvPr>
          <p:cNvSpPr/>
          <p:nvPr/>
        </p:nvSpPr>
        <p:spPr>
          <a:xfrm>
            <a:off x="8044194" y="6028777"/>
            <a:ext cx="776389"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판매요청</a:t>
            </a:r>
            <a:endParaRPr lang="ko-KR" altLang="en-US" sz="800" b="1" dirty="0">
              <a:solidFill>
                <a:schemeClr val="bg1"/>
              </a:solidFill>
              <a:latin typeface="+mj-ea"/>
              <a:ea typeface="+mj-ea"/>
            </a:endParaRPr>
          </a:p>
        </p:txBody>
      </p:sp>
      <p:sp>
        <p:nvSpPr>
          <p:cNvPr id="238" name="직사각형 237">
            <a:extLst>
              <a:ext uri="{FF2B5EF4-FFF2-40B4-BE49-F238E27FC236}">
                <a16:creationId xmlns:a16="http://schemas.microsoft.com/office/drawing/2014/main" id="{2B0F00BF-8EEF-4050-A74B-1B144DC32D45}"/>
              </a:ext>
            </a:extLst>
          </p:cNvPr>
          <p:cNvSpPr/>
          <p:nvPr/>
        </p:nvSpPr>
        <p:spPr>
          <a:xfrm>
            <a:off x="8044134" y="4029858"/>
            <a:ext cx="776389" cy="145887"/>
          </a:xfrm>
          <a:prstGeom prst="rect">
            <a:avLst/>
          </a:prstGeom>
          <a:solidFill>
            <a:schemeClr val="accent2">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판매허용</a:t>
            </a:r>
            <a:endParaRPr lang="ko-KR" altLang="en-US" sz="800" b="1" dirty="0">
              <a:solidFill>
                <a:schemeClr val="bg1"/>
              </a:solidFill>
              <a:latin typeface="+mj-ea"/>
              <a:ea typeface="+mj-ea"/>
            </a:endParaRPr>
          </a:p>
        </p:txBody>
      </p:sp>
      <p:sp>
        <p:nvSpPr>
          <p:cNvPr id="239" name="직사각형 238">
            <a:extLst>
              <a:ext uri="{FF2B5EF4-FFF2-40B4-BE49-F238E27FC236}">
                <a16:creationId xmlns:a16="http://schemas.microsoft.com/office/drawing/2014/main" id="{8B581494-16D4-4ACE-BD82-5055BEF1D8FC}"/>
              </a:ext>
            </a:extLst>
          </p:cNvPr>
          <p:cNvSpPr/>
          <p:nvPr/>
        </p:nvSpPr>
        <p:spPr>
          <a:xfrm>
            <a:off x="8037293" y="4360701"/>
            <a:ext cx="776389" cy="145887"/>
          </a:xfrm>
          <a:prstGeom prst="rect">
            <a:avLst/>
          </a:prstGeom>
          <a:solidFill>
            <a:schemeClr val="accent2">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판매허용</a:t>
            </a:r>
            <a:endParaRPr lang="ko-KR" altLang="en-US" sz="800" b="1" dirty="0">
              <a:solidFill>
                <a:schemeClr val="bg1"/>
              </a:solidFill>
              <a:latin typeface="+mj-ea"/>
              <a:ea typeface="+mj-ea"/>
            </a:endParaRPr>
          </a:p>
        </p:txBody>
      </p:sp>
      <p:sp>
        <p:nvSpPr>
          <p:cNvPr id="240" name="직사각형 239">
            <a:extLst>
              <a:ext uri="{FF2B5EF4-FFF2-40B4-BE49-F238E27FC236}">
                <a16:creationId xmlns:a16="http://schemas.microsoft.com/office/drawing/2014/main" id="{28238F5D-2FA4-49A6-9D58-7B5A7052FC86}"/>
              </a:ext>
            </a:extLst>
          </p:cNvPr>
          <p:cNvSpPr/>
          <p:nvPr/>
        </p:nvSpPr>
        <p:spPr>
          <a:xfrm>
            <a:off x="8042000" y="7031214"/>
            <a:ext cx="776389" cy="145887"/>
          </a:xfrm>
          <a:prstGeom prst="rect">
            <a:avLst/>
          </a:prstGeom>
          <a:solidFill>
            <a:schemeClr val="bg1">
              <a:lumMod val="6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요청거부</a:t>
            </a:r>
          </a:p>
        </p:txBody>
      </p:sp>
      <p:sp>
        <p:nvSpPr>
          <p:cNvPr id="241" name="직사각형 240">
            <a:extLst>
              <a:ext uri="{FF2B5EF4-FFF2-40B4-BE49-F238E27FC236}">
                <a16:creationId xmlns:a16="http://schemas.microsoft.com/office/drawing/2014/main" id="{8DF6CA87-7FA1-4C46-AEAA-1F31B93929F5}"/>
              </a:ext>
            </a:extLst>
          </p:cNvPr>
          <p:cNvSpPr/>
          <p:nvPr/>
        </p:nvSpPr>
        <p:spPr>
          <a:xfrm>
            <a:off x="8037294" y="7361116"/>
            <a:ext cx="776389" cy="145887"/>
          </a:xfrm>
          <a:prstGeom prst="rect">
            <a:avLst/>
          </a:prstGeom>
          <a:solidFill>
            <a:schemeClr val="bg1">
              <a:lumMod val="6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요청거부</a:t>
            </a:r>
          </a:p>
        </p:txBody>
      </p:sp>
      <p:sp>
        <p:nvSpPr>
          <p:cNvPr id="242" name="직사각형 241">
            <a:extLst>
              <a:ext uri="{FF2B5EF4-FFF2-40B4-BE49-F238E27FC236}">
                <a16:creationId xmlns:a16="http://schemas.microsoft.com/office/drawing/2014/main" id="{9E457179-EF1F-4251-AC8B-472E1DE1E9F7}"/>
              </a:ext>
            </a:extLst>
          </p:cNvPr>
          <p:cNvSpPr/>
          <p:nvPr/>
        </p:nvSpPr>
        <p:spPr>
          <a:xfrm>
            <a:off x="8037293" y="7697404"/>
            <a:ext cx="776389" cy="145887"/>
          </a:xfrm>
          <a:prstGeom prst="rect">
            <a:avLst/>
          </a:prstGeom>
          <a:solidFill>
            <a:schemeClr val="bg1">
              <a:lumMod val="6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요청거부</a:t>
            </a:r>
          </a:p>
        </p:txBody>
      </p:sp>
      <p:sp>
        <p:nvSpPr>
          <p:cNvPr id="243" name="직사각형 242">
            <a:extLst>
              <a:ext uri="{FF2B5EF4-FFF2-40B4-BE49-F238E27FC236}">
                <a16:creationId xmlns:a16="http://schemas.microsoft.com/office/drawing/2014/main" id="{1D88E13A-EB3A-422A-9D78-A83624BE1423}"/>
              </a:ext>
            </a:extLst>
          </p:cNvPr>
          <p:cNvSpPr/>
          <p:nvPr/>
        </p:nvSpPr>
        <p:spPr>
          <a:xfrm>
            <a:off x="8046579" y="4707881"/>
            <a:ext cx="776389" cy="145887"/>
          </a:xfrm>
          <a:prstGeom prst="rect">
            <a:avLst/>
          </a:prstGeom>
          <a:solidFill>
            <a:schemeClr val="accent2">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판매허용</a:t>
            </a:r>
            <a:endParaRPr lang="ko-KR" altLang="en-US" sz="800" b="1" dirty="0">
              <a:solidFill>
                <a:schemeClr val="bg1"/>
              </a:solidFill>
              <a:latin typeface="+mj-ea"/>
              <a:ea typeface="+mj-ea"/>
            </a:endParaRPr>
          </a:p>
        </p:txBody>
      </p:sp>
      <p:sp>
        <p:nvSpPr>
          <p:cNvPr id="245" name="직사각형 244">
            <a:extLst>
              <a:ext uri="{FF2B5EF4-FFF2-40B4-BE49-F238E27FC236}">
                <a16:creationId xmlns:a16="http://schemas.microsoft.com/office/drawing/2014/main" id="{199C81AF-B1B4-486F-86FE-52DCC1BCFE26}"/>
              </a:ext>
            </a:extLst>
          </p:cNvPr>
          <p:cNvSpPr/>
          <p:nvPr/>
        </p:nvSpPr>
        <p:spPr>
          <a:xfrm>
            <a:off x="8037293" y="6713672"/>
            <a:ext cx="776389"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판매요청</a:t>
            </a:r>
            <a:endParaRPr lang="ko-KR" altLang="en-US" sz="800" b="1" dirty="0">
              <a:solidFill>
                <a:schemeClr val="bg1"/>
              </a:solidFill>
              <a:latin typeface="+mj-ea"/>
              <a:ea typeface="+mj-ea"/>
            </a:endParaRPr>
          </a:p>
        </p:txBody>
      </p:sp>
      <p:pic>
        <p:nvPicPr>
          <p:cNvPr id="246" name="Picture 2">
            <a:extLst>
              <a:ext uri="{FF2B5EF4-FFF2-40B4-BE49-F238E27FC236}">
                <a16:creationId xmlns:a16="http://schemas.microsoft.com/office/drawing/2014/main" id="{0C0D5AE0-6F57-41D5-8E54-495A920B90FE}"/>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925503" y="8279313"/>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47" name="직사각형 246">
            <a:extLst>
              <a:ext uri="{FF2B5EF4-FFF2-40B4-BE49-F238E27FC236}">
                <a16:creationId xmlns:a16="http://schemas.microsoft.com/office/drawing/2014/main" id="{D5090BE8-7CBA-435B-8D9C-7E36DE9130AC}"/>
              </a:ext>
            </a:extLst>
          </p:cNvPr>
          <p:cNvSpPr/>
          <p:nvPr/>
        </p:nvSpPr>
        <p:spPr>
          <a:xfrm>
            <a:off x="1575003" y="2140879"/>
            <a:ext cx="6073162"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248" name="직사각형 247">
            <a:extLst>
              <a:ext uri="{FF2B5EF4-FFF2-40B4-BE49-F238E27FC236}">
                <a16:creationId xmlns:a16="http://schemas.microsoft.com/office/drawing/2014/main" id="{6D48A4A8-C49E-4BFC-BA5E-16D35106DE3D}"/>
              </a:ext>
            </a:extLst>
          </p:cNvPr>
          <p:cNvSpPr/>
          <p:nvPr/>
        </p:nvSpPr>
        <p:spPr>
          <a:xfrm>
            <a:off x="8829792" y="2129756"/>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r>
              <a:rPr lang="ko-KR" altLang="en-US" sz="800" dirty="0">
                <a:solidFill>
                  <a:schemeClr val="bg1"/>
                </a:solidFill>
                <a:latin typeface="맑은 고딕" panose="020B0503020000020004" pitchFamily="50" charset="-127"/>
                <a:ea typeface="맑은 고딕" panose="020B0503020000020004" pitchFamily="50" charset="-127"/>
              </a:rPr>
              <a:t>▼</a:t>
            </a:r>
            <a:endParaRPr lang="en-US" altLang="ko-KR" sz="800" dirty="0">
              <a:solidFill>
                <a:schemeClr val="bg1"/>
              </a:solidFill>
            </a:endParaRPr>
          </a:p>
        </p:txBody>
      </p:sp>
      <p:sp>
        <p:nvSpPr>
          <p:cNvPr id="249" name="직사각형 248">
            <a:extLst>
              <a:ext uri="{FF2B5EF4-FFF2-40B4-BE49-F238E27FC236}">
                <a16:creationId xmlns:a16="http://schemas.microsoft.com/office/drawing/2014/main" id="{1470D61C-AD95-4FA0-B1AA-30AB9C515B1F}"/>
              </a:ext>
            </a:extLst>
          </p:cNvPr>
          <p:cNvSpPr/>
          <p:nvPr/>
        </p:nvSpPr>
        <p:spPr>
          <a:xfrm>
            <a:off x="1575002" y="2360307"/>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250" name="직사각형 249">
            <a:extLst>
              <a:ext uri="{FF2B5EF4-FFF2-40B4-BE49-F238E27FC236}">
                <a16:creationId xmlns:a16="http://schemas.microsoft.com/office/drawing/2014/main" id="{C9DBEA79-53A1-45D0-A661-7B06FEAADD01}"/>
              </a:ext>
            </a:extLst>
          </p:cNvPr>
          <p:cNvSpPr/>
          <p:nvPr/>
        </p:nvSpPr>
        <p:spPr>
          <a:xfrm>
            <a:off x="2404309" y="2360307"/>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graphicFrame>
        <p:nvGraphicFramePr>
          <p:cNvPr id="251" name="표 63">
            <a:extLst>
              <a:ext uri="{FF2B5EF4-FFF2-40B4-BE49-F238E27FC236}">
                <a16:creationId xmlns:a16="http://schemas.microsoft.com/office/drawing/2014/main" id="{6410365B-DBA0-4437-9D41-D46C726CEFDD}"/>
              </a:ext>
            </a:extLst>
          </p:cNvPr>
          <p:cNvGraphicFramePr>
            <a:graphicFrameLocks noGrp="1"/>
          </p:cNvGraphicFramePr>
          <p:nvPr/>
        </p:nvGraphicFramePr>
        <p:xfrm>
          <a:off x="696123" y="2117927"/>
          <a:ext cx="8880744" cy="1143000"/>
        </p:xfrm>
        <a:graphic>
          <a:graphicData uri="http://schemas.openxmlformats.org/drawingml/2006/table">
            <a:tbl>
              <a:tblPr firstRow="1" bandRow="1">
                <a:tableStyleId>{5940675A-B579-460E-94D1-54222C63F5DA}</a:tableStyleId>
              </a:tblPr>
              <a:tblGrid>
                <a:gridCol w="811955">
                  <a:extLst>
                    <a:ext uri="{9D8B030D-6E8A-4147-A177-3AD203B41FA5}">
                      <a16:colId xmlns:a16="http://schemas.microsoft.com/office/drawing/2014/main" val="3701388552"/>
                    </a:ext>
                  </a:extLst>
                </a:gridCol>
                <a:gridCol w="3620920">
                  <a:extLst>
                    <a:ext uri="{9D8B030D-6E8A-4147-A177-3AD203B41FA5}">
                      <a16:colId xmlns:a16="http://schemas.microsoft.com/office/drawing/2014/main" val="339215266"/>
                    </a:ext>
                  </a:extLst>
                </a:gridCol>
                <a:gridCol w="1120801">
                  <a:extLst>
                    <a:ext uri="{9D8B030D-6E8A-4147-A177-3AD203B41FA5}">
                      <a16:colId xmlns:a16="http://schemas.microsoft.com/office/drawing/2014/main" val="246205619"/>
                    </a:ext>
                  </a:extLst>
                </a:gridCol>
                <a:gridCol w="3327068">
                  <a:extLst>
                    <a:ext uri="{9D8B030D-6E8A-4147-A177-3AD203B41FA5}">
                      <a16:colId xmlns:a16="http://schemas.microsoft.com/office/drawing/2014/main" val="852871710"/>
                    </a:ext>
                  </a:extLst>
                </a:gridCol>
              </a:tblGrid>
              <a:tr h="0">
                <a:tc>
                  <a:txBody>
                    <a:bodyPr/>
                    <a:lstStyle/>
                    <a:p>
                      <a:pPr latinLnBrk="1"/>
                      <a:r>
                        <a:rPr lang="ko-KR" altLang="en-US" sz="900" dirty="0"/>
                        <a:t>상품명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a:txBody>
                    <a:bodyPr/>
                    <a:lstStyle/>
                    <a:p>
                      <a:pPr latinLnBrk="1"/>
                      <a:r>
                        <a:rPr lang="ko-KR" altLang="en-US" sz="900" dirty="0"/>
                        <a:t>상품분류</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944867"/>
                  </a:ext>
                </a:extLst>
              </a:tr>
              <a:tr h="0">
                <a:tc>
                  <a:txBody>
                    <a:bodyPr/>
                    <a:lstStyle/>
                    <a:p>
                      <a:pPr latinLnBrk="1"/>
                      <a:r>
                        <a:rPr lang="ko-KR" altLang="en-US" sz="900" dirty="0"/>
                        <a:t>판매요청</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r>
                        <a:rPr lang="en-US" altLang="ko-KR" sz="800" dirty="0"/>
                        <a:t> </a:t>
                      </a:r>
                      <a:r>
                        <a:rPr lang="ko-KR" altLang="en-US" sz="800" dirty="0"/>
                        <a:t>□ 판매요청     □ </a:t>
                      </a:r>
                      <a:r>
                        <a:rPr lang="ko-KR" altLang="en-US" sz="800" dirty="0" err="1"/>
                        <a:t>판매요청중</a:t>
                      </a:r>
                      <a:r>
                        <a:rPr lang="ko-KR" altLang="en-US" sz="800" dirty="0"/>
                        <a:t>      □ 판매허용     □  요청거부</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0059607"/>
                  </a:ext>
                </a:extLst>
              </a:tr>
              <a:tr h="0">
                <a:tc>
                  <a:txBody>
                    <a:bodyPr/>
                    <a:lstStyle/>
                    <a:p>
                      <a:pPr latinLnBrk="1"/>
                      <a:r>
                        <a:rPr lang="ko-KR" altLang="en-US" sz="900" dirty="0"/>
                        <a:t>판매자</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판매가격 범위</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r>
                        <a:rPr lang="en-US" altLang="ko-KR" sz="800" dirty="0"/>
                        <a:t>                           </a:t>
                      </a:r>
                      <a:r>
                        <a:rPr lang="ko-KR" altLang="en-US" sz="800" dirty="0"/>
                        <a:t>원  </a:t>
                      </a:r>
                      <a:r>
                        <a:rPr lang="en-US" altLang="ko-KR" sz="800" dirty="0"/>
                        <a:t>~                               </a:t>
                      </a:r>
                      <a:r>
                        <a:rPr lang="ko-KR" altLang="en-US" sz="800" dirty="0"/>
                        <a:t>원</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52891665"/>
                  </a:ext>
                </a:extLst>
              </a:tr>
              <a:tr h="0">
                <a:tc gridSpan="4">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88622143"/>
                  </a:ext>
                </a:extLst>
              </a:tr>
            </a:tbl>
          </a:graphicData>
        </a:graphic>
      </p:graphicFrame>
      <p:sp>
        <p:nvSpPr>
          <p:cNvPr id="252" name="직사각형 251">
            <a:extLst>
              <a:ext uri="{FF2B5EF4-FFF2-40B4-BE49-F238E27FC236}">
                <a16:creationId xmlns:a16="http://schemas.microsoft.com/office/drawing/2014/main" id="{469AA156-A502-4875-8CDC-D80BA6794893}"/>
              </a:ext>
            </a:extLst>
          </p:cNvPr>
          <p:cNvSpPr/>
          <p:nvPr/>
        </p:nvSpPr>
        <p:spPr>
          <a:xfrm>
            <a:off x="8829792" y="3049355"/>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253" name="직사각형 252">
            <a:extLst>
              <a:ext uri="{FF2B5EF4-FFF2-40B4-BE49-F238E27FC236}">
                <a16:creationId xmlns:a16="http://schemas.microsoft.com/office/drawing/2014/main" id="{6DF4221A-5500-4EE3-857A-8FCC34D677A3}"/>
              </a:ext>
            </a:extLst>
          </p:cNvPr>
          <p:cNvSpPr/>
          <p:nvPr/>
        </p:nvSpPr>
        <p:spPr>
          <a:xfrm>
            <a:off x="3233616" y="2354371"/>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세분류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254" name="직사각형 253">
            <a:extLst>
              <a:ext uri="{FF2B5EF4-FFF2-40B4-BE49-F238E27FC236}">
                <a16:creationId xmlns:a16="http://schemas.microsoft.com/office/drawing/2014/main" id="{9F0D1423-6245-47D1-A4F6-ABE6BF95B0E1}"/>
              </a:ext>
            </a:extLst>
          </p:cNvPr>
          <p:cNvSpPr/>
          <p:nvPr/>
        </p:nvSpPr>
        <p:spPr>
          <a:xfrm>
            <a:off x="1575612" y="2835601"/>
            <a:ext cx="2900460"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255" name="직사각형 254">
            <a:extLst>
              <a:ext uri="{FF2B5EF4-FFF2-40B4-BE49-F238E27FC236}">
                <a16:creationId xmlns:a16="http://schemas.microsoft.com/office/drawing/2014/main" id="{72576AD6-E574-4658-A0D0-131071B0425B}"/>
              </a:ext>
            </a:extLst>
          </p:cNvPr>
          <p:cNvSpPr/>
          <p:nvPr/>
        </p:nvSpPr>
        <p:spPr>
          <a:xfrm>
            <a:off x="6293190" y="2835601"/>
            <a:ext cx="98113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bg1">
                    <a:lumMod val="65000"/>
                  </a:schemeClr>
                </a:solidFill>
              </a:rPr>
              <a:t>10000</a:t>
            </a:r>
          </a:p>
        </p:txBody>
      </p:sp>
      <p:sp>
        <p:nvSpPr>
          <p:cNvPr id="256" name="직사각형 255">
            <a:extLst>
              <a:ext uri="{FF2B5EF4-FFF2-40B4-BE49-F238E27FC236}">
                <a16:creationId xmlns:a16="http://schemas.microsoft.com/office/drawing/2014/main" id="{F57678EE-4B91-4300-A5AC-CC9DB9AD8418}"/>
              </a:ext>
            </a:extLst>
          </p:cNvPr>
          <p:cNvSpPr/>
          <p:nvPr/>
        </p:nvSpPr>
        <p:spPr>
          <a:xfrm>
            <a:off x="7648164" y="2835601"/>
            <a:ext cx="98113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bg1">
                    <a:lumMod val="65000"/>
                  </a:schemeClr>
                </a:solidFill>
              </a:rPr>
              <a:t>50000</a:t>
            </a:r>
          </a:p>
        </p:txBody>
      </p:sp>
      <p:sp>
        <p:nvSpPr>
          <p:cNvPr id="257" name="직사각형 256">
            <a:extLst>
              <a:ext uri="{FF2B5EF4-FFF2-40B4-BE49-F238E27FC236}">
                <a16:creationId xmlns:a16="http://schemas.microsoft.com/office/drawing/2014/main" id="{98F8CB34-4255-4BA7-8BFC-850032A79EFE}"/>
              </a:ext>
            </a:extLst>
          </p:cNvPr>
          <p:cNvSpPr/>
          <p:nvPr/>
        </p:nvSpPr>
        <p:spPr>
          <a:xfrm>
            <a:off x="9006821" y="4029858"/>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269" name="직사각형 268">
            <a:extLst>
              <a:ext uri="{FF2B5EF4-FFF2-40B4-BE49-F238E27FC236}">
                <a16:creationId xmlns:a16="http://schemas.microsoft.com/office/drawing/2014/main" id="{005B5711-66D5-4058-9AF6-6C1A6822B5D7}"/>
              </a:ext>
            </a:extLst>
          </p:cNvPr>
          <p:cNvSpPr/>
          <p:nvPr/>
        </p:nvSpPr>
        <p:spPr>
          <a:xfrm>
            <a:off x="9009784" y="4355246"/>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270" name="직사각형 269">
            <a:extLst>
              <a:ext uri="{FF2B5EF4-FFF2-40B4-BE49-F238E27FC236}">
                <a16:creationId xmlns:a16="http://schemas.microsoft.com/office/drawing/2014/main" id="{34E9EA95-0AEC-489C-8597-4358F0F27275}"/>
              </a:ext>
            </a:extLst>
          </p:cNvPr>
          <p:cNvSpPr/>
          <p:nvPr/>
        </p:nvSpPr>
        <p:spPr>
          <a:xfrm>
            <a:off x="9006821" y="4707880"/>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271" name="직사각형 270">
            <a:extLst>
              <a:ext uri="{FF2B5EF4-FFF2-40B4-BE49-F238E27FC236}">
                <a16:creationId xmlns:a16="http://schemas.microsoft.com/office/drawing/2014/main" id="{D84AECB2-4067-4DE7-A160-826C31F0F6E9}"/>
              </a:ext>
            </a:extLst>
          </p:cNvPr>
          <p:cNvSpPr/>
          <p:nvPr/>
        </p:nvSpPr>
        <p:spPr>
          <a:xfrm>
            <a:off x="9006821" y="5032521"/>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2" name="직사각형 271">
            <a:extLst>
              <a:ext uri="{FF2B5EF4-FFF2-40B4-BE49-F238E27FC236}">
                <a16:creationId xmlns:a16="http://schemas.microsoft.com/office/drawing/2014/main" id="{919C6474-4566-458B-B0F3-457963D6C1D4}"/>
              </a:ext>
            </a:extLst>
          </p:cNvPr>
          <p:cNvSpPr/>
          <p:nvPr/>
        </p:nvSpPr>
        <p:spPr>
          <a:xfrm>
            <a:off x="9006821" y="5362768"/>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3" name="직사각형 272">
            <a:extLst>
              <a:ext uri="{FF2B5EF4-FFF2-40B4-BE49-F238E27FC236}">
                <a16:creationId xmlns:a16="http://schemas.microsoft.com/office/drawing/2014/main" id="{2DF81AAD-BCEF-4525-BCC8-A0F9792915E4}"/>
              </a:ext>
            </a:extLst>
          </p:cNvPr>
          <p:cNvSpPr/>
          <p:nvPr/>
        </p:nvSpPr>
        <p:spPr>
          <a:xfrm>
            <a:off x="8999568" y="5689643"/>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4" name="직사각형 273">
            <a:extLst>
              <a:ext uri="{FF2B5EF4-FFF2-40B4-BE49-F238E27FC236}">
                <a16:creationId xmlns:a16="http://schemas.microsoft.com/office/drawing/2014/main" id="{A983EF1A-F6C5-4D0E-B71F-57FEE1626BF3}"/>
              </a:ext>
            </a:extLst>
          </p:cNvPr>
          <p:cNvSpPr/>
          <p:nvPr/>
        </p:nvSpPr>
        <p:spPr>
          <a:xfrm>
            <a:off x="9006821" y="6032840"/>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5" name="직사각형 274">
            <a:extLst>
              <a:ext uri="{FF2B5EF4-FFF2-40B4-BE49-F238E27FC236}">
                <a16:creationId xmlns:a16="http://schemas.microsoft.com/office/drawing/2014/main" id="{7C48A4D7-B7A2-4A6D-AD7C-4A2554E2DC54}"/>
              </a:ext>
            </a:extLst>
          </p:cNvPr>
          <p:cNvSpPr/>
          <p:nvPr/>
        </p:nvSpPr>
        <p:spPr>
          <a:xfrm>
            <a:off x="9008715" y="6372665"/>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6" name="직사각형 275">
            <a:extLst>
              <a:ext uri="{FF2B5EF4-FFF2-40B4-BE49-F238E27FC236}">
                <a16:creationId xmlns:a16="http://schemas.microsoft.com/office/drawing/2014/main" id="{D569B6EB-A703-4313-9E72-A083D3336C50}"/>
              </a:ext>
            </a:extLst>
          </p:cNvPr>
          <p:cNvSpPr/>
          <p:nvPr/>
        </p:nvSpPr>
        <p:spPr>
          <a:xfrm>
            <a:off x="8993079" y="6713777"/>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7" name="직사각형 276">
            <a:extLst>
              <a:ext uri="{FF2B5EF4-FFF2-40B4-BE49-F238E27FC236}">
                <a16:creationId xmlns:a16="http://schemas.microsoft.com/office/drawing/2014/main" id="{9A6B811C-A315-4358-B6F2-4CE3840D4353}"/>
              </a:ext>
            </a:extLst>
          </p:cNvPr>
          <p:cNvSpPr/>
          <p:nvPr/>
        </p:nvSpPr>
        <p:spPr>
          <a:xfrm>
            <a:off x="8993079" y="7029304"/>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8" name="직사각형 277">
            <a:extLst>
              <a:ext uri="{FF2B5EF4-FFF2-40B4-BE49-F238E27FC236}">
                <a16:creationId xmlns:a16="http://schemas.microsoft.com/office/drawing/2014/main" id="{4A023760-9A1C-4A54-96F0-F2E9094FD406}"/>
              </a:ext>
            </a:extLst>
          </p:cNvPr>
          <p:cNvSpPr/>
          <p:nvPr/>
        </p:nvSpPr>
        <p:spPr>
          <a:xfrm>
            <a:off x="8993079" y="7369495"/>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9" name="직사각형 278">
            <a:extLst>
              <a:ext uri="{FF2B5EF4-FFF2-40B4-BE49-F238E27FC236}">
                <a16:creationId xmlns:a16="http://schemas.microsoft.com/office/drawing/2014/main" id="{7B0AF39F-9088-4E55-AADE-06BB21B010E1}"/>
              </a:ext>
            </a:extLst>
          </p:cNvPr>
          <p:cNvSpPr/>
          <p:nvPr/>
        </p:nvSpPr>
        <p:spPr>
          <a:xfrm>
            <a:off x="8993079" y="7693079"/>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44" name="직사각형 243">
            <a:extLst>
              <a:ext uri="{FF2B5EF4-FFF2-40B4-BE49-F238E27FC236}">
                <a16:creationId xmlns:a16="http://schemas.microsoft.com/office/drawing/2014/main" id="{EA310CDB-934C-40BA-B14C-33EBF76296C2}"/>
              </a:ext>
            </a:extLst>
          </p:cNvPr>
          <p:cNvSpPr/>
          <p:nvPr/>
        </p:nvSpPr>
        <p:spPr>
          <a:xfrm>
            <a:off x="3143814" y="1865888"/>
            <a:ext cx="3935785" cy="6693234"/>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258" name="그룹 257">
            <a:extLst>
              <a:ext uri="{FF2B5EF4-FFF2-40B4-BE49-F238E27FC236}">
                <a16:creationId xmlns:a16="http://schemas.microsoft.com/office/drawing/2014/main" id="{10FFA6FC-7314-45D4-8157-EA3C4E23CB68}"/>
              </a:ext>
            </a:extLst>
          </p:cNvPr>
          <p:cNvGrpSpPr/>
          <p:nvPr/>
        </p:nvGrpSpPr>
        <p:grpSpPr>
          <a:xfrm>
            <a:off x="3360540" y="3484134"/>
            <a:ext cx="517956" cy="248122"/>
            <a:chOff x="2681976" y="1955121"/>
            <a:chExt cx="1929510" cy="596970"/>
          </a:xfrm>
        </p:grpSpPr>
        <p:sp>
          <p:nvSpPr>
            <p:cNvPr id="259" name="Border">
              <a:extLst>
                <a:ext uri="{FF2B5EF4-FFF2-40B4-BE49-F238E27FC236}">
                  <a16:creationId xmlns:a16="http://schemas.microsoft.com/office/drawing/2014/main" id="{21BDBDEC-8B47-41EB-A3A1-DEBA79DE04A1}"/>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60" name="Line 2">
              <a:extLst>
                <a:ext uri="{FF2B5EF4-FFF2-40B4-BE49-F238E27FC236}">
                  <a16:creationId xmlns:a16="http://schemas.microsoft.com/office/drawing/2014/main" id="{D20EF75A-511C-4559-A63B-01AC745BB2A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61" name="Line 1">
              <a:extLst>
                <a:ext uri="{FF2B5EF4-FFF2-40B4-BE49-F238E27FC236}">
                  <a16:creationId xmlns:a16="http://schemas.microsoft.com/office/drawing/2014/main" id="{BE798E96-910E-4706-B8B4-E5CB0C8E535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62" name="TextBox 261">
              <a:extLst>
                <a:ext uri="{FF2B5EF4-FFF2-40B4-BE49-F238E27FC236}">
                  <a16:creationId xmlns:a16="http://schemas.microsoft.com/office/drawing/2014/main" id="{6AA36E62-86F9-4FBA-93CA-58E0D7895563}"/>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63" name="직사각형 262">
            <a:extLst>
              <a:ext uri="{FF2B5EF4-FFF2-40B4-BE49-F238E27FC236}">
                <a16:creationId xmlns:a16="http://schemas.microsoft.com/office/drawing/2014/main" id="{310F5950-E08C-4FFB-B317-C77C0B1D394D}"/>
              </a:ext>
            </a:extLst>
          </p:cNvPr>
          <p:cNvSpPr/>
          <p:nvPr/>
        </p:nvSpPr>
        <p:spPr>
          <a:xfrm>
            <a:off x="3878495" y="3396768"/>
            <a:ext cx="3093515"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sp>
        <p:nvSpPr>
          <p:cNvPr id="264" name="TextBox 263">
            <a:extLst>
              <a:ext uri="{FF2B5EF4-FFF2-40B4-BE49-F238E27FC236}">
                <a16:creationId xmlns:a16="http://schemas.microsoft.com/office/drawing/2014/main" id="{44F54CD9-75A1-4F76-9AEE-846D3A7D1386}"/>
              </a:ext>
            </a:extLst>
          </p:cNvPr>
          <p:cNvSpPr txBox="1"/>
          <p:nvPr/>
        </p:nvSpPr>
        <p:spPr>
          <a:xfrm>
            <a:off x="3264383" y="1964921"/>
            <a:ext cx="1343638"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판매 요청 신청하기</a:t>
            </a:r>
            <a:endParaRPr lang="ko-KR" altLang="en-US" sz="900" dirty="0"/>
          </a:p>
        </p:txBody>
      </p:sp>
      <p:sp>
        <p:nvSpPr>
          <p:cNvPr id="266" name="TextBox 265">
            <a:extLst>
              <a:ext uri="{FF2B5EF4-FFF2-40B4-BE49-F238E27FC236}">
                <a16:creationId xmlns:a16="http://schemas.microsoft.com/office/drawing/2014/main" id="{C16A577B-1B20-4570-9E21-FDCE747668BF}"/>
              </a:ext>
            </a:extLst>
          </p:cNvPr>
          <p:cNvSpPr txBox="1"/>
          <p:nvPr/>
        </p:nvSpPr>
        <p:spPr>
          <a:xfrm>
            <a:off x="3297164" y="3957761"/>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제약 조건</a:t>
            </a:r>
            <a:endParaRPr lang="ko-KR" altLang="en-US" sz="900" dirty="0"/>
          </a:p>
        </p:txBody>
      </p:sp>
      <p:sp>
        <p:nvSpPr>
          <p:cNvPr id="268" name="TextBox 267">
            <a:extLst>
              <a:ext uri="{FF2B5EF4-FFF2-40B4-BE49-F238E27FC236}">
                <a16:creationId xmlns:a16="http://schemas.microsoft.com/office/drawing/2014/main" id="{D1DD7D20-3843-4B5A-927C-E8B154C0E882}"/>
              </a:ext>
            </a:extLst>
          </p:cNvPr>
          <p:cNvSpPr txBox="1"/>
          <p:nvPr/>
        </p:nvSpPr>
        <p:spPr>
          <a:xfrm>
            <a:off x="3297164" y="5388399"/>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판매 제시 금액</a:t>
            </a:r>
            <a:endParaRPr lang="ko-KR" altLang="en-US" sz="900" dirty="0"/>
          </a:p>
        </p:txBody>
      </p:sp>
      <p:sp>
        <p:nvSpPr>
          <p:cNvPr id="280" name="직사각형 279">
            <a:extLst>
              <a:ext uri="{FF2B5EF4-FFF2-40B4-BE49-F238E27FC236}">
                <a16:creationId xmlns:a16="http://schemas.microsoft.com/office/drawing/2014/main" id="{A6317EB2-C2E6-4188-AC3E-9234A8CE4619}"/>
              </a:ext>
            </a:extLst>
          </p:cNvPr>
          <p:cNvSpPr/>
          <p:nvPr/>
        </p:nvSpPr>
        <p:spPr>
          <a:xfrm>
            <a:off x="3878495" y="8082465"/>
            <a:ext cx="1358901" cy="213360"/>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판매요청하기</a:t>
            </a:r>
            <a:endParaRPr lang="en-US" altLang="ko-KR" sz="800" dirty="0">
              <a:solidFill>
                <a:schemeClr val="bg1"/>
              </a:solidFill>
            </a:endParaRPr>
          </a:p>
        </p:txBody>
      </p:sp>
      <p:grpSp>
        <p:nvGrpSpPr>
          <p:cNvPr id="281" name="Image">
            <a:extLst>
              <a:ext uri="{FF2B5EF4-FFF2-40B4-BE49-F238E27FC236}">
                <a16:creationId xmlns:a16="http://schemas.microsoft.com/office/drawing/2014/main" id="{AEE781E1-11F4-4495-84B9-8EB9AD91171F}"/>
              </a:ext>
            </a:extLst>
          </p:cNvPr>
          <p:cNvGrpSpPr>
            <a:grpSpLocks/>
          </p:cNvGrpSpPr>
          <p:nvPr/>
        </p:nvGrpSpPr>
        <p:grpSpPr bwMode="auto">
          <a:xfrm>
            <a:off x="6767294" y="1985956"/>
            <a:ext cx="204716" cy="209797"/>
            <a:chOff x="508000" y="1397000"/>
            <a:chExt cx="1008112" cy="1008112"/>
          </a:xfrm>
        </p:grpSpPr>
        <p:sp>
          <p:nvSpPr>
            <p:cNvPr id="282" name="Border">
              <a:extLst>
                <a:ext uri="{FF2B5EF4-FFF2-40B4-BE49-F238E27FC236}">
                  <a16:creationId xmlns:a16="http://schemas.microsoft.com/office/drawing/2014/main" id="{E2E19CF2-7B3D-4926-B431-222376CD2849}"/>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83" name="Line 2">
              <a:extLst>
                <a:ext uri="{FF2B5EF4-FFF2-40B4-BE49-F238E27FC236}">
                  <a16:creationId xmlns:a16="http://schemas.microsoft.com/office/drawing/2014/main" id="{23368D31-0514-433A-80F7-8A197D19D8C5}"/>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84" name="Line 1">
              <a:extLst>
                <a:ext uri="{FF2B5EF4-FFF2-40B4-BE49-F238E27FC236}">
                  <a16:creationId xmlns:a16="http://schemas.microsoft.com/office/drawing/2014/main" id="{2845F6DD-BD3E-4EA8-BB96-7E66AF623B44}"/>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285" name="직사각형 284">
            <a:extLst>
              <a:ext uri="{FF2B5EF4-FFF2-40B4-BE49-F238E27FC236}">
                <a16:creationId xmlns:a16="http://schemas.microsoft.com/office/drawing/2014/main" id="{FF4D44E5-EA08-408E-8733-01FE82EA5CC7}"/>
              </a:ext>
            </a:extLst>
          </p:cNvPr>
          <p:cNvSpPr/>
          <p:nvPr/>
        </p:nvSpPr>
        <p:spPr>
          <a:xfrm>
            <a:off x="5344205" y="8082465"/>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graphicFrame>
        <p:nvGraphicFramePr>
          <p:cNvPr id="287" name="표 17">
            <a:extLst>
              <a:ext uri="{FF2B5EF4-FFF2-40B4-BE49-F238E27FC236}">
                <a16:creationId xmlns:a16="http://schemas.microsoft.com/office/drawing/2014/main" id="{A764C903-51EE-4FD2-9C1F-E72CE2C67583}"/>
              </a:ext>
            </a:extLst>
          </p:cNvPr>
          <p:cNvGraphicFramePr>
            <a:graphicFrameLocks noGrp="1"/>
          </p:cNvGraphicFramePr>
          <p:nvPr>
            <p:extLst>
              <p:ext uri="{D42A27DB-BD31-4B8C-83A1-F6EECF244321}">
                <p14:modId xmlns:p14="http://schemas.microsoft.com/office/powerpoint/2010/main" val="2447852645"/>
              </p:ext>
            </p:extLst>
          </p:nvPr>
        </p:nvGraphicFramePr>
        <p:xfrm>
          <a:off x="3403982" y="3034765"/>
          <a:ext cx="3472494" cy="21336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상품 코드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a20098</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bl>
          </a:graphicData>
        </a:graphic>
      </p:graphicFrame>
      <p:sp>
        <p:nvSpPr>
          <p:cNvPr id="288" name="TextBox 287">
            <a:extLst>
              <a:ext uri="{FF2B5EF4-FFF2-40B4-BE49-F238E27FC236}">
                <a16:creationId xmlns:a16="http://schemas.microsoft.com/office/drawing/2014/main" id="{C995C20E-9971-49A6-A8B1-F1E4F00DCBA2}"/>
              </a:ext>
            </a:extLst>
          </p:cNvPr>
          <p:cNvSpPr txBox="1"/>
          <p:nvPr/>
        </p:nvSpPr>
        <p:spPr>
          <a:xfrm>
            <a:off x="3297164" y="2819584"/>
            <a:ext cx="841897"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코드</a:t>
            </a:r>
            <a:endParaRPr lang="ko-KR" altLang="en-US" sz="900" dirty="0"/>
          </a:p>
        </p:txBody>
      </p:sp>
      <p:graphicFrame>
        <p:nvGraphicFramePr>
          <p:cNvPr id="291" name="표 17">
            <a:extLst>
              <a:ext uri="{FF2B5EF4-FFF2-40B4-BE49-F238E27FC236}">
                <a16:creationId xmlns:a16="http://schemas.microsoft.com/office/drawing/2014/main" id="{0BC913BE-3DEE-4B6A-9C34-19695CFFB02F}"/>
              </a:ext>
            </a:extLst>
          </p:cNvPr>
          <p:cNvGraphicFramePr>
            <a:graphicFrameLocks noGrp="1"/>
          </p:cNvGraphicFramePr>
          <p:nvPr>
            <p:extLst>
              <p:ext uri="{D42A27DB-BD31-4B8C-83A1-F6EECF244321}">
                <p14:modId xmlns:p14="http://schemas.microsoft.com/office/powerpoint/2010/main" val="1871921120"/>
              </p:ext>
            </p:extLst>
          </p:nvPr>
        </p:nvGraphicFramePr>
        <p:xfrm>
          <a:off x="3403982" y="2489969"/>
          <a:ext cx="3472494" cy="21336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판매요청상태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solidFill>
                            <a:schemeClr val="accent1">
                              <a:lumMod val="75000"/>
                            </a:schemeClr>
                          </a:solidFill>
                        </a:rPr>
                        <a:t>판매요청</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bl>
          </a:graphicData>
        </a:graphic>
      </p:graphicFrame>
      <p:sp>
        <p:nvSpPr>
          <p:cNvPr id="292" name="TextBox 291">
            <a:extLst>
              <a:ext uri="{FF2B5EF4-FFF2-40B4-BE49-F238E27FC236}">
                <a16:creationId xmlns:a16="http://schemas.microsoft.com/office/drawing/2014/main" id="{C8C016DC-053A-473F-8D6F-3B36ED3A36C6}"/>
              </a:ext>
            </a:extLst>
          </p:cNvPr>
          <p:cNvSpPr txBox="1"/>
          <p:nvPr/>
        </p:nvSpPr>
        <p:spPr>
          <a:xfrm>
            <a:off x="3297164" y="2274788"/>
            <a:ext cx="103265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판매요청상태</a:t>
            </a:r>
            <a:endParaRPr lang="ko-KR" altLang="en-US" sz="900" dirty="0"/>
          </a:p>
        </p:txBody>
      </p:sp>
      <p:sp>
        <p:nvSpPr>
          <p:cNvPr id="293" name="직사각형 292">
            <a:extLst>
              <a:ext uri="{FF2B5EF4-FFF2-40B4-BE49-F238E27FC236}">
                <a16:creationId xmlns:a16="http://schemas.microsoft.com/office/drawing/2014/main" id="{95157943-4832-48F4-BC32-E335973B4F1C}"/>
              </a:ext>
            </a:extLst>
          </p:cNvPr>
          <p:cNvSpPr/>
          <p:nvPr/>
        </p:nvSpPr>
        <p:spPr>
          <a:xfrm>
            <a:off x="-1181074" y="1865888"/>
            <a:ext cx="3935785" cy="6693234"/>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294" name="그룹 293">
            <a:extLst>
              <a:ext uri="{FF2B5EF4-FFF2-40B4-BE49-F238E27FC236}">
                <a16:creationId xmlns:a16="http://schemas.microsoft.com/office/drawing/2014/main" id="{3992DF4E-1C66-4FB4-A848-9AF883746347}"/>
              </a:ext>
            </a:extLst>
          </p:cNvPr>
          <p:cNvGrpSpPr/>
          <p:nvPr/>
        </p:nvGrpSpPr>
        <p:grpSpPr>
          <a:xfrm>
            <a:off x="-964348" y="3484134"/>
            <a:ext cx="517956" cy="248122"/>
            <a:chOff x="2681976" y="1955121"/>
            <a:chExt cx="1929510" cy="596970"/>
          </a:xfrm>
        </p:grpSpPr>
        <p:sp>
          <p:nvSpPr>
            <p:cNvPr id="295" name="Border">
              <a:extLst>
                <a:ext uri="{FF2B5EF4-FFF2-40B4-BE49-F238E27FC236}">
                  <a16:creationId xmlns:a16="http://schemas.microsoft.com/office/drawing/2014/main" id="{7163A441-810F-41FC-A630-C7545649A8AC}"/>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96" name="Line 2">
              <a:extLst>
                <a:ext uri="{FF2B5EF4-FFF2-40B4-BE49-F238E27FC236}">
                  <a16:creationId xmlns:a16="http://schemas.microsoft.com/office/drawing/2014/main" id="{19A67F0A-579C-4C2E-A4D9-B0D28425C717}"/>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97" name="Line 1">
              <a:extLst>
                <a:ext uri="{FF2B5EF4-FFF2-40B4-BE49-F238E27FC236}">
                  <a16:creationId xmlns:a16="http://schemas.microsoft.com/office/drawing/2014/main" id="{20F56F9E-2B6E-4F72-800F-4AB1D8BC03E5}"/>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98" name="TextBox 297">
              <a:extLst>
                <a:ext uri="{FF2B5EF4-FFF2-40B4-BE49-F238E27FC236}">
                  <a16:creationId xmlns:a16="http://schemas.microsoft.com/office/drawing/2014/main" id="{93C09C3E-D0A3-451A-9319-BA86B627D507}"/>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99" name="직사각형 298">
            <a:extLst>
              <a:ext uri="{FF2B5EF4-FFF2-40B4-BE49-F238E27FC236}">
                <a16:creationId xmlns:a16="http://schemas.microsoft.com/office/drawing/2014/main" id="{F59E0414-3148-42AB-A51C-4AD9CC3E4E1C}"/>
              </a:ext>
            </a:extLst>
          </p:cNvPr>
          <p:cNvSpPr/>
          <p:nvPr/>
        </p:nvSpPr>
        <p:spPr>
          <a:xfrm>
            <a:off x="-446393" y="3396768"/>
            <a:ext cx="3093515"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sp>
        <p:nvSpPr>
          <p:cNvPr id="300" name="TextBox 299">
            <a:extLst>
              <a:ext uri="{FF2B5EF4-FFF2-40B4-BE49-F238E27FC236}">
                <a16:creationId xmlns:a16="http://schemas.microsoft.com/office/drawing/2014/main" id="{DC390C4E-91B3-41D6-804C-C1ED653179D6}"/>
              </a:ext>
            </a:extLst>
          </p:cNvPr>
          <p:cNvSpPr txBox="1"/>
          <p:nvPr/>
        </p:nvSpPr>
        <p:spPr>
          <a:xfrm>
            <a:off x="-1060505" y="1964921"/>
            <a:ext cx="1343638"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판매 요청 신청하기</a:t>
            </a:r>
            <a:endParaRPr lang="ko-KR" altLang="en-US" sz="900" dirty="0"/>
          </a:p>
        </p:txBody>
      </p:sp>
      <p:sp>
        <p:nvSpPr>
          <p:cNvPr id="302" name="TextBox 301">
            <a:extLst>
              <a:ext uri="{FF2B5EF4-FFF2-40B4-BE49-F238E27FC236}">
                <a16:creationId xmlns:a16="http://schemas.microsoft.com/office/drawing/2014/main" id="{7AD9E322-E003-4937-9EED-EC7118E21CA2}"/>
              </a:ext>
            </a:extLst>
          </p:cNvPr>
          <p:cNvSpPr txBox="1"/>
          <p:nvPr/>
        </p:nvSpPr>
        <p:spPr>
          <a:xfrm>
            <a:off x="-1027724" y="3957761"/>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제약 조건</a:t>
            </a:r>
            <a:endParaRPr lang="ko-KR" altLang="en-US" sz="900" dirty="0"/>
          </a:p>
        </p:txBody>
      </p:sp>
      <p:sp>
        <p:nvSpPr>
          <p:cNvPr id="304" name="TextBox 303">
            <a:extLst>
              <a:ext uri="{FF2B5EF4-FFF2-40B4-BE49-F238E27FC236}">
                <a16:creationId xmlns:a16="http://schemas.microsoft.com/office/drawing/2014/main" id="{5031595A-737D-4CAD-B53C-B2367A11559B}"/>
              </a:ext>
            </a:extLst>
          </p:cNvPr>
          <p:cNvSpPr txBox="1"/>
          <p:nvPr/>
        </p:nvSpPr>
        <p:spPr>
          <a:xfrm>
            <a:off x="-1027724" y="5388399"/>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판매 제시 금액</a:t>
            </a:r>
            <a:endParaRPr lang="ko-KR" altLang="en-US" sz="900" dirty="0"/>
          </a:p>
        </p:txBody>
      </p:sp>
      <p:sp>
        <p:nvSpPr>
          <p:cNvPr id="305" name="직사각형 304">
            <a:extLst>
              <a:ext uri="{FF2B5EF4-FFF2-40B4-BE49-F238E27FC236}">
                <a16:creationId xmlns:a16="http://schemas.microsoft.com/office/drawing/2014/main" id="{E1A1A28F-10B6-42F6-AA9F-F62E945C9D2C}"/>
              </a:ext>
            </a:extLst>
          </p:cNvPr>
          <p:cNvSpPr/>
          <p:nvPr/>
        </p:nvSpPr>
        <p:spPr>
          <a:xfrm>
            <a:off x="-446393" y="8082465"/>
            <a:ext cx="1358901" cy="213360"/>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재요청하기</a:t>
            </a:r>
            <a:endParaRPr lang="en-US" altLang="ko-KR" sz="800" dirty="0">
              <a:solidFill>
                <a:schemeClr val="bg1"/>
              </a:solidFill>
            </a:endParaRPr>
          </a:p>
        </p:txBody>
      </p:sp>
      <p:grpSp>
        <p:nvGrpSpPr>
          <p:cNvPr id="306" name="Image">
            <a:extLst>
              <a:ext uri="{FF2B5EF4-FFF2-40B4-BE49-F238E27FC236}">
                <a16:creationId xmlns:a16="http://schemas.microsoft.com/office/drawing/2014/main" id="{A7341900-00DA-4C75-9CB0-2E3CF0BB5963}"/>
              </a:ext>
            </a:extLst>
          </p:cNvPr>
          <p:cNvGrpSpPr>
            <a:grpSpLocks/>
          </p:cNvGrpSpPr>
          <p:nvPr/>
        </p:nvGrpSpPr>
        <p:grpSpPr bwMode="auto">
          <a:xfrm>
            <a:off x="2442406" y="1985956"/>
            <a:ext cx="204716" cy="209797"/>
            <a:chOff x="508000" y="1397000"/>
            <a:chExt cx="1008112" cy="1008112"/>
          </a:xfrm>
        </p:grpSpPr>
        <p:sp>
          <p:nvSpPr>
            <p:cNvPr id="307" name="Border">
              <a:extLst>
                <a:ext uri="{FF2B5EF4-FFF2-40B4-BE49-F238E27FC236}">
                  <a16:creationId xmlns:a16="http://schemas.microsoft.com/office/drawing/2014/main" id="{DE4FEAD1-D24A-42AD-8489-5A5A074C2BD4}"/>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08" name="Line 2">
              <a:extLst>
                <a:ext uri="{FF2B5EF4-FFF2-40B4-BE49-F238E27FC236}">
                  <a16:creationId xmlns:a16="http://schemas.microsoft.com/office/drawing/2014/main" id="{CD29523A-158A-43CF-97C7-E99662CA20AB}"/>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09" name="Line 1">
              <a:extLst>
                <a:ext uri="{FF2B5EF4-FFF2-40B4-BE49-F238E27FC236}">
                  <a16:creationId xmlns:a16="http://schemas.microsoft.com/office/drawing/2014/main" id="{1A3ABD66-82AB-4DB3-8CAF-C58C92326B8F}"/>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310" name="직사각형 309">
            <a:extLst>
              <a:ext uri="{FF2B5EF4-FFF2-40B4-BE49-F238E27FC236}">
                <a16:creationId xmlns:a16="http://schemas.microsoft.com/office/drawing/2014/main" id="{E75A26EA-FC8F-4432-8F09-9B5A37E1DFF7}"/>
              </a:ext>
            </a:extLst>
          </p:cNvPr>
          <p:cNvSpPr/>
          <p:nvPr/>
        </p:nvSpPr>
        <p:spPr>
          <a:xfrm>
            <a:off x="1019317" y="8082465"/>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graphicFrame>
        <p:nvGraphicFramePr>
          <p:cNvPr id="312" name="표 17">
            <a:extLst>
              <a:ext uri="{FF2B5EF4-FFF2-40B4-BE49-F238E27FC236}">
                <a16:creationId xmlns:a16="http://schemas.microsoft.com/office/drawing/2014/main" id="{726C6396-1B5C-43D7-BB1F-B7B7845A3776}"/>
              </a:ext>
            </a:extLst>
          </p:cNvPr>
          <p:cNvGraphicFramePr>
            <a:graphicFrameLocks noGrp="1"/>
          </p:cNvGraphicFramePr>
          <p:nvPr>
            <p:extLst>
              <p:ext uri="{D42A27DB-BD31-4B8C-83A1-F6EECF244321}">
                <p14:modId xmlns:p14="http://schemas.microsoft.com/office/powerpoint/2010/main" val="607779271"/>
              </p:ext>
            </p:extLst>
          </p:nvPr>
        </p:nvGraphicFramePr>
        <p:xfrm>
          <a:off x="-920906" y="3034765"/>
          <a:ext cx="3472494" cy="21336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상품 코드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a20098</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bl>
          </a:graphicData>
        </a:graphic>
      </p:graphicFrame>
      <p:sp>
        <p:nvSpPr>
          <p:cNvPr id="313" name="TextBox 312">
            <a:extLst>
              <a:ext uri="{FF2B5EF4-FFF2-40B4-BE49-F238E27FC236}">
                <a16:creationId xmlns:a16="http://schemas.microsoft.com/office/drawing/2014/main" id="{882BCFF7-01E5-4A84-8833-32CC9216D504}"/>
              </a:ext>
            </a:extLst>
          </p:cNvPr>
          <p:cNvSpPr txBox="1"/>
          <p:nvPr/>
        </p:nvSpPr>
        <p:spPr>
          <a:xfrm>
            <a:off x="-1027724" y="2819584"/>
            <a:ext cx="841897"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코드</a:t>
            </a:r>
            <a:endParaRPr lang="ko-KR" altLang="en-US" sz="900" dirty="0"/>
          </a:p>
        </p:txBody>
      </p:sp>
      <p:graphicFrame>
        <p:nvGraphicFramePr>
          <p:cNvPr id="314" name="표 17">
            <a:extLst>
              <a:ext uri="{FF2B5EF4-FFF2-40B4-BE49-F238E27FC236}">
                <a16:creationId xmlns:a16="http://schemas.microsoft.com/office/drawing/2014/main" id="{914F8C94-BF51-4FFE-A2DE-A7A6C6C2FAB9}"/>
              </a:ext>
            </a:extLst>
          </p:cNvPr>
          <p:cNvGraphicFramePr>
            <a:graphicFrameLocks noGrp="1"/>
          </p:cNvGraphicFramePr>
          <p:nvPr>
            <p:extLst>
              <p:ext uri="{D42A27DB-BD31-4B8C-83A1-F6EECF244321}">
                <p14:modId xmlns:p14="http://schemas.microsoft.com/office/powerpoint/2010/main" val="2405817169"/>
              </p:ext>
            </p:extLst>
          </p:nvPr>
        </p:nvGraphicFramePr>
        <p:xfrm>
          <a:off x="-920906" y="6830205"/>
          <a:ext cx="3472494" cy="785559"/>
        </p:xfrm>
        <a:graphic>
          <a:graphicData uri="http://schemas.openxmlformats.org/drawingml/2006/table">
            <a:tbl>
              <a:tblPr firstRow="1" bandRow="1">
                <a:tableStyleId>{5940675A-B579-460E-94D1-54222C63F5DA}</a:tableStyleId>
              </a:tblPr>
              <a:tblGrid>
                <a:gridCol w="3472494">
                  <a:extLst>
                    <a:ext uri="{9D8B030D-6E8A-4147-A177-3AD203B41FA5}">
                      <a16:colId xmlns:a16="http://schemas.microsoft.com/office/drawing/2014/main" val="827257380"/>
                    </a:ext>
                  </a:extLst>
                </a:gridCol>
              </a:tblGrid>
              <a:tr h="785559">
                <a:tc>
                  <a:txBody>
                    <a:bodyPr/>
                    <a:lstStyle/>
                    <a:p>
                      <a:pPr latinLnBrk="1"/>
                      <a:endParaRPr lang="en-US" altLang="ko-KR" sz="800" dirty="0">
                        <a:solidFill>
                          <a:schemeClr val="bg1">
                            <a:lumMod val="50000"/>
                          </a:schemeClr>
                        </a:solidFill>
                      </a:endParaRPr>
                    </a:p>
                    <a:p>
                      <a:pPr latinLnBrk="1"/>
                      <a:r>
                        <a:rPr lang="ko-KR" altLang="en-US" sz="800" dirty="0">
                          <a:solidFill>
                            <a:schemeClr val="tx1"/>
                          </a:solidFill>
                        </a:rPr>
                        <a:t>판매 할 수 있게 해 주세요</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bl>
          </a:graphicData>
        </a:graphic>
      </p:graphicFrame>
      <p:sp>
        <p:nvSpPr>
          <p:cNvPr id="315" name="TextBox 314">
            <a:extLst>
              <a:ext uri="{FF2B5EF4-FFF2-40B4-BE49-F238E27FC236}">
                <a16:creationId xmlns:a16="http://schemas.microsoft.com/office/drawing/2014/main" id="{41AF39F0-A7E7-4B1F-B02D-75ABA2E578F4}"/>
              </a:ext>
            </a:extLst>
          </p:cNvPr>
          <p:cNvSpPr txBox="1"/>
          <p:nvPr/>
        </p:nvSpPr>
        <p:spPr>
          <a:xfrm>
            <a:off x="-1027724" y="6608200"/>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신청사유</a:t>
            </a:r>
            <a:endParaRPr lang="ko-KR" altLang="en-US" sz="900" dirty="0"/>
          </a:p>
        </p:txBody>
      </p:sp>
      <p:graphicFrame>
        <p:nvGraphicFramePr>
          <p:cNvPr id="316" name="표 17">
            <a:extLst>
              <a:ext uri="{FF2B5EF4-FFF2-40B4-BE49-F238E27FC236}">
                <a16:creationId xmlns:a16="http://schemas.microsoft.com/office/drawing/2014/main" id="{8B0DE778-0E05-409E-9226-DB12B4D3FDCD}"/>
              </a:ext>
            </a:extLst>
          </p:cNvPr>
          <p:cNvGraphicFramePr>
            <a:graphicFrameLocks noGrp="1"/>
          </p:cNvGraphicFramePr>
          <p:nvPr>
            <p:extLst>
              <p:ext uri="{D42A27DB-BD31-4B8C-83A1-F6EECF244321}">
                <p14:modId xmlns:p14="http://schemas.microsoft.com/office/powerpoint/2010/main" val="4163671739"/>
              </p:ext>
            </p:extLst>
          </p:nvPr>
        </p:nvGraphicFramePr>
        <p:xfrm>
          <a:off x="-920906" y="2489969"/>
          <a:ext cx="3472494" cy="21336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판매요청상태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solidFill>
                            <a:srgbClr val="FF0000"/>
                          </a:solidFill>
                        </a:rPr>
                        <a:t>요청거부</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bl>
          </a:graphicData>
        </a:graphic>
      </p:graphicFrame>
      <p:sp>
        <p:nvSpPr>
          <p:cNvPr id="317" name="TextBox 316">
            <a:extLst>
              <a:ext uri="{FF2B5EF4-FFF2-40B4-BE49-F238E27FC236}">
                <a16:creationId xmlns:a16="http://schemas.microsoft.com/office/drawing/2014/main" id="{E195947B-E462-4540-B496-BCFD89468903}"/>
              </a:ext>
            </a:extLst>
          </p:cNvPr>
          <p:cNvSpPr txBox="1"/>
          <p:nvPr/>
        </p:nvSpPr>
        <p:spPr>
          <a:xfrm>
            <a:off x="-1027724" y="2274788"/>
            <a:ext cx="103265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판매요청상태</a:t>
            </a:r>
            <a:endParaRPr lang="ko-KR" altLang="en-US" sz="900" dirty="0"/>
          </a:p>
        </p:txBody>
      </p:sp>
      <p:sp>
        <p:nvSpPr>
          <p:cNvPr id="318" name="타원 317">
            <a:extLst>
              <a:ext uri="{FF2B5EF4-FFF2-40B4-BE49-F238E27FC236}">
                <a16:creationId xmlns:a16="http://schemas.microsoft.com/office/drawing/2014/main" id="{EC1BB037-5E01-4DE4-ACCE-042AC8DCE87C}"/>
              </a:ext>
            </a:extLst>
          </p:cNvPr>
          <p:cNvSpPr/>
          <p:nvPr/>
        </p:nvSpPr>
        <p:spPr>
          <a:xfrm>
            <a:off x="-54324" y="2352032"/>
            <a:ext cx="966832"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19" name="타원 318">
            <a:extLst>
              <a:ext uri="{FF2B5EF4-FFF2-40B4-BE49-F238E27FC236}">
                <a16:creationId xmlns:a16="http://schemas.microsoft.com/office/drawing/2014/main" id="{5F380165-CC5D-457D-9A69-A20FDCDDC674}"/>
              </a:ext>
            </a:extLst>
          </p:cNvPr>
          <p:cNvSpPr/>
          <p:nvPr/>
        </p:nvSpPr>
        <p:spPr>
          <a:xfrm>
            <a:off x="4270564" y="2352032"/>
            <a:ext cx="966832"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2" name="TextBox 321">
            <a:extLst>
              <a:ext uri="{FF2B5EF4-FFF2-40B4-BE49-F238E27FC236}">
                <a16:creationId xmlns:a16="http://schemas.microsoft.com/office/drawing/2014/main" id="{1C708A9D-D93C-4FFE-8C79-F2BDFD4100A1}"/>
              </a:ext>
            </a:extLst>
          </p:cNvPr>
          <p:cNvSpPr txBox="1"/>
          <p:nvPr/>
        </p:nvSpPr>
        <p:spPr>
          <a:xfrm>
            <a:off x="4830753" y="2117304"/>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323" name="TextBox 322">
            <a:extLst>
              <a:ext uri="{FF2B5EF4-FFF2-40B4-BE49-F238E27FC236}">
                <a16:creationId xmlns:a16="http://schemas.microsoft.com/office/drawing/2014/main" id="{0BBE9038-BAB9-4A80-A63D-12B8A813B385}"/>
              </a:ext>
            </a:extLst>
          </p:cNvPr>
          <p:cNvSpPr txBox="1"/>
          <p:nvPr/>
        </p:nvSpPr>
        <p:spPr>
          <a:xfrm>
            <a:off x="563904" y="2135444"/>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324" name="타원 323">
            <a:extLst>
              <a:ext uri="{FF2B5EF4-FFF2-40B4-BE49-F238E27FC236}">
                <a16:creationId xmlns:a16="http://schemas.microsoft.com/office/drawing/2014/main" id="{9F372367-0A0A-439F-8D97-4B82F0BBDEC5}"/>
              </a:ext>
            </a:extLst>
          </p:cNvPr>
          <p:cNvSpPr/>
          <p:nvPr/>
        </p:nvSpPr>
        <p:spPr>
          <a:xfrm>
            <a:off x="7937392" y="5884268"/>
            <a:ext cx="966832"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327" name="표 326">
            <a:extLst>
              <a:ext uri="{FF2B5EF4-FFF2-40B4-BE49-F238E27FC236}">
                <a16:creationId xmlns:a16="http://schemas.microsoft.com/office/drawing/2014/main" id="{E4CA83C0-3AB5-40E4-B51C-42FA99A50972}"/>
              </a:ext>
            </a:extLst>
          </p:cNvPr>
          <p:cNvGraphicFramePr>
            <a:graphicFrameLocks noGrp="1"/>
          </p:cNvGraphicFramePr>
          <p:nvPr>
            <p:extLst>
              <p:ext uri="{D42A27DB-BD31-4B8C-83A1-F6EECF244321}">
                <p14:modId xmlns:p14="http://schemas.microsoft.com/office/powerpoint/2010/main" val="1235017666"/>
              </p:ext>
            </p:extLst>
          </p:nvPr>
        </p:nvGraphicFramePr>
        <p:xfrm>
          <a:off x="10171774" y="22159"/>
          <a:ext cx="1979018" cy="285091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RF-02-04-05-8</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 상세페이지</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 상품 추가 </a:t>
                      </a:r>
                      <a:r>
                        <a:rPr lang="en-US" altLang="ko-KR" sz="800" dirty="0"/>
                        <a:t>&gt; </a:t>
                      </a:r>
                      <a:r>
                        <a:rPr lang="ko-KR" altLang="en-US" sz="800" dirty="0"/>
                        <a:t>제휴 상품 </a:t>
                      </a:r>
                      <a:r>
                        <a:rPr lang="ko-KR" altLang="en-US" sz="800" baseline="0" dirty="0"/>
                        <a:t>목록 </a:t>
                      </a:r>
                      <a:r>
                        <a:rPr lang="en-US" altLang="ko-KR" sz="800" baseline="0" dirty="0"/>
                        <a:t>&gt; </a:t>
                      </a:r>
                      <a:r>
                        <a:rPr lang="ko-KR" altLang="en-US" sz="800" baseline="0" dirty="0"/>
                        <a:t>판매 요청</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제휴상품에서 판매요청을 진행하는 화면 </a:t>
                      </a:r>
                      <a:r>
                        <a:rPr lang="en-US" altLang="ko-KR" sz="800" dirty="0"/>
                        <a:t>&amp; </a:t>
                      </a:r>
                      <a:r>
                        <a:rPr lang="ko-KR" altLang="en-US" sz="800" dirty="0" err="1"/>
                        <a:t>재요청하는</a:t>
                      </a:r>
                      <a:r>
                        <a:rPr lang="ko-KR" altLang="en-US" sz="800" dirty="0"/>
                        <a:t>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상태가 판매 요청인 경우 판매 요청하기 버튼을 통해 </a:t>
                      </a:r>
                      <a:r>
                        <a:rPr lang="ko-KR" altLang="en-US" sz="800" b="0" dirty="0" err="1">
                          <a:solidFill>
                            <a:schemeClr val="tx1"/>
                          </a:solidFill>
                        </a:rPr>
                        <a:t>판매자에게</a:t>
                      </a:r>
                      <a:r>
                        <a:rPr lang="ko-KR" altLang="en-US" sz="800" b="0" dirty="0">
                          <a:solidFill>
                            <a:schemeClr val="tx1"/>
                          </a:solidFill>
                        </a:rPr>
                        <a:t> 신청할 수 있다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963232206"/>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상태가 요청 거부인 경우 </a:t>
                      </a:r>
                      <a:r>
                        <a:rPr lang="ko-KR" altLang="en-US" sz="800" b="0" dirty="0" err="1">
                          <a:solidFill>
                            <a:schemeClr val="tx1"/>
                          </a:solidFill>
                        </a:rPr>
                        <a:t>재요청하기</a:t>
                      </a:r>
                      <a:r>
                        <a:rPr lang="ko-KR" altLang="en-US" sz="800" b="0" dirty="0">
                          <a:solidFill>
                            <a:schemeClr val="tx1"/>
                          </a:solidFill>
                        </a:rPr>
                        <a:t> 버튼을 통해 </a:t>
                      </a:r>
                      <a:r>
                        <a:rPr lang="ko-KR" altLang="en-US" sz="800" b="0" dirty="0" err="1">
                          <a:solidFill>
                            <a:schemeClr val="tx1"/>
                          </a:solidFill>
                        </a:rPr>
                        <a:t>판매자에게</a:t>
                      </a:r>
                      <a:r>
                        <a:rPr lang="ko-KR" altLang="en-US" sz="800" b="0" dirty="0">
                          <a:solidFill>
                            <a:schemeClr val="tx1"/>
                          </a:solidFill>
                        </a:rPr>
                        <a:t> 신청할 수 있다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244951557"/>
                  </a:ext>
                </a:extLst>
              </a:tr>
            </a:tbl>
          </a:graphicData>
        </a:graphic>
      </p:graphicFrame>
      <p:graphicFrame>
        <p:nvGraphicFramePr>
          <p:cNvPr id="476" name="표 17">
            <a:extLst>
              <a:ext uri="{FF2B5EF4-FFF2-40B4-BE49-F238E27FC236}">
                <a16:creationId xmlns:a16="http://schemas.microsoft.com/office/drawing/2014/main" id="{ADFC9931-29E1-433D-885D-FE014C37FFFA}"/>
              </a:ext>
            </a:extLst>
          </p:cNvPr>
          <p:cNvGraphicFramePr>
            <a:graphicFrameLocks noGrp="1"/>
          </p:cNvGraphicFramePr>
          <p:nvPr>
            <p:extLst>
              <p:ext uri="{D42A27DB-BD31-4B8C-83A1-F6EECF244321}">
                <p14:modId xmlns:p14="http://schemas.microsoft.com/office/powerpoint/2010/main" val="1624135559"/>
              </p:ext>
            </p:extLst>
          </p:nvPr>
        </p:nvGraphicFramePr>
        <p:xfrm>
          <a:off x="-921775" y="4199235"/>
          <a:ext cx="3472494" cy="106680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판매형태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위탁판매</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판매가격범위</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11,550</a:t>
                      </a:r>
                      <a:r>
                        <a:rPr lang="ko-KR" altLang="en-US" sz="800" dirty="0"/>
                        <a:t>원 </a:t>
                      </a:r>
                      <a:r>
                        <a:rPr lang="en-US" altLang="ko-KR" sz="800" dirty="0"/>
                        <a:t>~ 20,000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ko-KR" altLang="en-US" sz="800" dirty="0">
                          <a:solidFill>
                            <a:schemeClr val="tx1"/>
                          </a:solidFill>
                        </a:rPr>
                        <a:t>재고</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20,000 </a:t>
                      </a:r>
                      <a:r>
                        <a:rPr lang="ko-KR" altLang="en-US" sz="800" dirty="0"/>
                        <a:t>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r h="0">
                <a:tc>
                  <a:txBody>
                    <a:bodyPr/>
                    <a:lstStyle/>
                    <a:p>
                      <a:pPr latinLnBrk="1"/>
                      <a:r>
                        <a:rPr lang="ko-KR" altLang="en-US" sz="800" dirty="0">
                          <a:solidFill>
                            <a:schemeClr val="tx1"/>
                          </a:solidFill>
                        </a:rPr>
                        <a:t>구매제한수량</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1</a:t>
                      </a:r>
                      <a:r>
                        <a:rPr lang="ko-KR" altLang="en-US" sz="800" dirty="0"/>
                        <a:t>회 </a:t>
                      </a:r>
                      <a:r>
                        <a:rPr lang="ko-KR" altLang="en-US" sz="800" dirty="0" err="1"/>
                        <a:t>구매시</a:t>
                      </a:r>
                      <a:r>
                        <a:rPr lang="ko-KR" altLang="en-US" sz="800" dirty="0"/>
                        <a:t> </a:t>
                      </a:r>
                      <a:r>
                        <a:rPr lang="en-US" altLang="ko-KR" sz="800" dirty="0"/>
                        <a:t>100</a:t>
                      </a:r>
                      <a:r>
                        <a:rPr lang="ko-KR" altLang="en-US" sz="800" dirty="0"/>
                        <a:t>개 까지</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03615924"/>
                  </a:ext>
                </a:extLst>
              </a:tr>
              <a:tr h="0">
                <a:tc>
                  <a:txBody>
                    <a:bodyPr/>
                    <a:lstStyle/>
                    <a:p>
                      <a:pPr latinLnBrk="1"/>
                      <a:r>
                        <a:rPr lang="ko-KR" altLang="en-US" sz="800" dirty="0">
                          <a:solidFill>
                            <a:schemeClr val="tx1"/>
                          </a:solidFill>
                        </a:rPr>
                        <a:t>상품 판매 기간</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무기한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523570304"/>
                  </a:ext>
                </a:extLst>
              </a:tr>
            </a:tbl>
          </a:graphicData>
        </a:graphic>
      </p:graphicFrame>
      <p:graphicFrame>
        <p:nvGraphicFramePr>
          <p:cNvPr id="477" name="표 17">
            <a:extLst>
              <a:ext uri="{FF2B5EF4-FFF2-40B4-BE49-F238E27FC236}">
                <a16:creationId xmlns:a16="http://schemas.microsoft.com/office/drawing/2014/main" id="{EA8D18F5-FF62-4F29-84F5-DF321B2E9FEB}"/>
              </a:ext>
            </a:extLst>
          </p:cNvPr>
          <p:cNvGraphicFramePr>
            <a:graphicFrameLocks noGrp="1"/>
          </p:cNvGraphicFramePr>
          <p:nvPr>
            <p:extLst>
              <p:ext uri="{D42A27DB-BD31-4B8C-83A1-F6EECF244321}">
                <p14:modId xmlns:p14="http://schemas.microsoft.com/office/powerpoint/2010/main" val="1000604688"/>
              </p:ext>
            </p:extLst>
          </p:nvPr>
        </p:nvGraphicFramePr>
        <p:xfrm>
          <a:off x="3392738" y="4200431"/>
          <a:ext cx="3472494" cy="106680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판매형태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위탁판매</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판매가격범위</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11,550</a:t>
                      </a:r>
                      <a:r>
                        <a:rPr lang="ko-KR" altLang="en-US" sz="800" dirty="0"/>
                        <a:t>원 </a:t>
                      </a:r>
                      <a:r>
                        <a:rPr lang="en-US" altLang="ko-KR" sz="800" dirty="0"/>
                        <a:t>~ 20,000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ko-KR" altLang="en-US" sz="800" dirty="0">
                          <a:solidFill>
                            <a:schemeClr val="tx1"/>
                          </a:solidFill>
                        </a:rPr>
                        <a:t>재고</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20,000 </a:t>
                      </a:r>
                      <a:r>
                        <a:rPr lang="ko-KR" altLang="en-US" sz="800" dirty="0"/>
                        <a:t>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r h="0">
                <a:tc>
                  <a:txBody>
                    <a:bodyPr/>
                    <a:lstStyle/>
                    <a:p>
                      <a:pPr latinLnBrk="1"/>
                      <a:r>
                        <a:rPr lang="ko-KR" altLang="en-US" sz="800" dirty="0">
                          <a:solidFill>
                            <a:schemeClr val="tx1"/>
                          </a:solidFill>
                        </a:rPr>
                        <a:t>구매제한수량</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1</a:t>
                      </a:r>
                      <a:r>
                        <a:rPr lang="ko-KR" altLang="en-US" sz="800" dirty="0"/>
                        <a:t>회 </a:t>
                      </a:r>
                      <a:r>
                        <a:rPr lang="ko-KR" altLang="en-US" sz="800" dirty="0" err="1"/>
                        <a:t>구매시</a:t>
                      </a:r>
                      <a:r>
                        <a:rPr lang="ko-KR" altLang="en-US" sz="800" dirty="0"/>
                        <a:t> </a:t>
                      </a:r>
                      <a:r>
                        <a:rPr lang="en-US" altLang="ko-KR" sz="800" dirty="0"/>
                        <a:t>100</a:t>
                      </a:r>
                      <a:r>
                        <a:rPr lang="ko-KR" altLang="en-US" sz="800" dirty="0"/>
                        <a:t>개 까지</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03615924"/>
                  </a:ext>
                </a:extLst>
              </a:tr>
              <a:tr h="0">
                <a:tc>
                  <a:txBody>
                    <a:bodyPr/>
                    <a:lstStyle/>
                    <a:p>
                      <a:pPr latinLnBrk="1"/>
                      <a:r>
                        <a:rPr lang="ko-KR" altLang="en-US" sz="800" dirty="0">
                          <a:solidFill>
                            <a:schemeClr val="tx1"/>
                          </a:solidFill>
                        </a:rPr>
                        <a:t>상품 판매 기간</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무기한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523570304"/>
                  </a:ext>
                </a:extLst>
              </a:tr>
            </a:tbl>
          </a:graphicData>
        </a:graphic>
      </p:graphicFrame>
      <p:graphicFrame>
        <p:nvGraphicFramePr>
          <p:cNvPr id="478" name="표 17">
            <a:extLst>
              <a:ext uri="{FF2B5EF4-FFF2-40B4-BE49-F238E27FC236}">
                <a16:creationId xmlns:a16="http://schemas.microsoft.com/office/drawing/2014/main" id="{BB298F69-43F0-4F6E-A40C-8AE425F3AADF}"/>
              </a:ext>
            </a:extLst>
          </p:cNvPr>
          <p:cNvGraphicFramePr>
            <a:graphicFrameLocks noGrp="1"/>
          </p:cNvGraphicFramePr>
          <p:nvPr>
            <p:extLst>
              <p:ext uri="{D42A27DB-BD31-4B8C-83A1-F6EECF244321}">
                <p14:modId xmlns:p14="http://schemas.microsoft.com/office/powerpoint/2010/main" val="4099919167"/>
              </p:ext>
            </p:extLst>
          </p:nvPr>
        </p:nvGraphicFramePr>
        <p:xfrm>
          <a:off x="-920240" y="5629345"/>
          <a:ext cx="3472494" cy="85344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판매 금액 설정</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예상 이익금</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1,290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009712476"/>
                  </a:ext>
                </a:extLst>
              </a:tr>
              <a:tr h="0">
                <a:tc>
                  <a:txBody>
                    <a:bodyPr/>
                    <a:lstStyle/>
                    <a:p>
                      <a:pPr latinLnBrk="1"/>
                      <a:r>
                        <a:rPr lang="ko-KR" altLang="en-US" sz="800" dirty="0">
                          <a:solidFill>
                            <a:schemeClr val="tx1"/>
                          </a:solidFill>
                        </a:rPr>
                        <a:t>최대 지급 포인트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1,290 Point</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50701532"/>
                  </a:ext>
                </a:extLst>
              </a:tr>
              <a:tr h="0">
                <a:tc>
                  <a:txBody>
                    <a:bodyPr/>
                    <a:lstStyle/>
                    <a:p>
                      <a:pPr latinLnBrk="1"/>
                      <a:r>
                        <a:rPr lang="ko-KR" altLang="en-US" sz="800" dirty="0">
                          <a:solidFill>
                            <a:schemeClr val="tx1"/>
                          </a:solidFill>
                        </a:rPr>
                        <a:t>지급 포인트 설정</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                  Point</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766323682"/>
                  </a:ext>
                </a:extLst>
              </a:tr>
            </a:tbl>
          </a:graphicData>
        </a:graphic>
      </p:graphicFrame>
      <p:sp>
        <p:nvSpPr>
          <p:cNvPr id="479" name="직사각형 478">
            <a:extLst>
              <a:ext uri="{FF2B5EF4-FFF2-40B4-BE49-F238E27FC236}">
                <a16:creationId xmlns:a16="http://schemas.microsoft.com/office/drawing/2014/main" id="{21385A8A-8C09-41BD-BBD6-23950B5C9EDD}"/>
              </a:ext>
            </a:extLst>
          </p:cNvPr>
          <p:cNvSpPr/>
          <p:nvPr/>
        </p:nvSpPr>
        <p:spPr>
          <a:xfrm>
            <a:off x="206076" y="5648139"/>
            <a:ext cx="608651" cy="17691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13,000</a:t>
            </a:r>
          </a:p>
        </p:txBody>
      </p:sp>
      <p:sp>
        <p:nvSpPr>
          <p:cNvPr id="480" name="직사각형 479">
            <a:extLst>
              <a:ext uri="{FF2B5EF4-FFF2-40B4-BE49-F238E27FC236}">
                <a16:creationId xmlns:a16="http://schemas.microsoft.com/office/drawing/2014/main" id="{571DB6C1-C037-4418-A9E0-5C4540647CA0}"/>
              </a:ext>
            </a:extLst>
          </p:cNvPr>
          <p:cNvSpPr/>
          <p:nvPr/>
        </p:nvSpPr>
        <p:spPr>
          <a:xfrm>
            <a:off x="203546" y="6288679"/>
            <a:ext cx="608651" cy="17691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350</a:t>
            </a:r>
          </a:p>
        </p:txBody>
      </p:sp>
      <p:cxnSp>
        <p:nvCxnSpPr>
          <p:cNvPr id="321" name="직선 화살표 연결선 320">
            <a:extLst>
              <a:ext uri="{FF2B5EF4-FFF2-40B4-BE49-F238E27FC236}">
                <a16:creationId xmlns:a16="http://schemas.microsoft.com/office/drawing/2014/main" id="{8FEC13EA-E025-4E06-8129-AB1B8472490A}"/>
              </a:ext>
            </a:extLst>
          </p:cNvPr>
          <p:cNvCxnSpPr>
            <a:cxnSpLocks/>
            <a:stCxn id="318" idx="4"/>
            <a:endCxn id="305" idx="0"/>
          </p:cNvCxnSpPr>
          <p:nvPr/>
        </p:nvCxnSpPr>
        <p:spPr>
          <a:xfrm flipH="1">
            <a:off x="233058" y="2795656"/>
            <a:ext cx="196034" cy="5286809"/>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481" name="표 17">
            <a:extLst>
              <a:ext uri="{FF2B5EF4-FFF2-40B4-BE49-F238E27FC236}">
                <a16:creationId xmlns:a16="http://schemas.microsoft.com/office/drawing/2014/main" id="{F1281E13-86A0-4336-A0F5-11F12547EDB1}"/>
              </a:ext>
            </a:extLst>
          </p:cNvPr>
          <p:cNvGraphicFramePr>
            <a:graphicFrameLocks noGrp="1"/>
          </p:cNvGraphicFramePr>
          <p:nvPr>
            <p:extLst>
              <p:ext uri="{D42A27DB-BD31-4B8C-83A1-F6EECF244321}">
                <p14:modId xmlns:p14="http://schemas.microsoft.com/office/powerpoint/2010/main" val="67928591"/>
              </p:ext>
            </p:extLst>
          </p:nvPr>
        </p:nvGraphicFramePr>
        <p:xfrm>
          <a:off x="3407998" y="6825096"/>
          <a:ext cx="3472494" cy="785559"/>
        </p:xfrm>
        <a:graphic>
          <a:graphicData uri="http://schemas.openxmlformats.org/drawingml/2006/table">
            <a:tbl>
              <a:tblPr firstRow="1" bandRow="1">
                <a:tableStyleId>{5940675A-B579-460E-94D1-54222C63F5DA}</a:tableStyleId>
              </a:tblPr>
              <a:tblGrid>
                <a:gridCol w="3472494">
                  <a:extLst>
                    <a:ext uri="{9D8B030D-6E8A-4147-A177-3AD203B41FA5}">
                      <a16:colId xmlns:a16="http://schemas.microsoft.com/office/drawing/2014/main" val="827257380"/>
                    </a:ext>
                  </a:extLst>
                </a:gridCol>
              </a:tblGrid>
              <a:tr h="785559">
                <a:tc>
                  <a:txBody>
                    <a:bodyPr/>
                    <a:lstStyle/>
                    <a:p>
                      <a:pPr latinLnBrk="1"/>
                      <a:endParaRPr lang="en-US" altLang="ko-KR" sz="800" dirty="0">
                        <a:solidFill>
                          <a:schemeClr val="bg1">
                            <a:lumMod val="50000"/>
                          </a:schemeClr>
                        </a:solidFill>
                      </a:endParaRPr>
                    </a:p>
                    <a:p>
                      <a:pPr latinLnBrk="1"/>
                      <a:r>
                        <a:rPr lang="ko-KR" altLang="en-US" sz="800" dirty="0">
                          <a:solidFill>
                            <a:schemeClr val="tx1"/>
                          </a:solidFill>
                        </a:rPr>
                        <a:t>판매 할 수 있게 해 주세요</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bl>
          </a:graphicData>
        </a:graphic>
      </p:graphicFrame>
      <p:sp>
        <p:nvSpPr>
          <p:cNvPr id="482" name="TextBox 481">
            <a:extLst>
              <a:ext uri="{FF2B5EF4-FFF2-40B4-BE49-F238E27FC236}">
                <a16:creationId xmlns:a16="http://schemas.microsoft.com/office/drawing/2014/main" id="{E99B81F8-9CEB-43E5-A6B7-D7FD66B0D903}"/>
              </a:ext>
            </a:extLst>
          </p:cNvPr>
          <p:cNvSpPr txBox="1"/>
          <p:nvPr/>
        </p:nvSpPr>
        <p:spPr>
          <a:xfrm>
            <a:off x="3301180" y="6603091"/>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신청사유</a:t>
            </a:r>
            <a:endParaRPr lang="ko-KR" altLang="en-US" sz="900" dirty="0"/>
          </a:p>
        </p:txBody>
      </p:sp>
      <p:graphicFrame>
        <p:nvGraphicFramePr>
          <p:cNvPr id="483" name="표 17">
            <a:extLst>
              <a:ext uri="{FF2B5EF4-FFF2-40B4-BE49-F238E27FC236}">
                <a16:creationId xmlns:a16="http://schemas.microsoft.com/office/drawing/2014/main" id="{E92462D1-31D1-4979-8C41-75BA17CA2F4F}"/>
              </a:ext>
            </a:extLst>
          </p:cNvPr>
          <p:cNvGraphicFramePr>
            <a:graphicFrameLocks noGrp="1"/>
          </p:cNvGraphicFramePr>
          <p:nvPr>
            <p:extLst>
              <p:ext uri="{D42A27DB-BD31-4B8C-83A1-F6EECF244321}">
                <p14:modId xmlns:p14="http://schemas.microsoft.com/office/powerpoint/2010/main" val="3794971295"/>
              </p:ext>
            </p:extLst>
          </p:nvPr>
        </p:nvGraphicFramePr>
        <p:xfrm>
          <a:off x="3408664" y="5624236"/>
          <a:ext cx="3472494" cy="85344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판매 금액 설정</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예상 이익금</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1,290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009712476"/>
                  </a:ext>
                </a:extLst>
              </a:tr>
              <a:tr h="0">
                <a:tc>
                  <a:txBody>
                    <a:bodyPr/>
                    <a:lstStyle/>
                    <a:p>
                      <a:pPr latinLnBrk="1"/>
                      <a:r>
                        <a:rPr lang="ko-KR" altLang="en-US" sz="800" dirty="0">
                          <a:solidFill>
                            <a:schemeClr val="tx1"/>
                          </a:solidFill>
                        </a:rPr>
                        <a:t>최대 지급 포인트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1,290 Point</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50701532"/>
                  </a:ext>
                </a:extLst>
              </a:tr>
              <a:tr h="0">
                <a:tc>
                  <a:txBody>
                    <a:bodyPr/>
                    <a:lstStyle/>
                    <a:p>
                      <a:pPr latinLnBrk="1"/>
                      <a:r>
                        <a:rPr lang="ko-KR" altLang="en-US" sz="800" dirty="0">
                          <a:solidFill>
                            <a:schemeClr val="tx1"/>
                          </a:solidFill>
                        </a:rPr>
                        <a:t>지급 포인트 설정</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                  Point</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766323682"/>
                  </a:ext>
                </a:extLst>
              </a:tr>
            </a:tbl>
          </a:graphicData>
        </a:graphic>
      </p:graphicFrame>
      <p:sp>
        <p:nvSpPr>
          <p:cNvPr id="484" name="직사각형 483">
            <a:extLst>
              <a:ext uri="{FF2B5EF4-FFF2-40B4-BE49-F238E27FC236}">
                <a16:creationId xmlns:a16="http://schemas.microsoft.com/office/drawing/2014/main" id="{5BA600F9-6104-4CA1-951C-81B7A65600B2}"/>
              </a:ext>
            </a:extLst>
          </p:cNvPr>
          <p:cNvSpPr/>
          <p:nvPr/>
        </p:nvSpPr>
        <p:spPr>
          <a:xfrm>
            <a:off x="4534980" y="5643030"/>
            <a:ext cx="608651" cy="17691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13,000</a:t>
            </a:r>
          </a:p>
        </p:txBody>
      </p:sp>
      <p:sp>
        <p:nvSpPr>
          <p:cNvPr id="485" name="직사각형 484">
            <a:extLst>
              <a:ext uri="{FF2B5EF4-FFF2-40B4-BE49-F238E27FC236}">
                <a16:creationId xmlns:a16="http://schemas.microsoft.com/office/drawing/2014/main" id="{4803282C-DF8B-40DB-AD61-8E7A17AC68EF}"/>
              </a:ext>
            </a:extLst>
          </p:cNvPr>
          <p:cNvSpPr/>
          <p:nvPr/>
        </p:nvSpPr>
        <p:spPr>
          <a:xfrm>
            <a:off x="4532450" y="6283570"/>
            <a:ext cx="608651" cy="17691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350</a:t>
            </a:r>
          </a:p>
        </p:txBody>
      </p:sp>
      <p:cxnSp>
        <p:nvCxnSpPr>
          <p:cNvPr id="320" name="직선 화살표 연결선 319">
            <a:extLst>
              <a:ext uri="{FF2B5EF4-FFF2-40B4-BE49-F238E27FC236}">
                <a16:creationId xmlns:a16="http://schemas.microsoft.com/office/drawing/2014/main" id="{A34724E3-E296-4195-9738-6CD3376C80FC}"/>
              </a:ext>
            </a:extLst>
          </p:cNvPr>
          <p:cNvCxnSpPr>
            <a:cxnSpLocks/>
            <a:stCxn id="319" idx="4"/>
          </p:cNvCxnSpPr>
          <p:nvPr/>
        </p:nvCxnSpPr>
        <p:spPr>
          <a:xfrm flipH="1">
            <a:off x="4557945" y="2795656"/>
            <a:ext cx="196035" cy="5286809"/>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326" name="직선 화살표 연결선 325">
            <a:extLst>
              <a:ext uri="{FF2B5EF4-FFF2-40B4-BE49-F238E27FC236}">
                <a16:creationId xmlns:a16="http://schemas.microsoft.com/office/drawing/2014/main" id="{2E27A8C4-5FCD-43FC-9B31-9E51382EB9D2}"/>
              </a:ext>
            </a:extLst>
          </p:cNvPr>
          <p:cNvCxnSpPr>
            <a:cxnSpLocks/>
            <a:stCxn id="324" idx="2"/>
          </p:cNvCxnSpPr>
          <p:nvPr/>
        </p:nvCxnSpPr>
        <p:spPr>
          <a:xfrm flipH="1">
            <a:off x="6585922" y="6106080"/>
            <a:ext cx="1351470"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75414562"/>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직사각형 4">
            <a:extLst>
              <a:ext uri="{FF2B5EF4-FFF2-40B4-BE49-F238E27FC236}">
                <a16:creationId xmlns:a16="http://schemas.microsoft.com/office/drawing/2014/main" id="{A44524A0-9BA7-47F0-8D56-28E021DC21E7}"/>
              </a:ext>
            </a:extLst>
          </p:cNvPr>
          <p:cNvSpPr/>
          <p:nvPr/>
        </p:nvSpPr>
        <p:spPr>
          <a:xfrm>
            <a:off x="535263" y="1282726"/>
            <a:ext cx="9226755" cy="7677030"/>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aphicFrame>
        <p:nvGraphicFramePr>
          <p:cNvPr id="6" name="표 5">
            <a:extLst>
              <a:ext uri="{FF2B5EF4-FFF2-40B4-BE49-F238E27FC236}">
                <a16:creationId xmlns:a16="http://schemas.microsoft.com/office/drawing/2014/main" id="{B8240B95-BB7E-4ADB-BBC8-2A43B6D40E3A}"/>
              </a:ext>
            </a:extLst>
          </p:cNvPr>
          <p:cNvGraphicFramePr>
            <a:graphicFrameLocks noGrp="1"/>
          </p:cNvGraphicFramePr>
          <p:nvPr>
            <p:extLst>
              <p:ext uri="{D42A27DB-BD31-4B8C-83A1-F6EECF244321}">
                <p14:modId xmlns:p14="http://schemas.microsoft.com/office/powerpoint/2010/main" val="1106402346"/>
              </p:ext>
            </p:extLst>
          </p:nvPr>
        </p:nvGraphicFramePr>
        <p:xfrm>
          <a:off x="696125" y="1690046"/>
          <a:ext cx="8880744" cy="243840"/>
        </p:xfrm>
        <a:graphic>
          <a:graphicData uri="http://schemas.openxmlformats.org/drawingml/2006/table">
            <a:tbl>
              <a:tblPr firstRow="1" bandRow="1">
                <a:tableStyleId>{5940675A-B579-460E-94D1-54222C63F5DA}</a:tableStyleId>
              </a:tblPr>
              <a:tblGrid>
                <a:gridCol w="2960248">
                  <a:extLst>
                    <a:ext uri="{9D8B030D-6E8A-4147-A177-3AD203B41FA5}">
                      <a16:colId xmlns:a16="http://schemas.microsoft.com/office/drawing/2014/main" val="3230482263"/>
                    </a:ext>
                  </a:extLst>
                </a:gridCol>
                <a:gridCol w="2960248">
                  <a:extLst>
                    <a:ext uri="{9D8B030D-6E8A-4147-A177-3AD203B41FA5}">
                      <a16:colId xmlns:a16="http://schemas.microsoft.com/office/drawing/2014/main" val="3730242496"/>
                    </a:ext>
                  </a:extLst>
                </a:gridCol>
                <a:gridCol w="2960248">
                  <a:extLst>
                    <a:ext uri="{9D8B030D-6E8A-4147-A177-3AD203B41FA5}">
                      <a16:colId xmlns:a16="http://schemas.microsoft.com/office/drawing/2014/main" val="844434264"/>
                    </a:ext>
                  </a:extLst>
                </a:gridCol>
              </a:tblGrid>
              <a:tr h="204698">
                <a:tc>
                  <a:txBody>
                    <a:bodyPr/>
                    <a:lstStyle/>
                    <a:p>
                      <a:pPr algn="ctr" latinLnBrk="1"/>
                      <a:r>
                        <a:rPr lang="ko-KR" altLang="en-US" sz="1000" b="0" dirty="0">
                          <a:solidFill>
                            <a:schemeClr val="tx1"/>
                          </a:solidFill>
                        </a:rPr>
                        <a:t>자사상품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0" dirty="0">
                          <a:solidFill>
                            <a:schemeClr val="tx1"/>
                          </a:solidFill>
                        </a:rPr>
                        <a:t>공유상품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1" dirty="0" err="1">
                          <a:solidFill>
                            <a:schemeClr val="bg1"/>
                          </a:solidFill>
                        </a:rPr>
                        <a:t>제휴상품</a:t>
                      </a:r>
                      <a:endParaRPr lang="ko-KR" altLang="en-US" sz="1000" b="1" dirty="0">
                        <a:solidFill>
                          <a:schemeClr val="bg1"/>
                        </a:solidFill>
                      </a:endParaRP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extLst>
                  <a:ext uri="{0D108BD9-81ED-4DB2-BD59-A6C34878D82A}">
                    <a16:rowId xmlns:a16="http://schemas.microsoft.com/office/drawing/2014/main" val="1226348592"/>
                  </a:ext>
                </a:extLst>
              </a:tr>
            </a:tbl>
          </a:graphicData>
        </a:graphic>
      </p:graphicFrame>
      <p:sp>
        <p:nvSpPr>
          <p:cNvPr id="113" name="TextBox 112">
            <a:extLst>
              <a:ext uri="{FF2B5EF4-FFF2-40B4-BE49-F238E27FC236}">
                <a16:creationId xmlns:a16="http://schemas.microsoft.com/office/drawing/2014/main" id="{E6B1E3CD-FD8C-4A7C-ABC4-F991C66D99E6}"/>
              </a:ext>
            </a:extLst>
          </p:cNvPr>
          <p:cNvSpPr txBox="1"/>
          <p:nvPr/>
        </p:nvSpPr>
        <p:spPr>
          <a:xfrm>
            <a:off x="444130" y="1234422"/>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graphicFrame>
        <p:nvGraphicFramePr>
          <p:cNvPr id="134" name="표 133">
            <a:extLst>
              <a:ext uri="{FF2B5EF4-FFF2-40B4-BE49-F238E27FC236}">
                <a16:creationId xmlns:a16="http://schemas.microsoft.com/office/drawing/2014/main" id="{5633DD0E-67D7-4672-9FE2-F4E0BEC86887}"/>
              </a:ext>
            </a:extLst>
          </p:cNvPr>
          <p:cNvGraphicFramePr>
            <a:graphicFrameLocks noGrp="1"/>
          </p:cNvGraphicFramePr>
          <p:nvPr>
            <p:extLst>
              <p:ext uri="{D42A27DB-BD31-4B8C-83A1-F6EECF244321}">
                <p14:modId xmlns:p14="http://schemas.microsoft.com/office/powerpoint/2010/main" val="2662288573"/>
              </p:ext>
            </p:extLst>
          </p:nvPr>
        </p:nvGraphicFramePr>
        <p:xfrm>
          <a:off x="696122" y="3720379"/>
          <a:ext cx="8880745" cy="4236720"/>
        </p:xfrm>
        <a:graphic>
          <a:graphicData uri="http://schemas.openxmlformats.org/drawingml/2006/table">
            <a:tbl>
              <a:tblPr firstRow="1" bandRow="1">
                <a:tableStyleId>{5C22544A-7EE6-4342-B048-85BDC9FD1C3A}</a:tableStyleId>
              </a:tblPr>
              <a:tblGrid>
                <a:gridCol w="484409">
                  <a:extLst>
                    <a:ext uri="{9D8B030D-6E8A-4147-A177-3AD203B41FA5}">
                      <a16:colId xmlns:a16="http://schemas.microsoft.com/office/drawing/2014/main" val="401447903"/>
                    </a:ext>
                  </a:extLst>
                </a:gridCol>
                <a:gridCol w="661917">
                  <a:extLst>
                    <a:ext uri="{9D8B030D-6E8A-4147-A177-3AD203B41FA5}">
                      <a16:colId xmlns:a16="http://schemas.microsoft.com/office/drawing/2014/main" val="20000"/>
                    </a:ext>
                  </a:extLst>
                </a:gridCol>
                <a:gridCol w="2176818">
                  <a:extLst>
                    <a:ext uri="{9D8B030D-6E8A-4147-A177-3AD203B41FA5}">
                      <a16:colId xmlns:a16="http://schemas.microsoft.com/office/drawing/2014/main" val="20003"/>
                    </a:ext>
                  </a:extLst>
                </a:gridCol>
                <a:gridCol w="812041">
                  <a:extLst>
                    <a:ext uri="{9D8B030D-6E8A-4147-A177-3AD203B41FA5}">
                      <a16:colId xmlns:a16="http://schemas.microsoft.com/office/drawing/2014/main" val="20004"/>
                    </a:ext>
                  </a:extLst>
                </a:gridCol>
                <a:gridCol w="1207827">
                  <a:extLst>
                    <a:ext uri="{9D8B030D-6E8A-4147-A177-3AD203B41FA5}">
                      <a16:colId xmlns:a16="http://schemas.microsoft.com/office/drawing/2014/main" val="20005"/>
                    </a:ext>
                  </a:extLst>
                </a:gridCol>
                <a:gridCol w="1214651">
                  <a:extLst>
                    <a:ext uri="{9D8B030D-6E8A-4147-A177-3AD203B41FA5}">
                      <a16:colId xmlns:a16="http://schemas.microsoft.com/office/drawing/2014/main" val="20006"/>
                    </a:ext>
                  </a:extLst>
                </a:gridCol>
                <a:gridCol w="682388">
                  <a:extLst>
                    <a:ext uri="{9D8B030D-6E8A-4147-A177-3AD203B41FA5}">
                      <a16:colId xmlns:a16="http://schemas.microsoft.com/office/drawing/2014/main" val="20009"/>
                    </a:ext>
                  </a:extLst>
                </a:gridCol>
                <a:gridCol w="982639">
                  <a:extLst>
                    <a:ext uri="{9D8B030D-6E8A-4147-A177-3AD203B41FA5}">
                      <a16:colId xmlns:a16="http://schemas.microsoft.com/office/drawing/2014/main" val="2179269706"/>
                    </a:ext>
                  </a:extLst>
                </a:gridCol>
                <a:gridCol w="658055">
                  <a:extLst>
                    <a:ext uri="{9D8B030D-6E8A-4147-A177-3AD203B41FA5}">
                      <a16:colId xmlns:a16="http://schemas.microsoft.com/office/drawing/2014/main" val="3113216882"/>
                    </a:ext>
                  </a:extLst>
                </a:gridCol>
              </a:tblGrid>
              <a:tr h="0">
                <a:tc>
                  <a:txBody>
                    <a:bodyPr/>
                    <a:lstStyle/>
                    <a:p>
                      <a:pPr algn="ctr" latinLnBrk="1"/>
                      <a:r>
                        <a:rPr lang="en-US" altLang="ko-KR" sz="800" b="0" dirty="0">
                          <a:solidFill>
                            <a:schemeClr val="tx1"/>
                          </a:solidFill>
                        </a:rPr>
                        <a:t>No</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재고</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상세보기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판매요청</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상품추가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3433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a20392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2,110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3432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a20321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3,160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3431</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a20320</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42,110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algn="ctr" latinLnBrk="1"/>
                      <a:r>
                        <a:rPr lang="en-US" altLang="ko-KR" sz="800" b="0" dirty="0">
                          <a:solidFill>
                            <a:schemeClr val="tx1"/>
                          </a:solidFill>
                        </a:rPr>
                        <a:t>3430</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A20222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2,110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6792756"/>
                  </a:ext>
                </a:extLst>
              </a:tr>
              <a:tr h="0">
                <a:tc>
                  <a:txBody>
                    <a:bodyPr/>
                    <a:lstStyle/>
                    <a:p>
                      <a:pPr algn="ctr" latinLnBrk="1"/>
                      <a:r>
                        <a:rPr lang="en-US" altLang="ko-KR" sz="800" b="0" dirty="0">
                          <a:solidFill>
                            <a:schemeClr val="tx1"/>
                          </a:solidFill>
                        </a:rPr>
                        <a:t>3429</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B20321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3,160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60545407"/>
                  </a:ext>
                </a:extLst>
              </a:tr>
              <a:tr h="0">
                <a:tc>
                  <a:txBody>
                    <a:bodyPr/>
                    <a:lstStyle/>
                    <a:p>
                      <a:pPr algn="ctr" latinLnBrk="1"/>
                      <a:r>
                        <a:rPr lang="en-US" altLang="ko-KR" sz="800" b="0" dirty="0">
                          <a:solidFill>
                            <a:schemeClr val="tx1"/>
                          </a:solidFill>
                        </a:rPr>
                        <a:t>3428</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C20320</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42,110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73000931"/>
                  </a:ext>
                </a:extLst>
              </a:tr>
              <a:tr h="0">
                <a:tc>
                  <a:txBody>
                    <a:bodyPr/>
                    <a:lstStyle/>
                    <a:p>
                      <a:pPr algn="ctr" latinLnBrk="1"/>
                      <a:r>
                        <a:rPr lang="en-US" altLang="ko-KR" sz="800" b="0" dirty="0">
                          <a:solidFill>
                            <a:schemeClr val="tx1"/>
                          </a:solidFill>
                        </a:rPr>
                        <a:t>3427</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E20392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2,110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14774640"/>
                  </a:ext>
                </a:extLst>
              </a:tr>
              <a:tr h="0">
                <a:tc>
                  <a:txBody>
                    <a:bodyPr/>
                    <a:lstStyle/>
                    <a:p>
                      <a:pPr algn="ctr" latinLnBrk="1"/>
                      <a:r>
                        <a:rPr lang="en-US" altLang="ko-KR" sz="800" b="0" dirty="0">
                          <a:solidFill>
                            <a:schemeClr val="tx1"/>
                          </a:solidFill>
                        </a:rPr>
                        <a:t>3426</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F20212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3,160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40055972"/>
                  </a:ext>
                </a:extLst>
              </a:tr>
              <a:tr h="0">
                <a:tc>
                  <a:txBody>
                    <a:bodyPr/>
                    <a:lstStyle/>
                    <a:p>
                      <a:pPr algn="ctr" latinLnBrk="1"/>
                      <a:r>
                        <a:rPr lang="en-US" altLang="ko-KR" sz="800" b="0" dirty="0">
                          <a:solidFill>
                            <a:schemeClr val="tx1"/>
                          </a:solidFill>
                        </a:rPr>
                        <a:t>3425</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Z20321</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42,110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64757641"/>
                  </a:ext>
                </a:extLst>
              </a:tr>
              <a:tr h="0">
                <a:tc>
                  <a:txBody>
                    <a:bodyPr/>
                    <a:lstStyle/>
                    <a:p>
                      <a:pPr algn="ctr" latinLnBrk="1"/>
                      <a:r>
                        <a:rPr lang="en-US" altLang="ko-KR" sz="800" b="0" dirty="0">
                          <a:solidFill>
                            <a:schemeClr val="tx1"/>
                          </a:solidFill>
                        </a:rPr>
                        <a:t>3424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A20200</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2,110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94086906"/>
                  </a:ext>
                </a:extLst>
              </a:tr>
              <a:tr h="0">
                <a:tc>
                  <a:txBody>
                    <a:bodyPr/>
                    <a:lstStyle/>
                    <a:p>
                      <a:pPr algn="ctr" latinLnBrk="1"/>
                      <a:r>
                        <a:rPr lang="en-US" altLang="ko-KR" sz="800" b="0" dirty="0">
                          <a:solidFill>
                            <a:schemeClr val="tx1"/>
                          </a:solidFill>
                        </a:rPr>
                        <a:t>3423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A20333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3,160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61936248"/>
                  </a:ext>
                </a:extLst>
              </a:tr>
              <a:tr h="0">
                <a:tc>
                  <a:txBody>
                    <a:bodyPr/>
                    <a:lstStyle/>
                    <a:p>
                      <a:pPr algn="ctr" latinLnBrk="1"/>
                      <a:r>
                        <a:rPr lang="en-US" altLang="ko-KR" sz="800" b="0" dirty="0">
                          <a:solidFill>
                            <a:schemeClr val="tx1"/>
                          </a:solidFill>
                        </a:rPr>
                        <a:t>3422</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E20312</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42,110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83094304"/>
                  </a:ext>
                </a:extLst>
              </a:tr>
            </a:tbl>
          </a:graphicData>
        </a:graphic>
      </p:graphicFrame>
      <p:sp>
        <p:nvSpPr>
          <p:cNvPr id="135" name="TextBox 134">
            <a:extLst>
              <a:ext uri="{FF2B5EF4-FFF2-40B4-BE49-F238E27FC236}">
                <a16:creationId xmlns:a16="http://schemas.microsoft.com/office/drawing/2014/main" id="{50865FC0-C42B-4C86-98F1-D460FAE6568A}"/>
              </a:ext>
            </a:extLst>
          </p:cNvPr>
          <p:cNvSpPr txBox="1"/>
          <p:nvPr/>
        </p:nvSpPr>
        <p:spPr>
          <a:xfrm>
            <a:off x="636413" y="3462757"/>
            <a:ext cx="761547" cy="215444"/>
          </a:xfrm>
          <a:prstGeom prst="rect">
            <a:avLst/>
          </a:prstGeom>
          <a:noFill/>
        </p:spPr>
        <p:txBody>
          <a:bodyPr wrap="square" rtlCol="0">
            <a:spAutoFit/>
          </a:bodyPr>
          <a:lstStyle/>
          <a:p>
            <a:r>
              <a:rPr lang="ko-KR" altLang="en-US" sz="800" dirty="0"/>
              <a:t>총 </a:t>
            </a:r>
            <a:r>
              <a:rPr lang="en-US" altLang="ko-KR" sz="800" dirty="0"/>
              <a:t>00</a:t>
            </a:r>
            <a:r>
              <a:rPr lang="ko-KR" altLang="en-US" sz="800" dirty="0"/>
              <a:t>건</a:t>
            </a:r>
          </a:p>
        </p:txBody>
      </p:sp>
      <p:grpSp>
        <p:nvGrpSpPr>
          <p:cNvPr id="137" name="그룹 136">
            <a:extLst>
              <a:ext uri="{FF2B5EF4-FFF2-40B4-BE49-F238E27FC236}">
                <a16:creationId xmlns:a16="http://schemas.microsoft.com/office/drawing/2014/main" id="{F311BEFC-8921-4916-9A74-E871B4327F12}"/>
              </a:ext>
            </a:extLst>
          </p:cNvPr>
          <p:cNvGrpSpPr/>
          <p:nvPr/>
        </p:nvGrpSpPr>
        <p:grpSpPr>
          <a:xfrm>
            <a:off x="1877618" y="3924777"/>
            <a:ext cx="2414206" cy="338554"/>
            <a:chOff x="1237833" y="3417650"/>
            <a:chExt cx="1708480" cy="338554"/>
          </a:xfrm>
        </p:grpSpPr>
        <p:grpSp>
          <p:nvGrpSpPr>
            <p:cNvPr id="138" name="그룹 137">
              <a:extLst>
                <a:ext uri="{FF2B5EF4-FFF2-40B4-BE49-F238E27FC236}">
                  <a16:creationId xmlns:a16="http://schemas.microsoft.com/office/drawing/2014/main" id="{56747037-A615-49F6-8CFE-4A96E0FE17E9}"/>
                </a:ext>
              </a:extLst>
            </p:cNvPr>
            <p:cNvGrpSpPr/>
            <p:nvPr/>
          </p:nvGrpSpPr>
          <p:grpSpPr>
            <a:xfrm>
              <a:off x="1237833" y="3462866"/>
              <a:ext cx="378630" cy="248122"/>
              <a:chOff x="2681976" y="1955121"/>
              <a:chExt cx="1993118" cy="596970"/>
            </a:xfrm>
          </p:grpSpPr>
          <p:sp>
            <p:nvSpPr>
              <p:cNvPr id="140" name="Border">
                <a:extLst>
                  <a:ext uri="{FF2B5EF4-FFF2-40B4-BE49-F238E27FC236}">
                    <a16:creationId xmlns:a16="http://schemas.microsoft.com/office/drawing/2014/main" id="{24AA435E-1E2E-4FB5-88F9-CAB7B361EF08}"/>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1" name="Line 2">
                <a:extLst>
                  <a:ext uri="{FF2B5EF4-FFF2-40B4-BE49-F238E27FC236}">
                    <a16:creationId xmlns:a16="http://schemas.microsoft.com/office/drawing/2014/main" id="{901BDDE1-4317-4399-B816-D6307790D2BB}"/>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2" name="Line 1">
                <a:extLst>
                  <a:ext uri="{FF2B5EF4-FFF2-40B4-BE49-F238E27FC236}">
                    <a16:creationId xmlns:a16="http://schemas.microsoft.com/office/drawing/2014/main" id="{2180F973-B2A8-4E5A-AE08-533BD461389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3" name="TextBox 142">
                <a:extLst>
                  <a:ext uri="{FF2B5EF4-FFF2-40B4-BE49-F238E27FC236}">
                    <a16:creationId xmlns:a16="http://schemas.microsoft.com/office/drawing/2014/main" id="{7940BF44-CD7F-499D-ACC9-4DA2F3F203D5}"/>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39" name="직사각형 138">
              <a:extLst>
                <a:ext uri="{FF2B5EF4-FFF2-40B4-BE49-F238E27FC236}">
                  <a16:creationId xmlns:a16="http://schemas.microsoft.com/office/drawing/2014/main" id="{3F6E7446-F909-45B1-8BEA-DABE368C9A10}"/>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144" name="그룹 143">
            <a:extLst>
              <a:ext uri="{FF2B5EF4-FFF2-40B4-BE49-F238E27FC236}">
                <a16:creationId xmlns:a16="http://schemas.microsoft.com/office/drawing/2014/main" id="{174DA87C-84D8-4D57-A474-328F3714FBC9}"/>
              </a:ext>
            </a:extLst>
          </p:cNvPr>
          <p:cNvGrpSpPr/>
          <p:nvPr/>
        </p:nvGrpSpPr>
        <p:grpSpPr>
          <a:xfrm>
            <a:off x="1868909" y="4258913"/>
            <a:ext cx="2414206" cy="338554"/>
            <a:chOff x="1237833" y="3417650"/>
            <a:chExt cx="1708480" cy="338554"/>
          </a:xfrm>
        </p:grpSpPr>
        <p:grpSp>
          <p:nvGrpSpPr>
            <p:cNvPr id="145" name="그룹 144">
              <a:extLst>
                <a:ext uri="{FF2B5EF4-FFF2-40B4-BE49-F238E27FC236}">
                  <a16:creationId xmlns:a16="http://schemas.microsoft.com/office/drawing/2014/main" id="{7B55DCB4-0E5F-418B-8197-7033AB148DD1}"/>
                </a:ext>
              </a:extLst>
            </p:cNvPr>
            <p:cNvGrpSpPr/>
            <p:nvPr/>
          </p:nvGrpSpPr>
          <p:grpSpPr>
            <a:xfrm>
              <a:off x="1237833" y="3462866"/>
              <a:ext cx="378630" cy="248122"/>
              <a:chOff x="2681976" y="1955121"/>
              <a:chExt cx="1993118" cy="596970"/>
            </a:xfrm>
          </p:grpSpPr>
          <p:sp>
            <p:nvSpPr>
              <p:cNvPr id="147" name="Border">
                <a:extLst>
                  <a:ext uri="{FF2B5EF4-FFF2-40B4-BE49-F238E27FC236}">
                    <a16:creationId xmlns:a16="http://schemas.microsoft.com/office/drawing/2014/main" id="{FC0F8259-7C4F-44DA-8723-9C3A004C899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8" name="Line 2">
                <a:extLst>
                  <a:ext uri="{FF2B5EF4-FFF2-40B4-BE49-F238E27FC236}">
                    <a16:creationId xmlns:a16="http://schemas.microsoft.com/office/drawing/2014/main" id="{04D0CD60-2F47-429E-86A5-07909D17C23B}"/>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9" name="Line 1">
                <a:extLst>
                  <a:ext uri="{FF2B5EF4-FFF2-40B4-BE49-F238E27FC236}">
                    <a16:creationId xmlns:a16="http://schemas.microsoft.com/office/drawing/2014/main" id="{A9600984-1EBA-4D28-B9BC-07AFC73DBF1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0" name="TextBox 149">
                <a:extLst>
                  <a:ext uri="{FF2B5EF4-FFF2-40B4-BE49-F238E27FC236}">
                    <a16:creationId xmlns:a16="http://schemas.microsoft.com/office/drawing/2014/main" id="{1EE5855F-51E6-4BC8-A05C-EF8F7F760D06}"/>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46" name="직사각형 145">
              <a:extLst>
                <a:ext uri="{FF2B5EF4-FFF2-40B4-BE49-F238E27FC236}">
                  <a16:creationId xmlns:a16="http://schemas.microsoft.com/office/drawing/2014/main" id="{E965A16A-F74D-4986-A7AB-5FE2496B7B45}"/>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151" name="그룹 150">
            <a:extLst>
              <a:ext uri="{FF2B5EF4-FFF2-40B4-BE49-F238E27FC236}">
                <a16:creationId xmlns:a16="http://schemas.microsoft.com/office/drawing/2014/main" id="{C939AD66-B200-4353-BAF1-24404065DF6C}"/>
              </a:ext>
            </a:extLst>
          </p:cNvPr>
          <p:cNvGrpSpPr/>
          <p:nvPr/>
        </p:nvGrpSpPr>
        <p:grpSpPr>
          <a:xfrm>
            <a:off x="1873615" y="4595199"/>
            <a:ext cx="2414206" cy="338554"/>
            <a:chOff x="1237833" y="3417650"/>
            <a:chExt cx="1708480" cy="338554"/>
          </a:xfrm>
        </p:grpSpPr>
        <p:grpSp>
          <p:nvGrpSpPr>
            <p:cNvPr id="152" name="그룹 151">
              <a:extLst>
                <a:ext uri="{FF2B5EF4-FFF2-40B4-BE49-F238E27FC236}">
                  <a16:creationId xmlns:a16="http://schemas.microsoft.com/office/drawing/2014/main" id="{C8C36DF0-6A0D-4562-B335-8DA74F6BC1BE}"/>
                </a:ext>
              </a:extLst>
            </p:cNvPr>
            <p:cNvGrpSpPr/>
            <p:nvPr/>
          </p:nvGrpSpPr>
          <p:grpSpPr>
            <a:xfrm>
              <a:off x="1237833" y="3462866"/>
              <a:ext cx="378630" cy="248122"/>
              <a:chOff x="2681976" y="1955121"/>
              <a:chExt cx="1993118" cy="596970"/>
            </a:xfrm>
          </p:grpSpPr>
          <p:sp>
            <p:nvSpPr>
              <p:cNvPr id="154" name="Border">
                <a:extLst>
                  <a:ext uri="{FF2B5EF4-FFF2-40B4-BE49-F238E27FC236}">
                    <a16:creationId xmlns:a16="http://schemas.microsoft.com/office/drawing/2014/main" id="{286B96C5-9C33-4E3E-B9A3-A346F46B2BB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5" name="Line 2">
                <a:extLst>
                  <a:ext uri="{FF2B5EF4-FFF2-40B4-BE49-F238E27FC236}">
                    <a16:creationId xmlns:a16="http://schemas.microsoft.com/office/drawing/2014/main" id="{E730F742-978B-4E74-A9E5-278D22C2DE4A}"/>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6" name="Line 1">
                <a:extLst>
                  <a:ext uri="{FF2B5EF4-FFF2-40B4-BE49-F238E27FC236}">
                    <a16:creationId xmlns:a16="http://schemas.microsoft.com/office/drawing/2014/main" id="{B08F393B-60FB-421B-B17B-4867B75D3B10}"/>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7" name="TextBox 156">
                <a:extLst>
                  <a:ext uri="{FF2B5EF4-FFF2-40B4-BE49-F238E27FC236}">
                    <a16:creationId xmlns:a16="http://schemas.microsoft.com/office/drawing/2014/main" id="{31B39BE1-72D3-4F6B-9642-0D047DD06ABB}"/>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53" name="직사각형 152">
              <a:extLst>
                <a:ext uri="{FF2B5EF4-FFF2-40B4-BE49-F238E27FC236}">
                  <a16:creationId xmlns:a16="http://schemas.microsoft.com/office/drawing/2014/main" id="{40BFEF4B-C139-4AB3-80DB-30B539436CDC}"/>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158" name="그룹 157">
            <a:extLst>
              <a:ext uri="{FF2B5EF4-FFF2-40B4-BE49-F238E27FC236}">
                <a16:creationId xmlns:a16="http://schemas.microsoft.com/office/drawing/2014/main" id="{65413925-C680-4FB9-847F-CC7B0F02EE32}"/>
              </a:ext>
            </a:extLst>
          </p:cNvPr>
          <p:cNvGrpSpPr/>
          <p:nvPr/>
        </p:nvGrpSpPr>
        <p:grpSpPr>
          <a:xfrm>
            <a:off x="1868909" y="4929335"/>
            <a:ext cx="2414206" cy="338554"/>
            <a:chOff x="1237833" y="3417650"/>
            <a:chExt cx="1708480" cy="338554"/>
          </a:xfrm>
        </p:grpSpPr>
        <p:grpSp>
          <p:nvGrpSpPr>
            <p:cNvPr id="159" name="그룹 158">
              <a:extLst>
                <a:ext uri="{FF2B5EF4-FFF2-40B4-BE49-F238E27FC236}">
                  <a16:creationId xmlns:a16="http://schemas.microsoft.com/office/drawing/2014/main" id="{81E19323-94A9-4B93-A4D0-5426DC149FA9}"/>
                </a:ext>
              </a:extLst>
            </p:cNvPr>
            <p:cNvGrpSpPr/>
            <p:nvPr/>
          </p:nvGrpSpPr>
          <p:grpSpPr>
            <a:xfrm>
              <a:off x="1237833" y="3462866"/>
              <a:ext cx="378630" cy="248122"/>
              <a:chOff x="2681976" y="1955121"/>
              <a:chExt cx="1993118" cy="596970"/>
            </a:xfrm>
          </p:grpSpPr>
          <p:sp>
            <p:nvSpPr>
              <p:cNvPr id="161" name="Border">
                <a:extLst>
                  <a:ext uri="{FF2B5EF4-FFF2-40B4-BE49-F238E27FC236}">
                    <a16:creationId xmlns:a16="http://schemas.microsoft.com/office/drawing/2014/main" id="{3B56E81F-12E9-4191-AE65-C6C5BD90E5CA}"/>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2" name="Line 2">
                <a:extLst>
                  <a:ext uri="{FF2B5EF4-FFF2-40B4-BE49-F238E27FC236}">
                    <a16:creationId xmlns:a16="http://schemas.microsoft.com/office/drawing/2014/main" id="{E6385D84-612D-4332-8F4F-9114281FD30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3" name="Line 1">
                <a:extLst>
                  <a:ext uri="{FF2B5EF4-FFF2-40B4-BE49-F238E27FC236}">
                    <a16:creationId xmlns:a16="http://schemas.microsoft.com/office/drawing/2014/main" id="{DB35D0A8-6585-4C95-B9E2-A7693DD9E597}"/>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4" name="TextBox 163">
                <a:extLst>
                  <a:ext uri="{FF2B5EF4-FFF2-40B4-BE49-F238E27FC236}">
                    <a16:creationId xmlns:a16="http://schemas.microsoft.com/office/drawing/2014/main" id="{D63B926B-88ED-4641-B30A-D6EDF9C653CF}"/>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60" name="직사각형 159">
              <a:extLst>
                <a:ext uri="{FF2B5EF4-FFF2-40B4-BE49-F238E27FC236}">
                  <a16:creationId xmlns:a16="http://schemas.microsoft.com/office/drawing/2014/main" id="{C0DF6F83-4430-41A3-A905-E57DA25B0A8A}"/>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165" name="그룹 164">
            <a:extLst>
              <a:ext uri="{FF2B5EF4-FFF2-40B4-BE49-F238E27FC236}">
                <a16:creationId xmlns:a16="http://schemas.microsoft.com/office/drawing/2014/main" id="{55B60A01-DE07-4CF0-95B0-C0E541B32D53}"/>
              </a:ext>
            </a:extLst>
          </p:cNvPr>
          <p:cNvGrpSpPr/>
          <p:nvPr/>
        </p:nvGrpSpPr>
        <p:grpSpPr>
          <a:xfrm>
            <a:off x="1860200" y="5263471"/>
            <a:ext cx="2414206" cy="338554"/>
            <a:chOff x="1237833" y="3417650"/>
            <a:chExt cx="1708480" cy="338554"/>
          </a:xfrm>
        </p:grpSpPr>
        <p:grpSp>
          <p:nvGrpSpPr>
            <p:cNvPr id="166" name="그룹 165">
              <a:extLst>
                <a:ext uri="{FF2B5EF4-FFF2-40B4-BE49-F238E27FC236}">
                  <a16:creationId xmlns:a16="http://schemas.microsoft.com/office/drawing/2014/main" id="{EFF69210-AA3F-4F13-BE1C-9861A0EADBE1}"/>
                </a:ext>
              </a:extLst>
            </p:cNvPr>
            <p:cNvGrpSpPr/>
            <p:nvPr/>
          </p:nvGrpSpPr>
          <p:grpSpPr>
            <a:xfrm>
              <a:off x="1237833" y="3462866"/>
              <a:ext cx="378630" cy="248122"/>
              <a:chOff x="2681976" y="1955121"/>
              <a:chExt cx="1993118" cy="596970"/>
            </a:xfrm>
          </p:grpSpPr>
          <p:sp>
            <p:nvSpPr>
              <p:cNvPr id="168" name="Border">
                <a:extLst>
                  <a:ext uri="{FF2B5EF4-FFF2-40B4-BE49-F238E27FC236}">
                    <a16:creationId xmlns:a16="http://schemas.microsoft.com/office/drawing/2014/main" id="{B0D3547D-5837-4C66-ABBE-AB6BA2046440}"/>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9" name="Line 2">
                <a:extLst>
                  <a:ext uri="{FF2B5EF4-FFF2-40B4-BE49-F238E27FC236}">
                    <a16:creationId xmlns:a16="http://schemas.microsoft.com/office/drawing/2014/main" id="{0F2C4A0A-ABBC-41B4-AAD8-09C7A31E6AED}"/>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0" name="Line 1">
                <a:extLst>
                  <a:ext uri="{FF2B5EF4-FFF2-40B4-BE49-F238E27FC236}">
                    <a16:creationId xmlns:a16="http://schemas.microsoft.com/office/drawing/2014/main" id="{29715BDB-9A5C-4149-9EC2-4B859FE5637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1" name="TextBox 170">
                <a:extLst>
                  <a:ext uri="{FF2B5EF4-FFF2-40B4-BE49-F238E27FC236}">
                    <a16:creationId xmlns:a16="http://schemas.microsoft.com/office/drawing/2014/main" id="{20A4AA42-B5EA-4F89-A9C8-5068BB590638}"/>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67" name="직사각형 166">
              <a:extLst>
                <a:ext uri="{FF2B5EF4-FFF2-40B4-BE49-F238E27FC236}">
                  <a16:creationId xmlns:a16="http://schemas.microsoft.com/office/drawing/2014/main" id="{8B0C9421-4D26-491E-986F-BABAB676A980}"/>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172" name="그룹 171">
            <a:extLst>
              <a:ext uri="{FF2B5EF4-FFF2-40B4-BE49-F238E27FC236}">
                <a16:creationId xmlns:a16="http://schemas.microsoft.com/office/drawing/2014/main" id="{037A6048-FB71-4B09-A8B1-8F3CD2EE327A}"/>
              </a:ext>
            </a:extLst>
          </p:cNvPr>
          <p:cNvGrpSpPr/>
          <p:nvPr/>
        </p:nvGrpSpPr>
        <p:grpSpPr>
          <a:xfrm>
            <a:off x="1864906" y="5599757"/>
            <a:ext cx="2414206" cy="338554"/>
            <a:chOff x="1237833" y="3417650"/>
            <a:chExt cx="1708480" cy="338554"/>
          </a:xfrm>
        </p:grpSpPr>
        <p:grpSp>
          <p:nvGrpSpPr>
            <p:cNvPr id="173" name="그룹 172">
              <a:extLst>
                <a:ext uri="{FF2B5EF4-FFF2-40B4-BE49-F238E27FC236}">
                  <a16:creationId xmlns:a16="http://schemas.microsoft.com/office/drawing/2014/main" id="{64C7A248-38D0-4F68-B392-B20924958951}"/>
                </a:ext>
              </a:extLst>
            </p:cNvPr>
            <p:cNvGrpSpPr/>
            <p:nvPr/>
          </p:nvGrpSpPr>
          <p:grpSpPr>
            <a:xfrm>
              <a:off x="1237833" y="3462866"/>
              <a:ext cx="378630" cy="248122"/>
              <a:chOff x="2681976" y="1955121"/>
              <a:chExt cx="1993118" cy="596970"/>
            </a:xfrm>
          </p:grpSpPr>
          <p:sp>
            <p:nvSpPr>
              <p:cNvPr id="175" name="Border">
                <a:extLst>
                  <a:ext uri="{FF2B5EF4-FFF2-40B4-BE49-F238E27FC236}">
                    <a16:creationId xmlns:a16="http://schemas.microsoft.com/office/drawing/2014/main" id="{FDF2816D-BA38-4CB8-9D67-FAD7D15BD03F}"/>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6" name="Line 2">
                <a:extLst>
                  <a:ext uri="{FF2B5EF4-FFF2-40B4-BE49-F238E27FC236}">
                    <a16:creationId xmlns:a16="http://schemas.microsoft.com/office/drawing/2014/main" id="{A35CE81E-B388-47A8-B2BB-78C16645D0D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7" name="Line 1">
                <a:extLst>
                  <a:ext uri="{FF2B5EF4-FFF2-40B4-BE49-F238E27FC236}">
                    <a16:creationId xmlns:a16="http://schemas.microsoft.com/office/drawing/2014/main" id="{04FE14FF-7B52-46AE-B02F-77F4A807D51D}"/>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8" name="TextBox 177">
                <a:extLst>
                  <a:ext uri="{FF2B5EF4-FFF2-40B4-BE49-F238E27FC236}">
                    <a16:creationId xmlns:a16="http://schemas.microsoft.com/office/drawing/2014/main" id="{6F35254E-4686-4F89-B8D7-2B5E63AB13E8}"/>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74" name="직사각형 173">
              <a:extLst>
                <a:ext uri="{FF2B5EF4-FFF2-40B4-BE49-F238E27FC236}">
                  <a16:creationId xmlns:a16="http://schemas.microsoft.com/office/drawing/2014/main" id="{8D2AEDD8-8B49-421C-B5E7-DC1F69799C44}"/>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179" name="그룹 178">
            <a:extLst>
              <a:ext uri="{FF2B5EF4-FFF2-40B4-BE49-F238E27FC236}">
                <a16:creationId xmlns:a16="http://schemas.microsoft.com/office/drawing/2014/main" id="{4B87FDBF-0836-4DE5-A8BA-63E79C1363C6}"/>
              </a:ext>
            </a:extLst>
          </p:cNvPr>
          <p:cNvGrpSpPr/>
          <p:nvPr/>
        </p:nvGrpSpPr>
        <p:grpSpPr>
          <a:xfrm>
            <a:off x="1881621" y="5934684"/>
            <a:ext cx="2414206" cy="338554"/>
            <a:chOff x="1237833" y="3417650"/>
            <a:chExt cx="1708480" cy="338554"/>
          </a:xfrm>
        </p:grpSpPr>
        <p:grpSp>
          <p:nvGrpSpPr>
            <p:cNvPr id="180" name="그룹 179">
              <a:extLst>
                <a:ext uri="{FF2B5EF4-FFF2-40B4-BE49-F238E27FC236}">
                  <a16:creationId xmlns:a16="http://schemas.microsoft.com/office/drawing/2014/main" id="{74A52DF6-FDCA-4D62-A753-A33DCCE4AC4F}"/>
                </a:ext>
              </a:extLst>
            </p:cNvPr>
            <p:cNvGrpSpPr/>
            <p:nvPr/>
          </p:nvGrpSpPr>
          <p:grpSpPr>
            <a:xfrm>
              <a:off x="1237833" y="3462866"/>
              <a:ext cx="378630" cy="248122"/>
              <a:chOff x="2681976" y="1955121"/>
              <a:chExt cx="1993118" cy="596970"/>
            </a:xfrm>
          </p:grpSpPr>
          <p:sp>
            <p:nvSpPr>
              <p:cNvPr id="182" name="Border">
                <a:extLst>
                  <a:ext uri="{FF2B5EF4-FFF2-40B4-BE49-F238E27FC236}">
                    <a16:creationId xmlns:a16="http://schemas.microsoft.com/office/drawing/2014/main" id="{E42F5B41-C5B7-40FA-BBCF-E724D003945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3" name="Line 2">
                <a:extLst>
                  <a:ext uri="{FF2B5EF4-FFF2-40B4-BE49-F238E27FC236}">
                    <a16:creationId xmlns:a16="http://schemas.microsoft.com/office/drawing/2014/main" id="{01E7DC5B-A745-4A58-88E0-D0A28EC2C3D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4" name="Line 1">
                <a:extLst>
                  <a:ext uri="{FF2B5EF4-FFF2-40B4-BE49-F238E27FC236}">
                    <a16:creationId xmlns:a16="http://schemas.microsoft.com/office/drawing/2014/main" id="{C0218E6C-DB69-4F90-BBC6-0540B703DE0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5" name="TextBox 184">
                <a:extLst>
                  <a:ext uri="{FF2B5EF4-FFF2-40B4-BE49-F238E27FC236}">
                    <a16:creationId xmlns:a16="http://schemas.microsoft.com/office/drawing/2014/main" id="{3A03E338-5478-48BE-BFA6-6D26273539AD}"/>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81" name="직사각형 180">
              <a:extLst>
                <a:ext uri="{FF2B5EF4-FFF2-40B4-BE49-F238E27FC236}">
                  <a16:creationId xmlns:a16="http://schemas.microsoft.com/office/drawing/2014/main" id="{AB6CEA91-11CE-4DAC-A53C-EC8B2D5BD697}"/>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186" name="그룹 185">
            <a:extLst>
              <a:ext uri="{FF2B5EF4-FFF2-40B4-BE49-F238E27FC236}">
                <a16:creationId xmlns:a16="http://schemas.microsoft.com/office/drawing/2014/main" id="{E77C6729-1C60-4346-A858-9D970737F4C1}"/>
              </a:ext>
            </a:extLst>
          </p:cNvPr>
          <p:cNvGrpSpPr/>
          <p:nvPr/>
        </p:nvGrpSpPr>
        <p:grpSpPr>
          <a:xfrm>
            <a:off x="1872912" y="6268820"/>
            <a:ext cx="2414206" cy="338554"/>
            <a:chOff x="1237833" y="3417650"/>
            <a:chExt cx="1708480" cy="338554"/>
          </a:xfrm>
        </p:grpSpPr>
        <p:grpSp>
          <p:nvGrpSpPr>
            <p:cNvPr id="187" name="그룹 186">
              <a:extLst>
                <a:ext uri="{FF2B5EF4-FFF2-40B4-BE49-F238E27FC236}">
                  <a16:creationId xmlns:a16="http://schemas.microsoft.com/office/drawing/2014/main" id="{60E425BD-C132-408E-9A32-E2619C6EAD7D}"/>
                </a:ext>
              </a:extLst>
            </p:cNvPr>
            <p:cNvGrpSpPr/>
            <p:nvPr/>
          </p:nvGrpSpPr>
          <p:grpSpPr>
            <a:xfrm>
              <a:off x="1237833" y="3462866"/>
              <a:ext cx="378630" cy="248122"/>
              <a:chOff x="2681976" y="1955121"/>
              <a:chExt cx="1993118" cy="596970"/>
            </a:xfrm>
          </p:grpSpPr>
          <p:sp>
            <p:nvSpPr>
              <p:cNvPr id="189" name="Border">
                <a:extLst>
                  <a:ext uri="{FF2B5EF4-FFF2-40B4-BE49-F238E27FC236}">
                    <a16:creationId xmlns:a16="http://schemas.microsoft.com/office/drawing/2014/main" id="{3A13256A-01D5-4A02-BA0D-605A8A107599}"/>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0" name="Line 2">
                <a:extLst>
                  <a:ext uri="{FF2B5EF4-FFF2-40B4-BE49-F238E27FC236}">
                    <a16:creationId xmlns:a16="http://schemas.microsoft.com/office/drawing/2014/main" id="{114EA5ED-2561-41D7-BB5A-CE2F5AA7CE3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1" name="Line 1">
                <a:extLst>
                  <a:ext uri="{FF2B5EF4-FFF2-40B4-BE49-F238E27FC236}">
                    <a16:creationId xmlns:a16="http://schemas.microsoft.com/office/drawing/2014/main" id="{AFBDA4B4-7927-405E-A521-4E59149C80F5}"/>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2" name="TextBox 191">
                <a:extLst>
                  <a:ext uri="{FF2B5EF4-FFF2-40B4-BE49-F238E27FC236}">
                    <a16:creationId xmlns:a16="http://schemas.microsoft.com/office/drawing/2014/main" id="{05BD30D4-F0A2-480B-8C44-3A45594364D3}"/>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88" name="직사각형 187">
              <a:extLst>
                <a:ext uri="{FF2B5EF4-FFF2-40B4-BE49-F238E27FC236}">
                  <a16:creationId xmlns:a16="http://schemas.microsoft.com/office/drawing/2014/main" id="{F20DBDF0-BCCF-4685-B200-2F44E84DED59}"/>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193" name="그룹 192">
            <a:extLst>
              <a:ext uri="{FF2B5EF4-FFF2-40B4-BE49-F238E27FC236}">
                <a16:creationId xmlns:a16="http://schemas.microsoft.com/office/drawing/2014/main" id="{044419FA-1A6C-47CC-AAA9-F9D3BEA99D70}"/>
              </a:ext>
            </a:extLst>
          </p:cNvPr>
          <p:cNvGrpSpPr/>
          <p:nvPr/>
        </p:nvGrpSpPr>
        <p:grpSpPr>
          <a:xfrm>
            <a:off x="1877618" y="6605106"/>
            <a:ext cx="2414206" cy="338554"/>
            <a:chOff x="1237833" y="3417650"/>
            <a:chExt cx="1708480" cy="338554"/>
          </a:xfrm>
        </p:grpSpPr>
        <p:grpSp>
          <p:nvGrpSpPr>
            <p:cNvPr id="194" name="그룹 193">
              <a:extLst>
                <a:ext uri="{FF2B5EF4-FFF2-40B4-BE49-F238E27FC236}">
                  <a16:creationId xmlns:a16="http://schemas.microsoft.com/office/drawing/2014/main" id="{5D12A669-7282-4D90-9916-C14B74C603AF}"/>
                </a:ext>
              </a:extLst>
            </p:cNvPr>
            <p:cNvGrpSpPr/>
            <p:nvPr/>
          </p:nvGrpSpPr>
          <p:grpSpPr>
            <a:xfrm>
              <a:off x="1237833" y="3462866"/>
              <a:ext cx="378630" cy="248122"/>
              <a:chOff x="2681976" y="1955121"/>
              <a:chExt cx="1993118" cy="596970"/>
            </a:xfrm>
          </p:grpSpPr>
          <p:sp>
            <p:nvSpPr>
              <p:cNvPr id="196" name="Border">
                <a:extLst>
                  <a:ext uri="{FF2B5EF4-FFF2-40B4-BE49-F238E27FC236}">
                    <a16:creationId xmlns:a16="http://schemas.microsoft.com/office/drawing/2014/main" id="{E3043802-7415-4AA6-87DA-603D562993A2}"/>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7" name="Line 2">
                <a:extLst>
                  <a:ext uri="{FF2B5EF4-FFF2-40B4-BE49-F238E27FC236}">
                    <a16:creationId xmlns:a16="http://schemas.microsoft.com/office/drawing/2014/main" id="{0DF86A55-049A-4220-804C-5F38A60818A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8" name="Line 1">
                <a:extLst>
                  <a:ext uri="{FF2B5EF4-FFF2-40B4-BE49-F238E27FC236}">
                    <a16:creationId xmlns:a16="http://schemas.microsoft.com/office/drawing/2014/main" id="{8F796737-093E-4D48-8BCB-C98C7E84ED1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9" name="TextBox 198">
                <a:extLst>
                  <a:ext uri="{FF2B5EF4-FFF2-40B4-BE49-F238E27FC236}">
                    <a16:creationId xmlns:a16="http://schemas.microsoft.com/office/drawing/2014/main" id="{836E42E5-072F-4874-8562-AFAF89BF9E78}"/>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95" name="직사각형 194">
              <a:extLst>
                <a:ext uri="{FF2B5EF4-FFF2-40B4-BE49-F238E27FC236}">
                  <a16:creationId xmlns:a16="http://schemas.microsoft.com/office/drawing/2014/main" id="{96847B95-DA70-4DC5-A1B0-8F08E2106778}"/>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200" name="그룹 199">
            <a:extLst>
              <a:ext uri="{FF2B5EF4-FFF2-40B4-BE49-F238E27FC236}">
                <a16:creationId xmlns:a16="http://schemas.microsoft.com/office/drawing/2014/main" id="{C0D44E89-9170-407D-8B99-4C3BDCFC149B}"/>
              </a:ext>
            </a:extLst>
          </p:cNvPr>
          <p:cNvGrpSpPr/>
          <p:nvPr/>
        </p:nvGrpSpPr>
        <p:grpSpPr>
          <a:xfrm>
            <a:off x="1881621" y="6942297"/>
            <a:ext cx="2414206" cy="338554"/>
            <a:chOff x="1237833" y="3417650"/>
            <a:chExt cx="1708480" cy="338554"/>
          </a:xfrm>
        </p:grpSpPr>
        <p:grpSp>
          <p:nvGrpSpPr>
            <p:cNvPr id="201" name="그룹 200">
              <a:extLst>
                <a:ext uri="{FF2B5EF4-FFF2-40B4-BE49-F238E27FC236}">
                  <a16:creationId xmlns:a16="http://schemas.microsoft.com/office/drawing/2014/main" id="{556E8F7A-6DCE-4D07-9BD1-A92700DBB272}"/>
                </a:ext>
              </a:extLst>
            </p:cNvPr>
            <p:cNvGrpSpPr/>
            <p:nvPr/>
          </p:nvGrpSpPr>
          <p:grpSpPr>
            <a:xfrm>
              <a:off x="1237833" y="3462866"/>
              <a:ext cx="378630" cy="248122"/>
              <a:chOff x="2681976" y="1955121"/>
              <a:chExt cx="1993118" cy="596970"/>
            </a:xfrm>
          </p:grpSpPr>
          <p:sp>
            <p:nvSpPr>
              <p:cNvPr id="203" name="Border">
                <a:extLst>
                  <a:ext uri="{FF2B5EF4-FFF2-40B4-BE49-F238E27FC236}">
                    <a16:creationId xmlns:a16="http://schemas.microsoft.com/office/drawing/2014/main" id="{F859038A-A607-4855-9490-E2AA0FEEDB0D}"/>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4" name="Line 2">
                <a:extLst>
                  <a:ext uri="{FF2B5EF4-FFF2-40B4-BE49-F238E27FC236}">
                    <a16:creationId xmlns:a16="http://schemas.microsoft.com/office/drawing/2014/main" id="{41AB52C0-6AFE-4BD0-9B57-65D0C7113A9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5" name="Line 1">
                <a:extLst>
                  <a:ext uri="{FF2B5EF4-FFF2-40B4-BE49-F238E27FC236}">
                    <a16:creationId xmlns:a16="http://schemas.microsoft.com/office/drawing/2014/main" id="{FB0577F7-1B68-4D7B-8CC0-1AF81D21FFE3}"/>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6" name="TextBox 205">
                <a:extLst>
                  <a:ext uri="{FF2B5EF4-FFF2-40B4-BE49-F238E27FC236}">
                    <a16:creationId xmlns:a16="http://schemas.microsoft.com/office/drawing/2014/main" id="{194176FA-6A1C-438B-8D00-5E49629F7D09}"/>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02" name="직사각형 201">
              <a:extLst>
                <a:ext uri="{FF2B5EF4-FFF2-40B4-BE49-F238E27FC236}">
                  <a16:creationId xmlns:a16="http://schemas.microsoft.com/office/drawing/2014/main" id="{60B748B7-CF47-4387-9571-45A25ADE9514}"/>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207" name="그룹 206">
            <a:extLst>
              <a:ext uri="{FF2B5EF4-FFF2-40B4-BE49-F238E27FC236}">
                <a16:creationId xmlns:a16="http://schemas.microsoft.com/office/drawing/2014/main" id="{91EEF672-7127-4EFE-B72E-7D61E65DD37C}"/>
              </a:ext>
            </a:extLst>
          </p:cNvPr>
          <p:cNvGrpSpPr/>
          <p:nvPr/>
        </p:nvGrpSpPr>
        <p:grpSpPr>
          <a:xfrm>
            <a:off x="1872912" y="7276433"/>
            <a:ext cx="2414206" cy="338554"/>
            <a:chOff x="1237833" y="3417650"/>
            <a:chExt cx="1708480" cy="338554"/>
          </a:xfrm>
        </p:grpSpPr>
        <p:grpSp>
          <p:nvGrpSpPr>
            <p:cNvPr id="208" name="그룹 207">
              <a:extLst>
                <a:ext uri="{FF2B5EF4-FFF2-40B4-BE49-F238E27FC236}">
                  <a16:creationId xmlns:a16="http://schemas.microsoft.com/office/drawing/2014/main" id="{C8EBC4CF-1210-4A34-8E4C-3C3EF88EDEBC}"/>
                </a:ext>
              </a:extLst>
            </p:cNvPr>
            <p:cNvGrpSpPr/>
            <p:nvPr/>
          </p:nvGrpSpPr>
          <p:grpSpPr>
            <a:xfrm>
              <a:off x="1237833" y="3462866"/>
              <a:ext cx="378630" cy="248122"/>
              <a:chOff x="2681976" y="1955121"/>
              <a:chExt cx="1993118" cy="596970"/>
            </a:xfrm>
          </p:grpSpPr>
          <p:sp>
            <p:nvSpPr>
              <p:cNvPr id="210" name="Border">
                <a:extLst>
                  <a:ext uri="{FF2B5EF4-FFF2-40B4-BE49-F238E27FC236}">
                    <a16:creationId xmlns:a16="http://schemas.microsoft.com/office/drawing/2014/main" id="{C99DCB39-5B1B-4BB7-8C26-D13CA2E6F7CE}"/>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1" name="Line 2">
                <a:extLst>
                  <a:ext uri="{FF2B5EF4-FFF2-40B4-BE49-F238E27FC236}">
                    <a16:creationId xmlns:a16="http://schemas.microsoft.com/office/drawing/2014/main" id="{728797D4-9F71-4991-BA30-441777F4F718}"/>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2" name="Line 1">
                <a:extLst>
                  <a:ext uri="{FF2B5EF4-FFF2-40B4-BE49-F238E27FC236}">
                    <a16:creationId xmlns:a16="http://schemas.microsoft.com/office/drawing/2014/main" id="{11683013-A432-401E-B1D0-A3A5DA4403A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3" name="TextBox 212">
                <a:extLst>
                  <a:ext uri="{FF2B5EF4-FFF2-40B4-BE49-F238E27FC236}">
                    <a16:creationId xmlns:a16="http://schemas.microsoft.com/office/drawing/2014/main" id="{261C030F-369E-4E8A-9357-B777A004D174}"/>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09" name="직사각형 208">
              <a:extLst>
                <a:ext uri="{FF2B5EF4-FFF2-40B4-BE49-F238E27FC236}">
                  <a16:creationId xmlns:a16="http://schemas.microsoft.com/office/drawing/2014/main" id="{0F577179-C539-4533-9748-E9AD069A96BA}"/>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214" name="그룹 213">
            <a:extLst>
              <a:ext uri="{FF2B5EF4-FFF2-40B4-BE49-F238E27FC236}">
                <a16:creationId xmlns:a16="http://schemas.microsoft.com/office/drawing/2014/main" id="{8EF7646B-6DCF-4CE6-88E8-0571D5092A5B}"/>
              </a:ext>
            </a:extLst>
          </p:cNvPr>
          <p:cNvGrpSpPr/>
          <p:nvPr/>
        </p:nvGrpSpPr>
        <p:grpSpPr>
          <a:xfrm>
            <a:off x="1877618" y="7612719"/>
            <a:ext cx="2414206" cy="338554"/>
            <a:chOff x="1237833" y="3417650"/>
            <a:chExt cx="1708480" cy="338554"/>
          </a:xfrm>
        </p:grpSpPr>
        <p:grpSp>
          <p:nvGrpSpPr>
            <p:cNvPr id="215" name="그룹 214">
              <a:extLst>
                <a:ext uri="{FF2B5EF4-FFF2-40B4-BE49-F238E27FC236}">
                  <a16:creationId xmlns:a16="http://schemas.microsoft.com/office/drawing/2014/main" id="{1BB4E544-917A-4BAA-8B31-CAC1F810DB7D}"/>
                </a:ext>
              </a:extLst>
            </p:cNvPr>
            <p:cNvGrpSpPr/>
            <p:nvPr/>
          </p:nvGrpSpPr>
          <p:grpSpPr>
            <a:xfrm>
              <a:off x="1237833" y="3462866"/>
              <a:ext cx="378630" cy="248122"/>
              <a:chOff x="2681976" y="1955121"/>
              <a:chExt cx="1993118" cy="596970"/>
            </a:xfrm>
          </p:grpSpPr>
          <p:sp>
            <p:nvSpPr>
              <p:cNvPr id="217" name="Border">
                <a:extLst>
                  <a:ext uri="{FF2B5EF4-FFF2-40B4-BE49-F238E27FC236}">
                    <a16:creationId xmlns:a16="http://schemas.microsoft.com/office/drawing/2014/main" id="{CC36BE09-15F9-4752-8232-CD2E0FE3D451}"/>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8" name="Line 2">
                <a:extLst>
                  <a:ext uri="{FF2B5EF4-FFF2-40B4-BE49-F238E27FC236}">
                    <a16:creationId xmlns:a16="http://schemas.microsoft.com/office/drawing/2014/main" id="{498A066C-C815-4602-8CC6-EDD737E70FF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9" name="Line 1">
                <a:extLst>
                  <a:ext uri="{FF2B5EF4-FFF2-40B4-BE49-F238E27FC236}">
                    <a16:creationId xmlns:a16="http://schemas.microsoft.com/office/drawing/2014/main" id="{06075607-85D5-4F5C-9E16-C6C90FB3D6E5}"/>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0" name="TextBox 219">
                <a:extLst>
                  <a:ext uri="{FF2B5EF4-FFF2-40B4-BE49-F238E27FC236}">
                    <a16:creationId xmlns:a16="http://schemas.microsoft.com/office/drawing/2014/main" id="{486FB2AA-DAFC-4405-B800-CDF1873F9D78}"/>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16" name="직사각형 215">
              <a:extLst>
                <a:ext uri="{FF2B5EF4-FFF2-40B4-BE49-F238E27FC236}">
                  <a16:creationId xmlns:a16="http://schemas.microsoft.com/office/drawing/2014/main" id="{AEEA4A27-1C8E-4C03-9503-B914F3D8FA7E}"/>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sp>
        <p:nvSpPr>
          <p:cNvPr id="221" name="직사각형 220">
            <a:extLst>
              <a:ext uri="{FF2B5EF4-FFF2-40B4-BE49-F238E27FC236}">
                <a16:creationId xmlns:a16="http://schemas.microsoft.com/office/drawing/2014/main" id="{055B012B-E930-48D4-A8E4-A514666122F6}"/>
              </a:ext>
            </a:extLst>
          </p:cNvPr>
          <p:cNvSpPr/>
          <p:nvPr/>
        </p:nvSpPr>
        <p:spPr>
          <a:xfrm>
            <a:off x="7354581" y="4031296"/>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2" name="직사각형 221">
            <a:extLst>
              <a:ext uri="{FF2B5EF4-FFF2-40B4-BE49-F238E27FC236}">
                <a16:creationId xmlns:a16="http://schemas.microsoft.com/office/drawing/2014/main" id="{E3613F85-747C-4D03-913E-0C5C5F24768F}"/>
              </a:ext>
            </a:extLst>
          </p:cNvPr>
          <p:cNvSpPr/>
          <p:nvPr/>
        </p:nvSpPr>
        <p:spPr>
          <a:xfrm>
            <a:off x="7354581" y="4365432"/>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3" name="직사각형 222">
            <a:extLst>
              <a:ext uri="{FF2B5EF4-FFF2-40B4-BE49-F238E27FC236}">
                <a16:creationId xmlns:a16="http://schemas.microsoft.com/office/drawing/2014/main" id="{0E0BB32A-3416-4819-820B-026D78BDDA92}"/>
              </a:ext>
            </a:extLst>
          </p:cNvPr>
          <p:cNvSpPr/>
          <p:nvPr/>
        </p:nvSpPr>
        <p:spPr>
          <a:xfrm>
            <a:off x="7354581" y="4701718"/>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4" name="직사각형 223">
            <a:extLst>
              <a:ext uri="{FF2B5EF4-FFF2-40B4-BE49-F238E27FC236}">
                <a16:creationId xmlns:a16="http://schemas.microsoft.com/office/drawing/2014/main" id="{027DDCDA-17F7-464F-A683-3B48BF6D91A1}"/>
              </a:ext>
            </a:extLst>
          </p:cNvPr>
          <p:cNvSpPr/>
          <p:nvPr/>
        </p:nvSpPr>
        <p:spPr>
          <a:xfrm>
            <a:off x="7354581" y="5032522"/>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5" name="직사각형 224">
            <a:extLst>
              <a:ext uri="{FF2B5EF4-FFF2-40B4-BE49-F238E27FC236}">
                <a16:creationId xmlns:a16="http://schemas.microsoft.com/office/drawing/2014/main" id="{5F5AFF42-ED28-4B43-B043-4B6CAC123EF1}"/>
              </a:ext>
            </a:extLst>
          </p:cNvPr>
          <p:cNvSpPr/>
          <p:nvPr/>
        </p:nvSpPr>
        <p:spPr>
          <a:xfrm>
            <a:off x="7354581" y="5366658"/>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6" name="직사각형 225">
            <a:extLst>
              <a:ext uri="{FF2B5EF4-FFF2-40B4-BE49-F238E27FC236}">
                <a16:creationId xmlns:a16="http://schemas.microsoft.com/office/drawing/2014/main" id="{6EACBEC5-4868-4FDD-9276-2F776C468717}"/>
              </a:ext>
            </a:extLst>
          </p:cNvPr>
          <p:cNvSpPr/>
          <p:nvPr/>
        </p:nvSpPr>
        <p:spPr>
          <a:xfrm>
            <a:off x="7354581" y="5702944"/>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7" name="직사각형 226">
            <a:extLst>
              <a:ext uri="{FF2B5EF4-FFF2-40B4-BE49-F238E27FC236}">
                <a16:creationId xmlns:a16="http://schemas.microsoft.com/office/drawing/2014/main" id="{58DB7619-20E9-4F44-BBE1-F730BF8F7C14}"/>
              </a:ext>
            </a:extLst>
          </p:cNvPr>
          <p:cNvSpPr/>
          <p:nvPr/>
        </p:nvSpPr>
        <p:spPr>
          <a:xfrm>
            <a:off x="7347384" y="6035341"/>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8" name="직사각형 227">
            <a:extLst>
              <a:ext uri="{FF2B5EF4-FFF2-40B4-BE49-F238E27FC236}">
                <a16:creationId xmlns:a16="http://schemas.microsoft.com/office/drawing/2014/main" id="{549B4A20-5531-45E8-AFEF-BCCA5A8FD701}"/>
              </a:ext>
            </a:extLst>
          </p:cNvPr>
          <p:cNvSpPr/>
          <p:nvPr/>
        </p:nvSpPr>
        <p:spPr>
          <a:xfrm>
            <a:off x="7347384" y="6369477"/>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9" name="직사각형 228">
            <a:extLst>
              <a:ext uri="{FF2B5EF4-FFF2-40B4-BE49-F238E27FC236}">
                <a16:creationId xmlns:a16="http://schemas.microsoft.com/office/drawing/2014/main" id="{CE8EE4D1-E7DA-4FBD-8251-8A2FDBC14FDD}"/>
              </a:ext>
            </a:extLst>
          </p:cNvPr>
          <p:cNvSpPr/>
          <p:nvPr/>
        </p:nvSpPr>
        <p:spPr>
          <a:xfrm>
            <a:off x="7347384" y="6705763"/>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30" name="직사각형 229">
            <a:extLst>
              <a:ext uri="{FF2B5EF4-FFF2-40B4-BE49-F238E27FC236}">
                <a16:creationId xmlns:a16="http://schemas.microsoft.com/office/drawing/2014/main" id="{6B34219D-9A4B-4497-BEFE-FEED1338D59F}"/>
              </a:ext>
            </a:extLst>
          </p:cNvPr>
          <p:cNvSpPr/>
          <p:nvPr/>
        </p:nvSpPr>
        <p:spPr>
          <a:xfrm>
            <a:off x="7347384" y="7036567"/>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31" name="직사각형 230">
            <a:extLst>
              <a:ext uri="{FF2B5EF4-FFF2-40B4-BE49-F238E27FC236}">
                <a16:creationId xmlns:a16="http://schemas.microsoft.com/office/drawing/2014/main" id="{A6125200-B308-48D4-B1CB-0C27609618CE}"/>
              </a:ext>
            </a:extLst>
          </p:cNvPr>
          <p:cNvSpPr/>
          <p:nvPr/>
        </p:nvSpPr>
        <p:spPr>
          <a:xfrm>
            <a:off x="7347384" y="7370703"/>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32" name="직사각형 231">
            <a:extLst>
              <a:ext uri="{FF2B5EF4-FFF2-40B4-BE49-F238E27FC236}">
                <a16:creationId xmlns:a16="http://schemas.microsoft.com/office/drawing/2014/main" id="{795620E3-3B3C-4000-B179-3CB24BF98042}"/>
              </a:ext>
            </a:extLst>
          </p:cNvPr>
          <p:cNvSpPr/>
          <p:nvPr/>
        </p:nvSpPr>
        <p:spPr>
          <a:xfrm>
            <a:off x="7347384" y="7706989"/>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33" name="직사각형 232">
            <a:extLst>
              <a:ext uri="{FF2B5EF4-FFF2-40B4-BE49-F238E27FC236}">
                <a16:creationId xmlns:a16="http://schemas.microsoft.com/office/drawing/2014/main" id="{54981EB1-6F04-4BB5-93A1-7711A0BC8CFE}"/>
              </a:ext>
            </a:extLst>
          </p:cNvPr>
          <p:cNvSpPr/>
          <p:nvPr/>
        </p:nvSpPr>
        <p:spPr>
          <a:xfrm>
            <a:off x="8037293" y="6369476"/>
            <a:ext cx="776389"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판매요청</a:t>
            </a:r>
            <a:endParaRPr lang="ko-KR" altLang="en-US" sz="800" b="1" dirty="0">
              <a:solidFill>
                <a:schemeClr val="bg1"/>
              </a:solidFill>
              <a:latin typeface="+mj-ea"/>
              <a:ea typeface="+mj-ea"/>
            </a:endParaRPr>
          </a:p>
        </p:txBody>
      </p:sp>
      <p:sp>
        <p:nvSpPr>
          <p:cNvPr id="234" name="직사각형 233">
            <a:extLst>
              <a:ext uri="{FF2B5EF4-FFF2-40B4-BE49-F238E27FC236}">
                <a16:creationId xmlns:a16="http://schemas.microsoft.com/office/drawing/2014/main" id="{6FA7DC9A-8FFF-4EB6-AB2E-1E7E60482183}"/>
              </a:ext>
            </a:extLst>
          </p:cNvPr>
          <p:cNvSpPr/>
          <p:nvPr/>
        </p:nvSpPr>
        <p:spPr>
          <a:xfrm>
            <a:off x="8037293" y="5035884"/>
            <a:ext cx="776389" cy="145887"/>
          </a:xfrm>
          <a:prstGeom prst="rect">
            <a:avLst/>
          </a:prstGeom>
          <a:solidFill>
            <a:schemeClr val="tx1">
              <a:lumMod val="75000"/>
              <a:lumOff val="2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err="1">
                <a:solidFill>
                  <a:schemeClr val="bg1"/>
                </a:solidFill>
                <a:latin typeface="+mj-ea"/>
                <a:ea typeface="+mj-ea"/>
              </a:rPr>
              <a:t>판매요청중</a:t>
            </a:r>
            <a:endParaRPr lang="ko-KR" altLang="en-US" sz="800" b="1" dirty="0">
              <a:solidFill>
                <a:schemeClr val="bg1"/>
              </a:solidFill>
              <a:latin typeface="+mj-ea"/>
              <a:ea typeface="+mj-ea"/>
            </a:endParaRPr>
          </a:p>
        </p:txBody>
      </p:sp>
      <p:sp>
        <p:nvSpPr>
          <p:cNvPr id="235" name="직사각형 234">
            <a:extLst>
              <a:ext uri="{FF2B5EF4-FFF2-40B4-BE49-F238E27FC236}">
                <a16:creationId xmlns:a16="http://schemas.microsoft.com/office/drawing/2014/main" id="{3D1291CF-3FF0-4189-A643-FD226732413C}"/>
              </a:ext>
            </a:extLst>
          </p:cNvPr>
          <p:cNvSpPr/>
          <p:nvPr/>
        </p:nvSpPr>
        <p:spPr>
          <a:xfrm>
            <a:off x="8044136" y="5368809"/>
            <a:ext cx="776389" cy="145887"/>
          </a:xfrm>
          <a:prstGeom prst="rect">
            <a:avLst/>
          </a:prstGeom>
          <a:solidFill>
            <a:schemeClr val="tx1">
              <a:lumMod val="75000"/>
              <a:lumOff val="2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err="1">
                <a:solidFill>
                  <a:schemeClr val="bg1"/>
                </a:solidFill>
                <a:latin typeface="+mj-ea"/>
                <a:ea typeface="+mj-ea"/>
              </a:rPr>
              <a:t>판매요청중</a:t>
            </a:r>
            <a:endParaRPr lang="ko-KR" altLang="en-US" sz="800" b="1" dirty="0">
              <a:solidFill>
                <a:schemeClr val="bg1"/>
              </a:solidFill>
              <a:latin typeface="+mj-ea"/>
              <a:ea typeface="+mj-ea"/>
            </a:endParaRPr>
          </a:p>
        </p:txBody>
      </p:sp>
      <p:sp>
        <p:nvSpPr>
          <p:cNvPr id="236" name="직사각형 235">
            <a:extLst>
              <a:ext uri="{FF2B5EF4-FFF2-40B4-BE49-F238E27FC236}">
                <a16:creationId xmlns:a16="http://schemas.microsoft.com/office/drawing/2014/main" id="{41CE0C0E-AE36-4400-BB4F-08764B613048}"/>
              </a:ext>
            </a:extLst>
          </p:cNvPr>
          <p:cNvSpPr/>
          <p:nvPr/>
        </p:nvSpPr>
        <p:spPr>
          <a:xfrm>
            <a:off x="8044136" y="5702944"/>
            <a:ext cx="776389" cy="145887"/>
          </a:xfrm>
          <a:prstGeom prst="rect">
            <a:avLst/>
          </a:prstGeom>
          <a:solidFill>
            <a:schemeClr val="tx1">
              <a:lumMod val="75000"/>
              <a:lumOff val="2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err="1">
                <a:solidFill>
                  <a:schemeClr val="bg1"/>
                </a:solidFill>
                <a:latin typeface="+mj-ea"/>
                <a:ea typeface="+mj-ea"/>
              </a:rPr>
              <a:t>판매요청중</a:t>
            </a:r>
            <a:endParaRPr lang="ko-KR" altLang="en-US" sz="800" b="1" dirty="0">
              <a:solidFill>
                <a:schemeClr val="bg1"/>
              </a:solidFill>
              <a:latin typeface="+mj-ea"/>
              <a:ea typeface="+mj-ea"/>
            </a:endParaRPr>
          </a:p>
        </p:txBody>
      </p:sp>
      <p:sp>
        <p:nvSpPr>
          <p:cNvPr id="237" name="직사각형 236">
            <a:extLst>
              <a:ext uri="{FF2B5EF4-FFF2-40B4-BE49-F238E27FC236}">
                <a16:creationId xmlns:a16="http://schemas.microsoft.com/office/drawing/2014/main" id="{6823138C-076D-4E9B-B7BC-B5A93105D70B}"/>
              </a:ext>
            </a:extLst>
          </p:cNvPr>
          <p:cNvSpPr/>
          <p:nvPr/>
        </p:nvSpPr>
        <p:spPr>
          <a:xfrm>
            <a:off x="8044194" y="6028777"/>
            <a:ext cx="776389"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판매요청</a:t>
            </a:r>
            <a:endParaRPr lang="ko-KR" altLang="en-US" sz="800" b="1" dirty="0">
              <a:solidFill>
                <a:schemeClr val="bg1"/>
              </a:solidFill>
              <a:latin typeface="+mj-ea"/>
              <a:ea typeface="+mj-ea"/>
            </a:endParaRPr>
          </a:p>
        </p:txBody>
      </p:sp>
      <p:sp>
        <p:nvSpPr>
          <p:cNvPr id="238" name="직사각형 237">
            <a:extLst>
              <a:ext uri="{FF2B5EF4-FFF2-40B4-BE49-F238E27FC236}">
                <a16:creationId xmlns:a16="http://schemas.microsoft.com/office/drawing/2014/main" id="{2B0F00BF-8EEF-4050-A74B-1B144DC32D45}"/>
              </a:ext>
            </a:extLst>
          </p:cNvPr>
          <p:cNvSpPr/>
          <p:nvPr/>
        </p:nvSpPr>
        <p:spPr>
          <a:xfrm>
            <a:off x="8044134" y="4029858"/>
            <a:ext cx="776389" cy="145887"/>
          </a:xfrm>
          <a:prstGeom prst="rect">
            <a:avLst/>
          </a:prstGeom>
          <a:solidFill>
            <a:schemeClr val="accent2">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판매허용</a:t>
            </a:r>
            <a:endParaRPr lang="ko-KR" altLang="en-US" sz="800" b="1" dirty="0">
              <a:solidFill>
                <a:schemeClr val="bg1"/>
              </a:solidFill>
              <a:latin typeface="+mj-ea"/>
              <a:ea typeface="+mj-ea"/>
            </a:endParaRPr>
          </a:p>
        </p:txBody>
      </p:sp>
      <p:sp>
        <p:nvSpPr>
          <p:cNvPr id="239" name="직사각형 238">
            <a:extLst>
              <a:ext uri="{FF2B5EF4-FFF2-40B4-BE49-F238E27FC236}">
                <a16:creationId xmlns:a16="http://schemas.microsoft.com/office/drawing/2014/main" id="{8B581494-16D4-4ACE-BD82-5055BEF1D8FC}"/>
              </a:ext>
            </a:extLst>
          </p:cNvPr>
          <p:cNvSpPr/>
          <p:nvPr/>
        </p:nvSpPr>
        <p:spPr>
          <a:xfrm>
            <a:off x="8037293" y="4360701"/>
            <a:ext cx="776389" cy="145887"/>
          </a:xfrm>
          <a:prstGeom prst="rect">
            <a:avLst/>
          </a:prstGeom>
          <a:solidFill>
            <a:schemeClr val="accent2">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판매허용</a:t>
            </a:r>
            <a:endParaRPr lang="ko-KR" altLang="en-US" sz="800" b="1" dirty="0">
              <a:solidFill>
                <a:schemeClr val="bg1"/>
              </a:solidFill>
              <a:latin typeface="+mj-ea"/>
              <a:ea typeface="+mj-ea"/>
            </a:endParaRPr>
          </a:p>
        </p:txBody>
      </p:sp>
      <p:sp>
        <p:nvSpPr>
          <p:cNvPr id="240" name="직사각형 239">
            <a:extLst>
              <a:ext uri="{FF2B5EF4-FFF2-40B4-BE49-F238E27FC236}">
                <a16:creationId xmlns:a16="http://schemas.microsoft.com/office/drawing/2014/main" id="{28238F5D-2FA4-49A6-9D58-7B5A7052FC86}"/>
              </a:ext>
            </a:extLst>
          </p:cNvPr>
          <p:cNvSpPr/>
          <p:nvPr/>
        </p:nvSpPr>
        <p:spPr>
          <a:xfrm>
            <a:off x="8042000" y="7031214"/>
            <a:ext cx="776389" cy="145887"/>
          </a:xfrm>
          <a:prstGeom prst="rect">
            <a:avLst/>
          </a:prstGeom>
          <a:solidFill>
            <a:schemeClr val="bg1">
              <a:lumMod val="6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요청거부</a:t>
            </a:r>
          </a:p>
        </p:txBody>
      </p:sp>
      <p:sp>
        <p:nvSpPr>
          <p:cNvPr id="241" name="직사각형 240">
            <a:extLst>
              <a:ext uri="{FF2B5EF4-FFF2-40B4-BE49-F238E27FC236}">
                <a16:creationId xmlns:a16="http://schemas.microsoft.com/office/drawing/2014/main" id="{8DF6CA87-7FA1-4C46-AEAA-1F31B93929F5}"/>
              </a:ext>
            </a:extLst>
          </p:cNvPr>
          <p:cNvSpPr/>
          <p:nvPr/>
        </p:nvSpPr>
        <p:spPr>
          <a:xfrm>
            <a:off x="8037294" y="7361116"/>
            <a:ext cx="776389" cy="145887"/>
          </a:xfrm>
          <a:prstGeom prst="rect">
            <a:avLst/>
          </a:prstGeom>
          <a:solidFill>
            <a:schemeClr val="bg1">
              <a:lumMod val="6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요청거부</a:t>
            </a:r>
          </a:p>
        </p:txBody>
      </p:sp>
      <p:sp>
        <p:nvSpPr>
          <p:cNvPr id="242" name="직사각형 241">
            <a:extLst>
              <a:ext uri="{FF2B5EF4-FFF2-40B4-BE49-F238E27FC236}">
                <a16:creationId xmlns:a16="http://schemas.microsoft.com/office/drawing/2014/main" id="{9E457179-EF1F-4251-AC8B-472E1DE1E9F7}"/>
              </a:ext>
            </a:extLst>
          </p:cNvPr>
          <p:cNvSpPr/>
          <p:nvPr/>
        </p:nvSpPr>
        <p:spPr>
          <a:xfrm>
            <a:off x="8037293" y="7697404"/>
            <a:ext cx="776389" cy="145887"/>
          </a:xfrm>
          <a:prstGeom prst="rect">
            <a:avLst/>
          </a:prstGeom>
          <a:solidFill>
            <a:schemeClr val="bg1">
              <a:lumMod val="6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요청거부</a:t>
            </a:r>
          </a:p>
        </p:txBody>
      </p:sp>
      <p:sp>
        <p:nvSpPr>
          <p:cNvPr id="243" name="직사각형 242">
            <a:extLst>
              <a:ext uri="{FF2B5EF4-FFF2-40B4-BE49-F238E27FC236}">
                <a16:creationId xmlns:a16="http://schemas.microsoft.com/office/drawing/2014/main" id="{1D88E13A-EB3A-422A-9D78-A83624BE1423}"/>
              </a:ext>
            </a:extLst>
          </p:cNvPr>
          <p:cNvSpPr/>
          <p:nvPr/>
        </p:nvSpPr>
        <p:spPr>
          <a:xfrm>
            <a:off x="8046579" y="4707881"/>
            <a:ext cx="776389" cy="145887"/>
          </a:xfrm>
          <a:prstGeom prst="rect">
            <a:avLst/>
          </a:prstGeom>
          <a:solidFill>
            <a:schemeClr val="accent2">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판매허용</a:t>
            </a:r>
            <a:endParaRPr lang="ko-KR" altLang="en-US" sz="800" b="1" dirty="0">
              <a:solidFill>
                <a:schemeClr val="bg1"/>
              </a:solidFill>
              <a:latin typeface="+mj-ea"/>
              <a:ea typeface="+mj-ea"/>
            </a:endParaRPr>
          </a:p>
        </p:txBody>
      </p:sp>
      <p:sp>
        <p:nvSpPr>
          <p:cNvPr id="245" name="직사각형 244">
            <a:extLst>
              <a:ext uri="{FF2B5EF4-FFF2-40B4-BE49-F238E27FC236}">
                <a16:creationId xmlns:a16="http://schemas.microsoft.com/office/drawing/2014/main" id="{199C81AF-B1B4-486F-86FE-52DCC1BCFE26}"/>
              </a:ext>
            </a:extLst>
          </p:cNvPr>
          <p:cNvSpPr/>
          <p:nvPr/>
        </p:nvSpPr>
        <p:spPr>
          <a:xfrm>
            <a:off x="8037293" y="6713672"/>
            <a:ext cx="776389"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판매요청</a:t>
            </a:r>
            <a:endParaRPr lang="ko-KR" altLang="en-US" sz="800" b="1" dirty="0">
              <a:solidFill>
                <a:schemeClr val="bg1"/>
              </a:solidFill>
              <a:latin typeface="+mj-ea"/>
              <a:ea typeface="+mj-ea"/>
            </a:endParaRPr>
          </a:p>
        </p:txBody>
      </p:sp>
      <p:pic>
        <p:nvPicPr>
          <p:cNvPr id="246" name="Picture 2">
            <a:extLst>
              <a:ext uri="{FF2B5EF4-FFF2-40B4-BE49-F238E27FC236}">
                <a16:creationId xmlns:a16="http://schemas.microsoft.com/office/drawing/2014/main" id="{0C0D5AE0-6F57-41D5-8E54-495A920B90FE}"/>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925503" y="8279313"/>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47" name="직사각형 246">
            <a:extLst>
              <a:ext uri="{FF2B5EF4-FFF2-40B4-BE49-F238E27FC236}">
                <a16:creationId xmlns:a16="http://schemas.microsoft.com/office/drawing/2014/main" id="{D5090BE8-7CBA-435B-8D9C-7E36DE9130AC}"/>
              </a:ext>
            </a:extLst>
          </p:cNvPr>
          <p:cNvSpPr/>
          <p:nvPr/>
        </p:nvSpPr>
        <p:spPr>
          <a:xfrm>
            <a:off x="1575003" y="2140879"/>
            <a:ext cx="6073162"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248" name="직사각형 247">
            <a:extLst>
              <a:ext uri="{FF2B5EF4-FFF2-40B4-BE49-F238E27FC236}">
                <a16:creationId xmlns:a16="http://schemas.microsoft.com/office/drawing/2014/main" id="{6D48A4A8-C49E-4BFC-BA5E-16D35106DE3D}"/>
              </a:ext>
            </a:extLst>
          </p:cNvPr>
          <p:cNvSpPr/>
          <p:nvPr/>
        </p:nvSpPr>
        <p:spPr>
          <a:xfrm>
            <a:off x="8829792" y="2129756"/>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r>
              <a:rPr lang="ko-KR" altLang="en-US" sz="800" dirty="0">
                <a:solidFill>
                  <a:schemeClr val="bg1"/>
                </a:solidFill>
                <a:latin typeface="맑은 고딕" panose="020B0503020000020004" pitchFamily="50" charset="-127"/>
                <a:ea typeface="맑은 고딕" panose="020B0503020000020004" pitchFamily="50" charset="-127"/>
              </a:rPr>
              <a:t>▼</a:t>
            </a:r>
            <a:endParaRPr lang="en-US" altLang="ko-KR" sz="800" dirty="0">
              <a:solidFill>
                <a:schemeClr val="bg1"/>
              </a:solidFill>
            </a:endParaRPr>
          </a:p>
        </p:txBody>
      </p:sp>
      <p:sp>
        <p:nvSpPr>
          <p:cNvPr id="249" name="직사각형 248">
            <a:extLst>
              <a:ext uri="{FF2B5EF4-FFF2-40B4-BE49-F238E27FC236}">
                <a16:creationId xmlns:a16="http://schemas.microsoft.com/office/drawing/2014/main" id="{1470D61C-AD95-4FA0-B1AA-30AB9C515B1F}"/>
              </a:ext>
            </a:extLst>
          </p:cNvPr>
          <p:cNvSpPr/>
          <p:nvPr/>
        </p:nvSpPr>
        <p:spPr>
          <a:xfrm>
            <a:off x="1575002" y="2360307"/>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250" name="직사각형 249">
            <a:extLst>
              <a:ext uri="{FF2B5EF4-FFF2-40B4-BE49-F238E27FC236}">
                <a16:creationId xmlns:a16="http://schemas.microsoft.com/office/drawing/2014/main" id="{C9DBEA79-53A1-45D0-A661-7B06FEAADD01}"/>
              </a:ext>
            </a:extLst>
          </p:cNvPr>
          <p:cNvSpPr/>
          <p:nvPr/>
        </p:nvSpPr>
        <p:spPr>
          <a:xfrm>
            <a:off x="2404309" y="2360307"/>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graphicFrame>
        <p:nvGraphicFramePr>
          <p:cNvPr id="251" name="표 63">
            <a:extLst>
              <a:ext uri="{FF2B5EF4-FFF2-40B4-BE49-F238E27FC236}">
                <a16:creationId xmlns:a16="http://schemas.microsoft.com/office/drawing/2014/main" id="{6410365B-DBA0-4437-9D41-D46C726CEFDD}"/>
              </a:ext>
            </a:extLst>
          </p:cNvPr>
          <p:cNvGraphicFramePr>
            <a:graphicFrameLocks noGrp="1"/>
          </p:cNvGraphicFramePr>
          <p:nvPr/>
        </p:nvGraphicFramePr>
        <p:xfrm>
          <a:off x="696123" y="2117927"/>
          <a:ext cx="8880744" cy="1143000"/>
        </p:xfrm>
        <a:graphic>
          <a:graphicData uri="http://schemas.openxmlformats.org/drawingml/2006/table">
            <a:tbl>
              <a:tblPr firstRow="1" bandRow="1">
                <a:tableStyleId>{5940675A-B579-460E-94D1-54222C63F5DA}</a:tableStyleId>
              </a:tblPr>
              <a:tblGrid>
                <a:gridCol w="811955">
                  <a:extLst>
                    <a:ext uri="{9D8B030D-6E8A-4147-A177-3AD203B41FA5}">
                      <a16:colId xmlns:a16="http://schemas.microsoft.com/office/drawing/2014/main" val="3701388552"/>
                    </a:ext>
                  </a:extLst>
                </a:gridCol>
                <a:gridCol w="3620920">
                  <a:extLst>
                    <a:ext uri="{9D8B030D-6E8A-4147-A177-3AD203B41FA5}">
                      <a16:colId xmlns:a16="http://schemas.microsoft.com/office/drawing/2014/main" val="339215266"/>
                    </a:ext>
                  </a:extLst>
                </a:gridCol>
                <a:gridCol w="1120801">
                  <a:extLst>
                    <a:ext uri="{9D8B030D-6E8A-4147-A177-3AD203B41FA5}">
                      <a16:colId xmlns:a16="http://schemas.microsoft.com/office/drawing/2014/main" val="246205619"/>
                    </a:ext>
                  </a:extLst>
                </a:gridCol>
                <a:gridCol w="3327068">
                  <a:extLst>
                    <a:ext uri="{9D8B030D-6E8A-4147-A177-3AD203B41FA5}">
                      <a16:colId xmlns:a16="http://schemas.microsoft.com/office/drawing/2014/main" val="852871710"/>
                    </a:ext>
                  </a:extLst>
                </a:gridCol>
              </a:tblGrid>
              <a:tr h="0">
                <a:tc>
                  <a:txBody>
                    <a:bodyPr/>
                    <a:lstStyle/>
                    <a:p>
                      <a:pPr latinLnBrk="1"/>
                      <a:r>
                        <a:rPr lang="ko-KR" altLang="en-US" sz="900" dirty="0"/>
                        <a:t>상품명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a:txBody>
                    <a:bodyPr/>
                    <a:lstStyle/>
                    <a:p>
                      <a:pPr latinLnBrk="1"/>
                      <a:r>
                        <a:rPr lang="ko-KR" altLang="en-US" sz="900" dirty="0"/>
                        <a:t>상품분류</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944867"/>
                  </a:ext>
                </a:extLst>
              </a:tr>
              <a:tr h="0">
                <a:tc>
                  <a:txBody>
                    <a:bodyPr/>
                    <a:lstStyle/>
                    <a:p>
                      <a:pPr latinLnBrk="1"/>
                      <a:r>
                        <a:rPr lang="ko-KR" altLang="en-US" sz="900" dirty="0"/>
                        <a:t>판매요청</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r>
                        <a:rPr lang="en-US" altLang="ko-KR" sz="800" dirty="0"/>
                        <a:t> </a:t>
                      </a:r>
                      <a:r>
                        <a:rPr lang="ko-KR" altLang="en-US" sz="800" dirty="0"/>
                        <a:t>□ 판매요청     □ </a:t>
                      </a:r>
                      <a:r>
                        <a:rPr lang="ko-KR" altLang="en-US" sz="800" dirty="0" err="1"/>
                        <a:t>판매요청중</a:t>
                      </a:r>
                      <a:r>
                        <a:rPr lang="ko-KR" altLang="en-US" sz="800" dirty="0"/>
                        <a:t>      □ 판매허용     □  요청거부</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0059607"/>
                  </a:ext>
                </a:extLst>
              </a:tr>
              <a:tr h="0">
                <a:tc>
                  <a:txBody>
                    <a:bodyPr/>
                    <a:lstStyle/>
                    <a:p>
                      <a:pPr latinLnBrk="1"/>
                      <a:r>
                        <a:rPr lang="ko-KR" altLang="en-US" sz="900" dirty="0"/>
                        <a:t>판매자</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판매가격 범위</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r>
                        <a:rPr lang="en-US" altLang="ko-KR" sz="800" dirty="0"/>
                        <a:t>                           </a:t>
                      </a:r>
                      <a:r>
                        <a:rPr lang="ko-KR" altLang="en-US" sz="800" dirty="0"/>
                        <a:t>원  </a:t>
                      </a:r>
                      <a:r>
                        <a:rPr lang="en-US" altLang="ko-KR" sz="800" dirty="0"/>
                        <a:t>~                               </a:t>
                      </a:r>
                      <a:r>
                        <a:rPr lang="ko-KR" altLang="en-US" sz="800" dirty="0"/>
                        <a:t>원</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52891665"/>
                  </a:ext>
                </a:extLst>
              </a:tr>
              <a:tr h="0">
                <a:tc gridSpan="4">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88622143"/>
                  </a:ext>
                </a:extLst>
              </a:tr>
            </a:tbl>
          </a:graphicData>
        </a:graphic>
      </p:graphicFrame>
      <p:sp>
        <p:nvSpPr>
          <p:cNvPr id="252" name="직사각형 251">
            <a:extLst>
              <a:ext uri="{FF2B5EF4-FFF2-40B4-BE49-F238E27FC236}">
                <a16:creationId xmlns:a16="http://schemas.microsoft.com/office/drawing/2014/main" id="{469AA156-A502-4875-8CDC-D80BA6794893}"/>
              </a:ext>
            </a:extLst>
          </p:cNvPr>
          <p:cNvSpPr/>
          <p:nvPr/>
        </p:nvSpPr>
        <p:spPr>
          <a:xfrm>
            <a:off x="8829792" y="3049355"/>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253" name="직사각형 252">
            <a:extLst>
              <a:ext uri="{FF2B5EF4-FFF2-40B4-BE49-F238E27FC236}">
                <a16:creationId xmlns:a16="http://schemas.microsoft.com/office/drawing/2014/main" id="{6DF4221A-5500-4EE3-857A-8FCC34D677A3}"/>
              </a:ext>
            </a:extLst>
          </p:cNvPr>
          <p:cNvSpPr/>
          <p:nvPr/>
        </p:nvSpPr>
        <p:spPr>
          <a:xfrm>
            <a:off x="3233616" y="2354371"/>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세분류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254" name="직사각형 253">
            <a:extLst>
              <a:ext uri="{FF2B5EF4-FFF2-40B4-BE49-F238E27FC236}">
                <a16:creationId xmlns:a16="http://schemas.microsoft.com/office/drawing/2014/main" id="{9F0D1423-6245-47D1-A4F6-ABE6BF95B0E1}"/>
              </a:ext>
            </a:extLst>
          </p:cNvPr>
          <p:cNvSpPr/>
          <p:nvPr/>
        </p:nvSpPr>
        <p:spPr>
          <a:xfrm>
            <a:off x="1575612" y="2835601"/>
            <a:ext cx="2900460"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255" name="직사각형 254">
            <a:extLst>
              <a:ext uri="{FF2B5EF4-FFF2-40B4-BE49-F238E27FC236}">
                <a16:creationId xmlns:a16="http://schemas.microsoft.com/office/drawing/2014/main" id="{72576AD6-E574-4658-A0D0-131071B0425B}"/>
              </a:ext>
            </a:extLst>
          </p:cNvPr>
          <p:cNvSpPr/>
          <p:nvPr/>
        </p:nvSpPr>
        <p:spPr>
          <a:xfrm>
            <a:off x="6293190" y="2835601"/>
            <a:ext cx="98113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bg1">
                    <a:lumMod val="65000"/>
                  </a:schemeClr>
                </a:solidFill>
              </a:rPr>
              <a:t>10000</a:t>
            </a:r>
          </a:p>
        </p:txBody>
      </p:sp>
      <p:sp>
        <p:nvSpPr>
          <p:cNvPr id="256" name="직사각형 255">
            <a:extLst>
              <a:ext uri="{FF2B5EF4-FFF2-40B4-BE49-F238E27FC236}">
                <a16:creationId xmlns:a16="http://schemas.microsoft.com/office/drawing/2014/main" id="{F57678EE-4B91-4300-A5AC-CC9DB9AD8418}"/>
              </a:ext>
            </a:extLst>
          </p:cNvPr>
          <p:cNvSpPr/>
          <p:nvPr/>
        </p:nvSpPr>
        <p:spPr>
          <a:xfrm>
            <a:off x="7648164" y="2835601"/>
            <a:ext cx="98113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bg1">
                    <a:lumMod val="65000"/>
                  </a:schemeClr>
                </a:solidFill>
              </a:rPr>
              <a:t>50000</a:t>
            </a:r>
          </a:p>
        </p:txBody>
      </p:sp>
      <p:sp>
        <p:nvSpPr>
          <p:cNvPr id="257" name="직사각형 256">
            <a:extLst>
              <a:ext uri="{FF2B5EF4-FFF2-40B4-BE49-F238E27FC236}">
                <a16:creationId xmlns:a16="http://schemas.microsoft.com/office/drawing/2014/main" id="{98F8CB34-4255-4BA7-8BFC-850032A79EFE}"/>
              </a:ext>
            </a:extLst>
          </p:cNvPr>
          <p:cNvSpPr/>
          <p:nvPr/>
        </p:nvSpPr>
        <p:spPr>
          <a:xfrm>
            <a:off x="9006821" y="4029858"/>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269" name="직사각형 268">
            <a:extLst>
              <a:ext uri="{FF2B5EF4-FFF2-40B4-BE49-F238E27FC236}">
                <a16:creationId xmlns:a16="http://schemas.microsoft.com/office/drawing/2014/main" id="{005B5711-66D5-4058-9AF6-6C1A6822B5D7}"/>
              </a:ext>
            </a:extLst>
          </p:cNvPr>
          <p:cNvSpPr/>
          <p:nvPr/>
        </p:nvSpPr>
        <p:spPr>
          <a:xfrm>
            <a:off x="9009784" y="4355246"/>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270" name="직사각형 269">
            <a:extLst>
              <a:ext uri="{FF2B5EF4-FFF2-40B4-BE49-F238E27FC236}">
                <a16:creationId xmlns:a16="http://schemas.microsoft.com/office/drawing/2014/main" id="{34E9EA95-0AEC-489C-8597-4358F0F27275}"/>
              </a:ext>
            </a:extLst>
          </p:cNvPr>
          <p:cNvSpPr/>
          <p:nvPr/>
        </p:nvSpPr>
        <p:spPr>
          <a:xfrm>
            <a:off x="9006821" y="4707880"/>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271" name="직사각형 270">
            <a:extLst>
              <a:ext uri="{FF2B5EF4-FFF2-40B4-BE49-F238E27FC236}">
                <a16:creationId xmlns:a16="http://schemas.microsoft.com/office/drawing/2014/main" id="{D84AECB2-4067-4DE7-A160-826C31F0F6E9}"/>
              </a:ext>
            </a:extLst>
          </p:cNvPr>
          <p:cNvSpPr/>
          <p:nvPr/>
        </p:nvSpPr>
        <p:spPr>
          <a:xfrm>
            <a:off x="9006821" y="5032521"/>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2" name="직사각형 271">
            <a:extLst>
              <a:ext uri="{FF2B5EF4-FFF2-40B4-BE49-F238E27FC236}">
                <a16:creationId xmlns:a16="http://schemas.microsoft.com/office/drawing/2014/main" id="{919C6474-4566-458B-B0F3-457963D6C1D4}"/>
              </a:ext>
            </a:extLst>
          </p:cNvPr>
          <p:cNvSpPr/>
          <p:nvPr/>
        </p:nvSpPr>
        <p:spPr>
          <a:xfrm>
            <a:off x="9006821" y="5362768"/>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3" name="직사각형 272">
            <a:extLst>
              <a:ext uri="{FF2B5EF4-FFF2-40B4-BE49-F238E27FC236}">
                <a16:creationId xmlns:a16="http://schemas.microsoft.com/office/drawing/2014/main" id="{2DF81AAD-BCEF-4525-BCC8-A0F9792915E4}"/>
              </a:ext>
            </a:extLst>
          </p:cNvPr>
          <p:cNvSpPr/>
          <p:nvPr/>
        </p:nvSpPr>
        <p:spPr>
          <a:xfrm>
            <a:off x="8999568" y="5689643"/>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4" name="직사각형 273">
            <a:extLst>
              <a:ext uri="{FF2B5EF4-FFF2-40B4-BE49-F238E27FC236}">
                <a16:creationId xmlns:a16="http://schemas.microsoft.com/office/drawing/2014/main" id="{A983EF1A-F6C5-4D0E-B71F-57FEE1626BF3}"/>
              </a:ext>
            </a:extLst>
          </p:cNvPr>
          <p:cNvSpPr/>
          <p:nvPr/>
        </p:nvSpPr>
        <p:spPr>
          <a:xfrm>
            <a:off x="9006821" y="6032840"/>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5" name="직사각형 274">
            <a:extLst>
              <a:ext uri="{FF2B5EF4-FFF2-40B4-BE49-F238E27FC236}">
                <a16:creationId xmlns:a16="http://schemas.microsoft.com/office/drawing/2014/main" id="{7C48A4D7-B7A2-4A6D-AD7C-4A2554E2DC54}"/>
              </a:ext>
            </a:extLst>
          </p:cNvPr>
          <p:cNvSpPr/>
          <p:nvPr/>
        </p:nvSpPr>
        <p:spPr>
          <a:xfrm>
            <a:off x="9008715" y="6372665"/>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6" name="직사각형 275">
            <a:extLst>
              <a:ext uri="{FF2B5EF4-FFF2-40B4-BE49-F238E27FC236}">
                <a16:creationId xmlns:a16="http://schemas.microsoft.com/office/drawing/2014/main" id="{D569B6EB-A703-4313-9E72-A083D3336C50}"/>
              </a:ext>
            </a:extLst>
          </p:cNvPr>
          <p:cNvSpPr/>
          <p:nvPr/>
        </p:nvSpPr>
        <p:spPr>
          <a:xfrm>
            <a:off x="8993079" y="6713777"/>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7" name="직사각형 276">
            <a:extLst>
              <a:ext uri="{FF2B5EF4-FFF2-40B4-BE49-F238E27FC236}">
                <a16:creationId xmlns:a16="http://schemas.microsoft.com/office/drawing/2014/main" id="{9A6B811C-A315-4358-B6F2-4CE3840D4353}"/>
              </a:ext>
            </a:extLst>
          </p:cNvPr>
          <p:cNvSpPr/>
          <p:nvPr/>
        </p:nvSpPr>
        <p:spPr>
          <a:xfrm>
            <a:off x="8993079" y="7029304"/>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8" name="직사각형 277">
            <a:extLst>
              <a:ext uri="{FF2B5EF4-FFF2-40B4-BE49-F238E27FC236}">
                <a16:creationId xmlns:a16="http://schemas.microsoft.com/office/drawing/2014/main" id="{4A023760-9A1C-4A54-96F0-F2E9094FD406}"/>
              </a:ext>
            </a:extLst>
          </p:cNvPr>
          <p:cNvSpPr/>
          <p:nvPr/>
        </p:nvSpPr>
        <p:spPr>
          <a:xfrm>
            <a:off x="8993079" y="7369495"/>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9" name="직사각형 278">
            <a:extLst>
              <a:ext uri="{FF2B5EF4-FFF2-40B4-BE49-F238E27FC236}">
                <a16:creationId xmlns:a16="http://schemas.microsoft.com/office/drawing/2014/main" id="{7B0AF39F-9088-4E55-AADE-06BB21B010E1}"/>
              </a:ext>
            </a:extLst>
          </p:cNvPr>
          <p:cNvSpPr/>
          <p:nvPr/>
        </p:nvSpPr>
        <p:spPr>
          <a:xfrm>
            <a:off x="8993079" y="7693079"/>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90" name="직사각형 289">
            <a:extLst>
              <a:ext uri="{FF2B5EF4-FFF2-40B4-BE49-F238E27FC236}">
                <a16:creationId xmlns:a16="http://schemas.microsoft.com/office/drawing/2014/main" id="{DEC5DB01-AB2E-48D3-9C71-6F37694C5B26}"/>
              </a:ext>
            </a:extLst>
          </p:cNvPr>
          <p:cNvSpPr/>
          <p:nvPr/>
        </p:nvSpPr>
        <p:spPr>
          <a:xfrm>
            <a:off x="3148423" y="2729757"/>
            <a:ext cx="3935785" cy="5099779"/>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291" name="그룹 290">
            <a:extLst>
              <a:ext uri="{FF2B5EF4-FFF2-40B4-BE49-F238E27FC236}">
                <a16:creationId xmlns:a16="http://schemas.microsoft.com/office/drawing/2014/main" id="{5CBDC8EA-1131-44D2-B4AC-D21D425A185C}"/>
              </a:ext>
            </a:extLst>
          </p:cNvPr>
          <p:cNvGrpSpPr/>
          <p:nvPr/>
        </p:nvGrpSpPr>
        <p:grpSpPr>
          <a:xfrm>
            <a:off x="3365149" y="3829386"/>
            <a:ext cx="517956" cy="248122"/>
            <a:chOff x="2681976" y="1955121"/>
            <a:chExt cx="1929510" cy="596970"/>
          </a:xfrm>
        </p:grpSpPr>
        <p:sp>
          <p:nvSpPr>
            <p:cNvPr id="292" name="Border">
              <a:extLst>
                <a:ext uri="{FF2B5EF4-FFF2-40B4-BE49-F238E27FC236}">
                  <a16:creationId xmlns:a16="http://schemas.microsoft.com/office/drawing/2014/main" id="{CB4D79A8-1C78-4955-AEA9-5F284E6E2B01}"/>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93" name="Line 2">
              <a:extLst>
                <a:ext uri="{FF2B5EF4-FFF2-40B4-BE49-F238E27FC236}">
                  <a16:creationId xmlns:a16="http://schemas.microsoft.com/office/drawing/2014/main" id="{8F0C3914-EF8F-4C26-9068-E90C3BA857E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94" name="Line 1">
              <a:extLst>
                <a:ext uri="{FF2B5EF4-FFF2-40B4-BE49-F238E27FC236}">
                  <a16:creationId xmlns:a16="http://schemas.microsoft.com/office/drawing/2014/main" id="{CF152FAB-E946-4851-8CBB-DFAFE1F7E9F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95" name="TextBox 294">
              <a:extLst>
                <a:ext uri="{FF2B5EF4-FFF2-40B4-BE49-F238E27FC236}">
                  <a16:creationId xmlns:a16="http://schemas.microsoft.com/office/drawing/2014/main" id="{1CF39FF5-0E10-404E-B41C-DC4DD287EFEB}"/>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96" name="직사각형 295">
            <a:extLst>
              <a:ext uri="{FF2B5EF4-FFF2-40B4-BE49-F238E27FC236}">
                <a16:creationId xmlns:a16="http://schemas.microsoft.com/office/drawing/2014/main" id="{0472A7AE-C249-42FE-A5CB-94CDDE867513}"/>
              </a:ext>
            </a:extLst>
          </p:cNvPr>
          <p:cNvSpPr/>
          <p:nvPr/>
        </p:nvSpPr>
        <p:spPr>
          <a:xfrm>
            <a:off x="3883104" y="3742020"/>
            <a:ext cx="3093515"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sp>
        <p:nvSpPr>
          <p:cNvPr id="297" name="TextBox 296">
            <a:extLst>
              <a:ext uri="{FF2B5EF4-FFF2-40B4-BE49-F238E27FC236}">
                <a16:creationId xmlns:a16="http://schemas.microsoft.com/office/drawing/2014/main" id="{81E2F53B-CBCB-4A9E-9FCB-640B698872A5}"/>
              </a:ext>
            </a:extLst>
          </p:cNvPr>
          <p:cNvSpPr txBox="1"/>
          <p:nvPr/>
        </p:nvSpPr>
        <p:spPr>
          <a:xfrm>
            <a:off x="3268992" y="2828790"/>
            <a:ext cx="111280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판매 상품 정보</a:t>
            </a:r>
            <a:endParaRPr lang="ko-KR" altLang="en-US" sz="900" dirty="0"/>
          </a:p>
        </p:txBody>
      </p:sp>
      <p:sp>
        <p:nvSpPr>
          <p:cNvPr id="299" name="TextBox 298">
            <a:extLst>
              <a:ext uri="{FF2B5EF4-FFF2-40B4-BE49-F238E27FC236}">
                <a16:creationId xmlns:a16="http://schemas.microsoft.com/office/drawing/2014/main" id="{2DEFE105-FB83-4DDE-B9DD-05094A5AE425}"/>
              </a:ext>
            </a:extLst>
          </p:cNvPr>
          <p:cNvSpPr txBox="1"/>
          <p:nvPr/>
        </p:nvSpPr>
        <p:spPr>
          <a:xfrm>
            <a:off x="3301773" y="4303013"/>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제약 조건</a:t>
            </a:r>
            <a:endParaRPr lang="ko-KR" altLang="en-US" sz="900" dirty="0"/>
          </a:p>
        </p:txBody>
      </p:sp>
      <p:sp>
        <p:nvSpPr>
          <p:cNvPr id="301" name="TextBox 300">
            <a:extLst>
              <a:ext uri="{FF2B5EF4-FFF2-40B4-BE49-F238E27FC236}">
                <a16:creationId xmlns:a16="http://schemas.microsoft.com/office/drawing/2014/main" id="{FC3C735E-3193-44C5-958E-14798328FF3D}"/>
              </a:ext>
            </a:extLst>
          </p:cNvPr>
          <p:cNvSpPr txBox="1"/>
          <p:nvPr/>
        </p:nvSpPr>
        <p:spPr>
          <a:xfrm>
            <a:off x="3301773" y="5733651"/>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판매 설정 정보</a:t>
            </a:r>
            <a:endParaRPr lang="ko-KR" altLang="en-US" sz="900" dirty="0"/>
          </a:p>
        </p:txBody>
      </p:sp>
      <p:sp>
        <p:nvSpPr>
          <p:cNvPr id="302" name="직사각형 301">
            <a:extLst>
              <a:ext uri="{FF2B5EF4-FFF2-40B4-BE49-F238E27FC236}">
                <a16:creationId xmlns:a16="http://schemas.microsoft.com/office/drawing/2014/main" id="{FFA7BEEB-3F64-4EAB-9F3E-CDB81F08C5D4}"/>
              </a:ext>
            </a:extLst>
          </p:cNvPr>
          <p:cNvSpPr/>
          <p:nvPr/>
        </p:nvSpPr>
        <p:spPr>
          <a:xfrm>
            <a:off x="3964200" y="7301784"/>
            <a:ext cx="1358901" cy="213360"/>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상품추가하기</a:t>
            </a:r>
            <a:endParaRPr lang="en-US" altLang="ko-KR" sz="800" dirty="0">
              <a:solidFill>
                <a:schemeClr val="bg1"/>
              </a:solidFill>
            </a:endParaRPr>
          </a:p>
        </p:txBody>
      </p:sp>
      <p:grpSp>
        <p:nvGrpSpPr>
          <p:cNvPr id="303" name="Image">
            <a:extLst>
              <a:ext uri="{FF2B5EF4-FFF2-40B4-BE49-F238E27FC236}">
                <a16:creationId xmlns:a16="http://schemas.microsoft.com/office/drawing/2014/main" id="{DEA85E22-B01E-4BA8-AD56-9FC6BFD82A11}"/>
              </a:ext>
            </a:extLst>
          </p:cNvPr>
          <p:cNvGrpSpPr>
            <a:grpSpLocks/>
          </p:cNvGrpSpPr>
          <p:nvPr/>
        </p:nvGrpSpPr>
        <p:grpSpPr bwMode="auto">
          <a:xfrm>
            <a:off x="6771903" y="2849825"/>
            <a:ext cx="204716" cy="209797"/>
            <a:chOff x="508000" y="1397000"/>
            <a:chExt cx="1008112" cy="1008112"/>
          </a:xfrm>
        </p:grpSpPr>
        <p:sp>
          <p:nvSpPr>
            <p:cNvPr id="304" name="Border">
              <a:extLst>
                <a:ext uri="{FF2B5EF4-FFF2-40B4-BE49-F238E27FC236}">
                  <a16:creationId xmlns:a16="http://schemas.microsoft.com/office/drawing/2014/main" id="{443A4356-98D4-455D-BE5A-8477987C147E}"/>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05" name="Line 2">
              <a:extLst>
                <a:ext uri="{FF2B5EF4-FFF2-40B4-BE49-F238E27FC236}">
                  <a16:creationId xmlns:a16="http://schemas.microsoft.com/office/drawing/2014/main" id="{99A91C07-F3BB-45EA-9D8B-D9D92AD2C1A2}"/>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06" name="Line 1">
              <a:extLst>
                <a:ext uri="{FF2B5EF4-FFF2-40B4-BE49-F238E27FC236}">
                  <a16:creationId xmlns:a16="http://schemas.microsoft.com/office/drawing/2014/main" id="{FDEA172E-E522-4C3A-9726-10758645BB7A}"/>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307" name="직사각형 306">
            <a:extLst>
              <a:ext uri="{FF2B5EF4-FFF2-40B4-BE49-F238E27FC236}">
                <a16:creationId xmlns:a16="http://schemas.microsoft.com/office/drawing/2014/main" id="{99A6A1F5-FE47-437A-A2F2-E89121D2F44B}"/>
              </a:ext>
            </a:extLst>
          </p:cNvPr>
          <p:cNvSpPr/>
          <p:nvPr/>
        </p:nvSpPr>
        <p:spPr>
          <a:xfrm>
            <a:off x="5429910" y="7301784"/>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graphicFrame>
        <p:nvGraphicFramePr>
          <p:cNvPr id="309" name="표 17">
            <a:extLst>
              <a:ext uri="{FF2B5EF4-FFF2-40B4-BE49-F238E27FC236}">
                <a16:creationId xmlns:a16="http://schemas.microsoft.com/office/drawing/2014/main" id="{282CF797-F9A6-4217-AF10-3F703C059549}"/>
              </a:ext>
            </a:extLst>
          </p:cNvPr>
          <p:cNvGraphicFramePr>
            <a:graphicFrameLocks noGrp="1"/>
          </p:cNvGraphicFramePr>
          <p:nvPr>
            <p:extLst>
              <p:ext uri="{D42A27DB-BD31-4B8C-83A1-F6EECF244321}">
                <p14:modId xmlns:p14="http://schemas.microsoft.com/office/powerpoint/2010/main" val="3623066675"/>
              </p:ext>
            </p:extLst>
          </p:nvPr>
        </p:nvGraphicFramePr>
        <p:xfrm>
          <a:off x="3408591" y="3380017"/>
          <a:ext cx="3472494" cy="21336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판매 상품 코드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Me9-Shop-0032021</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bl>
          </a:graphicData>
        </a:graphic>
      </p:graphicFrame>
      <p:sp>
        <p:nvSpPr>
          <p:cNvPr id="310" name="TextBox 309">
            <a:extLst>
              <a:ext uri="{FF2B5EF4-FFF2-40B4-BE49-F238E27FC236}">
                <a16:creationId xmlns:a16="http://schemas.microsoft.com/office/drawing/2014/main" id="{CF2FC59D-F3B3-4333-9198-1C776C276F85}"/>
              </a:ext>
            </a:extLst>
          </p:cNvPr>
          <p:cNvSpPr txBox="1"/>
          <p:nvPr/>
        </p:nvSpPr>
        <p:spPr>
          <a:xfrm>
            <a:off x="3301773" y="3158012"/>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판매 상품 코드</a:t>
            </a:r>
            <a:endParaRPr lang="ko-KR" altLang="en-US" sz="900" dirty="0"/>
          </a:p>
        </p:txBody>
      </p:sp>
      <p:sp>
        <p:nvSpPr>
          <p:cNvPr id="311" name="타원 310">
            <a:extLst>
              <a:ext uri="{FF2B5EF4-FFF2-40B4-BE49-F238E27FC236}">
                <a16:creationId xmlns:a16="http://schemas.microsoft.com/office/drawing/2014/main" id="{A2085491-2D07-4ECC-AAC1-30C24B593935}"/>
              </a:ext>
            </a:extLst>
          </p:cNvPr>
          <p:cNvSpPr/>
          <p:nvPr/>
        </p:nvSpPr>
        <p:spPr>
          <a:xfrm>
            <a:off x="8874077" y="3882359"/>
            <a:ext cx="755809"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13" name="직선 화살표 연결선 312">
            <a:extLst>
              <a:ext uri="{FF2B5EF4-FFF2-40B4-BE49-F238E27FC236}">
                <a16:creationId xmlns:a16="http://schemas.microsoft.com/office/drawing/2014/main" id="{0DA58F2B-638E-42CD-B266-C5A6CF051927}"/>
              </a:ext>
            </a:extLst>
          </p:cNvPr>
          <p:cNvCxnSpPr>
            <a:cxnSpLocks/>
            <a:stCxn id="311" idx="2"/>
          </p:cNvCxnSpPr>
          <p:nvPr/>
        </p:nvCxnSpPr>
        <p:spPr>
          <a:xfrm flipH="1">
            <a:off x="6874261" y="4104171"/>
            <a:ext cx="1999816" cy="10063"/>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244" name="표 243">
            <a:extLst>
              <a:ext uri="{FF2B5EF4-FFF2-40B4-BE49-F238E27FC236}">
                <a16:creationId xmlns:a16="http://schemas.microsoft.com/office/drawing/2014/main" id="{175C3F67-63BC-49BB-BCFA-924BBB2D396A}"/>
              </a:ext>
            </a:extLst>
          </p:cNvPr>
          <p:cNvGraphicFramePr>
            <a:graphicFrameLocks noGrp="1"/>
          </p:cNvGraphicFramePr>
          <p:nvPr>
            <p:extLst>
              <p:ext uri="{D42A27DB-BD31-4B8C-83A1-F6EECF244321}">
                <p14:modId xmlns:p14="http://schemas.microsoft.com/office/powerpoint/2010/main" val="1669661286"/>
              </p:ext>
            </p:extLst>
          </p:nvPr>
        </p:nvGraphicFramePr>
        <p:xfrm>
          <a:off x="10171774" y="22159"/>
          <a:ext cx="1979018" cy="260707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RF-02-04-05-9</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 상세페이지</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 상품 추가 </a:t>
                      </a:r>
                      <a:r>
                        <a:rPr lang="en-US" altLang="ko-KR" sz="800" dirty="0"/>
                        <a:t>&gt; </a:t>
                      </a:r>
                      <a:r>
                        <a:rPr lang="ko-KR" altLang="en-US" sz="800" dirty="0"/>
                        <a:t>제휴 상품 </a:t>
                      </a:r>
                      <a:r>
                        <a:rPr lang="ko-KR" altLang="en-US" sz="800" baseline="0" dirty="0"/>
                        <a:t>목록 </a:t>
                      </a:r>
                      <a:r>
                        <a:rPr lang="en-US" altLang="ko-KR" sz="800" baseline="0" dirty="0"/>
                        <a:t>&gt; </a:t>
                      </a:r>
                      <a:r>
                        <a:rPr lang="ko-KR" altLang="en-US" sz="800" baseline="0" dirty="0"/>
                        <a:t>추가</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제휴상품에서 </a:t>
                      </a:r>
                      <a:r>
                        <a:rPr lang="ko-KR" altLang="en-US" sz="800" dirty="0" err="1"/>
                        <a:t>판매허용된</a:t>
                      </a:r>
                      <a:r>
                        <a:rPr lang="ko-KR" altLang="en-US" sz="800" dirty="0"/>
                        <a:t> 상품을 </a:t>
                      </a:r>
                      <a:r>
                        <a:rPr lang="en-US" altLang="ko-KR" sz="800" dirty="0"/>
                        <a:t>Shop</a:t>
                      </a:r>
                      <a:r>
                        <a:rPr lang="ko-KR" altLang="en-US" sz="800" dirty="0"/>
                        <a:t>채널의 판매상품으로 추가하는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제휴상품 </a:t>
                      </a:r>
                      <a:r>
                        <a:rPr lang="ko-KR" altLang="en-US" sz="800" b="0" dirty="0" err="1">
                          <a:solidFill>
                            <a:schemeClr val="tx1"/>
                          </a:solidFill>
                        </a:rPr>
                        <a:t>신청시</a:t>
                      </a:r>
                      <a:r>
                        <a:rPr lang="ko-KR" altLang="en-US" sz="800" b="0" dirty="0">
                          <a:solidFill>
                            <a:schemeClr val="tx1"/>
                          </a:solidFill>
                        </a:rPr>
                        <a:t> 제시한 금액이 확정되어 표시되고</a:t>
                      </a:r>
                      <a:r>
                        <a:rPr lang="en-US" altLang="ko-KR" sz="800" b="0" dirty="0">
                          <a:solidFill>
                            <a:schemeClr val="tx1"/>
                          </a:solidFill>
                        </a:rPr>
                        <a:t>, </a:t>
                      </a:r>
                      <a:r>
                        <a:rPr lang="ko-KR" altLang="en-US" sz="800" b="0" dirty="0">
                          <a:solidFill>
                            <a:schemeClr val="tx1"/>
                          </a:solidFill>
                        </a:rPr>
                        <a:t>수정이 불가하다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963232206"/>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클릭 시 </a:t>
                      </a:r>
                      <a:r>
                        <a:rPr lang="en-US" altLang="ko-KR" sz="800" b="0" dirty="0">
                          <a:solidFill>
                            <a:schemeClr val="tx1"/>
                          </a:solidFill>
                        </a:rPr>
                        <a:t>Shop </a:t>
                      </a:r>
                      <a:r>
                        <a:rPr lang="ko-KR" altLang="en-US" sz="800" b="0" dirty="0">
                          <a:solidFill>
                            <a:schemeClr val="tx1"/>
                          </a:solidFill>
                        </a:rPr>
                        <a:t>채널의 판매 상품으로 등록된다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877722258"/>
                  </a:ext>
                </a:extLst>
              </a:tr>
            </a:tbl>
          </a:graphicData>
        </a:graphic>
      </p:graphicFrame>
      <p:sp>
        <p:nvSpPr>
          <p:cNvPr id="258" name="TextBox 257">
            <a:extLst>
              <a:ext uri="{FF2B5EF4-FFF2-40B4-BE49-F238E27FC236}">
                <a16:creationId xmlns:a16="http://schemas.microsoft.com/office/drawing/2014/main" id="{60DC7748-C3D2-4852-91D4-FF9738A25550}"/>
              </a:ext>
            </a:extLst>
          </p:cNvPr>
          <p:cNvSpPr txBox="1"/>
          <p:nvPr/>
        </p:nvSpPr>
        <p:spPr>
          <a:xfrm>
            <a:off x="3854759" y="7197562"/>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graphicFrame>
        <p:nvGraphicFramePr>
          <p:cNvPr id="262" name="표 17">
            <a:extLst>
              <a:ext uri="{FF2B5EF4-FFF2-40B4-BE49-F238E27FC236}">
                <a16:creationId xmlns:a16="http://schemas.microsoft.com/office/drawing/2014/main" id="{25CADBE1-5453-4457-8A23-D9E6794C596E}"/>
              </a:ext>
            </a:extLst>
          </p:cNvPr>
          <p:cNvGraphicFramePr>
            <a:graphicFrameLocks noGrp="1"/>
          </p:cNvGraphicFramePr>
          <p:nvPr>
            <p:extLst>
              <p:ext uri="{D42A27DB-BD31-4B8C-83A1-F6EECF244321}">
                <p14:modId xmlns:p14="http://schemas.microsoft.com/office/powerpoint/2010/main" val="803765867"/>
              </p:ext>
            </p:extLst>
          </p:nvPr>
        </p:nvGraphicFramePr>
        <p:xfrm>
          <a:off x="3401767" y="4552251"/>
          <a:ext cx="3472494" cy="106680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판매형태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위탁판매</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판매가격범위</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11,550</a:t>
                      </a:r>
                      <a:r>
                        <a:rPr lang="ko-KR" altLang="en-US" sz="800" dirty="0"/>
                        <a:t>원 </a:t>
                      </a:r>
                      <a:r>
                        <a:rPr lang="en-US" altLang="ko-KR" sz="800" dirty="0"/>
                        <a:t>~ 20,000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ko-KR" altLang="en-US" sz="800" dirty="0">
                          <a:solidFill>
                            <a:schemeClr val="tx1"/>
                          </a:solidFill>
                        </a:rPr>
                        <a:t>재고</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20,000 </a:t>
                      </a:r>
                      <a:r>
                        <a:rPr lang="ko-KR" altLang="en-US" sz="800" dirty="0"/>
                        <a:t>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r h="0">
                <a:tc>
                  <a:txBody>
                    <a:bodyPr/>
                    <a:lstStyle/>
                    <a:p>
                      <a:pPr latinLnBrk="1"/>
                      <a:r>
                        <a:rPr lang="ko-KR" altLang="en-US" sz="800" dirty="0">
                          <a:solidFill>
                            <a:schemeClr val="tx1"/>
                          </a:solidFill>
                        </a:rPr>
                        <a:t>구매제한수량</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1</a:t>
                      </a:r>
                      <a:r>
                        <a:rPr lang="ko-KR" altLang="en-US" sz="800" dirty="0"/>
                        <a:t>회 </a:t>
                      </a:r>
                      <a:r>
                        <a:rPr lang="ko-KR" altLang="en-US" sz="800" dirty="0" err="1"/>
                        <a:t>구매시</a:t>
                      </a:r>
                      <a:r>
                        <a:rPr lang="ko-KR" altLang="en-US" sz="800" dirty="0"/>
                        <a:t> </a:t>
                      </a:r>
                      <a:r>
                        <a:rPr lang="en-US" altLang="ko-KR" sz="800" dirty="0"/>
                        <a:t>100</a:t>
                      </a:r>
                      <a:r>
                        <a:rPr lang="ko-KR" altLang="en-US" sz="800" dirty="0"/>
                        <a:t>개 까지</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03615924"/>
                  </a:ext>
                </a:extLst>
              </a:tr>
              <a:tr h="0">
                <a:tc>
                  <a:txBody>
                    <a:bodyPr/>
                    <a:lstStyle/>
                    <a:p>
                      <a:pPr latinLnBrk="1"/>
                      <a:r>
                        <a:rPr lang="ko-KR" altLang="en-US" sz="800" dirty="0">
                          <a:solidFill>
                            <a:schemeClr val="tx1"/>
                          </a:solidFill>
                        </a:rPr>
                        <a:t>상품 판매 기간</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무기한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523570304"/>
                  </a:ext>
                </a:extLst>
              </a:tr>
            </a:tbl>
          </a:graphicData>
        </a:graphic>
      </p:graphicFrame>
      <p:graphicFrame>
        <p:nvGraphicFramePr>
          <p:cNvPr id="263" name="표 17">
            <a:extLst>
              <a:ext uri="{FF2B5EF4-FFF2-40B4-BE49-F238E27FC236}">
                <a16:creationId xmlns:a16="http://schemas.microsoft.com/office/drawing/2014/main" id="{DE4584A8-C315-4F5F-A15F-F9581BDC7F78}"/>
              </a:ext>
            </a:extLst>
          </p:cNvPr>
          <p:cNvGraphicFramePr>
            <a:graphicFrameLocks noGrp="1"/>
          </p:cNvGraphicFramePr>
          <p:nvPr>
            <p:extLst>
              <p:ext uri="{D42A27DB-BD31-4B8C-83A1-F6EECF244321}">
                <p14:modId xmlns:p14="http://schemas.microsoft.com/office/powerpoint/2010/main" val="3665929296"/>
              </p:ext>
            </p:extLst>
          </p:nvPr>
        </p:nvGraphicFramePr>
        <p:xfrm>
          <a:off x="3401767" y="6038631"/>
          <a:ext cx="3472494" cy="85344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판매 금액 설정</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예상 이익금</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1,290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009712476"/>
                  </a:ext>
                </a:extLst>
              </a:tr>
              <a:tr h="0">
                <a:tc>
                  <a:txBody>
                    <a:bodyPr/>
                    <a:lstStyle/>
                    <a:p>
                      <a:pPr latinLnBrk="1"/>
                      <a:r>
                        <a:rPr lang="ko-KR" altLang="en-US" sz="800" dirty="0">
                          <a:solidFill>
                            <a:schemeClr val="tx1"/>
                          </a:solidFill>
                        </a:rPr>
                        <a:t>최대 지급 포인트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1,290 Point</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50701532"/>
                  </a:ext>
                </a:extLst>
              </a:tr>
              <a:tr h="0">
                <a:tc>
                  <a:txBody>
                    <a:bodyPr/>
                    <a:lstStyle/>
                    <a:p>
                      <a:pPr latinLnBrk="1"/>
                      <a:r>
                        <a:rPr lang="ko-KR" altLang="en-US" sz="800" dirty="0">
                          <a:solidFill>
                            <a:schemeClr val="tx1"/>
                          </a:solidFill>
                        </a:rPr>
                        <a:t>지급 포인트 설정</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                  Point</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766323682"/>
                  </a:ext>
                </a:extLst>
              </a:tr>
            </a:tbl>
          </a:graphicData>
        </a:graphic>
      </p:graphicFrame>
      <p:sp>
        <p:nvSpPr>
          <p:cNvPr id="264" name="직사각형 263">
            <a:extLst>
              <a:ext uri="{FF2B5EF4-FFF2-40B4-BE49-F238E27FC236}">
                <a16:creationId xmlns:a16="http://schemas.microsoft.com/office/drawing/2014/main" id="{7FAF8472-394B-497C-8DF4-54E1F413F8D4}"/>
              </a:ext>
            </a:extLst>
          </p:cNvPr>
          <p:cNvSpPr/>
          <p:nvPr/>
        </p:nvSpPr>
        <p:spPr>
          <a:xfrm>
            <a:off x="4528083" y="6057425"/>
            <a:ext cx="608651" cy="176917"/>
          </a:xfrm>
          <a:prstGeom prst="rect">
            <a:avLst/>
          </a:prstGeom>
          <a:solidFill>
            <a:schemeClr val="bg1">
              <a:lumMod val="75000"/>
            </a:schemeClr>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solidFill>
              </a:rPr>
              <a:t>13,000</a:t>
            </a:r>
          </a:p>
        </p:txBody>
      </p:sp>
      <p:sp>
        <p:nvSpPr>
          <p:cNvPr id="265" name="직사각형 264">
            <a:extLst>
              <a:ext uri="{FF2B5EF4-FFF2-40B4-BE49-F238E27FC236}">
                <a16:creationId xmlns:a16="http://schemas.microsoft.com/office/drawing/2014/main" id="{F8149F89-4A9B-42B5-ABE8-74CA72DA8A4A}"/>
              </a:ext>
            </a:extLst>
          </p:cNvPr>
          <p:cNvSpPr/>
          <p:nvPr/>
        </p:nvSpPr>
        <p:spPr>
          <a:xfrm>
            <a:off x="4525553" y="6697965"/>
            <a:ext cx="608651" cy="176917"/>
          </a:xfrm>
          <a:prstGeom prst="rect">
            <a:avLst/>
          </a:prstGeom>
          <a:solidFill>
            <a:schemeClr val="bg1">
              <a:lumMod val="75000"/>
            </a:schemeClr>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solidFill>
              </a:rPr>
              <a:t>350</a:t>
            </a:r>
          </a:p>
        </p:txBody>
      </p:sp>
      <p:sp>
        <p:nvSpPr>
          <p:cNvPr id="266" name="TextBox 265">
            <a:extLst>
              <a:ext uri="{FF2B5EF4-FFF2-40B4-BE49-F238E27FC236}">
                <a16:creationId xmlns:a16="http://schemas.microsoft.com/office/drawing/2014/main" id="{D26EC4C0-B956-4762-9E1C-D7C0DC331A7F}"/>
              </a:ext>
            </a:extLst>
          </p:cNvPr>
          <p:cNvSpPr txBox="1"/>
          <p:nvPr/>
        </p:nvSpPr>
        <p:spPr>
          <a:xfrm>
            <a:off x="4377666" y="5909996"/>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642977282"/>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직사각형 4">
            <a:extLst>
              <a:ext uri="{FF2B5EF4-FFF2-40B4-BE49-F238E27FC236}">
                <a16:creationId xmlns:a16="http://schemas.microsoft.com/office/drawing/2014/main" id="{A44524A0-9BA7-47F0-8D56-28E021DC21E7}"/>
              </a:ext>
            </a:extLst>
          </p:cNvPr>
          <p:cNvSpPr/>
          <p:nvPr/>
        </p:nvSpPr>
        <p:spPr>
          <a:xfrm>
            <a:off x="535263" y="1282726"/>
            <a:ext cx="9226755" cy="7677030"/>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aphicFrame>
        <p:nvGraphicFramePr>
          <p:cNvPr id="6" name="표 5">
            <a:extLst>
              <a:ext uri="{FF2B5EF4-FFF2-40B4-BE49-F238E27FC236}">
                <a16:creationId xmlns:a16="http://schemas.microsoft.com/office/drawing/2014/main" id="{B8240B95-BB7E-4ADB-BBC8-2A43B6D40E3A}"/>
              </a:ext>
            </a:extLst>
          </p:cNvPr>
          <p:cNvGraphicFramePr>
            <a:graphicFrameLocks noGrp="1"/>
          </p:cNvGraphicFramePr>
          <p:nvPr>
            <p:extLst>
              <p:ext uri="{D42A27DB-BD31-4B8C-83A1-F6EECF244321}">
                <p14:modId xmlns:p14="http://schemas.microsoft.com/office/powerpoint/2010/main" val="3418234668"/>
              </p:ext>
            </p:extLst>
          </p:nvPr>
        </p:nvGraphicFramePr>
        <p:xfrm>
          <a:off x="696125" y="1690046"/>
          <a:ext cx="8880744" cy="243840"/>
        </p:xfrm>
        <a:graphic>
          <a:graphicData uri="http://schemas.openxmlformats.org/drawingml/2006/table">
            <a:tbl>
              <a:tblPr firstRow="1" bandRow="1">
                <a:tableStyleId>{5940675A-B579-460E-94D1-54222C63F5DA}</a:tableStyleId>
              </a:tblPr>
              <a:tblGrid>
                <a:gridCol w="2960248">
                  <a:extLst>
                    <a:ext uri="{9D8B030D-6E8A-4147-A177-3AD203B41FA5}">
                      <a16:colId xmlns:a16="http://schemas.microsoft.com/office/drawing/2014/main" val="3230482263"/>
                    </a:ext>
                  </a:extLst>
                </a:gridCol>
                <a:gridCol w="2960248">
                  <a:extLst>
                    <a:ext uri="{9D8B030D-6E8A-4147-A177-3AD203B41FA5}">
                      <a16:colId xmlns:a16="http://schemas.microsoft.com/office/drawing/2014/main" val="3730242496"/>
                    </a:ext>
                  </a:extLst>
                </a:gridCol>
                <a:gridCol w="2960248">
                  <a:extLst>
                    <a:ext uri="{9D8B030D-6E8A-4147-A177-3AD203B41FA5}">
                      <a16:colId xmlns:a16="http://schemas.microsoft.com/office/drawing/2014/main" val="844434264"/>
                    </a:ext>
                  </a:extLst>
                </a:gridCol>
              </a:tblGrid>
              <a:tr h="204698">
                <a:tc>
                  <a:txBody>
                    <a:bodyPr/>
                    <a:lstStyle/>
                    <a:p>
                      <a:pPr algn="ctr" latinLnBrk="1"/>
                      <a:r>
                        <a:rPr lang="ko-KR" altLang="en-US" sz="1000" b="0" dirty="0">
                          <a:solidFill>
                            <a:schemeClr val="tx1"/>
                          </a:solidFill>
                        </a:rPr>
                        <a:t>자사상품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0" dirty="0">
                          <a:solidFill>
                            <a:schemeClr val="tx1"/>
                          </a:solidFill>
                        </a:rPr>
                        <a:t>공유상품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b="1" dirty="0" err="1">
                          <a:solidFill>
                            <a:schemeClr val="bg1"/>
                          </a:solidFill>
                        </a:rPr>
                        <a:t>제휴상품</a:t>
                      </a:r>
                      <a:endParaRPr lang="ko-KR" altLang="en-US" sz="1000" b="1" dirty="0">
                        <a:solidFill>
                          <a:schemeClr val="bg1"/>
                        </a:solidFill>
                      </a:endParaRP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extLst>
                  <a:ext uri="{0D108BD9-81ED-4DB2-BD59-A6C34878D82A}">
                    <a16:rowId xmlns:a16="http://schemas.microsoft.com/office/drawing/2014/main" val="1226348592"/>
                  </a:ext>
                </a:extLst>
              </a:tr>
            </a:tbl>
          </a:graphicData>
        </a:graphic>
      </p:graphicFrame>
      <p:sp>
        <p:nvSpPr>
          <p:cNvPr id="113" name="TextBox 112">
            <a:extLst>
              <a:ext uri="{FF2B5EF4-FFF2-40B4-BE49-F238E27FC236}">
                <a16:creationId xmlns:a16="http://schemas.microsoft.com/office/drawing/2014/main" id="{E6B1E3CD-FD8C-4A7C-ABC4-F991C66D99E6}"/>
              </a:ext>
            </a:extLst>
          </p:cNvPr>
          <p:cNvSpPr txBox="1"/>
          <p:nvPr/>
        </p:nvSpPr>
        <p:spPr>
          <a:xfrm>
            <a:off x="444130" y="1234422"/>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graphicFrame>
        <p:nvGraphicFramePr>
          <p:cNvPr id="134" name="표 133">
            <a:extLst>
              <a:ext uri="{FF2B5EF4-FFF2-40B4-BE49-F238E27FC236}">
                <a16:creationId xmlns:a16="http://schemas.microsoft.com/office/drawing/2014/main" id="{5633DD0E-67D7-4672-9FE2-F4E0BEC86887}"/>
              </a:ext>
            </a:extLst>
          </p:cNvPr>
          <p:cNvGraphicFramePr>
            <a:graphicFrameLocks noGrp="1"/>
          </p:cNvGraphicFramePr>
          <p:nvPr>
            <p:extLst>
              <p:ext uri="{D42A27DB-BD31-4B8C-83A1-F6EECF244321}">
                <p14:modId xmlns:p14="http://schemas.microsoft.com/office/powerpoint/2010/main" val="1229352907"/>
              </p:ext>
            </p:extLst>
          </p:nvPr>
        </p:nvGraphicFramePr>
        <p:xfrm>
          <a:off x="696122" y="3720379"/>
          <a:ext cx="8880745" cy="4236720"/>
        </p:xfrm>
        <a:graphic>
          <a:graphicData uri="http://schemas.openxmlformats.org/drawingml/2006/table">
            <a:tbl>
              <a:tblPr firstRow="1" bandRow="1">
                <a:tableStyleId>{5C22544A-7EE6-4342-B048-85BDC9FD1C3A}</a:tableStyleId>
              </a:tblPr>
              <a:tblGrid>
                <a:gridCol w="484409">
                  <a:extLst>
                    <a:ext uri="{9D8B030D-6E8A-4147-A177-3AD203B41FA5}">
                      <a16:colId xmlns:a16="http://schemas.microsoft.com/office/drawing/2014/main" val="401447903"/>
                    </a:ext>
                  </a:extLst>
                </a:gridCol>
                <a:gridCol w="661917">
                  <a:extLst>
                    <a:ext uri="{9D8B030D-6E8A-4147-A177-3AD203B41FA5}">
                      <a16:colId xmlns:a16="http://schemas.microsoft.com/office/drawing/2014/main" val="20000"/>
                    </a:ext>
                  </a:extLst>
                </a:gridCol>
                <a:gridCol w="2176818">
                  <a:extLst>
                    <a:ext uri="{9D8B030D-6E8A-4147-A177-3AD203B41FA5}">
                      <a16:colId xmlns:a16="http://schemas.microsoft.com/office/drawing/2014/main" val="20003"/>
                    </a:ext>
                  </a:extLst>
                </a:gridCol>
                <a:gridCol w="812041">
                  <a:extLst>
                    <a:ext uri="{9D8B030D-6E8A-4147-A177-3AD203B41FA5}">
                      <a16:colId xmlns:a16="http://schemas.microsoft.com/office/drawing/2014/main" val="20004"/>
                    </a:ext>
                  </a:extLst>
                </a:gridCol>
                <a:gridCol w="1207827">
                  <a:extLst>
                    <a:ext uri="{9D8B030D-6E8A-4147-A177-3AD203B41FA5}">
                      <a16:colId xmlns:a16="http://schemas.microsoft.com/office/drawing/2014/main" val="20005"/>
                    </a:ext>
                  </a:extLst>
                </a:gridCol>
                <a:gridCol w="1214651">
                  <a:extLst>
                    <a:ext uri="{9D8B030D-6E8A-4147-A177-3AD203B41FA5}">
                      <a16:colId xmlns:a16="http://schemas.microsoft.com/office/drawing/2014/main" val="20006"/>
                    </a:ext>
                  </a:extLst>
                </a:gridCol>
                <a:gridCol w="682388">
                  <a:extLst>
                    <a:ext uri="{9D8B030D-6E8A-4147-A177-3AD203B41FA5}">
                      <a16:colId xmlns:a16="http://schemas.microsoft.com/office/drawing/2014/main" val="20009"/>
                    </a:ext>
                  </a:extLst>
                </a:gridCol>
                <a:gridCol w="982639">
                  <a:extLst>
                    <a:ext uri="{9D8B030D-6E8A-4147-A177-3AD203B41FA5}">
                      <a16:colId xmlns:a16="http://schemas.microsoft.com/office/drawing/2014/main" val="2179269706"/>
                    </a:ext>
                  </a:extLst>
                </a:gridCol>
                <a:gridCol w="658055">
                  <a:extLst>
                    <a:ext uri="{9D8B030D-6E8A-4147-A177-3AD203B41FA5}">
                      <a16:colId xmlns:a16="http://schemas.microsoft.com/office/drawing/2014/main" val="3113216882"/>
                    </a:ext>
                  </a:extLst>
                </a:gridCol>
              </a:tblGrid>
              <a:tr h="0">
                <a:tc>
                  <a:txBody>
                    <a:bodyPr/>
                    <a:lstStyle/>
                    <a:p>
                      <a:pPr algn="ctr" latinLnBrk="1"/>
                      <a:r>
                        <a:rPr lang="en-US" altLang="ko-KR" sz="800" b="0" dirty="0">
                          <a:solidFill>
                            <a:schemeClr val="tx1"/>
                          </a:solidFill>
                        </a:rPr>
                        <a:t>No</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재고</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상세보기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판매요청</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상품추가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3433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a20392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2,110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3432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a20321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3,160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3431</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a20320</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42,110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algn="ctr" latinLnBrk="1"/>
                      <a:r>
                        <a:rPr lang="en-US" altLang="ko-KR" sz="800" b="0" dirty="0">
                          <a:solidFill>
                            <a:schemeClr val="tx1"/>
                          </a:solidFill>
                        </a:rPr>
                        <a:t>3430</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A20222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2,110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6792756"/>
                  </a:ext>
                </a:extLst>
              </a:tr>
              <a:tr h="0">
                <a:tc>
                  <a:txBody>
                    <a:bodyPr/>
                    <a:lstStyle/>
                    <a:p>
                      <a:pPr algn="ctr" latinLnBrk="1"/>
                      <a:r>
                        <a:rPr lang="en-US" altLang="ko-KR" sz="800" b="0" dirty="0">
                          <a:solidFill>
                            <a:schemeClr val="tx1"/>
                          </a:solidFill>
                        </a:rPr>
                        <a:t>3429</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B20321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3,160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60545407"/>
                  </a:ext>
                </a:extLst>
              </a:tr>
              <a:tr h="0">
                <a:tc>
                  <a:txBody>
                    <a:bodyPr/>
                    <a:lstStyle/>
                    <a:p>
                      <a:pPr algn="ctr" latinLnBrk="1"/>
                      <a:r>
                        <a:rPr lang="en-US" altLang="ko-KR" sz="800" b="0" dirty="0">
                          <a:solidFill>
                            <a:schemeClr val="tx1"/>
                          </a:solidFill>
                        </a:rPr>
                        <a:t>3428</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C20320</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42,110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73000931"/>
                  </a:ext>
                </a:extLst>
              </a:tr>
              <a:tr h="0">
                <a:tc>
                  <a:txBody>
                    <a:bodyPr/>
                    <a:lstStyle/>
                    <a:p>
                      <a:pPr algn="ctr" latinLnBrk="1"/>
                      <a:r>
                        <a:rPr lang="en-US" altLang="ko-KR" sz="800" b="0" dirty="0">
                          <a:solidFill>
                            <a:schemeClr val="tx1"/>
                          </a:solidFill>
                        </a:rPr>
                        <a:t>3427</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E20392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2,110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14774640"/>
                  </a:ext>
                </a:extLst>
              </a:tr>
              <a:tr h="0">
                <a:tc>
                  <a:txBody>
                    <a:bodyPr/>
                    <a:lstStyle/>
                    <a:p>
                      <a:pPr algn="ctr" latinLnBrk="1"/>
                      <a:r>
                        <a:rPr lang="en-US" altLang="ko-KR" sz="800" b="0" dirty="0">
                          <a:solidFill>
                            <a:schemeClr val="tx1"/>
                          </a:solidFill>
                        </a:rPr>
                        <a:t>3426</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F20212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3,160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40055972"/>
                  </a:ext>
                </a:extLst>
              </a:tr>
              <a:tr h="0">
                <a:tc>
                  <a:txBody>
                    <a:bodyPr/>
                    <a:lstStyle/>
                    <a:p>
                      <a:pPr algn="ctr" latinLnBrk="1"/>
                      <a:r>
                        <a:rPr lang="en-US" altLang="ko-KR" sz="800" b="0" dirty="0">
                          <a:solidFill>
                            <a:schemeClr val="tx1"/>
                          </a:solidFill>
                        </a:rPr>
                        <a:t>3425</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Z20321</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42,110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64757641"/>
                  </a:ext>
                </a:extLst>
              </a:tr>
              <a:tr h="0">
                <a:tc>
                  <a:txBody>
                    <a:bodyPr/>
                    <a:lstStyle/>
                    <a:p>
                      <a:pPr algn="ctr" latinLnBrk="1"/>
                      <a:r>
                        <a:rPr lang="en-US" altLang="ko-KR" sz="800" b="0" dirty="0">
                          <a:solidFill>
                            <a:schemeClr val="tx1"/>
                          </a:solidFill>
                        </a:rPr>
                        <a:t>3424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A20200</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Test123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err="1">
                          <a:solidFill>
                            <a:schemeClr val="tx1"/>
                          </a:solidFill>
                        </a:rPr>
                        <a:t>수량제한없음</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2,110 </a:t>
                      </a:r>
                      <a:r>
                        <a:rPr lang="ko-KR" altLang="en-US" sz="800" b="0" dirty="0">
                          <a:solidFill>
                            <a:schemeClr val="tx1"/>
                          </a:solidFill>
                        </a:rPr>
                        <a:t>원 </a:t>
                      </a:r>
                      <a:r>
                        <a:rPr lang="en-US" altLang="ko-KR" sz="800" b="0" dirty="0">
                          <a:solidFill>
                            <a:schemeClr val="tx1"/>
                          </a:solidFill>
                        </a:rPr>
                        <a:t>~ 5,000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94086906"/>
                  </a:ext>
                </a:extLst>
              </a:tr>
              <a:tr h="0">
                <a:tc>
                  <a:txBody>
                    <a:bodyPr/>
                    <a:lstStyle/>
                    <a:p>
                      <a:pPr algn="ctr" latinLnBrk="1"/>
                      <a:r>
                        <a:rPr lang="en-US" altLang="ko-KR" sz="800" b="0" dirty="0">
                          <a:solidFill>
                            <a:schemeClr val="tx1"/>
                          </a:solidFill>
                        </a:rPr>
                        <a:t>3423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A20333</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Abc111</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10,000</a:t>
                      </a:r>
                      <a:r>
                        <a:rPr lang="ko-KR" altLang="en-US" sz="800" b="0" dirty="0">
                          <a:solidFill>
                            <a:schemeClr val="tx1"/>
                          </a:solidFill>
                        </a:rPr>
                        <a:t> 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3,160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61936248"/>
                  </a:ext>
                </a:extLst>
              </a:tr>
              <a:tr h="0">
                <a:tc>
                  <a:txBody>
                    <a:bodyPr/>
                    <a:lstStyle/>
                    <a:p>
                      <a:pPr algn="ctr" latinLnBrk="1"/>
                      <a:r>
                        <a:rPr lang="en-US" altLang="ko-KR" sz="800" b="0" dirty="0">
                          <a:solidFill>
                            <a:schemeClr val="tx1"/>
                          </a:solidFill>
                        </a:rPr>
                        <a:t>3422</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E20312</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en-US" altLang="ko-KR"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nttes0922</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500,000 </a:t>
                      </a:r>
                      <a:r>
                        <a:rPr lang="ko-KR" altLang="en-US" sz="800" b="0" dirty="0">
                          <a:solidFill>
                            <a:schemeClr val="tx1"/>
                          </a:solidFill>
                        </a:rPr>
                        <a:t>개</a:t>
                      </a:r>
                      <a:endParaRPr lang="en-US" altLang="ko-KR" sz="800" b="0" dirty="0">
                        <a:solidFill>
                          <a:schemeClr val="tx1"/>
                        </a:solidFill>
                      </a:endParaRPr>
                    </a:p>
                    <a:p>
                      <a:pPr algn="ctr" latinLnBrk="1"/>
                      <a:r>
                        <a:rPr lang="en-US" altLang="ko-KR" sz="800" b="0" dirty="0">
                          <a:solidFill>
                            <a:schemeClr val="tx1"/>
                          </a:solidFill>
                        </a:rPr>
                        <a:t>( 1</a:t>
                      </a:r>
                      <a:r>
                        <a:rPr lang="ko-KR" altLang="en-US" sz="800" b="0" dirty="0">
                          <a:solidFill>
                            <a:schemeClr val="tx1"/>
                          </a:solidFill>
                        </a:rPr>
                        <a:t>회 </a:t>
                      </a:r>
                      <a:r>
                        <a:rPr lang="en-US" altLang="ko-KR" sz="800" b="0" dirty="0">
                          <a:solidFill>
                            <a:schemeClr val="tx1"/>
                          </a:solidFill>
                        </a:rPr>
                        <a:t>100</a:t>
                      </a:r>
                      <a:r>
                        <a:rPr lang="ko-KR" altLang="en-US" sz="800" b="0" dirty="0">
                          <a:solidFill>
                            <a:schemeClr val="tx1"/>
                          </a:solidFill>
                        </a:rPr>
                        <a:t>개 제한 </a:t>
                      </a:r>
                      <a:r>
                        <a:rPr lang="en-US" altLang="ko-KR" sz="800" b="0" dirty="0">
                          <a:solidFill>
                            <a:schemeClr val="tx1"/>
                          </a:solidFill>
                        </a:rPr>
                        <a:t>)</a:t>
                      </a:r>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42,110 </a:t>
                      </a:r>
                      <a:r>
                        <a:rPr lang="ko-KR" altLang="en-US" sz="800" b="0" dirty="0">
                          <a:solidFill>
                            <a:schemeClr val="tx1"/>
                          </a:solidFill>
                        </a:rPr>
                        <a:t>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83094304"/>
                  </a:ext>
                </a:extLst>
              </a:tr>
            </a:tbl>
          </a:graphicData>
        </a:graphic>
      </p:graphicFrame>
      <p:sp>
        <p:nvSpPr>
          <p:cNvPr id="135" name="TextBox 134">
            <a:extLst>
              <a:ext uri="{FF2B5EF4-FFF2-40B4-BE49-F238E27FC236}">
                <a16:creationId xmlns:a16="http://schemas.microsoft.com/office/drawing/2014/main" id="{50865FC0-C42B-4C86-98F1-D460FAE6568A}"/>
              </a:ext>
            </a:extLst>
          </p:cNvPr>
          <p:cNvSpPr txBox="1"/>
          <p:nvPr/>
        </p:nvSpPr>
        <p:spPr>
          <a:xfrm>
            <a:off x="636413" y="3462757"/>
            <a:ext cx="761547" cy="215444"/>
          </a:xfrm>
          <a:prstGeom prst="rect">
            <a:avLst/>
          </a:prstGeom>
          <a:noFill/>
        </p:spPr>
        <p:txBody>
          <a:bodyPr wrap="square" rtlCol="0">
            <a:spAutoFit/>
          </a:bodyPr>
          <a:lstStyle/>
          <a:p>
            <a:r>
              <a:rPr lang="ko-KR" altLang="en-US" sz="800" dirty="0"/>
              <a:t>총 </a:t>
            </a:r>
            <a:r>
              <a:rPr lang="en-US" altLang="ko-KR" sz="800" dirty="0"/>
              <a:t>00</a:t>
            </a:r>
            <a:r>
              <a:rPr lang="ko-KR" altLang="en-US" sz="800" dirty="0"/>
              <a:t>건</a:t>
            </a:r>
          </a:p>
        </p:txBody>
      </p:sp>
      <p:grpSp>
        <p:nvGrpSpPr>
          <p:cNvPr id="137" name="그룹 136">
            <a:extLst>
              <a:ext uri="{FF2B5EF4-FFF2-40B4-BE49-F238E27FC236}">
                <a16:creationId xmlns:a16="http://schemas.microsoft.com/office/drawing/2014/main" id="{F311BEFC-8921-4916-9A74-E871B4327F12}"/>
              </a:ext>
            </a:extLst>
          </p:cNvPr>
          <p:cNvGrpSpPr/>
          <p:nvPr/>
        </p:nvGrpSpPr>
        <p:grpSpPr>
          <a:xfrm>
            <a:off x="1877618" y="3924777"/>
            <a:ext cx="2414206" cy="338554"/>
            <a:chOff x="1237833" y="3417650"/>
            <a:chExt cx="1708480" cy="338554"/>
          </a:xfrm>
        </p:grpSpPr>
        <p:grpSp>
          <p:nvGrpSpPr>
            <p:cNvPr id="138" name="그룹 137">
              <a:extLst>
                <a:ext uri="{FF2B5EF4-FFF2-40B4-BE49-F238E27FC236}">
                  <a16:creationId xmlns:a16="http://schemas.microsoft.com/office/drawing/2014/main" id="{56747037-A615-49F6-8CFE-4A96E0FE17E9}"/>
                </a:ext>
              </a:extLst>
            </p:cNvPr>
            <p:cNvGrpSpPr/>
            <p:nvPr/>
          </p:nvGrpSpPr>
          <p:grpSpPr>
            <a:xfrm>
              <a:off x="1237833" y="3462866"/>
              <a:ext cx="378630" cy="248122"/>
              <a:chOff x="2681976" y="1955121"/>
              <a:chExt cx="1993118" cy="596970"/>
            </a:xfrm>
          </p:grpSpPr>
          <p:sp>
            <p:nvSpPr>
              <p:cNvPr id="140" name="Border">
                <a:extLst>
                  <a:ext uri="{FF2B5EF4-FFF2-40B4-BE49-F238E27FC236}">
                    <a16:creationId xmlns:a16="http://schemas.microsoft.com/office/drawing/2014/main" id="{24AA435E-1E2E-4FB5-88F9-CAB7B361EF08}"/>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1" name="Line 2">
                <a:extLst>
                  <a:ext uri="{FF2B5EF4-FFF2-40B4-BE49-F238E27FC236}">
                    <a16:creationId xmlns:a16="http://schemas.microsoft.com/office/drawing/2014/main" id="{901BDDE1-4317-4399-B816-D6307790D2BB}"/>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2" name="Line 1">
                <a:extLst>
                  <a:ext uri="{FF2B5EF4-FFF2-40B4-BE49-F238E27FC236}">
                    <a16:creationId xmlns:a16="http://schemas.microsoft.com/office/drawing/2014/main" id="{2180F973-B2A8-4E5A-AE08-533BD461389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3" name="TextBox 142">
                <a:extLst>
                  <a:ext uri="{FF2B5EF4-FFF2-40B4-BE49-F238E27FC236}">
                    <a16:creationId xmlns:a16="http://schemas.microsoft.com/office/drawing/2014/main" id="{7940BF44-CD7F-499D-ACC9-4DA2F3F203D5}"/>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39" name="직사각형 138">
              <a:extLst>
                <a:ext uri="{FF2B5EF4-FFF2-40B4-BE49-F238E27FC236}">
                  <a16:creationId xmlns:a16="http://schemas.microsoft.com/office/drawing/2014/main" id="{3F6E7446-F909-45B1-8BEA-DABE368C9A10}"/>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144" name="그룹 143">
            <a:extLst>
              <a:ext uri="{FF2B5EF4-FFF2-40B4-BE49-F238E27FC236}">
                <a16:creationId xmlns:a16="http://schemas.microsoft.com/office/drawing/2014/main" id="{174DA87C-84D8-4D57-A474-328F3714FBC9}"/>
              </a:ext>
            </a:extLst>
          </p:cNvPr>
          <p:cNvGrpSpPr/>
          <p:nvPr/>
        </p:nvGrpSpPr>
        <p:grpSpPr>
          <a:xfrm>
            <a:off x="1868909" y="4258913"/>
            <a:ext cx="2414206" cy="338554"/>
            <a:chOff x="1237833" y="3417650"/>
            <a:chExt cx="1708480" cy="338554"/>
          </a:xfrm>
        </p:grpSpPr>
        <p:grpSp>
          <p:nvGrpSpPr>
            <p:cNvPr id="145" name="그룹 144">
              <a:extLst>
                <a:ext uri="{FF2B5EF4-FFF2-40B4-BE49-F238E27FC236}">
                  <a16:creationId xmlns:a16="http://schemas.microsoft.com/office/drawing/2014/main" id="{7B55DCB4-0E5F-418B-8197-7033AB148DD1}"/>
                </a:ext>
              </a:extLst>
            </p:cNvPr>
            <p:cNvGrpSpPr/>
            <p:nvPr/>
          </p:nvGrpSpPr>
          <p:grpSpPr>
            <a:xfrm>
              <a:off x="1237833" y="3462866"/>
              <a:ext cx="378630" cy="248122"/>
              <a:chOff x="2681976" y="1955121"/>
              <a:chExt cx="1993118" cy="596970"/>
            </a:xfrm>
          </p:grpSpPr>
          <p:sp>
            <p:nvSpPr>
              <p:cNvPr id="147" name="Border">
                <a:extLst>
                  <a:ext uri="{FF2B5EF4-FFF2-40B4-BE49-F238E27FC236}">
                    <a16:creationId xmlns:a16="http://schemas.microsoft.com/office/drawing/2014/main" id="{FC0F8259-7C4F-44DA-8723-9C3A004C899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8" name="Line 2">
                <a:extLst>
                  <a:ext uri="{FF2B5EF4-FFF2-40B4-BE49-F238E27FC236}">
                    <a16:creationId xmlns:a16="http://schemas.microsoft.com/office/drawing/2014/main" id="{04D0CD60-2F47-429E-86A5-07909D17C23B}"/>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9" name="Line 1">
                <a:extLst>
                  <a:ext uri="{FF2B5EF4-FFF2-40B4-BE49-F238E27FC236}">
                    <a16:creationId xmlns:a16="http://schemas.microsoft.com/office/drawing/2014/main" id="{A9600984-1EBA-4D28-B9BC-07AFC73DBF1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0" name="TextBox 149">
                <a:extLst>
                  <a:ext uri="{FF2B5EF4-FFF2-40B4-BE49-F238E27FC236}">
                    <a16:creationId xmlns:a16="http://schemas.microsoft.com/office/drawing/2014/main" id="{1EE5855F-51E6-4BC8-A05C-EF8F7F760D06}"/>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46" name="직사각형 145">
              <a:extLst>
                <a:ext uri="{FF2B5EF4-FFF2-40B4-BE49-F238E27FC236}">
                  <a16:creationId xmlns:a16="http://schemas.microsoft.com/office/drawing/2014/main" id="{E965A16A-F74D-4986-A7AB-5FE2496B7B45}"/>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151" name="그룹 150">
            <a:extLst>
              <a:ext uri="{FF2B5EF4-FFF2-40B4-BE49-F238E27FC236}">
                <a16:creationId xmlns:a16="http://schemas.microsoft.com/office/drawing/2014/main" id="{C939AD66-B200-4353-BAF1-24404065DF6C}"/>
              </a:ext>
            </a:extLst>
          </p:cNvPr>
          <p:cNvGrpSpPr/>
          <p:nvPr/>
        </p:nvGrpSpPr>
        <p:grpSpPr>
          <a:xfrm>
            <a:off x="1873615" y="4595199"/>
            <a:ext cx="2414206" cy="338554"/>
            <a:chOff x="1237833" y="3417650"/>
            <a:chExt cx="1708480" cy="338554"/>
          </a:xfrm>
        </p:grpSpPr>
        <p:grpSp>
          <p:nvGrpSpPr>
            <p:cNvPr id="152" name="그룹 151">
              <a:extLst>
                <a:ext uri="{FF2B5EF4-FFF2-40B4-BE49-F238E27FC236}">
                  <a16:creationId xmlns:a16="http://schemas.microsoft.com/office/drawing/2014/main" id="{C8C36DF0-6A0D-4562-B335-8DA74F6BC1BE}"/>
                </a:ext>
              </a:extLst>
            </p:cNvPr>
            <p:cNvGrpSpPr/>
            <p:nvPr/>
          </p:nvGrpSpPr>
          <p:grpSpPr>
            <a:xfrm>
              <a:off x="1237833" y="3462866"/>
              <a:ext cx="378630" cy="248122"/>
              <a:chOff x="2681976" y="1955121"/>
              <a:chExt cx="1993118" cy="596970"/>
            </a:xfrm>
          </p:grpSpPr>
          <p:sp>
            <p:nvSpPr>
              <p:cNvPr id="154" name="Border">
                <a:extLst>
                  <a:ext uri="{FF2B5EF4-FFF2-40B4-BE49-F238E27FC236}">
                    <a16:creationId xmlns:a16="http://schemas.microsoft.com/office/drawing/2014/main" id="{286B96C5-9C33-4E3E-B9A3-A346F46B2BB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5" name="Line 2">
                <a:extLst>
                  <a:ext uri="{FF2B5EF4-FFF2-40B4-BE49-F238E27FC236}">
                    <a16:creationId xmlns:a16="http://schemas.microsoft.com/office/drawing/2014/main" id="{E730F742-978B-4E74-A9E5-278D22C2DE4A}"/>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6" name="Line 1">
                <a:extLst>
                  <a:ext uri="{FF2B5EF4-FFF2-40B4-BE49-F238E27FC236}">
                    <a16:creationId xmlns:a16="http://schemas.microsoft.com/office/drawing/2014/main" id="{B08F393B-60FB-421B-B17B-4867B75D3B10}"/>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7" name="TextBox 156">
                <a:extLst>
                  <a:ext uri="{FF2B5EF4-FFF2-40B4-BE49-F238E27FC236}">
                    <a16:creationId xmlns:a16="http://schemas.microsoft.com/office/drawing/2014/main" id="{31B39BE1-72D3-4F6B-9642-0D047DD06ABB}"/>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53" name="직사각형 152">
              <a:extLst>
                <a:ext uri="{FF2B5EF4-FFF2-40B4-BE49-F238E27FC236}">
                  <a16:creationId xmlns:a16="http://schemas.microsoft.com/office/drawing/2014/main" id="{40BFEF4B-C139-4AB3-80DB-30B539436CDC}"/>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158" name="그룹 157">
            <a:extLst>
              <a:ext uri="{FF2B5EF4-FFF2-40B4-BE49-F238E27FC236}">
                <a16:creationId xmlns:a16="http://schemas.microsoft.com/office/drawing/2014/main" id="{65413925-C680-4FB9-847F-CC7B0F02EE32}"/>
              </a:ext>
            </a:extLst>
          </p:cNvPr>
          <p:cNvGrpSpPr/>
          <p:nvPr/>
        </p:nvGrpSpPr>
        <p:grpSpPr>
          <a:xfrm>
            <a:off x="1868909" y="4929335"/>
            <a:ext cx="2414206" cy="338554"/>
            <a:chOff x="1237833" y="3417650"/>
            <a:chExt cx="1708480" cy="338554"/>
          </a:xfrm>
        </p:grpSpPr>
        <p:grpSp>
          <p:nvGrpSpPr>
            <p:cNvPr id="159" name="그룹 158">
              <a:extLst>
                <a:ext uri="{FF2B5EF4-FFF2-40B4-BE49-F238E27FC236}">
                  <a16:creationId xmlns:a16="http://schemas.microsoft.com/office/drawing/2014/main" id="{81E19323-94A9-4B93-A4D0-5426DC149FA9}"/>
                </a:ext>
              </a:extLst>
            </p:cNvPr>
            <p:cNvGrpSpPr/>
            <p:nvPr/>
          </p:nvGrpSpPr>
          <p:grpSpPr>
            <a:xfrm>
              <a:off x="1237833" y="3462866"/>
              <a:ext cx="378630" cy="248122"/>
              <a:chOff x="2681976" y="1955121"/>
              <a:chExt cx="1993118" cy="596970"/>
            </a:xfrm>
          </p:grpSpPr>
          <p:sp>
            <p:nvSpPr>
              <p:cNvPr id="161" name="Border">
                <a:extLst>
                  <a:ext uri="{FF2B5EF4-FFF2-40B4-BE49-F238E27FC236}">
                    <a16:creationId xmlns:a16="http://schemas.microsoft.com/office/drawing/2014/main" id="{3B56E81F-12E9-4191-AE65-C6C5BD90E5CA}"/>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2" name="Line 2">
                <a:extLst>
                  <a:ext uri="{FF2B5EF4-FFF2-40B4-BE49-F238E27FC236}">
                    <a16:creationId xmlns:a16="http://schemas.microsoft.com/office/drawing/2014/main" id="{E6385D84-612D-4332-8F4F-9114281FD30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3" name="Line 1">
                <a:extLst>
                  <a:ext uri="{FF2B5EF4-FFF2-40B4-BE49-F238E27FC236}">
                    <a16:creationId xmlns:a16="http://schemas.microsoft.com/office/drawing/2014/main" id="{DB35D0A8-6585-4C95-B9E2-A7693DD9E597}"/>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4" name="TextBox 163">
                <a:extLst>
                  <a:ext uri="{FF2B5EF4-FFF2-40B4-BE49-F238E27FC236}">
                    <a16:creationId xmlns:a16="http://schemas.microsoft.com/office/drawing/2014/main" id="{D63B926B-88ED-4641-B30A-D6EDF9C653CF}"/>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60" name="직사각형 159">
              <a:extLst>
                <a:ext uri="{FF2B5EF4-FFF2-40B4-BE49-F238E27FC236}">
                  <a16:creationId xmlns:a16="http://schemas.microsoft.com/office/drawing/2014/main" id="{C0DF6F83-4430-41A3-A905-E57DA25B0A8A}"/>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165" name="그룹 164">
            <a:extLst>
              <a:ext uri="{FF2B5EF4-FFF2-40B4-BE49-F238E27FC236}">
                <a16:creationId xmlns:a16="http://schemas.microsoft.com/office/drawing/2014/main" id="{55B60A01-DE07-4CF0-95B0-C0E541B32D53}"/>
              </a:ext>
            </a:extLst>
          </p:cNvPr>
          <p:cNvGrpSpPr/>
          <p:nvPr/>
        </p:nvGrpSpPr>
        <p:grpSpPr>
          <a:xfrm>
            <a:off x="1860200" y="5263471"/>
            <a:ext cx="2414206" cy="338554"/>
            <a:chOff x="1237833" y="3417650"/>
            <a:chExt cx="1708480" cy="338554"/>
          </a:xfrm>
        </p:grpSpPr>
        <p:grpSp>
          <p:nvGrpSpPr>
            <p:cNvPr id="166" name="그룹 165">
              <a:extLst>
                <a:ext uri="{FF2B5EF4-FFF2-40B4-BE49-F238E27FC236}">
                  <a16:creationId xmlns:a16="http://schemas.microsoft.com/office/drawing/2014/main" id="{EFF69210-AA3F-4F13-BE1C-9861A0EADBE1}"/>
                </a:ext>
              </a:extLst>
            </p:cNvPr>
            <p:cNvGrpSpPr/>
            <p:nvPr/>
          </p:nvGrpSpPr>
          <p:grpSpPr>
            <a:xfrm>
              <a:off x="1237833" y="3462866"/>
              <a:ext cx="378630" cy="248122"/>
              <a:chOff x="2681976" y="1955121"/>
              <a:chExt cx="1993118" cy="596970"/>
            </a:xfrm>
          </p:grpSpPr>
          <p:sp>
            <p:nvSpPr>
              <p:cNvPr id="168" name="Border">
                <a:extLst>
                  <a:ext uri="{FF2B5EF4-FFF2-40B4-BE49-F238E27FC236}">
                    <a16:creationId xmlns:a16="http://schemas.microsoft.com/office/drawing/2014/main" id="{B0D3547D-5837-4C66-ABBE-AB6BA2046440}"/>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9" name="Line 2">
                <a:extLst>
                  <a:ext uri="{FF2B5EF4-FFF2-40B4-BE49-F238E27FC236}">
                    <a16:creationId xmlns:a16="http://schemas.microsoft.com/office/drawing/2014/main" id="{0F2C4A0A-ABBC-41B4-AAD8-09C7A31E6AED}"/>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0" name="Line 1">
                <a:extLst>
                  <a:ext uri="{FF2B5EF4-FFF2-40B4-BE49-F238E27FC236}">
                    <a16:creationId xmlns:a16="http://schemas.microsoft.com/office/drawing/2014/main" id="{29715BDB-9A5C-4149-9EC2-4B859FE5637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1" name="TextBox 170">
                <a:extLst>
                  <a:ext uri="{FF2B5EF4-FFF2-40B4-BE49-F238E27FC236}">
                    <a16:creationId xmlns:a16="http://schemas.microsoft.com/office/drawing/2014/main" id="{20A4AA42-B5EA-4F89-A9C8-5068BB590638}"/>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67" name="직사각형 166">
              <a:extLst>
                <a:ext uri="{FF2B5EF4-FFF2-40B4-BE49-F238E27FC236}">
                  <a16:creationId xmlns:a16="http://schemas.microsoft.com/office/drawing/2014/main" id="{8B0C9421-4D26-491E-986F-BABAB676A980}"/>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172" name="그룹 171">
            <a:extLst>
              <a:ext uri="{FF2B5EF4-FFF2-40B4-BE49-F238E27FC236}">
                <a16:creationId xmlns:a16="http://schemas.microsoft.com/office/drawing/2014/main" id="{037A6048-FB71-4B09-A8B1-8F3CD2EE327A}"/>
              </a:ext>
            </a:extLst>
          </p:cNvPr>
          <p:cNvGrpSpPr/>
          <p:nvPr/>
        </p:nvGrpSpPr>
        <p:grpSpPr>
          <a:xfrm>
            <a:off x="1864906" y="5599757"/>
            <a:ext cx="2414206" cy="338554"/>
            <a:chOff x="1237833" y="3417650"/>
            <a:chExt cx="1708480" cy="338554"/>
          </a:xfrm>
        </p:grpSpPr>
        <p:grpSp>
          <p:nvGrpSpPr>
            <p:cNvPr id="173" name="그룹 172">
              <a:extLst>
                <a:ext uri="{FF2B5EF4-FFF2-40B4-BE49-F238E27FC236}">
                  <a16:creationId xmlns:a16="http://schemas.microsoft.com/office/drawing/2014/main" id="{64C7A248-38D0-4F68-B392-B20924958951}"/>
                </a:ext>
              </a:extLst>
            </p:cNvPr>
            <p:cNvGrpSpPr/>
            <p:nvPr/>
          </p:nvGrpSpPr>
          <p:grpSpPr>
            <a:xfrm>
              <a:off x="1237833" y="3462866"/>
              <a:ext cx="378630" cy="248122"/>
              <a:chOff x="2681976" y="1955121"/>
              <a:chExt cx="1993118" cy="596970"/>
            </a:xfrm>
          </p:grpSpPr>
          <p:sp>
            <p:nvSpPr>
              <p:cNvPr id="175" name="Border">
                <a:extLst>
                  <a:ext uri="{FF2B5EF4-FFF2-40B4-BE49-F238E27FC236}">
                    <a16:creationId xmlns:a16="http://schemas.microsoft.com/office/drawing/2014/main" id="{FDF2816D-BA38-4CB8-9D67-FAD7D15BD03F}"/>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6" name="Line 2">
                <a:extLst>
                  <a:ext uri="{FF2B5EF4-FFF2-40B4-BE49-F238E27FC236}">
                    <a16:creationId xmlns:a16="http://schemas.microsoft.com/office/drawing/2014/main" id="{A35CE81E-B388-47A8-B2BB-78C16645D0D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7" name="Line 1">
                <a:extLst>
                  <a:ext uri="{FF2B5EF4-FFF2-40B4-BE49-F238E27FC236}">
                    <a16:creationId xmlns:a16="http://schemas.microsoft.com/office/drawing/2014/main" id="{04FE14FF-7B52-46AE-B02F-77F4A807D51D}"/>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8" name="TextBox 177">
                <a:extLst>
                  <a:ext uri="{FF2B5EF4-FFF2-40B4-BE49-F238E27FC236}">
                    <a16:creationId xmlns:a16="http://schemas.microsoft.com/office/drawing/2014/main" id="{6F35254E-4686-4F89-B8D7-2B5E63AB13E8}"/>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74" name="직사각형 173">
              <a:extLst>
                <a:ext uri="{FF2B5EF4-FFF2-40B4-BE49-F238E27FC236}">
                  <a16:creationId xmlns:a16="http://schemas.microsoft.com/office/drawing/2014/main" id="{8D2AEDD8-8B49-421C-B5E7-DC1F69799C44}"/>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179" name="그룹 178">
            <a:extLst>
              <a:ext uri="{FF2B5EF4-FFF2-40B4-BE49-F238E27FC236}">
                <a16:creationId xmlns:a16="http://schemas.microsoft.com/office/drawing/2014/main" id="{4B87FDBF-0836-4DE5-A8BA-63E79C1363C6}"/>
              </a:ext>
            </a:extLst>
          </p:cNvPr>
          <p:cNvGrpSpPr/>
          <p:nvPr/>
        </p:nvGrpSpPr>
        <p:grpSpPr>
          <a:xfrm>
            <a:off x="1881621" y="5934684"/>
            <a:ext cx="2414206" cy="338554"/>
            <a:chOff x="1237833" y="3417650"/>
            <a:chExt cx="1708480" cy="338554"/>
          </a:xfrm>
        </p:grpSpPr>
        <p:grpSp>
          <p:nvGrpSpPr>
            <p:cNvPr id="180" name="그룹 179">
              <a:extLst>
                <a:ext uri="{FF2B5EF4-FFF2-40B4-BE49-F238E27FC236}">
                  <a16:creationId xmlns:a16="http://schemas.microsoft.com/office/drawing/2014/main" id="{74A52DF6-FDCA-4D62-A753-A33DCCE4AC4F}"/>
                </a:ext>
              </a:extLst>
            </p:cNvPr>
            <p:cNvGrpSpPr/>
            <p:nvPr/>
          </p:nvGrpSpPr>
          <p:grpSpPr>
            <a:xfrm>
              <a:off x="1237833" y="3462866"/>
              <a:ext cx="378630" cy="248122"/>
              <a:chOff x="2681976" y="1955121"/>
              <a:chExt cx="1993118" cy="596970"/>
            </a:xfrm>
          </p:grpSpPr>
          <p:sp>
            <p:nvSpPr>
              <p:cNvPr id="182" name="Border">
                <a:extLst>
                  <a:ext uri="{FF2B5EF4-FFF2-40B4-BE49-F238E27FC236}">
                    <a16:creationId xmlns:a16="http://schemas.microsoft.com/office/drawing/2014/main" id="{E42F5B41-C5B7-40FA-BBCF-E724D003945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3" name="Line 2">
                <a:extLst>
                  <a:ext uri="{FF2B5EF4-FFF2-40B4-BE49-F238E27FC236}">
                    <a16:creationId xmlns:a16="http://schemas.microsoft.com/office/drawing/2014/main" id="{01E7DC5B-A745-4A58-88E0-D0A28EC2C3D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4" name="Line 1">
                <a:extLst>
                  <a:ext uri="{FF2B5EF4-FFF2-40B4-BE49-F238E27FC236}">
                    <a16:creationId xmlns:a16="http://schemas.microsoft.com/office/drawing/2014/main" id="{C0218E6C-DB69-4F90-BBC6-0540B703DE0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5" name="TextBox 184">
                <a:extLst>
                  <a:ext uri="{FF2B5EF4-FFF2-40B4-BE49-F238E27FC236}">
                    <a16:creationId xmlns:a16="http://schemas.microsoft.com/office/drawing/2014/main" id="{3A03E338-5478-48BE-BFA6-6D26273539AD}"/>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81" name="직사각형 180">
              <a:extLst>
                <a:ext uri="{FF2B5EF4-FFF2-40B4-BE49-F238E27FC236}">
                  <a16:creationId xmlns:a16="http://schemas.microsoft.com/office/drawing/2014/main" id="{AB6CEA91-11CE-4DAC-A53C-EC8B2D5BD697}"/>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186" name="그룹 185">
            <a:extLst>
              <a:ext uri="{FF2B5EF4-FFF2-40B4-BE49-F238E27FC236}">
                <a16:creationId xmlns:a16="http://schemas.microsoft.com/office/drawing/2014/main" id="{E77C6729-1C60-4346-A858-9D970737F4C1}"/>
              </a:ext>
            </a:extLst>
          </p:cNvPr>
          <p:cNvGrpSpPr/>
          <p:nvPr/>
        </p:nvGrpSpPr>
        <p:grpSpPr>
          <a:xfrm>
            <a:off x="1872912" y="6268820"/>
            <a:ext cx="2414206" cy="338554"/>
            <a:chOff x="1237833" y="3417650"/>
            <a:chExt cx="1708480" cy="338554"/>
          </a:xfrm>
        </p:grpSpPr>
        <p:grpSp>
          <p:nvGrpSpPr>
            <p:cNvPr id="187" name="그룹 186">
              <a:extLst>
                <a:ext uri="{FF2B5EF4-FFF2-40B4-BE49-F238E27FC236}">
                  <a16:creationId xmlns:a16="http://schemas.microsoft.com/office/drawing/2014/main" id="{60E425BD-C132-408E-9A32-E2619C6EAD7D}"/>
                </a:ext>
              </a:extLst>
            </p:cNvPr>
            <p:cNvGrpSpPr/>
            <p:nvPr/>
          </p:nvGrpSpPr>
          <p:grpSpPr>
            <a:xfrm>
              <a:off x="1237833" y="3462866"/>
              <a:ext cx="378630" cy="248122"/>
              <a:chOff x="2681976" y="1955121"/>
              <a:chExt cx="1993118" cy="596970"/>
            </a:xfrm>
          </p:grpSpPr>
          <p:sp>
            <p:nvSpPr>
              <p:cNvPr id="189" name="Border">
                <a:extLst>
                  <a:ext uri="{FF2B5EF4-FFF2-40B4-BE49-F238E27FC236}">
                    <a16:creationId xmlns:a16="http://schemas.microsoft.com/office/drawing/2014/main" id="{3A13256A-01D5-4A02-BA0D-605A8A107599}"/>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0" name="Line 2">
                <a:extLst>
                  <a:ext uri="{FF2B5EF4-FFF2-40B4-BE49-F238E27FC236}">
                    <a16:creationId xmlns:a16="http://schemas.microsoft.com/office/drawing/2014/main" id="{114EA5ED-2561-41D7-BB5A-CE2F5AA7CE3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1" name="Line 1">
                <a:extLst>
                  <a:ext uri="{FF2B5EF4-FFF2-40B4-BE49-F238E27FC236}">
                    <a16:creationId xmlns:a16="http://schemas.microsoft.com/office/drawing/2014/main" id="{AFBDA4B4-7927-405E-A521-4E59149C80F5}"/>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2" name="TextBox 191">
                <a:extLst>
                  <a:ext uri="{FF2B5EF4-FFF2-40B4-BE49-F238E27FC236}">
                    <a16:creationId xmlns:a16="http://schemas.microsoft.com/office/drawing/2014/main" id="{05BD30D4-F0A2-480B-8C44-3A45594364D3}"/>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88" name="직사각형 187">
              <a:extLst>
                <a:ext uri="{FF2B5EF4-FFF2-40B4-BE49-F238E27FC236}">
                  <a16:creationId xmlns:a16="http://schemas.microsoft.com/office/drawing/2014/main" id="{F20DBDF0-BCCF-4685-B200-2F44E84DED59}"/>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193" name="그룹 192">
            <a:extLst>
              <a:ext uri="{FF2B5EF4-FFF2-40B4-BE49-F238E27FC236}">
                <a16:creationId xmlns:a16="http://schemas.microsoft.com/office/drawing/2014/main" id="{044419FA-1A6C-47CC-AAA9-F9D3BEA99D70}"/>
              </a:ext>
            </a:extLst>
          </p:cNvPr>
          <p:cNvGrpSpPr/>
          <p:nvPr/>
        </p:nvGrpSpPr>
        <p:grpSpPr>
          <a:xfrm>
            <a:off x="1877618" y="6605106"/>
            <a:ext cx="2414206" cy="338554"/>
            <a:chOff x="1237833" y="3417650"/>
            <a:chExt cx="1708480" cy="338554"/>
          </a:xfrm>
        </p:grpSpPr>
        <p:grpSp>
          <p:nvGrpSpPr>
            <p:cNvPr id="194" name="그룹 193">
              <a:extLst>
                <a:ext uri="{FF2B5EF4-FFF2-40B4-BE49-F238E27FC236}">
                  <a16:creationId xmlns:a16="http://schemas.microsoft.com/office/drawing/2014/main" id="{5D12A669-7282-4D90-9916-C14B74C603AF}"/>
                </a:ext>
              </a:extLst>
            </p:cNvPr>
            <p:cNvGrpSpPr/>
            <p:nvPr/>
          </p:nvGrpSpPr>
          <p:grpSpPr>
            <a:xfrm>
              <a:off x="1237833" y="3462866"/>
              <a:ext cx="378630" cy="248122"/>
              <a:chOff x="2681976" y="1955121"/>
              <a:chExt cx="1993118" cy="596970"/>
            </a:xfrm>
          </p:grpSpPr>
          <p:sp>
            <p:nvSpPr>
              <p:cNvPr id="196" name="Border">
                <a:extLst>
                  <a:ext uri="{FF2B5EF4-FFF2-40B4-BE49-F238E27FC236}">
                    <a16:creationId xmlns:a16="http://schemas.microsoft.com/office/drawing/2014/main" id="{E3043802-7415-4AA6-87DA-603D562993A2}"/>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7" name="Line 2">
                <a:extLst>
                  <a:ext uri="{FF2B5EF4-FFF2-40B4-BE49-F238E27FC236}">
                    <a16:creationId xmlns:a16="http://schemas.microsoft.com/office/drawing/2014/main" id="{0DF86A55-049A-4220-804C-5F38A60818A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8" name="Line 1">
                <a:extLst>
                  <a:ext uri="{FF2B5EF4-FFF2-40B4-BE49-F238E27FC236}">
                    <a16:creationId xmlns:a16="http://schemas.microsoft.com/office/drawing/2014/main" id="{8F796737-093E-4D48-8BCB-C98C7E84ED1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9" name="TextBox 198">
                <a:extLst>
                  <a:ext uri="{FF2B5EF4-FFF2-40B4-BE49-F238E27FC236}">
                    <a16:creationId xmlns:a16="http://schemas.microsoft.com/office/drawing/2014/main" id="{836E42E5-072F-4874-8562-AFAF89BF9E78}"/>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95" name="직사각형 194">
              <a:extLst>
                <a:ext uri="{FF2B5EF4-FFF2-40B4-BE49-F238E27FC236}">
                  <a16:creationId xmlns:a16="http://schemas.microsoft.com/office/drawing/2014/main" id="{96847B95-DA70-4DC5-A1B0-8F08E2106778}"/>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grpSp>
        <p:nvGrpSpPr>
          <p:cNvPr id="200" name="그룹 199">
            <a:extLst>
              <a:ext uri="{FF2B5EF4-FFF2-40B4-BE49-F238E27FC236}">
                <a16:creationId xmlns:a16="http://schemas.microsoft.com/office/drawing/2014/main" id="{C0D44E89-9170-407D-8B99-4C3BDCFC149B}"/>
              </a:ext>
            </a:extLst>
          </p:cNvPr>
          <p:cNvGrpSpPr/>
          <p:nvPr/>
        </p:nvGrpSpPr>
        <p:grpSpPr>
          <a:xfrm>
            <a:off x="1881621" y="6942297"/>
            <a:ext cx="2414206" cy="338554"/>
            <a:chOff x="1237833" y="3417650"/>
            <a:chExt cx="1708480" cy="338554"/>
          </a:xfrm>
        </p:grpSpPr>
        <p:grpSp>
          <p:nvGrpSpPr>
            <p:cNvPr id="201" name="그룹 200">
              <a:extLst>
                <a:ext uri="{FF2B5EF4-FFF2-40B4-BE49-F238E27FC236}">
                  <a16:creationId xmlns:a16="http://schemas.microsoft.com/office/drawing/2014/main" id="{556E8F7A-6DCE-4D07-9BD1-A92700DBB272}"/>
                </a:ext>
              </a:extLst>
            </p:cNvPr>
            <p:cNvGrpSpPr/>
            <p:nvPr/>
          </p:nvGrpSpPr>
          <p:grpSpPr>
            <a:xfrm>
              <a:off x="1237833" y="3462866"/>
              <a:ext cx="378630" cy="248122"/>
              <a:chOff x="2681976" y="1955121"/>
              <a:chExt cx="1993118" cy="596970"/>
            </a:xfrm>
          </p:grpSpPr>
          <p:sp>
            <p:nvSpPr>
              <p:cNvPr id="203" name="Border">
                <a:extLst>
                  <a:ext uri="{FF2B5EF4-FFF2-40B4-BE49-F238E27FC236}">
                    <a16:creationId xmlns:a16="http://schemas.microsoft.com/office/drawing/2014/main" id="{F859038A-A607-4855-9490-E2AA0FEEDB0D}"/>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4" name="Line 2">
                <a:extLst>
                  <a:ext uri="{FF2B5EF4-FFF2-40B4-BE49-F238E27FC236}">
                    <a16:creationId xmlns:a16="http://schemas.microsoft.com/office/drawing/2014/main" id="{41AB52C0-6AFE-4BD0-9B57-65D0C7113A9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5" name="Line 1">
                <a:extLst>
                  <a:ext uri="{FF2B5EF4-FFF2-40B4-BE49-F238E27FC236}">
                    <a16:creationId xmlns:a16="http://schemas.microsoft.com/office/drawing/2014/main" id="{FB0577F7-1B68-4D7B-8CC0-1AF81D21FFE3}"/>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6" name="TextBox 205">
                <a:extLst>
                  <a:ext uri="{FF2B5EF4-FFF2-40B4-BE49-F238E27FC236}">
                    <a16:creationId xmlns:a16="http://schemas.microsoft.com/office/drawing/2014/main" id="{194176FA-6A1C-438B-8D00-5E49629F7D09}"/>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02" name="직사각형 201">
              <a:extLst>
                <a:ext uri="{FF2B5EF4-FFF2-40B4-BE49-F238E27FC236}">
                  <a16:creationId xmlns:a16="http://schemas.microsoft.com/office/drawing/2014/main" id="{60B748B7-CF47-4387-9571-45A25ADE9514}"/>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23232</a:t>
              </a:r>
              <a:endParaRPr lang="ko-KR" altLang="en-US" sz="800" b="1" dirty="0"/>
            </a:p>
          </p:txBody>
        </p:sp>
      </p:grpSp>
      <p:grpSp>
        <p:nvGrpSpPr>
          <p:cNvPr id="207" name="그룹 206">
            <a:extLst>
              <a:ext uri="{FF2B5EF4-FFF2-40B4-BE49-F238E27FC236}">
                <a16:creationId xmlns:a16="http://schemas.microsoft.com/office/drawing/2014/main" id="{91EEF672-7127-4EFE-B72E-7D61E65DD37C}"/>
              </a:ext>
            </a:extLst>
          </p:cNvPr>
          <p:cNvGrpSpPr/>
          <p:nvPr/>
        </p:nvGrpSpPr>
        <p:grpSpPr>
          <a:xfrm>
            <a:off x="1872912" y="7276433"/>
            <a:ext cx="2414206" cy="338554"/>
            <a:chOff x="1237833" y="3417650"/>
            <a:chExt cx="1708480" cy="338554"/>
          </a:xfrm>
        </p:grpSpPr>
        <p:grpSp>
          <p:nvGrpSpPr>
            <p:cNvPr id="208" name="그룹 207">
              <a:extLst>
                <a:ext uri="{FF2B5EF4-FFF2-40B4-BE49-F238E27FC236}">
                  <a16:creationId xmlns:a16="http://schemas.microsoft.com/office/drawing/2014/main" id="{C8EBC4CF-1210-4A34-8E4C-3C3EF88EDEBC}"/>
                </a:ext>
              </a:extLst>
            </p:cNvPr>
            <p:cNvGrpSpPr/>
            <p:nvPr/>
          </p:nvGrpSpPr>
          <p:grpSpPr>
            <a:xfrm>
              <a:off x="1237833" y="3462866"/>
              <a:ext cx="378630" cy="248122"/>
              <a:chOff x="2681976" y="1955121"/>
              <a:chExt cx="1993118" cy="596970"/>
            </a:xfrm>
          </p:grpSpPr>
          <p:sp>
            <p:nvSpPr>
              <p:cNvPr id="210" name="Border">
                <a:extLst>
                  <a:ext uri="{FF2B5EF4-FFF2-40B4-BE49-F238E27FC236}">
                    <a16:creationId xmlns:a16="http://schemas.microsoft.com/office/drawing/2014/main" id="{C99DCB39-5B1B-4BB7-8C26-D13CA2E6F7CE}"/>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1" name="Line 2">
                <a:extLst>
                  <a:ext uri="{FF2B5EF4-FFF2-40B4-BE49-F238E27FC236}">
                    <a16:creationId xmlns:a16="http://schemas.microsoft.com/office/drawing/2014/main" id="{728797D4-9F71-4991-BA30-441777F4F718}"/>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2" name="Line 1">
                <a:extLst>
                  <a:ext uri="{FF2B5EF4-FFF2-40B4-BE49-F238E27FC236}">
                    <a16:creationId xmlns:a16="http://schemas.microsoft.com/office/drawing/2014/main" id="{11683013-A432-401E-B1D0-A3A5DA4403A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3" name="TextBox 212">
                <a:extLst>
                  <a:ext uri="{FF2B5EF4-FFF2-40B4-BE49-F238E27FC236}">
                    <a16:creationId xmlns:a16="http://schemas.microsoft.com/office/drawing/2014/main" id="{261C030F-369E-4E8A-9357-B777A004D174}"/>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09" name="직사각형 208">
              <a:extLst>
                <a:ext uri="{FF2B5EF4-FFF2-40B4-BE49-F238E27FC236}">
                  <a16:creationId xmlns:a16="http://schemas.microsoft.com/office/drawing/2014/main" id="{0F577179-C539-4533-9748-E9AD069A96BA}"/>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r>
                <a:rPr lang="en-US" altLang="ko-KR" sz="800" b="1" dirty="0"/>
                <a:t>33</a:t>
              </a:r>
              <a:endParaRPr lang="ko-KR" altLang="en-US" sz="800" b="1" dirty="0"/>
            </a:p>
          </p:txBody>
        </p:sp>
      </p:grpSp>
      <p:grpSp>
        <p:nvGrpSpPr>
          <p:cNvPr id="214" name="그룹 213">
            <a:extLst>
              <a:ext uri="{FF2B5EF4-FFF2-40B4-BE49-F238E27FC236}">
                <a16:creationId xmlns:a16="http://schemas.microsoft.com/office/drawing/2014/main" id="{8EF7646B-6DCF-4CE6-88E8-0571D5092A5B}"/>
              </a:ext>
            </a:extLst>
          </p:cNvPr>
          <p:cNvGrpSpPr/>
          <p:nvPr/>
        </p:nvGrpSpPr>
        <p:grpSpPr>
          <a:xfrm>
            <a:off x="1877618" y="7612719"/>
            <a:ext cx="2414206" cy="338554"/>
            <a:chOff x="1237833" y="3417650"/>
            <a:chExt cx="1708480" cy="338554"/>
          </a:xfrm>
        </p:grpSpPr>
        <p:grpSp>
          <p:nvGrpSpPr>
            <p:cNvPr id="215" name="그룹 214">
              <a:extLst>
                <a:ext uri="{FF2B5EF4-FFF2-40B4-BE49-F238E27FC236}">
                  <a16:creationId xmlns:a16="http://schemas.microsoft.com/office/drawing/2014/main" id="{1BB4E544-917A-4BAA-8B31-CAC1F810DB7D}"/>
                </a:ext>
              </a:extLst>
            </p:cNvPr>
            <p:cNvGrpSpPr/>
            <p:nvPr/>
          </p:nvGrpSpPr>
          <p:grpSpPr>
            <a:xfrm>
              <a:off x="1237833" y="3462866"/>
              <a:ext cx="378630" cy="248122"/>
              <a:chOff x="2681976" y="1955121"/>
              <a:chExt cx="1993118" cy="596970"/>
            </a:xfrm>
          </p:grpSpPr>
          <p:sp>
            <p:nvSpPr>
              <p:cNvPr id="217" name="Border">
                <a:extLst>
                  <a:ext uri="{FF2B5EF4-FFF2-40B4-BE49-F238E27FC236}">
                    <a16:creationId xmlns:a16="http://schemas.microsoft.com/office/drawing/2014/main" id="{CC36BE09-15F9-4752-8232-CD2E0FE3D451}"/>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8" name="Line 2">
                <a:extLst>
                  <a:ext uri="{FF2B5EF4-FFF2-40B4-BE49-F238E27FC236}">
                    <a16:creationId xmlns:a16="http://schemas.microsoft.com/office/drawing/2014/main" id="{498A066C-C815-4602-8CC6-EDD737E70FF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9" name="Line 1">
                <a:extLst>
                  <a:ext uri="{FF2B5EF4-FFF2-40B4-BE49-F238E27FC236}">
                    <a16:creationId xmlns:a16="http://schemas.microsoft.com/office/drawing/2014/main" id="{06075607-85D5-4F5C-9E16-C6C90FB3D6E5}"/>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0" name="TextBox 219">
                <a:extLst>
                  <a:ext uri="{FF2B5EF4-FFF2-40B4-BE49-F238E27FC236}">
                    <a16:creationId xmlns:a16="http://schemas.microsoft.com/office/drawing/2014/main" id="{486FB2AA-DAFC-4405-B800-CDF1873F9D78}"/>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216" name="직사각형 215">
              <a:extLst>
                <a:ext uri="{FF2B5EF4-FFF2-40B4-BE49-F238E27FC236}">
                  <a16:creationId xmlns:a16="http://schemas.microsoft.com/office/drawing/2014/main" id="{AEEA4A27-1C8E-4C03-9503-B914F3D8FA7E}"/>
                </a:ext>
              </a:extLst>
            </p:cNvPr>
            <p:cNvSpPr/>
            <p:nvPr/>
          </p:nvSpPr>
          <p:spPr>
            <a:xfrm>
              <a:off x="1604380" y="3417650"/>
              <a:ext cx="1341933" cy="338554"/>
            </a:xfrm>
            <a:prstGeom prst="rect">
              <a:avLst/>
            </a:prstGeom>
          </p:spPr>
          <p:txBody>
            <a:bodyPr wrap="square">
              <a:spAutoFit/>
            </a:bodyPr>
            <a:lstStyle/>
            <a:p>
              <a:pPr>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r>
                <a:rPr lang="ko-KR" altLang="en-US" sz="800" b="1" dirty="0"/>
                <a:t>상품명</a:t>
              </a:r>
            </a:p>
          </p:txBody>
        </p:sp>
      </p:grpSp>
      <p:sp>
        <p:nvSpPr>
          <p:cNvPr id="221" name="직사각형 220">
            <a:extLst>
              <a:ext uri="{FF2B5EF4-FFF2-40B4-BE49-F238E27FC236}">
                <a16:creationId xmlns:a16="http://schemas.microsoft.com/office/drawing/2014/main" id="{055B012B-E930-48D4-A8E4-A514666122F6}"/>
              </a:ext>
            </a:extLst>
          </p:cNvPr>
          <p:cNvSpPr/>
          <p:nvPr/>
        </p:nvSpPr>
        <p:spPr>
          <a:xfrm>
            <a:off x="7354581" y="4031296"/>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2" name="직사각형 221">
            <a:extLst>
              <a:ext uri="{FF2B5EF4-FFF2-40B4-BE49-F238E27FC236}">
                <a16:creationId xmlns:a16="http://schemas.microsoft.com/office/drawing/2014/main" id="{E3613F85-747C-4D03-913E-0C5C5F24768F}"/>
              </a:ext>
            </a:extLst>
          </p:cNvPr>
          <p:cNvSpPr/>
          <p:nvPr/>
        </p:nvSpPr>
        <p:spPr>
          <a:xfrm>
            <a:off x="7354581" y="4365432"/>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3" name="직사각형 222">
            <a:extLst>
              <a:ext uri="{FF2B5EF4-FFF2-40B4-BE49-F238E27FC236}">
                <a16:creationId xmlns:a16="http://schemas.microsoft.com/office/drawing/2014/main" id="{0E0BB32A-3416-4819-820B-026D78BDDA92}"/>
              </a:ext>
            </a:extLst>
          </p:cNvPr>
          <p:cNvSpPr/>
          <p:nvPr/>
        </p:nvSpPr>
        <p:spPr>
          <a:xfrm>
            <a:off x="7354581" y="4701718"/>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4" name="직사각형 223">
            <a:extLst>
              <a:ext uri="{FF2B5EF4-FFF2-40B4-BE49-F238E27FC236}">
                <a16:creationId xmlns:a16="http://schemas.microsoft.com/office/drawing/2014/main" id="{027DDCDA-17F7-464F-A683-3B48BF6D91A1}"/>
              </a:ext>
            </a:extLst>
          </p:cNvPr>
          <p:cNvSpPr/>
          <p:nvPr/>
        </p:nvSpPr>
        <p:spPr>
          <a:xfrm>
            <a:off x="7354581" y="5032522"/>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5" name="직사각형 224">
            <a:extLst>
              <a:ext uri="{FF2B5EF4-FFF2-40B4-BE49-F238E27FC236}">
                <a16:creationId xmlns:a16="http://schemas.microsoft.com/office/drawing/2014/main" id="{5F5AFF42-ED28-4B43-B043-4B6CAC123EF1}"/>
              </a:ext>
            </a:extLst>
          </p:cNvPr>
          <p:cNvSpPr/>
          <p:nvPr/>
        </p:nvSpPr>
        <p:spPr>
          <a:xfrm>
            <a:off x="7354581" y="5366658"/>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6" name="직사각형 225">
            <a:extLst>
              <a:ext uri="{FF2B5EF4-FFF2-40B4-BE49-F238E27FC236}">
                <a16:creationId xmlns:a16="http://schemas.microsoft.com/office/drawing/2014/main" id="{6EACBEC5-4868-4FDD-9276-2F776C468717}"/>
              </a:ext>
            </a:extLst>
          </p:cNvPr>
          <p:cNvSpPr/>
          <p:nvPr/>
        </p:nvSpPr>
        <p:spPr>
          <a:xfrm>
            <a:off x="7354581" y="5702944"/>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7" name="직사각형 226">
            <a:extLst>
              <a:ext uri="{FF2B5EF4-FFF2-40B4-BE49-F238E27FC236}">
                <a16:creationId xmlns:a16="http://schemas.microsoft.com/office/drawing/2014/main" id="{58DB7619-20E9-4F44-BBE1-F730BF8F7C14}"/>
              </a:ext>
            </a:extLst>
          </p:cNvPr>
          <p:cNvSpPr/>
          <p:nvPr/>
        </p:nvSpPr>
        <p:spPr>
          <a:xfrm>
            <a:off x="7347384" y="6035341"/>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8" name="직사각형 227">
            <a:extLst>
              <a:ext uri="{FF2B5EF4-FFF2-40B4-BE49-F238E27FC236}">
                <a16:creationId xmlns:a16="http://schemas.microsoft.com/office/drawing/2014/main" id="{549B4A20-5531-45E8-AFEF-BCCA5A8FD701}"/>
              </a:ext>
            </a:extLst>
          </p:cNvPr>
          <p:cNvSpPr/>
          <p:nvPr/>
        </p:nvSpPr>
        <p:spPr>
          <a:xfrm>
            <a:off x="7347384" y="6369477"/>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29" name="직사각형 228">
            <a:extLst>
              <a:ext uri="{FF2B5EF4-FFF2-40B4-BE49-F238E27FC236}">
                <a16:creationId xmlns:a16="http://schemas.microsoft.com/office/drawing/2014/main" id="{CE8EE4D1-E7DA-4FBD-8251-8A2FDBC14FDD}"/>
              </a:ext>
            </a:extLst>
          </p:cNvPr>
          <p:cNvSpPr/>
          <p:nvPr/>
        </p:nvSpPr>
        <p:spPr>
          <a:xfrm>
            <a:off x="7347384" y="6705763"/>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30" name="직사각형 229">
            <a:extLst>
              <a:ext uri="{FF2B5EF4-FFF2-40B4-BE49-F238E27FC236}">
                <a16:creationId xmlns:a16="http://schemas.microsoft.com/office/drawing/2014/main" id="{6B34219D-9A4B-4497-BEFE-FEED1338D59F}"/>
              </a:ext>
            </a:extLst>
          </p:cNvPr>
          <p:cNvSpPr/>
          <p:nvPr/>
        </p:nvSpPr>
        <p:spPr>
          <a:xfrm>
            <a:off x="7347384" y="7036567"/>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31" name="직사각형 230">
            <a:extLst>
              <a:ext uri="{FF2B5EF4-FFF2-40B4-BE49-F238E27FC236}">
                <a16:creationId xmlns:a16="http://schemas.microsoft.com/office/drawing/2014/main" id="{A6125200-B308-48D4-B1CB-0C27609618CE}"/>
              </a:ext>
            </a:extLst>
          </p:cNvPr>
          <p:cNvSpPr/>
          <p:nvPr/>
        </p:nvSpPr>
        <p:spPr>
          <a:xfrm>
            <a:off x="7347384" y="7370703"/>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32" name="직사각형 231">
            <a:extLst>
              <a:ext uri="{FF2B5EF4-FFF2-40B4-BE49-F238E27FC236}">
                <a16:creationId xmlns:a16="http://schemas.microsoft.com/office/drawing/2014/main" id="{795620E3-3B3C-4000-B179-3CB24BF98042}"/>
              </a:ext>
            </a:extLst>
          </p:cNvPr>
          <p:cNvSpPr/>
          <p:nvPr/>
        </p:nvSpPr>
        <p:spPr>
          <a:xfrm>
            <a:off x="7347384" y="7706989"/>
            <a:ext cx="510512"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보기</a:t>
            </a:r>
          </a:p>
        </p:txBody>
      </p:sp>
      <p:sp>
        <p:nvSpPr>
          <p:cNvPr id="233" name="직사각형 232">
            <a:extLst>
              <a:ext uri="{FF2B5EF4-FFF2-40B4-BE49-F238E27FC236}">
                <a16:creationId xmlns:a16="http://schemas.microsoft.com/office/drawing/2014/main" id="{54981EB1-6F04-4BB5-93A1-7711A0BC8CFE}"/>
              </a:ext>
            </a:extLst>
          </p:cNvPr>
          <p:cNvSpPr/>
          <p:nvPr/>
        </p:nvSpPr>
        <p:spPr>
          <a:xfrm>
            <a:off x="8037293" y="6369476"/>
            <a:ext cx="776389"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판매요청</a:t>
            </a:r>
            <a:endParaRPr lang="ko-KR" altLang="en-US" sz="800" b="1" dirty="0">
              <a:solidFill>
                <a:schemeClr val="bg1"/>
              </a:solidFill>
              <a:latin typeface="+mj-ea"/>
              <a:ea typeface="+mj-ea"/>
            </a:endParaRPr>
          </a:p>
        </p:txBody>
      </p:sp>
      <p:sp>
        <p:nvSpPr>
          <p:cNvPr id="234" name="직사각형 233">
            <a:extLst>
              <a:ext uri="{FF2B5EF4-FFF2-40B4-BE49-F238E27FC236}">
                <a16:creationId xmlns:a16="http://schemas.microsoft.com/office/drawing/2014/main" id="{6FA7DC9A-8FFF-4EB6-AB2E-1E7E60482183}"/>
              </a:ext>
            </a:extLst>
          </p:cNvPr>
          <p:cNvSpPr/>
          <p:nvPr/>
        </p:nvSpPr>
        <p:spPr>
          <a:xfrm>
            <a:off x="8037293" y="5035884"/>
            <a:ext cx="776389" cy="145887"/>
          </a:xfrm>
          <a:prstGeom prst="rect">
            <a:avLst/>
          </a:prstGeom>
          <a:solidFill>
            <a:schemeClr val="tx1">
              <a:lumMod val="75000"/>
              <a:lumOff val="2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err="1">
                <a:solidFill>
                  <a:schemeClr val="bg1"/>
                </a:solidFill>
                <a:latin typeface="+mj-ea"/>
                <a:ea typeface="+mj-ea"/>
              </a:rPr>
              <a:t>판매요청중</a:t>
            </a:r>
            <a:endParaRPr lang="ko-KR" altLang="en-US" sz="800" b="1" dirty="0">
              <a:solidFill>
                <a:schemeClr val="bg1"/>
              </a:solidFill>
              <a:latin typeface="+mj-ea"/>
              <a:ea typeface="+mj-ea"/>
            </a:endParaRPr>
          </a:p>
        </p:txBody>
      </p:sp>
      <p:sp>
        <p:nvSpPr>
          <p:cNvPr id="235" name="직사각형 234">
            <a:extLst>
              <a:ext uri="{FF2B5EF4-FFF2-40B4-BE49-F238E27FC236}">
                <a16:creationId xmlns:a16="http://schemas.microsoft.com/office/drawing/2014/main" id="{3D1291CF-3FF0-4189-A643-FD226732413C}"/>
              </a:ext>
            </a:extLst>
          </p:cNvPr>
          <p:cNvSpPr/>
          <p:nvPr/>
        </p:nvSpPr>
        <p:spPr>
          <a:xfrm>
            <a:off x="8044136" y="5368809"/>
            <a:ext cx="776389" cy="145887"/>
          </a:xfrm>
          <a:prstGeom prst="rect">
            <a:avLst/>
          </a:prstGeom>
          <a:solidFill>
            <a:schemeClr val="tx1">
              <a:lumMod val="75000"/>
              <a:lumOff val="2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err="1">
                <a:solidFill>
                  <a:schemeClr val="bg1"/>
                </a:solidFill>
                <a:latin typeface="+mj-ea"/>
                <a:ea typeface="+mj-ea"/>
              </a:rPr>
              <a:t>판매요청중</a:t>
            </a:r>
            <a:endParaRPr lang="ko-KR" altLang="en-US" sz="800" b="1" dirty="0">
              <a:solidFill>
                <a:schemeClr val="bg1"/>
              </a:solidFill>
              <a:latin typeface="+mj-ea"/>
              <a:ea typeface="+mj-ea"/>
            </a:endParaRPr>
          </a:p>
        </p:txBody>
      </p:sp>
      <p:sp>
        <p:nvSpPr>
          <p:cNvPr id="236" name="직사각형 235">
            <a:extLst>
              <a:ext uri="{FF2B5EF4-FFF2-40B4-BE49-F238E27FC236}">
                <a16:creationId xmlns:a16="http://schemas.microsoft.com/office/drawing/2014/main" id="{41CE0C0E-AE36-4400-BB4F-08764B613048}"/>
              </a:ext>
            </a:extLst>
          </p:cNvPr>
          <p:cNvSpPr/>
          <p:nvPr/>
        </p:nvSpPr>
        <p:spPr>
          <a:xfrm>
            <a:off x="8044136" y="5702944"/>
            <a:ext cx="776389" cy="145887"/>
          </a:xfrm>
          <a:prstGeom prst="rect">
            <a:avLst/>
          </a:prstGeom>
          <a:solidFill>
            <a:schemeClr val="tx1">
              <a:lumMod val="75000"/>
              <a:lumOff val="2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err="1">
                <a:solidFill>
                  <a:schemeClr val="bg1"/>
                </a:solidFill>
                <a:latin typeface="+mj-ea"/>
                <a:ea typeface="+mj-ea"/>
              </a:rPr>
              <a:t>판매요청중</a:t>
            </a:r>
            <a:endParaRPr lang="ko-KR" altLang="en-US" sz="800" b="1" dirty="0">
              <a:solidFill>
                <a:schemeClr val="bg1"/>
              </a:solidFill>
              <a:latin typeface="+mj-ea"/>
              <a:ea typeface="+mj-ea"/>
            </a:endParaRPr>
          </a:p>
        </p:txBody>
      </p:sp>
      <p:sp>
        <p:nvSpPr>
          <p:cNvPr id="237" name="직사각형 236">
            <a:extLst>
              <a:ext uri="{FF2B5EF4-FFF2-40B4-BE49-F238E27FC236}">
                <a16:creationId xmlns:a16="http://schemas.microsoft.com/office/drawing/2014/main" id="{6823138C-076D-4E9B-B7BC-B5A93105D70B}"/>
              </a:ext>
            </a:extLst>
          </p:cNvPr>
          <p:cNvSpPr/>
          <p:nvPr/>
        </p:nvSpPr>
        <p:spPr>
          <a:xfrm>
            <a:off x="8044194" y="6028777"/>
            <a:ext cx="776389"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판매요청</a:t>
            </a:r>
            <a:endParaRPr lang="ko-KR" altLang="en-US" sz="800" b="1" dirty="0">
              <a:solidFill>
                <a:schemeClr val="bg1"/>
              </a:solidFill>
              <a:latin typeface="+mj-ea"/>
              <a:ea typeface="+mj-ea"/>
            </a:endParaRPr>
          </a:p>
        </p:txBody>
      </p:sp>
      <p:sp>
        <p:nvSpPr>
          <p:cNvPr id="238" name="직사각형 237">
            <a:extLst>
              <a:ext uri="{FF2B5EF4-FFF2-40B4-BE49-F238E27FC236}">
                <a16:creationId xmlns:a16="http://schemas.microsoft.com/office/drawing/2014/main" id="{2B0F00BF-8EEF-4050-A74B-1B144DC32D45}"/>
              </a:ext>
            </a:extLst>
          </p:cNvPr>
          <p:cNvSpPr/>
          <p:nvPr/>
        </p:nvSpPr>
        <p:spPr>
          <a:xfrm>
            <a:off x="8044134" y="4029858"/>
            <a:ext cx="776389" cy="145887"/>
          </a:xfrm>
          <a:prstGeom prst="rect">
            <a:avLst/>
          </a:prstGeom>
          <a:solidFill>
            <a:schemeClr val="accent2">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판매허용</a:t>
            </a:r>
            <a:endParaRPr lang="ko-KR" altLang="en-US" sz="800" b="1" dirty="0">
              <a:solidFill>
                <a:schemeClr val="bg1"/>
              </a:solidFill>
              <a:latin typeface="+mj-ea"/>
              <a:ea typeface="+mj-ea"/>
            </a:endParaRPr>
          </a:p>
        </p:txBody>
      </p:sp>
      <p:sp>
        <p:nvSpPr>
          <p:cNvPr id="239" name="직사각형 238">
            <a:extLst>
              <a:ext uri="{FF2B5EF4-FFF2-40B4-BE49-F238E27FC236}">
                <a16:creationId xmlns:a16="http://schemas.microsoft.com/office/drawing/2014/main" id="{8B581494-16D4-4ACE-BD82-5055BEF1D8FC}"/>
              </a:ext>
            </a:extLst>
          </p:cNvPr>
          <p:cNvSpPr/>
          <p:nvPr/>
        </p:nvSpPr>
        <p:spPr>
          <a:xfrm>
            <a:off x="8037293" y="4360701"/>
            <a:ext cx="776389" cy="145887"/>
          </a:xfrm>
          <a:prstGeom prst="rect">
            <a:avLst/>
          </a:prstGeom>
          <a:solidFill>
            <a:schemeClr val="accent2">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판매허용</a:t>
            </a:r>
            <a:endParaRPr lang="ko-KR" altLang="en-US" sz="800" b="1" dirty="0">
              <a:solidFill>
                <a:schemeClr val="bg1"/>
              </a:solidFill>
              <a:latin typeface="+mj-ea"/>
              <a:ea typeface="+mj-ea"/>
            </a:endParaRPr>
          </a:p>
        </p:txBody>
      </p:sp>
      <p:sp>
        <p:nvSpPr>
          <p:cNvPr id="240" name="직사각형 239">
            <a:extLst>
              <a:ext uri="{FF2B5EF4-FFF2-40B4-BE49-F238E27FC236}">
                <a16:creationId xmlns:a16="http://schemas.microsoft.com/office/drawing/2014/main" id="{28238F5D-2FA4-49A6-9D58-7B5A7052FC86}"/>
              </a:ext>
            </a:extLst>
          </p:cNvPr>
          <p:cNvSpPr/>
          <p:nvPr/>
        </p:nvSpPr>
        <p:spPr>
          <a:xfrm>
            <a:off x="8042000" y="7031214"/>
            <a:ext cx="776389" cy="145887"/>
          </a:xfrm>
          <a:prstGeom prst="rect">
            <a:avLst/>
          </a:prstGeom>
          <a:solidFill>
            <a:schemeClr val="bg1">
              <a:lumMod val="6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요청거부</a:t>
            </a:r>
          </a:p>
        </p:txBody>
      </p:sp>
      <p:sp>
        <p:nvSpPr>
          <p:cNvPr id="241" name="직사각형 240">
            <a:extLst>
              <a:ext uri="{FF2B5EF4-FFF2-40B4-BE49-F238E27FC236}">
                <a16:creationId xmlns:a16="http://schemas.microsoft.com/office/drawing/2014/main" id="{8DF6CA87-7FA1-4C46-AEAA-1F31B93929F5}"/>
              </a:ext>
            </a:extLst>
          </p:cNvPr>
          <p:cNvSpPr/>
          <p:nvPr/>
        </p:nvSpPr>
        <p:spPr>
          <a:xfrm>
            <a:off x="8037294" y="7361116"/>
            <a:ext cx="776389" cy="145887"/>
          </a:xfrm>
          <a:prstGeom prst="rect">
            <a:avLst/>
          </a:prstGeom>
          <a:solidFill>
            <a:schemeClr val="bg1">
              <a:lumMod val="6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요청거부</a:t>
            </a:r>
          </a:p>
        </p:txBody>
      </p:sp>
      <p:sp>
        <p:nvSpPr>
          <p:cNvPr id="242" name="직사각형 241">
            <a:extLst>
              <a:ext uri="{FF2B5EF4-FFF2-40B4-BE49-F238E27FC236}">
                <a16:creationId xmlns:a16="http://schemas.microsoft.com/office/drawing/2014/main" id="{9E457179-EF1F-4251-AC8B-472E1DE1E9F7}"/>
              </a:ext>
            </a:extLst>
          </p:cNvPr>
          <p:cNvSpPr/>
          <p:nvPr/>
        </p:nvSpPr>
        <p:spPr>
          <a:xfrm>
            <a:off x="8037293" y="7697404"/>
            <a:ext cx="776389" cy="145887"/>
          </a:xfrm>
          <a:prstGeom prst="rect">
            <a:avLst/>
          </a:prstGeom>
          <a:solidFill>
            <a:schemeClr val="bg1">
              <a:lumMod val="6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요청거부</a:t>
            </a:r>
          </a:p>
        </p:txBody>
      </p:sp>
      <p:sp>
        <p:nvSpPr>
          <p:cNvPr id="243" name="직사각형 242">
            <a:extLst>
              <a:ext uri="{FF2B5EF4-FFF2-40B4-BE49-F238E27FC236}">
                <a16:creationId xmlns:a16="http://schemas.microsoft.com/office/drawing/2014/main" id="{1D88E13A-EB3A-422A-9D78-A83624BE1423}"/>
              </a:ext>
            </a:extLst>
          </p:cNvPr>
          <p:cNvSpPr/>
          <p:nvPr/>
        </p:nvSpPr>
        <p:spPr>
          <a:xfrm>
            <a:off x="8046579" y="4707881"/>
            <a:ext cx="776389" cy="145887"/>
          </a:xfrm>
          <a:prstGeom prst="rect">
            <a:avLst/>
          </a:prstGeom>
          <a:solidFill>
            <a:schemeClr val="accent2">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판매허용</a:t>
            </a:r>
            <a:endParaRPr lang="ko-KR" altLang="en-US" sz="800" b="1" dirty="0">
              <a:solidFill>
                <a:schemeClr val="bg1"/>
              </a:solidFill>
              <a:latin typeface="+mj-ea"/>
              <a:ea typeface="+mj-ea"/>
            </a:endParaRPr>
          </a:p>
        </p:txBody>
      </p:sp>
      <p:sp>
        <p:nvSpPr>
          <p:cNvPr id="245" name="직사각형 244">
            <a:extLst>
              <a:ext uri="{FF2B5EF4-FFF2-40B4-BE49-F238E27FC236}">
                <a16:creationId xmlns:a16="http://schemas.microsoft.com/office/drawing/2014/main" id="{199C81AF-B1B4-486F-86FE-52DCC1BCFE26}"/>
              </a:ext>
            </a:extLst>
          </p:cNvPr>
          <p:cNvSpPr/>
          <p:nvPr/>
        </p:nvSpPr>
        <p:spPr>
          <a:xfrm>
            <a:off x="8037293" y="6713672"/>
            <a:ext cx="776389" cy="145887"/>
          </a:xfrm>
          <a:prstGeom prst="rect">
            <a:avLst/>
          </a:prstGeom>
          <a:solidFill>
            <a:schemeClr val="accent5">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a:solidFill>
                  <a:schemeClr val="bg1"/>
                </a:solidFill>
                <a:latin typeface="+mj-ea"/>
                <a:ea typeface="+mj-ea"/>
              </a:rPr>
              <a:t>판매요청</a:t>
            </a:r>
            <a:endParaRPr lang="ko-KR" altLang="en-US" sz="800" b="1" dirty="0">
              <a:solidFill>
                <a:schemeClr val="bg1"/>
              </a:solidFill>
              <a:latin typeface="+mj-ea"/>
              <a:ea typeface="+mj-ea"/>
            </a:endParaRPr>
          </a:p>
        </p:txBody>
      </p:sp>
      <p:pic>
        <p:nvPicPr>
          <p:cNvPr id="246" name="Picture 2">
            <a:extLst>
              <a:ext uri="{FF2B5EF4-FFF2-40B4-BE49-F238E27FC236}">
                <a16:creationId xmlns:a16="http://schemas.microsoft.com/office/drawing/2014/main" id="{0C0D5AE0-6F57-41D5-8E54-495A920B90FE}"/>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925503" y="8279313"/>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47" name="직사각형 246">
            <a:extLst>
              <a:ext uri="{FF2B5EF4-FFF2-40B4-BE49-F238E27FC236}">
                <a16:creationId xmlns:a16="http://schemas.microsoft.com/office/drawing/2014/main" id="{D5090BE8-7CBA-435B-8D9C-7E36DE9130AC}"/>
              </a:ext>
            </a:extLst>
          </p:cNvPr>
          <p:cNvSpPr/>
          <p:nvPr/>
        </p:nvSpPr>
        <p:spPr>
          <a:xfrm>
            <a:off x="1575003" y="2140879"/>
            <a:ext cx="6073162"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248" name="직사각형 247">
            <a:extLst>
              <a:ext uri="{FF2B5EF4-FFF2-40B4-BE49-F238E27FC236}">
                <a16:creationId xmlns:a16="http://schemas.microsoft.com/office/drawing/2014/main" id="{6D48A4A8-C49E-4BFC-BA5E-16D35106DE3D}"/>
              </a:ext>
            </a:extLst>
          </p:cNvPr>
          <p:cNvSpPr/>
          <p:nvPr/>
        </p:nvSpPr>
        <p:spPr>
          <a:xfrm>
            <a:off x="8829792" y="2129756"/>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r>
              <a:rPr lang="ko-KR" altLang="en-US" sz="800" dirty="0">
                <a:solidFill>
                  <a:schemeClr val="bg1"/>
                </a:solidFill>
                <a:latin typeface="맑은 고딕" panose="020B0503020000020004" pitchFamily="50" charset="-127"/>
                <a:ea typeface="맑은 고딕" panose="020B0503020000020004" pitchFamily="50" charset="-127"/>
              </a:rPr>
              <a:t>▼</a:t>
            </a:r>
            <a:endParaRPr lang="en-US" altLang="ko-KR" sz="800" dirty="0">
              <a:solidFill>
                <a:schemeClr val="bg1"/>
              </a:solidFill>
            </a:endParaRPr>
          </a:p>
        </p:txBody>
      </p:sp>
      <p:sp>
        <p:nvSpPr>
          <p:cNvPr id="249" name="직사각형 248">
            <a:extLst>
              <a:ext uri="{FF2B5EF4-FFF2-40B4-BE49-F238E27FC236}">
                <a16:creationId xmlns:a16="http://schemas.microsoft.com/office/drawing/2014/main" id="{1470D61C-AD95-4FA0-B1AA-30AB9C515B1F}"/>
              </a:ext>
            </a:extLst>
          </p:cNvPr>
          <p:cNvSpPr/>
          <p:nvPr/>
        </p:nvSpPr>
        <p:spPr>
          <a:xfrm>
            <a:off x="1575002" y="2360307"/>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250" name="직사각형 249">
            <a:extLst>
              <a:ext uri="{FF2B5EF4-FFF2-40B4-BE49-F238E27FC236}">
                <a16:creationId xmlns:a16="http://schemas.microsoft.com/office/drawing/2014/main" id="{C9DBEA79-53A1-45D0-A661-7B06FEAADD01}"/>
              </a:ext>
            </a:extLst>
          </p:cNvPr>
          <p:cNvSpPr/>
          <p:nvPr/>
        </p:nvSpPr>
        <p:spPr>
          <a:xfrm>
            <a:off x="2404309" y="2360307"/>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graphicFrame>
        <p:nvGraphicFramePr>
          <p:cNvPr id="251" name="표 63">
            <a:extLst>
              <a:ext uri="{FF2B5EF4-FFF2-40B4-BE49-F238E27FC236}">
                <a16:creationId xmlns:a16="http://schemas.microsoft.com/office/drawing/2014/main" id="{6410365B-DBA0-4437-9D41-D46C726CEFDD}"/>
              </a:ext>
            </a:extLst>
          </p:cNvPr>
          <p:cNvGraphicFramePr>
            <a:graphicFrameLocks noGrp="1"/>
          </p:cNvGraphicFramePr>
          <p:nvPr/>
        </p:nvGraphicFramePr>
        <p:xfrm>
          <a:off x="696123" y="2117927"/>
          <a:ext cx="8880744" cy="1143000"/>
        </p:xfrm>
        <a:graphic>
          <a:graphicData uri="http://schemas.openxmlformats.org/drawingml/2006/table">
            <a:tbl>
              <a:tblPr firstRow="1" bandRow="1">
                <a:tableStyleId>{5940675A-B579-460E-94D1-54222C63F5DA}</a:tableStyleId>
              </a:tblPr>
              <a:tblGrid>
                <a:gridCol w="811955">
                  <a:extLst>
                    <a:ext uri="{9D8B030D-6E8A-4147-A177-3AD203B41FA5}">
                      <a16:colId xmlns:a16="http://schemas.microsoft.com/office/drawing/2014/main" val="3701388552"/>
                    </a:ext>
                  </a:extLst>
                </a:gridCol>
                <a:gridCol w="3620920">
                  <a:extLst>
                    <a:ext uri="{9D8B030D-6E8A-4147-A177-3AD203B41FA5}">
                      <a16:colId xmlns:a16="http://schemas.microsoft.com/office/drawing/2014/main" val="339215266"/>
                    </a:ext>
                  </a:extLst>
                </a:gridCol>
                <a:gridCol w="1120801">
                  <a:extLst>
                    <a:ext uri="{9D8B030D-6E8A-4147-A177-3AD203B41FA5}">
                      <a16:colId xmlns:a16="http://schemas.microsoft.com/office/drawing/2014/main" val="246205619"/>
                    </a:ext>
                  </a:extLst>
                </a:gridCol>
                <a:gridCol w="3327068">
                  <a:extLst>
                    <a:ext uri="{9D8B030D-6E8A-4147-A177-3AD203B41FA5}">
                      <a16:colId xmlns:a16="http://schemas.microsoft.com/office/drawing/2014/main" val="852871710"/>
                    </a:ext>
                  </a:extLst>
                </a:gridCol>
              </a:tblGrid>
              <a:tr h="0">
                <a:tc>
                  <a:txBody>
                    <a:bodyPr/>
                    <a:lstStyle/>
                    <a:p>
                      <a:pPr latinLnBrk="1"/>
                      <a:r>
                        <a:rPr lang="ko-KR" altLang="en-US" sz="900" dirty="0"/>
                        <a:t>상품명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a:txBody>
                    <a:bodyPr/>
                    <a:lstStyle/>
                    <a:p>
                      <a:pPr latinLnBrk="1"/>
                      <a:r>
                        <a:rPr lang="ko-KR" altLang="en-US" sz="900" dirty="0"/>
                        <a:t>상품분류</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944867"/>
                  </a:ext>
                </a:extLst>
              </a:tr>
              <a:tr h="0">
                <a:tc>
                  <a:txBody>
                    <a:bodyPr/>
                    <a:lstStyle/>
                    <a:p>
                      <a:pPr latinLnBrk="1"/>
                      <a:r>
                        <a:rPr lang="ko-KR" altLang="en-US" sz="900" dirty="0"/>
                        <a:t>판매요청</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r>
                        <a:rPr lang="en-US" altLang="ko-KR" sz="800" dirty="0"/>
                        <a:t> </a:t>
                      </a:r>
                      <a:r>
                        <a:rPr lang="ko-KR" altLang="en-US" sz="800" dirty="0"/>
                        <a:t>□ 판매요청     □ </a:t>
                      </a:r>
                      <a:r>
                        <a:rPr lang="ko-KR" altLang="en-US" sz="800" dirty="0" err="1"/>
                        <a:t>판매요청중</a:t>
                      </a:r>
                      <a:r>
                        <a:rPr lang="ko-KR" altLang="en-US" sz="800" dirty="0"/>
                        <a:t>      □ 판매허용     □  요청거부</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0059607"/>
                  </a:ext>
                </a:extLst>
              </a:tr>
              <a:tr h="0">
                <a:tc>
                  <a:txBody>
                    <a:bodyPr/>
                    <a:lstStyle/>
                    <a:p>
                      <a:pPr latinLnBrk="1"/>
                      <a:r>
                        <a:rPr lang="ko-KR" altLang="en-US" sz="900" dirty="0"/>
                        <a:t>판매자</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판매가격 범위</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r>
                        <a:rPr lang="en-US" altLang="ko-KR" sz="800" dirty="0"/>
                        <a:t>                           </a:t>
                      </a:r>
                      <a:r>
                        <a:rPr lang="ko-KR" altLang="en-US" sz="800" dirty="0"/>
                        <a:t>원  </a:t>
                      </a:r>
                      <a:r>
                        <a:rPr lang="en-US" altLang="ko-KR" sz="800" dirty="0"/>
                        <a:t>~                               </a:t>
                      </a:r>
                      <a:r>
                        <a:rPr lang="ko-KR" altLang="en-US" sz="800" dirty="0"/>
                        <a:t>원</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52891665"/>
                  </a:ext>
                </a:extLst>
              </a:tr>
              <a:tr h="0">
                <a:tc gridSpan="4">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88622143"/>
                  </a:ext>
                </a:extLst>
              </a:tr>
            </a:tbl>
          </a:graphicData>
        </a:graphic>
      </p:graphicFrame>
      <p:sp>
        <p:nvSpPr>
          <p:cNvPr id="252" name="직사각형 251">
            <a:extLst>
              <a:ext uri="{FF2B5EF4-FFF2-40B4-BE49-F238E27FC236}">
                <a16:creationId xmlns:a16="http://schemas.microsoft.com/office/drawing/2014/main" id="{469AA156-A502-4875-8CDC-D80BA6794893}"/>
              </a:ext>
            </a:extLst>
          </p:cNvPr>
          <p:cNvSpPr/>
          <p:nvPr/>
        </p:nvSpPr>
        <p:spPr>
          <a:xfrm>
            <a:off x="8829792" y="3049355"/>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253" name="직사각형 252">
            <a:extLst>
              <a:ext uri="{FF2B5EF4-FFF2-40B4-BE49-F238E27FC236}">
                <a16:creationId xmlns:a16="http://schemas.microsoft.com/office/drawing/2014/main" id="{6DF4221A-5500-4EE3-857A-8FCC34D677A3}"/>
              </a:ext>
            </a:extLst>
          </p:cNvPr>
          <p:cNvSpPr/>
          <p:nvPr/>
        </p:nvSpPr>
        <p:spPr>
          <a:xfrm>
            <a:off x="3233616" y="2354371"/>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세분류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254" name="직사각형 253">
            <a:extLst>
              <a:ext uri="{FF2B5EF4-FFF2-40B4-BE49-F238E27FC236}">
                <a16:creationId xmlns:a16="http://schemas.microsoft.com/office/drawing/2014/main" id="{9F0D1423-6245-47D1-A4F6-ABE6BF95B0E1}"/>
              </a:ext>
            </a:extLst>
          </p:cNvPr>
          <p:cNvSpPr/>
          <p:nvPr/>
        </p:nvSpPr>
        <p:spPr>
          <a:xfrm>
            <a:off x="1575612" y="2835601"/>
            <a:ext cx="2900460"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255" name="직사각형 254">
            <a:extLst>
              <a:ext uri="{FF2B5EF4-FFF2-40B4-BE49-F238E27FC236}">
                <a16:creationId xmlns:a16="http://schemas.microsoft.com/office/drawing/2014/main" id="{72576AD6-E574-4658-A0D0-131071B0425B}"/>
              </a:ext>
            </a:extLst>
          </p:cNvPr>
          <p:cNvSpPr/>
          <p:nvPr/>
        </p:nvSpPr>
        <p:spPr>
          <a:xfrm>
            <a:off x="6293190" y="2835601"/>
            <a:ext cx="98113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bg1">
                    <a:lumMod val="65000"/>
                  </a:schemeClr>
                </a:solidFill>
              </a:rPr>
              <a:t>10000</a:t>
            </a:r>
          </a:p>
        </p:txBody>
      </p:sp>
      <p:sp>
        <p:nvSpPr>
          <p:cNvPr id="256" name="직사각형 255">
            <a:extLst>
              <a:ext uri="{FF2B5EF4-FFF2-40B4-BE49-F238E27FC236}">
                <a16:creationId xmlns:a16="http://schemas.microsoft.com/office/drawing/2014/main" id="{F57678EE-4B91-4300-A5AC-CC9DB9AD8418}"/>
              </a:ext>
            </a:extLst>
          </p:cNvPr>
          <p:cNvSpPr/>
          <p:nvPr/>
        </p:nvSpPr>
        <p:spPr>
          <a:xfrm>
            <a:off x="7648164" y="2835601"/>
            <a:ext cx="98113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bg1">
                    <a:lumMod val="65000"/>
                  </a:schemeClr>
                </a:solidFill>
              </a:rPr>
              <a:t>50000</a:t>
            </a:r>
          </a:p>
        </p:txBody>
      </p:sp>
      <p:sp>
        <p:nvSpPr>
          <p:cNvPr id="257" name="직사각형 256">
            <a:extLst>
              <a:ext uri="{FF2B5EF4-FFF2-40B4-BE49-F238E27FC236}">
                <a16:creationId xmlns:a16="http://schemas.microsoft.com/office/drawing/2014/main" id="{98F8CB34-4255-4BA7-8BFC-850032A79EFE}"/>
              </a:ext>
            </a:extLst>
          </p:cNvPr>
          <p:cNvSpPr/>
          <p:nvPr/>
        </p:nvSpPr>
        <p:spPr>
          <a:xfrm>
            <a:off x="9006821" y="4029858"/>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269" name="직사각형 268">
            <a:extLst>
              <a:ext uri="{FF2B5EF4-FFF2-40B4-BE49-F238E27FC236}">
                <a16:creationId xmlns:a16="http://schemas.microsoft.com/office/drawing/2014/main" id="{005B5711-66D5-4058-9AF6-6C1A6822B5D7}"/>
              </a:ext>
            </a:extLst>
          </p:cNvPr>
          <p:cNvSpPr/>
          <p:nvPr/>
        </p:nvSpPr>
        <p:spPr>
          <a:xfrm>
            <a:off x="9009784" y="4355246"/>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270" name="직사각형 269">
            <a:extLst>
              <a:ext uri="{FF2B5EF4-FFF2-40B4-BE49-F238E27FC236}">
                <a16:creationId xmlns:a16="http://schemas.microsoft.com/office/drawing/2014/main" id="{34E9EA95-0AEC-489C-8597-4358F0F27275}"/>
              </a:ext>
            </a:extLst>
          </p:cNvPr>
          <p:cNvSpPr/>
          <p:nvPr/>
        </p:nvSpPr>
        <p:spPr>
          <a:xfrm>
            <a:off x="9006821" y="4707880"/>
            <a:ext cx="510512" cy="145887"/>
          </a:xfrm>
          <a:prstGeom prst="rect">
            <a:avLst/>
          </a:prstGeom>
          <a:solidFill>
            <a:schemeClr val="accent6">
              <a:lumMod val="75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추가</a:t>
            </a:r>
          </a:p>
        </p:txBody>
      </p:sp>
      <p:sp>
        <p:nvSpPr>
          <p:cNvPr id="271" name="직사각형 270">
            <a:extLst>
              <a:ext uri="{FF2B5EF4-FFF2-40B4-BE49-F238E27FC236}">
                <a16:creationId xmlns:a16="http://schemas.microsoft.com/office/drawing/2014/main" id="{D84AECB2-4067-4DE7-A160-826C31F0F6E9}"/>
              </a:ext>
            </a:extLst>
          </p:cNvPr>
          <p:cNvSpPr/>
          <p:nvPr/>
        </p:nvSpPr>
        <p:spPr>
          <a:xfrm>
            <a:off x="9006821" y="5032521"/>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2" name="직사각형 271">
            <a:extLst>
              <a:ext uri="{FF2B5EF4-FFF2-40B4-BE49-F238E27FC236}">
                <a16:creationId xmlns:a16="http://schemas.microsoft.com/office/drawing/2014/main" id="{919C6474-4566-458B-B0F3-457963D6C1D4}"/>
              </a:ext>
            </a:extLst>
          </p:cNvPr>
          <p:cNvSpPr/>
          <p:nvPr/>
        </p:nvSpPr>
        <p:spPr>
          <a:xfrm>
            <a:off x="9006821" y="5362768"/>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3" name="직사각형 272">
            <a:extLst>
              <a:ext uri="{FF2B5EF4-FFF2-40B4-BE49-F238E27FC236}">
                <a16:creationId xmlns:a16="http://schemas.microsoft.com/office/drawing/2014/main" id="{2DF81AAD-BCEF-4525-BCC8-A0F9792915E4}"/>
              </a:ext>
            </a:extLst>
          </p:cNvPr>
          <p:cNvSpPr/>
          <p:nvPr/>
        </p:nvSpPr>
        <p:spPr>
          <a:xfrm>
            <a:off x="8999568" y="5689643"/>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4" name="직사각형 273">
            <a:extLst>
              <a:ext uri="{FF2B5EF4-FFF2-40B4-BE49-F238E27FC236}">
                <a16:creationId xmlns:a16="http://schemas.microsoft.com/office/drawing/2014/main" id="{A983EF1A-F6C5-4D0E-B71F-57FEE1626BF3}"/>
              </a:ext>
            </a:extLst>
          </p:cNvPr>
          <p:cNvSpPr/>
          <p:nvPr/>
        </p:nvSpPr>
        <p:spPr>
          <a:xfrm>
            <a:off x="9006821" y="6032840"/>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5" name="직사각형 274">
            <a:extLst>
              <a:ext uri="{FF2B5EF4-FFF2-40B4-BE49-F238E27FC236}">
                <a16:creationId xmlns:a16="http://schemas.microsoft.com/office/drawing/2014/main" id="{7C48A4D7-B7A2-4A6D-AD7C-4A2554E2DC54}"/>
              </a:ext>
            </a:extLst>
          </p:cNvPr>
          <p:cNvSpPr/>
          <p:nvPr/>
        </p:nvSpPr>
        <p:spPr>
          <a:xfrm>
            <a:off x="9008715" y="6372665"/>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6" name="직사각형 275">
            <a:extLst>
              <a:ext uri="{FF2B5EF4-FFF2-40B4-BE49-F238E27FC236}">
                <a16:creationId xmlns:a16="http://schemas.microsoft.com/office/drawing/2014/main" id="{D569B6EB-A703-4313-9E72-A083D3336C50}"/>
              </a:ext>
            </a:extLst>
          </p:cNvPr>
          <p:cNvSpPr/>
          <p:nvPr/>
        </p:nvSpPr>
        <p:spPr>
          <a:xfrm>
            <a:off x="8993079" y="6713777"/>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7" name="직사각형 276">
            <a:extLst>
              <a:ext uri="{FF2B5EF4-FFF2-40B4-BE49-F238E27FC236}">
                <a16:creationId xmlns:a16="http://schemas.microsoft.com/office/drawing/2014/main" id="{9A6B811C-A315-4358-B6F2-4CE3840D4353}"/>
              </a:ext>
            </a:extLst>
          </p:cNvPr>
          <p:cNvSpPr/>
          <p:nvPr/>
        </p:nvSpPr>
        <p:spPr>
          <a:xfrm>
            <a:off x="8993079" y="7029304"/>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8" name="직사각형 277">
            <a:extLst>
              <a:ext uri="{FF2B5EF4-FFF2-40B4-BE49-F238E27FC236}">
                <a16:creationId xmlns:a16="http://schemas.microsoft.com/office/drawing/2014/main" id="{4A023760-9A1C-4A54-96F0-F2E9094FD406}"/>
              </a:ext>
            </a:extLst>
          </p:cNvPr>
          <p:cNvSpPr/>
          <p:nvPr/>
        </p:nvSpPr>
        <p:spPr>
          <a:xfrm>
            <a:off x="8993079" y="7369495"/>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sp>
        <p:nvSpPr>
          <p:cNvPr id="279" name="직사각형 278">
            <a:extLst>
              <a:ext uri="{FF2B5EF4-FFF2-40B4-BE49-F238E27FC236}">
                <a16:creationId xmlns:a16="http://schemas.microsoft.com/office/drawing/2014/main" id="{7B0AF39F-9088-4E55-AADE-06BB21B010E1}"/>
              </a:ext>
            </a:extLst>
          </p:cNvPr>
          <p:cNvSpPr/>
          <p:nvPr/>
        </p:nvSpPr>
        <p:spPr>
          <a:xfrm>
            <a:off x="8993079" y="7693079"/>
            <a:ext cx="510512" cy="145887"/>
          </a:xfrm>
          <a:prstGeom prst="rect">
            <a:avLst/>
          </a:prstGeom>
          <a:solidFill>
            <a:schemeClr val="bg1">
              <a:lumMod val="50000"/>
            </a:schemeClr>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latin typeface="+mj-ea"/>
                <a:ea typeface="+mj-ea"/>
              </a:rPr>
              <a:t>불가</a:t>
            </a:r>
          </a:p>
        </p:txBody>
      </p:sp>
      <p:graphicFrame>
        <p:nvGraphicFramePr>
          <p:cNvPr id="244" name="표 243">
            <a:extLst>
              <a:ext uri="{FF2B5EF4-FFF2-40B4-BE49-F238E27FC236}">
                <a16:creationId xmlns:a16="http://schemas.microsoft.com/office/drawing/2014/main" id="{175C3F67-63BC-49BB-BCFA-924BBB2D396A}"/>
              </a:ext>
            </a:extLst>
          </p:cNvPr>
          <p:cNvGraphicFramePr>
            <a:graphicFrameLocks noGrp="1"/>
          </p:cNvGraphicFramePr>
          <p:nvPr>
            <p:extLst>
              <p:ext uri="{D42A27DB-BD31-4B8C-83A1-F6EECF244321}">
                <p14:modId xmlns:p14="http://schemas.microsoft.com/office/powerpoint/2010/main" val="3150533743"/>
              </p:ext>
            </p:extLst>
          </p:nvPr>
        </p:nvGraphicFramePr>
        <p:xfrm>
          <a:off x="10171774" y="22159"/>
          <a:ext cx="1979018" cy="181459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RF-02-04-05-10</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 상세페이지</a:t>
                      </a:r>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 상품 추가 </a:t>
                      </a:r>
                      <a:r>
                        <a:rPr lang="en-US" altLang="ko-KR" sz="800" dirty="0"/>
                        <a:t>&gt; </a:t>
                      </a:r>
                      <a:r>
                        <a:rPr lang="ko-KR" altLang="en-US" sz="800" dirty="0"/>
                        <a:t>제휴 상품 </a:t>
                      </a:r>
                      <a:r>
                        <a:rPr lang="ko-KR" altLang="en-US" sz="800" baseline="0" dirty="0"/>
                        <a:t>목록 </a:t>
                      </a:r>
                      <a:r>
                        <a:rPr lang="en-US" altLang="ko-KR" sz="800" baseline="0" dirty="0"/>
                        <a:t>&gt; </a:t>
                      </a:r>
                      <a:r>
                        <a:rPr lang="ko-KR" altLang="en-US" sz="800" baseline="0" dirty="0"/>
                        <a:t>보기</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algn="l" latinLnBrk="1"/>
                      <a:r>
                        <a:rPr lang="ko-KR" altLang="en-US" sz="800" dirty="0" err="1"/>
                        <a:t>제휴상품</a:t>
                      </a:r>
                      <a:r>
                        <a:rPr lang="ko-KR" altLang="en-US" sz="800" dirty="0"/>
                        <a:t> 목록에서 보기를 클릭하여 상품의 상세 정보를 보이는 화면</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259" name="직사각형 258">
            <a:extLst>
              <a:ext uri="{FF2B5EF4-FFF2-40B4-BE49-F238E27FC236}">
                <a16:creationId xmlns:a16="http://schemas.microsoft.com/office/drawing/2014/main" id="{83AEF880-F13C-4D7F-A9E4-520050DFE979}"/>
              </a:ext>
            </a:extLst>
          </p:cNvPr>
          <p:cNvSpPr/>
          <p:nvPr/>
        </p:nvSpPr>
        <p:spPr>
          <a:xfrm>
            <a:off x="-674621" y="2729373"/>
            <a:ext cx="7328848" cy="6747311"/>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260" name="그룹 259">
            <a:extLst>
              <a:ext uri="{FF2B5EF4-FFF2-40B4-BE49-F238E27FC236}">
                <a16:creationId xmlns:a16="http://schemas.microsoft.com/office/drawing/2014/main" id="{D2CFFEE3-A62C-4562-86A0-498E2F78C469}"/>
              </a:ext>
            </a:extLst>
          </p:cNvPr>
          <p:cNvGrpSpPr/>
          <p:nvPr/>
        </p:nvGrpSpPr>
        <p:grpSpPr>
          <a:xfrm>
            <a:off x="-285753" y="3064407"/>
            <a:ext cx="2798648" cy="2361452"/>
            <a:chOff x="2843808" y="1955121"/>
            <a:chExt cx="1674813" cy="596970"/>
          </a:xfrm>
          <a:solidFill>
            <a:schemeClr val="bg1">
              <a:lumMod val="95000"/>
            </a:schemeClr>
          </a:solidFill>
        </p:grpSpPr>
        <p:sp>
          <p:nvSpPr>
            <p:cNvPr id="261" name="Border">
              <a:extLst>
                <a:ext uri="{FF2B5EF4-FFF2-40B4-BE49-F238E27FC236}">
                  <a16:creationId xmlns:a16="http://schemas.microsoft.com/office/drawing/2014/main" id="{47045F17-77D8-4DB3-8510-3094DFDE1C88}"/>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62" name="Line 2">
              <a:extLst>
                <a:ext uri="{FF2B5EF4-FFF2-40B4-BE49-F238E27FC236}">
                  <a16:creationId xmlns:a16="http://schemas.microsoft.com/office/drawing/2014/main" id="{BB0DE461-09F5-4F0F-B521-B434B073D28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63" name="Line 1">
              <a:extLst>
                <a:ext uri="{FF2B5EF4-FFF2-40B4-BE49-F238E27FC236}">
                  <a16:creationId xmlns:a16="http://schemas.microsoft.com/office/drawing/2014/main" id="{808883F6-5544-4F85-9DF4-4D685695DAC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64" name="TextBox 263">
              <a:extLst>
                <a:ext uri="{FF2B5EF4-FFF2-40B4-BE49-F238E27FC236}">
                  <a16:creationId xmlns:a16="http://schemas.microsoft.com/office/drawing/2014/main" id="{32AF48C3-2D2F-4EE3-9B8C-F45C52C44C4E}"/>
                </a:ext>
              </a:extLst>
            </p:cNvPr>
            <p:cNvSpPr txBox="1"/>
            <p:nvPr/>
          </p:nvSpPr>
          <p:spPr>
            <a:xfrm>
              <a:off x="3381983" y="2215369"/>
              <a:ext cx="598462" cy="76475"/>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Contents</a:t>
              </a:r>
              <a:endParaRPr lang="ko-KR" altLang="en-US" sz="900" dirty="0">
                <a:solidFill>
                  <a:schemeClr val="tx1">
                    <a:lumMod val="50000"/>
                    <a:lumOff val="50000"/>
                  </a:schemeClr>
                </a:solidFill>
              </a:endParaRPr>
            </a:p>
          </p:txBody>
        </p:sp>
      </p:grpSp>
      <p:grpSp>
        <p:nvGrpSpPr>
          <p:cNvPr id="265" name="그룹 264">
            <a:extLst>
              <a:ext uri="{FF2B5EF4-FFF2-40B4-BE49-F238E27FC236}">
                <a16:creationId xmlns:a16="http://schemas.microsoft.com/office/drawing/2014/main" id="{59EF8749-E228-4A14-AB1E-77ACC6F283B4}"/>
              </a:ext>
            </a:extLst>
          </p:cNvPr>
          <p:cNvGrpSpPr/>
          <p:nvPr/>
        </p:nvGrpSpPr>
        <p:grpSpPr>
          <a:xfrm>
            <a:off x="-298442" y="5539679"/>
            <a:ext cx="492940" cy="406337"/>
            <a:chOff x="3092355" y="3209109"/>
            <a:chExt cx="353705" cy="305189"/>
          </a:xfrm>
        </p:grpSpPr>
        <p:sp>
          <p:nvSpPr>
            <p:cNvPr id="266" name="Border">
              <a:extLst>
                <a:ext uri="{FF2B5EF4-FFF2-40B4-BE49-F238E27FC236}">
                  <a16:creationId xmlns:a16="http://schemas.microsoft.com/office/drawing/2014/main" id="{A737BFF0-3E01-4787-95A9-FDDD8D9BF6B6}"/>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67" name="Line 2">
              <a:extLst>
                <a:ext uri="{FF2B5EF4-FFF2-40B4-BE49-F238E27FC236}">
                  <a16:creationId xmlns:a16="http://schemas.microsoft.com/office/drawing/2014/main" id="{5A2329DE-8952-41B5-8562-D8D94D5D080E}"/>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68" name="Line 1">
              <a:extLst>
                <a:ext uri="{FF2B5EF4-FFF2-40B4-BE49-F238E27FC236}">
                  <a16:creationId xmlns:a16="http://schemas.microsoft.com/office/drawing/2014/main" id="{91CD7605-FCCC-4152-8EAF-1426F5633AEA}"/>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280" name="그룹 279">
            <a:extLst>
              <a:ext uri="{FF2B5EF4-FFF2-40B4-BE49-F238E27FC236}">
                <a16:creationId xmlns:a16="http://schemas.microsoft.com/office/drawing/2014/main" id="{72C5A714-111F-4BFD-9CEE-87B3F1195393}"/>
              </a:ext>
            </a:extLst>
          </p:cNvPr>
          <p:cNvGrpSpPr/>
          <p:nvPr/>
        </p:nvGrpSpPr>
        <p:grpSpPr>
          <a:xfrm>
            <a:off x="280708" y="5539675"/>
            <a:ext cx="492940" cy="406337"/>
            <a:chOff x="3092355" y="3209109"/>
            <a:chExt cx="353705" cy="305189"/>
          </a:xfrm>
        </p:grpSpPr>
        <p:sp>
          <p:nvSpPr>
            <p:cNvPr id="281" name="Border">
              <a:extLst>
                <a:ext uri="{FF2B5EF4-FFF2-40B4-BE49-F238E27FC236}">
                  <a16:creationId xmlns:a16="http://schemas.microsoft.com/office/drawing/2014/main" id="{68C6CA93-3AD8-4C71-951E-72BBC9CD1950}"/>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82" name="Line 2">
              <a:extLst>
                <a:ext uri="{FF2B5EF4-FFF2-40B4-BE49-F238E27FC236}">
                  <a16:creationId xmlns:a16="http://schemas.microsoft.com/office/drawing/2014/main" id="{B0BEF721-37A8-432C-82F3-F1C79C66D0A1}"/>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83" name="Line 1">
              <a:extLst>
                <a:ext uri="{FF2B5EF4-FFF2-40B4-BE49-F238E27FC236}">
                  <a16:creationId xmlns:a16="http://schemas.microsoft.com/office/drawing/2014/main" id="{407E487F-841B-41C2-899C-998727E08E60}"/>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284" name="TextBox 283">
            <a:extLst>
              <a:ext uri="{FF2B5EF4-FFF2-40B4-BE49-F238E27FC236}">
                <a16:creationId xmlns:a16="http://schemas.microsoft.com/office/drawing/2014/main" id="{ED6D7E5E-3732-4159-9B35-E05D1F168947}"/>
              </a:ext>
            </a:extLst>
          </p:cNvPr>
          <p:cNvSpPr txBox="1"/>
          <p:nvPr/>
        </p:nvSpPr>
        <p:spPr>
          <a:xfrm>
            <a:off x="2561899" y="2998915"/>
            <a:ext cx="3948564" cy="714876"/>
          </a:xfrm>
          <a:prstGeom prst="rect">
            <a:avLst/>
          </a:prstGeom>
          <a:noFill/>
        </p:spPr>
        <p:txBody>
          <a:bodyPr wrap="square">
            <a:spAutoFit/>
          </a:bodyPr>
          <a:lstStyle/>
          <a:p>
            <a:pPr>
              <a:lnSpc>
                <a:spcPct val="150000"/>
              </a:lnSpc>
              <a:defRPr/>
            </a:pPr>
            <a:r>
              <a:rPr lang="ko-KR" altLang="en-US" sz="800" dirty="0">
                <a:solidFill>
                  <a:schemeClr val="tx1">
                    <a:lumMod val="50000"/>
                    <a:lumOff val="50000"/>
                  </a:schemeClr>
                </a:solidFill>
              </a:rPr>
              <a:t>대분류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1200" b="1" dirty="0"/>
              <a:t>상품명</a:t>
            </a:r>
            <a:r>
              <a:rPr lang="en-US" altLang="ko-KR" sz="1200" b="1" dirty="0"/>
              <a:t>23232</a:t>
            </a:r>
          </a:p>
          <a:p>
            <a:pPr>
              <a:lnSpc>
                <a:spcPct val="150000"/>
              </a:lnSpc>
            </a:pPr>
            <a:r>
              <a:rPr lang="ko-KR" altLang="en-US" sz="800" dirty="0"/>
              <a:t>상품코드 </a:t>
            </a:r>
            <a:r>
              <a:rPr lang="en-US" altLang="ko-KR" sz="800" dirty="0"/>
              <a:t>:  a200392            </a:t>
            </a:r>
            <a:r>
              <a:rPr lang="ko-KR" altLang="en-US" sz="800" dirty="0"/>
              <a:t>판매자 </a:t>
            </a:r>
            <a:r>
              <a:rPr lang="en-US" altLang="ko-KR" sz="800" dirty="0"/>
              <a:t>: </a:t>
            </a:r>
            <a:r>
              <a:rPr lang="en-US" altLang="ko-KR" sz="800" dirty="0" err="1"/>
              <a:t>aabbds</a:t>
            </a:r>
            <a:endParaRPr lang="ko-KR" altLang="en-US" sz="800" dirty="0"/>
          </a:p>
        </p:txBody>
      </p:sp>
      <p:sp>
        <p:nvSpPr>
          <p:cNvPr id="285" name="직사각형 284">
            <a:extLst>
              <a:ext uri="{FF2B5EF4-FFF2-40B4-BE49-F238E27FC236}">
                <a16:creationId xmlns:a16="http://schemas.microsoft.com/office/drawing/2014/main" id="{C9377CAA-D55E-42B9-A15E-649E0907649B}"/>
              </a:ext>
            </a:extLst>
          </p:cNvPr>
          <p:cNvSpPr/>
          <p:nvPr/>
        </p:nvSpPr>
        <p:spPr>
          <a:xfrm>
            <a:off x="-285753" y="6541160"/>
            <a:ext cx="1215128" cy="281224"/>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상품 판매 조건</a:t>
            </a:r>
            <a:endParaRPr lang="en-US" altLang="ko-KR" sz="800" dirty="0">
              <a:solidFill>
                <a:schemeClr val="bg1"/>
              </a:solidFill>
            </a:endParaRPr>
          </a:p>
        </p:txBody>
      </p:sp>
      <p:sp>
        <p:nvSpPr>
          <p:cNvPr id="286" name="직사각형 285">
            <a:extLst>
              <a:ext uri="{FF2B5EF4-FFF2-40B4-BE49-F238E27FC236}">
                <a16:creationId xmlns:a16="http://schemas.microsoft.com/office/drawing/2014/main" id="{B3874C96-5246-4703-8354-C5038A5F39E6}"/>
              </a:ext>
            </a:extLst>
          </p:cNvPr>
          <p:cNvSpPr/>
          <p:nvPr/>
        </p:nvSpPr>
        <p:spPr>
          <a:xfrm>
            <a:off x="929375" y="6541160"/>
            <a:ext cx="1215128" cy="281224"/>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상품 상세 정보</a:t>
            </a:r>
            <a:endParaRPr lang="en-US" altLang="ko-KR" sz="800" dirty="0">
              <a:solidFill>
                <a:schemeClr val="tx1"/>
              </a:solidFill>
            </a:endParaRPr>
          </a:p>
        </p:txBody>
      </p:sp>
      <p:sp>
        <p:nvSpPr>
          <p:cNvPr id="287" name="직사각형 286">
            <a:extLst>
              <a:ext uri="{FF2B5EF4-FFF2-40B4-BE49-F238E27FC236}">
                <a16:creationId xmlns:a16="http://schemas.microsoft.com/office/drawing/2014/main" id="{97F1ECB1-EDE1-4297-9502-FC7E7E437E0C}"/>
              </a:ext>
            </a:extLst>
          </p:cNvPr>
          <p:cNvSpPr/>
          <p:nvPr/>
        </p:nvSpPr>
        <p:spPr>
          <a:xfrm>
            <a:off x="-285753" y="6822384"/>
            <a:ext cx="6796216" cy="1758950"/>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solidFill>
            </a:endParaRPr>
          </a:p>
          <a:p>
            <a:endParaRPr lang="en-US" altLang="ko-KR" sz="800" dirty="0">
              <a:solidFill>
                <a:schemeClr val="tx1"/>
              </a:solidFill>
            </a:endParaRPr>
          </a:p>
          <a:p>
            <a:endParaRPr lang="en-US" altLang="ko-KR" sz="800" dirty="0">
              <a:solidFill>
                <a:schemeClr val="tx1"/>
              </a:solidFill>
            </a:endParaRPr>
          </a:p>
        </p:txBody>
      </p:sp>
      <p:sp>
        <p:nvSpPr>
          <p:cNvPr id="289" name="직사각형 288">
            <a:extLst>
              <a:ext uri="{FF2B5EF4-FFF2-40B4-BE49-F238E27FC236}">
                <a16:creationId xmlns:a16="http://schemas.microsoft.com/office/drawing/2014/main" id="{B23E3087-4FD8-46F3-A52F-FD606E1BFC5D}"/>
              </a:ext>
            </a:extLst>
          </p:cNvPr>
          <p:cNvSpPr/>
          <p:nvPr/>
        </p:nvSpPr>
        <p:spPr>
          <a:xfrm>
            <a:off x="2749978" y="8949643"/>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창닫기</a:t>
            </a:r>
            <a:endParaRPr lang="en-US" altLang="ko-KR" sz="800" dirty="0">
              <a:solidFill>
                <a:schemeClr val="bg1"/>
              </a:solidFill>
            </a:endParaRPr>
          </a:p>
        </p:txBody>
      </p:sp>
      <p:grpSp>
        <p:nvGrpSpPr>
          <p:cNvPr id="314" name="Image">
            <a:extLst>
              <a:ext uri="{FF2B5EF4-FFF2-40B4-BE49-F238E27FC236}">
                <a16:creationId xmlns:a16="http://schemas.microsoft.com/office/drawing/2014/main" id="{DB4947BF-46D6-441E-9258-70AFF0194BEA}"/>
              </a:ext>
            </a:extLst>
          </p:cNvPr>
          <p:cNvGrpSpPr>
            <a:grpSpLocks/>
          </p:cNvGrpSpPr>
          <p:nvPr/>
        </p:nvGrpSpPr>
        <p:grpSpPr bwMode="auto">
          <a:xfrm>
            <a:off x="6283374" y="2813950"/>
            <a:ext cx="263570" cy="250457"/>
            <a:chOff x="508000" y="1397000"/>
            <a:chExt cx="1008112" cy="1008112"/>
          </a:xfrm>
        </p:grpSpPr>
        <p:sp>
          <p:nvSpPr>
            <p:cNvPr id="315" name="Border">
              <a:extLst>
                <a:ext uri="{FF2B5EF4-FFF2-40B4-BE49-F238E27FC236}">
                  <a16:creationId xmlns:a16="http://schemas.microsoft.com/office/drawing/2014/main" id="{3DBF0AA0-B669-4982-A40F-80886EB7EF07}"/>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16" name="Line 2">
              <a:extLst>
                <a:ext uri="{FF2B5EF4-FFF2-40B4-BE49-F238E27FC236}">
                  <a16:creationId xmlns:a16="http://schemas.microsoft.com/office/drawing/2014/main" id="{D06B3A4B-280F-42B8-9A07-909969A93C1D}"/>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17" name="Line 1">
              <a:extLst>
                <a:ext uri="{FF2B5EF4-FFF2-40B4-BE49-F238E27FC236}">
                  <a16:creationId xmlns:a16="http://schemas.microsoft.com/office/drawing/2014/main" id="{FFA8EBA1-0151-46F0-A92F-02601045AAE3}"/>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pic>
        <p:nvPicPr>
          <p:cNvPr id="318" name="그림 317">
            <a:extLst>
              <a:ext uri="{FF2B5EF4-FFF2-40B4-BE49-F238E27FC236}">
                <a16:creationId xmlns:a16="http://schemas.microsoft.com/office/drawing/2014/main" id="{DBFEEBAE-5E92-4E44-A10F-1A591C04C1B7}"/>
              </a:ext>
            </a:extLst>
          </p:cNvPr>
          <p:cNvPicPr>
            <a:picLocks noChangeAspect="1"/>
          </p:cNvPicPr>
          <p:nvPr/>
        </p:nvPicPr>
        <p:blipFill>
          <a:blip r:embed="rId3"/>
          <a:stretch>
            <a:fillRect/>
          </a:stretch>
        </p:blipFill>
        <p:spPr>
          <a:xfrm>
            <a:off x="2610389" y="3748746"/>
            <a:ext cx="3946343" cy="1682825"/>
          </a:xfrm>
          <a:prstGeom prst="rect">
            <a:avLst/>
          </a:prstGeom>
        </p:spPr>
      </p:pic>
      <p:grpSp>
        <p:nvGrpSpPr>
          <p:cNvPr id="319" name="그룹 318">
            <a:extLst>
              <a:ext uri="{FF2B5EF4-FFF2-40B4-BE49-F238E27FC236}">
                <a16:creationId xmlns:a16="http://schemas.microsoft.com/office/drawing/2014/main" id="{F740F662-53EE-4191-8D13-BFFE0E8E44D7}"/>
              </a:ext>
            </a:extLst>
          </p:cNvPr>
          <p:cNvGrpSpPr/>
          <p:nvPr/>
        </p:nvGrpSpPr>
        <p:grpSpPr>
          <a:xfrm>
            <a:off x="859858" y="5540717"/>
            <a:ext cx="492940" cy="406337"/>
            <a:chOff x="3092355" y="3209109"/>
            <a:chExt cx="353705" cy="305189"/>
          </a:xfrm>
        </p:grpSpPr>
        <p:sp>
          <p:nvSpPr>
            <p:cNvPr id="320" name="Border">
              <a:extLst>
                <a:ext uri="{FF2B5EF4-FFF2-40B4-BE49-F238E27FC236}">
                  <a16:creationId xmlns:a16="http://schemas.microsoft.com/office/drawing/2014/main" id="{0FCDFB1D-75B7-4F95-A53D-6F6E9EE87995}"/>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21" name="Line 2">
              <a:extLst>
                <a:ext uri="{FF2B5EF4-FFF2-40B4-BE49-F238E27FC236}">
                  <a16:creationId xmlns:a16="http://schemas.microsoft.com/office/drawing/2014/main" id="{265ADD64-48CC-40FC-8141-9FF3FF2382AE}"/>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22" name="Line 1">
              <a:extLst>
                <a:ext uri="{FF2B5EF4-FFF2-40B4-BE49-F238E27FC236}">
                  <a16:creationId xmlns:a16="http://schemas.microsoft.com/office/drawing/2014/main" id="{5EE8702C-9985-4423-AAA0-E82B9FBA31BE}"/>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323" name="그룹 322">
            <a:extLst>
              <a:ext uri="{FF2B5EF4-FFF2-40B4-BE49-F238E27FC236}">
                <a16:creationId xmlns:a16="http://schemas.microsoft.com/office/drawing/2014/main" id="{5B4596B1-CAB2-42BC-8D7D-1A0D7F4109DB}"/>
              </a:ext>
            </a:extLst>
          </p:cNvPr>
          <p:cNvGrpSpPr/>
          <p:nvPr/>
        </p:nvGrpSpPr>
        <p:grpSpPr>
          <a:xfrm>
            <a:off x="1439008" y="5540713"/>
            <a:ext cx="492940" cy="406337"/>
            <a:chOff x="3092355" y="3209109"/>
            <a:chExt cx="353705" cy="305189"/>
          </a:xfrm>
        </p:grpSpPr>
        <p:sp>
          <p:nvSpPr>
            <p:cNvPr id="324" name="Border">
              <a:extLst>
                <a:ext uri="{FF2B5EF4-FFF2-40B4-BE49-F238E27FC236}">
                  <a16:creationId xmlns:a16="http://schemas.microsoft.com/office/drawing/2014/main" id="{BAECBB6B-CF36-4544-A675-82424F2C969A}"/>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25" name="Line 2">
              <a:extLst>
                <a:ext uri="{FF2B5EF4-FFF2-40B4-BE49-F238E27FC236}">
                  <a16:creationId xmlns:a16="http://schemas.microsoft.com/office/drawing/2014/main" id="{A46943BC-1E05-4D37-A924-BF9835901454}"/>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26" name="Line 1">
              <a:extLst>
                <a:ext uri="{FF2B5EF4-FFF2-40B4-BE49-F238E27FC236}">
                  <a16:creationId xmlns:a16="http://schemas.microsoft.com/office/drawing/2014/main" id="{DDE4580E-6823-40F0-B274-D4B92B95A1D0}"/>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327" name="그룹 326">
            <a:extLst>
              <a:ext uri="{FF2B5EF4-FFF2-40B4-BE49-F238E27FC236}">
                <a16:creationId xmlns:a16="http://schemas.microsoft.com/office/drawing/2014/main" id="{C2FF2760-30E1-4911-BCFE-5961B5A8799D}"/>
              </a:ext>
            </a:extLst>
          </p:cNvPr>
          <p:cNvGrpSpPr/>
          <p:nvPr/>
        </p:nvGrpSpPr>
        <p:grpSpPr>
          <a:xfrm>
            <a:off x="2022448" y="5537173"/>
            <a:ext cx="492940" cy="406337"/>
            <a:chOff x="3092355" y="3209109"/>
            <a:chExt cx="353705" cy="305189"/>
          </a:xfrm>
        </p:grpSpPr>
        <p:sp>
          <p:nvSpPr>
            <p:cNvPr id="328" name="Border">
              <a:extLst>
                <a:ext uri="{FF2B5EF4-FFF2-40B4-BE49-F238E27FC236}">
                  <a16:creationId xmlns:a16="http://schemas.microsoft.com/office/drawing/2014/main" id="{E83590D1-18E5-4C19-B1CA-84AC1870612E}"/>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29" name="Line 2">
              <a:extLst>
                <a:ext uri="{FF2B5EF4-FFF2-40B4-BE49-F238E27FC236}">
                  <a16:creationId xmlns:a16="http://schemas.microsoft.com/office/drawing/2014/main" id="{DB6ACBC6-4388-4037-AD0B-4414B9489B15}"/>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30" name="Line 1">
              <a:extLst>
                <a:ext uri="{FF2B5EF4-FFF2-40B4-BE49-F238E27FC236}">
                  <a16:creationId xmlns:a16="http://schemas.microsoft.com/office/drawing/2014/main" id="{A7FBB51D-8293-4E57-A357-2D5520857B6F}"/>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331" name="타원 330">
            <a:extLst>
              <a:ext uri="{FF2B5EF4-FFF2-40B4-BE49-F238E27FC236}">
                <a16:creationId xmlns:a16="http://schemas.microsoft.com/office/drawing/2014/main" id="{28903DB2-D4C8-495F-97A7-232B5BDC052A}"/>
              </a:ext>
            </a:extLst>
          </p:cNvPr>
          <p:cNvSpPr/>
          <p:nvPr/>
        </p:nvSpPr>
        <p:spPr>
          <a:xfrm>
            <a:off x="7244414" y="3884356"/>
            <a:ext cx="755848"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33" name="직선 화살표 연결선 332">
            <a:extLst>
              <a:ext uri="{FF2B5EF4-FFF2-40B4-BE49-F238E27FC236}">
                <a16:creationId xmlns:a16="http://schemas.microsoft.com/office/drawing/2014/main" id="{6220F31D-936B-4F9F-B9B6-473B0BFBD13E}"/>
              </a:ext>
            </a:extLst>
          </p:cNvPr>
          <p:cNvCxnSpPr>
            <a:cxnSpLocks/>
            <a:stCxn id="331" idx="2"/>
          </p:cNvCxnSpPr>
          <p:nvPr/>
        </p:nvCxnSpPr>
        <p:spPr>
          <a:xfrm flipH="1">
            <a:off x="6480645" y="4106168"/>
            <a:ext cx="763769"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258" name="표 43">
            <a:extLst>
              <a:ext uri="{FF2B5EF4-FFF2-40B4-BE49-F238E27FC236}">
                <a16:creationId xmlns:a16="http://schemas.microsoft.com/office/drawing/2014/main" id="{3F355A39-50D3-413D-AEE2-75EF6C001F27}"/>
              </a:ext>
            </a:extLst>
          </p:cNvPr>
          <p:cNvGraphicFramePr>
            <a:graphicFrameLocks noGrp="1"/>
          </p:cNvGraphicFramePr>
          <p:nvPr>
            <p:extLst>
              <p:ext uri="{D42A27DB-BD31-4B8C-83A1-F6EECF244321}">
                <p14:modId xmlns:p14="http://schemas.microsoft.com/office/powerpoint/2010/main" val="3246589514"/>
              </p:ext>
            </p:extLst>
          </p:nvPr>
        </p:nvGraphicFramePr>
        <p:xfrm>
          <a:off x="-149557" y="7005075"/>
          <a:ext cx="6508744" cy="1280160"/>
        </p:xfrm>
        <a:graphic>
          <a:graphicData uri="http://schemas.openxmlformats.org/drawingml/2006/table">
            <a:tbl>
              <a:tblPr firstRow="1" bandRow="1">
                <a:tableStyleId>{5940675A-B579-460E-94D1-54222C63F5DA}</a:tableStyleId>
              </a:tblPr>
              <a:tblGrid>
                <a:gridCol w="1057666">
                  <a:extLst>
                    <a:ext uri="{9D8B030D-6E8A-4147-A177-3AD203B41FA5}">
                      <a16:colId xmlns:a16="http://schemas.microsoft.com/office/drawing/2014/main" val="1601486229"/>
                    </a:ext>
                  </a:extLst>
                </a:gridCol>
                <a:gridCol w="5451078">
                  <a:extLst>
                    <a:ext uri="{9D8B030D-6E8A-4147-A177-3AD203B41FA5}">
                      <a16:colId xmlns:a16="http://schemas.microsoft.com/office/drawing/2014/main" val="2738608450"/>
                    </a:ext>
                  </a:extLst>
                </a:gridCol>
              </a:tblGrid>
              <a:tr h="0">
                <a:tc>
                  <a:txBody>
                    <a:bodyPr/>
                    <a:lstStyle/>
                    <a:p>
                      <a:pPr latinLnBrk="1"/>
                      <a:r>
                        <a:rPr lang="ko-KR" altLang="en-US" sz="800" dirty="0"/>
                        <a:t>판매형태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ko-KR" altLang="en-US" sz="800" dirty="0"/>
                        <a:t>상품판매</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28173056"/>
                  </a:ext>
                </a:extLst>
              </a:tr>
              <a:tr h="0">
                <a:tc>
                  <a:txBody>
                    <a:bodyPr/>
                    <a:lstStyle/>
                    <a:p>
                      <a:pPr latinLnBrk="1"/>
                      <a:r>
                        <a:rPr lang="ko-KR" altLang="en-US" sz="800" dirty="0"/>
                        <a:t>과세구분</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ko-KR" altLang="en-US" sz="800" dirty="0"/>
                        <a:t>과세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24445166"/>
                  </a:ext>
                </a:extLst>
              </a:tr>
              <a:tr h="0">
                <a:tc>
                  <a:txBody>
                    <a:bodyPr/>
                    <a:lstStyle/>
                    <a:p>
                      <a:pPr latinLnBrk="1"/>
                      <a:r>
                        <a:rPr lang="ko-KR" altLang="en-US" sz="800" dirty="0"/>
                        <a:t>판매가격</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800" dirty="0"/>
                        <a:t>13,000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80007532"/>
                  </a:ext>
                </a:extLst>
              </a:tr>
              <a:tr h="0">
                <a:tc>
                  <a:txBody>
                    <a:bodyPr/>
                    <a:lstStyle/>
                    <a:p>
                      <a:pPr latinLnBrk="1"/>
                      <a:r>
                        <a:rPr lang="ko-KR" altLang="en-US" sz="800" dirty="0">
                          <a:solidFill>
                            <a:schemeClr val="tx1"/>
                          </a:solidFill>
                        </a:rPr>
                        <a:t>판매이익금</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800" dirty="0"/>
                        <a:t>1,500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405328786"/>
                  </a:ext>
                </a:extLst>
              </a:tr>
              <a:tr h="0">
                <a:tc>
                  <a:txBody>
                    <a:bodyPr/>
                    <a:lstStyle/>
                    <a:p>
                      <a:pPr latinLnBrk="1"/>
                      <a:r>
                        <a:rPr lang="ko-KR" altLang="en-US" sz="800" dirty="0"/>
                        <a:t>재고</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800" dirty="0"/>
                        <a:t>3,223 </a:t>
                      </a:r>
                      <a:r>
                        <a:rPr lang="ko-KR" altLang="en-US" sz="800" dirty="0"/>
                        <a:t>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73779174"/>
                  </a:ext>
                </a:extLst>
              </a:tr>
              <a:tr h="0">
                <a:tc>
                  <a:txBody>
                    <a:bodyPr/>
                    <a:lstStyle/>
                    <a:p>
                      <a:pPr latinLnBrk="1"/>
                      <a:r>
                        <a:rPr lang="ko-KR" altLang="en-US" sz="800" dirty="0"/>
                        <a:t>구매제한수량</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800" dirty="0"/>
                        <a:t>1</a:t>
                      </a:r>
                      <a:r>
                        <a:rPr lang="ko-KR" altLang="en-US" sz="800" dirty="0"/>
                        <a:t>회 구매에 </a:t>
                      </a:r>
                      <a:r>
                        <a:rPr lang="en-US" altLang="ko-KR" sz="800" dirty="0"/>
                        <a:t>100 </a:t>
                      </a:r>
                      <a:r>
                        <a:rPr lang="ko-KR" altLang="en-US" sz="800" dirty="0"/>
                        <a:t>개까지 구매가능</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991333764"/>
                  </a:ext>
                </a:extLst>
              </a:tr>
            </a:tbl>
          </a:graphicData>
        </a:graphic>
      </p:graphicFrame>
    </p:spTree>
    <p:extLst>
      <p:ext uri="{BB962C8B-B14F-4D97-AF65-F5344CB8AC3E}">
        <p14:creationId xmlns:p14="http://schemas.microsoft.com/office/powerpoint/2010/main" val="1416177926"/>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002EAB7B-18AA-4ABB-ABA6-19047CE29469}"/>
              </a:ext>
            </a:extLst>
          </p:cNvPr>
          <p:cNvSpPr/>
          <p:nvPr/>
        </p:nvSpPr>
        <p:spPr>
          <a:xfrm>
            <a:off x="4060209" y="498128"/>
            <a:ext cx="3935785" cy="4517424"/>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3" name="타원 2">
            <a:extLst>
              <a:ext uri="{FF2B5EF4-FFF2-40B4-BE49-F238E27FC236}">
                <a16:creationId xmlns:a16="http://schemas.microsoft.com/office/drawing/2014/main" id="{8DF286B3-EE39-49D6-B0D4-073E1A3BD65B}"/>
              </a:ext>
            </a:extLst>
          </p:cNvPr>
          <p:cNvSpPr/>
          <p:nvPr/>
        </p:nvSpPr>
        <p:spPr>
          <a:xfrm>
            <a:off x="8766610" y="1506101"/>
            <a:ext cx="675862"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5" name="직선 화살표 연결선 4">
            <a:extLst>
              <a:ext uri="{FF2B5EF4-FFF2-40B4-BE49-F238E27FC236}">
                <a16:creationId xmlns:a16="http://schemas.microsoft.com/office/drawing/2014/main" id="{D0CC1E7C-8F0E-46FE-9219-643EA4042ECE}"/>
              </a:ext>
            </a:extLst>
          </p:cNvPr>
          <p:cNvCxnSpPr>
            <a:cxnSpLocks/>
            <a:stCxn id="3" idx="2"/>
          </p:cNvCxnSpPr>
          <p:nvPr/>
        </p:nvCxnSpPr>
        <p:spPr>
          <a:xfrm flipH="1">
            <a:off x="7995994" y="1727913"/>
            <a:ext cx="770616"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pSp>
        <p:nvGrpSpPr>
          <p:cNvPr id="10" name="그룹 9">
            <a:extLst>
              <a:ext uri="{FF2B5EF4-FFF2-40B4-BE49-F238E27FC236}">
                <a16:creationId xmlns:a16="http://schemas.microsoft.com/office/drawing/2014/main" id="{B7C90769-7CBA-4665-81F7-4798171F9A1C}"/>
              </a:ext>
            </a:extLst>
          </p:cNvPr>
          <p:cNvGrpSpPr/>
          <p:nvPr/>
        </p:nvGrpSpPr>
        <p:grpSpPr>
          <a:xfrm>
            <a:off x="4229168" y="1707940"/>
            <a:ext cx="517956" cy="248122"/>
            <a:chOff x="2681976" y="1955121"/>
            <a:chExt cx="1929510" cy="596970"/>
          </a:xfrm>
        </p:grpSpPr>
        <p:sp>
          <p:nvSpPr>
            <p:cNvPr id="12" name="Border">
              <a:extLst>
                <a:ext uri="{FF2B5EF4-FFF2-40B4-BE49-F238E27FC236}">
                  <a16:creationId xmlns:a16="http://schemas.microsoft.com/office/drawing/2014/main" id="{C6F8265F-C2A5-4FE3-BE0B-C464A2637D4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 name="Line 2">
              <a:extLst>
                <a:ext uri="{FF2B5EF4-FFF2-40B4-BE49-F238E27FC236}">
                  <a16:creationId xmlns:a16="http://schemas.microsoft.com/office/drawing/2014/main" id="{801F5D1B-1DEA-420E-8940-AF3DEDC1C827}"/>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 name="Line 1">
              <a:extLst>
                <a:ext uri="{FF2B5EF4-FFF2-40B4-BE49-F238E27FC236}">
                  <a16:creationId xmlns:a16="http://schemas.microsoft.com/office/drawing/2014/main" id="{37C22465-EDFE-4388-9CF3-E1CB138C7A9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 name="TextBox 14">
              <a:extLst>
                <a:ext uri="{FF2B5EF4-FFF2-40B4-BE49-F238E27FC236}">
                  <a16:creationId xmlns:a16="http://schemas.microsoft.com/office/drawing/2014/main" id="{44C12117-66CB-4B50-89A7-C0F0232207BB}"/>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1" name="직사각형 10">
            <a:extLst>
              <a:ext uri="{FF2B5EF4-FFF2-40B4-BE49-F238E27FC236}">
                <a16:creationId xmlns:a16="http://schemas.microsoft.com/office/drawing/2014/main" id="{BFDD9BE0-E077-4AD4-A0EF-F9019023732D}"/>
              </a:ext>
            </a:extLst>
          </p:cNvPr>
          <p:cNvSpPr/>
          <p:nvPr/>
        </p:nvSpPr>
        <p:spPr>
          <a:xfrm>
            <a:off x="4747123" y="1620574"/>
            <a:ext cx="3093515"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sp>
        <p:nvSpPr>
          <p:cNvPr id="16" name="TextBox 15">
            <a:extLst>
              <a:ext uri="{FF2B5EF4-FFF2-40B4-BE49-F238E27FC236}">
                <a16:creationId xmlns:a16="http://schemas.microsoft.com/office/drawing/2014/main" id="{2301F239-748C-4394-B099-E8E9E2CC5501}"/>
              </a:ext>
            </a:extLst>
          </p:cNvPr>
          <p:cNvSpPr txBox="1"/>
          <p:nvPr/>
        </p:nvSpPr>
        <p:spPr>
          <a:xfrm>
            <a:off x="4133011" y="625460"/>
            <a:ext cx="1957587" cy="246221"/>
          </a:xfrm>
          <a:prstGeom prst="rect">
            <a:avLst/>
          </a:prstGeom>
          <a:noFill/>
        </p:spPr>
        <p:txBody>
          <a:bodyPr wrap="none" rtlCol="0">
            <a:spAutoFit/>
          </a:bodyPr>
          <a:lstStyle/>
          <a:p>
            <a:r>
              <a:rPr lang="ko-KR" altLang="en-US" sz="1000" b="1" dirty="0">
                <a:latin typeface="맑은 고딕" panose="020B0503020000020004" pitchFamily="50" charset="-127"/>
                <a:ea typeface="맑은 고딕" panose="020B0503020000020004" pitchFamily="50" charset="-127"/>
              </a:rPr>
              <a:t>○ 판매 상품 정보 </a:t>
            </a:r>
            <a:r>
              <a:rPr lang="en-US" altLang="ko-KR" sz="1000" b="1" dirty="0">
                <a:latin typeface="맑은 고딕" panose="020B0503020000020004" pitchFamily="50" charset="-127"/>
                <a:ea typeface="맑은 고딕" panose="020B0503020000020004" pitchFamily="50" charset="-127"/>
              </a:rPr>
              <a:t>( </a:t>
            </a:r>
            <a:r>
              <a:rPr lang="ko-KR" altLang="en-US" sz="1000" b="1" dirty="0">
                <a:latin typeface="맑은 고딕" panose="020B0503020000020004" pitchFamily="50" charset="-127"/>
                <a:ea typeface="맑은 고딕" panose="020B0503020000020004" pitchFamily="50" charset="-127"/>
              </a:rPr>
              <a:t>자사상품 </a:t>
            </a:r>
            <a:r>
              <a:rPr lang="en-US" altLang="ko-KR" sz="1000" b="1" dirty="0">
                <a:latin typeface="맑은 고딕" panose="020B0503020000020004" pitchFamily="50" charset="-127"/>
                <a:ea typeface="맑은 고딕" panose="020B0503020000020004" pitchFamily="50" charset="-127"/>
              </a:rPr>
              <a:t>)</a:t>
            </a:r>
            <a:endParaRPr lang="ko-KR" altLang="en-US" sz="1000" b="1" dirty="0"/>
          </a:p>
        </p:txBody>
      </p:sp>
      <p:sp>
        <p:nvSpPr>
          <p:cNvPr id="18" name="TextBox 17">
            <a:extLst>
              <a:ext uri="{FF2B5EF4-FFF2-40B4-BE49-F238E27FC236}">
                <a16:creationId xmlns:a16="http://schemas.microsoft.com/office/drawing/2014/main" id="{156C7BE3-A69E-4C1D-BF2E-53B9A1A9F9B4}"/>
              </a:ext>
            </a:extLst>
          </p:cNvPr>
          <p:cNvSpPr txBox="1"/>
          <p:nvPr/>
        </p:nvSpPr>
        <p:spPr>
          <a:xfrm>
            <a:off x="4165792" y="2181567"/>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제약 조건</a:t>
            </a:r>
            <a:endParaRPr lang="ko-KR" altLang="en-US" sz="900" dirty="0"/>
          </a:p>
        </p:txBody>
      </p:sp>
      <p:graphicFrame>
        <p:nvGraphicFramePr>
          <p:cNvPr id="21" name="표 17">
            <a:extLst>
              <a:ext uri="{FF2B5EF4-FFF2-40B4-BE49-F238E27FC236}">
                <a16:creationId xmlns:a16="http://schemas.microsoft.com/office/drawing/2014/main" id="{FE22EEEE-8E7B-49C6-BE57-4FC4AA38C23F}"/>
              </a:ext>
            </a:extLst>
          </p:cNvPr>
          <p:cNvGraphicFramePr>
            <a:graphicFrameLocks noGrp="1"/>
          </p:cNvGraphicFramePr>
          <p:nvPr>
            <p:extLst>
              <p:ext uri="{D42A27DB-BD31-4B8C-83A1-F6EECF244321}">
                <p14:modId xmlns:p14="http://schemas.microsoft.com/office/powerpoint/2010/main" val="1855886905"/>
              </p:ext>
            </p:extLst>
          </p:nvPr>
        </p:nvGraphicFramePr>
        <p:xfrm>
          <a:off x="4272610" y="3834210"/>
          <a:ext cx="3472494" cy="42672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판매 가격</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1,000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지급 포인트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350 Point</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5781110"/>
                  </a:ext>
                </a:extLst>
              </a:tr>
            </a:tbl>
          </a:graphicData>
        </a:graphic>
      </p:graphicFrame>
      <p:sp>
        <p:nvSpPr>
          <p:cNvPr id="22" name="TextBox 21">
            <a:extLst>
              <a:ext uri="{FF2B5EF4-FFF2-40B4-BE49-F238E27FC236}">
                <a16:creationId xmlns:a16="http://schemas.microsoft.com/office/drawing/2014/main" id="{7C50109F-C9A9-404A-A039-F8E1747258CC}"/>
              </a:ext>
            </a:extLst>
          </p:cNvPr>
          <p:cNvSpPr txBox="1"/>
          <p:nvPr/>
        </p:nvSpPr>
        <p:spPr>
          <a:xfrm>
            <a:off x="4165792" y="3612205"/>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판매 설정 정보</a:t>
            </a:r>
            <a:endParaRPr lang="ko-KR" altLang="en-US" sz="900" dirty="0"/>
          </a:p>
        </p:txBody>
      </p:sp>
      <p:sp>
        <p:nvSpPr>
          <p:cNvPr id="23" name="직사각형 22">
            <a:extLst>
              <a:ext uri="{FF2B5EF4-FFF2-40B4-BE49-F238E27FC236}">
                <a16:creationId xmlns:a16="http://schemas.microsoft.com/office/drawing/2014/main" id="{36B9D495-5BB1-44C0-B9B0-C6B653533820}"/>
              </a:ext>
            </a:extLst>
          </p:cNvPr>
          <p:cNvSpPr/>
          <p:nvPr/>
        </p:nvSpPr>
        <p:spPr>
          <a:xfrm>
            <a:off x="5722469" y="4363468"/>
            <a:ext cx="747061"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창닫기</a:t>
            </a:r>
            <a:endParaRPr lang="en-US" altLang="ko-KR" sz="800" dirty="0">
              <a:solidFill>
                <a:schemeClr val="bg1"/>
              </a:solidFill>
            </a:endParaRPr>
          </a:p>
        </p:txBody>
      </p:sp>
      <p:grpSp>
        <p:nvGrpSpPr>
          <p:cNvPr id="24" name="Image">
            <a:extLst>
              <a:ext uri="{FF2B5EF4-FFF2-40B4-BE49-F238E27FC236}">
                <a16:creationId xmlns:a16="http://schemas.microsoft.com/office/drawing/2014/main" id="{D9FE3800-CAD8-4A8F-A35B-2853C9EAFCFE}"/>
              </a:ext>
            </a:extLst>
          </p:cNvPr>
          <p:cNvGrpSpPr>
            <a:grpSpLocks/>
          </p:cNvGrpSpPr>
          <p:nvPr/>
        </p:nvGrpSpPr>
        <p:grpSpPr bwMode="auto">
          <a:xfrm>
            <a:off x="7635922" y="646495"/>
            <a:ext cx="204716" cy="209797"/>
            <a:chOff x="508000" y="1397000"/>
            <a:chExt cx="1008112" cy="1008112"/>
          </a:xfrm>
        </p:grpSpPr>
        <p:sp>
          <p:nvSpPr>
            <p:cNvPr id="25" name="Border">
              <a:extLst>
                <a:ext uri="{FF2B5EF4-FFF2-40B4-BE49-F238E27FC236}">
                  <a16:creationId xmlns:a16="http://schemas.microsoft.com/office/drawing/2014/main" id="{DF532FDC-0E03-4252-AD05-91900219F31C}"/>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6" name="Line 2">
              <a:extLst>
                <a:ext uri="{FF2B5EF4-FFF2-40B4-BE49-F238E27FC236}">
                  <a16:creationId xmlns:a16="http://schemas.microsoft.com/office/drawing/2014/main" id="{617FFD58-F716-495D-BF9E-26971610D235}"/>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7" name="Line 1">
              <a:extLst>
                <a:ext uri="{FF2B5EF4-FFF2-40B4-BE49-F238E27FC236}">
                  <a16:creationId xmlns:a16="http://schemas.microsoft.com/office/drawing/2014/main" id="{1E10DC66-B649-4C09-B2CC-D3B93294552B}"/>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aphicFrame>
        <p:nvGraphicFramePr>
          <p:cNvPr id="28" name="표 17">
            <a:extLst>
              <a:ext uri="{FF2B5EF4-FFF2-40B4-BE49-F238E27FC236}">
                <a16:creationId xmlns:a16="http://schemas.microsoft.com/office/drawing/2014/main" id="{374BC427-0C2B-4C16-A063-3E865ADEE5B0}"/>
              </a:ext>
            </a:extLst>
          </p:cNvPr>
          <p:cNvGraphicFramePr>
            <a:graphicFrameLocks noGrp="1"/>
          </p:cNvGraphicFramePr>
          <p:nvPr>
            <p:extLst>
              <p:ext uri="{D42A27DB-BD31-4B8C-83A1-F6EECF244321}">
                <p14:modId xmlns:p14="http://schemas.microsoft.com/office/powerpoint/2010/main" val="2008211185"/>
              </p:ext>
            </p:extLst>
          </p:nvPr>
        </p:nvGraphicFramePr>
        <p:xfrm>
          <a:off x="4272610" y="1210404"/>
          <a:ext cx="3472494" cy="21336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판매 상품 코드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Me9-Shop-0032022</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bl>
          </a:graphicData>
        </a:graphic>
      </p:graphicFrame>
      <p:sp>
        <p:nvSpPr>
          <p:cNvPr id="29" name="TextBox 28">
            <a:extLst>
              <a:ext uri="{FF2B5EF4-FFF2-40B4-BE49-F238E27FC236}">
                <a16:creationId xmlns:a16="http://schemas.microsoft.com/office/drawing/2014/main" id="{BFE97DA1-BB61-4F13-87ED-7E10A200EFB4}"/>
              </a:ext>
            </a:extLst>
          </p:cNvPr>
          <p:cNvSpPr txBox="1"/>
          <p:nvPr/>
        </p:nvSpPr>
        <p:spPr>
          <a:xfrm>
            <a:off x="4165792" y="988399"/>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판매 상품 코드</a:t>
            </a:r>
            <a:endParaRPr lang="ko-KR" altLang="en-US" sz="900" dirty="0"/>
          </a:p>
        </p:txBody>
      </p:sp>
      <p:graphicFrame>
        <p:nvGraphicFramePr>
          <p:cNvPr id="30" name="표 29">
            <a:extLst>
              <a:ext uri="{FF2B5EF4-FFF2-40B4-BE49-F238E27FC236}">
                <a16:creationId xmlns:a16="http://schemas.microsoft.com/office/drawing/2014/main" id="{4C634236-D522-4D72-AE18-EDAF3D32A871}"/>
              </a:ext>
            </a:extLst>
          </p:cNvPr>
          <p:cNvGraphicFramePr>
            <a:graphicFrameLocks noGrp="1"/>
          </p:cNvGraphicFramePr>
          <p:nvPr>
            <p:extLst>
              <p:ext uri="{D42A27DB-BD31-4B8C-83A1-F6EECF244321}">
                <p14:modId xmlns:p14="http://schemas.microsoft.com/office/powerpoint/2010/main" val="33977526"/>
              </p:ext>
            </p:extLst>
          </p:nvPr>
        </p:nvGraphicFramePr>
        <p:xfrm>
          <a:off x="10171774" y="22159"/>
          <a:ext cx="1979018" cy="193651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RF-02-04-05-11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 상세페이지</a:t>
                      </a:r>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채널의 판매</a:t>
                      </a:r>
                      <a:r>
                        <a:rPr lang="ko-KR" altLang="en-US" sz="800" baseline="0" dirty="0"/>
                        <a:t> </a:t>
                      </a:r>
                      <a:r>
                        <a:rPr lang="ko-KR" altLang="en-US" sz="800" dirty="0"/>
                        <a:t>상품의 상세보기 화면</a:t>
                      </a:r>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algn="l" latinLnBrk="1"/>
                      <a:r>
                        <a:rPr lang="en-US" altLang="ko-KR" sz="800" dirty="0"/>
                        <a:t>Shop</a:t>
                      </a:r>
                      <a:r>
                        <a:rPr lang="ko-KR" altLang="en-US" sz="800" dirty="0"/>
                        <a:t>채널의 판매</a:t>
                      </a:r>
                      <a:r>
                        <a:rPr lang="ko-KR" altLang="en-US" sz="800" baseline="0" dirty="0"/>
                        <a:t> </a:t>
                      </a:r>
                      <a:r>
                        <a:rPr lang="ko-KR" altLang="en-US" sz="800" dirty="0"/>
                        <a:t>상품 목록에서 </a:t>
                      </a:r>
                      <a:r>
                        <a:rPr lang="en-US" altLang="ko-KR" sz="800" dirty="0"/>
                        <a:t>“</a:t>
                      </a:r>
                      <a:r>
                        <a:rPr lang="ko-KR" altLang="en-US" sz="800" dirty="0"/>
                        <a:t>보기</a:t>
                      </a:r>
                      <a:r>
                        <a:rPr lang="en-US" altLang="ko-KR" sz="800" dirty="0"/>
                        <a:t>＂</a:t>
                      </a:r>
                      <a:r>
                        <a:rPr lang="ko-KR" altLang="en-US" sz="800" dirty="0"/>
                        <a:t>를 클릭할 때 보이는 </a:t>
                      </a:r>
                      <a:r>
                        <a:rPr lang="ko-KR" altLang="en-US" sz="800" dirty="0" err="1"/>
                        <a:t>상품간략정보</a:t>
                      </a:r>
                      <a:r>
                        <a:rPr lang="ko-KR" altLang="en-US" sz="800" dirty="0"/>
                        <a:t> 표시하는 화면</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graphicFrame>
        <p:nvGraphicFramePr>
          <p:cNvPr id="32" name="표 17">
            <a:extLst>
              <a:ext uri="{FF2B5EF4-FFF2-40B4-BE49-F238E27FC236}">
                <a16:creationId xmlns:a16="http://schemas.microsoft.com/office/drawing/2014/main" id="{FE75C400-E150-46ED-8506-F34886ABF52C}"/>
              </a:ext>
            </a:extLst>
          </p:cNvPr>
          <p:cNvGraphicFramePr>
            <a:graphicFrameLocks noGrp="1"/>
          </p:cNvGraphicFramePr>
          <p:nvPr>
            <p:extLst>
              <p:ext uri="{D42A27DB-BD31-4B8C-83A1-F6EECF244321}">
                <p14:modId xmlns:p14="http://schemas.microsoft.com/office/powerpoint/2010/main" val="143758138"/>
              </p:ext>
            </p:extLst>
          </p:nvPr>
        </p:nvGraphicFramePr>
        <p:xfrm>
          <a:off x="4272610" y="2451784"/>
          <a:ext cx="3472494" cy="106680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판매형태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상품판매</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상품가격</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1,000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ko-KR" altLang="en-US" sz="800" dirty="0">
                          <a:solidFill>
                            <a:schemeClr val="tx1"/>
                          </a:solidFill>
                        </a:rPr>
                        <a:t>재고</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20,000 </a:t>
                      </a:r>
                      <a:r>
                        <a:rPr lang="ko-KR" altLang="en-US" sz="800" dirty="0"/>
                        <a:t>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r h="0">
                <a:tc>
                  <a:txBody>
                    <a:bodyPr/>
                    <a:lstStyle/>
                    <a:p>
                      <a:pPr latinLnBrk="1"/>
                      <a:r>
                        <a:rPr lang="ko-KR" altLang="en-US" sz="800" dirty="0">
                          <a:solidFill>
                            <a:schemeClr val="tx1"/>
                          </a:solidFill>
                        </a:rPr>
                        <a:t>구매제한수량</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1</a:t>
                      </a:r>
                      <a:r>
                        <a:rPr lang="ko-KR" altLang="en-US" sz="800" dirty="0"/>
                        <a:t>회 </a:t>
                      </a:r>
                      <a:r>
                        <a:rPr lang="ko-KR" altLang="en-US" sz="800" dirty="0" err="1"/>
                        <a:t>구매시</a:t>
                      </a:r>
                      <a:r>
                        <a:rPr lang="ko-KR" altLang="en-US" sz="800" dirty="0"/>
                        <a:t> </a:t>
                      </a:r>
                      <a:r>
                        <a:rPr lang="en-US" altLang="ko-KR" sz="800" dirty="0"/>
                        <a:t>100</a:t>
                      </a:r>
                      <a:r>
                        <a:rPr lang="ko-KR" altLang="en-US" sz="800" dirty="0"/>
                        <a:t>개 까지</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03615924"/>
                  </a:ext>
                </a:extLst>
              </a:tr>
              <a:tr h="0">
                <a:tc>
                  <a:txBody>
                    <a:bodyPr/>
                    <a:lstStyle/>
                    <a:p>
                      <a:pPr latinLnBrk="1"/>
                      <a:r>
                        <a:rPr lang="ko-KR" altLang="en-US" sz="800" dirty="0">
                          <a:solidFill>
                            <a:schemeClr val="tx1"/>
                          </a:solidFill>
                        </a:rPr>
                        <a:t>상품 판매 기간</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무기한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523570304"/>
                  </a:ext>
                </a:extLst>
              </a:tr>
            </a:tbl>
          </a:graphicData>
        </a:graphic>
      </p:graphicFrame>
    </p:spTree>
    <p:extLst>
      <p:ext uri="{BB962C8B-B14F-4D97-AF65-F5344CB8AC3E}">
        <p14:creationId xmlns:p14="http://schemas.microsoft.com/office/powerpoint/2010/main" val="2069866705"/>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표 2">
            <a:extLst>
              <a:ext uri="{FF2B5EF4-FFF2-40B4-BE49-F238E27FC236}">
                <a16:creationId xmlns:a16="http://schemas.microsoft.com/office/drawing/2014/main" id="{B606F889-4AE4-4E52-B5AC-B8A86C680C9A}"/>
              </a:ext>
            </a:extLst>
          </p:cNvPr>
          <p:cNvGraphicFramePr>
            <a:graphicFrameLocks noGrp="1"/>
          </p:cNvGraphicFramePr>
          <p:nvPr>
            <p:extLst>
              <p:ext uri="{D42A27DB-BD31-4B8C-83A1-F6EECF244321}">
                <p14:modId xmlns:p14="http://schemas.microsoft.com/office/powerpoint/2010/main" val="1218691306"/>
              </p:ext>
            </p:extLst>
          </p:nvPr>
        </p:nvGraphicFramePr>
        <p:xfrm>
          <a:off x="10171774" y="22159"/>
          <a:ext cx="1979018" cy="205843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RF-02-04-05-12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marL="0" indent="0" algn="l" latinLnBrk="1">
                        <a:buFontTx/>
                        <a:buNone/>
                      </a:pPr>
                      <a:r>
                        <a:rPr lang="en-US" altLang="ko-KR" sz="800" dirty="0"/>
                        <a:t>Shop</a:t>
                      </a:r>
                      <a:r>
                        <a:rPr lang="ko-KR" altLang="en-US" sz="800" dirty="0" err="1"/>
                        <a:t>채널관리</a:t>
                      </a:r>
                      <a:r>
                        <a:rPr lang="ko-KR" altLang="en-US" sz="800" dirty="0"/>
                        <a:t> </a:t>
                      </a:r>
                      <a:r>
                        <a:rPr lang="en-US" altLang="ko-KR" sz="800" dirty="0"/>
                        <a:t>&gt; Shop</a:t>
                      </a:r>
                      <a:r>
                        <a:rPr lang="ko-KR" altLang="en-US" sz="800" dirty="0"/>
                        <a:t>채널 상세페이지</a:t>
                      </a:r>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채널의 </a:t>
                      </a:r>
                      <a:r>
                        <a:rPr lang="ko-KR" altLang="en-US" sz="800" dirty="0" err="1"/>
                        <a:t>판매중지된</a:t>
                      </a:r>
                      <a:r>
                        <a:rPr lang="ko-KR" altLang="en-US" sz="800" dirty="0"/>
                        <a:t> 상품의 상세보기 화면</a:t>
                      </a:r>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algn="l" latinLnBrk="1"/>
                      <a:r>
                        <a:rPr lang="en-US" altLang="ko-KR" sz="800" dirty="0"/>
                        <a:t>Shop</a:t>
                      </a:r>
                      <a:r>
                        <a:rPr lang="ko-KR" altLang="en-US" sz="800" dirty="0"/>
                        <a:t>채널의 판매중지상품 목록에서 </a:t>
                      </a:r>
                      <a:r>
                        <a:rPr lang="en-US" altLang="ko-KR" sz="800" dirty="0"/>
                        <a:t>“</a:t>
                      </a:r>
                      <a:r>
                        <a:rPr lang="ko-KR" altLang="en-US" sz="800" dirty="0"/>
                        <a:t>보기</a:t>
                      </a:r>
                      <a:r>
                        <a:rPr lang="en-US" altLang="ko-KR" sz="800" dirty="0"/>
                        <a:t>＂</a:t>
                      </a:r>
                      <a:r>
                        <a:rPr lang="ko-KR" altLang="en-US" sz="800" dirty="0"/>
                        <a:t>를 클릭할 때 보이는 상품간략정보 표시하는 화면</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4" name="직사각형 3">
            <a:extLst>
              <a:ext uri="{FF2B5EF4-FFF2-40B4-BE49-F238E27FC236}">
                <a16:creationId xmlns:a16="http://schemas.microsoft.com/office/drawing/2014/main" id="{002EAB7B-18AA-4ABB-ABA6-19047CE29469}"/>
              </a:ext>
            </a:extLst>
          </p:cNvPr>
          <p:cNvSpPr/>
          <p:nvPr/>
        </p:nvSpPr>
        <p:spPr>
          <a:xfrm>
            <a:off x="4060209" y="498128"/>
            <a:ext cx="3935785" cy="4517424"/>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5" name="타원 4">
            <a:extLst>
              <a:ext uri="{FF2B5EF4-FFF2-40B4-BE49-F238E27FC236}">
                <a16:creationId xmlns:a16="http://schemas.microsoft.com/office/drawing/2014/main" id="{8DF286B3-EE39-49D6-B0D4-073E1A3BD65B}"/>
              </a:ext>
            </a:extLst>
          </p:cNvPr>
          <p:cNvSpPr/>
          <p:nvPr/>
        </p:nvSpPr>
        <p:spPr>
          <a:xfrm>
            <a:off x="8766610" y="1506101"/>
            <a:ext cx="675862"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 name="직선 화살표 연결선 6">
            <a:extLst>
              <a:ext uri="{FF2B5EF4-FFF2-40B4-BE49-F238E27FC236}">
                <a16:creationId xmlns:a16="http://schemas.microsoft.com/office/drawing/2014/main" id="{D0CC1E7C-8F0E-46FE-9219-643EA4042ECE}"/>
              </a:ext>
            </a:extLst>
          </p:cNvPr>
          <p:cNvCxnSpPr>
            <a:cxnSpLocks/>
            <a:stCxn id="5" idx="2"/>
          </p:cNvCxnSpPr>
          <p:nvPr/>
        </p:nvCxnSpPr>
        <p:spPr>
          <a:xfrm flipH="1">
            <a:off x="7995994" y="1727913"/>
            <a:ext cx="770616"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pSp>
        <p:nvGrpSpPr>
          <p:cNvPr id="8" name="그룹 7">
            <a:extLst>
              <a:ext uri="{FF2B5EF4-FFF2-40B4-BE49-F238E27FC236}">
                <a16:creationId xmlns:a16="http://schemas.microsoft.com/office/drawing/2014/main" id="{B7C90769-7CBA-4665-81F7-4798171F9A1C}"/>
              </a:ext>
            </a:extLst>
          </p:cNvPr>
          <p:cNvGrpSpPr/>
          <p:nvPr/>
        </p:nvGrpSpPr>
        <p:grpSpPr>
          <a:xfrm>
            <a:off x="4229168" y="1707940"/>
            <a:ext cx="517956" cy="248122"/>
            <a:chOff x="2681976" y="1955121"/>
            <a:chExt cx="1929510" cy="596970"/>
          </a:xfrm>
        </p:grpSpPr>
        <p:sp>
          <p:nvSpPr>
            <p:cNvPr id="9" name="Border">
              <a:extLst>
                <a:ext uri="{FF2B5EF4-FFF2-40B4-BE49-F238E27FC236}">
                  <a16:creationId xmlns:a16="http://schemas.microsoft.com/office/drawing/2014/main" id="{C6F8265F-C2A5-4FE3-BE0B-C464A2637D4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Line 2">
              <a:extLst>
                <a:ext uri="{FF2B5EF4-FFF2-40B4-BE49-F238E27FC236}">
                  <a16:creationId xmlns:a16="http://schemas.microsoft.com/office/drawing/2014/main" id="{801F5D1B-1DEA-420E-8940-AF3DEDC1C827}"/>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 name="Line 1">
              <a:extLst>
                <a:ext uri="{FF2B5EF4-FFF2-40B4-BE49-F238E27FC236}">
                  <a16:creationId xmlns:a16="http://schemas.microsoft.com/office/drawing/2014/main" id="{37C22465-EDFE-4388-9CF3-E1CB138C7A9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 name="TextBox 11">
              <a:extLst>
                <a:ext uri="{FF2B5EF4-FFF2-40B4-BE49-F238E27FC236}">
                  <a16:creationId xmlns:a16="http://schemas.microsoft.com/office/drawing/2014/main" id="{44C12117-66CB-4B50-89A7-C0F0232207BB}"/>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3" name="직사각형 12">
            <a:extLst>
              <a:ext uri="{FF2B5EF4-FFF2-40B4-BE49-F238E27FC236}">
                <a16:creationId xmlns:a16="http://schemas.microsoft.com/office/drawing/2014/main" id="{BFDD9BE0-E077-4AD4-A0EF-F9019023732D}"/>
              </a:ext>
            </a:extLst>
          </p:cNvPr>
          <p:cNvSpPr/>
          <p:nvPr/>
        </p:nvSpPr>
        <p:spPr>
          <a:xfrm>
            <a:off x="4747123" y="1620574"/>
            <a:ext cx="3093515"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sp>
        <p:nvSpPr>
          <p:cNvPr id="14" name="TextBox 13">
            <a:extLst>
              <a:ext uri="{FF2B5EF4-FFF2-40B4-BE49-F238E27FC236}">
                <a16:creationId xmlns:a16="http://schemas.microsoft.com/office/drawing/2014/main" id="{2301F239-748C-4394-B099-E8E9E2CC5501}"/>
              </a:ext>
            </a:extLst>
          </p:cNvPr>
          <p:cNvSpPr txBox="1"/>
          <p:nvPr/>
        </p:nvSpPr>
        <p:spPr>
          <a:xfrm>
            <a:off x="4133011" y="625460"/>
            <a:ext cx="1957587" cy="246221"/>
          </a:xfrm>
          <a:prstGeom prst="rect">
            <a:avLst/>
          </a:prstGeom>
          <a:noFill/>
        </p:spPr>
        <p:txBody>
          <a:bodyPr wrap="none" rtlCol="0">
            <a:spAutoFit/>
          </a:bodyPr>
          <a:lstStyle/>
          <a:p>
            <a:r>
              <a:rPr lang="ko-KR" altLang="en-US" sz="1000" b="1" dirty="0">
                <a:latin typeface="맑은 고딕" panose="020B0503020000020004" pitchFamily="50" charset="-127"/>
                <a:ea typeface="맑은 고딕" panose="020B0503020000020004" pitchFamily="50" charset="-127"/>
              </a:rPr>
              <a:t>○ 판매 상품 정보 </a:t>
            </a:r>
            <a:r>
              <a:rPr lang="en-US" altLang="ko-KR" sz="1000" b="1" dirty="0">
                <a:latin typeface="맑은 고딕" panose="020B0503020000020004" pitchFamily="50" charset="-127"/>
                <a:ea typeface="맑은 고딕" panose="020B0503020000020004" pitchFamily="50" charset="-127"/>
              </a:rPr>
              <a:t>( </a:t>
            </a:r>
            <a:r>
              <a:rPr lang="ko-KR" altLang="en-US" sz="1000" b="1" dirty="0">
                <a:latin typeface="맑은 고딕" panose="020B0503020000020004" pitchFamily="50" charset="-127"/>
                <a:ea typeface="맑은 고딕" panose="020B0503020000020004" pitchFamily="50" charset="-127"/>
              </a:rPr>
              <a:t>자사상품 </a:t>
            </a:r>
            <a:r>
              <a:rPr lang="en-US" altLang="ko-KR" sz="1000" b="1" dirty="0">
                <a:latin typeface="맑은 고딕" panose="020B0503020000020004" pitchFamily="50" charset="-127"/>
                <a:ea typeface="맑은 고딕" panose="020B0503020000020004" pitchFamily="50" charset="-127"/>
              </a:rPr>
              <a:t>)</a:t>
            </a:r>
            <a:endParaRPr lang="ko-KR" altLang="en-US" sz="1000" b="1" dirty="0"/>
          </a:p>
        </p:txBody>
      </p:sp>
      <p:sp>
        <p:nvSpPr>
          <p:cNvPr id="16" name="TextBox 15">
            <a:extLst>
              <a:ext uri="{FF2B5EF4-FFF2-40B4-BE49-F238E27FC236}">
                <a16:creationId xmlns:a16="http://schemas.microsoft.com/office/drawing/2014/main" id="{156C7BE3-A69E-4C1D-BF2E-53B9A1A9F9B4}"/>
              </a:ext>
            </a:extLst>
          </p:cNvPr>
          <p:cNvSpPr txBox="1"/>
          <p:nvPr/>
        </p:nvSpPr>
        <p:spPr>
          <a:xfrm>
            <a:off x="4165792" y="2181567"/>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제약 조건</a:t>
            </a:r>
            <a:endParaRPr lang="ko-KR" altLang="en-US" sz="900" dirty="0"/>
          </a:p>
        </p:txBody>
      </p:sp>
      <p:sp>
        <p:nvSpPr>
          <p:cNvPr id="18" name="TextBox 17">
            <a:extLst>
              <a:ext uri="{FF2B5EF4-FFF2-40B4-BE49-F238E27FC236}">
                <a16:creationId xmlns:a16="http://schemas.microsoft.com/office/drawing/2014/main" id="{7C50109F-C9A9-404A-A039-F8E1747258CC}"/>
              </a:ext>
            </a:extLst>
          </p:cNvPr>
          <p:cNvSpPr txBox="1"/>
          <p:nvPr/>
        </p:nvSpPr>
        <p:spPr>
          <a:xfrm>
            <a:off x="4165792" y="3612205"/>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판매 설정 정보</a:t>
            </a:r>
            <a:endParaRPr lang="ko-KR" altLang="en-US" sz="900" dirty="0"/>
          </a:p>
        </p:txBody>
      </p:sp>
      <p:grpSp>
        <p:nvGrpSpPr>
          <p:cNvPr id="20" name="Image">
            <a:extLst>
              <a:ext uri="{FF2B5EF4-FFF2-40B4-BE49-F238E27FC236}">
                <a16:creationId xmlns:a16="http://schemas.microsoft.com/office/drawing/2014/main" id="{D9FE3800-CAD8-4A8F-A35B-2853C9EAFCFE}"/>
              </a:ext>
            </a:extLst>
          </p:cNvPr>
          <p:cNvGrpSpPr>
            <a:grpSpLocks/>
          </p:cNvGrpSpPr>
          <p:nvPr/>
        </p:nvGrpSpPr>
        <p:grpSpPr bwMode="auto">
          <a:xfrm>
            <a:off x="7635922" y="646495"/>
            <a:ext cx="204716" cy="209797"/>
            <a:chOff x="508000" y="1397000"/>
            <a:chExt cx="1008112" cy="1008112"/>
          </a:xfrm>
        </p:grpSpPr>
        <p:sp>
          <p:nvSpPr>
            <p:cNvPr id="21" name="Border">
              <a:extLst>
                <a:ext uri="{FF2B5EF4-FFF2-40B4-BE49-F238E27FC236}">
                  <a16:creationId xmlns:a16="http://schemas.microsoft.com/office/drawing/2014/main" id="{DF532FDC-0E03-4252-AD05-91900219F31C}"/>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 name="Line 2">
              <a:extLst>
                <a:ext uri="{FF2B5EF4-FFF2-40B4-BE49-F238E27FC236}">
                  <a16:creationId xmlns:a16="http://schemas.microsoft.com/office/drawing/2014/main" id="{617FFD58-F716-495D-BF9E-26971610D235}"/>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3" name="Line 1">
              <a:extLst>
                <a:ext uri="{FF2B5EF4-FFF2-40B4-BE49-F238E27FC236}">
                  <a16:creationId xmlns:a16="http://schemas.microsoft.com/office/drawing/2014/main" id="{1E10DC66-B649-4C09-B2CC-D3B93294552B}"/>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aphicFrame>
        <p:nvGraphicFramePr>
          <p:cNvPr id="24" name="표 17">
            <a:extLst>
              <a:ext uri="{FF2B5EF4-FFF2-40B4-BE49-F238E27FC236}">
                <a16:creationId xmlns:a16="http://schemas.microsoft.com/office/drawing/2014/main" id="{374BC427-0C2B-4C16-A063-3E865ADEE5B0}"/>
              </a:ext>
            </a:extLst>
          </p:cNvPr>
          <p:cNvGraphicFramePr>
            <a:graphicFrameLocks noGrp="1"/>
          </p:cNvGraphicFramePr>
          <p:nvPr>
            <p:extLst>
              <p:ext uri="{D42A27DB-BD31-4B8C-83A1-F6EECF244321}">
                <p14:modId xmlns:p14="http://schemas.microsoft.com/office/powerpoint/2010/main" val="3376625060"/>
              </p:ext>
            </p:extLst>
          </p:nvPr>
        </p:nvGraphicFramePr>
        <p:xfrm>
          <a:off x="4272610" y="1210404"/>
          <a:ext cx="3472494" cy="21336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판매 상품 코드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Me9-Shop-0032022</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bl>
          </a:graphicData>
        </a:graphic>
      </p:graphicFrame>
      <p:sp>
        <p:nvSpPr>
          <p:cNvPr id="25" name="TextBox 24">
            <a:extLst>
              <a:ext uri="{FF2B5EF4-FFF2-40B4-BE49-F238E27FC236}">
                <a16:creationId xmlns:a16="http://schemas.microsoft.com/office/drawing/2014/main" id="{BFE97DA1-BB61-4F13-87ED-7E10A200EFB4}"/>
              </a:ext>
            </a:extLst>
          </p:cNvPr>
          <p:cNvSpPr txBox="1"/>
          <p:nvPr/>
        </p:nvSpPr>
        <p:spPr>
          <a:xfrm>
            <a:off x="4165792" y="988399"/>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판매 상품 코드</a:t>
            </a:r>
            <a:endParaRPr lang="ko-KR" altLang="en-US" sz="900" dirty="0"/>
          </a:p>
        </p:txBody>
      </p:sp>
      <p:graphicFrame>
        <p:nvGraphicFramePr>
          <p:cNvPr id="27" name="표 17">
            <a:extLst>
              <a:ext uri="{FF2B5EF4-FFF2-40B4-BE49-F238E27FC236}">
                <a16:creationId xmlns:a16="http://schemas.microsoft.com/office/drawing/2014/main" id="{11714557-3604-4C5B-A2B2-293A4E6EFE59}"/>
              </a:ext>
            </a:extLst>
          </p:cNvPr>
          <p:cNvGraphicFramePr>
            <a:graphicFrameLocks noGrp="1"/>
          </p:cNvGraphicFramePr>
          <p:nvPr>
            <p:extLst>
              <p:ext uri="{D42A27DB-BD31-4B8C-83A1-F6EECF244321}">
                <p14:modId xmlns:p14="http://schemas.microsoft.com/office/powerpoint/2010/main" val="4237318276"/>
              </p:ext>
            </p:extLst>
          </p:nvPr>
        </p:nvGraphicFramePr>
        <p:xfrm>
          <a:off x="4272610" y="3834210"/>
          <a:ext cx="3472494" cy="42672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판매 가격</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1,000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지급 포인트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350 Point</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5781110"/>
                  </a:ext>
                </a:extLst>
              </a:tr>
            </a:tbl>
          </a:graphicData>
        </a:graphic>
      </p:graphicFrame>
      <p:sp>
        <p:nvSpPr>
          <p:cNvPr id="28" name="직사각형 27">
            <a:extLst>
              <a:ext uri="{FF2B5EF4-FFF2-40B4-BE49-F238E27FC236}">
                <a16:creationId xmlns:a16="http://schemas.microsoft.com/office/drawing/2014/main" id="{DCF82975-77EA-4CBB-B105-B66EE7ECF2F3}"/>
              </a:ext>
            </a:extLst>
          </p:cNvPr>
          <p:cNvSpPr/>
          <p:nvPr/>
        </p:nvSpPr>
        <p:spPr>
          <a:xfrm>
            <a:off x="5722469" y="4363468"/>
            <a:ext cx="747061"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창닫기</a:t>
            </a:r>
            <a:endParaRPr lang="en-US" altLang="ko-KR" sz="800" dirty="0">
              <a:solidFill>
                <a:schemeClr val="bg1"/>
              </a:solidFill>
            </a:endParaRPr>
          </a:p>
        </p:txBody>
      </p:sp>
      <p:graphicFrame>
        <p:nvGraphicFramePr>
          <p:cNvPr id="29" name="표 17">
            <a:extLst>
              <a:ext uri="{FF2B5EF4-FFF2-40B4-BE49-F238E27FC236}">
                <a16:creationId xmlns:a16="http://schemas.microsoft.com/office/drawing/2014/main" id="{82E44347-2A39-4255-A759-5904E537726F}"/>
              </a:ext>
            </a:extLst>
          </p:cNvPr>
          <p:cNvGraphicFramePr>
            <a:graphicFrameLocks noGrp="1"/>
          </p:cNvGraphicFramePr>
          <p:nvPr>
            <p:extLst>
              <p:ext uri="{D42A27DB-BD31-4B8C-83A1-F6EECF244321}">
                <p14:modId xmlns:p14="http://schemas.microsoft.com/office/powerpoint/2010/main" val="1377839613"/>
              </p:ext>
            </p:extLst>
          </p:nvPr>
        </p:nvGraphicFramePr>
        <p:xfrm>
          <a:off x="4272610" y="2451784"/>
          <a:ext cx="3472494" cy="106680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판매형태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상품판매</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상품가격</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1,000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ko-KR" altLang="en-US" sz="800" dirty="0">
                          <a:solidFill>
                            <a:schemeClr val="tx1"/>
                          </a:solidFill>
                        </a:rPr>
                        <a:t>재고</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20,000 </a:t>
                      </a:r>
                      <a:r>
                        <a:rPr lang="ko-KR" altLang="en-US" sz="800" dirty="0"/>
                        <a:t>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r h="0">
                <a:tc>
                  <a:txBody>
                    <a:bodyPr/>
                    <a:lstStyle/>
                    <a:p>
                      <a:pPr latinLnBrk="1"/>
                      <a:r>
                        <a:rPr lang="ko-KR" altLang="en-US" sz="800" dirty="0">
                          <a:solidFill>
                            <a:schemeClr val="tx1"/>
                          </a:solidFill>
                        </a:rPr>
                        <a:t>구매제한수량</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1</a:t>
                      </a:r>
                      <a:r>
                        <a:rPr lang="ko-KR" altLang="en-US" sz="800" dirty="0"/>
                        <a:t>회 </a:t>
                      </a:r>
                      <a:r>
                        <a:rPr lang="ko-KR" altLang="en-US" sz="800" dirty="0" err="1"/>
                        <a:t>구매시</a:t>
                      </a:r>
                      <a:r>
                        <a:rPr lang="ko-KR" altLang="en-US" sz="800" dirty="0"/>
                        <a:t> </a:t>
                      </a:r>
                      <a:r>
                        <a:rPr lang="en-US" altLang="ko-KR" sz="800" dirty="0"/>
                        <a:t>100</a:t>
                      </a:r>
                      <a:r>
                        <a:rPr lang="ko-KR" altLang="en-US" sz="800" dirty="0"/>
                        <a:t>개 까지</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03615924"/>
                  </a:ext>
                </a:extLst>
              </a:tr>
              <a:tr h="0">
                <a:tc>
                  <a:txBody>
                    <a:bodyPr/>
                    <a:lstStyle/>
                    <a:p>
                      <a:pPr latinLnBrk="1"/>
                      <a:r>
                        <a:rPr lang="ko-KR" altLang="en-US" sz="800" dirty="0">
                          <a:solidFill>
                            <a:schemeClr val="tx1"/>
                          </a:solidFill>
                        </a:rPr>
                        <a:t>상품 판매 기간</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무기한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523570304"/>
                  </a:ext>
                </a:extLst>
              </a:tr>
            </a:tbl>
          </a:graphicData>
        </a:graphic>
      </p:graphicFrame>
    </p:spTree>
    <p:extLst>
      <p:ext uri="{BB962C8B-B14F-4D97-AF65-F5344CB8AC3E}">
        <p14:creationId xmlns:p14="http://schemas.microsoft.com/office/powerpoint/2010/main" val="1598133373"/>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5">
            <a:extLst>
              <a:ext uri="{FF2B5EF4-FFF2-40B4-BE49-F238E27FC236}">
                <a16:creationId xmlns:a16="http://schemas.microsoft.com/office/drawing/2014/main" id="{98326335-42A4-4306-A628-352583D65449}"/>
              </a:ext>
            </a:extLst>
          </p:cNvPr>
          <p:cNvGraphicFramePr>
            <a:graphicFrameLocks noGrp="1"/>
          </p:cNvGraphicFramePr>
          <p:nvPr>
            <p:extLst>
              <p:ext uri="{D42A27DB-BD31-4B8C-83A1-F6EECF244321}">
                <p14:modId xmlns:p14="http://schemas.microsoft.com/office/powerpoint/2010/main" val="1196296067"/>
              </p:ext>
            </p:extLst>
          </p:nvPr>
        </p:nvGraphicFramePr>
        <p:xfrm>
          <a:off x="93134" y="550332"/>
          <a:ext cx="9922935" cy="243840"/>
        </p:xfrm>
        <a:graphic>
          <a:graphicData uri="http://schemas.openxmlformats.org/drawingml/2006/table">
            <a:tbl>
              <a:tblPr firstRow="1" bandRow="1">
                <a:tableStyleId>{5940675A-B579-460E-94D1-54222C63F5DA}</a:tableStyleId>
              </a:tblPr>
              <a:tblGrid>
                <a:gridCol w="3307645">
                  <a:extLst>
                    <a:ext uri="{9D8B030D-6E8A-4147-A177-3AD203B41FA5}">
                      <a16:colId xmlns:a16="http://schemas.microsoft.com/office/drawing/2014/main" val="3230482263"/>
                    </a:ext>
                  </a:extLst>
                </a:gridCol>
                <a:gridCol w="3307645">
                  <a:extLst>
                    <a:ext uri="{9D8B030D-6E8A-4147-A177-3AD203B41FA5}">
                      <a16:colId xmlns:a16="http://schemas.microsoft.com/office/drawing/2014/main" val="3730242496"/>
                    </a:ext>
                  </a:extLst>
                </a:gridCol>
                <a:gridCol w="3307645">
                  <a:extLst>
                    <a:ext uri="{9D8B030D-6E8A-4147-A177-3AD203B41FA5}">
                      <a16:colId xmlns:a16="http://schemas.microsoft.com/office/drawing/2014/main" val="844434264"/>
                    </a:ext>
                  </a:extLst>
                </a:gridCol>
              </a:tblGrid>
              <a:tr h="127001">
                <a:tc>
                  <a:txBody>
                    <a:bodyPr/>
                    <a:lstStyle/>
                    <a:p>
                      <a:pPr algn="ctr" latinLnBrk="1"/>
                      <a:r>
                        <a:rPr lang="en-US" altLang="ko-KR" sz="1000" b="0" dirty="0">
                          <a:solidFill>
                            <a:schemeClr val="tx1"/>
                          </a:solidFill>
                        </a:rPr>
                        <a:t>Shop </a:t>
                      </a:r>
                      <a:r>
                        <a:rPr lang="ko-KR" altLang="en-US" sz="1000" b="0" dirty="0">
                          <a:solidFill>
                            <a:schemeClr val="tx1"/>
                          </a:solidFill>
                        </a:rPr>
                        <a:t>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dirty="0"/>
                        <a:t>판매상품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1000" b="1" dirty="0">
                          <a:solidFill>
                            <a:schemeClr val="bg1"/>
                          </a:solidFill>
                        </a:rPr>
                        <a:t>커뮤니티</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extLst>
                  <a:ext uri="{0D108BD9-81ED-4DB2-BD59-A6C34878D82A}">
                    <a16:rowId xmlns:a16="http://schemas.microsoft.com/office/drawing/2014/main" val="1226348592"/>
                  </a:ext>
                </a:extLst>
              </a:tr>
            </a:tbl>
          </a:graphicData>
        </a:graphic>
      </p:graphicFrame>
      <p:sp>
        <p:nvSpPr>
          <p:cNvPr id="27" name="직사각형 26">
            <a:extLst>
              <a:ext uri="{FF2B5EF4-FFF2-40B4-BE49-F238E27FC236}">
                <a16:creationId xmlns:a16="http://schemas.microsoft.com/office/drawing/2014/main" id="{7CF47B7D-D6C0-4126-89E1-46574433AA2A}"/>
              </a:ext>
            </a:extLst>
          </p:cNvPr>
          <p:cNvSpPr/>
          <p:nvPr/>
        </p:nvSpPr>
        <p:spPr>
          <a:xfrm>
            <a:off x="8187180" y="1135545"/>
            <a:ext cx="1828889" cy="254992"/>
          </a:xfrm>
          <a:prstGeom prst="rect">
            <a:avLst/>
          </a:prstGeom>
          <a:solidFill>
            <a:schemeClr val="bg1"/>
          </a:solidFill>
          <a:ln w="6350">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75000"/>
                  </a:schemeClr>
                </a:solidFill>
              </a:rPr>
              <a:t>제목</a:t>
            </a:r>
            <a:r>
              <a:rPr lang="en-US" altLang="ko-KR" sz="800" dirty="0">
                <a:solidFill>
                  <a:schemeClr val="bg1">
                    <a:lumMod val="75000"/>
                  </a:schemeClr>
                </a:solidFill>
              </a:rPr>
              <a:t>, </a:t>
            </a:r>
            <a:r>
              <a:rPr lang="ko-KR" altLang="en-US" sz="800" dirty="0">
                <a:solidFill>
                  <a:schemeClr val="bg1">
                    <a:lumMod val="75000"/>
                  </a:schemeClr>
                </a:solidFill>
              </a:rPr>
              <a:t>내용검색</a:t>
            </a:r>
            <a:endParaRPr lang="ko-KR" altLang="en-US" sz="900" dirty="0">
              <a:solidFill>
                <a:schemeClr val="bg1">
                  <a:lumMod val="75000"/>
                </a:schemeClr>
              </a:solidFill>
            </a:endParaRPr>
          </a:p>
        </p:txBody>
      </p:sp>
      <p:pic>
        <p:nvPicPr>
          <p:cNvPr id="28" name="그림 27">
            <a:extLst>
              <a:ext uri="{FF2B5EF4-FFF2-40B4-BE49-F238E27FC236}">
                <a16:creationId xmlns:a16="http://schemas.microsoft.com/office/drawing/2014/main" id="{B84AE4C9-E8AA-41B0-92E0-408B2D720CB3}"/>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9800046" y="1184291"/>
            <a:ext cx="157211" cy="157211"/>
          </a:xfrm>
          <a:prstGeom prst="rect">
            <a:avLst/>
          </a:prstGeom>
        </p:spPr>
      </p:pic>
      <p:graphicFrame>
        <p:nvGraphicFramePr>
          <p:cNvPr id="29" name="표 28">
            <a:extLst>
              <a:ext uri="{FF2B5EF4-FFF2-40B4-BE49-F238E27FC236}">
                <a16:creationId xmlns:a16="http://schemas.microsoft.com/office/drawing/2014/main" id="{5F28EA7A-25E1-4248-8C16-687FC8B612C3}"/>
              </a:ext>
            </a:extLst>
          </p:cNvPr>
          <p:cNvGraphicFramePr>
            <a:graphicFrameLocks noGrp="1"/>
          </p:cNvGraphicFramePr>
          <p:nvPr>
            <p:extLst>
              <p:ext uri="{D42A27DB-BD31-4B8C-83A1-F6EECF244321}">
                <p14:modId xmlns:p14="http://schemas.microsoft.com/office/powerpoint/2010/main" val="2970421134"/>
              </p:ext>
            </p:extLst>
          </p:nvPr>
        </p:nvGraphicFramePr>
        <p:xfrm>
          <a:off x="93135" y="1508310"/>
          <a:ext cx="9922933" cy="2133600"/>
        </p:xfrm>
        <a:graphic>
          <a:graphicData uri="http://schemas.openxmlformats.org/drawingml/2006/table">
            <a:tbl>
              <a:tblPr firstRow="1" bandRow="1">
                <a:tableStyleId>{5C22544A-7EE6-4342-B048-85BDC9FD1C3A}</a:tableStyleId>
              </a:tblPr>
              <a:tblGrid>
                <a:gridCol w="493719">
                  <a:extLst>
                    <a:ext uri="{9D8B030D-6E8A-4147-A177-3AD203B41FA5}">
                      <a16:colId xmlns:a16="http://schemas.microsoft.com/office/drawing/2014/main" val="20000"/>
                    </a:ext>
                  </a:extLst>
                </a:gridCol>
                <a:gridCol w="7724633">
                  <a:extLst>
                    <a:ext uri="{9D8B030D-6E8A-4147-A177-3AD203B41FA5}">
                      <a16:colId xmlns:a16="http://schemas.microsoft.com/office/drawing/2014/main" val="20001"/>
                    </a:ext>
                  </a:extLst>
                </a:gridCol>
                <a:gridCol w="723331">
                  <a:extLst>
                    <a:ext uri="{9D8B030D-6E8A-4147-A177-3AD203B41FA5}">
                      <a16:colId xmlns:a16="http://schemas.microsoft.com/office/drawing/2014/main" val="20002"/>
                    </a:ext>
                  </a:extLst>
                </a:gridCol>
                <a:gridCol w="981250">
                  <a:extLst>
                    <a:ext uri="{9D8B030D-6E8A-4147-A177-3AD203B41FA5}">
                      <a16:colId xmlns:a16="http://schemas.microsoft.com/office/drawing/2014/main" val="20004"/>
                    </a:ext>
                  </a:extLst>
                </a:gridCol>
              </a:tblGrid>
              <a:tr h="0">
                <a:tc>
                  <a:txBody>
                    <a:bodyPr/>
                    <a:lstStyle/>
                    <a:p>
                      <a:pPr algn="ctr" latinLnBrk="1"/>
                      <a:r>
                        <a:rPr lang="ko-KR" altLang="en-US" sz="800" b="0" dirty="0">
                          <a:solidFill>
                            <a:schemeClr val="tx1"/>
                          </a:solidFill>
                        </a:rPr>
                        <a:t>번호</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제목</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작성자</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rPr>
                        <a:t>Date</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99</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ko-KR" altLang="en-US" sz="800" b="0" dirty="0">
                          <a:solidFill>
                            <a:schemeClr val="tx1"/>
                          </a:solidFill>
                        </a:rPr>
                        <a:t>            공지사항 입니다</a:t>
                      </a:r>
                      <a:r>
                        <a:rPr lang="en-US" altLang="ko-KR" sz="800" b="0" dirty="0">
                          <a:solidFill>
                            <a:schemeClr val="tx1"/>
                          </a:solidFill>
                        </a:rPr>
                        <a:t>. </a:t>
                      </a:r>
                      <a:r>
                        <a:rPr lang="ko-KR" altLang="en-US" sz="800" b="0" dirty="0">
                          <a:solidFill>
                            <a:schemeClr val="tx1"/>
                          </a:solidFill>
                        </a:rPr>
                        <a:t>공지사항 입니다</a:t>
                      </a:r>
                      <a:r>
                        <a:rPr lang="en-US" altLang="ko-KR" sz="800" b="0" dirty="0">
                          <a:solidFill>
                            <a:schemeClr val="tx1"/>
                          </a:solidFill>
                        </a:rPr>
                        <a:t>.</a:t>
                      </a:r>
                      <a:r>
                        <a:rPr lang="ko-KR" altLang="en-US" sz="800" b="0" dirty="0">
                          <a:solidFill>
                            <a:schemeClr val="tx1"/>
                          </a:solidFill>
                        </a:rPr>
                        <a:t> 공지사항 입니다</a:t>
                      </a:r>
                      <a:r>
                        <a:rPr lang="en-US" altLang="ko-KR" sz="800" b="0" dirty="0">
                          <a:solidFill>
                            <a:schemeClr val="tx1"/>
                          </a:solidFill>
                        </a:rPr>
                        <a:t>. </a:t>
                      </a:r>
                      <a:r>
                        <a:rPr lang="ko-KR" altLang="en-US" sz="800" b="0" dirty="0">
                          <a:solidFill>
                            <a:schemeClr val="tx1"/>
                          </a:solidFill>
                        </a:rPr>
                        <a:t>공지사항 입니다</a:t>
                      </a:r>
                      <a:r>
                        <a:rPr lang="en-US" altLang="ko-KR" sz="800" b="0" dirty="0">
                          <a:solidFill>
                            <a:schemeClr val="tx1"/>
                          </a:solidFill>
                        </a:rPr>
                        <a:t>.</a:t>
                      </a:r>
                      <a:r>
                        <a:rPr lang="ko-KR" altLang="en-US" sz="800" b="0" dirty="0">
                          <a:solidFill>
                            <a:schemeClr val="tx1"/>
                          </a:solidFill>
                        </a:rPr>
                        <a:t> 공지사항 입니다</a:t>
                      </a:r>
                      <a:r>
                        <a:rPr lang="en-US" altLang="ko-KR" sz="800" b="0" dirty="0">
                          <a:solidFill>
                            <a:schemeClr val="tx1"/>
                          </a:solidFill>
                        </a:rPr>
                        <a:t>. </a:t>
                      </a:r>
                      <a:r>
                        <a:rPr lang="ko-KR" altLang="en-US" sz="800" b="0" dirty="0">
                          <a:solidFill>
                            <a:schemeClr val="tx1"/>
                          </a:solidFill>
                        </a:rPr>
                        <a:t>공지사항 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en-US" altLang="ko-KR" sz="800" b="0" dirty="0">
                          <a:solidFill>
                            <a:schemeClr val="tx1"/>
                          </a:solidFill>
                        </a:rPr>
                        <a:t>Shop</a:t>
                      </a:r>
                      <a:r>
                        <a:rPr lang="ko-KR" altLang="en-US" sz="800" b="0" dirty="0" err="1">
                          <a:solidFill>
                            <a:schemeClr val="tx1"/>
                          </a:solidFill>
                        </a:rPr>
                        <a:t>채널명</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2024-10-01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98</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ko-KR" altLang="en-US" sz="800" b="0" dirty="0">
                          <a:solidFill>
                            <a:schemeClr val="tx1"/>
                          </a:solidFill>
                        </a:rPr>
                        <a:t>            공지사항 입니다</a:t>
                      </a:r>
                      <a:r>
                        <a:rPr lang="en-US" altLang="ko-KR" sz="800" b="0" dirty="0">
                          <a:solidFill>
                            <a:schemeClr val="tx1"/>
                          </a:solidFill>
                        </a:rPr>
                        <a:t>. </a:t>
                      </a:r>
                      <a:r>
                        <a:rPr lang="ko-KR" altLang="en-US" sz="800" b="0" dirty="0">
                          <a:solidFill>
                            <a:schemeClr val="tx1"/>
                          </a:solidFill>
                        </a:rPr>
                        <a:t>공지사항 입니다</a:t>
                      </a:r>
                      <a:r>
                        <a:rPr lang="en-US" altLang="ko-KR" sz="800" b="0" dirty="0">
                          <a:solidFill>
                            <a:schemeClr val="tx1"/>
                          </a:solidFill>
                        </a:rPr>
                        <a:t>.</a:t>
                      </a:r>
                      <a:r>
                        <a:rPr lang="ko-KR" altLang="en-US" sz="800" b="0" dirty="0">
                          <a:solidFill>
                            <a:schemeClr val="tx1"/>
                          </a:solidFill>
                        </a:rPr>
                        <a:t> 공지사항 입니다</a:t>
                      </a:r>
                      <a:r>
                        <a:rPr lang="en-US" altLang="ko-KR" sz="800" b="0" dirty="0">
                          <a:solidFill>
                            <a:schemeClr val="tx1"/>
                          </a:solidFill>
                        </a:rPr>
                        <a:t>. </a:t>
                      </a:r>
                      <a:r>
                        <a:rPr lang="ko-KR" altLang="en-US" sz="800" b="0" dirty="0">
                          <a:solidFill>
                            <a:schemeClr val="tx1"/>
                          </a:solidFill>
                        </a:rPr>
                        <a:t>공지사항 입니다</a:t>
                      </a:r>
                      <a:r>
                        <a:rPr lang="en-US" altLang="ko-KR" sz="800" b="0" dirty="0">
                          <a:solidFill>
                            <a:schemeClr val="tx1"/>
                          </a:solidFill>
                        </a:rPr>
                        <a:t>.</a:t>
                      </a:r>
                      <a:r>
                        <a:rPr lang="ko-KR" altLang="en-US" sz="800" b="0" dirty="0">
                          <a:solidFill>
                            <a:schemeClr val="tx1"/>
                          </a:solidFill>
                        </a:rPr>
                        <a:t> 공지사항 입니다</a:t>
                      </a:r>
                      <a:r>
                        <a:rPr lang="en-US" altLang="ko-KR" sz="800" b="0" dirty="0">
                          <a:solidFill>
                            <a:schemeClr val="tx1"/>
                          </a:solidFill>
                        </a:rPr>
                        <a:t>. </a:t>
                      </a:r>
                      <a:r>
                        <a:rPr lang="ko-KR" altLang="en-US" sz="800" b="0" dirty="0">
                          <a:solidFill>
                            <a:schemeClr val="tx1"/>
                          </a:solidFill>
                        </a:rPr>
                        <a:t>공지사항 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en-US" altLang="ko-KR" sz="800" b="0" dirty="0">
                          <a:solidFill>
                            <a:schemeClr val="tx1"/>
                          </a:solidFill>
                        </a:rPr>
                        <a:t>Shop</a:t>
                      </a:r>
                      <a:r>
                        <a:rPr lang="ko-KR" altLang="en-US" sz="800" b="0" dirty="0" err="1">
                          <a:solidFill>
                            <a:schemeClr val="tx1"/>
                          </a:solidFill>
                        </a:rPr>
                        <a:t>채널명</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2024-10-01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97</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r>
                        <a:rPr lang="ko-KR" altLang="en-US" sz="800" b="0" dirty="0">
                          <a:solidFill>
                            <a:schemeClr val="tx1"/>
                          </a:solidFill>
                        </a:rPr>
                        <a:t> 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en-US" altLang="ko-KR" sz="800" b="0" dirty="0">
                          <a:solidFill>
                            <a:schemeClr val="tx1"/>
                          </a:solidFill>
                        </a:rPr>
                        <a:t>Shop</a:t>
                      </a:r>
                      <a:r>
                        <a:rPr lang="ko-KR" altLang="en-US" sz="800" b="0" dirty="0" err="1">
                          <a:solidFill>
                            <a:schemeClr val="tx1"/>
                          </a:solidFill>
                        </a:rPr>
                        <a:t>채널명</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2024-10-01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algn="ctr" latinLnBrk="1"/>
                      <a:r>
                        <a:rPr lang="en-US" altLang="ko-KR" sz="800" b="0" dirty="0">
                          <a:solidFill>
                            <a:schemeClr val="tx1"/>
                          </a:solidFill>
                        </a:rPr>
                        <a:t>96</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r>
                        <a:rPr lang="ko-KR" altLang="en-US" sz="800" b="0" dirty="0">
                          <a:solidFill>
                            <a:schemeClr val="tx1"/>
                          </a:solidFill>
                        </a:rPr>
                        <a:t> 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en-US" altLang="ko-KR" sz="800" b="0" dirty="0">
                          <a:solidFill>
                            <a:schemeClr val="tx1"/>
                          </a:solidFill>
                        </a:rPr>
                        <a:t>Shop</a:t>
                      </a:r>
                      <a:r>
                        <a:rPr lang="ko-KR" altLang="en-US" sz="800" b="0" dirty="0" err="1">
                          <a:solidFill>
                            <a:schemeClr val="tx1"/>
                          </a:solidFill>
                        </a:rPr>
                        <a:t>채널명</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2024-10-01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4"/>
                  </a:ext>
                </a:extLst>
              </a:tr>
              <a:tr h="0">
                <a:tc>
                  <a:txBody>
                    <a:bodyPr/>
                    <a:lstStyle/>
                    <a:p>
                      <a:pPr algn="ctr" latinLnBrk="1"/>
                      <a:r>
                        <a:rPr lang="en-US" altLang="ko-KR" sz="800" b="0" dirty="0">
                          <a:solidFill>
                            <a:schemeClr val="tx1"/>
                          </a:solidFill>
                        </a:rPr>
                        <a:t>95</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r>
                        <a:rPr lang="ko-KR" altLang="en-US" sz="800" b="0" dirty="0">
                          <a:solidFill>
                            <a:schemeClr val="tx1"/>
                          </a:solidFill>
                        </a:rPr>
                        <a:t> 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en-US" altLang="ko-KR" sz="800" b="0" dirty="0">
                          <a:solidFill>
                            <a:schemeClr val="tx1"/>
                          </a:solidFill>
                        </a:rPr>
                        <a:t>Shop</a:t>
                      </a:r>
                      <a:r>
                        <a:rPr lang="ko-KR" altLang="en-US" sz="800" b="0" dirty="0" err="1">
                          <a:solidFill>
                            <a:schemeClr val="tx1"/>
                          </a:solidFill>
                        </a:rPr>
                        <a:t>채널명</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2024-10-01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r h="0">
                <a:tc>
                  <a:txBody>
                    <a:bodyPr/>
                    <a:lstStyle/>
                    <a:p>
                      <a:pPr algn="ctr" latinLnBrk="1"/>
                      <a:r>
                        <a:rPr lang="en-US" altLang="ko-KR" sz="800" b="0" dirty="0">
                          <a:solidFill>
                            <a:schemeClr val="tx1"/>
                          </a:solidFill>
                        </a:rPr>
                        <a:t>94</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r>
                        <a:rPr lang="ko-KR" altLang="en-US" sz="800" b="0" dirty="0">
                          <a:solidFill>
                            <a:schemeClr val="tx1"/>
                          </a:solidFill>
                        </a:rPr>
                        <a:t> 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en-US" altLang="ko-KR" sz="800" b="0" dirty="0">
                          <a:solidFill>
                            <a:schemeClr val="tx1"/>
                          </a:solidFill>
                        </a:rPr>
                        <a:t>Shop</a:t>
                      </a:r>
                      <a:r>
                        <a:rPr lang="ko-KR" altLang="en-US" sz="800" b="0" dirty="0" err="1">
                          <a:solidFill>
                            <a:schemeClr val="tx1"/>
                          </a:solidFill>
                        </a:rPr>
                        <a:t>채널명</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2024-10-01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6"/>
                  </a:ext>
                </a:extLst>
              </a:tr>
              <a:tr h="0">
                <a:tc>
                  <a:txBody>
                    <a:bodyPr/>
                    <a:lstStyle/>
                    <a:p>
                      <a:pPr algn="ctr" latinLnBrk="1"/>
                      <a:r>
                        <a:rPr lang="en-US" altLang="ko-KR" sz="800" b="0" dirty="0">
                          <a:solidFill>
                            <a:schemeClr val="tx1"/>
                          </a:solidFill>
                        </a:rPr>
                        <a:t>93</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r>
                        <a:rPr lang="ko-KR" altLang="en-US" sz="800" b="0" dirty="0">
                          <a:solidFill>
                            <a:schemeClr val="tx1"/>
                          </a:solidFill>
                        </a:rPr>
                        <a:t> 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en-US" altLang="ko-KR" sz="800" b="0" dirty="0">
                          <a:solidFill>
                            <a:schemeClr val="tx1"/>
                          </a:solidFill>
                        </a:rPr>
                        <a:t>Shop</a:t>
                      </a:r>
                      <a:r>
                        <a:rPr lang="ko-KR" altLang="en-US" sz="800" b="0" dirty="0" err="1">
                          <a:solidFill>
                            <a:schemeClr val="tx1"/>
                          </a:solidFill>
                        </a:rPr>
                        <a:t>채널명</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2024-10-01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7"/>
                  </a:ext>
                </a:extLst>
              </a:tr>
              <a:tr h="0">
                <a:tc>
                  <a:txBody>
                    <a:bodyPr/>
                    <a:lstStyle/>
                    <a:p>
                      <a:pPr algn="ctr" latinLnBrk="1"/>
                      <a:r>
                        <a:rPr lang="en-US" altLang="ko-KR" sz="800" b="0" dirty="0">
                          <a:solidFill>
                            <a:schemeClr val="tx1"/>
                          </a:solidFill>
                        </a:rPr>
                        <a:t>92</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r>
                        <a:rPr lang="ko-KR" altLang="en-US" sz="800" b="0" dirty="0">
                          <a:solidFill>
                            <a:schemeClr val="tx1"/>
                          </a:solidFill>
                        </a:rPr>
                        <a:t> 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en-US" altLang="ko-KR" sz="800" b="0" dirty="0">
                          <a:solidFill>
                            <a:schemeClr val="tx1"/>
                          </a:solidFill>
                        </a:rPr>
                        <a:t>Shop</a:t>
                      </a:r>
                      <a:r>
                        <a:rPr lang="ko-KR" altLang="en-US" sz="800" b="0" dirty="0" err="1">
                          <a:solidFill>
                            <a:schemeClr val="tx1"/>
                          </a:solidFill>
                        </a:rPr>
                        <a:t>채널명</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2024-10-01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8"/>
                  </a:ext>
                </a:extLst>
              </a:tr>
              <a:tr h="0">
                <a:tc>
                  <a:txBody>
                    <a:bodyPr/>
                    <a:lstStyle/>
                    <a:p>
                      <a:pPr algn="ctr" latinLnBrk="1"/>
                      <a:r>
                        <a:rPr lang="en-US" altLang="ko-KR" sz="800" b="0" dirty="0">
                          <a:solidFill>
                            <a:schemeClr val="tx1"/>
                          </a:solidFill>
                        </a:rPr>
                        <a:t>91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r>
                        <a:rPr lang="ko-KR" altLang="en-US" sz="800" b="0" dirty="0">
                          <a:solidFill>
                            <a:schemeClr val="tx1"/>
                          </a:solidFill>
                        </a:rPr>
                        <a:t> 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en-US" altLang="ko-KR" sz="800" b="0" dirty="0">
                          <a:solidFill>
                            <a:schemeClr val="tx1"/>
                          </a:solidFill>
                        </a:rPr>
                        <a:t>Shop</a:t>
                      </a:r>
                      <a:r>
                        <a:rPr lang="ko-KR" altLang="en-US" sz="800" b="0" dirty="0" err="1">
                          <a:solidFill>
                            <a:schemeClr val="tx1"/>
                          </a:solidFill>
                        </a:rPr>
                        <a:t>채널명</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2024-10-01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9"/>
                  </a:ext>
                </a:extLst>
              </a:tr>
            </a:tbl>
          </a:graphicData>
        </a:graphic>
      </p:graphicFrame>
      <p:pic>
        <p:nvPicPr>
          <p:cNvPr id="30" name="Picture 2">
            <a:extLst>
              <a:ext uri="{FF2B5EF4-FFF2-40B4-BE49-F238E27FC236}">
                <a16:creationId xmlns:a16="http://schemas.microsoft.com/office/drawing/2014/main" id="{9EB37489-CA89-4865-B369-B48AF64C699C}"/>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930216" y="3909710"/>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1" name="TextBox 30">
            <a:extLst>
              <a:ext uri="{FF2B5EF4-FFF2-40B4-BE49-F238E27FC236}">
                <a16:creationId xmlns:a16="http://schemas.microsoft.com/office/drawing/2014/main" id="{2E521A54-408E-473F-9AFE-27EA792E5290}"/>
              </a:ext>
            </a:extLst>
          </p:cNvPr>
          <p:cNvSpPr txBox="1"/>
          <p:nvPr/>
        </p:nvSpPr>
        <p:spPr>
          <a:xfrm>
            <a:off x="93134" y="1280603"/>
            <a:ext cx="538930" cy="215444"/>
          </a:xfrm>
          <a:prstGeom prst="rect">
            <a:avLst/>
          </a:prstGeom>
          <a:noFill/>
        </p:spPr>
        <p:txBody>
          <a:bodyPr wrap="none" rtlCol="0">
            <a:spAutoFit/>
          </a:bodyPr>
          <a:lstStyle/>
          <a:p>
            <a:r>
              <a:rPr lang="ko-KR" altLang="en-US" sz="800" dirty="0"/>
              <a:t>총 </a:t>
            </a:r>
            <a:r>
              <a:rPr lang="en-US" altLang="ko-KR" sz="800" dirty="0"/>
              <a:t>99</a:t>
            </a:r>
            <a:r>
              <a:rPr lang="ko-KR" altLang="en-US" sz="800" dirty="0"/>
              <a:t>건</a:t>
            </a:r>
          </a:p>
        </p:txBody>
      </p:sp>
      <p:sp>
        <p:nvSpPr>
          <p:cNvPr id="32" name="직사각형 31">
            <a:extLst>
              <a:ext uri="{FF2B5EF4-FFF2-40B4-BE49-F238E27FC236}">
                <a16:creationId xmlns:a16="http://schemas.microsoft.com/office/drawing/2014/main" id="{DAB56BC9-F12D-4739-8859-EFC5ABF43771}"/>
              </a:ext>
            </a:extLst>
          </p:cNvPr>
          <p:cNvSpPr/>
          <p:nvPr/>
        </p:nvSpPr>
        <p:spPr>
          <a:xfrm>
            <a:off x="9065548" y="3821098"/>
            <a:ext cx="950520" cy="320948"/>
          </a:xfrm>
          <a:prstGeom prst="rect">
            <a:avLst/>
          </a:prstGeom>
          <a:solidFill>
            <a:schemeClr val="tx1"/>
          </a:solidFill>
          <a:ln w="3175">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글쓰기</a:t>
            </a:r>
          </a:p>
        </p:txBody>
      </p:sp>
      <p:sp>
        <p:nvSpPr>
          <p:cNvPr id="35" name="직사각형 34">
            <a:extLst>
              <a:ext uri="{FF2B5EF4-FFF2-40B4-BE49-F238E27FC236}">
                <a16:creationId xmlns:a16="http://schemas.microsoft.com/office/drawing/2014/main" id="{EF115820-4431-4C9D-8332-12E058D9E346}"/>
              </a:ext>
            </a:extLst>
          </p:cNvPr>
          <p:cNvSpPr/>
          <p:nvPr/>
        </p:nvSpPr>
        <p:spPr>
          <a:xfrm>
            <a:off x="682387" y="1767386"/>
            <a:ext cx="375314" cy="116006"/>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공지</a:t>
            </a:r>
          </a:p>
        </p:txBody>
      </p:sp>
      <p:sp>
        <p:nvSpPr>
          <p:cNvPr id="36" name="직사각형 35">
            <a:extLst>
              <a:ext uri="{FF2B5EF4-FFF2-40B4-BE49-F238E27FC236}">
                <a16:creationId xmlns:a16="http://schemas.microsoft.com/office/drawing/2014/main" id="{FFEBF3B3-BC83-4154-B338-AADFFB452251}"/>
              </a:ext>
            </a:extLst>
          </p:cNvPr>
          <p:cNvSpPr/>
          <p:nvPr/>
        </p:nvSpPr>
        <p:spPr>
          <a:xfrm>
            <a:off x="682387" y="1980693"/>
            <a:ext cx="375314" cy="116006"/>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공지</a:t>
            </a:r>
          </a:p>
        </p:txBody>
      </p:sp>
      <p:graphicFrame>
        <p:nvGraphicFramePr>
          <p:cNvPr id="11" name="표 10">
            <a:extLst>
              <a:ext uri="{FF2B5EF4-FFF2-40B4-BE49-F238E27FC236}">
                <a16:creationId xmlns:a16="http://schemas.microsoft.com/office/drawing/2014/main" id="{A9C8FF88-532E-47B7-9FD2-353E752F8E59}"/>
              </a:ext>
            </a:extLst>
          </p:cNvPr>
          <p:cNvGraphicFramePr>
            <a:graphicFrameLocks noGrp="1"/>
          </p:cNvGraphicFramePr>
          <p:nvPr>
            <p:extLst>
              <p:ext uri="{D42A27DB-BD31-4B8C-83A1-F6EECF244321}">
                <p14:modId xmlns:p14="http://schemas.microsoft.com/office/powerpoint/2010/main" val="890308992"/>
              </p:ext>
            </p:extLst>
          </p:nvPr>
        </p:nvGraphicFramePr>
        <p:xfrm>
          <a:off x="10171774" y="22159"/>
          <a:ext cx="1979018" cy="23632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RF-02-04-06</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 상세페이지</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채널에 표시될 공지사항 목록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en-US" altLang="ko-KR" sz="800" dirty="0"/>
                        <a:t>Shop</a:t>
                      </a:r>
                      <a:r>
                        <a:rPr lang="ko-KR" altLang="en-US" sz="800" dirty="0"/>
                        <a:t>채널의 공지사항 목록</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커뮤니티 상세 페이지로 이동</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RF-02-04-07</a:t>
                      </a:r>
                      <a:r>
                        <a:rPr lang="en-US" altLang="ko-KR" sz="800" b="0" baseline="0" dirty="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963232206"/>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글쓰기 페이지로 이동</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RF-02-04-08</a:t>
                      </a:r>
                      <a:r>
                        <a:rPr lang="en-US" altLang="ko-KR" sz="800" b="0" baseline="0" dirty="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244951557"/>
                  </a:ext>
                </a:extLst>
              </a:tr>
            </a:tbl>
          </a:graphicData>
        </a:graphic>
      </p:graphicFrame>
      <p:sp>
        <p:nvSpPr>
          <p:cNvPr id="14" name="TextBox 13">
            <a:extLst>
              <a:ext uri="{FF2B5EF4-FFF2-40B4-BE49-F238E27FC236}">
                <a16:creationId xmlns:a16="http://schemas.microsoft.com/office/drawing/2014/main" id="{59318E7E-1851-4DBE-9B37-FCBCEAD5DB98}"/>
              </a:ext>
            </a:extLst>
          </p:cNvPr>
          <p:cNvSpPr txBox="1"/>
          <p:nvPr/>
        </p:nvSpPr>
        <p:spPr>
          <a:xfrm>
            <a:off x="5936954" y="1702327"/>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15" name="TextBox 14">
            <a:extLst>
              <a:ext uri="{FF2B5EF4-FFF2-40B4-BE49-F238E27FC236}">
                <a16:creationId xmlns:a16="http://schemas.microsoft.com/office/drawing/2014/main" id="{59318E7E-1851-4DBE-9B37-FCBCEAD5DB98}"/>
              </a:ext>
            </a:extLst>
          </p:cNvPr>
          <p:cNvSpPr txBox="1"/>
          <p:nvPr/>
        </p:nvSpPr>
        <p:spPr>
          <a:xfrm>
            <a:off x="9831261" y="3705682"/>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3587637354"/>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6" name="표 5">
            <a:extLst>
              <a:ext uri="{FF2B5EF4-FFF2-40B4-BE49-F238E27FC236}">
                <a16:creationId xmlns:a16="http://schemas.microsoft.com/office/drawing/2014/main" id="{BFB4D317-176C-4A2D-8944-1CCE41106695}"/>
              </a:ext>
            </a:extLst>
          </p:cNvPr>
          <p:cNvGraphicFramePr>
            <a:graphicFrameLocks noGrp="1"/>
          </p:cNvGraphicFramePr>
          <p:nvPr>
            <p:extLst>
              <p:ext uri="{D42A27DB-BD31-4B8C-83A1-F6EECF244321}">
                <p14:modId xmlns:p14="http://schemas.microsoft.com/office/powerpoint/2010/main" val="3260927158"/>
              </p:ext>
            </p:extLst>
          </p:nvPr>
        </p:nvGraphicFramePr>
        <p:xfrm>
          <a:off x="93134" y="550332"/>
          <a:ext cx="9922935" cy="243840"/>
        </p:xfrm>
        <a:graphic>
          <a:graphicData uri="http://schemas.openxmlformats.org/drawingml/2006/table">
            <a:tbl>
              <a:tblPr firstRow="1" bandRow="1">
                <a:tableStyleId>{5940675A-B579-460E-94D1-54222C63F5DA}</a:tableStyleId>
              </a:tblPr>
              <a:tblGrid>
                <a:gridCol w="3307645">
                  <a:extLst>
                    <a:ext uri="{9D8B030D-6E8A-4147-A177-3AD203B41FA5}">
                      <a16:colId xmlns:a16="http://schemas.microsoft.com/office/drawing/2014/main" val="3230482263"/>
                    </a:ext>
                  </a:extLst>
                </a:gridCol>
                <a:gridCol w="3307645">
                  <a:extLst>
                    <a:ext uri="{9D8B030D-6E8A-4147-A177-3AD203B41FA5}">
                      <a16:colId xmlns:a16="http://schemas.microsoft.com/office/drawing/2014/main" val="3730242496"/>
                    </a:ext>
                  </a:extLst>
                </a:gridCol>
                <a:gridCol w="3307645">
                  <a:extLst>
                    <a:ext uri="{9D8B030D-6E8A-4147-A177-3AD203B41FA5}">
                      <a16:colId xmlns:a16="http://schemas.microsoft.com/office/drawing/2014/main" val="844434264"/>
                    </a:ext>
                  </a:extLst>
                </a:gridCol>
              </a:tblGrid>
              <a:tr h="127001">
                <a:tc>
                  <a:txBody>
                    <a:bodyPr/>
                    <a:lstStyle/>
                    <a:p>
                      <a:pPr algn="ctr" latinLnBrk="1"/>
                      <a:r>
                        <a:rPr lang="en-US" altLang="ko-KR" sz="1000" b="0" dirty="0">
                          <a:solidFill>
                            <a:schemeClr val="tx1"/>
                          </a:solidFill>
                        </a:rPr>
                        <a:t>Shop </a:t>
                      </a:r>
                      <a:r>
                        <a:rPr lang="ko-KR" altLang="en-US" sz="1000" b="0" dirty="0">
                          <a:solidFill>
                            <a:schemeClr val="tx1"/>
                          </a:solidFill>
                        </a:rPr>
                        <a:t>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dirty="0"/>
                        <a:t>판매상품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1000" b="1" dirty="0">
                          <a:solidFill>
                            <a:schemeClr val="bg1"/>
                          </a:solidFill>
                        </a:rPr>
                        <a:t>커뮤니티</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extLst>
                  <a:ext uri="{0D108BD9-81ED-4DB2-BD59-A6C34878D82A}">
                    <a16:rowId xmlns:a16="http://schemas.microsoft.com/office/drawing/2014/main" val="1226348592"/>
                  </a:ext>
                </a:extLst>
              </a:tr>
            </a:tbl>
          </a:graphicData>
        </a:graphic>
      </p:graphicFrame>
      <p:sp>
        <p:nvSpPr>
          <p:cNvPr id="11" name="직사각형 10">
            <a:extLst>
              <a:ext uri="{FF2B5EF4-FFF2-40B4-BE49-F238E27FC236}">
                <a16:creationId xmlns:a16="http://schemas.microsoft.com/office/drawing/2014/main" id="{D05D0D56-A35E-4C7E-8A90-F423E3D9E13D}"/>
              </a:ext>
            </a:extLst>
          </p:cNvPr>
          <p:cNvSpPr/>
          <p:nvPr/>
        </p:nvSpPr>
        <p:spPr>
          <a:xfrm>
            <a:off x="3721449" y="5032307"/>
            <a:ext cx="1055327" cy="281122"/>
          </a:xfrm>
          <a:prstGeom prst="rect">
            <a:avLst/>
          </a:prstGeom>
          <a:solidFill>
            <a:schemeClr val="tx1"/>
          </a:solidFill>
          <a:ln w="3175">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목록</a:t>
            </a:r>
          </a:p>
        </p:txBody>
      </p:sp>
      <p:sp>
        <p:nvSpPr>
          <p:cNvPr id="17" name="직사각형 16">
            <a:extLst>
              <a:ext uri="{FF2B5EF4-FFF2-40B4-BE49-F238E27FC236}">
                <a16:creationId xmlns:a16="http://schemas.microsoft.com/office/drawing/2014/main" id="{03A772E1-0BF4-4EE8-8A6D-29AE214DF823}"/>
              </a:ext>
            </a:extLst>
          </p:cNvPr>
          <p:cNvSpPr/>
          <p:nvPr/>
        </p:nvSpPr>
        <p:spPr>
          <a:xfrm>
            <a:off x="4875604" y="5032307"/>
            <a:ext cx="1055327" cy="281122"/>
          </a:xfrm>
          <a:prstGeom prst="rect">
            <a:avLst/>
          </a:prstGeom>
          <a:solidFill>
            <a:srgbClr val="0070C0"/>
          </a:solidFill>
          <a:ln w="3175">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수정</a:t>
            </a:r>
          </a:p>
        </p:txBody>
      </p:sp>
      <p:sp>
        <p:nvSpPr>
          <p:cNvPr id="18" name="직사각형 17">
            <a:extLst>
              <a:ext uri="{FF2B5EF4-FFF2-40B4-BE49-F238E27FC236}">
                <a16:creationId xmlns:a16="http://schemas.microsoft.com/office/drawing/2014/main" id="{582AE1A0-77F5-48A6-A7A5-04C9DF3A9B40}"/>
              </a:ext>
            </a:extLst>
          </p:cNvPr>
          <p:cNvSpPr/>
          <p:nvPr/>
        </p:nvSpPr>
        <p:spPr>
          <a:xfrm>
            <a:off x="6048299" y="5032307"/>
            <a:ext cx="1055327" cy="281122"/>
          </a:xfrm>
          <a:prstGeom prst="rect">
            <a:avLst/>
          </a:prstGeom>
          <a:solidFill>
            <a:srgbClr val="FF0000"/>
          </a:solidFill>
          <a:ln w="3175">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삭제</a:t>
            </a:r>
          </a:p>
        </p:txBody>
      </p:sp>
      <p:sp>
        <p:nvSpPr>
          <p:cNvPr id="20" name="TextBox 19">
            <a:extLst>
              <a:ext uri="{FF2B5EF4-FFF2-40B4-BE49-F238E27FC236}">
                <a16:creationId xmlns:a16="http://schemas.microsoft.com/office/drawing/2014/main" id="{E252207D-406B-4518-97FB-90DF1FCA1DF3}"/>
              </a:ext>
            </a:extLst>
          </p:cNvPr>
          <p:cNvSpPr txBox="1"/>
          <p:nvPr/>
        </p:nvSpPr>
        <p:spPr>
          <a:xfrm>
            <a:off x="1218130" y="1470991"/>
            <a:ext cx="4044697" cy="246221"/>
          </a:xfrm>
          <a:prstGeom prst="rect">
            <a:avLst/>
          </a:prstGeom>
          <a:noFill/>
        </p:spPr>
        <p:txBody>
          <a:bodyPr wrap="none" rtlCol="0">
            <a:spAutoFit/>
          </a:bodyPr>
          <a:lstStyle/>
          <a:p>
            <a:r>
              <a:rPr lang="ko-KR" altLang="en-US" sz="1000" b="1" dirty="0"/>
              <a:t>제목노출 제목노출 제목노출 제목노출 제목노출 제목노출 제목노출</a:t>
            </a:r>
          </a:p>
        </p:txBody>
      </p:sp>
      <p:sp>
        <p:nvSpPr>
          <p:cNvPr id="21" name="TextBox 20">
            <a:extLst>
              <a:ext uri="{FF2B5EF4-FFF2-40B4-BE49-F238E27FC236}">
                <a16:creationId xmlns:a16="http://schemas.microsoft.com/office/drawing/2014/main" id="{007056DF-0C47-4DB2-A768-66B054A14DB1}"/>
              </a:ext>
            </a:extLst>
          </p:cNvPr>
          <p:cNvSpPr txBox="1"/>
          <p:nvPr/>
        </p:nvSpPr>
        <p:spPr>
          <a:xfrm>
            <a:off x="1218130" y="1764787"/>
            <a:ext cx="1220206" cy="230832"/>
          </a:xfrm>
          <a:prstGeom prst="rect">
            <a:avLst/>
          </a:prstGeom>
          <a:noFill/>
        </p:spPr>
        <p:txBody>
          <a:bodyPr wrap="none" rtlCol="0">
            <a:spAutoFit/>
          </a:bodyPr>
          <a:lstStyle/>
          <a:p>
            <a:r>
              <a:rPr lang="ko-KR" altLang="en-US" sz="900" dirty="0">
                <a:solidFill>
                  <a:schemeClr val="tx1">
                    <a:lumMod val="50000"/>
                    <a:lumOff val="50000"/>
                  </a:schemeClr>
                </a:solidFill>
              </a:rPr>
              <a:t>작성일  </a:t>
            </a:r>
            <a:r>
              <a:rPr lang="en-US" altLang="ko-KR" sz="900" dirty="0">
                <a:solidFill>
                  <a:schemeClr val="tx1">
                    <a:lumMod val="50000"/>
                    <a:lumOff val="50000"/>
                  </a:schemeClr>
                </a:solidFill>
              </a:rPr>
              <a:t>2024</a:t>
            </a:r>
            <a:r>
              <a:rPr lang="en-US" altLang="ko-KR" sz="900" dirty="0"/>
              <a:t>-10-01</a:t>
            </a:r>
            <a:endParaRPr lang="ko-KR" altLang="en-US" sz="900" dirty="0"/>
          </a:p>
        </p:txBody>
      </p:sp>
      <p:sp>
        <p:nvSpPr>
          <p:cNvPr id="22" name="TextBox 21">
            <a:extLst>
              <a:ext uri="{FF2B5EF4-FFF2-40B4-BE49-F238E27FC236}">
                <a16:creationId xmlns:a16="http://schemas.microsoft.com/office/drawing/2014/main" id="{94FA7181-002B-432F-907A-7D095CE69077}"/>
              </a:ext>
            </a:extLst>
          </p:cNvPr>
          <p:cNvSpPr txBox="1"/>
          <p:nvPr/>
        </p:nvSpPr>
        <p:spPr>
          <a:xfrm>
            <a:off x="1256602" y="4431291"/>
            <a:ext cx="1181734" cy="230832"/>
          </a:xfrm>
          <a:prstGeom prst="rect">
            <a:avLst/>
          </a:prstGeom>
          <a:noFill/>
        </p:spPr>
        <p:txBody>
          <a:bodyPr wrap="none" rtlCol="0">
            <a:spAutoFit/>
          </a:bodyPr>
          <a:lstStyle/>
          <a:p>
            <a:r>
              <a:rPr lang="ko-KR" altLang="en-US" sz="900" dirty="0">
                <a:solidFill>
                  <a:schemeClr val="tx1">
                    <a:lumMod val="50000"/>
                    <a:lumOff val="50000"/>
                  </a:schemeClr>
                </a:solidFill>
              </a:rPr>
              <a:t>첨부파일  </a:t>
            </a:r>
            <a:r>
              <a:rPr lang="en-US" altLang="ko-KR" sz="900" u="sng" dirty="0">
                <a:solidFill>
                  <a:srgbClr val="0070C0"/>
                </a:solidFill>
              </a:rPr>
              <a:t>abcd.ppt</a:t>
            </a:r>
            <a:endParaRPr lang="ko-KR" altLang="en-US" sz="900" u="sng" dirty="0">
              <a:solidFill>
                <a:srgbClr val="0070C0"/>
              </a:solidFill>
            </a:endParaRPr>
          </a:p>
        </p:txBody>
      </p:sp>
      <p:sp>
        <p:nvSpPr>
          <p:cNvPr id="23" name="TextBox 22">
            <a:extLst>
              <a:ext uri="{FF2B5EF4-FFF2-40B4-BE49-F238E27FC236}">
                <a16:creationId xmlns:a16="http://schemas.microsoft.com/office/drawing/2014/main" id="{2874F2CC-16C6-492A-B39E-A09058210F1D}"/>
              </a:ext>
            </a:extLst>
          </p:cNvPr>
          <p:cNvSpPr txBox="1"/>
          <p:nvPr/>
        </p:nvSpPr>
        <p:spPr>
          <a:xfrm>
            <a:off x="1222779" y="2245426"/>
            <a:ext cx="6989239" cy="1815882"/>
          </a:xfrm>
          <a:prstGeom prst="rect">
            <a:avLst/>
          </a:prstGeom>
          <a:noFill/>
        </p:spPr>
        <p:txBody>
          <a:bodyPr wrap="square" rtlCol="0">
            <a:spAutoFit/>
          </a:bodyPr>
          <a:lstStyle/>
          <a:p>
            <a:r>
              <a:rPr lang="ko-KR" altLang="en-US" sz="800" dirty="0">
                <a:solidFill>
                  <a:schemeClr val="tx1">
                    <a:lumMod val="65000"/>
                    <a:lumOff val="35000"/>
                  </a:schemeClr>
                </a:solidFill>
              </a:rPr>
              <a:t>내용노출 내용노출 내용노출 내용노출 내용노출 내용노출 </a:t>
            </a:r>
            <a:r>
              <a:rPr lang="ko-KR" altLang="en-US" sz="800" dirty="0" err="1">
                <a:solidFill>
                  <a:schemeClr val="tx1">
                    <a:lumMod val="65000"/>
                    <a:lumOff val="35000"/>
                  </a:schemeClr>
                </a:solidFill>
              </a:rPr>
              <a:t>내용노출</a:t>
            </a:r>
            <a:r>
              <a:rPr lang="ko-KR" altLang="en-US" sz="800" dirty="0">
                <a:solidFill>
                  <a:schemeClr val="tx1">
                    <a:lumMod val="65000"/>
                    <a:lumOff val="35000"/>
                  </a:schemeClr>
                </a:solidFill>
              </a:rPr>
              <a:t> </a:t>
            </a:r>
            <a:endParaRPr lang="en-US" altLang="ko-KR" sz="800" dirty="0">
              <a:solidFill>
                <a:schemeClr val="tx1">
                  <a:lumMod val="65000"/>
                  <a:lumOff val="35000"/>
                </a:schemeClr>
              </a:solidFill>
            </a:endParaRPr>
          </a:p>
          <a:p>
            <a:r>
              <a:rPr lang="ko-KR" altLang="en-US" sz="800" dirty="0">
                <a:solidFill>
                  <a:schemeClr val="tx1">
                    <a:lumMod val="65000"/>
                    <a:lumOff val="35000"/>
                  </a:schemeClr>
                </a:solidFill>
              </a:rPr>
              <a:t>내용노출 내용노출 내용노출 내용노출 내용노출 내용노출</a:t>
            </a:r>
            <a:r>
              <a:rPr lang="en-US" altLang="ko-KR" sz="800" dirty="0">
                <a:solidFill>
                  <a:schemeClr val="tx1">
                    <a:lumMod val="65000"/>
                    <a:lumOff val="35000"/>
                  </a:schemeClr>
                </a:solidFill>
              </a:rPr>
              <a:t> </a:t>
            </a:r>
            <a:r>
              <a:rPr lang="ko-KR" altLang="en-US" sz="800" dirty="0">
                <a:solidFill>
                  <a:schemeClr val="tx1">
                    <a:lumMod val="65000"/>
                    <a:lumOff val="35000"/>
                  </a:schemeClr>
                </a:solidFill>
              </a:rPr>
              <a:t>내용노출 내용노출</a:t>
            </a:r>
          </a:p>
          <a:p>
            <a:r>
              <a:rPr lang="ko-KR" altLang="en-US" sz="800" dirty="0">
                <a:solidFill>
                  <a:schemeClr val="tx1">
                    <a:lumMod val="65000"/>
                    <a:lumOff val="35000"/>
                  </a:schemeClr>
                </a:solidFill>
              </a:rPr>
              <a:t>내용노출 내용노출 내용노출 </a:t>
            </a:r>
            <a:r>
              <a:rPr lang="ko-KR" altLang="en-US" sz="800" dirty="0" err="1">
                <a:solidFill>
                  <a:schemeClr val="tx1">
                    <a:lumMod val="65000"/>
                    <a:lumOff val="35000"/>
                  </a:schemeClr>
                </a:solidFill>
              </a:rPr>
              <a:t>내용노출</a:t>
            </a:r>
            <a:r>
              <a:rPr lang="ko-KR" altLang="en-US" sz="800" dirty="0">
                <a:solidFill>
                  <a:schemeClr val="tx1">
                    <a:lumMod val="65000"/>
                    <a:lumOff val="35000"/>
                  </a:schemeClr>
                </a:solidFill>
              </a:rPr>
              <a:t> </a:t>
            </a:r>
            <a:endParaRPr lang="en-US" altLang="ko-KR" sz="800" dirty="0">
              <a:solidFill>
                <a:schemeClr val="tx1">
                  <a:lumMod val="65000"/>
                  <a:lumOff val="35000"/>
                </a:schemeClr>
              </a:solidFill>
            </a:endParaRPr>
          </a:p>
          <a:p>
            <a:endParaRPr lang="en-US" altLang="ko-KR" sz="800" dirty="0">
              <a:solidFill>
                <a:schemeClr val="tx1">
                  <a:lumMod val="65000"/>
                  <a:lumOff val="35000"/>
                </a:schemeClr>
              </a:solidFill>
            </a:endParaRPr>
          </a:p>
          <a:p>
            <a:r>
              <a:rPr lang="ko-KR" altLang="en-US" sz="800" dirty="0">
                <a:solidFill>
                  <a:schemeClr val="tx1">
                    <a:lumMod val="65000"/>
                    <a:lumOff val="35000"/>
                  </a:schemeClr>
                </a:solidFill>
              </a:rPr>
              <a:t>내용노출 내용노출 내용노출 내용노출 내용노출 내용노출 내용노출 내용노출 내용노출</a:t>
            </a:r>
            <a:r>
              <a:rPr lang="en-US" altLang="ko-KR" sz="800" dirty="0">
                <a:solidFill>
                  <a:schemeClr val="tx1">
                    <a:lumMod val="65000"/>
                    <a:lumOff val="35000"/>
                  </a:schemeClr>
                </a:solidFill>
              </a:rPr>
              <a:t> </a:t>
            </a:r>
            <a:r>
              <a:rPr lang="ko-KR" altLang="en-US" sz="800" dirty="0">
                <a:solidFill>
                  <a:schemeClr val="tx1">
                    <a:lumMod val="65000"/>
                    <a:lumOff val="35000"/>
                  </a:schemeClr>
                </a:solidFill>
              </a:rPr>
              <a:t>내용노출 내용노출</a:t>
            </a:r>
            <a:endParaRPr lang="en-US" altLang="ko-KR" sz="800" dirty="0">
              <a:solidFill>
                <a:schemeClr val="tx1">
                  <a:lumMod val="65000"/>
                  <a:lumOff val="35000"/>
                </a:schemeClr>
              </a:solidFill>
            </a:endParaRPr>
          </a:p>
          <a:p>
            <a:r>
              <a:rPr lang="ko-KR" altLang="en-US" sz="800" dirty="0">
                <a:solidFill>
                  <a:schemeClr val="tx1">
                    <a:lumMod val="65000"/>
                    <a:lumOff val="35000"/>
                  </a:schemeClr>
                </a:solidFill>
              </a:rPr>
              <a:t>내용노출 내용노출 </a:t>
            </a:r>
            <a:r>
              <a:rPr lang="ko-KR" altLang="en-US" sz="800" dirty="0" err="1">
                <a:solidFill>
                  <a:schemeClr val="tx1">
                    <a:lumMod val="65000"/>
                    <a:lumOff val="35000"/>
                  </a:schemeClr>
                </a:solidFill>
              </a:rPr>
              <a:t>내용노출</a:t>
            </a:r>
            <a:r>
              <a:rPr lang="ko-KR" altLang="en-US" sz="800" dirty="0">
                <a:solidFill>
                  <a:schemeClr val="tx1">
                    <a:lumMod val="65000"/>
                    <a:lumOff val="35000"/>
                  </a:schemeClr>
                </a:solidFill>
              </a:rPr>
              <a:t> </a:t>
            </a:r>
            <a:endParaRPr lang="en-US" altLang="ko-KR" sz="800" dirty="0">
              <a:solidFill>
                <a:schemeClr val="tx1">
                  <a:lumMod val="65000"/>
                  <a:lumOff val="35000"/>
                </a:schemeClr>
              </a:solidFill>
            </a:endParaRPr>
          </a:p>
          <a:p>
            <a:r>
              <a:rPr lang="ko-KR" altLang="en-US" sz="800" dirty="0">
                <a:solidFill>
                  <a:schemeClr val="tx1">
                    <a:lumMod val="65000"/>
                    <a:lumOff val="35000"/>
                  </a:schemeClr>
                </a:solidFill>
              </a:rPr>
              <a:t>내용노출 내용노출 내용노출 내용노출 내용노출 내용노출 내용노출 내용노출 내용노출 내용노출</a:t>
            </a:r>
            <a:r>
              <a:rPr lang="en-US" altLang="ko-KR" sz="800" dirty="0">
                <a:solidFill>
                  <a:schemeClr val="tx1">
                    <a:lumMod val="65000"/>
                    <a:lumOff val="35000"/>
                  </a:schemeClr>
                </a:solidFill>
              </a:rPr>
              <a:t> </a:t>
            </a:r>
            <a:r>
              <a:rPr lang="ko-KR" altLang="en-US" sz="800" dirty="0">
                <a:solidFill>
                  <a:schemeClr val="tx1">
                    <a:lumMod val="65000"/>
                    <a:lumOff val="35000"/>
                  </a:schemeClr>
                </a:solidFill>
              </a:rPr>
              <a:t>내용노출 내용노출내용노출 내용노출 내용노출 내용노출 내용노출 내용노출 내용노출 내용노출 내용노출 내용노출 내용노출 내용노출 내용노출</a:t>
            </a:r>
            <a:r>
              <a:rPr lang="en-US" altLang="ko-KR" sz="800" dirty="0">
                <a:solidFill>
                  <a:schemeClr val="tx1">
                    <a:lumMod val="65000"/>
                    <a:lumOff val="35000"/>
                  </a:schemeClr>
                </a:solidFill>
              </a:rPr>
              <a:t> </a:t>
            </a:r>
            <a:r>
              <a:rPr lang="ko-KR" altLang="en-US" sz="800" dirty="0">
                <a:solidFill>
                  <a:schemeClr val="tx1">
                    <a:lumMod val="65000"/>
                    <a:lumOff val="35000"/>
                  </a:schemeClr>
                </a:solidFill>
              </a:rPr>
              <a:t>내용노출 </a:t>
            </a:r>
            <a:r>
              <a:rPr lang="ko-KR" altLang="en-US" sz="800" dirty="0" err="1">
                <a:solidFill>
                  <a:schemeClr val="tx1">
                    <a:lumMod val="65000"/>
                    <a:lumOff val="35000"/>
                  </a:schemeClr>
                </a:solidFill>
              </a:rPr>
              <a:t>내용노출</a:t>
            </a:r>
            <a:endParaRPr lang="en-US" altLang="ko-KR" sz="800" dirty="0">
              <a:solidFill>
                <a:schemeClr val="tx1">
                  <a:lumMod val="65000"/>
                  <a:lumOff val="35000"/>
                </a:schemeClr>
              </a:solidFill>
            </a:endParaRPr>
          </a:p>
          <a:p>
            <a:endParaRPr lang="ko-KR" altLang="en-US" sz="800" dirty="0">
              <a:solidFill>
                <a:schemeClr val="tx1">
                  <a:lumMod val="65000"/>
                  <a:lumOff val="35000"/>
                </a:schemeClr>
              </a:solidFill>
            </a:endParaRPr>
          </a:p>
          <a:p>
            <a:r>
              <a:rPr lang="ko-KR" altLang="en-US" sz="800" dirty="0">
                <a:solidFill>
                  <a:schemeClr val="tx1">
                    <a:lumMod val="65000"/>
                    <a:lumOff val="35000"/>
                  </a:schemeClr>
                </a:solidFill>
              </a:rPr>
              <a:t>내용노출 내용노출 내용노출 내용노출 </a:t>
            </a:r>
            <a:r>
              <a:rPr lang="ko-KR" altLang="en-US" sz="800" dirty="0" err="1">
                <a:solidFill>
                  <a:schemeClr val="tx1">
                    <a:lumMod val="65000"/>
                    <a:lumOff val="35000"/>
                  </a:schemeClr>
                </a:solidFill>
              </a:rPr>
              <a:t>내용노출</a:t>
            </a:r>
            <a:r>
              <a:rPr lang="ko-KR" altLang="en-US" sz="800" dirty="0">
                <a:solidFill>
                  <a:schemeClr val="tx1">
                    <a:lumMod val="65000"/>
                    <a:lumOff val="35000"/>
                  </a:schemeClr>
                </a:solidFill>
              </a:rPr>
              <a:t> </a:t>
            </a:r>
            <a:endParaRPr lang="en-US" altLang="ko-KR" sz="800" dirty="0">
              <a:solidFill>
                <a:schemeClr val="tx1">
                  <a:lumMod val="65000"/>
                  <a:lumOff val="35000"/>
                </a:schemeClr>
              </a:solidFill>
            </a:endParaRPr>
          </a:p>
          <a:p>
            <a:r>
              <a:rPr lang="ko-KR" altLang="en-US" sz="800" dirty="0">
                <a:solidFill>
                  <a:schemeClr val="tx1">
                    <a:lumMod val="65000"/>
                    <a:lumOff val="35000"/>
                  </a:schemeClr>
                </a:solidFill>
              </a:rPr>
              <a:t>내용노출 내용노출 내용노출 내용노출 내용노출 내용노출 내용노출 내용노출</a:t>
            </a:r>
            <a:r>
              <a:rPr lang="en-US" altLang="ko-KR" sz="800" dirty="0">
                <a:solidFill>
                  <a:schemeClr val="tx1">
                    <a:lumMod val="65000"/>
                    <a:lumOff val="35000"/>
                  </a:schemeClr>
                </a:solidFill>
              </a:rPr>
              <a:t> </a:t>
            </a:r>
            <a:r>
              <a:rPr lang="ko-KR" altLang="en-US" sz="800" dirty="0">
                <a:solidFill>
                  <a:schemeClr val="tx1">
                    <a:lumMod val="65000"/>
                    <a:lumOff val="35000"/>
                  </a:schemeClr>
                </a:solidFill>
              </a:rPr>
              <a:t>내용노출 내용노출</a:t>
            </a:r>
          </a:p>
          <a:p>
            <a:r>
              <a:rPr lang="ko-KR" altLang="en-US" sz="800" dirty="0">
                <a:solidFill>
                  <a:schemeClr val="tx1">
                    <a:lumMod val="65000"/>
                    <a:lumOff val="35000"/>
                  </a:schemeClr>
                </a:solidFill>
              </a:rPr>
              <a:t>내용노출 내용노출 내용노출 내용노출 내용노출 내용노출 내용노출 </a:t>
            </a:r>
            <a:r>
              <a:rPr lang="ko-KR" altLang="en-US" sz="800" dirty="0" err="1">
                <a:solidFill>
                  <a:schemeClr val="tx1">
                    <a:lumMod val="65000"/>
                    <a:lumOff val="35000"/>
                  </a:schemeClr>
                </a:solidFill>
              </a:rPr>
              <a:t>내용노출</a:t>
            </a:r>
            <a:r>
              <a:rPr lang="ko-KR" altLang="en-US" sz="800" dirty="0">
                <a:solidFill>
                  <a:schemeClr val="tx1">
                    <a:lumMod val="65000"/>
                    <a:lumOff val="35000"/>
                  </a:schemeClr>
                </a:solidFill>
              </a:rPr>
              <a:t> </a:t>
            </a:r>
            <a:endParaRPr lang="en-US" altLang="ko-KR" sz="800" dirty="0">
              <a:solidFill>
                <a:schemeClr val="tx1">
                  <a:lumMod val="65000"/>
                  <a:lumOff val="35000"/>
                </a:schemeClr>
              </a:solidFill>
            </a:endParaRPr>
          </a:p>
          <a:p>
            <a:r>
              <a:rPr lang="ko-KR" altLang="en-US" sz="800" dirty="0">
                <a:solidFill>
                  <a:schemeClr val="tx1">
                    <a:lumMod val="65000"/>
                    <a:lumOff val="35000"/>
                  </a:schemeClr>
                </a:solidFill>
              </a:rPr>
              <a:t>내용노출 내용노출 내용노출 내용노출 내용노출</a:t>
            </a:r>
            <a:r>
              <a:rPr lang="en-US" altLang="ko-KR" sz="800" dirty="0">
                <a:solidFill>
                  <a:schemeClr val="tx1">
                    <a:lumMod val="65000"/>
                    <a:lumOff val="35000"/>
                  </a:schemeClr>
                </a:solidFill>
              </a:rPr>
              <a:t> </a:t>
            </a:r>
            <a:r>
              <a:rPr lang="ko-KR" altLang="en-US" sz="800" dirty="0">
                <a:solidFill>
                  <a:schemeClr val="tx1">
                    <a:lumMod val="65000"/>
                    <a:lumOff val="35000"/>
                  </a:schemeClr>
                </a:solidFill>
              </a:rPr>
              <a:t>내용노출 내용노출</a:t>
            </a:r>
          </a:p>
          <a:p>
            <a:r>
              <a:rPr lang="ko-KR" altLang="en-US" sz="800" dirty="0">
                <a:solidFill>
                  <a:schemeClr val="tx1">
                    <a:lumMod val="65000"/>
                    <a:lumOff val="35000"/>
                  </a:schemeClr>
                </a:solidFill>
              </a:rPr>
              <a:t>내용노출 내용노출 내용노출 내용노출 내용노출 내용노출 </a:t>
            </a:r>
            <a:r>
              <a:rPr lang="ko-KR" altLang="en-US" sz="800" dirty="0" err="1">
                <a:solidFill>
                  <a:schemeClr val="tx1">
                    <a:lumMod val="65000"/>
                    <a:lumOff val="35000"/>
                  </a:schemeClr>
                </a:solidFill>
              </a:rPr>
              <a:t>내용노출</a:t>
            </a:r>
            <a:r>
              <a:rPr lang="ko-KR" altLang="en-US" sz="800" dirty="0">
                <a:solidFill>
                  <a:schemeClr val="tx1">
                    <a:lumMod val="65000"/>
                    <a:lumOff val="35000"/>
                  </a:schemeClr>
                </a:solidFill>
              </a:rPr>
              <a:t> </a:t>
            </a:r>
            <a:r>
              <a:rPr lang="ko-KR" altLang="en-US" sz="800" dirty="0" err="1">
                <a:solidFill>
                  <a:schemeClr val="tx1">
                    <a:lumMod val="65000"/>
                    <a:lumOff val="35000"/>
                  </a:schemeClr>
                </a:solidFill>
              </a:rPr>
              <a:t>내용노출</a:t>
            </a:r>
            <a:endParaRPr lang="ko-KR" altLang="en-US" sz="800" dirty="0">
              <a:solidFill>
                <a:schemeClr val="tx1">
                  <a:lumMod val="65000"/>
                  <a:lumOff val="35000"/>
                </a:schemeClr>
              </a:solidFill>
            </a:endParaRPr>
          </a:p>
        </p:txBody>
      </p:sp>
      <p:cxnSp>
        <p:nvCxnSpPr>
          <p:cNvPr id="24" name="직선 연결선 23">
            <a:extLst>
              <a:ext uri="{FF2B5EF4-FFF2-40B4-BE49-F238E27FC236}">
                <a16:creationId xmlns:a16="http://schemas.microsoft.com/office/drawing/2014/main" id="{D1E159B1-35AD-4073-8221-4E67AE200BDB}"/>
              </a:ext>
            </a:extLst>
          </p:cNvPr>
          <p:cNvCxnSpPr>
            <a:cxnSpLocks/>
          </p:cNvCxnSpPr>
          <p:nvPr/>
        </p:nvCxnSpPr>
        <p:spPr>
          <a:xfrm>
            <a:off x="1334673" y="4773778"/>
            <a:ext cx="8370867"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004CABB5-35B2-4921-A5EE-886C9D9ABDDB}"/>
              </a:ext>
            </a:extLst>
          </p:cNvPr>
          <p:cNvSpPr txBox="1"/>
          <p:nvPr/>
        </p:nvSpPr>
        <p:spPr>
          <a:xfrm>
            <a:off x="1334673" y="5709509"/>
            <a:ext cx="569387" cy="246221"/>
          </a:xfrm>
          <a:prstGeom prst="rect">
            <a:avLst/>
          </a:prstGeom>
          <a:noFill/>
        </p:spPr>
        <p:txBody>
          <a:bodyPr wrap="none" rtlCol="0">
            <a:spAutoFit/>
          </a:bodyPr>
          <a:lstStyle/>
          <a:p>
            <a:r>
              <a:rPr lang="ko-KR" altLang="en-US" sz="1000" b="1" dirty="0" err="1"/>
              <a:t>다음글</a:t>
            </a:r>
            <a:endParaRPr lang="ko-KR" altLang="en-US" sz="1000" b="1" dirty="0"/>
          </a:p>
        </p:txBody>
      </p:sp>
      <p:cxnSp>
        <p:nvCxnSpPr>
          <p:cNvPr id="27" name="직선 연결선 26">
            <a:extLst>
              <a:ext uri="{FF2B5EF4-FFF2-40B4-BE49-F238E27FC236}">
                <a16:creationId xmlns:a16="http://schemas.microsoft.com/office/drawing/2014/main" id="{6259EC91-34BE-410F-AD8D-44FA465EDD86}"/>
              </a:ext>
            </a:extLst>
          </p:cNvPr>
          <p:cNvCxnSpPr>
            <a:cxnSpLocks/>
          </p:cNvCxnSpPr>
          <p:nvPr/>
        </p:nvCxnSpPr>
        <p:spPr>
          <a:xfrm>
            <a:off x="1334672" y="6010141"/>
            <a:ext cx="8370867"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FDE53670-6C40-449F-8A50-C9E5D52449EF}"/>
              </a:ext>
            </a:extLst>
          </p:cNvPr>
          <p:cNvSpPr txBox="1"/>
          <p:nvPr/>
        </p:nvSpPr>
        <p:spPr>
          <a:xfrm>
            <a:off x="1337265" y="6064553"/>
            <a:ext cx="569387" cy="246221"/>
          </a:xfrm>
          <a:prstGeom prst="rect">
            <a:avLst/>
          </a:prstGeom>
          <a:noFill/>
        </p:spPr>
        <p:txBody>
          <a:bodyPr wrap="none" rtlCol="0">
            <a:spAutoFit/>
          </a:bodyPr>
          <a:lstStyle/>
          <a:p>
            <a:r>
              <a:rPr lang="ko-KR" altLang="en-US" sz="1000" b="1" dirty="0" err="1"/>
              <a:t>이전글</a:t>
            </a:r>
            <a:endParaRPr lang="ko-KR" altLang="en-US" sz="1000" b="1" dirty="0"/>
          </a:p>
        </p:txBody>
      </p:sp>
      <p:sp>
        <p:nvSpPr>
          <p:cNvPr id="29" name="TextBox 28">
            <a:extLst>
              <a:ext uri="{FF2B5EF4-FFF2-40B4-BE49-F238E27FC236}">
                <a16:creationId xmlns:a16="http://schemas.microsoft.com/office/drawing/2014/main" id="{D5BFCFA2-E69D-40BD-A33A-2C83D1E71761}"/>
              </a:ext>
            </a:extLst>
          </p:cNvPr>
          <p:cNvSpPr txBox="1"/>
          <p:nvPr/>
        </p:nvSpPr>
        <p:spPr>
          <a:xfrm>
            <a:off x="2127481" y="5709508"/>
            <a:ext cx="6544178" cy="230832"/>
          </a:xfrm>
          <a:prstGeom prst="rect">
            <a:avLst/>
          </a:prstGeom>
          <a:noFill/>
        </p:spPr>
        <p:txBody>
          <a:bodyPr wrap="square" rtlCol="0">
            <a:spAutoFit/>
          </a:bodyPr>
          <a:lstStyle/>
          <a:p>
            <a:r>
              <a:rPr lang="ko-KR" altLang="en-US" sz="900" dirty="0" err="1"/>
              <a:t>다음글</a:t>
            </a:r>
            <a:r>
              <a:rPr lang="ko-KR" altLang="en-US" sz="900" dirty="0"/>
              <a:t> 제목 입니다</a:t>
            </a:r>
            <a:r>
              <a:rPr lang="en-US" altLang="ko-KR" sz="900" dirty="0"/>
              <a:t>. </a:t>
            </a:r>
            <a:r>
              <a:rPr lang="ko-KR" altLang="en-US" sz="900" dirty="0" err="1"/>
              <a:t>다음글</a:t>
            </a:r>
            <a:r>
              <a:rPr lang="ko-KR" altLang="en-US" sz="900" dirty="0"/>
              <a:t> 제목 입니다</a:t>
            </a:r>
            <a:r>
              <a:rPr lang="en-US" altLang="ko-KR" sz="900" dirty="0"/>
              <a:t>. </a:t>
            </a:r>
            <a:r>
              <a:rPr lang="ko-KR" altLang="en-US" sz="900" dirty="0" err="1"/>
              <a:t>다음글</a:t>
            </a:r>
            <a:r>
              <a:rPr lang="ko-KR" altLang="en-US" sz="900" dirty="0"/>
              <a:t> 제목 입니다</a:t>
            </a:r>
            <a:r>
              <a:rPr lang="en-US" altLang="ko-KR" sz="900" dirty="0"/>
              <a:t>. </a:t>
            </a:r>
            <a:r>
              <a:rPr lang="ko-KR" altLang="en-US" sz="900" dirty="0" err="1"/>
              <a:t>다음글</a:t>
            </a:r>
            <a:r>
              <a:rPr lang="ko-KR" altLang="en-US" sz="900" dirty="0"/>
              <a:t> 제목 입니다</a:t>
            </a:r>
            <a:r>
              <a:rPr lang="en-US" altLang="ko-KR" sz="900" dirty="0"/>
              <a:t>. </a:t>
            </a:r>
            <a:endParaRPr lang="ko-KR" altLang="en-US" sz="900" dirty="0"/>
          </a:p>
        </p:txBody>
      </p:sp>
      <p:sp>
        <p:nvSpPr>
          <p:cNvPr id="30" name="TextBox 29">
            <a:extLst>
              <a:ext uri="{FF2B5EF4-FFF2-40B4-BE49-F238E27FC236}">
                <a16:creationId xmlns:a16="http://schemas.microsoft.com/office/drawing/2014/main" id="{22255319-DCF4-4570-A755-F30AE24D569A}"/>
              </a:ext>
            </a:extLst>
          </p:cNvPr>
          <p:cNvSpPr txBox="1"/>
          <p:nvPr/>
        </p:nvSpPr>
        <p:spPr>
          <a:xfrm>
            <a:off x="2127481" y="6064553"/>
            <a:ext cx="6544178" cy="230832"/>
          </a:xfrm>
          <a:prstGeom prst="rect">
            <a:avLst/>
          </a:prstGeom>
          <a:noFill/>
        </p:spPr>
        <p:txBody>
          <a:bodyPr wrap="square" rtlCol="0">
            <a:spAutoFit/>
          </a:bodyPr>
          <a:lstStyle/>
          <a:p>
            <a:r>
              <a:rPr lang="ko-KR" altLang="en-US" sz="900" dirty="0" err="1"/>
              <a:t>이전글</a:t>
            </a:r>
            <a:r>
              <a:rPr lang="ko-KR" altLang="en-US" sz="900" dirty="0"/>
              <a:t> 제목 입니다</a:t>
            </a:r>
            <a:r>
              <a:rPr lang="en-US" altLang="ko-KR" sz="900" dirty="0"/>
              <a:t>. </a:t>
            </a:r>
            <a:r>
              <a:rPr lang="ko-KR" altLang="en-US" sz="900" dirty="0" err="1"/>
              <a:t>이전글</a:t>
            </a:r>
            <a:r>
              <a:rPr lang="ko-KR" altLang="en-US" sz="900" dirty="0"/>
              <a:t> 제목 입니다</a:t>
            </a:r>
            <a:r>
              <a:rPr lang="en-US" altLang="ko-KR" sz="900" dirty="0"/>
              <a:t>. </a:t>
            </a:r>
            <a:r>
              <a:rPr lang="ko-KR" altLang="en-US" sz="900" dirty="0" err="1"/>
              <a:t>이전글</a:t>
            </a:r>
            <a:r>
              <a:rPr lang="ko-KR" altLang="en-US" sz="900" dirty="0"/>
              <a:t> 제목 입니다</a:t>
            </a:r>
            <a:r>
              <a:rPr lang="en-US" altLang="ko-KR" sz="900" dirty="0"/>
              <a:t>. </a:t>
            </a:r>
            <a:r>
              <a:rPr lang="ko-KR" altLang="en-US" sz="900" dirty="0" err="1"/>
              <a:t>이전글</a:t>
            </a:r>
            <a:r>
              <a:rPr lang="ko-KR" altLang="en-US" sz="900" dirty="0"/>
              <a:t> 제목 입니다</a:t>
            </a:r>
            <a:r>
              <a:rPr lang="en-US" altLang="ko-KR" sz="900" dirty="0"/>
              <a:t>. </a:t>
            </a:r>
            <a:endParaRPr lang="ko-KR" altLang="en-US" sz="900" dirty="0"/>
          </a:p>
        </p:txBody>
      </p:sp>
      <p:graphicFrame>
        <p:nvGraphicFramePr>
          <p:cNvPr id="19" name="표 18">
            <a:extLst>
              <a:ext uri="{FF2B5EF4-FFF2-40B4-BE49-F238E27FC236}">
                <a16:creationId xmlns:a16="http://schemas.microsoft.com/office/drawing/2014/main" id="{09C55A75-1E93-4D0A-8C02-3764D3849100}"/>
              </a:ext>
            </a:extLst>
          </p:cNvPr>
          <p:cNvGraphicFramePr>
            <a:graphicFrameLocks noGrp="1"/>
          </p:cNvGraphicFramePr>
          <p:nvPr>
            <p:extLst>
              <p:ext uri="{D42A27DB-BD31-4B8C-83A1-F6EECF244321}">
                <p14:modId xmlns:p14="http://schemas.microsoft.com/office/powerpoint/2010/main" val="3483281472"/>
              </p:ext>
            </p:extLst>
          </p:nvPr>
        </p:nvGraphicFramePr>
        <p:xfrm>
          <a:off x="10171774" y="22159"/>
          <a:ext cx="1979018" cy="303379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RF-02-04-07</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 상세페이지</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 </a:t>
                      </a:r>
                      <a:r>
                        <a:rPr lang="ko-KR" altLang="en-US" sz="800" dirty="0"/>
                        <a:t>채널 공지사항 상세 보기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en-US" altLang="ko-KR" sz="800" dirty="0"/>
                        <a:t>Shop</a:t>
                      </a:r>
                      <a:r>
                        <a:rPr lang="ko-KR" altLang="en-US" sz="800" dirty="0"/>
                        <a:t>채널의 공지사항 작성 내용 보기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첨부파일 다운로드</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5541968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수정 페이지 </a:t>
                      </a:r>
                      <a:r>
                        <a:rPr lang="en-US" altLang="ko-KR" sz="800" dirty="0"/>
                        <a:t>RF-02-04-05-4</a:t>
                      </a:r>
                      <a:r>
                        <a:rPr lang="ko-KR" altLang="en-US" sz="800" b="0" dirty="0">
                          <a:solidFill>
                            <a:schemeClr val="tx1"/>
                          </a:solidFill>
                        </a:rPr>
                        <a:t>로 이동</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963232206"/>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게시글</a:t>
                      </a:r>
                      <a:r>
                        <a:rPr lang="ko-KR" altLang="en-US" sz="800" b="0" dirty="0">
                          <a:solidFill>
                            <a:schemeClr val="tx1"/>
                          </a:solidFill>
                        </a:rPr>
                        <a:t> 삭제 버튼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244951557"/>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다음 글 또는 이전 글로 이동할 수 있으며</a:t>
                      </a:r>
                      <a:r>
                        <a:rPr lang="en-US" altLang="ko-KR" sz="800" dirty="0"/>
                        <a:t>, </a:t>
                      </a:r>
                      <a:r>
                        <a:rPr lang="ko-KR" altLang="en-US" sz="800" dirty="0"/>
                        <a:t>해당 글이 없는 경우에는 표시되지 않는다</a:t>
                      </a:r>
                      <a:r>
                        <a:rPr lang="en-US" altLang="ko-KR" sz="800" dirty="0"/>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026295917"/>
                  </a:ext>
                </a:extLst>
              </a:tr>
            </a:tbl>
          </a:graphicData>
        </a:graphic>
      </p:graphicFrame>
      <p:sp>
        <p:nvSpPr>
          <p:cNvPr id="31" name="TextBox 30">
            <a:extLst>
              <a:ext uri="{FF2B5EF4-FFF2-40B4-BE49-F238E27FC236}">
                <a16:creationId xmlns:a16="http://schemas.microsoft.com/office/drawing/2014/main" id="{59318E7E-1851-4DBE-9B37-FCBCEAD5DB98}"/>
              </a:ext>
            </a:extLst>
          </p:cNvPr>
          <p:cNvSpPr txBox="1"/>
          <p:nvPr/>
        </p:nvSpPr>
        <p:spPr>
          <a:xfrm>
            <a:off x="1218130" y="4261464"/>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32" name="TextBox 31">
            <a:extLst>
              <a:ext uri="{FF2B5EF4-FFF2-40B4-BE49-F238E27FC236}">
                <a16:creationId xmlns:a16="http://schemas.microsoft.com/office/drawing/2014/main" id="{59318E7E-1851-4DBE-9B37-FCBCEAD5DB98}"/>
              </a:ext>
            </a:extLst>
          </p:cNvPr>
          <p:cNvSpPr txBox="1"/>
          <p:nvPr/>
        </p:nvSpPr>
        <p:spPr>
          <a:xfrm>
            <a:off x="5734398" y="4921339"/>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33" name="TextBox 32">
            <a:extLst>
              <a:ext uri="{FF2B5EF4-FFF2-40B4-BE49-F238E27FC236}">
                <a16:creationId xmlns:a16="http://schemas.microsoft.com/office/drawing/2014/main" id="{59318E7E-1851-4DBE-9B37-FCBCEAD5DB98}"/>
              </a:ext>
            </a:extLst>
          </p:cNvPr>
          <p:cNvSpPr txBox="1"/>
          <p:nvPr/>
        </p:nvSpPr>
        <p:spPr>
          <a:xfrm>
            <a:off x="6950375" y="4921339"/>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34" name="TextBox 33">
            <a:extLst>
              <a:ext uri="{FF2B5EF4-FFF2-40B4-BE49-F238E27FC236}">
                <a16:creationId xmlns:a16="http://schemas.microsoft.com/office/drawing/2014/main" id="{59318E7E-1851-4DBE-9B37-FCBCEAD5DB98}"/>
              </a:ext>
            </a:extLst>
          </p:cNvPr>
          <p:cNvSpPr txBox="1"/>
          <p:nvPr/>
        </p:nvSpPr>
        <p:spPr>
          <a:xfrm>
            <a:off x="1096967" y="5696818"/>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Tree>
    <p:extLst>
      <p:ext uri="{BB962C8B-B14F-4D97-AF65-F5344CB8AC3E}">
        <p14:creationId xmlns:p14="http://schemas.microsoft.com/office/powerpoint/2010/main" val="707791217"/>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표 5">
            <a:extLst>
              <a:ext uri="{FF2B5EF4-FFF2-40B4-BE49-F238E27FC236}">
                <a16:creationId xmlns:a16="http://schemas.microsoft.com/office/drawing/2014/main" id="{F594B130-2E74-4FB3-869E-5A39A84B2A5D}"/>
              </a:ext>
            </a:extLst>
          </p:cNvPr>
          <p:cNvGraphicFramePr>
            <a:graphicFrameLocks noGrp="1"/>
          </p:cNvGraphicFramePr>
          <p:nvPr>
            <p:extLst>
              <p:ext uri="{D42A27DB-BD31-4B8C-83A1-F6EECF244321}">
                <p14:modId xmlns:p14="http://schemas.microsoft.com/office/powerpoint/2010/main" val="3346326759"/>
              </p:ext>
            </p:extLst>
          </p:nvPr>
        </p:nvGraphicFramePr>
        <p:xfrm>
          <a:off x="93134" y="550332"/>
          <a:ext cx="9922935" cy="243840"/>
        </p:xfrm>
        <a:graphic>
          <a:graphicData uri="http://schemas.openxmlformats.org/drawingml/2006/table">
            <a:tbl>
              <a:tblPr firstRow="1" bandRow="1">
                <a:tableStyleId>{5940675A-B579-460E-94D1-54222C63F5DA}</a:tableStyleId>
              </a:tblPr>
              <a:tblGrid>
                <a:gridCol w="3307645">
                  <a:extLst>
                    <a:ext uri="{9D8B030D-6E8A-4147-A177-3AD203B41FA5}">
                      <a16:colId xmlns:a16="http://schemas.microsoft.com/office/drawing/2014/main" val="3230482263"/>
                    </a:ext>
                  </a:extLst>
                </a:gridCol>
                <a:gridCol w="3307645">
                  <a:extLst>
                    <a:ext uri="{9D8B030D-6E8A-4147-A177-3AD203B41FA5}">
                      <a16:colId xmlns:a16="http://schemas.microsoft.com/office/drawing/2014/main" val="3730242496"/>
                    </a:ext>
                  </a:extLst>
                </a:gridCol>
                <a:gridCol w="3307645">
                  <a:extLst>
                    <a:ext uri="{9D8B030D-6E8A-4147-A177-3AD203B41FA5}">
                      <a16:colId xmlns:a16="http://schemas.microsoft.com/office/drawing/2014/main" val="844434264"/>
                    </a:ext>
                  </a:extLst>
                </a:gridCol>
              </a:tblGrid>
              <a:tr h="127001">
                <a:tc>
                  <a:txBody>
                    <a:bodyPr/>
                    <a:lstStyle/>
                    <a:p>
                      <a:pPr algn="ctr" latinLnBrk="1"/>
                      <a:r>
                        <a:rPr lang="en-US" altLang="ko-KR" sz="1000" b="0" dirty="0">
                          <a:solidFill>
                            <a:schemeClr val="tx1"/>
                          </a:solidFill>
                        </a:rPr>
                        <a:t>Shop </a:t>
                      </a:r>
                      <a:r>
                        <a:rPr lang="ko-KR" altLang="en-US" sz="1000" b="0" dirty="0">
                          <a:solidFill>
                            <a:schemeClr val="tx1"/>
                          </a:solidFill>
                        </a:rPr>
                        <a:t>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dirty="0"/>
                        <a:t>판매상품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1000" b="1" dirty="0">
                          <a:solidFill>
                            <a:schemeClr val="bg1"/>
                          </a:solidFill>
                        </a:rPr>
                        <a:t>커뮤니티</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extLst>
                  <a:ext uri="{0D108BD9-81ED-4DB2-BD59-A6C34878D82A}">
                    <a16:rowId xmlns:a16="http://schemas.microsoft.com/office/drawing/2014/main" val="1226348592"/>
                  </a:ext>
                </a:extLst>
              </a:tr>
            </a:tbl>
          </a:graphicData>
        </a:graphic>
      </p:graphicFrame>
      <p:sp>
        <p:nvSpPr>
          <p:cNvPr id="10" name="직사각형 9">
            <a:extLst>
              <a:ext uri="{FF2B5EF4-FFF2-40B4-BE49-F238E27FC236}">
                <a16:creationId xmlns:a16="http://schemas.microsoft.com/office/drawing/2014/main" id="{3439110E-C21E-4A8F-ABFD-77967D44CEA3}"/>
              </a:ext>
            </a:extLst>
          </p:cNvPr>
          <p:cNvSpPr/>
          <p:nvPr/>
        </p:nvSpPr>
        <p:spPr>
          <a:xfrm>
            <a:off x="4682670" y="5571624"/>
            <a:ext cx="1024203" cy="281122"/>
          </a:xfrm>
          <a:prstGeom prst="rect">
            <a:avLst/>
          </a:prstGeom>
          <a:solidFill>
            <a:schemeClr val="tx1"/>
          </a:solidFill>
          <a:ln w="3175">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목록</a:t>
            </a:r>
          </a:p>
        </p:txBody>
      </p:sp>
      <p:sp>
        <p:nvSpPr>
          <p:cNvPr id="11" name="직사각형 10">
            <a:extLst>
              <a:ext uri="{FF2B5EF4-FFF2-40B4-BE49-F238E27FC236}">
                <a16:creationId xmlns:a16="http://schemas.microsoft.com/office/drawing/2014/main" id="{18D35287-FDC1-41CA-8017-767904FC50BA}"/>
              </a:ext>
            </a:extLst>
          </p:cNvPr>
          <p:cNvSpPr/>
          <p:nvPr/>
        </p:nvSpPr>
        <p:spPr>
          <a:xfrm>
            <a:off x="5832066" y="5571624"/>
            <a:ext cx="1024203" cy="281122"/>
          </a:xfrm>
          <a:prstGeom prst="rect">
            <a:avLst/>
          </a:prstGeom>
          <a:solidFill>
            <a:schemeClr val="accent5">
              <a:lumMod val="75000"/>
            </a:schemeClr>
          </a:solidFill>
          <a:ln w="3175">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등록하기</a:t>
            </a:r>
          </a:p>
        </p:txBody>
      </p:sp>
      <p:graphicFrame>
        <p:nvGraphicFramePr>
          <p:cNvPr id="12" name="표 11">
            <a:extLst>
              <a:ext uri="{FF2B5EF4-FFF2-40B4-BE49-F238E27FC236}">
                <a16:creationId xmlns:a16="http://schemas.microsoft.com/office/drawing/2014/main" id="{EF49C3C9-3955-4AE3-B63D-AB1214A69A4B}"/>
              </a:ext>
            </a:extLst>
          </p:cNvPr>
          <p:cNvGraphicFramePr>
            <a:graphicFrameLocks noGrp="1"/>
          </p:cNvGraphicFramePr>
          <p:nvPr/>
        </p:nvGraphicFramePr>
        <p:xfrm>
          <a:off x="1719368" y="1246427"/>
          <a:ext cx="7547461" cy="4093222"/>
        </p:xfrm>
        <a:graphic>
          <a:graphicData uri="http://schemas.openxmlformats.org/drawingml/2006/table">
            <a:tbl>
              <a:tblPr firstRow="1" bandRow="1">
                <a:tableStyleId>{5C22544A-7EE6-4342-B048-85BDC9FD1C3A}</a:tableStyleId>
              </a:tblPr>
              <a:tblGrid>
                <a:gridCol w="1114666">
                  <a:extLst>
                    <a:ext uri="{9D8B030D-6E8A-4147-A177-3AD203B41FA5}">
                      <a16:colId xmlns:a16="http://schemas.microsoft.com/office/drawing/2014/main" val="20000"/>
                    </a:ext>
                  </a:extLst>
                </a:gridCol>
                <a:gridCol w="2658422">
                  <a:extLst>
                    <a:ext uri="{9D8B030D-6E8A-4147-A177-3AD203B41FA5}">
                      <a16:colId xmlns:a16="http://schemas.microsoft.com/office/drawing/2014/main" val="20001"/>
                    </a:ext>
                  </a:extLst>
                </a:gridCol>
                <a:gridCol w="1144514">
                  <a:extLst>
                    <a:ext uri="{9D8B030D-6E8A-4147-A177-3AD203B41FA5}">
                      <a16:colId xmlns:a16="http://schemas.microsoft.com/office/drawing/2014/main" val="2648779358"/>
                    </a:ext>
                  </a:extLst>
                </a:gridCol>
                <a:gridCol w="2629859">
                  <a:extLst>
                    <a:ext uri="{9D8B030D-6E8A-4147-A177-3AD203B41FA5}">
                      <a16:colId xmlns:a16="http://schemas.microsoft.com/office/drawing/2014/main" val="3318754925"/>
                    </a:ext>
                  </a:extLst>
                </a:gridCol>
              </a:tblGrid>
              <a:tr h="199629">
                <a:tc>
                  <a:txBody>
                    <a:bodyPr/>
                    <a:lstStyle/>
                    <a:p>
                      <a:pPr algn="ctr" latinLnBrk="1"/>
                      <a:r>
                        <a:rPr lang="ko-KR" altLang="en-US" sz="800" b="0" dirty="0">
                          <a:solidFill>
                            <a:schemeClr val="tx1"/>
                          </a:solidFill>
                        </a:rPr>
                        <a:t>등록일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b="0" dirty="0">
                          <a:solidFill>
                            <a:schemeClr val="tx1"/>
                          </a:solidFill>
                        </a:rPr>
                        <a:t>2024.10.15</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작성자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l"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199629">
                <a:tc>
                  <a:txBody>
                    <a:bodyPr/>
                    <a:lstStyle/>
                    <a:p>
                      <a:pPr algn="ctr" latinLnBrk="1"/>
                      <a:r>
                        <a:rPr lang="ko-KR" altLang="en-US" sz="800" b="0" dirty="0">
                          <a:solidFill>
                            <a:schemeClr val="tx1"/>
                          </a:solidFill>
                        </a:rPr>
                        <a:t>분류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algn="l" latinLnBrk="1"/>
                      <a:r>
                        <a:rPr lang="ko-KR" altLang="en-US" sz="800" b="0" dirty="0">
                          <a:solidFill>
                            <a:schemeClr val="tx1"/>
                          </a:solidFill>
                        </a:rPr>
                        <a:t>● 공지    ○ 일반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algn="l"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algn="l"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06977998"/>
                  </a:ext>
                </a:extLst>
              </a:tr>
              <a:tr h="199629">
                <a:tc>
                  <a:txBody>
                    <a:bodyPr/>
                    <a:lstStyle/>
                    <a:p>
                      <a:pPr algn="ctr" latinLnBrk="1"/>
                      <a:r>
                        <a:rPr lang="ko-KR" altLang="en-US" sz="800" b="0" dirty="0">
                          <a:solidFill>
                            <a:schemeClr val="tx1"/>
                          </a:solidFill>
                        </a:rPr>
                        <a:t>제목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algn="ctr"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algn="ctr"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algn="ctr"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835683201"/>
                  </a:ext>
                </a:extLst>
              </a:tr>
              <a:tr h="3194062">
                <a:tc>
                  <a:txBody>
                    <a:bodyPr/>
                    <a:lstStyle/>
                    <a:p>
                      <a:pPr algn="ctr" latinLnBrk="1"/>
                      <a:r>
                        <a:rPr lang="ko-KR" altLang="en-US" sz="800" b="0" dirty="0">
                          <a:solidFill>
                            <a:schemeClr val="tx1"/>
                          </a:solidFill>
                        </a:rPr>
                        <a:t>내용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latinLnBrk="1"/>
                      <a:endParaRPr lang="en-US" altLang="ko-KR" sz="900" b="0" dirty="0">
                        <a:solidFill>
                          <a:schemeClr val="tx1"/>
                        </a:solidFill>
                      </a:endParaRPr>
                    </a:p>
                    <a:p>
                      <a:pPr latinLnBrk="1"/>
                      <a:endParaRPr lang="en-US" altLang="ko-KR" sz="900" b="0" dirty="0">
                        <a:solidFill>
                          <a:schemeClr val="tx1"/>
                        </a:solidFill>
                      </a:endParaRPr>
                    </a:p>
                    <a:p>
                      <a:pPr latinLnBrk="1"/>
                      <a:endParaRPr lang="en-US" altLang="ko-KR" sz="900" b="0" dirty="0">
                        <a:solidFill>
                          <a:schemeClr val="tx1"/>
                        </a:solidFill>
                      </a:endParaRPr>
                    </a:p>
                    <a:p>
                      <a:pPr latinLnBrk="1"/>
                      <a:endParaRPr lang="en-US" altLang="ko-KR" sz="900" b="0" dirty="0">
                        <a:solidFill>
                          <a:schemeClr val="tx1"/>
                        </a:solidFill>
                      </a:endParaRPr>
                    </a:p>
                    <a:p>
                      <a:pPr latinLnBrk="1"/>
                      <a:endParaRPr lang="en-US" altLang="ko-KR" sz="900" b="0" dirty="0">
                        <a:solidFill>
                          <a:schemeClr val="tx1"/>
                        </a:solidFill>
                      </a:endParaRPr>
                    </a:p>
                    <a:p>
                      <a:pPr latinLnBrk="1"/>
                      <a:endParaRPr lang="en-US" altLang="ko-KR" sz="900" b="0" dirty="0">
                        <a:solidFill>
                          <a:schemeClr val="tx1"/>
                        </a:solidFill>
                      </a:endParaRPr>
                    </a:p>
                    <a:p>
                      <a:pPr latinLnBrk="1"/>
                      <a:endParaRPr lang="en-US" altLang="ko-KR" sz="900" b="0" dirty="0">
                        <a:solidFill>
                          <a:schemeClr val="tx1"/>
                        </a:solidFill>
                      </a:endParaRPr>
                    </a:p>
                    <a:p>
                      <a:pPr latinLnBrk="1"/>
                      <a:endParaRPr lang="en-US" altLang="ko-KR" sz="900" b="0" dirty="0">
                        <a:solidFill>
                          <a:schemeClr val="tx1"/>
                        </a:solidFill>
                      </a:endParaRPr>
                    </a:p>
                    <a:p>
                      <a:pPr latinLnBrk="1"/>
                      <a:endParaRPr lang="en-US" altLang="ko-KR" sz="900" b="0" dirty="0">
                        <a:solidFill>
                          <a:schemeClr val="tx1"/>
                        </a:solidFill>
                      </a:endParaRPr>
                    </a:p>
                    <a:p>
                      <a:pPr latinLnBrk="1"/>
                      <a:endParaRPr lang="en-US" altLang="ko-KR" sz="900" b="0" dirty="0">
                        <a:solidFill>
                          <a:schemeClr val="tx1"/>
                        </a:solidFill>
                      </a:endParaRPr>
                    </a:p>
                    <a:p>
                      <a:pPr latinLnBrk="1"/>
                      <a:endParaRPr lang="en-US" altLang="ko-KR" sz="900" b="0" dirty="0">
                        <a:solidFill>
                          <a:schemeClr val="tx1"/>
                        </a:solidFill>
                      </a:endParaRPr>
                    </a:p>
                    <a:p>
                      <a:pPr latinLnBrk="1"/>
                      <a:endParaRPr lang="en-US" altLang="ko-KR" sz="900" b="0" dirty="0">
                        <a:solidFill>
                          <a:schemeClr val="tx1"/>
                        </a:solidFill>
                      </a:endParaRPr>
                    </a:p>
                    <a:p>
                      <a:pPr latinLnBrk="1"/>
                      <a:endParaRPr lang="en-US" altLang="ko-KR" sz="900" b="0" dirty="0">
                        <a:solidFill>
                          <a:schemeClr val="tx1"/>
                        </a:solidFill>
                      </a:endParaRPr>
                    </a:p>
                    <a:p>
                      <a:pPr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199629">
                <a:tc>
                  <a:txBody>
                    <a:bodyPr/>
                    <a:lstStyle/>
                    <a:p>
                      <a:pPr algn="ctr" latinLnBrk="1"/>
                      <a:r>
                        <a:rPr lang="ko-KR" altLang="en-US" sz="800" b="0" dirty="0">
                          <a:solidFill>
                            <a:schemeClr val="tx1"/>
                          </a:solidFill>
                        </a:rPr>
                        <a:t>첨부파일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sp>
        <p:nvSpPr>
          <p:cNvPr id="13" name="직사각형 12">
            <a:extLst>
              <a:ext uri="{FF2B5EF4-FFF2-40B4-BE49-F238E27FC236}">
                <a16:creationId xmlns:a16="http://schemas.microsoft.com/office/drawing/2014/main" id="{9103431E-934B-4F89-BFF6-1F4DE65398DF}"/>
              </a:ext>
            </a:extLst>
          </p:cNvPr>
          <p:cNvSpPr/>
          <p:nvPr/>
        </p:nvSpPr>
        <p:spPr>
          <a:xfrm>
            <a:off x="2914056" y="5137409"/>
            <a:ext cx="5314018" cy="176555"/>
          </a:xfrm>
          <a:prstGeom prst="rect">
            <a:avLst/>
          </a:prstGeom>
          <a:solidFill>
            <a:schemeClr val="bg1"/>
          </a:solidFill>
          <a:ln w="63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800" dirty="0">
              <a:solidFill>
                <a:schemeClr val="bg1">
                  <a:lumMod val="75000"/>
                </a:schemeClr>
              </a:solidFill>
            </a:endParaRPr>
          </a:p>
        </p:txBody>
      </p:sp>
      <p:sp>
        <p:nvSpPr>
          <p:cNvPr id="14" name="직사각형 13">
            <a:extLst>
              <a:ext uri="{FF2B5EF4-FFF2-40B4-BE49-F238E27FC236}">
                <a16:creationId xmlns:a16="http://schemas.microsoft.com/office/drawing/2014/main" id="{83EF3084-CBF1-4953-8950-F8B81E8A1C83}"/>
              </a:ext>
            </a:extLst>
          </p:cNvPr>
          <p:cNvSpPr/>
          <p:nvPr/>
        </p:nvSpPr>
        <p:spPr>
          <a:xfrm>
            <a:off x="7004727" y="5137409"/>
            <a:ext cx="1244600" cy="176555"/>
          </a:xfrm>
          <a:prstGeom prst="rect">
            <a:avLst/>
          </a:prstGeom>
          <a:solidFill>
            <a:schemeClr val="tx1"/>
          </a:solidFill>
          <a:ln w="63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p>
        </p:txBody>
      </p:sp>
      <p:sp>
        <p:nvSpPr>
          <p:cNvPr id="15" name="직사각형 14">
            <a:extLst>
              <a:ext uri="{FF2B5EF4-FFF2-40B4-BE49-F238E27FC236}">
                <a16:creationId xmlns:a16="http://schemas.microsoft.com/office/drawing/2014/main" id="{2C0F8195-7134-4B00-960E-FB202F1F68B0}"/>
              </a:ext>
            </a:extLst>
          </p:cNvPr>
          <p:cNvSpPr/>
          <p:nvPr/>
        </p:nvSpPr>
        <p:spPr>
          <a:xfrm>
            <a:off x="6698823" y="1277989"/>
            <a:ext cx="2439121" cy="17691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Shop </a:t>
            </a:r>
            <a:r>
              <a:rPr lang="ko-KR" altLang="en-US" sz="800" dirty="0" err="1">
                <a:solidFill>
                  <a:schemeClr val="tx1">
                    <a:lumMod val="50000"/>
                    <a:lumOff val="50000"/>
                  </a:schemeClr>
                </a:solidFill>
              </a:rPr>
              <a:t>채널명</a:t>
            </a:r>
            <a:endParaRPr lang="en-US" altLang="ko-KR" sz="800" dirty="0">
              <a:solidFill>
                <a:schemeClr val="tx1">
                  <a:lumMod val="50000"/>
                  <a:lumOff val="50000"/>
                </a:schemeClr>
              </a:solidFill>
            </a:endParaRPr>
          </a:p>
        </p:txBody>
      </p:sp>
      <p:sp>
        <p:nvSpPr>
          <p:cNvPr id="16" name="직사각형 15">
            <a:extLst>
              <a:ext uri="{FF2B5EF4-FFF2-40B4-BE49-F238E27FC236}">
                <a16:creationId xmlns:a16="http://schemas.microsoft.com/office/drawing/2014/main" id="{6F85C6BE-4642-470B-8733-343EE4269697}"/>
              </a:ext>
            </a:extLst>
          </p:cNvPr>
          <p:cNvSpPr/>
          <p:nvPr/>
        </p:nvSpPr>
        <p:spPr>
          <a:xfrm>
            <a:off x="2912198" y="1724580"/>
            <a:ext cx="6223891" cy="17691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게시판 제목입니다</a:t>
            </a:r>
            <a:endParaRPr lang="en-US" altLang="ko-KR" sz="800" dirty="0">
              <a:solidFill>
                <a:schemeClr val="tx1">
                  <a:lumMod val="50000"/>
                  <a:lumOff val="50000"/>
                </a:schemeClr>
              </a:solidFill>
            </a:endParaRPr>
          </a:p>
        </p:txBody>
      </p:sp>
      <p:sp>
        <p:nvSpPr>
          <p:cNvPr id="20" name="직사각형 19">
            <a:extLst>
              <a:ext uri="{FF2B5EF4-FFF2-40B4-BE49-F238E27FC236}">
                <a16:creationId xmlns:a16="http://schemas.microsoft.com/office/drawing/2014/main" id="{987E9F51-F602-4631-903B-D2001FFAF88B}"/>
              </a:ext>
            </a:extLst>
          </p:cNvPr>
          <p:cNvSpPr/>
          <p:nvPr/>
        </p:nvSpPr>
        <p:spPr>
          <a:xfrm>
            <a:off x="2914053" y="1968003"/>
            <a:ext cx="6223891" cy="307633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endParaRPr lang="en-US" altLang="ko-KR" sz="800" dirty="0">
              <a:solidFill>
                <a:schemeClr val="tx1">
                  <a:lumMod val="50000"/>
                  <a:lumOff val="50000"/>
                </a:schemeClr>
              </a:solidFill>
            </a:endParaRPr>
          </a:p>
          <a:p>
            <a:endParaRPr lang="en-US" altLang="ko-KR" sz="800" dirty="0">
              <a:solidFill>
                <a:schemeClr val="tx1">
                  <a:lumMod val="50000"/>
                  <a:lumOff val="50000"/>
                </a:schemeClr>
              </a:solidFill>
            </a:endParaRPr>
          </a:p>
          <a:p>
            <a:endParaRPr lang="en-US" altLang="ko-KR" sz="800" dirty="0">
              <a:solidFill>
                <a:schemeClr val="tx1">
                  <a:lumMod val="50000"/>
                  <a:lumOff val="50000"/>
                </a:schemeClr>
              </a:solidFill>
            </a:endParaRPr>
          </a:p>
          <a:p>
            <a:r>
              <a:rPr lang="ko-KR" altLang="en-US" sz="800" dirty="0">
                <a:solidFill>
                  <a:schemeClr val="tx1">
                    <a:lumMod val="50000"/>
                    <a:lumOff val="50000"/>
                  </a:schemeClr>
                </a:solidFill>
              </a:rPr>
              <a:t>게시판 내용입니다</a:t>
            </a:r>
            <a:endParaRPr lang="en-US" altLang="ko-KR" sz="800" dirty="0">
              <a:solidFill>
                <a:schemeClr val="tx1">
                  <a:lumMod val="50000"/>
                  <a:lumOff val="50000"/>
                </a:schemeClr>
              </a:solidFill>
            </a:endParaRPr>
          </a:p>
        </p:txBody>
      </p:sp>
      <p:pic>
        <p:nvPicPr>
          <p:cNvPr id="3" name="그림 2">
            <a:extLst>
              <a:ext uri="{FF2B5EF4-FFF2-40B4-BE49-F238E27FC236}">
                <a16:creationId xmlns:a16="http://schemas.microsoft.com/office/drawing/2014/main" id="{605441A6-2C9B-4CCF-87B6-F6FDE495CAA8}"/>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945638" y="2032561"/>
            <a:ext cx="5860813" cy="280690"/>
          </a:xfrm>
          <a:prstGeom prst="rect">
            <a:avLst/>
          </a:prstGeom>
        </p:spPr>
      </p:pic>
      <p:sp>
        <p:nvSpPr>
          <p:cNvPr id="2" name="직사각형 1">
            <a:extLst>
              <a:ext uri="{FF2B5EF4-FFF2-40B4-BE49-F238E27FC236}">
                <a16:creationId xmlns:a16="http://schemas.microsoft.com/office/drawing/2014/main" id="{6A548C79-C55D-4E94-9992-A422C2010FCB}"/>
              </a:ext>
            </a:extLst>
          </p:cNvPr>
          <p:cNvSpPr/>
          <p:nvPr/>
        </p:nvSpPr>
        <p:spPr>
          <a:xfrm>
            <a:off x="8015172" y="5495474"/>
            <a:ext cx="2975212" cy="91440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solidFill>
              </a:rPr>
              <a:t>웹에디터</a:t>
            </a:r>
            <a:r>
              <a:rPr lang="ko-KR" altLang="en-US" sz="800" dirty="0">
                <a:solidFill>
                  <a:schemeClr val="tx1"/>
                </a:solidFill>
              </a:rPr>
              <a:t> </a:t>
            </a:r>
            <a:r>
              <a:rPr lang="en-US" altLang="ko-KR" sz="800" dirty="0">
                <a:solidFill>
                  <a:schemeClr val="tx1"/>
                </a:solidFill>
              </a:rPr>
              <a:t>- </a:t>
            </a:r>
            <a:r>
              <a:rPr lang="ko-KR" altLang="en-US" sz="800" dirty="0">
                <a:solidFill>
                  <a:schemeClr val="tx1"/>
                </a:solidFill>
              </a:rPr>
              <a:t>파일 관리에 대해 고찰이 필요함</a:t>
            </a:r>
            <a:endParaRPr lang="en-US" altLang="ko-KR" sz="800" dirty="0">
              <a:solidFill>
                <a:schemeClr val="tx1"/>
              </a:solidFill>
            </a:endParaRPr>
          </a:p>
          <a:p>
            <a:endParaRPr lang="en-US" altLang="ko-KR" sz="800" dirty="0">
              <a:solidFill>
                <a:schemeClr val="tx1"/>
              </a:solidFill>
            </a:endParaRPr>
          </a:p>
          <a:p>
            <a:r>
              <a:rPr lang="ko-KR" altLang="en-US" sz="800" dirty="0">
                <a:solidFill>
                  <a:schemeClr val="tx1"/>
                </a:solidFill>
              </a:rPr>
              <a:t>파일 테이블을 따로 관리</a:t>
            </a:r>
          </a:p>
        </p:txBody>
      </p:sp>
      <p:graphicFrame>
        <p:nvGraphicFramePr>
          <p:cNvPr id="17" name="표 16">
            <a:extLst>
              <a:ext uri="{FF2B5EF4-FFF2-40B4-BE49-F238E27FC236}">
                <a16:creationId xmlns:a16="http://schemas.microsoft.com/office/drawing/2014/main" id="{55D328BB-92FE-4D0F-A464-51A7771291F7}"/>
              </a:ext>
            </a:extLst>
          </p:cNvPr>
          <p:cNvGraphicFramePr>
            <a:graphicFrameLocks noGrp="1"/>
          </p:cNvGraphicFramePr>
          <p:nvPr>
            <p:extLst>
              <p:ext uri="{D42A27DB-BD31-4B8C-83A1-F6EECF244321}">
                <p14:modId xmlns:p14="http://schemas.microsoft.com/office/powerpoint/2010/main" val="2311212611"/>
              </p:ext>
            </p:extLst>
          </p:nvPr>
        </p:nvGraphicFramePr>
        <p:xfrm>
          <a:off x="10171774" y="22159"/>
          <a:ext cx="1979018" cy="291187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RF-02-04-08</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 상세페이지</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공지사항 등록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en-US" altLang="ko-KR" sz="800" dirty="0"/>
                        <a:t>Shop</a:t>
                      </a:r>
                      <a:r>
                        <a:rPr lang="ko-KR" altLang="en-US" sz="800" dirty="0"/>
                        <a:t>채널에 표시되는 공지사항 등록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네이버 에디터 사용</a:t>
                      </a:r>
                      <a:r>
                        <a:rPr lang="en-US" altLang="ko-KR" sz="800" b="0" dirty="0">
                          <a:solidFill>
                            <a:schemeClr val="tx1"/>
                          </a:solidFill>
                        </a:rPr>
                        <a:t>(</a:t>
                      </a:r>
                      <a:r>
                        <a:rPr lang="ko-KR" altLang="en-US" sz="800" b="0" dirty="0">
                          <a:solidFill>
                            <a:schemeClr val="tx1"/>
                          </a:solidFill>
                        </a:rPr>
                        <a:t>대체 가능</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5541968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파일 찾기</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963232206"/>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글쓰기를 눌렀을 때에 화면 정보를 가지고 해당 페이지로 이동</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244951557"/>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게시글</a:t>
                      </a:r>
                      <a:r>
                        <a:rPr lang="ko-KR" altLang="en-US" sz="800" b="0" dirty="0">
                          <a:solidFill>
                            <a:schemeClr val="tx1"/>
                          </a:solidFill>
                        </a:rPr>
                        <a:t> 등록 버튼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026295917"/>
                  </a:ext>
                </a:extLst>
              </a:tr>
            </a:tbl>
          </a:graphicData>
        </a:graphic>
      </p:graphicFrame>
      <p:sp>
        <p:nvSpPr>
          <p:cNvPr id="18" name="TextBox 17">
            <a:extLst>
              <a:ext uri="{FF2B5EF4-FFF2-40B4-BE49-F238E27FC236}">
                <a16:creationId xmlns:a16="http://schemas.microsoft.com/office/drawing/2014/main" id="{59318E7E-1851-4DBE-9B37-FCBCEAD5DB98}"/>
              </a:ext>
            </a:extLst>
          </p:cNvPr>
          <p:cNvSpPr txBox="1"/>
          <p:nvPr/>
        </p:nvSpPr>
        <p:spPr>
          <a:xfrm>
            <a:off x="2710205" y="1979846"/>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19" name="TextBox 18">
            <a:extLst>
              <a:ext uri="{FF2B5EF4-FFF2-40B4-BE49-F238E27FC236}">
                <a16:creationId xmlns:a16="http://schemas.microsoft.com/office/drawing/2014/main" id="{59318E7E-1851-4DBE-9B37-FCBCEAD5DB98}"/>
              </a:ext>
            </a:extLst>
          </p:cNvPr>
          <p:cNvSpPr txBox="1"/>
          <p:nvPr/>
        </p:nvSpPr>
        <p:spPr>
          <a:xfrm>
            <a:off x="8102078" y="5006830"/>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21" name="TextBox 20">
            <a:extLst>
              <a:ext uri="{FF2B5EF4-FFF2-40B4-BE49-F238E27FC236}">
                <a16:creationId xmlns:a16="http://schemas.microsoft.com/office/drawing/2014/main" id="{59318E7E-1851-4DBE-9B37-FCBCEAD5DB98}"/>
              </a:ext>
            </a:extLst>
          </p:cNvPr>
          <p:cNvSpPr txBox="1"/>
          <p:nvPr/>
        </p:nvSpPr>
        <p:spPr>
          <a:xfrm>
            <a:off x="5539774" y="5467615"/>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22" name="TextBox 21">
            <a:extLst>
              <a:ext uri="{FF2B5EF4-FFF2-40B4-BE49-F238E27FC236}">
                <a16:creationId xmlns:a16="http://schemas.microsoft.com/office/drawing/2014/main" id="{59318E7E-1851-4DBE-9B37-FCBCEAD5DB98}"/>
              </a:ext>
            </a:extLst>
          </p:cNvPr>
          <p:cNvSpPr txBox="1"/>
          <p:nvPr/>
        </p:nvSpPr>
        <p:spPr>
          <a:xfrm>
            <a:off x="6692580" y="5467615"/>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Tree>
    <p:extLst>
      <p:ext uri="{BB962C8B-B14F-4D97-AF65-F5344CB8AC3E}">
        <p14:creationId xmlns:p14="http://schemas.microsoft.com/office/powerpoint/2010/main" val="2326793076"/>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표 5">
            <a:extLst>
              <a:ext uri="{FF2B5EF4-FFF2-40B4-BE49-F238E27FC236}">
                <a16:creationId xmlns:a16="http://schemas.microsoft.com/office/drawing/2014/main" id="{F594B130-2E74-4FB3-869E-5A39A84B2A5D}"/>
              </a:ext>
            </a:extLst>
          </p:cNvPr>
          <p:cNvGraphicFramePr>
            <a:graphicFrameLocks noGrp="1"/>
          </p:cNvGraphicFramePr>
          <p:nvPr/>
        </p:nvGraphicFramePr>
        <p:xfrm>
          <a:off x="93134" y="550332"/>
          <a:ext cx="9922935" cy="243840"/>
        </p:xfrm>
        <a:graphic>
          <a:graphicData uri="http://schemas.openxmlformats.org/drawingml/2006/table">
            <a:tbl>
              <a:tblPr firstRow="1" bandRow="1">
                <a:tableStyleId>{5940675A-B579-460E-94D1-54222C63F5DA}</a:tableStyleId>
              </a:tblPr>
              <a:tblGrid>
                <a:gridCol w="3307645">
                  <a:extLst>
                    <a:ext uri="{9D8B030D-6E8A-4147-A177-3AD203B41FA5}">
                      <a16:colId xmlns:a16="http://schemas.microsoft.com/office/drawing/2014/main" val="3230482263"/>
                    </a:ext>
                  </a:extLst>
                </a:gridCol>
                <a:gridCol w="3307645">
                  <a:extLst>
                    <a:ext uri="{9D8B030D-6E8A-4147-A177-3AD203B41FA5}">
                      <a16:colId xmlns:a16="http://schemas.microsoft.com/office/drawing/2014/main" val="3730242496"/>
                    </a:ext>
                  </a:extLst>
                </a:gridCol>
                <a:gridCol w="3307645">
                  <a:extLst>
                    <a:ext uri="{9D8B030D-6E8A-4147-A177-3AD203B41FA5}">
                      <a16:colId xmlns:a16="http://schemas.microsoft.com/office/drawing/2014/main" val="844434264"/>
                    </a:ext>
                  </a:extLst>
                </a:gridCol>
              </a:tblGrid>
              <a:tr h="127001">
                <a:tc>
                  <a:txBody>
                    <a:bodyPr/>
                    <a:lstStyle/>
                    <a:p>
                      <a:pPr algn="ctr" latinLnBrk="1"/>
                      <a:r>
                        <a:rPr lang="en-US" altLang="ko-KR" sz="1000" b="0" dirty="0">
                          <a:solidFill>
                            <a:schemeClr val="tx1"/>
                          </a:solidFill>
                        </a:rPr>
                        <a:t>Shop </a:t>
                      </a:r>
                      <a:r>
                        <a:rPr lang="ko-KR" altLang="en-US" sz="1000" b="0" dirty="0">
                          <a:solidFill>
                            <a:schemeClr val="tx1"/>
                          </a:solidFill>
                        </a:rPr>
                        <a:t>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1000" dirty="0"/>
                        <a:t>판매상품</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1000" b="1" dirty="0">
                          <a:solidFill>
                            <a:schemeClr val="bg1"/>
                          </a:solidFill>
                        </a:rPr>
                        <a:t>커뮤니티</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extLst>
                  <a:ext uri="{0D108BD9-81ED-4DB2-BD59-A6C34878D82A}">
                    <a16:rowId xmlns:a16="http://schemas.microsoft.com/office/drawing/2014/main" val="1226348592"/>
                  </a:ext>
                </a:extLst>
              </a:tr>
            </a:tbl>
          </a:graphicData>
        </a:graphic>
      </p:graphicFrame>
      <p:sp>
        <p:nvSpPr>
          <p:cNvPr id="10" name="직사각형 9">
            <a:extLst>
              <a:ext uri="{FF2B5EF4-FFF2-40B4-BE49-F238E27FC236}">
                <a16:creationId xmlns:a16="http://schemas.microsoft.com/office/drawing/2014/main" id="{3439110E-C21E-4A8F-ABFD-77967D44CEA3}"/>
              </a:ext>
            </a:extLst>
          </p:cNvPr>
          <p:cNvSpPr/>
          <p:nvPr/>
        </p:nvSpPr>
        <p:spPr>
          <a:xfrm>
            <a:off x="4682670" y="5571624"/>
            <a:ext cx="1024203" cy="281122"/>
          </a:xfrm>
          <a:prstGeom prst="rect">
            <a:avLst/>
          </a:prstGeom>
          <a:solidFill>
            <a:schemeClr val="tx1"/>
          </a:solidFill>
          <a:ln w="3175">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목록</a:t>
            </a:r>
          </a:p>
        </p:txBody>
      </p:sp>
      <p:sp>
        <p:nvSpPr>
          <p:cNvPr id="11" name="직사각형 10">
            <a:extLst>
              <a:ext uri="{FF2B5EF4-FFF2-40B4-BE49-F238E27FC236}">
                <a16:creationId xmlns:a16="http://schemas.microsoft.com/office/drawing/2014/main" id="{18D35287-FDC1-41CA-8017-767904FC50BA}"/>
              </a:ext>
            </a:extLst>
          </p:cNvPr>
          <p:cNvSpPr/>
          <p:nvPr/>
        </p:nvSpPr>
        <p:spPr>
          <a:xfrm>
            <a:off x="5832066" y="5571624"/>
            <a:ext cx="1024203" cy="281122"/>
          </a:xfrm>
          <a:prstGeom prst="rect">
            <a:avLst/>
          </a:prstGeom>
          <a:solidFill>
            <a:schemeClr val="accent5">
              <a:lumMod val="75000"/>
            </a:schemeClr>
          </a:solidFill>
          <a:ln w="3175">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수정하기</a:t>
            </a:r>
          </a:p>
        </p:txBody>
      </p:sp>
      <p:graphicFrame>
        <p:nvGraphicFramePr>
          <p:cNvPr id="12" name="표 11">
            <a:extLst>
              <a:ext uri="{FF2B5EF4-FFF2-40B4-BE49-F238E27FC236}">
                <a16:creationId xmlns:a16="http://schemas.microsoft.com/office/drawing/2014/main" id="{EF49C3C9-3955-4AE3-B63D-AB1214A69A4B}"/>
              </a:ext>
            </a:extLst>
          </p:cNvPr>
          <p:cNvGraphicFramePr>
            <a:graphicFrameLocks noGrp="1"/>
          </p:cNvGraphicFramePr>
          <p:nvPr/>
        </p:nvGraphicFramePr>
        <p:xfrm>
          <a:off x="1719368" y="1246427"/>
          <a:ext cx="7547461" cy="4093222"/>
        </p:xfrm>
        <a:graphic>
          <a:graphicData uri="http://schemas.openxmlformats.org/drawingml/2006/table">
            <a:tbl>
              <a:tblPr firstRow="1" bandRow="1">
                <a:tableStyleId>{5C22544A-7EE6-4342-B048-85BDC9FD1C3A}</a:tableStyleId>
              </a:tblPr>
              <a:tblGrid>
                <a:gridCol w="1114666">
                  <a:extLst>
                    <a:ext uri="{9D8B030D-6E8A-4147-A177-3AD203B41FA5}">
                      <a16:colId xmlns:a16="http://schemas.microsoft.com/office/drawing/2014/main" val="20000"/>
                    </a:ext>
                  </a:extLst>
                </a:gridCol>
                <a:gridCol w="2658422">
                  <a:extLst>
                    <a:ext uri="{9D8B030D-6E8A-4147-A177-3AD203B41FA5}">
                      <a16:colId xmlns:a16="http://schemas.microsoft.com/office/drawing/2014/main" val="20001"/>
                    </a:ext>
                  </a:extLst>
                </a:gridCol>
                <a:gridCol w="1144514">
                  <a:extLst>
                    <a:ext uri="{9D8B030D-6E8A-4147-A177-3AD203B41FA5}">
                      <a16:colId xmlns:a16="http://schemas.microsoft.com/office/drawing/2014/main" val="2648779358"/>
                    </a:ext>
                  </a:extLst>
                </a:gridCol>
                <a:gridCol w="2629859">
                  <a:extLst>
                    <a:ext uri="{9D8B030D-6E8A-4147-A177-3AD203B41FA5}">
                      <a16:colId xmlns:a16="http://schemas.microsoft.com/office/drawing/2014/main" val="3318754925"/>
                    </a:ext>
                  </a:extLst>
                </a:gridCol>
              </a:tblGrid>
              <a:tr h="199629">
                <a:tc>
                  <a:txBody>
                    <a:bodyPr/>
                    <a:lstStyle/>
                    <a:p>
                      <a:pPr algn="ctr" latinLnBrk="1"/>
                      <a:r>
                        <a:rPr lang="ko-KR" altLang="en-US" sz="800" b="0" dirty="0">
                          <a:solidFill>
                            <a:schemeClr val="tx1"/>
                          </a:solidFill>
                        </a:rPr>
                        <a:t>등록일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b="0" dirty="0">
                          <a:solidFill>
                            <a:schemeClr val="tx1"/>
                          </a:solidFill>
                        </a:rPr>
                        <a:t>2024.10.15</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작성자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l"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199629">
                <a:tc>
                  <a:txBody>
                    <a:bodyPr/>
                    <a:lstStyle/>
                    <a:p>
                      <a:pPr algn="ctr" latinLnBrk="1"/>
                      <a:r>
                        <a:rPr lang="ko-KR" altLang="en-US" sz="800" b="0" dirty="0">
                          <a:solidFill>
                            <a:schemeClr val="tx1"/>
                          </a:solidFill>
                        </a:rPr>
                        <a:t>분류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algn="l" latinLnBrk="1"/>
                      <a:r>
                        <a:rPr lang="ko-KR" altLang="en-US" sz="800" b="0" dirty="0">
                          <a:solidFill>
                            <a:schemeClr val="tx1"/>
                          </a:solidFill>
                        </a:rPr>
                        <a:t>● 공지    ○ 일반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algn="l"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algn="l"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06977998"/>
                  </a:ext>
                </a:extLst>
              </a:tr>
              <a:tr h="199629">
                <a:tc>
                  <a:txBody>
                    <a:bodyPr/>
                    <a:lstStyle/>
                    <a:p>
                      <a:pPr algn="ctr" latinLnBrk="1"/>
                      <a:r>
                        <a:rPr lang="ko-KR" altLang="en-US" sz="800" b="0" dirty="0">
                          <a:solidFill>
                            <a:schemeClr val="tx1"/>
                          </a:solidFill>
                        </a:rPr>
                        <a:t>제목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algn="ctr"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algn="ctr"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algn="ctr"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835683201"/>
                  </a:ext>
                </a:extLst>
              </a:tr>
              <a:tr h="3194062">
                <a:tc>
                  <a:txBody>
                    <a:bodyPr/>
                    <a:lstStyle/>
                    <a:p>
                      <a:pPr algn="ctr" latinLnBrk="1"/>
                      <a:r>
                        <a:rPr lang="ko-KR" altLang="en-US" sz="800" b="0" dirty="0">
                          <a:solidFill>
                            <a:schemeClr val="tx1"/>
                          </a:solidFill>
                        </a:rPr>
                        <a:t>내용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latinLnBrk="1"/>
                      <a:endParaRPr lang="en-US" altLang="ko-KR" sz="900" b="0" dirty="0">
                        <a:solidFill>
                          <a:schemeClr val="tx1"/>
                        </a:solidFill>
                      </a:endParaRPr>
                    </a:p>
                    <a:p>
                      <a:pPr latinLnBrk="1"/>
                      <a:endParaRPr lang="en-US" altLang="ko-KR" sz="900" b="0" dirty="0">
                        <a:solidFill>
                          <a:schemeClr val="tx1"/>
                        </a:solidFill>
                      </a:endParaRPr>
                    </a:p>
                    <a:p>
                      <a:pPr latinLnBrk="1"/>
                      <a:endParaRPr lang="en-US" altLang="ko-KR" sz="900" b="0" dirty="0">
                        <a:solidFill>
                          <a:schemeClr val="tx1"/>
                        </a:solidFill>
                      </a:endParaRPr>
                    </a:p>
                    <a:p>
                      <a:pPr latinLnBrk="1"/>
                      <a:endParaRPr lang="en-US" altLang="ko-KR" sz="900" b="0" dirty="0">
                        <a:solidFill>
                          <a:schemeClr val="tx1"/>
                        </a:solidFill>
                      </a:endParaRPr>
                    </a:p>
                    <a:p>
                      <a:pPr latinLnBrk="1"/>
                      <a:endParaRPr lang="en-US" altLang="ko-KR" sz="900" b="0" dirty="0">
                        <a:solidFill>
                          <a:schemeClr val="tx1"/>
                        </a:solidFill>
                      </a:endParaRPr>
                    </a:p>
                    <a:p>
                      <a:pPr latinLnBrk="1"/>
                      <a:endParaRPr lang="en-US" altLang="ko-KR" sz="900" b="0" dirty="0">
                        <a:solidFill>
                          <a:schemeClr val="tx1"/>
                        </a:solidFill>
                      </a:endParaRPr>
                    </a:p>
                    <a:p>
                      <a:pPr latinLnBrk="1"/>
                      <a:endParaRPr lang="en-US" altLang="ko-KR" sz="900" b="0" dirty="0">
                        <a:solidFill>
                          <a:schemeClr val="tx1"/>
                        </a:solidFill>
                      </a:endParaRPr>
                    </a:p>
                    <a:p>
                      <a:pPr latinLnBrk="1"/>
                      <a:endParaRPr lang="en-US" altLang="ko-KR" sz="900" b="0" dirty="0">
                        <a:solidFill>
                          <a:schemeClr val="tx1"/>
                        </a:solidFill>
                      </a:endParaRPr>
                    </a:p>
                    <a:p>
                      <a:pPr latinLnBrk="1"/>
                      <a:endParaRPr lang="en-US" altLang="ko-KR" sz="900" b="0" dirty="0">
                        <a:solidFill>
                          <a:schemeClr val="tx1"/>
                        </a:solidFill>
                      </a:endParaRPr>
                    </a:p>
                    <a:p>
                      <a:pPr latinLnBrk="1"/>
                      <a:endParaRPr lang="en-US" altLang="ko-KR" sz="900" b="0" dirty="0">
                        <a:solidFill>
                          <a:schemeClr val="tx1"/>
                        </a:solidFill>
                      </a:endParaRPr>
                    </a:p>
                    <a:p>
                      <a:pPr latinLnBrk="1"/>
                      <a:endParaRPr lang="en-US" altLang="ko-KR" sz="900" b="0" dirty="0">
                        <a:solidFill>
                          <a:schemeClr val="tx1"/>
                        </a:solidFill>
                      </a:endParaRPr>
                    </a:p>
                    <a:p>
                      <a:pPr latinLnBrk="1"/>
                      <a:endParaRPr lang="en-US" altLang="ko-KR" sz="900" b="0" dirty="0">
                        <a:solidFill>
                          <a:schemeClr val="tx1"/>
                        </a:solidFill>
                      </a:endParaRPr>
                    </a:p>
                    <a:p>
                      <a:pPr latinLnBrk="1"/>
                      <a:endParaRPr lang="en-US" altLang="ko-KR" sz="900" b="0" dirty="0">
                        <a:solidFill>
                          <a:schemeClr val="tx1"/>
                        </a:solidFill>
                      </a:endParaRPr>
                    </a:p>
                    <a:p>
                      <a:pPr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199629">
                <a:tc>
                  <a:txBody>
                    <a:bodyPr/>
                    <a:lstStyle/>
                    <a:p>
                      <a:pPr algn="ctr" latinLnBrk="1"/>
                      <a:r>
                        <a:rPr lang="ko-KR" altLang="en-US" sz="800" b="0" dirty="0">
                          <a:solidFill>
                            <a:schemeClr val="tx1"/>
                          </a:solidFill>
                        </a:rPr>
                        <a:t>첨부파일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sp>
        <p:nvSpPr>
          <p:cNvPr id="13" name="직사각형 12">
            <a:extLst>
              <a:ext uri="{FF2B5EF4-FFF2-40B4-BE49-F238E27FC236}">
                <a16:creationId xmlns:a16="http://schemas.microsoft.com/office/drawing/2014/main" id="{9103431E-934B-4F89-BFF6-1F4DE65398DF}"/>
              </a:ext>
            </a:extLst>
          </p:cNvPr>
          <p:cNvSpPr/>
          <p:nvPr/>
        </p:nvSpPr>
        <p:spPr>
          <a:xfrm>
            <a:off x="2914056" y="5137409"/>
            <a:ext cx="5314018" cy="176555"/>
          </a:xfrm>
          <a:prstGeom prst="rect">
            <a:avLst/>
          </a:prstGeom>
          <a:solidFill>
            <a:schemeClr val="bg1"/>
          </a:solidFill>
          <a:ln w="63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800" dirty="0">
              <a:solidFill>
                <a:schemeClr val="bg1">
                  <a:lumMod val="75000"/>
                </a:schemeClr>
              </a:solidFill>
            </a:endParaRPr>
          </a:p>
        </p:txBody>
      </p:sp>
      <p:sp>
        <p:nvSpPr>
          <p:cNvPr id="14" name="직사각형 13">
            <a:extLst>
              <a:ext uri="{FF2B5EF4-FFF2-40B4-BE49-F238E27FC236}">
                <a16:creationId xmlns:a16="http://schemas.microsoft.com/office/drawing/2014/main" id="{83EF3084-CBF1-4953-8950-F8B81E8A1C83}"/>
              </a:ext>
            </a:extLst>
          </p:cNvPr>
          <p:cNvSpPr/>
          <p:nvPr/>
        </p:nvSpPr>
        <p:spPr>
          <a:xfrm>
            <a:off x="7004727" y="5137409"/>
            <a:ext cx="1244600" cy="176555"/>
          </a:xfrm>
          <a:prstGeom prst="rect">
            <a:avLst/>
          </a:prstGeom>
          <a:solidFill>
            <a:schemeClr val="tx1"/>
          </a:solidFill>
          <a:ln w="63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p>
        </p:txBody>
      </p:sp>
      <p:sp>
        <p:nvSpPr>
          <p:cNvPr id="15" name="직사각형 14">
            <a:extLst>
              <a:ext uri="{FF2B5EF4-FFF2-40B4-BE49-F238E27FC236}">
                <a16:creationId xmlns:a16="http://schemas.microsoft.com/office/drawing/2014/main" id="{2C0F8195-7134-4B00-960E-FB202F1F68B0}"/>
              </a:ext>
            </a:extLst>
          </p:cNvPr>
          <p:cNvSpPr/>
          <p:nvPr/>
        </p:nvSpPr>
        <p:spPr>
          <a:xfrm>
            <a:off x="6698823" y="1277989"/>
            <a:ext cx="2439121" cy="17691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Shop </a:t>
            </a:r>
            <a:r>
              <a:rPr lang="ko-KR" altLang="en-US" sz="800" dirty="0" err="1">
                <a:solidFill>
                  <a:schemeClr val="tx1">
                    <a:lumMod val="50000"/>
                    <a:lumOff val="50000"/>
                  </a:schemeClr>
                </a:solidFill>
              </a:rPr>
              <a:t>채널명</a:t>
            </a:r>
            <a:endParaRPr lang="en-US" altLang="ko-KR" sz="800" dirty="0">
              <a:solidFill>
                <a:schemeClr val="tx1">
                  <a:lumMod val="50000"/>
                  <a:lumOff val="50000"/>
                </a:schemeClr>
              </a:solidFill>
            </a:endParaRPr>
          </a:p>
        </p:txBody>
      </p:sp>
      <p:sp>
        <p:nvSpPr>
          <p:cNvPr id="16" name="직사각형 15">
            <a:extLst>
              <a:ext uri="{FF2B5EF4-FFF2-40B4-BE49-F238E27FC236}">
                <a16:creationId xmlns:a16="http://schemas.microsoft.com/office/drawing/2014/main" id="{6F85C6BE-4642-470B-8733-343EE4269697}"/>
              </a:ext>
            </a:extLst>
          </p:cNvPr>
          <p:cNvSpPr/>
          <p:nvPr/>
        </p:nvSpPr>
        <p:spPr>
          <a:xfrm>
            <a:off x="2912198" y="1724580"/>
            <a:ext cx="6223891" cy="17691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게시판 제목입니다</a:t>
            </a:r>
            <a:endParaRPr lang="en-US" altLang="ko-KR" sz="800" dirty="0">
              <a:solidFill>
                <a:schemeClr val="tx1">
                  <a:lumMod val="50000"/>
                  <a:lumOff val="50000"/>
                </a:schemeClr>
              </a:solidFill>
            </a:endParaRPr>
          </a:p>
        </p:txBody>
      </p:sp>
      <p:sp>
        <p:nvSpPr>
          <p:cNvPr id="20" name="직사각형 19">
            <a:extLst>
              <a:ext uri="{FF2B5EF4-FFF2-40B4-BE49-F238E27FC236}">
                <a16:creationId xmlns:a16="http://schemas.microsoft.com/office/drawing/2014/main" id="{987E9F51-F602-4631-903B-D2001FFAF88B}"/>
              </a:ext>
            </a:extLst>
          </p:cNvPr>
          <p:cNvSpPr/>
          <p:nvPr/>
        </p:nvSpPr>
        <p:spPr>
          <a:xfrm>
            <a:off x="2914053" y="1968003"/>
            <a:ext cx="6223891" cy="307633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endParaRPr lang="en-US" altLang="ko-KR" sz="800" dirty="0">
              <a:solidFill>
                <a:schemeClr val="tx1">
                  <a:lumMod val="50000"/>
                  <a:lumOff val="50000"/>
                </a:schemeClr>
              </a:solidFill>
            </a:endParaRPr>
          </a:p>
          <a:p>
            <a:endParaRPr lang="en-US" altLang="ko-KR" sz="800" dirty="0">
              <a:solidFill>
                <a:schemeClr val="tx1">
                  <a:lumMod val="50000"/>
                  <a:lumOff val="50000"/>
                </a:schemeClr>
              </a:solidFill>
            </a:endParaRPr>
          </a:p>
          <a:p>
            <a:endParaRPr lang="en-US" altLang="ko-KR" sz="800" dirty="0">
              <a:solidFill>
                <a:schemeClr val="tx1">
                  <a:lumMod val="50000"/>
                  <a:lumOff val="50000"/>
                </a:schemeClr>
              </a:solidFill>
            </a:endParaRPr>
          </a:p>
          <a:p>
            <a:r>
              <a:rPr lang="ko-KR" altLang="en-US" sz="800" dirty="0">
                <a:solidFill>
                  <a:schemeClr val="tx1">
                    <a:lumMod val="50000"/>
                    <a:lumOff val="50000"/>
                  </a:schemeClr>
                </a:solidFill>
              </a:rPr>
              <a:t>게시판 내용입니다</a:t>
            </a:r>
            <a:endParaRPr lang="en-US" altLang="ko-KR" sz="800" dirty="0">
              <a:solidFill>
                <a:schemeClr val="tx1">
                  <a:lumMod val="50000"/>
                  <a:lumOff val="50000"/>
                </a:schemeClr>
              </a:solidFill>
            </a:endParaRPr>
          </a:p>
        </p:txBody>
      </p:sp>
      <p:pic>
        <p:nvPicPr>
          <p:cNvPr id="3" name="그림 2">
            <a:extLst>
              <a:ext uri="{FF2B5EF4-FFF2-40B4-BE49-F238E27FC236}">
                <a16:creationId xmlns:a16="http://schemas.microsoft.com/office/drawing/2014/main" id="{605441A6-2C9B-4CCF-87B6-F6FDE495CAA8}"/>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945638" y="2032561"/>
            <a:ext cx="5860813" cy="280690"/>
          </a:xfrm>
          <a:prstGeom prst="rect">
            <a:avLst/>
          </a:prstGeom>
        </p:spPr>
      </p:pic>
      <p:graphicFrame>
        <p:nvGraphicFramePr>
          <p:cNvPr id="17" name="표 16">
            <a:extLst>
              <a:ext uri="{FF2B5EF4-FFF2-40B4-BE49-F238E27FC236}">
                <a16:creationId xmlns:a16="http://schemas.microsoft.com/office/drawing/2014/main" id="{55D328BB-92FE-4D0F-A464-51A7771291F7}"/>
              </a:ext>
            </a:extLst>
          </p:cNvPr>
          <p:cNvGraphicFramePr>
            <a:graphicFrameLocks noGrp="1"/>
          </p:cNvGraphicFramePr>
          <p:nvPr>
            <p:extLst>
              <p:ext uri="{D42A27DB-BD31-4B8C-83A1-F6EECF244321}">
                <p14:modId xmlns:p14="http://schemas.microsoft.com/office/powerpoint/2010/main" val="638141376"/>
              </p:ext>
            </p:extLst>
          </p:nvPr>
        </p:nvGraphicFramePr>
        <p:xfrm>
          <a:off x="10171774" y="22159"/>
          <a:ext cx="1979018" cy="181459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RF-02-04-09</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marL="0" indent="0" algn="l" latinLnBrk="1">
                        <a:buFontTx/>
                        <a:buNone/>
                      </a:pPr>
                      <a:r>
                        <a:rPr lang="en-US" altLang="ko-KR" sz="800" dirty="0"/>
                        <a:t>Shop</a:t>
                      </a:r>
                      <a:r>
                        <a:rPr lang="ko-KR" altLang="en-US" sz="800" dirty="0"/>
                        <a:t>채널관리 </a:t>
                      </a:r>
                      <a:r>
                        <a:rPr lang="en-US" altLang="ko-KR" sz="800" dirty="0"/>
                        <a:t>&gt; Shop</a:t>
                      </a:r>
                      <a:r>
                        <a:rPr lang="ko-KR" altLang="en-US" sz="800" dirty="0"/>
                        <a:t>채널 상세페이지</a:t>
                      </a:r>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공지사항 수정 화면</a:t>
                      </a:r>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algn="l" latinLnBrk="1"/>
                      <a:r>
                        <a:rPr lang="en-US" altLang="ko-KR" sz="800" dirty="0"/>
                        <a:t>Shop</a:t>
                      </a:r>
                      <a:r>
                        <a:rPr lang="ko-KR" altLang="en-US" sz="800" dirty="0"/>
                        <a:t>채널에 표시되는 공지사항 수정 화면</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Tree>
    <p:extLst>
      <p:ext uri="{BB962C8B-B14F-4D97-AF65-F5344CB8AC3E}">
        <p14:creationId xmlns:p14="http://schemas.microsoft.com/office/powerpoint/2010/main" val="1957612984"/>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표 6">
            <a:extLst>
              <a:ext uri="{FF2B5EF4-FFF2-40B4-BE49-F238E27FC236}">
                <a16:creationId xmlns:a16="http://schemas.microsoft.com/office/drawing/2014/main" id="{1E055580-A95B-4C7A-A398-B4D1B156E9D9}"/>
              </a:ext>
            </a:extLst>
          </p:cNvPr>
          <p:cNvGraphicFramePr>
            <a:graphicFrameLocks noGrp="1"/>
          </p:cNvGraphicFramePr>
          <p:nvPr>
            <p:extLst>
              <p:ext uri="{D42A27DB-BD31-4B8C-83A1-F6EECF244321}">
                <p14:modId xmlns:p14="http://schemas.microsoft.com/office/powerpoint/2010/main" val="1075219086"/>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latinLnBrk="1"/>
                      <a:endParaRPr lang="ko-KR" altLang="en-US" sz="1800" b="1" dirty="0">
                        <a:solidFill>
                          <a:schemeClr val="tx1"/>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b="1" dirty="0">
                          <a:solidFill>
                            <a:schemeClr val="tx1"/>
                          </a:solidFill>
                        </a:rPr>
                        <a:t>●  상품 관리</a:t>
                      </a:r>
                    </a:p>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endParaRPr lang="ko-KR" altLang="en-US" sz="18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2141770749"/>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표 2">
            <a:extLst>
              <a:ext uri="{FF2B5EF4-FFF2-40B4-BE49-F238E27FC236}">
                <a16:creationId xmlns:a16="http://schemas.microsoft.com/office/drawing/2014/main" id="{63CBEA5C-4BAA-4B99-A029-31953C189B1B}"/>
              </a:ext>
            </a:extLst>
          </p:cNvPr>
          <p:cNvGraphicFramePr>
            <a:graphicFrameLocks noGrp="1"/>
          </p:cNvGraphicFramePr>
          <p:nvPr>
            <p:extLst>
              <p:ext uri="{D42A27DB-BD31-4B8C-83A1-F6EECF244321}">
                <p14:modId xmlns:p14="http://schemas.microsoft.com/office/powerpoint/2010/main" val="1457502027"/>
              </p:ext>
            </p:extLst>
          </p:nvPr>
        </p:nvGraphicFramePr>
        <p:xfrm>
          <a:off x="10171774" y="22159"/>
          <a:ext cx="1979018" cy="53807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RF-02-05-01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상품관리 </a:t>
                      </a:r>
                      <a:r>
                        <a:rPr lang="en-US" altLang="ko-KR" sz="800" dirty="0"/>
                        <a:t>&gt; </a:t>
                      </a:r>
                      <a:r>
                        <a:rPr lang="ko-KR" altLang="en-US" sz="800" dirty="0"/>
                        <a:t>자사상품관리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자사 상품 목록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판매채널에서 관리하는 자사 상품 목록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판매 중지 신청을 하여 판매 중지가 되는 날짜를 표시하는 영역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5541968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내 자사 상품을 게시한 </a:t>
                      </a:r>
                      <a:r>
                        <a:rPr lang="en-US" altLang="ko-KR" sz="800" b="0" dirty="0">
                          <a:solidFill>
                            <a:schemeClr val="tx1"/>
                          </a:solidFill>
                        </a:rPr>
                        <a:t>Shop </a:t>
                      </a:r>
                      <a:r>
                        <a:rPr lang="ko-KR" altLang="en-US" sz="800" b="0" dirty="0">
                          <a:solidFill>
                            <a:schemeClr val="tx1"/>
                          </a:solidFill>
                        </a:rPr>
                        <a:t>채널의 수</a:t>
                      </a:r>
                      <a:endParaRPr lang="en-US" altLang="ko-KR" sz="800" b="0" dirty="0">
                        <a:solidFill>
                          <a:schemeClr val="tx1"/>
                        </a:solidFill>
                      </a:endParaRPr>
                    </a:p>
                    <a:p>
                      <a:pPr algn="l" latinLnBrk="1"/>
                      <a:endParaRPr lang="en-US" altLang="ko-KR" sz="800" b="0" dirty="0">
                        <a:solidFill>
                          <a:schemeClr val="tx1"/>
                        </a:solidFill>
                      </a:endParaRPr>
                    </a:p>
                    <a:p>
                      <a:pPr algn="l" latinLnBrk="1"/>
                      <a:r>
                        <a:rPr lang="ko-KR" altLang="en-US" sz="800" b="0" dirty="0">
                          <a:solidFill>
                            <a:schemeClr val="tx1"/>
                          </a:solidFill>
                        </a:rPr>
                        <a:t>클릭 시 내 상품을 게시한 </a:t>
                      </a:r>
                      <a:r>
                        <a:rPr lang="en-US" altLang="ko-KR" sz="800" b="0" dirty="0">
                          <a:solidFill>
                            <a:schemeClr val="tx1"/>
                          </a:solidFill>
                        </a:rPr>
                        <a:t>Shop </a:t>
                      </a:r>
                      <a:r>
                        <a:rPr lang="ko-KR" altLang="en-US" sz="800" b="0" dirty="0">
                          <a:solidFill>
                            <a:schemeClr val="tx1"/>
                          </a:solidFill>
                        </a:rPr>
                        <a:t>채널의 정보 목록 화면 생성</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RF-02-05-01-5 </a:t>
                      </a:r>
                      <a:r>
                        <a:rPr lang="ko-KR" altLang="en-US" sz="800" dirty="0"/>
                        <a:t>참고</a:t>
                      </a:r>
                      <a:endParaRPr lang="en-US" altLang="ko-KR"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824044473"/>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판매 요청 목록 화면 생성</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RF-02-05-01-4</a:t>
                      </a:r>
                      <a:r>
                        <a:rPr lang="en-US" altLang="ko-KR" sz="800" b="0" baseline="0" dirty="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56197878"/>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판매중지 예고신청버튼</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자사 상품이 채널에 게시된 경우 제품을 판매 중지로 </a:t>
                      </a:r>
                      <a:r>
                        <a:rPr lang="ko-KR" altLang="en-US" sz="800" b="0" dirty="0" err="1">
                          <a:solidFill>
                            <a:schemeClr val="tx1"/>
                          </a:solidFill>
                        </a:rPr>
                        <a:t>수정또는</a:t>
                      </a:r>
                      <a:r>
                        <a:rPr lang="ko-KR" altLang="en-US" sz="800" b="0" dirty="0">
                          <a:solidFill>
                            <a:schemeClr val="tx1"/>
                          </a:solidFill>
                        </a:rPr>
                        <a:t> 제품을 삭제할 경우 게시된 채널에 판매중지예고를 전달하는 버튼 </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RF-02-05-01-3</a:t>
                      </a:r>
                      <a:r>
                        <a:rPr lang="en-US" altLang="ko-KR" sz="800" b="0" baseline="0" dirty="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99833770"/>
                  </a:ext>
                </a:extLst>
              </a:tr>
              <a:tr h="140746">
                <a:tc>
                  <a:txBody>
                    <a:bodyPr/>
                    <a:lstStyle/>
                    <a:p>
                      <a:pPr algn="ctr" latinLnBrk="1"/>
                      <a:r>
                        <a:rPr lang="en-US" altLang="ko-KR" sz="800" dirty="0"/>
                        <a:t>5</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클릭하면 상품등록 화면 </a:t>
                      </a:r>
                      <a:r>
                        <a:rPr lang="en-US" altLang="ko-KR" sz="800" dirty="0"/>
                        <a:t>RF-02-05-02</a:t>
                      </a:r>
                      <a:r>
                        <a:rPr lang="ko-KR" altLang="en-US" sz="800" b="0" dirty="0">
                          <a:solidFill>
                            <a:schemeClr val="tx1"/>
                          </a:solidFill>
                        </a:rPr>
                        <a:t>으로 이동 </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26895782"/>
                  </a:ext>
                </a:extLst>
              </a:tr>
              <a:tr h="140746">
                <a:tc>
                  <a:txBody>
                    <a:bodyPr/>
                    <a:lstStyle/>
                    <a:p>
                      <a:pPr algn="ctr" latinLnBrk="1"/>
                      <a:r>
                        <a:rPr lang="en-US" altLang="ko-KR" sz="800" dirty="0"/>
                        <a:t>6</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상품 상세 화면 생성</a:t>
                      </a:r>
                      <a:endParaRPr lang="en-US" altLang="ko-KR" sz="800"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RF-02-05-01-2</a:t>
                      </a:r>
                      <a:r>
                        <a:rPr lang="en-US" altLang="ko-KR" sz="800" b="0" baseline="0" dirty="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988278933"/>
                  </a:ext>
                </a:extLst>
              </a:tr>
              <a:tr h="140746">
                <a:tc>
                  <a:txBody>
                    <a:bodyPr/>
                    <a:lstStyle/>
                    <a:p>
                      <a:pPr algn="ctr" latinLnBrk="1"/>
                      <a:r>
                        <a:rPr lang="en-US" altLang="ko-KR" sz="800" dirty="0"/>
                        <a:t>7</a:t>
                      </a:r>
                      <a:endParaRPr lang="ko-KR" altLang="en-US" sz="800" dirty="0"/>
                    </a:p>
                  </a:txBody>
                  <a:tcPr anchor="ctr">
                    <a:solidFill>
                      <a:schemeClr val="bg1">
                        <a:lumMod val="85000"/>
                      </a:schemeClr>
                    </a:solidFill>
                  </a:tcPr>
                </a:tc>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자사 상품의 기본 정보를 복사하여 새로운 상품 코드로 자사 상품을 생성하는 버튼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55832669"/>
                  </a:ext>
                </a:extLst>
              </a:tr>
            </a:tbl>
          </a:graphicData>
        </a:graphic>
      </p:graphicFrame>
      <p:sp>
        <p:nvSpPr>
          <p:cNvPr id="4" name="TextBox 3">
            <a:extLst>
              <a:ext uri="{FF2B5EF4-FFF2-40B4-BE49-F238E27FC236}">
                <a16:creationId xmlns:a16="http://schemas.microsoft.com/office/drawing/2014/main" id="{175A2CC7-F1B4-4D1D-B1E5-25C369AC0970}"/>
              </a:ext>
            </a:extLst>
          </p:cNvPr>
          <p:cNvSpPr txBox="1"/>
          <p:nvPr/>
        </p:nvSpPr>
        <p:spPr>
          <a:xfrm>
            <a:off x="8148345" y="1286479"/>
            <a:ext cx="251992" cy="230832"/>
          </a:xfrm>
          <a:prstGeom prst="rect">
            <a:avLst/>
          </a:prstGeom>
          <a:solidFill>
            <a:srgbClr val="FF0000"/>
          </a:solidFill>
        </p:spPr>
        <p:txBody>
          <a:bodyPr wrap="none" rtlCol="0">
            <a:spAutoFit/>
          </a:bodyPr>
          <a:lstStyle/>
          <a:p>
            <a:r>
              <a:rPr lang="en-US" altLang="ko-KR" sz="900" b="1" dirty="0">
                <a:solidFill>
                  <a:schemeClr val="bg1"/>
                </a:solidFill>
              </a:rPr>
              <a:t>5</a:t>
            </a:r>
            <a:endParaRPr lang="ko-KR" altLang="en-US" sz="900" b="1" dirty="0">
              <a:solidFill>
                <a:schemeClr val="bg1"/>
              </a:solidFill>
            </a:endParaRPr>
          </a:p>
        </p:txBody>
      </p:sp>
      <p:sp>
        <p:nvSpPr>
          <p:cNvPr id="5" name="TextBox 4">
            <a:extLst>
              <a:ext uri="{FF2B5EF4-FFF2-40B4-BE49-F238E27FC236}">
                <a16:creationId xmlns:a16="http://schemas.microsoft.com/office/drawing/2014/main" id="{C8C91EBF-F711-4FE6-8FA5-17BCD873E54A}"/>
              </a:ext>
            </a:extLst>
          </p:cNvPr>
          <p:cNvSpPr txBox="1"/>
          <p:nvPr/>
        </p:nvSpPr>
        <p:spPr>
          <a:xfrm>
            <a:off x="7174873" y="1933252"/>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
        <p:nvSpPr>
          <p:cNvPr id="6" name="TextBox 5">
            <a:extLst>
              <a:ext uri="{FF2B5EF4-FFF2-40B4-BE49-F238E27FC236}">
                <a16:creationId xmlns:a16="http://schemas.microsoft.com/office/drawing/2014/main" id="{F4FCCEAB-0AAF-45E6-91DE-E34DCB2FF1CD}"/>
              </a:ext>
            </a:extLst>
          </p:cNvPr>
          <p:cNvSpPr txBox="1"/>
          <p:nvPr/>
        </p:nvSpPr>
        <p:spPr>
          <a:xfrm>
            <a:off x="6394201" y="1933252"/>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7" name="TextBox 6">
            <a:extLst>
              <a:ext uri="{FF2B5EF4-FFF2-40B4-BE49-F238E27FC236}">
                <a16:creationId xmlns:a16="http://schemas.microsoft.com/office/drawing/2014/main" id="{4A7BAF4B-8024-4B45-8368-DE8FB9350727}"/>
              </a:ext>
            </a:extLst>
          </p:cNvPr>
          <p:cNvSpPr txBox="1"/>
          <p:nvPr/>
        </p:nvSpPr>
        <p:spPr>
          <a:xfrm>
            <a:off x="5865521" y="1933252"/>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8" name="TextBox 7">
            <a:extLst>
              <a:ext uri="{FF2B5EF4-FFF2-40B4-BE49-F238E27FC236}">
                <a16:creationId xmlns:a16="http://schemas.microsoft.com/office/drawing/2014/main" id="{BD304C06-7332-4617-8A9C-0AE87E163D8E}"/>
              </a:ext>
            </a:extLst>
          </p:cNvPr>
          <p:cNvSpPr txBox="1"/>
          <p:nvPr/>
        </p:nvSpPr>
        <p:spPr>
          <a:xfrm>
            <a:off x="2388756" y="2956375"/>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9" name="TextBox 8">
            <a:extLst>
              <a:ext uri="{FF2B5EF4-FFF2-40B4-BE49-F238E27FC236}">
                <a16:creationId xmlns:a16="http://schemas.microsoft.com/office/drawing/2014/main" id="{BD304C06-7332-4617-8A9C-0AE87E163D8E}"/>
              </a:ext>
            </a:extLst>
          </p:cNvPr>
          <p:cNvSpPr txBox="1"/>
          <p:nvPr/>
        </p:nvSpPr>
        <p:spPr>
          <a:xfrm>
            <a:off x="8268226" y="1884511"/>
            <a:ext cx="251992" cy="230832"/>
          </a:xfrm>
          <a:prstGeom prst="rect">
            <a:avLst/>
          </a:prstGeom>
          <a:solidFill>
            <a:srgbClr val="FF0000"/>
          </a:solidFill>
        </p:spPr>
        <p:txBody>
          <a:bodyPr wrap="none" rtlCol="0">
            <a:spAutoFit/>
          </a:bodyPr>
          <a:lstStyle/>
          <a:p>
            <a:r>
              <a:rPr lang="en-US" altLang="ko-KR" sz="900" b="1" dirty="0">
                <a:solidFill>
                  <a:schemeClr val="bg1"/>
                </a:solidFill>
              </a:rPr>
              <a:t>6</a:t>
            </a:r>
            <a:endParaRPr lang="ko-KR" altLang="en-US" sz="900" b="1" dirty="0">
              <a:solidFill>
                <a:schemeClr val="bg1"/>
              </a:solidFill>
            </a:endParaRPr>
          </a:p>
        </p:txBody>
      </p:sp>
      <p:sp>
        <p:nvSpPr>
          <p:cNvPr id="10" name="TextBox 9">
            <a:extLst>
              <a:ext uri="{FF2B5EF4-FFF2-40B4-BE49-F238E27FC236}">
                <a16:creationId xmlns:a16="http://schemas.microsoft.com/office/drawing/2014/main" id="{BD304C06-7332-4617-8A9C-0AE87E163D8E}"/>
              </a:ext>
            </a:extLst>
          </p:cNvPr>
          <p:cNvSpPr txBox="1"/>
          <p:nvPr/>
        </p:nvSpPr>
        <p:spPr>
          <a:xfrm>
            <a:off x="9085973" y="1905793"/>
            <a:ext cx="251992" cy="230832"/>
          </a:xfrm>
          <a:prstGeom prst="rect">
            <a:avLst/>
          </a:prstGeom>
          <a:solidFill>
            <a:srgbClr val="FF0000"/>
          </a:solidFill>
        </p:spPr>
        <p:txBody>
          <a:bodyPr wrap="none" rtlCol="0">
            <a:spAutoFit/>
          </a:bodyPr>
          <a:lstStyle/>
          <a:p>
            <a:r>
              <a:rPr lang="en-US" altLang="ko-KR" sz="900" b="1" dirty="0">
                <a:solidFill>
                  <a:schemeClr val="bg1"/>
                </a:solidFill>
              </a:rPr>
              <a:t>7</a:t>
            </a:r>
            <a:endParaRPr lang="ko-KR" altLang="en-US" sz="900" b="1" dirty="0">
              <a:solidFill>
                <a:schemeClr val="bg1"/>
              </a:solidFill>
            </a:endParaRPr>
          </a:p>
        </p:txBody>
      </p:sp>
    </p:spTree>
    <p:extLst>
      <p:ext uri="{BB962C8B-B14F-4D97-AF65-F5344CB8AC3E}">
        <p14:creationId xmlns:p14="http://schemas.microsoft.com/office/powerpoint/2010/main" val="3302035170"/>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직사각형 10">
            <a:extLst>
              <a:ext uri="{FF2B5EF4-FFF2-40B4-BE49-F238E27FC236}">
                <a16:creationId xmlns:a16="http://schemas.microsoft.com/office/drawing/2014/main" id="{D28AB6AE-C69E-4A70-9019-D20877987711}"/>
              </a:ext>
            </a:extLst>
          </p:cNvPr>
          <p:cNvSpPr/>
          <p:nvPr/>
        </p:nvSpPr>
        <p:spPr>
          <a:xfrm>
            <a:off x="-1430069" y="4181986"/>
            <a:ext cx="10523269" cy="1787014"/>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2" name="직사각형 1">
            <a:extLst>
              <a:ext uri="{FF2B5EF4-FFF2-40B4-BE49-F238E27FC236}">
                <a16:creationId xmlns:a16="http://schemas.microsoft.com/office/drawing/2014/main" id="{7A50A6ED-ACF1-4E58-BCA9-9D9AFBF5A98E}"/>
              </a:ext>
            </a:extLst>
          </p:cNvPr>
          <p:cNvSpPr/>
          <p:nvPr/>
        </p:nvSpPr>
        <p:spPr>
          <a:xfrm>
            <a:off x="122057" y="4550198"/>
            <a:ext cx="693212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3" name="직사각형 2">
            <a:extLst>
              <a:ext uri="{FF2B5EF4-FFF2-40B4-BE49-F238E27FC236}">
                <a16:creationId xmlns:a16="http://schemas.microsoft.com/office/drawing/2014/main" id="{637BB9AE-742F-41A1-A286-08A7EEF273A6}"/>
              </a:ext>
            </a:extLst>
          </p:cNvPr>
          <p:cNvSpPr/>
          <p:nvPr/>
        </p:nvSpPr>
        <p:spPr>
          <a:xfrm>
            <a:off x="8046177" y="4547426"/>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r>
              <a:rPr lang="ko-KR" altLang="en-US" sz="800" dirty="0">
                <a:solidFill>
                  <a:schemeClr val="bg1"/>
                </a:solidFill>
                <a:latin typeface="맑은 고딕" panose="020B0503020000020004" pitchFamily="50" charset="-127"/>
                <a:ea typeface="맑은 고딕" panose="020B0503020000020004" pitchFamily="50" charset="-127"/>
              </a:rPr>
              <a:t>▼</a:t>
            </a:r>
            <a:endParaRPr lang="en-US" altLang="ko-KR" sz="800" dirty="0">
              <a:solidFill>
                <a:schemeClr val="bg1"/>
              </a:solidFill>
            </a:endParaRPr>
          </a:p>
        </p:txBody>
      </p:sp>
      <p:sp>
        <p:nvSpPr>
          <p:cNvPr id="4" name="직사각형 3">
            <a:extLst>
              <a:ext uri="{FF2B5EF4-FFF2-40B4-BE49-F238E27FC236}">
                <a16:creationId xmlns:a16="http://schemas.microsoft.com/office/drawing/2014/main" id="{34F7898D-2705-475D-AD41-CC5AAB46780A}"/>
              </a:ext>
            </a:extLst>
          </p:cNvPr>
          <p:cNvSpPr/>
          <p:nvPr/>
        </p:nvSpPr>
        <p:spPr>
          <a:xfrm>
            <a:off x="121447" y="4769626"/>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5" name="직사각형 4">
            <a:extLst>
              <a:ext uri="{FF2B5EF4-FFF2-40B4-BE49-F238E27FC236}">
                <a16:creationId xmlns:a16="http://schemas.microsoft.com/office/drawing/2014/main" id="{1A57D845-CB32-4A36-B4FB-60D39C0BA286}"/>
              </a:ext>
            </a:extLst>
          </p:cNvPr>
          <p:cNvSpPr/>
          <p:nvPr/>
        </p:nvSpPr>
        <p:spPr>
          <a:xfrm>
            <a:off x="950754" y="4769626"/>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graphicFrame>
        <p:nvGraphicFramePr>
          <p:cNvPr id="6" name="표 63">
            <a:extLst>
              <a:ext uri="{FF2B5EF4-FFF2-40B4-BE49-F238E27FC236}">
                <a16:creationId xmlns:a16="http://schemas.microsoft.com/office/drawing/2014/main" id="{5B0DDB1C-BAEC-4FD3-A144-4F89EAA1CE89}"/>
              </a:ext>
            </a:extLst>
          </p:cNvPr>
          <p:cNvGraphicFramePr>
            <a:graphicFrameLocks noGrp="1"/>
          </p:cNvGraphicFramePr>
          <p:nvPr>
            <p:extLst>
              <p:ext uri="{D42A27DB-BD31-4B8C-83A1-F6EECF244321}">
                <p14:modId xmlns:p14="http://schemas.microsoft.com/office/powerpoint/2010/main" val="2622593659"/>
              </p:ext>
            </p:extLst>
          </p:nvPr>
        </p:nvGraphicFramePr>
        <p:xfrm>
          <a:off x="-1119100" y="4527246"/>
          <a:ext cx="9936421" cy="914400"/>
        </p:xfrm>
        <a:graphic>
          <a:graphicData uri="http://schemas.openxmlformats.org/drawingml/2006/table">
            <a:tbl>
              <a:tblPr firstRow="1" bandRow="1">
                <a:tableStyleId>{5940675A-B579-460E-94D1-54222C63F5DA}</a:tableStyleId>
              </a:tblPr>
              <a:tblGrid>
                <a:gridCol w="1101924">
                  <a:extLst>
                    <a:ext uri="{9D8B030D-6E8A-4147-A177-3AD203B41FA5}">
                      <a16:colId xmlns:a16="http://schemas.microsoft.com/office/drawing/2014/main" val="3701388552"/>
                    </a:ext>
                  </a:extLst>
                </a:gridCol>
                <a:gridCol w="3857898">
                  <a:extLst>
                    <a:ext uri="{9D8B030D-6E8A-4147-A177-3AD203B41FA5}">
                      <a16:colId xmlns:a16="http://schemas.microsoft.com/office/drawing/2014/main" val="339215266"/>
                    </a:ext>
                  </a:extLst>
                </a:gridCol>
                <a:gridCol w="1254034">
                  <a:extLst>
                    <a:ext uri="{9D8B030D-6E8A-4147-A177-3AD203B41FA5}">
                      <a16:colId xmlns:a16="http://schemas.microsoft.com/office/drawing/2014/main" val="246205619"/>
                    </a:ext>
                  </a:extLst>
                </a:gridCol>
                <a:gridCol w="3722565">
                  <a:extLst>
                    <a:ext uri="{9D8B030D-6E8A-4147-A177-3AD203B41FA5}">
                      <a16:colId xmlns:a16="http://schemas.microsoft.com/office/drawing/2014/main" val="852871710"/>
                    </a:ext>
                  </a:extLst>
                </a:gridCol>
              </a:tblGrid>
              <a:tr h="0">
                <a:tc>
                  <a:txBody>
                    <a:bodyPr/>
                    <a:lstStyle/>
                    <a:p>
                      <a:pPr latinLnBrk="1"/>
                      <a:r>
                        <a:rPr lang="ko-KR" altLang="en-US" sz="900" dirty="0"/>
                        <a:t>상품명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a:txBody>
                    <a:bodyPr/>
                    <a:lstStyle/>
                    <a:p>
                      <a:pPr latinLnBrk="1"/>
                      <a:r>
                        <a:rPr lang="ko-KR" altLang="en-US" sz="900" dirty="0"/>
                        <a:t>상품분류</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944867"/>
                  </a:ext>
                </a:extLst>
              </a:tr>
              <a:tr h="0">
                <a:tc>
                  <a:txBody>
                    <a:bodyPr/>
                    <a:lstStyle/>
                    <a:p>
                      <a:pPr latinLnBrk="1"/>
                      <a:r>
                        <a:rPr lang="ko-KR" altLang="en-US" sz="900" dirty="0"/>
                        <a:t>상품상태</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판매범위</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52891665"/>
                  </a:ext>
                </a:extLst>
              </a:tr>
              <a:tr h="0">
                <a:tc gridSpan="4">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88622143"/>
                  </a:ext>
                </a:extLst>
              </a:tr>
            </a:tbl>
          </a:graphicData>
        </a:graphic>
      </p:graphicFrame>
      <p:sp>
        <p:nvSpPr>
          <p:cNvPr id="7" name="직사각형 6">
            <a:extLst>
              <a:ext uri="{FF2B5EF4-FFF2-40B4-BE49-F238E27FC236}">
                <a16:creationId xmlns:a16="http://schemas.microsoft.com/office/drawing/2014/main" id="{43E51D41-3DAE-4941-ABC3-BC50AA1F83CB}"/>
              </a:ext>
            </a:extLst>
          </p:cNvPr>
          <p:cNvSpPr/>
          <p:nvPr/>
        </p:nvSpPr>
        <p:spPr>
          <a:xfrm>
            <a:off x="8046176" y="5223886"/>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8" name="직사각형 7">
            <a:extLst>
              <a:ext uri="{FF2B5EF4-FFF2-40B4-BE49-F238E27FC236}">
                <a16:creationId xmlns:a16="http://schemas.microsoft.com/office/drawing/2014/main" id="{966D6AAD-133D-427E-815D-224E2AC3594C}"/>
              </a:ext>
            </a:extLst>
          </p:cNvPr>
          <p:cNvSpPr/>
          <p:nvPr/>
        </p:nvSpPr>
        <p:spPr>
          <a:xfrm>
            <a:off x="5128266" y="4991024"/>
            <a:ext cx="2481770" cy="215444"/>
          </a:xfrm>
          <a:prstGeom prst="rect">
            <a:avLst/>
          </a:prstGeom>
        </p:spPr>
        <p:txBody>
          <a:bodyPr wrap="none">
            <a:spAutoFit/>
          </a:bodyPr>
          <a:lstStyle/>
          <a:p>
            <a:r>
              <a:rPr lang="en-US" altLang="ko-KR" sz="800" dirty="0">
                <a:solidFill>
                  <a:schemeClr val="tx1">
                    <a:lumMod val="50000"/>
                    <a:lumOff val="50000"/>
                  </a:schemeClr>
                </a:solidFill>
              </a:rPr>
              <a:t>□ </a:t>
            </a:r>
            <a:r>
              <a:rPr lang="ko-KR" altLang="en-US" sz="800" dirty="0">
                <a:solidFill>
                  <a:schemeClr val="tx1">
                    <a:lumMod val="50000"/>
                    <a:lumOff val="50000"/>
                  </a:schemeClr>
                </a:solidFill>
              </a:rPr>
              <a:t>자사상품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공개상품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부분공개상품 </a:t>
            </a:r>
            <a:endParaRPr lang="en-US" altLang="ko-KR" sz="800" dirty="0">
              <a:solidFill>
                <a:schemeClr val="tx1">
                  <a:lumMod val="50000"/>
                  <a:lumOff val="50000"/>
                </a:schemeClr>
              </a:solidFill>
            </a:endParaRPr>
          </a:p>
        </p:txBody>
      </p:sp>
      <p:sp>
        <p:nvSpPr>
          <p:cNvPr id="9" name="직사각형 8">
            <a:extLst>
              <a:ext uri="{FF2B5EF4-FFF2-40B4-BE49-F238E27FC236}">
                <a16:creationId xmlns:a16="http://schemas.microsoft.com/office/drawing/2014/main" id="{8A0728DF-C497-4550-B6BE-6977CB7D5B00}"/>
              </a:ext>
            </a:extLst>
          </p:cNvPr>
          <p:cNvSpPr/>
          <p:nvPr/>
        </p:nvSpPr>
        <p:spPr>
          <a:xfrm>
            <a:off x="57823" y="4991527"/>
            <a:ext cx="1997663" cy="215444"/>
          </a:xfrm>
          <a:prstGeom prst="rect">
            <a:avLst/>
          </a:prstGeom>
        </p:spPr>
        <p:txBody>
          <a:bodyPr wrap="none">
            <a:spAutoFit/>
          </a:bodyPr>
          <a:lstStyle/>
          <a:p>
            <a:r>
              <a:rPr lang="en-US" altLang="ko-KR" sz="800" dirty="0">
                <a:solidFill>
                  <a:schemeClr val="tx1">
                    <a:lumMod val="50000"/>
                    <a:lumOff val="50000"/>
                  </a:schemeClr>
                </a:solidFill>
              </a:rPr>
              <a:t>□ </a:t>
            </a:r>
            <a:r>
              <a:rPr lang="ko-KR" altLang="en-US" sz="800" dirty="0">
                <a:solidFill>
                  <a:schemeClr val="tx1">
                    <a:lumMod val="50000"/>
                    <a:lumOff val="50000"/>
                  </a:schemeClr>
                </a:solidFill>
              </a:rPr>
              <a:t>판매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중지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판매중지예고</a:t>
            </a:r>
            <a:endParaRPr lang="en-US" altLang="ko-KR" sz="800" dirty="0">
              <a:solidFill>
                <a:schemeClr val="tx1">
                  <a:lumMod val="50000"/>
                  <a:lumOff val="50000"/>
                </a:schemeClr>
              </a:solidFill>
            </a:endParaRPr>
          </a:p>
        </p:txBody>
      </p:sp>
      <p:sp>
        <p:nvSpPr>
          <p:cNvPr id="10" name="직사각형 9">
            <a:extLst>
              <a:ext uri="{FF2B5EF4-FFF2-40B4-BE49-F238E27FC236}">
                <a16:creationId xmlns:a16="http://schemas.microsoft.com/office/drawing/2014/main" id="{F6FD7F16-B706-4B66-AB50-4D6EECA688A9}"/>
              </a:ext>
            </a:extLst>
          </p:cNvPr>
          <p:cNvSpPr/>
          <p:nvPr/>
        </p:nvSpPr>
        <p:spPr>
          <a:xfrm>
            <a:off x="1780061" y="4763690"/>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세분류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12" name="타원 11">
            <a:extLst>
              <a:ext uri="{FF2B5EF4-FFF2-40B4-BE49-F238E27FC236}">
                <a16:creationId xmlns:a16="http://schemas.microsoft.com/office/drawing/2014/main" id="{9D8F8458-E971-4D06-B76F-9ECD766ED8B6}"/>
              </a:ext>
            </a:extLst>
          </p:cNvPr>
          <p:cNvSpPr/>
          <p:nvPr/>
        </p:nvSpPr>
        <p:spPr>
          <a:xfrm>
            <a:off x="9177867" y="372533"/>
            <a:ext cx="897466" cy="516467"/>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 name="직선 화살표 연결선 13">
            <a:extLst>
              <a:ext uri="{FF2B5EF4-FFF2-40B4-BE49-F238E27FC236}">
                <a16:creationId xmlns:a16="http://schemas.microsoft.com/office/drawing/2014/main" id="{CCBEC05F-F73D-4A32-9547-59CB22886D4B}"/>
              </a:ext>
            </a:extLst>
          </p:cNvPr>
          <p:cNvCxnSpPr>
            <a:cxnSpLocks/>
            <a:stCxn id="12" idx="4"/>
          </p:cNvCxnSpPr>
          <p:nvPr/>
        </p:nvCxnSpPr>
        <p:spPr>
          <a:xfrm flipH="1">
            <a:off x="8356600" y="889000"/>
            <a:ext cx="1270000" cy="3547533"/>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21" name="표 20">
            <a:extLst>
              <a:ext uri="{FF2B5EF4-FFF2-40B4-BE49-F238E27FC236}">
                <a16:creationId xmlns:a16="http://schemas.microsoft.com/office/drawing/2014/main" id="{007A68B5-B01A-423A-9A0D-E972FE717656}"/>
              </a:ext>
            </a:extLst>
          </p:cNvPr>
          <p:cNvGraphicFramePr>
            <a:graphicFrameLocks noGrp="1"/>
          </p:cNvGraphicFramePr>
          <p:nvPr>
            <p:extLst>
              <p:ext uri="{D42A27DB-BD31-4B8C-83A1-F6EECF244321}">
                <p14:modId xmlns:p14="http://schemas.microsoft.com/office/powerpoint/2010/main" val="803523977"/>
              </p:ext>
            </p:extLst>
          </p:nvPr>
        </p:nvGraphicFramePr>
        <p:xfrm>
          <a:off x="10171774" y="22159"/>
          <a:ext cx="1979018" cy="169267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RF-02-05-01-1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marL="0" indent="0" algn="l" latinLnBrk="1">
                        <a:buFontTx/>
                        <a:buNone/>
                      </a:pPr>
                      <a:r>
                        <a:rPr lang="ko-KR" altLang="en-US" sz="800" dirty="0"/>
                        <a:t>상품관리 </a:t>
                      </a:r>
                      <a:r>
                        <a:rPr lang="en-US" altLang="ko-KR" sz="800" dirty="0"/>
                        <a:t>&gt; </a:t>
                      </a:r>
                      <a:r>
                        <a:rPr lang="ko-KR" altLang="en-US" sz="800" dirty="0"/>
                        <a:t>자사상품관리</a:t>
                      </a:r>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자사 상품 목록 검색페이지 표시</a:t>
                      </a:r>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algn="l" latinLnBrk="1"/>
                      <a:r>
                        <a:rPr lang="ko-KR" altLang="en-US" sz="800" dirty="0"/>
                        <a:t>상세 버튼을 클릭하면 펼쳐지는 상세 검색 화면이 표시된다</a:t>
                      </a:r>
                      <a:r>
                        <a:rPr lang="en-US" altLang="ko-KR" sz="80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bl>
          </a:graphicData>
        </a:graphic>
      </p:graphicFrame>
    </p:spTree>
    <p:extLst>
      <p:ext uri="{BB962C8B-B14F-4D97-AF65-F5344CB8AC3E}">
        <p14:creationId xmlns:p14="http://schemas.microsoft.com/office/powerpoint/2010/main" val="2596892861"/>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FFEDCA37-9D0A-42D1-BAC2-2691023978AB}"/>
              </a:ext>
            </a:extLst>
          </p:cNvPr>
          <p:cNvSpPr/>
          <p:nvPr/>
        </p:nvSpPr>
        <p:spPr>
          <a:xfrm>
            <a:off x="260535" y="-122009"/>
            <a:ext cx="7328848" cy="6747311"/>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3" name="그룹 2">
            <a:extLst>
              <a:ext uri="{FF2B5EF4-FFF2-40B4-BE49-F238E27FC236}">
                <a16:creationId xmlns:a16="http://schemas.microsoft.com/office/drawing/2014/main" id="{DC43148F-4ECF-4CFE-9365-916170E0EDC6}"/>
              </a:ext>
            </a:extLst>
          </p:cNvPr>
          <p:cNvGrpSpPr/>
          <p:nvPr/>
        </p:nvGrpSpPr>
        <p:grpSpPr>
          <a:xfrm>
            <a:off x="649403" y="213025"/>
            <a:ext cx="2798648" cy="2361452"/>
            <a:chOff x="2843808" y="1955121"/>
            <a:chExt cx="1674813" cy="596970"/>
          </a:xfrm>
          <a:solidFill>
            <a:schemeClr val="bg1">
              <a:lumMod val="95000"/>
            </a:schemeClr>
          </a:solidFill>
        </p:grpSpPr>
        <p:sp>
          <p:nvSpPr>
            <p:cNvPr id="4" name="Border">
              <a:extLst>
                <a:ext uri="{FF2B5EF4-FFF2-40B4-BE49-F238E27FC236}">
                  <a16:creationId xmlns:a16="http://schemas.microsoft.com/office/drawing/2014/main" id="{1EA532A7-D9CA-462D-BF3C-5D3DD7F55F73}"/>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 name="Line 2">
              <a:extLst>
                <a:ext uri="{FF2B5EF4-FFF2-40B4-BE49-F238E27FC236}">
                  <a16:creationId xmlns:a16="http://schemas.microsoft.com/office/drawing/2014/main" id="{9EB02190-51FC-49A8-A73C-0134AA83006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 name="Line 1">
              <a:extLst>
                <a:ext uri="{FF2B5EF4-FFF2-40B4-BE49-F238E27FC236}">
                  <a16:creationId xmlns:a16="http://schemas.microsoft.com/office/drawing/2014/main" id="{A83DF46D-FB69-48C4-85DE-C83ECBC2216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 name="TextBox 6">
              <a:extLst>
                <a:ext uri="{FF2B5EF4-FFF2-40B4-BE49-F238E27FC236}">
                  <a16:creationId xmlns:a16="http://schemas.microsoft.com/office/drawing/2014/main" id="{E83BC36D-6A6B-465D-904C-0298EE837F13}"/>
                </a:ext>
              </a:extLst>
            </p:cNvPr>
            <p:cNvSpPr txBox="1"/>
            <p:nvPr/>
          </p:nvSpPr>
          <p:spPr>
            <a:xfrm>
              <a:off x="3381983" y="2215369"/>
              <a:ext cx="598462" cy="76475"/>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Contents</a:t>
              </a:r>
              <a:endParaRPr lang="ko-KR" altLang="en-US" sz="900" dirty="0">
                <a:solidFill>
                  <a:schemeClr val="tx1">
                    <a:lumMod val="50000"/>
                    <a:lumOff val="50000"/>
                  </a:schemeClr>
                </a:solidFill>
              </a:endParaRPr>
            </a:p>
          </p:txBody>
        </p:sp>
      </p:grpSp>
      <p:grpSp>
        <p:nvGrpSpPr>
          <p:cNvPr id="8" name="그룹 7">
            <a:extLst>
              <a:ext uri="{FF2B5EF4-FFF2-40B4-BE49-F238E27FC236}">
                <a16:creationId xmlns:a16="http://schemas.microsoft.com/office/drawing/2014/main" id="{624193AD-4C18-4418-9178-64D9937059C4}"/>
              </a:ext>
            </a:extLst>
          </p:cNvPr>
          <p:cNvGrpSpPr/>
          <p:nvPr/>
        </p:nvGrpSpPr>
        <p:grpSpPr>
          <a:xfrm>
            <a:off x="636714" y="2688297"/>
            <a:ext cx="492940" cy="406337"/>
            <a:chOff x="3092355" y="3209109"/>
            <a:chExt cx="353705" cy="305189"/>
          </a:xfrm>
        </p:grpSpPr>
        <p:sp>
          <p:nvSpPr>
            <p:cNvPr id="9" name="Border">
              <a:extLst>
                <a:ext uri="{FF2B5EF4-FFF2-40B4-BE49-F238E27FC236}">
                  <a16:creationId xmlns:a16="http://schemas.microsoft.com/office/drawing/2014/main" id="{6EC23407-A9EA-4B1A-8B81-637290720F20}"/>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Line 2">
              <a:extLst>
                <a:ext uri="{FF2B5EF4-FFF2-40B4-BE49-F238E27FC236}">
                  <a16:creationId xmlns:a16="http://schemas.microsoft.com/office/drawing/2014/main" id="{29BDC0F6-1A12-4DD4-984D-3E1460148F95}"/>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 name="Line 1">
              <a:extLst>
                <a:ext uri="{FF2B5EF4-FFF2-40B4-BE49-F238E27FC236}">
                  <a16:creationId xmlns:a16="http://schemas.microsoft.com/office/drawing/2014/main" id="{035FE87E-F762-400B-9D6C-79C83E2D97CF}"/>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12" name="그룹 11">
            <a:extLst>
              <a:ext uri="{FF2B5EF4-FFF2-40B4-BE49-F238E27FC236}">
                <a16:creationId xmlns:a16="http://schemas.microsoft.com/office/drawing/2014/main" id="{31835309-3298-4E01-8D98-04EC2E656209}"/>
              </a:ext>
            </a:extLst>
          </p:cNvPr>
          <p:cNvGrpSpPr/>
          <p:nvPr/>
        </p:nvGrpSpPr>
        <p:grpSpPr>
          <a:xfrm>
            <a:off x="1215864" y="2688293"/>
            <a:ext cx="492940" cy="406337"/>
            <a:chOff x="3092355" y="3209109"/>
            <a:chExt cx="353705" cy="305189"/>
          </a:xfrm>
        </p:grpSpPr>
        <p:sp>
          <p:nvSpPr>
            <p:cNvPr id="13" name="Border">
              <a:extLst>
                <a:ext uri="{FF2B5EF4-FFF2-40B4-BE49-F238E27FC236}">
                  <a16:creationId xmlns:a16="http://schemas.microsoft.com/office/drawing/2014/main" id="{342F8287-19CE-41E5-B327-0EF8F3BB677D}"/>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 name="Line 2">
              <a:extLst>
                <a:ext uri="{FF2B5EF4-FFF2-40B4-BE49-F238E27FC236}">
                  <a16:creationId xmlns:a16="http://schemas.microsoft.com/office/drawing/2014/main" id="{AE87B077-E7B5-4CA0-91E0-C61872933EB7}"/>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 name="Line 1">
              <a:extLst>
                <a:ext uri="{FF2B5EF4-FFF2-40B4-BE49-F238E27FC236}">
                  <a16:creationId xmlns:a16="http://schemas.microsoft.com/office/drawing/2014/main" id="{B4671A90-AD7F-4226-A016-871AAC8248E0}"/>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16" name="그룹 15">
            <a:extLst>
              <a:ext uri="{FF2B5EF4-FFF2-40B4-BE49-F238E27FC236}">
                <a16:creationId xmlns:a16="http://schemas.microsoft.com/office/drawing/2014/main" id="{0A95E4D3-622F-483C-95D6-5D832B589695}"/>
              </a:ext>
            </a:extLst>
          </p:cNvPr>
          <p:cNvGrpSpPr/>
          <p:nvPr/>
        </p:nvGrpSpPr>
        <p:grpSpPr>
          <a:xfrm>
            <a:off x="1795014" y="2688293"/>
            <a:ext cx="492940" cy="406337"/>
            <a:chOff x="3092355" y="3209109"/>
            <a:chExt cx="353705" cy="305189"/>
          </a:xfrm>
        </p:grpSpPr>
        <p:sp>
          <p:nvSpPr>
            <p:cNvPr id="17" name="Border">
              <a:extLst>
                <a:ext uri="{FF2B5EF4-FFF2-40B4-BE49-F238E27FC236}">
                  <a16:creationId xmlns:a16="http://schemas.microsoft.com/office/drawing/2014/main" id="{2D623D4E-182C-45C6-AD82-494D5639285D}"/>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 name="Line 2">
              <a:extLst>
                <a:ext uri="{FF2B5EF4-FFF2-40B4-BE49-F238E27FC236}">
                  <a16:creationId xmlns:a16="http://schemas.microsoft.com/office/drawing/2014/main" id="{FC94A30D-17BB-417B-9A82-17C99D2FF842}"/>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 name="Line 1">
              <a:extLst>
                <a:ext uri="{FF2B5EF4-FFF2-40B4-BE49-F238E27FC236}">
                  <a16:creationId xmlns:a16="http://schemas.microsoft.com/office/drawing/2014/main" id="{FB92E47C-AD3C-4AF0-A422-D21FBE90181D}"/>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20" name="그룹 19">
            <a:extLst>
              <a:ext uri="{FF2B5EF4-FFF2-40B4-BE49-F238E27FC236}">
                <a16:creationId xmlns:a16="http://schemas.microsoft.com/office/drawing/2014/main" id="{2CB78772-B241-4828-802F-A1D3B9E51551}"/>
              </a:ext>
            </a:extLst>
          </p:cNvPr>
          <p:cNvGrpSpPr/>
          <p:nvPr/>
        </p:nvGrpSpPr>
        <p:grpSpPr>
          <a:xfrm>
            <a:off x="2374164" y="2688293"/>
            <a:ext cx="492940" cy="406337"/>
            <a:chOff x="3092355" y="3209109"/>
            <a:chExt cx="353705" cy="305189"/>
          </a:xfrm>
        </p:grpSpPr>
        <p:sp>
          <p:nvSpPr>
            <p:cNvPr id="21" name="Border">
              <a:extLst>
                <a:ext uri="{FF2B5EF4-FFF2-40B4-BE49-F238E27FC236}">
                  <a16:creationId xmlns:a16="http://schemas.microsoft.com/office/drawing/2014/main" id="{77EB3EA2-463A-444A-A986-4A535FAC1C03}"/>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 name="Line 2">
              <a:extLst>
                <a:ext uri="{FF2B5EF4-FFF2-40B4-BE49-F238E27FC236}">
                  <a16:creationId xmlns:a16="http://schemas.microsoft.com/office/drawing/2014/main" id="{C5206094-4592-4603-915F-C6BF7C8D1F74}"/>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3" name="Line 1">
              <a:extLst>
                <a:ext uri="{FF2B5EF4-FFF2-40B4-BE49-F238E27FC236}">
                  <a16:creationId xmlns:a16="http://schemas.microsoft.com/office/drawing/2014/main" id="{18E14969-7DC0-4D41-872E-9122F0053988}"/>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24" name="그룹 23">
            <a:extLst>
              <a:ext uri="{FF2B5EF4-FFF2-40B4-BE49-F238E27FC236}">
                <a16:creationId xmlns:a16="http://schemas.microsoft.com/office/drawing/2014/main" id="{8A353A67-303E-425B-AC96-505060CC39D4}"/>
              </a:ext>
            </a:extLst>
          </p:cNvPr>
          <p:cNvGrpSpPr/>
          <p:nvPr/>
        </p:nvGrpSpPr>
        <p:grpSpPr>
          <a:xfrm>
            <a:off x="2953314" y="2688293"/>
            <a:ext cx="492942" cy="406341"/>
            <a:chOff x="3092355" y="3209106"/>
            <a:chExt cx="353706" cy="305192"/>
          </a:xfrm>
        </p:grpSpPr>
        <p:sp>
          <p:nvSpPr>
            <p:cNvPr id="25" name="Border">
              <a:extLst>
                <a:ext uri="{FF2B5EF4-FFF2-40B4-BE49-F238E27FC236}">
                  <a16:creationId xmlns:a16="http://schemas.microsoft.com/office/drawing/2014/main" id="{06C77349-9F0F-4FCF-A395-3D2D0C868C58}"/>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6" name="Line 2">
              <a:extLst>
                <a:ext uri="{FF2B5EF4-FFF2-40B4-BE49-F238E27FC236}">
                  <a16:creationId xmlns:a16="http://schemas.microsoft.com/office/drawing/2014/main" id="{EF60047C-794A-4B88-BB3C-E5EE1031DE37}"/>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7" name="Line 1">
              <a:extLst>
                <a:ext uri="{FF2B5EF4-FFF2-40B4-BE49-F238E27FC236}">
                  <a16:creationId xmlns:a16="http://schemas.microsoft.com/office/drawing/2014/main" id="{2E970B3B-501F-4479-818D-75B5328DA138}"/>
                </a:ext>
              </a:extLst>
            </p:cNvPr>
            <p:cNvSpPr>
              <a:spLocks/>
            </p:cNvSpPr>
            <p:nvPr/>
          </p:nvSpPr>
          <p:spPr bwMode="auto">
            <a:xfrm>
              <a:off x="3092356" y="3209106"/>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5F5F5F"/>
                </a:solidFill>
                <a:latin typeface="Segoe UI" panose="020B0502040204020203" pitchFamily="34" charset="0"/>
                <a:cs typeface="Segoe UI" panose="020B0502040204020203" pitchFamily="34" charset="0"/>
              </a:endParaRPr>
            </a:p>
          </p:txBody>
        </p:sp>
      </p:grpSp>
      <p:sp>
        <p:nvSpPr>
          <p:cNvPr id="29" name="TextBox 28">
            <a:extLst>
              <a:ext uri="{FF2B5EF4-FFF2-40B4-BE49-F238E27FC236}">
                <a16:creationId xmlns:a16="http://schemas.microsoft.com/office/drawing/2014/main" id="{4376C178-0C81-4E38-8C6C-36B2F230B809}"/>
              </a:ext>
            </a:extLst>
          </p:cNvPr>
          <p:cNvSpPr txBox="1"/>
          <p:nvPr/>
        </p:nvSpPr>
        <p:spPr>
          <a:xfrm>
            <a:off x="3497055" y="147533"/>
            <a:ext cx="3948564" cy="714876"/>
          </a:xfrm>
          <a:prstGeom prst="rect">
            <a:avLst/>
          </a:prstGeom>
          <a:noFill/>
        </p:spPr>
        <p:txBody>
          <a:bodyPr wrap="square">
            <a:spAutoFit/>
          </a:bodyPr>
          <a:lstStyle/>
          <a:p>
            <a:pPr>
              <a:lnSpc>
                <a:spcPct val="150000"/>
              </a:lnSpc>
              <a:defRPr/>
            </a:pPr>
            <a:r>
              <a:rPr lang="ko-KR" altLang="en-US" sz="800" dirty="0">
                <a:solidFill>
                  <a:schemeClr val="tx1">
                    <a:lumMod val="50000"/>
                    <a:lumOff val="50000"/>
                  </a:schemeClr>
                </a:solidFill>
              </a:rPr>
              <a:t>대분류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1200" b="1" dirty="0"/>
              <a:t>상품명</a:t>
            </a:r>
            <a:r>
              <a:rPr lang="en-US" altLang="ko-KR" sz="1200" b="1" dirty="0"/>
              <a:t>23232</a:t>
            </a:r>
          </a:p>
          <a:p>
            <a:pPr>
              <a:lnSpc>
                <a:spcPct val="150000"/>
              </a:lnSpc>
            </a:pPr>
            <a:r>
              <a:rPr lang="ko-KR" altLang="en-US" sz="800" dirty="0"/>
              <a:t>상품코드 </a:t>
            </a:r>
            <a:r>
              <a:rPr lang="en-US" altLang="ko-KR" sz="800" dirty="0"/>
              <a:t>:  a200392            </a:t>
            </a:r>
            <a:r>
              <a:rPr lang="ko-KR" altLang="en-US" sz="800" dirty="0"/>
              <a:t>판매자 </a:t>
            </a:r>
            <a:r>
              <a:rPr lang="en-US" altLang="ko-KR" sz="800" dirty="0"/>
              <a:t>: </a:t>
            </a:r>
            <a:r>
              <a:rPr lang="en-US" altLang="ko-KR" sz="800" dirty="0" err="1"/>
              <a:t>aabbds</a:t>
            </a:r>
            <a:endParaRPr lang="ko-KR" altLang="en-US" sz="800" dirty="0"/>
          </a:p>
        </p:txBody>
      </p:sp>
      <p:sp>
        <p:nvSpPr>
          <p:cNvPr id="30" name="직사각형 29">
            <a:extLst>
              <a:ext uri="{FF2B5EF4-FFF2-40B4-BE49-F238E27FC236}">
                <a16:creationId xmlns:a16="http://schemas.microsoft.com/office/drawing/2014/main" id="{7E98E52D-0A1F-4416-8063-B620D8E2CBB1}"/>
              </a:ext>
            </a:extLst>
          </p:cNvPr>
          <p:cNvSpPr/>
          <p:nvPr/>
        </p:nvSpPr>
        <p:spPr>
          <a:xfrm>
            <a:off x="649403" y="3689778"/>
            <a:ext cx="1215128" cy="281224"/>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상품 판매 조건</a:t>
            </a:r>
            <a:endParaRPr lang="en-US" altLang="ko-KR" sz="800" dirty="0">
              <a:solidFill>
                <a:schemeClr val="bg1"/>
              </a:solidFill>
            </a:endParaRPr>
          </a:p>
        </p:txBody>
      </p:sp>
      <p:sp>
        <p:nvSpPr>
          <p:cNvPr id="31" name="직사각형 30">
            <a:extLst>
              <a:ext uri="{FF2B5EF4-FFF2-40B4-BE49-F238E27FC236}">
                <a16:creationId xmlns:a16="http://schemas.microsoft.com/office/drawing/2014/main" id="{B0C3F9D6-3D2C-4563-B602-76E879CD631A}"/>
              </a:ext>
            </a:extLst>
          </p:cNvPr>
          <p:cNvSpPr/>
          <p:nvPr/>
        </p:nvSpPr>
        <p:spPr>
          <a:xfrm>
            <a:off x="1864531" y="3689778"/>
            <a:ext cx="1215128" cy="281224"/>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상품 상세 정보</a:t>
            </a:r>
            <a:endParaRPr lang="en-US" altLang="ko-KR" sz="800" dirty="0">
              <a:solidFill>
                <a:schemeClr val="tx1"/>
              </a:solidFill>
            </a:endParaRPr>
          </a:p>
        </p:txBody>
      </p:sp>
      <p:sp>
        <p:nvSpPr>
          <p:cNvPr id="32" name="직사각형 31">
            <a:extLst>
              <a:ext uri="{FF2B5EF4-FFF2-40B4-BE49-F238E27FC236}">
                <a16:creationId xmlns:a16="http://schemas.microsoft.com/office/drawing/2014/main" id="{3A05C67C-6C2B-4DBE-945B-2C153B3745A5}"/>
              </a:ext>
            </a:extLst>
          </p:cNvPr>
          <p:cNvSpPr/>
          <p:nvPr/>
        </p:nvSpPr>
        <p:spPr>
          <a:xfrm>
            <a:off x="649403" y="3971002"/>
            <a:ext cx="6796216" cy="1758950"/>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solidFill>
            </a:endParaRPr>
          </a:p>
          <a:p>
            <a:endParaRPr lang="en-US" altLang="ko-KR" sz="800" dirty="0">
              <a:solidFill>
                <a:schemeClr val="tx1"/>
              </a:solidFill>
            </a:endParaRPr>
          </a:p>
          <a:p>
            <a:endParaRPr lang="en-US" altLang="ko-KR" sz="800" dirty="0">
              <a:solidFill>
                <a:schemeClr val="tx1"/>
              </a:solidFill>
            </a:endParaRPr>
          </a:p>
        </p:txBody>
      </p:sp>
      <p:sp>
        <p:nvSpPr>
          <p:cNvPr id="34" name="직사각형 33">
            <a:extLst>
              <a:ext uri="{FF2B5EF4-FFF2-40B4-BE49-F238E27FC236}">
                <a16:creationId xmlns:a16="http://schemas.microsoft.com/office/drawing/2014/main" id="{81C7855D-21A4-4A84-A8D0-B0D120A90F21}"/>
              </a:ext>
            </a:extLst>
          </p:cNvPr>
          <p:cNvSpPr/>
          <p:nvPr/>
        </p:nvSpPr>
        <p:spPr>
          <a:xfrm>
            <a:off x="3685134" y="6098261"/>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창닫기</a:t>
            </a:r>
            <a:endParaRPr lang="en-US" altLang="ko-KR" sz="800" dirty="0">
              <a:solidFill>
                <a:schemeClr val="bg1"/>
              </a:solidFill>
            </a:endParaRPr>
          </a:p>
        </p:txBody>
      </p:sp>
      <p:grpSp>
        <p:nvGrpSpPr>
          <p:cNvPr id="35" name="Image">
            <a:extLst>
              <a:ext uri="{FF2B5EF4-FFF2-40B4-BE49-F238E27FC236}">
                <a16:creationId xmlns:a16="http://schemas.microsoft.com/office/drawing/2014/main" id="{1E344966-65D3-4B1A-AE6E-7977964ABA5B}"/>
              </a:ext>
            </a:extLst>
          </p:cNvPr>
          <p:cNvGrpSpPr>
            <a:grpSpLocks/>
          </p:cNvGrpSpPr>
          <p:nvPr/>
        </p:nvGrpSpPr>
        <p:grpSpPr bwMode="auto">
          <a:xfrm>
            <a:off x="7218530" y="-37432"/>
            <a:ext cx="263570" cy="250457"/>
            <a:chOff x="508000" y="1397000"/>
            <a:chExt cx="1008112" cy="1008112"/>
          </a:xfrm>
        </p:grpSpPr>
        <p:sp>
          <p:nvSpPr>
            <p:cNvPr id="36" name="Border">
              <a:extLst>
                <a:ext uri="{FF2B5EF4-FFF2-40B4-BE49-F238E27FC236}">
                  <a16:creationId xmlns:a16="http://schemas.microsoft.com/office/drawing/2014/main" id="{69792DE8-D32F-48C3-A561-F8B52786725B}"/>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7" name="Line 2">
              <a:extLst>
                <a:ext uri="{FF2B5EF4-FFF2-40B4-BE49-F238E27FC236}">
                  <a16:creationId xmlns:a16="http://schemas.microsoft.com/office/drawing/2014/main" id="{BB776B07-2A1C-4571-9879-F0D6BAA9AAF9}"/>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8" name="Line 1">
              <a:extLst>
                <a:ext uri="{FF2B5EF4-FFF2-40B4-BE49-F238E27FC236}">
                  <a16:creationId xmlns:a16="http://schemas.microsoft.com/office/drawing/2014/main" id="{D27EA5D7-8821-412D-B1EE-2947CAD6921E}"/>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39" name="타원 38">
            <a:extLst>
              <a:ext uri="{FF2B5EF4-FFF2-40B4-BE49-F238E27FC236}">
                <a16:creationId xmlns:a16="http://schemas.microsoft.com/office/drawing/2014/main" id="{B9B91952-D0C8-49F1-A16C-11C0730E7ED1}"/>
              </a:ext>
            </a:extLst>
          </p:cNvPr>
          <p:cNvSpPr/>
          <p:nvPr/>
        </p:nvSpPr>
        <p:spPr>
          <a:xfrm>
            <a:off x="8254742" y="1714999"/>
            <a:ext cx="579151" cy="33880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0" name="직선 화살표 연결선 39">
            <a:extLst>
              <a:ext uri="{FF2B5EF4-FFF2-40B4-BE49-F238E27FC236}">
                <a16:creationId xmlns:a16="http://schemas.microsoft.com/office/drawing/2014/main" id="{560BB32D-CDE6-4578-A86D-49E377CCC42C}"/>
              </a:ext>
            </a:extLst>
          </p:cNvPr>
          <p:cNvCxnSpPr>
            <a:cxnSpLocks/>
            <a:stCxn id="39" idx="1"/>
          </p:cNvCxnSpPr>
          <p:nvPr/>
        </p:nvCxnSpPr>
        <p:spPr>
          <a:xfrm flipH="1" flipV="1">
            <a:off x="7482101" y="1346690"/>
            <a:ext cx="857456" cy="417926"/>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pic>
        <p:nvPicPr>
          <p:cNvPr id="45" name="그림 44">
            <a:extLst>
              <a:ext uri="{FF2B5EF4-FFF2-40B4-BE49-F238E27FC236}">
                <a16:creationId xmlns:a16="http://schemas.microsoft.com/office/drawing/2014/main" id="{5B98FF50-5445-4B3B-801B-2E2A1D646DF3}"/>
              </a:ext>
            </a:extLst>
          </p:cNvPr>
          <p:cNvPicPr>
            <a:picLocks noChangeAspect="1"/>
          </p:cNvPicPr>
          <p:nvPr/>
        </p:nvPicPr>
        <p:blipFill>
          <a:blip r:embed="rId2"/>
          <a:stretch>
            <a:fillRect/>
          </a:stretch>
        </p:blipFill>
        <p:spPr>
          <a:xfrm>
            <a:off x="3535757" y="891652"/>
            <a:ext cx="3946343" cy="1682825"/>
          </a:xfrm>
          <a:prstGeom prst="rect">
            <a:avLst/>
          </a:prstGeom>
        </p:spPr>
      </p:pic>
      <p:graphicFrame>
        <p:nvGraphicFramePr>
          <p:cNvPr id="41" name="표 40">
            <a:extLst>
              <a:ext uri="{FF2B5EF4-FFF2-40B4-BE49-F238E27FC236}">
                <a16:creationId xmlns:a16="http://schemas.microsoft.com/office/drawing/2014/main" id="{DD2E26CC-7F1F-4979-913D-0AF1F6B5AB2B}"/>
              </a:ext>
            </a:extLst>
          </p:cNvPr>
          <p:cNvGraphicFramePr>
            <a:graphicFrameLocks noGrp="1"/>
          </p:cNvGraphicFramePr>
          <p:nvPr>
            <p:extLst>
              <p:ext uri="{D42A27DB-BD31-4B8C-83A1-F6EECF244321}">
                <p14:modId xmlns:p14="http://schemas.microsoft.com/office/powerpoint/2010/main" val="1843710018"/>
              </p:ext>
            </p:extLst>
          </p:nvPr>
        </p:nvGraphicFramePr>
        <p:xfrm>
          <a:off x="10171774" y="22159"/>
          <a:ext cx="1979018" cy="157075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RF-02-05-01-2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marL="0" indent="0" algn="l" latinLnBrk="1">
                        <a:buFontTx/>
                        <a:buNone/>
                      </a:pPr>
                      <a:r>
                        <a:rPr lang="ko-KR" altLang="en-US" sz="800" dirty="0"/>
                        <a:t>상품관리 </a:t>
                      </a:r>
                      <a:r>
                        <a:rPr lang="en-US" altLang="ko-KR" sz="800" dirty="0"/>
                        <a:t>&gt; </a:t>
                      </a:r>
                      <a:r>
                        <a:rPr lang="ko-KR" altLang="en-US" sz="800" dirty="0"/>
                        <a:t>자사상품관리</a:t>
                      </a:r>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자사 상품 목록</a:t>
                      </a:r>
                      <a:r>
                        <a:rPr lang="ko-KR" altLang="en-US" sz="800" baseline="0" dirty="0"/>
                        <a:t> </a:t>
                      </a:r>
                      <a:r>
                        <a:rPr lang="en-US" altLang="ko-KR" sz="800" baseline="0" dirty="0"/>
                        <a:t>&gt; </a:t>
                      </a:r>
                      <a:r>
                        <a:rPr lang="ko-KR" altLang="en-US" sz="800" baseline="0" dirty="0"/>
                        <a:t>보기</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algn="l" latinLnBrk="1"/>
                      <a:r>
                        <a:rPr lang="ko-KR" altLang="en-US" sz="800" dirty="0"/>
                        <a:t>상품 상세 내용이 표시되는 화면</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bl>
          </a:graphicData>
        </a:graphic>
      </p:graphicFrame>
      <p:graphicFrame>
        <p:nvGraphicFramePr>
          <p:cNvPr id="42" name="표 43">
            <a:extLst>
              <a:ext uri="{FF2B5EF4-FFF2-40B4-BE49-F238E27FC236}">
                <a16:creationId xmlns:a16="http://schemas.microsoft.com/office/drawing/2014/main" id="{91576FF5-B05F-451A-AD35-834ECF8913B5}"/>
              </a:ext>
            </a:extLst>
          </p:cNvPr>
          <p:cNvGraphicFramePr>
            <a:graphicFrameLocks noGrp="1"/>
          </p:cNvGraphicFramePr>
          <p:nvPr>
            <p:extLst>
              <p:ext uri="{D42A27DB-BD31-4B8C-83A1-F6EECF244321}">
                <p14:modId xmlns:p14="http://schemas.microsoft.com/office/powerpoint/2010/main" val="1746575641"/>
              </p:ext>
            </p:extLst>
          </p:nvPr>
        </p:nvGraphicFramePr>
        <p:xfrm>
          <a:off x="791386" y="4104623"/>
          <a:ext cx="6508744" cy="1280160"/>
        </p:xfrm>
        <a:graphic>
          <a:graphicData uri="http://schemas.openxmlformats.org/drawingml/2006/table">
            <a:tbl>
              <a:tblPr firstRow="1" bandRow="1">
                <a:tableStyleId>{5940675A-B579-460E-94D1-54222C63F5DA}</a:tableStyleId>
              </a:tblPr>
              <a:tblGrid>
                <a:gridCol w="1057666">
                  <a:extLst>
                    <a:ext uri="{9D8B030D-6E8A-4147-A177-3AD203B41FA5}">
                      <a16:colId xmlns:a16="http://schemas.microsoft.com/office/drawing/2014/main" val="1601486229"/>
                    </a:ext>
                  </a:extLst>
                </a:gridCol>
                <a:gridCol w="5451078">
                  <a:extLst>
                    <a:ext uri="{9D8B030D-6E8A-4147-A177-3AD203B41FA5}">
                      <a16:colId xmlns:a16="http://schemas.microsoft.com/office/drawing/2014/main" val="2738608450"/>
                    </a:ext>
                  </a:extLst>
                </a:gridCol>
              </a:tblGrid>
              <a:tr h="0">
                <a:tc>
                  <a:txBody>
                    <a:bodyPr/>
                    <a:lstStyle/>
                    <a:p>
                      <a:pPr latinLnBrk="1"/>
                      <a:r>
                        <a:rPr lang="ko-KR" altLang="en-US" sz="800" dirty="0"/>
                        <a:t>판매형태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ko-KR" altLang="en-US" sz="800" dirty="0"/>
                        <a:t>상품판매</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28173056"/>
                  </a:ext>
                </a:extLst>
              </a:tr>
              <a:tr h="0">
                <a:tc>
                  <a:txBody>
                    <a:bodyPr/>
                    <a:lstStyle/>
                    <a:p>
                      <a:pPr latinLnBrk="1"/>
                      <a:r>
                        <a:rPr lang="ko-KR" altLang="en-US" sz="800" dirty="0"/>
                        <a:t>과세구분</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ko-KR" altLang="en-US" sz="800" dirty="0"/>
                        <a:t>과세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24445166"/>
                  </a:ext>
                </a:extLst>
              </a:tr>
              <a:tr h="0">
                <a:tc>
                  <a:txBody>
                    <a:bodyPr/>
                    <a:lstStyle/>
                    <a:p>
                      <a:pPr latinLnBrk="1"/>
                      <a:r>
                        <a:rPr lang="ko-KR" altLang="en-US" sz="800" dirty="0"/>
                        <a:t>판매가격</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800" dirty="0"/>
                        <a:t>13,000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80007532"/>
                  </a:ext>
                </a:extLst>
              </a:tr>
              <a:tr h="0">
                <a:tc>
                  <a:txBody>
                    <a:bodyPr/>
                    <a:lstStyle/>
                    <a:p>
                      <a:pPr latinLnBrk="1"/>
                      <a:r>
                        <a:rPr lang="ko-KR" altLang="en-US" sz="800" dirty="0">
                          <a:solidFill>
                            <a:schemeClr val="tx1"/>
                          </a:solidFill>
                        </a:rPr>
                        <a:t>판매이익금</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800" dirty="0"/>
                        <a:t>1,500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405328786"/>
                  </a:ext>
                </a:extLst>
              </a:tr>
              <a:tr h="0">
                <a:tc>
                  <a:txBody>
                    <a:bodyPr/>
                    <a:lstStyle/>
                    <a:p>
                      <a:pPr latinLnBrk="1"/>
                      <a:r>
                        <a:rPr lang="ko-KR" altLang="en-US" sz="800" dirty="0"/>
                        <a:t>재고</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800" dirty="0"/>
                        <a:t>3,223 </a:t>
                      </a:r>
                      <a:r>
                        <a:rPr lang="ko-KR" altLang="en-US" sz="800" dirty="0"/>
                        <a:t>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73779174"/>
                  </a:ext>
                </a:extLst>
              </a:tr>
              <a:tr h="0">
                <a:tc>
                  <a:txBody>
                    <a:bodyPr/>
                    <a:lstStyle/>
                    <a:p>
                      <a:pPr latinLnBrk="1"/>
                      <a:r>
                        <a:rPr lang="ko-KR" altLang="en-US" sz="800" dirty="0"/>
                        <a:t>구매제한수량</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800" dirty="0"/>
                        <a:t>1</a:t>
                      </a:r>
                      <a:r>
                        <a:rPr lang="ko-KR" altLang="en-US" sz="800" dirty="0"/>
                        <a:t>회 구매에 </a:t>
                      </a:r>
                      <a:r>
                        <a:rPr lang="en-US" altLang="ko-KR" sz="800" dirty="0"/>
                        <a:t>100 </a:t>
                      </a:r>
                      <a:r>
                        <a:rPr lang="ko-KR" altLang="en-US" sz="800" dirty="0"/>
                        <a:t>개까지 구매가능</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991333764"/>
                  </a:ext>
                </a:extLst>
              </a:tr>
            </a:tbl>
          </a:graphicData>
        </a:graphic>
      </p:graphicFrame>
    </p:spTree>
    <p:extLst>
      <p:ext uri="{BB962C8B-B14F-4D97-AF65-F5344CB8AC3E}">
        <p14:creationId xmlns:p14="http://schemas.microsoft.com/office/powerpoint/2010/main" val="1539080634"/>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123B5F82-18EA-4328-BF4F-417E90F8DFAF}"/>
              </a:ext>
            </a:extLst>
          </p:cNvPr>
          <p:cNvSpPr/>
          <p:nvPr/>
        </p:nvSpPr>
        <p:spPr>
          <a:xfrm>
            <a:off x="-342917" y="1315877"/>
            <a:ext cx="6859119" cy="4734826"/>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4" name="Image">
            <a:extLst>
              <a:ext uri="{FF2B5EF4-FFF2-40B4-BE49-F238E27FC236}">
                <a16:creationId xmlns:a16="http://schemas.microsoft.com/office/drawing/2014/main" id="{A537539F-4120-44EA-9EA2-35FA2832D4DB}"/>
              </a:ext>
            </a:extLst>
          </p:cNvPr>
          <p:cNvGrpSpPr>
            <a:grpSpLocks/>
          </p:cNvGrpSpPr>
          <p:nvPr/>
        </p:nvGrpSpPr>
        <p:grpSpPr bwMode="auto">
          <a:xfrm>
            <a:off x="5742704" y="1704892"/>
            <a:ext cx="263570" cy="250457"/>
            <a:chOff x="508000" y="1397000"/>
            <a:chExt cx="1008112" cy="1008112"/>
          </a:xfrm>
        </p:grpSpPr>
        <p:sp>
          <p:nvSpPr>
            <p:cNvPr id="5" name="Border">
              <a:extLst>
                <a:ext uri="{FF2B5EF4-FFF2-40B4-BE49-F238E27FC236}">
                  <a16:creationId xmlns:a16="http://schemas.microsoft.com/office/drawing/2014/main" id="{DB1D4184-F483-4292-BB97-F9013AFF6E53}"/>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 name="Line 2">
              <a:extLst>
                <a:ext uri="{FF2B5EF4-FFF2-40B4-BE49-F238E27FC236}">
                  <a16:creationId xmlns:a16="http://schemas.microsoft.com/office/drawing/2014/main" id="{F06CEC27-F23B-4DDB-A17E-042217170E16}"/>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 name="Line 1">
              <a:extLst>
                <a:ext uri="{FF2B5EF4-FFF2-40B4-BE49-F238E27FC236}">
                  <a16:creationId xmlns:a16="http://schemas.microsoft.com/office/drawing/2014/main" id="{C24A72D3-4429-4AE1-BCC0-37E757DB5DEF}"/>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8" name="직사각형 7">
            <a:extLst>
              <a:ext uri="{FF2B5EF4-FFF2-40B4-BE49-F238E27FC236}">
                <a16:creationId xmlns:a16="http://schemas.microsoft.com/office/drawing/2014/main" id="{81DCFDB1-30EA-409B-BE48-562FA9E216B0}"/>
              </a:ext>
            </a:extLst>
          </p:cNvPr>
          <p:cNvSpPr/>
          <p:nvPr/>
        </p:nvSpPr>
        <p:spPr>
          <a:xfrm>
            <a:off x="12802" y="1621732"/>
            <a:ext cx="1678665" cy="333617"/>
          </a:xfrm>
          <a:prstGeom prst="rect">
            <a:avLst/>
          </a:prstGeom>
        </p:spPr>
        <p:txBody>
          <a:bodyPr wrap="none">
            <a:spAutoFit/>
          </a:bodyPr>
          <a:lstStyle/>
          <a:p>
            <a:pPr>
              <a:lnSpc>
                <a:spcPct val="150000"/>
              </a:lnSpc>
            </a:pPr>
            <a:r>
              <a:rPr lang="ko-KR" altLang="en-US" sz="1200" b="1" dirty="0"/>
              <a:t>■ 판매중지예고 설정</a:t>
            </a:r>
          </a:p>
        </p:txBody>
      </p:sp>
      <p:sp>
        <p:nvSpPr>
          <p:cNvPr id="9" name="직사각형 8">
            <a:extLst>
              <a:ext uri="{FF2B5EF4-FFF2-40B4-BE49-F238E27FC236}">
                <a16:creationId xmlns:a16="http://schemas.microsoft.com/office/drawing/2014/main" id="{4FCF950F-6A57-421B-8CDC-7B6A7C04E855}"/>
              </a:ext>
            </a:extLst>
          </p:cNvPr>
          <p:cNvSpPr/>
          <p:nvPr/>
        </p:nvSpPr>
        <p:spPr>
          <a:xfrm>
            <a:off x="1269704" y="4142418"/>
            <a:ext cx="1694695" cy="261610"/>
          </a:xfrm>
          <a:prstGeom prst="rect">
            <a:avLst/>
          </a:prstGeom>
        </p:spPr>
        <p:txBody>
          <a:bodyPr wrap="none">
            <a:spAutoFit/>
          </a:bodyPr>
          <a:lstStyle/>
          <a:p>
            <a:r>
              <a:rPr lang="ko-KR" altLang="en-US" sz="1100" b="1" dirty="0"/>
              <a:t>판매중지 예고일자 설정</a:t>
            </a:r>
          </a:p>
        </p:txBody>
      </p:sp>
      <p:sp>
        <p:nvSpPr>
          <p:cNvPr id="10" name="직사각형 9">
            <a:extLst>
              <a:ext uri="{FF2B5EF4-FFF2-40B4-BE49-F238E27FC236}">
                <a16:creationId xmlns:a16="http://schemas.microsoft.com/office/drawing/2014/main" id="{D9F3C6F7-6301-4147-A3C1-C6E9BDE75B02}"/>
              </a:ext>
            </a:extLst>
          </p:cNvPr>
          <p:cNvSpPr/>
          <p:nvPr/>
        </p:nvSpPr>
        <p:spPr>
          <a:xfrm>
            <a:off x="2942782" y="4152313"/>
            <a:ext cx="1260272" cy="241820"/>
          </a:xfrm>
          <a:prstGeom prst="rect">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pic>
        <p:nvPicPr>
          <p:cNvPr id="11" name="그림 10">
            <a:extLst>
              <a:ext uri="{FF2B5EF4-FFF2-40B4-BE49-F238E27FC236}">
                <a16:creationId xmlns:a16="http://schemas.microsoft.com/office/drawing/2014/main" id="{B6332F5E-F36E-4799-85A9-C04A606F4F09}"/>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4240527" y="4116606"/>
            <a:ext cx="299482" cy="309976"/>
          </a:xfrm>
          <a:prstGeom prst="rect">
            <a:avLst/>
          </a:prstGeom>
          <a:ln w="6350">
            <a:noFill/>
          </a:ln>
        </p:spPr>
      </p:pic>
      <p:grpSp>
        <p:nvGrpSpPr>
          <p:cNvPr id="12" name="그룹 11">
            <a:extLst>
              <a:ext uri="{FF2B5EF4-FFF2-40B4-BE49-F238E27FC236}">
                <a16:creationId xmlns:a16="http://schemas.microsoft.com/office/drawing/2014/main" id="{46757998-FFFB-42F3-96F3-2F86F9E202E4}"/>
              </a:ext>
            </a:extLst>
          </p:cNvPr>
          <p:cNvGrpSpPr/>
          <p:nvPr/>
        </p:nvGrpSpPr>
        <p:grpSpPr>
          <a:xfrm>
            <a:off x="1961290" y="4861877"/>
            <a:ext cx="2185622" cy="292302"/>
            <a:chOff x="1985646" y="5517232"/>
            <a:chExt cx="2185622" cy="292302"/>
          </a:xfrm>
        </p:grpSpPr>
        <p:sp>
          <p:nvSpPr>
            <p:cNvPr id="13" name="직사각형 12">
              <a:extLst>
                <a:ext uri="{FF2B5EF4-FFF2-40B4-BE49-F238E27FC236}">
                  <a16:creationId xmlns:a16="http://schemas.microsoft.com/office/drawing/2014/main" id="{6E3ED9CC-9175-4621-BF7A-52ADE5F698E5}"/>
                </a:ext>
              </a:extLst>
            </p:cNvPr>
            <p:cNvSpPr/>
            <p:nvPr/>
          </p:nvSpPr>
          <p:spPr>
            <a:xfrm>
              <a:off x="3098588" y="5517232"/>
              <a:ext cx="1072680" cy="292302"/>
            </a:xfrm>
            <a:prstGeom prst="rect">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확인</a:t>
              </a:r>
              <a:endParaRPr lang="ko-KR" altLang="en-US" sz="1000" dirty="0"/>
            </a:p>
          </p:txBody>
        </p:sp>
        <p:sp>
          <p:nvSpPr>
            <p:cNvPr id="14" name="직사각형 13">
              <a:extLst>
                <a:ext uri="{FF2B5EF4-FFF2-40B4-BE49-F238E27FC236}">
                  <a16:creationId xmlns:a16="http://schemas.microsoft.com/office/drawing/2014/main" id="{BD0DD177-C16C-49F7-A684-E6129EE039F5}"/>
                </a:ext>
              </a:extLst>
            </p:cNvPr>
            <p:cNvSpPr/>
            <p:nvPr/>
          </p:nvSpPr>
          <p:spPr>
            <a:xfrm>
              <a:off x="1985646" y="5517232"/>
              <a:ext cx="1072680" cy="292302"/>
            </a:xfrm>
            <a:prstGeom prst="rect">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t>취소</a:t>
              </a:r>
              <a:endParaRPr lang="ko-KR" altLang="en-US" sz="1000" dirty="0"/>
            </a:p>
          </p:txBody>
        </p:sp>
      </p:grpSp>
      <p:grpSp>
        <p:nvGrpSpPr>
          <p:cNvPr id="15" name="그룹 14">
            <a:extLst>
              <a:ext uri="{FF2B5EF4-FFF2-40B4-BE49-F238E27FC236}">
                <a16:creationId xmlns:a16="http://schemas.microsoft.com/office/drawing/2014/main" id="{208C89A1-0103-4A21-A8F3-91336F8BDD52}"/>
              </a:ext>
            </a:extLst>
          </p:cNvPr>
          <p:cNvGrpSpPr/>
          <p:nvPr/>
        </p:nvGrpSpPr>
        <p:grpSpPr>
          <a:xfrm>
            <a:off x="1345465" y="2690437"/>
            <a:ext cx="3350597" cy="869507"/>
            <a:chOff x="-356493" y="2855302"/>
            <a:chExt cx="3350597" cy="869507"/>
          </a:xfrm>
        </p:grpSpPr>
        <p:pic>
          <p:nvPicPr>
            <p:cNvPr id="16" name="Picture 3" descr="C:\Users\user\AppData\Local\Microsoft\Windows\INetCache\IE\2WEEN9GN\warning-27899_640[1].png">
              <a:extLst>
                <a:ext uri="{FF2B5EF4-FFF2-40B4-BE49-F238E27FC236}">
                  <a16:creationId xmlns:a16="http://schemas.microsoft.com/office/drawing/2014/main" id="{4F359F2D-6FC7-45AB-9A25-AFF6E93B3D30}"/>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52554" y="2920445"/>
              <a:ext cx="167680" cy="147244"/>
            </a:xfrm>
            <a:prstGeom prst="rect">
              <a:avLst/>
            </a:prstGeom>
            <a:noFill/>
            <a:extLst>
              <a:ext uri="{909E8E84-426E-40DD-AFC4-6F175D3DCCD1}">
                <a14:hiddenFill xmlns:a14="http://schemas.microsoft.com/office/drawing/2010/main">
                  <a:solidFill>
                    <a:srgbClr val="FFFFFF"/>
                  </a:solidFill>
                </a14:hiddenFill>
              </a:ext>
            </a:extLst>
          </p:spPr>
        </p:pic>
        <p:sp>
          <p:nvSpPr>
            <p:cNvPr id="17" name="TextBox 16">
              <a:extLst>
                <a:ext uri="{FF2B5EF4-FFF2-40B4-BE49-F238E27FC236}">
                  <a16:creationId xmlns:a16="http://schemas.microsoft.com/office/drawing/2014/main" id="{C9940D05-C8C3-476C-805D-6847C69D9E47}"/>
                </a:ext>
              </a:extLst>
            </p:cNvPr>
            <p:cNvSpPr txBox="1"/>
            <p:nvPr/>
          </p:nvSpPr>
          <p:spPr>
            <a:xfrm>
              <a:off x="977682" y="2855302"/>
              <a:ext cx="748923" cy="261610"/>
            </a:xfrm>
            <a:prstGeom prst="rect">
              <a:avLst/>
            </a:prstGeom>
            <a:noFill/>
          </p:spPr>
          <p:txBody>
            <a:bodyPr wrap="none" rtlCol="0">
              <a:spAutoFit/>
            </a:bodyPr>
            <a:lstStyle/>
            <a:p>
              <a:r>
                <a:rPr lang="ko-KR" altLang="en-US" sz="1100" b="1" dirty="0"/>
                <a:t>유의사항</a:t>
              </a:r>
            </a:p>
          </p:txBody>
        </p:sp>
        <p:sp>
          <p:nvSpPr>
            <p:cNvPr id="18" name="TextBox 17">
              <a:extLst>
                <a:ext uri="{FF2B5EF4-FFF2-40B4-BE49-F238E27FC236}">
                  <a16:creationId xmlns:a16="http://schemas.microsoft.com/office/drawing/2014/main" id="{0BC5578C-CABA-4F48-B72D-D9FA7C6E1E66}"/>
                </a:ext>
              </a:extLst>
            </p:cNvPr>
            <p:cNvSpPr txBox="1"/>
            <p:nvPr/>
          </p:nvSpPr>
          <p:spPr>
            <a:xfrm>
              <a:off x="-356493" y="3216978"/>
              <a:ext cx="3350597" cy="507831"/>
            </a:xfrm>
            <a:prstGeom prst="rect">
              <a:avLst/>
            </a:prstGeom>
            <a:noFill/>
          </p:spPr>
          <p:txBody>
            <a:bodyPr wrap="none" rtlCol="0">
              <a:spAutoFit/>
            </a:bodyPr>
            <a:lstStyle/>
            <a:p>
              <a:pPr algn="ctr"/>
              <a:r>
                <a:rPr lang="ko-KR" altLang="en-US" sz="900" dirty="0">
                  <a:latin typeface="+mj-ea"/>
                </a:rPr>
                <a:t>판매중지 예고설정 시</a:t>
              </a:r>
              <a:endParaRPr lang="en-US" altLang="ko-KR" sz="900" dirty="0">
                <a:latin typeface="+mj-ea"/>
              </a:endParaRPr>
            </a:p>
            <a:p>
              <a:pPr algn="ctr"/>
              <a:r>
                <a:rPr lang="ko-KR" altLang="en-US" sz="900" dirty="0">
                  <a:latin typeface="+mj-ea"/>
                </a:rPr>
                <a:t>해당 상품이 게시 된 상세페이지에 중지 예정일이 표기되지만</a:t>
              </a:r>
              <a:endParaRPr lang="en-US" altLang="ko-KR" sz="900" dirty="0">
                <a:latin typeface="+mj-ea"/>
              </a:endParaRPr>
            </a:p>
            <a:p>
              <a:pPr algn="ctr"/>
              <a:r>
                <a:rPr lang="ko-KR" altLang="en-US" sz="900" dirty="0">
                  <a:latin typeface="+mj-ea"/>
                </a:rPr>
                <a:t>상품이 자동으로 판매중지 되지는 않습니다</a:t>
              </a:r>
              <a:r>
                <a:rPr lang="en-US" altLang="ko-KR" sz="900" dirty="0">
                  <a:latin typeface="+mj-ea"/>
                </a:rPr>
                <a:t>.</a:t>
              </a:r>
            </a:p>
          </p:txBody>
        </p:sp>
      </p:grpSp>
      <p:sp>
        <p:nvSpPr>
          <p:cNvPr id="19" name="모서리가 둥근 직사각형 36">
            <a:extLst>
              <a:ext uri="{FF2B5EF4-FFF2-40B4-BE49-F238E27FC236}">
                <a16:creationId xmlns:a16="http://schemas.microsoft.com/office/drawing/2014/main" id="{2D9E59E0-453D-4F94-A363-1AF46B56F448}"/>
              </a:ext>
            </a:extLst>
          </p:cNvPr>
          <p:cNvSpPr/>
          <p:nvPr/>
        </p:nvSpPr>
        <p:spPr>
          <a:xfrm>
            <a:off x="788515" y="2509088"/>
            <a:ext cx="4464496" cy="1256973"/>
          </a:xfrm>
          <a:prstGeom prst="roundRect">
            <a:avLst>
              <a:gd name="adj" fmla="val 8271"/>
            </a:avLst>
          </a:prstGeom>
          <a:no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타원 19">
            <a:extLst>
              <a:ext uri="{FF2B5EF4-FFF2-40B4-BE49-F238E27FC236}">
                <a16:creationId xmlns:a16="http://schemas.microsoft.com/office/drawing/2014/main" id="{B9A2C890-8E01-458E-A2FD-0364563D771A}"/>
              </a:ext>
            </a:extLst>
          </p:cNvPr>
          <p:cNvSpPr/>
          <p:nvPr/>
        </p:nvSpPr>
        <p:spPr>
          <a:xfrm>
            <a:off x="7059963" y="1692321"/>
            <a:ext cx="1291671" cy="397681"/>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1" name="직선 화살표 연결선 20">
            <a:extLst>
              <a:ext uri="{FF2B5EF4-FFF2-40B4-BE49-F238E27FC236}">
                <a16:creationId xmlns:a16="http://schemas.microsoft.com/office/drawing/2014/main" id="{F167D84E-C541-45FE-B403-60D97EE54DAE}"/>
              </a:ext>
            </a:extLst>
          </p:cNvPr>
          <p:cNvCxnSpPr>
            <a:cxnSpLocks/>
            <a:stCxn id="20" idx="2"/>
          </p:cNvCxnSpPr>
          <p:nvPr/>
        </p:nvCxnSpPr>
        <p:spPr>
          <a:xfrm flipH="1">
            <a:off x="6316244" y="1891162"/>
            <a:ext cx="743719"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5" name="직사각형 24">
            <a:extLst>
              <a:ext uri="{FF2B5EF4-FFF2-40B4-BE49-F238E27FC236}">
                <a16:creationId xmlns:a16="http://schemas.microsoft.com/office/drawing/2014/main" id="{4D0DF6FE-FC43-4EEC-ACD7-0EA0FC2053D2}"/>
              </a:ext>
            </a:extLst>
          </p:cNvPr>
          <p:cNvSpPr/>
          <p:nvPr/>
        </p:nvSpPr>
        <p:spPr>
          <a:xfrm>
            <a:off x="-66883" y="1567414"/>
            <a:ext cx="6271145" cy="4114800"/>
          </a:xfrm>
          <a:prstGeom prst="rect">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23" name="표 22">
            <a:extLst>
              <a:ext uri="{FF2B5EF4-FFF2-40B4-BE49-F238E27FC236}">
                <a16:creationId xmlns:a16="http://schemas.microsoft.com/office/drawing/2014/main" id="{2475D400-5B2E-4AA9-B157-5A26F3DDAAD0}"/>
              </a:ext>
            </a:extLst>
          </p:cNvPr>
          <p:cNvGraphicFramePr>
            <a:graphicFrameLocks noGrp="1"/>
          </p:cNvGraphicFramePr>
          <p:nvPr>
            <p:extLst>
              <p:ext uri="{D42A27DB-BD31-4B8C-83A1-F6EECF244321}">
                <p14:modId xmlns:p14="http://schemas.microsoft.com/office/powerpoint/2010/main" val="4015179391"/>
              </p:ext>
            </p:extLst>
          </p:nvPr>
        </p:nvGraphicFramePr>
        <p:xfrm>
          <a:off x="10171774" y="22159"/>
          <a:ext cx="1979018" cy="20279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RF-02-05-01-3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상품관리 </a:t>
                      </a:r>
                      <a:r>
                        <a:rPr lang="en-US" altLang="ko-KR" sz="800" dirty="0"/>
                        <a:t>&gt; </a:t>
                      </a:r>
                      <a:r>
                        <a:rPr lang="ko-KR" altLang="en-US" sz="800" dirty="0"/>
                        <a:t>자사상품관리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자사 상품 목록 </a:t>
                      </a:r>
                      <a:r>
                        <a:rPr lang="en-US" altLang="ko-KR" sz="800" dirty="0"/>
                        <a:t>&gt; </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판매중지 </a:t>
                      </a:r>
                      <a:r>
                        <a:rPr lang="ko-KR" altLang="en-US" sz="800" dirty="0" err="1"/>
                        <a:t>예고신청</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판매중지예고 설정을 할 수 있는</a:t>
                      </a:r>
                      <a:r>
                        <a:rPr lang="ko-KR" altLang="en-US" sz="800" baseline="0" dirty="0"/>
                        <a:t> 화면</a:t>
                      </a:r>
                      <a:endParaRPr lang="ko-KR" altLang="en-US" sz="800" dirty="0"/>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판매중지 예고일자는 당일</a:t>
                      </a:r>
                      <a:r>
                        <a:rPr lang="en-US" altLang="ko-KR" sz="800" b="0" dirty="0">
                          <a:solidFill>
                            <a:schemeClr val="tx1"/>
                          </a:solidFill>
                        </a:rPr>
                        <a:t>+3</a:t>
                      </a:r>
                      <a:r>
                        <a:rPr lang="ko-KR" altLang="en-US" sz="800" b="0" dirty="0">
                          <a:solidFill>
                            <a:schemeClr val="tx1"/>
                          </a:solidFill>
                        </a:rPr>
                        <a:t>일 이후의 날짜부터 설정이 가능하다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24" name="TextBox 23">
            <a:extLst>
              <a:ext uri="{FF2B5EF4-FFF2-40B4-BE49-F238E27FC236}">
                <a16:creationId xmlns:a16="http://schemas.microsoft.com/office/drawing/2014/main" id="{85ECBE95-389A-4E0B-873E-C155054FB3F0}"/>
              </a:ext>
            </a:extLst>
          </p:cNvPr>
          <p:cNvSpPr txBox="1"/>
          <p:nvPr/>
        </p:nvSpPr>
        <p:spPr>
          <a:xfrm>
            <a:off x="4453065" y="4026213"/>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1700661442"/>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726E44F5-F914-4086-B510-7F03EFD955AD}"/>
              </a:ext>
            </a:extLst>
          </p:cNvPr>
          <p:cNvSpPr/>
          <p:nvPr/>
        </p:nvSpPr>
        <p:spPr>
          <a:xfrm>
            <a:off x="-1565405" y="792068"/>
            <a:ext cx="7105934" cy="5616054"/>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3" name="직사각형 2">
            <a:extLst>
              <a:ext uri="{FF2B5EF4-FFF2-40B4-BE49-F238E27FC236}">
                <a16:creationId xmlns:a16="http://schemas.microsoft.com/office/drawing/2014/main" id="{74D2E932-D0B8-48E7-89A5-641A217CC4A2}"/>
              </a:ext>
            </a:extLst>
          </p:cNvPr>
          <p:cNvSpPr/>
          <p:nvPr/>
        </p:nvSpPr>
        <p:spPr>
          <a:xfrm>
            <a:off x="-1407762" y="959649"/>
            <a:ext cx="1316386" cy="369332"/>
          </a:xfrm>
          <a:prstGeom prst="rect">
            <a:avLst/>
          </a:prstGeom>
        </p:spPr>
        <p:txBody>
          <a:bodyPr wrap="none">
            <a:spAutoFit/>
          </a:bodyPr>
          <a:lstStyle/>
          <a:p>
            <a:pPr>
              <a:lnSpc>
                <a:spcPct val="150000"/>
              </a:lnSpc>
            </a:pPr>
            <a:r>
              <a:rPr lang="ko-KR" altLang="en-US" sz="1200" b="1" dirty="0"/>
              <a:t>■ 판매요청목록</a:t>
            </a:r>
          </a:p>
        </p:txBody>
      </p:sp>
      <p:grpSp>
        <p:nvGrpSpPr>
          <p:cNvPr id="4" name="Image">
            <a:extLst>
              <a:ext uri="{FF2B5EF4-FFF2-40B4-BE49-F238E27FC236}">
                <a16:creationId xmlns:a16="http://schemas.microsoft.com/office/drawing/2014/main" id="{D3411989-E6D3-4330-8917-8B9503E60392}"/>
              </a:ext>
            </a:extLst>
          </p:cNvPr>
          <p:cNvGrpSpPr>
            <a:grpSpLocks/>
          </p:cNvGrpSpPr>
          <p:nvPr/>
        </p:nvGrpSpPr>
        <p:grpSpPr bwMode="auto">
          <a:xfrm>
            <a:off x="5071300" y="959649"/>
            <a:ext cx="263570" cy="250457"/>
            <a:chOff x="508000" y="1397000"/>
            <a:chExt cx="1008112" cy="1008112"/>
          </a:xfrm>
        </p:grpSpPr>
        <p:sp>
          <p:nvSpPr>
            <p:cNvPr id="5" name="Border">
              <a:extLst>
                <a:ext uri="{FF2B5EF4-FFF2-40B4-BE49-F238E27FC236}">
                  <a16:creationId xmlns:a16="http://schemas.microsoft.com/office/drawing/2014/main" id="{AAD66077-1AC2-4470-B094-435341101098}"/>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 name="Line 2">
              <a:extLst>
                <a:ext uri="{FF2B5EF4-FFF2-40B4-BE49-F238E27FC236}">
                  <a16:creationId xmlns:a16="http://schemas.microsoft.com/office/drawing/2014/main" id="{51CA2D42-9204-4AAA-97E3-F849BC212B69}"/>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 name="Line 1">
              <a:extLst>
                <a:ext uri="{FF2B5EF4-FFF2-40B4-BE49-F238E27FC236}">
                  <a16:creationId xmlns:a16="http://schemas.microsoft.com/office/drawing/2014/main" id="{634FB224-4F7C-4126-AF8D-B7695C100A01}"/>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aphicFrame>
        <p:nvGraphicFramePr>
          <p:cNvPr id="8" name="표 7">
            <a:extLst>
              <a:ext uri="{FF2B5EF4-FFF2-40B4-BE49-F238E27FC236}">
                <a16:creationId xmlns:a16="http://schemas.microsoft.com/office/drawing/2014/main" id="{DDDBA5D8-1CA4-4C99-85C2-050CEBE8283A}"/>
              </a:ext>
            </a:extLst>
          </p:cNvPr>
          <p:cNvGraphicFramePr>
            <a:graphicFrameLocks noGrp="1"/>
          </p:cNvGraphicFramePr>
          <p:nvPr>
            <p:extLst>
              <p:ext uri="{D42A27DB-BD31-4B8C-83A1-F6EECF244321}">
                <p14:modId xmlns:p14="http://schemas.microsoft.com/office/powerpoint/2010/main" val="1579491316"/>
              </p:ext>
            </p:extLst>
          </p:nvPr>
        </p:nvGraphicFramePr>
        <p:xfrm>
          <a:off x="-1127840" y="2779642"/>
          <a:ext cx="6462711" cy="1834128"/>
        </p:xfrm>
        <a:graphic>
          <a:graphicData uri="http://schemas.openxmlformats.org/drawingml/2006/table">
            <a:tbl>
              <a:tblPr firstRow="1" bandRow="1">
                <a:tableStyleId>{5C22544A-7EE6-4342-B048-85BDC9FD1C3A}</a:tableStyleId>
              </a:tblPr>
              <a:tblGrid>
                <a:gridCol w="435891">
                  <a:extLst>
                    <a:ext uri="{9D8B030D-6E8A-4147-A177-3AD203B41FA5}">
                      <a16:colId xmlns:a16="http://schemas.microsoft.com/office/drawing/2014/main" val="20000"/>
                    </a:ext>
                  </a:extLst>
                </a:gridCol>
                <a:gridCol w="409433">
                  <a:extLst>
                    <a:ext uri="{9D8B030D-6E8A-4147-A177-3AD203B41FA5}">
                      <a16:colId xmlns:a16="http://schemas.microsoft.com/office/drawing/2014/main" val="20001"/>
                    </a:ext>
                  </a:extLst>
                </a:gridCol>
                <a:gridCol w="928048">
                  <a:extLst>
                    <a:ext uri="{9D8B030D-6E8A-4147-A177-3AD203B41FA5}">
                      <a16:colId xmlns:a16="http://schemas.microsoft.com/office/drawing/2014/main" val="20002"/>
                    </a:ext>
                  </a:extLst>
                </a:gridCol>
                <a:gridCol w="1119116">
                  <a:extLst>
                    <a:ext uri="{9D8B030D-6E8A-4147-A177-3AD203B41FA5}">
                      <a16:colId xmlns:a16="http://schemas.microsoft.com/office/drawing/2014/main" val="20003"/>
                    </a:ext>
                  </a:extLst>
                </a:gridCol>
                <a:gridCol w="573206">
                  <a:extLst>
                    <a:ext uri="{9D8B030D-6E8A-4147-A177-3AD203B41FA5}">
                      <a16:colId xmlns:a16="http://schemas.microsoft.com/office/drawing/2014/main" val="20004"/>
                    </a:ext>
                  </a:extLst>
                </a:gridCol>
                <a:gridCol w="2337593">
                  <a:extLst>
                    <a:ext uri="{9D8B030D-6E8A-4147-A177-3AD203B41FA5}">
                      <a16:colId xmlns:a16="http://schemas.microsoft.com/office/drawing/2014/main" val="2379514246"/>
                    </a:ext>
                  </a:extLst>
                </a:gridCol>
                <a:gridCol w="659424">
                  <a:extLst>
                    <a:ext uri="{9D8B030D-6E8A-4147-A177-3AD203B41FA5}">
                      <a16:colId xmlns:a16="http://schemas.microsoft.com/office/drawing/2014/main" val="239947442"/>
                    </a:ext>
                  </a:extLst>
                </a:gridCol>
              </a:tblGrid>
              <a:tr h="0">
                <a:tc>
                  <a:txBody>
                    <a:bodyPr/>
                    <a:lstStyle/>
                    <a:p>
                      <a:pPr algn="ctr" latinLnBrk="1"/>
                      <a:r>
                        <a:rPr lang="ko-KR" altLang="en-US" sz="800" b="0" dirty="0">
                          <a:solidFill>
                            <a:schemeClr val="tx1"/>
                          </a:solidFill>
                        </a:rPr>
                        <a:t>선택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err="1">
                          <a:solidFill>
                            <a:schemeClr val="tx1"/>
                          </a:solidFill>
                        </a:rPr>
                        <a:t>신청일시</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신청자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신청사유</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203448">
                <a:tc>
                  <a:txBody>
                    <a:bodyPr/>
                    <a:lstStyle/>
                    <a:p>
                      <a:pPr algn="ctr" latinLnBrk="1"/>
                      <a:r>
                        <a:rPr lang="ko-KR" altLang="en-US" sz="700" b="0"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700" b="0" dirty="0">
                          <a:solidFill>
                            <a:schemeClr val="tx1"/>
                          </a:solidFill>
                        </a:rPr>
                        <a:t>6</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en-US" altLang="ko-KR" sz="700" b="0" dirty="0">
                          <a:solidFill>
                            <a:schemeClr val="tx1"/>
                          </a:solidFill>
                        </a:rPr>
                        <a:t>2024-01-03 12:11</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700" b="0" dirty="0">
                          <a:solidFill>
                            <a:schemeClr val="tx1"/>
                          </a:solidFill>
                        </a:rPr>
                        <a:t>나이키 운동화</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700" b="0" dirty="0">
                          <a:solidFill>
                            <a:schemeClr val="tx1"/>
                          </a:solidFill>
                        </a:rPr>
                        <a:t>아무개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700" b="0" dirty="0">
                          <a:solidFill>
                            <a:schemeClr val="tx1"/>
                          </a:solidFill>
                        </a:rPr>
                        <a:t>신청사유 </a:t>
                      </a:r>
                      <a:r>
                        <a:rPr lang="ko-KR" altLang="en-US" sz="700" b="0" dirty="0" err="1">
                          <a:solidFill>
                            <a:schemeClr val="tx1"/>
                          </a:solidFill>
                        </a:rPr>
                        <a:t>신청사유</a:t>
                      </a:r>
                      <a:r>
                        <a:rPr lang="ko-KR" altLang="en-US" sz="700" b="0" dirty="0">
                          <a:solidFill>
                            <a:schemeClr val="tx1"/>
                          </a:solidFill>
                        </a:rPr>
                        <a:t> </a:t>
                      </a:r>
                      <a:r>
                        <a:rPr lang="ko-KR" altLang="en-US" sz="700" b="0" dirty="0" err="1">
                          <a:solidFill>
                            <a:schemeClr val="tx1"/>
                          </a:solidFill>
                        </a:rPr>
                        <a:t>신청사유</a:t>
                      </a:r>
                      <a:r>
                        <a:rPr lang="ko-KR" altLang="en-US" sz="700" b="0" dirty="0">
                          <a:solidFill>
                            <a:schemeClr val="tx1"/>
                          </a:solidFill>
                        </a:rPr>
                        <a:t> </a:t>
                      </a:r>
                      <a:r>
                        <a:rPr lang="ko-KR" altLang="en-US" sz="700" b="0" dirty="0" err="1">
                          <a:solidFill>
                            <a:schemeClr val="tx1"/>
                          </a:solidFill>
                        </a:rPr>
                        <a:t>신청사유</a:t>
                      </a:r>
                      <a:r>
                        <a:rPr lang="ko-KR" altLang="en-US" sz="700" b="0" dirty="0">
                          <a:solidFill>
                            <a:schemeClr val="tx1"/>
                          </a:solidFill>
                        </a:rPr>
                        <a:t>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700" b="0" dirty="0" err="1">
                          <a:solidFill>
                            <a:schemeClr val="tx1"/>
                          </a:solidFill>
                        </a:rPr>
                        <a:t>미승인</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171450">
                <a:tc>
                  <a:txBody>
                    <a:bodyPr/>
                    <a:lstStyle/>
                    <a:p>
                      <a:pPr algn="ctr" latinLnBrk="1"/>
                      <a:r>
                        <a:rPr lang="ko-KR" altLang="en-US" sz="700" b="0"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700" b="0" dirty="0">
                          <a:solidFill>
                            <a:schemeClr val="tx1"/>
                          </a:solidFill>
                        </a:rPr>
                        <a:t>5</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rPr>
                        <a:t>2024-01-03 12:11</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700" b="0" dirty="0">
                          <a:solidFill>
                            <a:schemeClr val="tx1"/>
                          </a:solidFill>
                        </a:rPr>
                        <a:t>고추 비료 </a:t>
                      </a:r>
                      <a:r>
                        <a:rPr lang="en-US" altLang="ko-KR" sz="700" b="0" dirty="0">
                          <a:solidFill>
                            <a:schemeClr val="tx1"/>
                          </a:solidFill>
                        </a:rPr>
                        <a:t>DDT 3</a:t>
                      </a:r>
                      <a:r>
                        <a:rPr lang="ko-KR" altLang="en-US" sz="700" b="0" dirty="0">
                          <a:solidFill>
                            <a:schemeClr val="tx1"/>
                          </a:solidFill>
                        </a:rPr>
                        <a:t>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700" b="0" dirty="0">
                          <a:solidFill>
                            <a:schemeClr val="tx1"/>
                          </a:solidFill>
                        </a:rPr>
                        <a:t>아무개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700" b="0" dirty="0">
                          <a:solidFill>
                            <a:schemeClr val="tx1"/>
                          </a:solidFill>
                        </a:rPr>
                        <a:t>신청사유 </a:t>
                      </a:r>
                      <a:r>
                        <a:rPr lang="ko-KR" altLang="en-US" sz="700" b="0" dirty="0" err="1">
                          <a:solidFill>
                            <a:schemeClr val="tx1"/>
                          </a:solidFill>
                        </a:rPr>
                        <a:t>신청사유</a:t>
                      </a:r>
                      <a:r>
                        <a:rPr lang="ko-KR" altLang="en-US" sz="700" b="0" dirty="0">
                          <a:solidFill>
                            <a:schemeClr val="tx1"/>
                          </a:solidFill>
                        </a:rPr>
                        <a:t> </a:t>
                      </a:r>
                      <a:br>
                        <a:rPr lang="en-US" altLang="ko-KR" sz="700" b="0" dirty="0">
                          <a:solidFill>
                            <a:schemeClr val="tx1"/>
                          </a:solidFill>
                        </a:rPr>
                      </a:br>
                      <a:r>
                        <a:rPr lang="ko-KR" altLang="en-US" sz="700" b="0" dirty="0">
                          <a:solidFill>
                            <a:schemeClr val="tx1"/>
                          </a:solidFill>
                        </a:rPr>
                        <a:t>신청사유 </a:t>
                      </a:r>
                      <a:r>
                        <a:rPr lang="ko-KR" altLang="en-US" sz="700" b="0" dirty="0" err="1">
                          <a:solidFill>
                            <a:schemeClr val="tx1"/>
                          </a:solidFill>
                        </a:rPr>
                        <a:t>신청사유</a:t>
                      </a:r>
                      <a:r>
                        <a:rPr lang="ko-KR" altLang="en-US" sz="700" b="0" dirty="0">
                          <a:solidFill>
                            <a:schemeClr val="tx1"/>
                          </a:solidFill>
                        </a:rPr>
                        <a:t> </a:t>
                      </a:r>
                      <a:r>
                        <a:rPr lang="ko-KR" altLang="en-US" sz="700" b="0" dirty="0" err="1">
                          <a:solidFill>
                            <a:schemeClr val="tx1"/>
                          </a:solidFill>
                        </a:rPr>
                        <a:t>신청사유</a:t>
                      </a:r>
                      <a:r>
                        <a:rPr lang="ko-KR" altLang="en-US" sz="700" b="0" dirty="0">
                          <a:solidFill>
                            <a:schemeClr val="tx1"/>
                          </a:solidFill>
                        </a:rPr>
                        <a:t>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700" b="0" dirty="0">
                          <a:solidFill>
                            <a:schemeClr val="tx1"/>
                          </a:solidFill>
                        </a:rPr>
                        <a:t>승인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142875">
                <a:tc>
                  <a:txBody>
                    <a:bodyPr/>
                    <a:lstStyle/>
                    <a:p>
                      <a:pPr algn="ctr" latinLnBrk="1"/>
                      <a:r>
                        <a:rPr lang="ko-KR" altLang="en-US" sz="700" b="0"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700" b="0" dirty="0">
                          <a:solidFill>
                            <a:schemeClr val="tx1"/>
                          </a:solidFill>
                        </a:rPr>
                        <a:t>4</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rPr>
                        <a:t>2024-01-03 12:11</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700" b="0" dirty="0">
                          <a:solidFill>
                            <a:schemeClr val="tx1"/>
                          </a:solidFill>
                        </a:rPr>
                        <a:t>나이키 운동화</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700" b="0" dirty="0">
                          <a:solidFill>
                            <a:schemeClr val="tx1"/>
                          </a:solidFill>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700" b="0" dirty="0">
                          <a:solidFill>
                            <a:schemeClr val="tx1"/>
                          </a:solidFill>
                        </a:rPr>
                        <a:t>신청사유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700" b="0" dirty="0" err="1">
                          <a:solidFill>
                            <a:schemeClr val="tx1"/>
                          </a:solidFill>
                        </a:rPr>
                        <a:t>승인거절</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algn="ctr" latinLnBrk="1"/>
                      <a:r>
                        <a:rPr lang="ko-KR" altLang="en-US" sz="700" b="0"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700" b="0">
                          <a:solidFill>
                            <a:schemeClr val="tx1"/>
                          </a:solidFill>
                        </a:rPr>
                        <a:t>3</a:t>
                      </a:r>
                      <a:endParaRPr lang="ko-KR" altLang="en-US" sz="700" b="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rPr>
                        <a:t>2024-01-03 12:11</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700" b="0" dirty="0">
                          <a:solidFill>
                            <a:schemeClr val="tx1"/>
                          </a:solidFill>
                        </a:rPr>
                        <a:t>나이키 운동화</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700" b="0" dirty="0" err="1">
                          <a:solidFill>
                            <a:schemeClr val="tx1"/>
                          </a:solidFill>
                        </a:rPr>
                        <a:t>성춘향</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700" b="0" dirty="0">
                          <a:solidFill>
                            <a:schemeClr val="tx1"/>
                          </a:solidFill>
                        </a:rPr>
                        <a:t>신청사유 </a:t>
                      </a:r>
                      <a:r>
                        <a:rPr lang="ko-KR" altLang="en-US" sz="700" b="0" dirty="0" err="1">
                          <a:solidFill>
                            <a:schemeClr val="tx1"/>
                          </a:solidFill>
                        </a:rPr>
                        <a:t>신청사유</a:t>
                      </a:r>
                      <a:r>
                        <a:rPr lang="ko-KR" altLang="en-US" sz="700" b="0" dirty="0">
                          <a:solidFill>
                            <a:schemeClr val="tx1"/>
                          </a:solidFill>
                        </a:rPr>
                        <a:t> </a:t>
                      </a:r>
                      <a:r>
                        <a:rPr lang="ko-KR" altLang="en-US" sz="700" b="0" dirty="0" err="1">
                          <a:solidFill>
                            <a:schemeClr val="tx1"/>
                          </a:solidFill>
                        </a:rPr>
                        <a:t>신청사유</a:t>
                      </a:r>
                      <a:r>
                        <a:rPr lang="ko-KR" altLang="en-US" sz="700" b="0" dirty="0">
                          <a:solidFill>
                            <a:schemeClr val="tx1"/>
                          </a:solidFill>
                        </a:rPr>
                        <a:t> </a:t>
                      </a:r>
                      <a:r>
                        <a:rPr lang="ko-KR" altLang="en-US" sz="700" b="0" dirty="0" err="1">
                          <a:solidFill>
                            <a:schemeClr val="tx1"/>
                          </a:solidFill>
                        </a:rPr>
                        <a:t>신청사유</a:t>
                      </a:r>
                      <a:r>
                        <a:rPr lang="ko-KR" altLang="en-US" sz="700" b="0" dirty="0">
                          <a:solidFill>
                            <a:schemeClr val="tx1"/>
                          </a:solidFill>
                        </a:rPr>
                        <a:t> </a:t>
                      </a:r>
                      <a:r>
                        <a:rPr lang="ko-KR" altLang="en-US" sz="700" b="0" dirty="0" err="1">
                          <a:solidFill>
                            <a:schemeClr val="tx1"/>
                          </a:solidFill>
                        </a:rPr>
                        <a:t>신청사유</a:t>
                      </a:r>
                      <a:r>
                        <a:rPr lang="ko-KR" altLang="en-US" sz="700" b="0" dirty="0">
                          <a:solidFill>
                            <a:schemeClr val="tx1"/>
                          </a:solidFill>
                        </a:rPr>
                        <a:t> </a:t>
                      </a:r>
                      <a:endParaRPr lang="en-US" altLang="ko-KR" sz="700" b="0" dirty="0">
                        <a:solidFill>
                          <a:schemeClr val="tx1"/>
                        </a:solidFill>
                      </a:endParaRPr>
                    </a:p>
                    <a:p>
                      <a:pPr algn="l" latinLnBrk="1"/>
                      <a:r>
                        <a:rPr lang="ko-KR" altLang="en-US" sz="700" b="0" dirty="0">
                          <a:solidFill>
                            <a:schemeClr val="tx1"/>
                          </a:solidFill>
                        </a:rPr>
                        <a:t>신청사유 </a:t>
                      </a:r>
                      <a:endParaRPr lang="en-US" altLang="ko-KR" sz="700" b="0" dirty="0">
                        <a:solidFill>
                          <a:schemeClr val="tx1"/>
                        </a:solidFill>
                      </a:endParaRPr>
                    </a:p>
                    <a:p>
                      <a:pPr algn="l" latinLnBrk="1"/>
                      <a:r>
                        <a:rPr lang="ko-KR" altLang="en-US" sz="700" b="0" dirty="0">
                          <a:solidFill>
                            <a:schemeClr val="tx1"/>
                          </a:solidFill>
                        </a:rPr>
                        <a:t>신청사유 </a:t>
                      </a:r>
                      <a:r>
                        <a:rPr lang="ko-KR" altLang="en-US" sz="700" b="0" dirty="0" err="1">
                          <a:solidFill>
                            <a:schemeClr val="tx1"/>
                          </a:solidFill>
                        </a:rPr>
                        <a:t>신청사유</a:t>
                      </a:r>
                      <a:r>
                        <a:rPr lang="ko-KR" altLang="en-US" sz="700" b="0" dirty="0">
                          <a:solidFill>
                            <a:schemeClr val="tx1"/>
                          </a:solidFill>
                        </a:rPr>
                        <a:t>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700" b="0" dirty="0">
                          <a:solidFill>
                            <a:schemeClr val="tx1"/>
                          </a:solidFill>
                        </a:rPr>
                        <a:t>승인</a:t>
                      </a:r>
                    </a:p>
                    <a:p>
                      <a:pPr algn="ctr" latinLnBrk="1"/>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4"/>
                  </a:ext>
                </a:extLst>
              </a:tr>
              <a:tr h="0">
                <a:tc>
                  <a:txBody>
                    <a:bodyPr/>
                    <a:lstStyle/>
                    <a:p>
                      <a:pPr algn="ctr" latinLnBrk="1"/>
                      <a:r>
                        <a:rPr lang="ko-KR" altLang="en-US" sz="700" b="0"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700" b="0" dirty="0">
                          <a:solidFill>
                            <a:schemeClr val="tx1"/>
                          </a:solidFill>
                        </a:rPr>
                        <a:t>2</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rPr>
                        <a:t>2024-01-03 12:11</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700" b="0" dirty="0">
                          <a:solidFill>
                            <a:schemeClr val="tx1"/>
                          </a:solidFill>
                        </a:rPr>
                        <a:t>나이키 운동화</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700" b="0" dirty="0" err="1">
                          <a:solidFill>
                            <a:schemeClr val="tx1"/>
                          </a:solidFill>
                        </a:rPr>
                        <a:t>이목룡</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700" b="0" dirty="0">
                          <a:solidFill>
                            <a:schemeClr val="tx1"/>
                          </a:solidFill>
                        </a:rPr>
                        <a:t>신청사유 </a:t>
                      </a:r>
                      <a:r>
                        <a:rPr lang="ko-KR" altLang="en-US" sz="700" b="0" dirty="0" err="1">
                          <a:solidFill>
                            <a:schemeClr val="tx1"/>
                          </a:solidFill>
                        </a:rPr>
                        <a:t>신청사유</a:t>
                      </a:r>
                      <a:r>
                        <a:rPr lang="ko-KR" altLang="en-US" sz="700" b="0" dirty="0">
                          <a:solidFill>
                            <a:schemeClr val="tx1"/>
                          </a:solidFill>
                        </a:rPr>
                        <a:t> </a:t>
                      </a:r>
                      <a:r>
                        <a:rPr lang="ko-KR" altLang="en-US" sz="700" b="0" dirty="0" err="1">
                          <a:solidFill>
                            <a:schemeClr val="tx1"/>
                          </a:solidFill>
                        </a:rPr>
                        <a:t>신청사유</a:t>
                      </a:r>
                      <a:r>
                        <a:rPr lang="ko-KR" altLang="en-US" sz="700" b="0" dirty="0">
                          <a:solidFill>
                            <a:schemeClr val="tx1"/>
                          </a:solidFill>
                        </a:rPr>
                        <a:t>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700" b="0" dirty="0">
                          <a:solidFill>
                            <a:schemeClr val="tx1"/>
                          </a:solidFill>
                        </a:rPr>
                        <a:t>승인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r h="0">
                <a:tc>
                  <a:txBody>
                    <a:bodyPr/>
                    <a:lstStyle/>
                    <a:p>
                      <a:pPr algn="ctr" latinLnBrk="1"/>
                      <a:r>
                        <a:rPr lang="ko-KR" altLang="en-US" sz="700" b="0"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700" b="0" dirty="0">
                          <a:solidFill>
                            <a:schemeClr val="tx1"/>
                          </a:solidFill>
                        </a:rPr>
                        <a:t>1</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rPr>
                        <a:t>2024-01-03 12:11</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700" b="0" dirty="0">
                          <a:solidFill>
                            <a:schemeClr val="tx1"/>
                          </a:solidFill>
                        </a:rPr>
                        <a:t>고추 비료 </a:t>
                      </a:r>
                      <a:r>
                        <a:rPr lang="en-US" altLang="ko-KR" sz="700" b="0" dirty="0">
                          <a:solidFill>
                            <a:schemeClr val="tx1"/>
                          </a:solidFill>
                        </a:rPr>
                        <a:t>DDT 3</a:t>
                      </a:r>
                      <a:r>
                        <a:rPr lang="ko-KR" altLang="en-US" sz="700" b="0" dirty="0">
                          <a:solidFill>
                            <a:schemeClr val="tx1"/>
                          </a:solidFill>
                        </a:rPr>
                        <a:t>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700" b="0" dirty="0">
                          <a:solidFill>
                            <a:schemeClr val="tx1"/>
                          </a:solidFill>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700" b="0" dirty="0">
                          <a:solidFill>
                            <a:schemeClr val="tx1"/>
                          </a:solidFill>
                        </a:rPr>
                        <a:t>신청사유 </a:t>
                      </a:r>
                      <a:r>
                        <a:rPr lang="ko-KR" altLang="en-US" sz="700" b="0" dirty="0" err="1">
                          <a:solidFill>
                            <a:schemeClr val="tx1"/>
                          </a:solidFill>
                        </a:rPr>
                        <a:t>신청사유</a:t>
                      </a:r>
                      <a:r>
                        <a:rPr lang="ko-KR" altLang="en-US" sz="700" b="0" dirty="0">
                          <a:solidFill>
                            <a:schemeClr val="tx1"/>
                          </a:solidFill>
                        </a:rPr>
                        <a:t> </a:t>
                      </a:r>
                      <a:endParaRPr lang="en-US" altLang="ko-KR" sz="700" b="0" dirty="0">
                        <a:solidFill>
                          <a:schemeClr val="tx1"/>
                        </a:solidFill>
                      </a:endParaRPr>
                    </a:p>
                    <a:p>
                      <a:pPr algn="l" latinLnBrk="1"/>
                      <a:r>
                        <a:rPr lang="ko-KR" altLang="en-US" sz="700" b="0" dirty="0">
                          <a:solidFill>
                            <a:schemeClr val="tx1"/>
                          </a:solidFill>
                        </a:rPr>
                        <a:t>신청사유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700" b="0" dirty="0">
                          <a:solidFill>
                            <a:schemeClr val="tx1"/>
                          </a:solidFill>
                        </a:rPr>
                        <a:t>승인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6"/>
                  </a:ext>
                </a:extLst>
              </a:tr>
            </a:tbl>
          </a:graphicData>
        </a:graphic>
      </p:graphicFrame>
      <p:pic>
        <p:nvPicPr>
          <p:cNvPr id="10" name="Picture 2">
            <a:extLst>
              <a:ext uri="{FF2B5EF4-FFF2-40B4-BE49-F238E27FC236}">
                <a16:creationId xmlns:a16="http://schemas.microsoft.com/office/drawing/2014/main" id="{A0D18242-0298-4622-BD41-0429D0B76620}"/>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80378" y="4968354"/>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3" name="TextBox 22">
            <a:extLst>
              <a:ext uri="{FF2B5EF4-FFF2-40B4-BE49-F238E27FC236}">
                <a16:creationId xmlns:a16="http://schemas.microsoft.com/office/drawing/2014/main" id="{388976B7-7665-4EBB-AF8D-7334338CD0F2}"/>
              </a:ext>
            </a:extLst>
          </p:cNvPr>
          <p:cNvSpPr txBox="1"/>
          <p:nvPr/>
        </p:nvSpPr>
        <p:spPr>
          <a:xfrm>
            <a:off x="-1127840" y="2508277"/>
            <a:ext cx="543739" cy="230832"/>
          </a:xfrm>
          <a:prstGeom prst="rect">
            <a:avLst/>
          </a:prstGeom>
          <a:noFill/>
        </p:spPr>
        <p:txBody>
          <a:bodyPr wrap="none" rtlCol="0">
            <a:spAutoFit/>
          </a:bodyPr>
          <a:lstStyle/>
          <a:p>
            <a:r>
              <a:rPr lang="ko-KR" altLang="en-US" sz="900" dirty="0"/>
              <a:t>총</a:t>
            </a:r>
            <a:r>
              <a:rPr lang="en-US" altLang="ko-KR" sz="900" dirty="0"/>
              <a:t>00</a:t>
            </a:r>
            <a:r>
              <a:rPr lang="ko-KR" altLang="en-US" sz="900" dirty="0"/>
              <a:t>건</a:t>
            </a:r>
          </a:p>
        </p:txBody>
      </p:sp>
      <p:grpSp>
        <p:nvGrpSpPr>
          <p:cNvPr id="24" name="그룹 23">
            <a:extLst>
              <a:ext uri="{FF2B5EF4-FFF2-40B4-BE49-F238E27FC236}">
                <a16:creationId xmlns:a16="http://schemas.microsoft.com/office/drawing/2014/main" id="{19B01355-9084-47FC-A77A-7D3F0D0605DD}"/>
              </a:ext>
            </a:extLst>
          </p:cNvPr>
          <p:cNvGrpSpPr/>
          <p:nvPr/>
        </p:nvGrpSpPr>
        <p:grpSpPr>
          <a:xfrm>
            <a:off x="1010704" y="5502569"/>
            <a:ext cx="2185622" cy="292302"/>
            <a:chOff x="1985646" y="5517232"/>
            <a:chExt cx="2185622" cy="292302"/>
          </a:xfrm>
        </p:grpSpPr>
        <p:sp>
          <p:nvSpPr>
            <p:cNvPr id="25" name="직사각형 24">
              <a:extLst>
                <a:ext uri="{FF2B5EF4-FFF2-40B4-BE49-F238E27FC236}">
                  <a16:creationId xmlns:a16="http://schemas.microsoft.com/office/drawing/2014/main" id="{04B00725-DDE8-4133-94ED-FCD0B25BC926}"/>
                </a:ext>
              </a:extLst>
            </p:cNvPr>
            <p:cNvSpPr/>
            <p:nvPr/>
          </p:nvSpPr>
          <p:spPr>
            <a:xfrm>
              <a:off x="3098588" y="5517232"/>
              <a:ext cx="1072680" cy="292302"/>
            </a:xfrm>
            <a:prstGeom prst="rect">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판매승인</a:t>
              </a:r>
              <a:endParaRPr lang="ko-KR" altLang="en-US" sz="1000" dirty="0"/>
            </a:p>
          </p:txBody>
        </p:sp>
        <p:sp>
          <p:nvSpPr>
            <p:cNvPr id="26" name="직사각형 25">
              <a:extLst>
                <a:ext uri="{FF2B5EF4-FFF2-40B4-BE49-F238E27FC236}">
                  <a16:creationId xmlns:a16="http://schemas.microsoft.com/office/drawing/2014/main" id="{463DBC49-8754-44CA-9493-72A1B8145499}"/>
                </a:ext>
              </a:extLst>
            </p:cNvPr>
            <p:cNvSpPr/>
            <p:nvPr/>
          </p:nvSpPr>
          <p:spPr>
            <a:xfrm>
              <a:off x="1985646" y="5517232"/>
              <a:ext cx="1072680" cy="292302"/>
            </a:xfrm>
            <a:prstGeom prst="rect">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t>승인거절</a:t>
              </a:r>
              <a:endParaRPr lang="ko-KR" altLang="en-US" sz="1000" dirty="0"/>
            </a:p>
          </p:txBody>
        </p:sp>
      </p:grpSp>
      <p:sp>
        <p:nvSpPr>
          <p:cNvPr id="27" name="직사각형 26">
            <a:extLst>
              <a:ext uri="{FF2B5EF4-FFF2-40B4-BE49-F238E27FC236}">
                <a16:creationId xmlns:a16="http://schemas.microsoft.com/office/drawing/2014/main" id="{3C36121A-CCE2-4F26-9B1A-AF27EDD98F0C}"/>
              </a:ext>
            </a:extLst>
          </p:cNvPr>
          <p:cNvSpPr/>
          <p:nvPr/>
        </p:nvSpPr>
        <p:spPr>
          <a:xfrm>
            <a:off x="-257345" y="1472963"/>
            <a:ext cx="4538282"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29" name="직사각형 28">
            <a:extLst>
              <a:ext uri="{FF2B5EF4-FFF2-40B4-BE49-F238E27FC236}">
                <a16:creationId xmlns:a16="http://schemas.microsoft.com/office/drawing/2014/main" id="{C5A4ABE0-5F38-4B3B-BAAD-CF573C06D3E9}"/>
              </a:ext>
            </a:extLst>
          </p:cNvPr>
          <p:cNvSpPr/>
          <p:nvPr/>
        </p:nvSpPr>
        <p:spPr>
          <a:xfrm>
            <a:off x="-257345" y="1692724"/>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30" name="직사각형 29">
            <a:extLst>
              <a:ext uri="{FF2B5EF4-FFF2-40B4-BE49-F238E27FC236}">
                <a16:creationId xmlns:a16="http://schemas.microsoft.com/office/drawing/2014/main" id="{3E469A3F-E84C-4854-9237-9B4409BD7625}"/>
              </a:ext>
            </a:extLst>
          </p:cNvPr>
          <p:cNvSpPr/>
          <p:nvPr/>
        </p:nvSpPr>
        <p:spPr>
          <a:xfrm>
            <a:off x="571962" y="1692724"/>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graphicFrame>
        <p:nvGraphicFramePr>
          <p:cNvPr id="31" name="표 63">
            <a:extLst>
              <a:ext uri="{FF2B5EF4-FFF2-40B4-BE49-F238E27FC236}">
                <a16:creationId xmlns:a16="http://schemas.microsoft.com/office/drawing/2014/main" id="{15757376-B3E2-45B5-A4C8-3E1CA04C7E3D}"/>
              </a:ext>
            </a:extLst>
          </p:cNvPr>
          <p:cNvGraphicFramePr>
            <a:graphicFrameLocks noGrp="1"/>
          </p:cNvGraphicFramePr>
          <p:nvPr>
            <p:extLst>
              <p:ext uri="{D42A27DB-BD31-4B8C-83A1-F6EECF244321}">
                <p14:modId xmlns:p14="http://schemas.microsoft.com/office/powerpoint/2010/main" val="1934742877"/>
              </p:ext>
            </p:extLst>
          </p:nvPr>
        </p:nvGraphicFramePr>
        <p:xfrm>
          <a:off x="-1127840" y="1443955"/>
          <a:ext cx="6462710" cy="914400"/>
        </p:xfrm>
        <a:graphic>
          <a:graphicData uri="http://schemas.openxmlformats.org/drawingml/2006/table">
            <a:tbl>
              <a:tblPr firstRow="1" bandRow="1">
                <a:tableStyleId>{5940675A-B579-460E-94D1-54222C63F5DA}</a:tableStyleId>
              </a:tblPr>
              <a:tblGrid>
                <a:gridCol w="763438">
                  <a:extLst>
                    <a:ext uri="{9D8B030D-6E8A-4147-A177-3AD203B41FA5}">
                      <a16:colId xmlns:a16="http://schemas.microsoft.com/office/drawing/2014/main" val="3701388552"/>
                    </a:ext>
                  </a:extLst>
                </a:gridCol>
                <a:gridCol w="5699272">
                  <a:extLst>
                    <a:ext uri="{9D8B030D-6E8A-4147-A177-3AD203B41FA5}">
                      <a16:colId xmlns:a16="http://schemas.microsoft.com/office/drawing/2014/main" val="339215266"/>
                    </a:ext>
                  </a:extLst>
                </a:gridCol>
              </a:tblGrid>
              <a:tr h="0">
                <a:tc>
                  <a:txBody>
                    <a:bodyPr/>
                    <a:lstStyle/>
                    <a:p>
                      <a:pPr latinLnBrk="1"/>
                      <a:r>
                        <a:rPr lang="ko-KR" altLang="en-US" sz="900" dirty="0"/>
                        <a:t>상품명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a:txBody>
                    <a:bodyPr/>
                    <a:lstStyle/>
                    <a:p>
                      <a:pPr latinLnBrk="1"/>
                      <a:r>
                        <a:rPr lang="ko-KR" altLang="en-US" sz="900" dirty="0"/>
                        <a:t>상품분류</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944867"/>
                  </a:ext>
                </a:extLst>
              </a:tr>
              <a:tr h="0">
                <a:tc>
                  <a:txBody>
                    <a:bodyPr/>
                    <a:lstStyle/>
                    <a:p>
                      <a:pPr latinLnBrk="1"/>
                      <a:r>
                        <a:rPr lang="ko-KR" altLang="en-US" sz="900" dirty="0"/>
                        <a:t>신청자</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52891665"/>
                  </a:ext>
                </a:extLst>
              </a:tr>
              <a:tr h="0">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32" name="직사각형 31">
            <a:extLst>
              <a:ext uri="{FF2B5EF4-FFF2-40B4-BE49-F238E27FC236}">
                <a16:creationId xmlns:a16="http://schemas.microsoft.com/office/drawing/2014/main" id="{A7095029-C1FF-4E3F-B258-BD60FB06664A}"/>
              </a:ext>
            </a:extLst>
          </p:cNvPr>
          <p:cNvSpPr/>
          <p:nvPr/>
        </p:nvSpPr>
        <p:spPr>
          <a:xfrm>
            <a:off x="4561485" y="2158406"/>
            <a:ext cx="721249" cy="167391"/>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35" name="직사각형 34">
            <a:extLst>
              <a:ext uri="{FF2B5EF4-FFF2-40B4-BE49-F238E27FC236}">
                <a16:creationId xmlns:a16="http://schemas.microsoft.com/office/drawing/2014/main" id="{83FB9450-576C-470D-AF2D-DB4FC86E4AA2}"/>
              </a:ext>
            </a:extLst>
          </p:cNvPr>
          <p:cNvSpPr/>
          <p:nvPr/>
        </p:nvSpPr>
        <p:spPr>
          <a:xfrm>
            <a:off x="1401269" y="1686788"/>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세분류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36" name="직사각형 35">
            <a:extLst>
              <a:ext uri="{FF2B5EF4-FFF2-40B4-BE49-F238E27FC236}">
                <a16:creationId xmlns:a16="http://schemas.microsoft.com/office/drawing/2014/main" id="{7183BC9C-41C8-4925-A3E9-25B90B8C1803}"/>
              </a:ext>
            </a:extLst>
          </p:cNvPr>
          <p:cNvSpPr/>
          <p:nvPr/>
        </p:nvSpPr>
        <p:spPr>
          <a:xfrm>
            <a:off x="-257345" y="1925915"/>
            <a:ext cx="4538282"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37" name="직사각형 36">
            <a:extLst>
              <a:ext uri="{FF2B5EF4-FFF2-40B4-BE49-F238E27FC236}">
                <a16:creationId xmlns:a16="http://schemas.microsoft.com/office/drawing/2014/main" id="{133A58DB-B920-493D-8591-E29E68D43207}"/>
              </a:ext>
            </a:extLst>
          </p:cNvPr>
          <p:cNvSpPr/>
          <p:nvPr/>
        </p:nvSpPr>
        <p:spPr>
          <a:xfrm>
            <a:off x="-1127840" y="4667848"/>
            <a:ext cx="721249" cy="167391"/>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전체선택</a:t>
            </a:r>
            <a:endParaRPr lang="en-US" altLang="ko-KR" sz="700" dirty="0">
              <a:solidFill>
                <a:schemeClr val="bg1"/>
              </a:solidFill>
            </a:endParaRPr>
          </a:p>
        </p:txBody>
      </p:sp>
      <p:sp>
        <p:nvSpPr>
          <p:cNvPr id="38" name="타원 37">
            <a:extLst>
              <a:ext uri="{FF2B5EF4-FFF2-40B4-BE49-F238E27FC236}">
                <a16:creationId xmlns:a16="http://schemas.microsoft.com/office/drawing/2014/main" id="{B5D1D4B0-A659-45A8-8DE3-73D1DD941198}"/>
              </a:ext>
            </a:extLst>
          </p:cNvPr>
          <p:cNvSpPr/>
          <p:nvPr/>
        </p:nvSpPr>
        <p:spPr>
          <a:xfrm>
            <a:off x="6160885" y="1675307"/>
            <a:ext cx="1051369" cy="397681"/>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9" name="직선 화살표 연결선 38">
            <a:extLst>
              <a:ext uri="{FF2B5EF4-FFF2-40B4-BE49-F238E27FC236}">
                <a16:creationId xmlns:a16="http://schemas.microsoft.com/office/drawing/2014/main" id="{928001A5-5D97-439F-81D1-A74B923E78BD}"/>
              </a:ext>
            </a:extLst>
          </p:cNvPr>
          <p:cNvCxnSpPr>
            <a:cxnSpLocks/>
            <a:stCxn id="38" idx="2"/>
          </p:cNvCxnSpPr>
          <p:nvPr/>
        </p:nvCxnSpPr>
        <p:spPr>
          <a:xfrm flipH="1">
            <a:off x="5413732" y="1874148"/>
            <a:ext cx="747153"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28" name="표 27">
            <a:extLst>
              <a:ext uri="{FF2B5EF4-FFF2-40B4-BE49-F238E27FC236}">
                <a16:creationId xmlns:a16="http://schemas.microsoft.com/office/drawing/2014/main" id="{4CFF7388-2DB0-421F-945C-9E8CD29E0B63}"/>
              </a:ext>
            </a:extLst>
          </p:cNvPr>
          <p:cNvGraphicFramePr>
            <a:graphicFrameLocks noGrp="1"/>
          </p:cNvGraphicFramePr>
          <p:nvPr>
            <p:extLst>
              <p:ext uri="{D42A27DB-BD31-4B8C-83A1-F6EECF244321}">
                <p14:modId xmlns:p14="http://schemas.microsoft.com/office/powerpoint/2010/main" val="1876638024"/>
              </p:ext>
            </p:extLst>
          </p:nvPr>
        </p:nvGraphicFramePr>
        <p:xfrm>
          <a:off x="10171774" y="22159"/>
          <a:ext cx="1979018" cy="23632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RF-02-05-01-4</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상품관리 </a:t>
                      </a:r>
                      <a:r>
                        <a:rPr lang="en-US" altLang="ko-KR" sz="800" dirty="0"/>
                        <a:t>&gt; </a:t>
                      </a:r>
                      <a:r>
                        <a:rPr lang="ko-KR" altLang="en-US" sz="800" dirty="0"/>
                        <a:t>자사상품관리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자사 상품 목록 </a:t>
                      </a:r>
                      <a:r>
                        <a:rPr lang="en-US" altLang="ko-KR" sz="800" dirty="0"/>
                        <a:t>&gt; </a:t>
                      </a:r>
                      <a:r>
                        <a:rPr lang="ko-KR" altLang="en-US" sz="800" dirty="0"/>
                        <a:t>판매 요청 목록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자사 상품 중 부분공개를 허용한 상품을 판매요청을 한 목록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판매 요청 목록 중 선택한 판매 요청을 거절하는 버튼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판매 요청 목록 중 선택한 판매 요청을 승인하는 버튼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bl>
          </a:graphicData>
        </a:graphic>
      </p:graphicFrame>
      <p:sp>
        <p:nvSpPr>
          <p:cNvPr id="34" name="TextBox 33">
            <a:extLst>
              <a:ext uri="{FF2B5EF4-FFF2-40B4-BE49-F238E27FC236}">
                <a16:creationId xmlns:a16="http://schemas.microsoft.com/office/drawing/2014/main" id="{5835987C-12E9-4B0D-8601-430C385CB1DF}"/>
              </a:ext>
            </a:extLst>
          </p:cNvPr>
          <p:cNvSpPr txBox="1"/>
          <p:nvPr/>
        </p:nvSpPr>
        <p:spPr>
          <a:xfrm>
            <a:off x="1831392" y="5383176"/>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40" name="TextBox 39">
            <a:extLst>
              <a:ext uri="{FF2B5EF4-FFF2-40B4-BE49-F238E27FC236}">
                <a16:creationId xmlns:a16="http://schemas.microsoft.com/office/drawing/2014/main" id="{5835987C-12E9-4B0D-8601-430C385CB1DF}"/>
              </a:ext>
            </a:extLst>
          </p:cNvPr>
          <p:cNvSpPr txBox="1"/>
          <p:nvPr/>
        </p:nvSpPr>
        <p:spPr>
          <a:xfrm>
            <a:off x="2984596" y="5383126"/>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3746295748"/>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726E44F5-F914-4086-B510-7F03EFD955AD}"/>
              </a:ext>
            </a:extLst>
          </p:cNvPr>
          <p:cNvSpPr/>
          <p:nvPr/>
        </p:nvSpPr>
        <p:spPr>
          <a:xfrm>
            <a:off x="-1614423" y="939552"/>
            <a:ext cx="7105934" cy="4701706"/>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3" name="직사각형 2">
            <a:extLst>
              <a:ext uri="{FF2B5EF4-FFF2-40B4-BE49-F238E27FC236}">
                <a16:creationId xmlns:a16="http://schemas.microsoft.com/office/drawing/2014/main" id="{74D2E932-D0B8-48E7-89A5-641A217CC4A2}"/>
              </a:ext>
            </a:extLst>
          </p:cNvPr>
          <p:cNvSpPr/>
          <p:nvPr/>
        </p:nvSpPr>
        <p:spPr>
          <a:xfrm>
            <a:off x="-1456780" y="1107133"/>
            <a:ext cx="1832553" cy="333617"/>
          </a:xfrm>
          <a:prstGeom prst="rect">
            <a:avLst/>
          </a:prstGeom>
        </p:spPr>
        <p:txBody>
          <a:bodyPr wrap="none">
            <a:spAutoFit/>
          </a:bodyPr>
          <a:lstStyle/>
          <a:p>
            <a:pPr>
              <a:lnSpc>
                <a:spcPct val="150000"/>
              </a:lnSpc>
            </a:pPr>
            <a:r>
              <a:rPr lang="ko-KR" altLang="en-US" sz="1200" b="1" dirty="0"/>
              <a:t>■ 상품게시한 채널목록</a:t>
            </a:r>
          </a:p>
        </p:txBody>
      </p:sp>
      <p:grpSp>
        <p:nvGrpSpPr>
          <p:cNvPr id="4" name="Image">
            <a:extLst>
              <a:ext uri="{FF2B5EF4-FFF2-40B4-BE49-F238E27FC236}">
                <a16:creationId xmlns:a16="http://schemas.microsoft.com/office/drawing/2014/main" id="{D3411989-E6D3-4330-8917-8B9503E60392}"/>
              </a:ext>
            </a:extLst>
          </p:cNvPr>
          <p:cNvGrpSpPr>
            <a:grpSpLocks/>
          </p:cNvGrpSpPr>
          <p:nvPr/>
        </p:nvGrpSpPr>
        <p:grpSpPr bwMode="auto">
          <a:xfrm>
            <a:off x="5022282" y="1107133"/>
            <a:ext cx="263570" cy="250457"/>
            <a:chOff x="508000" y="1397000"/>
            <a:chExt cx="1008112" cy="1008112"/>
          </a:xfrm>
        </p:grpSpPr>
        <p:sp>
          <p:nvSpPr>
            <p:cNvPr id="5" name="Border">
              <a:extLst>
                <a:ext uri="{FF2B5EF4-FFF2-40B4-BE49-F238E27FC236}">
                  <a16:creationId xmlns:a16="http://schemas.microsoft.com/office/drawing/2014/main" id="{AAD66077-1AC2-4470-B094-435341101098}"/>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 name="Line 2">
              <a:extLst>
                <a:ext uri="{FF2B5EF4-FFF2-40B4-BE49-F238E27FC236}">
                  <a16:creationId xmlns:a16="http://schemas.microsoft.com/office/drawing/2014/main" id="{51CA2D42-9204-4AAA-97E3-F849BC212B69}"/>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 name="Line 1">
              <a:extLst>
                <a:ext uri="{FF2B5EF4-FFF2-40B4-BE49-F238E27FC236}">
                  <a16:creationId xmlns:a16="http://schemas.microsoft.com/office/drawing/2014/main" id="{634FB224-4F7C-4126-AF8D-B7695C100A01}"/>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pic>
        <p:nvPicPr>
          <p:cNvPr id="10" name="Picture 2">
            <a:extLst>
              <a:ext uri="{FF2B5EF4-FFF2-40B4-BE49-F238E27FC236}">
                <a16:creationId xmlns:a16="http://schemas.microsoft.com/office/drawing/2014/main" id="{A0D18242-0298-4622-BD41-0429D0B76620}"/>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28121" y="4759084"/>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8" name="타원 37">
            <a:extLst>
              <a:ext uri="{FF2B5EF4-FFF2-40B4-BE49-F238E27FC236}">
                <a16:creationId xmlns:a16="http://schemas.microsoft.com/office/drawing/2014/main" id="{B5D1D4B0-A659-45A8-8DE3-73D1DD941198}"/>
              </a:ext>
            </a:extLst>
          </p:cNvPr>
          <p:cNvSpPr/>
          <p:nvPr/>
        </p:nvSpPr>
        <p:spPr>
          <a:xfrm>
            <a:off x="5666228" y="1686575"/>
            <a:ext cx="424853" cy="397681"/>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9" name="직선 화살표 연결선 38">
            <a:extLst>
              <a:ext uri="{FF2B5EF4-FFF2-40B4-BE49-F238E27FC236}">
                <a16:creationId xmlns:a16="http://schemas.microsoft.com/office/drawing/2014/main" id="{928001A5-5D97-439F-81D1-A74B923E78BD}"/>
              </a:ext>
            </a:extLst>
          </p:cNvPr>
          <p:cNvCxnSpPr>
            <a:cxnSpLocks/>
            <a:stCxn id="38" idx="2"/>
          </p:cNvCxnSpPr>
          <p:nvPr/>
        </p:nvCxnSpPr>
        <p:spPr>
          <a:xfrm flipH="1">
            <a:off x="5316794" y="1885416"/>
            <a:ext cx="349434"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28" name="표 27">
            <a:extLst>
              <a:ext uri="{FF2B5EF4-FFF2-40B4-BE49-F238E27FC236}">
                <a16:creationId xmlns:a16="http://schemas.microsoft.com/office/drawing/2014/main" id="{4CFF7388-2DB0-421F-945C-9E8CD29E0B63}"/>
              </a:ext>
            </a:extLst>
          </p:cNvPr>
          <p:cNvGraphicFramePr>
            <a:graphicFrameLocks noGrp="1"/>
          </p:cNvGraphicFramePr>
          <p:nvPr>
            <p:extLst>
              <p:ext uri="{D42A27DB-BD31-4B8C-83A1-F6EECF244321}">
                <p14:modId xmlns:p14="http://schemas.microsoft.com/office/powerpoint/2010/main" val="102798776"/>
              </p:ext>
            </p:extLst>
          </p:nvPr>
        </p:nvGraphicFramePr>
        <p:xfrm>
          <a:off x="10171774" y="22159"/>
          <a:ext cx="1979018" cy="157075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RF-02-05-01-5</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marL="0" indent="0" algn="l" latinLnBrk="1">
                        <a:buFontTx/>
                        <a:buNone/>
                      </a:pPr>
                      <a:r>
                        <a:rPr lang="ko-KR" altLang="en-US" sz="800" dirty="0"/>
                        <a:t>상품관리 </a:t>
                      </a:r>
                      <a:r>
                        <a:rPr lang="en-US" altLang="ko-KR" sz="800" dirty="0"/>
                        <a:t>&gt; </a:t>
                      </a:r>
                      <a:r>
                        <a:rPr lang="ko-KR" altLang="en-US" sz="800" dirty="0"/>
                        <a:t>자사상품관리</a:t>
                      </a:r>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자사 상품 목록 </a:t>
                      </a:r>
                      <a:r>
                        <a:rPr lang="en-US" altLang="ko-KR" sz="800" dirty="0"/>
                        <a:t>&gt; </a:t>
                      </a:r>
                      <a:r>
                        <a:rPr lang="ko-KR" altLang="en-US" sz="800" dirty="0"/>
                        <a:t>게시 채널</a:t>
                      </a:r>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algn="l" latinLnBrk="1"/>
                      <a:r>
                        <a:rPr lang="ko-KR" altLang="en-US" sz="800" dirty="0"/>
                        <a:t>상품을 게시한 채널의 목록</a:t>
                      </a:r>
                      <a:r>
                        <a:rPr lang="ko-KR" altLang="en-US" sz="800" baseline="0" dirty="0"/>
                        <a:t> 화면</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bl>
          </a:graphicData>
        </a:graphic>
      </p:graphicFrame>
      <p:graphicFrame>
        <p:nvGraphicFramePr>
          <p:cNvPr id="33" name="표 32">
            <a:extLst>
              <a:ext uri="{FF2B5EF4-FFF2-40B4-BE49-F238E27FC236}">
                <a16:creationId xmlns:a16="http://schemas.microsoft.com/office/drawing/2014/main" id="{987D1348-F563-464D-8D51-C55D4F0A2BAA}"/>
              </a:ext>
            </a:extLst>
          </p:cNvPr>
          <p:cNvGraphicFramePr>
            <a:graphicFrameLocks noGrp="1"/>
          </p:cNvGraphicFramePr>
          <p:nvPr>
            <p:extLst>
              <p:ext uri="{D42A27DB-BD31-4B8C-83A1-F6EECF244321}">
                <p14:modId xmlns:p14="http://schemas.microsoft.com/office/powerpoint/2010/main" val="365156087"/>
              </p:ext>
            </p:extLst>
          </p:nvPr>
        </p:nvGraphicFramePr>
        <p:xfrm>
          <a:off x="-1272662" y="2849928"/>
          <a:ext cx="6488101" cy="1569720"/>
        </p:xfrm>
        <a:graphic>
          <a:graphicData uri="http://schemas.openxmlformats.org/drawingml/2006/table">
            <a:tbl>
              <a:tblPr firstRow="1" bandRow="1">
                <a:tableStyleId>{5C22544A-7EE6-4342-B048-85BDC9FD1C3A}</a:tableStyleId>
              </a:tblPr>
              <a:tblGrid>
                <a:gridCol w="603494">
                  <a:extLst>
                    <a:ext uri="{9D8B030D-6E8A-4147-A177-3AD203B41FA5}">
                      <a16:colId xmlns:a16="http://schemas.microsoft.com/office/drawing/2014/main" val="20000"/>
                    </a:ext>
                  </a:extLst>
                </a:gridCol>
                <a:gridCol w="612058">
                  <a:extLst>
                    <a:ext uri="{9D8B030D-6E8A-4147-A177-3AD203B41FA5}">
                      <a16:colId xmlns:a16="http://schemas.microsoft.com/office/drawing/2014/main" val="20001"/>
                    </a:ext>
                  </a:extLst>
                </a:gridCol>
                <a:gridCol w="2389239">
                  <a:extLst>
                    <a:ext uri="{9D8B030D-6E8A-4147-A177-3AD203B41FA5}">
                      <a16:colId xmlns:a16="http://schemas.microsoft.com/office/drawing/2014/main" val="20003"/>
                    </a:ext>
                  </a:extLst>
                </a:gridCol>
                <a:gridCol w="980768">
                  <a:extLst>
                    <a:ext uri="{9D8B030D-6E8A-4147-A177-3AD203B41FA5}">
                      <a16:colId xmlns:a16="http://schemas.microsoft.com/office/drawing/2014/main" val="20005"/>
                    </a:ext>
                  </a:extLst>
                </a:gridCol>
                <a:gridCol w="449826">
                  <a:extLst>
                    <a:ext uri="{9D8B030D-6E8A-4147-A177-3AD203B41FA5}">
                      <a16:colId xmlns:a16="http://schemas.microsoft.com/office/drawing/2014/main" val="20006"/>
                    </a:ext>
                  </a:extLst>
                </a:gridCol>
                <a:gridCol w="564901">
                  <a:extLst>
                    <a:ext uri="{9D8B030D-6E8A-4147-A177-3AD203B41FA5}">
                      <a16:colId xmlns:a16="http://schemas.microsoft.com/office/drawing/2014/main" val="2881466530"/>
                    </a:ext>
                  </a:extLst>
                </a:gridCol>
                <a:gridCol w="887815">
                  <a:extLst>
                    <a:ext uri="{9D8B030D-6E8A-4147-A177-3AD203B41FA5}">
                      <a16:colId xmlns:a16="http://schemas.microsoft.com/office/drawing/2014/main" val="20009"/>
                    </a:ext>
                  </a:extLst>
                </a:gridCol>
              </a:tblGrid>
              <a:tr h="0">
                <a:tc>
                  <a:txBody>
                    <a:bodyPr/>
                    <a:lstStyle/>
                    <a:p>
                      <a:pPr algn="ctr" latinLnBrk="1"/>
                      <a:r>
                        <a:rPr lang="ko-KR" altLang="en-US" sz="700" b="0" dirty="0">
                          <a:solidFill>
                            <a:schemeClr val="tx1"/>
                          </a:solidFill>
                        </a:rPr>
                        <a:t>채널코드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채널상태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err="1">
                          <a:solidFill>
                            <a:schemeClr val="tx1"/>
                          </a:solidFill>
                        </a:rPr>
                        <a:t>채널명</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채널범위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err="1">
                          <a:solidFill>
                            <a:schemeClr val="tx1"/>
                          </a:solidFill>
                        </a:rPr>
                        <a:t>상품수</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700" b="0" dirty="0">
                          <a:solidFill>
                            <a:schemeClr val="tx1"/>
                          </a:solidFill>
                        </a:rPr>
                        <a:t>QR </a:t>
                      </a:r>
                      <a:r>
                        <a:rPr lang="ko-KR" altLang="en-US" sz="700" b="0" dirty="0">
                          <a:solidFill>
                            <a:schemeClr val="tx1"/>
                          </a:solidFill>
                        </a:rPr>
                        <a:t>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단축주소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a20392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운영</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err="1">
                          <a:solidFill>
                            <a:schemeClr val="tx1"/>
                          </a:solidFill>
                        </a:rPr>
                        <a:t>채널명</a:t>
                      </a:r>
                      <a:r>
                        <a:rPr lang="ko-KR" altLang="en-US" sz="800" b="0" dirty="0">
                          <a:solidFill>
                            <a:schemeClr val="tx1"/>
                          </a:solidFill>
                        </a:rPr>
                        <a:t> </a:t>
                      </a:r>
                      <a:r>
                        <a:rPr lang="en-US" altLang="ko-KR" sz="800" b="0" dirty="0">
                          <a:solidFill>
                            <a:schemeClr val="tx1"/>
                          </a:solidFill>
                        </a:rPr>
                        <a:t>123</a:t>
                      </a:r>
                    </a:p>
                    <a:p>
                      <a:pPr algn="l" latinLnBrk="1"/>
                      <a:endParaRPr lang="en-US" altLang="ko-KR" sz="800" b="0" dirty="0">
                        <a:solidFill>
                          <a:schemeClr val="tx1"/>
                        </a:solidFill>
                      </a:endParaRPr>
                    </a:p>
                    <a:p>
                      <a:pPr algn="l"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공개</a:t>
                      </a:r>
                      <a:r>
                        <a:rPr lang="en-US" altLang="ko-KR" sz="800" b="0" dirty="0">
                          <a:solidFill>
                            <a:schemeClr val="tx1"/>
                          </a:solidFill>
                        </a:rPr>
                        <a:t>, </a:t>
                      </a:r>
                      <a:r>
                        <a:rPr lang="ko-KR" altLang="en-US" sz="800" b="0" dirty="0" err="1">
                          <a:solidFill>
                            <a:schemeClr val="tx1"/>
                          </a:solidFill>
                        </a:rPr>
                        <a:t>회원용</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03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en-US" altLang="ko-KR" sz="800" b="0" dirty="0">
                          <a:solidFill>
                            <a:schemeClr val="tx1"/>
                          </a:solidFill>
                        </a:rPr>
                        <a:t>//qcc112.ko</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a20321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비공개 </a:t>
                      </a:r>
                      <a:r>
                        <a:rPr lang="ko-KR" altLang="en-US" sz="800" b="0" dirty="0" err="1">
                          <a:solidFill>
                            <a:schemeClr val="tx1"/>
                          </a:solidFill>
                        </a:rPr>
                        <a:t>채널명</a:t>
                      </a:r>
                      <a:r>
                        <a:rPr lang="ko-KR" altLang="en-US" sz="800" b="0" dirty="0">
                          <a:solidFill>
                            <a:schemeClr val="tx1"/>
                          </a:solidFill>
                        </a:rPr>
                        <a:t> </a:t>
                      </a:r>
                      <a:r>
                        <a:rPr lang="en-US" altLang="ko-KR" sz="800" b="0" dirty="0">
                          <a:solidFill>
                            <a:schemeClr val="tx1"/>
                          </a:solidFill>
                        </a:rPr>
                        <a:t>3332221</a:t>
                      </a:r>
                    </a:p>
                    <a:p>
                      <a:pPr algn="l" latinLnBrk="1"/>
                      <a:endParaRPr lang="en-US" altLang="ko-KR" sz="800" b="0" dirty="0">
                        <a:solidFill>
                          <a:schemeClr val="tx1"/>
                        </a:solidFill>
                      </a:endParaRPr>
                    </a:p>
                    <a:p>
                      <a:pPr algn="l"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비공개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//qcc211.ko</a:t>
                      </a:r>
                      <a:endParaRPr lang="ko-KR" altLang="en-US" sz="800" b="0" dirty="0">
                        <a:solidFill>
                          <a:schemeClr val="tx1"/>
                        </a:solidFill>
                      </a:endParaRPr>
                    </a:p>
                    <a:p>
                      <a:pPr algn="l"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a20320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운영</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일반용 </a:t>
                      </a:r>
                      <a:r>
                        <a:rPr lang="ko-KR" altLang="en-US" sz="800" b="0" dirty="0" err="1">
                          <a:solidFill>
                            <a:schemeClr val="tx1"/>
                          </a:solidFill>
                        </a:rPr>
                        <a:t>채널명</a:t>
                      </a:r>
                      <a:r>
                        <a:rPr lang="ko-KR" altLang="en-US" sz="800" b="0" dirty="0">
                          <a:solidFill>
                            <a:schemeClr val="tx1"/>
                          </a:solidFill>
                        </a:rPr>
                        <a:t> </a:t>
                      </a:r>
                      <a:r>
                        <a:rPr lang="ko-KR" altLang="en-US" sz="800" b="0" dirty="0" err="1">
                          <a:solidFill>
                            <a:schemeClr val="tx1"/>
                          </a:solidFill>
                        </a:rPr>
                        <a:t>가나다라마바사</a:t>
                      </a:r>
                      <a:endParaRPr lang="en-US" altLang="ko-KR" sz="800" b="0" dirty="0">
                        <a:solidFill>
                          <a:schemeClr val="tx1"/>
                        </a:solidFill>
                      </a:endParaRPr>
                    </a:p>
                    <a:p>
                      <a:pPr algn="l" latinLnBrk="1"/>
                      <a:endParaRPr lang="en-US" altLang="ko-KR" sz="800" b="0" dirty="0">
                        <a:solidFill>
                          <a:schemeClr val="tx1"/>
                        </a:solidFill>
                      </a:endParaRPr>
                    </a:p>
                    <a:p>
                      <a:pPr algn="l" latinLnBrk="1"/>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공개</a:t>
                      </a:r>
                      <a:r>
                        <a:rPr lang="en-US" altLang="ko-KR" sz="800" b="0" dirty="0">
                          <a:solidFill>
                            <a:schemeClr val="tx1"/>
                          </a:solidFill>
                        </a:rPr>
                        <a:t>, </a:t>
                      </a:r>
                      <a:r>
                        <a:rPr lang="ko-KR" altLang="en-US" sz="800" b="0" dirty="0">
                          <a:solidFill>
                            <a:schemeClr val="tx1"/>
                          </a:solidFill>
                        </a:rPr>
                        <a:t>일반용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//qcc344.ko</a:t>
                      </a:r>
                      <a:endParaRPr lang="ko-KR" altLang="en-US" sz="800" b="0" dirty="0">
                        <a:solidFill>
                          <a:schemeClr val="tx1"/>
                        </a:solidFill>
                      </a:endParaRPr>
                    </a:p>
                    <a:p>
                      <a:pPr algn="l"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34" name="TextBox 33">
            <a:extLst>
              <a:ext uri="{FF2B5EF4-FFF2-40B4-BE49-F238E27FC236}">
                <a16:creationId xmlns:a16="http://schemas.microsoft.com/office/drawing/2014/main" id="{ACFF7AD0-AABC-4E84-8A7B-56433C956607}"/>
              </a:ext>
            </a:extLst>
          </p:cNvPr>
          <p:cNvSpPr txBox="1"/>
          <p:nvPr/>
        </p:nvSpPr>
        <p:spPr>
          <a:xfrm>
            <a:off x="-1272662" y="2613775"/>
            <a:ext cx="761547" cy="215444"/>
          </a:xfrm>
          <a:prstGeom prst="rect">
            <a:avLst/>
          </a:prstGeom>
          <a:noFill/>
        </p:spPr>
        <p:txBody>
          <a:bodyPr wrap="square" rtlCol="0">
            <a:spAutoFit/>
          </a:bodyPr>
          <a:lstStyle/>
          <a:p>
            <a:r>
              <a:rPr lang="ko-KR" altLang="en-US" sz="800"/>
              <a:t>총 </a:t>
            </a:r>
            <a:r>
              <a:rPr lang="en-US" altLang="ko-KR" sz="800" dirty="0"/>
              <a:t>00</a:t>
            </a:r>
            <a:r>
              <a:rPr lang="ko-KR" altLang="en-US" sz="800" dirty="0"/>
              <a:t>건</a:t>
            </a:r>
          </a:p>
        </p:txBody>
      </p:sp>
      <p:pic>
        <p:nvPicPr>
          <p:cNvPr id="43" name="그림 42">
            <a:extLst>
              <a:ext uri="{FF2B5EF4-FFF2-40B4-BE49-F238E27FC236}">
                <a16:creationId xmlns:a16="http://schemas.microsoft.com/office/drawing/2014/main" id="{BE3FBD72-5BF3-4C56-952F-61C99DBEFE7E}"/>
              </a:ext>
            </a:extLst>
          </p:cNvPr>
          <p:cNvPicPr>
            <a:picLocks noChangeAspect="1"/>
          </p:cNvPicPr>
          <p:nvPr/>
        </p:nvPicPr>
        <p:blipFill>
          <a:blip r:embed="rId3"/>
          <a:stretch>
            <a:fillRect/>
          </a:stretch>
        </p:blipFill>
        <p:spPr>
          <a:xfrm>
            <a:off x="3874493" y="3116171"/>
            <a:ext cx="341530" cy="341530"/>
          </a:xfrm>
          <a:prstGeom prst="rect">
            <a:avLst/>
          </a:prstGeom>
        </p:spPr>
      </p:pic>
      <p:pic>
        <p:nvPicPr>
          <p:cNvPr id="44" name="그림 43">
            <a:extLst>
              <a:ext uri="{FF2B5EF4-FFF2-40B4-BE49-F238E27FC236}">
                <a16:creationId xmlns:a16="http://schemas.microsoft.com/office/drawing/2014/main" id="{0C653FBA-3970-46EA-A645-607F60F726A2}"/>
              </a:ext>
            </a:extLst>
          </p:cNvPr>
          <p:cNvPicPr>
            <a:picLocks noChangeAspect="1"/>
          </p:cNvPicPr>
          <p:nvPr/>
        </p:nvPicPr>
        <p:blipFill>
          <a:blip r:embed="rId3"/>
          <a:stretch>
            <a:fillRect/>
          </a:stretch>
        </p:blipFill>
        <p:spPr>
          <a:xfrm>
            <a:off x="3870593" y="3553179"/>
            <a:ext cx="341530" cy="341530"/>
          </a:xfrm>
          <a:prstGeom prst="rect">
            <a:avLst/>
          </a:prstGeom>
        </p:spPr>
      </p:pic>
      <p:pic>
        <p:nvPicPr>
          <p:cNvPr id="45" name="그림 44">
            <a:extLst>
              <a:ext uri="{FF2B5EF4-FFF2-40B4-BE49-F238E27FC236}">
                <a16:creationId xmlns:a16="http://schemas.microsoft.com/office/drawing/2014/main" id="{1F016A7C-E7A1-48BE-90AB-3A0C67AB80A1}"/>
              </a:ext>
            </a:extLst>
          </p:cNvPr>
          <p:cNvPicPr>
            <a:picLocks noChangeAspect="1"/>
          </p:cNvPicPr>
          <p:nvPr/>
        </p:nvPicPr>
        <p:blipFill>
          <a:blip r:embed="rId3"/>
          <a:stretch>
            <a:fillRect/>
          </a:stretch>
        </p:blipFill>
        <p:spPr>
          <a:xfrm>
            <a:off x="3870593" y="4027057"/>
            <a:ext cx="341530" cy="341530"/>
          </a:xfrm>
          <a:prstGeom prst="rect">
            <a:avLst/>
          </a:prstGeom>
        </p:spPr>
      </p:pic>
      <p:sp>
        <p:nvSpPr>
          <p:cNvPr id="52" name="모서리가 둥근 직사각형 37">
            <a:extLst>
              <a:ext uri="{FF2B5EF4-FFF2-40B4-BE49-F238E27FC236}">
                <a16:creationId xmlns:a16="http://schemas.microsoft.com/office/drawing/2014/main" id="{9B23D33E-2CA4-4733-9547-118D2E11E7C2}"/>
              </a:ext>
            </a:extLst>
          </p:cNvPr>
          <p:cNvSpPr/>
          <p:nvPr/>
        </p:nvSpPr>
        <p:spPr>
          <a:xfrm>
            <a:off x="-9242" y="3304697"/>
            <a:ext cx="1013114" cy="153004"/>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t>#</a:t>
            </a:r>
            <a:r>
              <a:rPr lang="ko-KR" altLang="en-US" sz="800" dirty="0"/>
              <a:t>그룹 키워드 </a:t>
            </a:r>
            <a:r>
              <a:rPr lang="en-US" altLang="ko-KR" sz="800" dirty="0"/>
              <a:t>#1</a:t>
            </a:r>
            <a:endParaRPr lang="ko-KR" altLang="en-US" sz="800" dirty="0"/>
          </a:p>
        </p:txBody>
      </p:sp>
      <p:sp>
        <p:nvSpPr>
          <p:cNvPr id="53" name="모서리가 둥근 직사각형 38">
            <a:extLst>
              <a:ext uri="{FF2B5EF4-FFF2-40B4-BE49-F238E27FC236}">
                <a16:creationId xmlns:a16="http://schemas.microsoft.com/office/drawing/2014/main" id="{00360CE5-DED6-451E-9B17-9F5EA0459816}"/>
              </a:ext>
            </a:extLst>
          </p:cNvPr>
          <p:cNvSpPr/>
          <p:nvPr/>
        </p:nvSpPr>
        <p:spPr>
          <a:xfrm>
            <a:off x="1098373" y="3304697"/>
            <a:ext cx="835549" cy="153004"/>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t>#</a:t>
            </a:r>
            <a:r>
              <a:rPr lang="ko-KR" altLang="en-US" sz="800" dirty="0"/>
              <a:t>키워드 </a:t>
            </a:r>
            <a:r>
              <a:rPr lang="en-US" altLang="ko-KR" sz="800" dirty="0"/>
              <a:t>#2</a:t>
            </a:r>
            <a:endParaRPr lang="ko-KR" altLang="en-US" sz="800" dirty="0"/>
          </a:p>
        </p:txBody>
      </p:sp>
      <p:sp>
        <p:nvSpPr>
          <p:cNvPr id="54" name="모서리가 둥근 직사각형 37">
            <a:extLst>
              <a:ext uri="{FF2B5EF4-FFF2-40B4-BE49-F238E27FC236}">
                <a16:creationId xmlns:a16="http://schemas.microsoft.com/office/drawing/2014/main" id="{F9B2A394-27FB-4559-9635-679326B8DB28}"/>
              </a:ext>
            </a:extLst>
          </p:cNvPr>
          <p:cNvSpPr/>
          <p:nvPr/>
        </p:nvSpPr>
        <p:spPr>
          <a:xfrm>
            <a:off x="-9242" y="3751495"/>
            <a:ext cx="1013114" cy="153004"/>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t>#</a:t>
            </a:r>
            <a:r>
              <a:rPr lang="ko-KR" altLang="en-US" sz="800" dirty="0"/>
              <a:t>그룹 키워드 </a:t>
            </a:r>
            <a:r>
              <a:rPr lang="en-US" altLang="ko-KR" sz="800" dirty="0"/>
              <a:t>#1</a:t>
            </a:r>
            <a:endParaRPr lang="ko-KR" altLang="en-US" sz="800" dirty="0"/>
          </a:p>
        </p:txBody>
      </p:sp>
      <p:sp>
        <p:nvSpPr>
          <p:cNvPr id="55" name="모서리가 둥근 직사각형 37">
            <a:extLst>
              <a:ext uri="{FF2B5EF4-FFF2-40B4-BE49-F238E27FC236}">
                <a16:creationId xmlns:a16="http://schemas.microsoft.com/office/drawing/2014/main" id="{57830C8F-7F3A-4DD5-BC3C-2378CC646DEE}"/>
              </a:ext>
            </a:extLst>
          </p:cNvPr>
          <p:cNvSpPr/>
          <p:nvPr/>
        </p:nvSpPr>
        <p:spPr>
          <a:xfrm>
            <a:off x="-9242" y="4191087"/>
            <a:ext cx="1013114" cy="153004"/>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t>#</a:t>
            </a:r>
            <a:r>
              <a:rPr lang="ko-KR" altLang="en-US" sz="800" dirty="0"/>
              <a:t>그룹 키워드 </a:t>
            </a:r>
            <a:r>
              <a:rPr lang="en-US" altLang="ko-KR" sz="800" dirty="0"/>
              <a:t>#1</a:t>
            </a:r>
            <a:endParaRPr lang="ko-KR" altLang="en-US" sz="800" dirty="0"/>
          </a:p>
        </p:txBody>
      </p:sp>
      <p:sp>
        <p:nvSpPr>
          <p:cNvPr id="56" name="모서리가 둥근 직사각형 38">
            <a:extLst>
              <a:ext uri="{FF2B5EF4-FFF2-40B4-BE49-F238E27FC236}">
                <a16:creationId xmlns:a16="http://schemas.microsoft.com/office/drawing/2014/main" id="{FD9A4493-AE4F-4A2E-9466-8AB347E192A4}"/>
              </a:ext>
            </a:extLst>
          </p:cNvPr>
          <p:cNvSpPr/>
          <p:nvPr/>
        </p:nvSpPr>
        <p:spPr>
          <a:xfrm>
            <a:off x="1098373" y="4191087"/>
            <a:ext cx="835549" cy="153004"/>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t>#</a:t>
            </a:r>
            <a:r>
              <a:rPr lang="ko-KR" altLang="en-US" sz="800" dirty="0"/>
              <a:t>키워드 </a:t>
            </a:r>
            <a:r>
              <a:rPr lang="en-US" altLang="ko-KR" sz="800" dirty="0"/>
              <a:t>#2</a:t>
            </a:r>
            <a:endParaRPr lang="ko-KR" altLang="en-US" sz="800" dirty="0"/>
          </a:p>
        </p:txBody>
      </p:sp>
      <p:grpSp>
        <p:nvGrpSpPr>
          <p:cNvPr id="57" name="그룹 56">
            <a:extLst>
              <a:ext uri="{FF2B5EF4-FFF2-40B4-BE49-F238E27FC236}">
                <a16:creationId xmlns:a16="http://schemas.microsoft.com/office/drawing/2014/main" id="{45A7CB3E-12B8-43C7-8649-75C38550BDB0}"/>
              </a:ext>
            </a:extLst>
          </p:cNvPr>
          <p:cNvGrpSpPr/>
          <p:nvPr/>
        </p:nvGrpSpPr>
        <p:grpSpPr>
          <a:xfrm>
            <a:off x="-1142655" y="1899521"/>
            <a:ext cx="700137" cy="350511"/>
            <a:chOff x="2716458" y="1955121"/>
            <a:chExt cx="1929510" cy="596970"/>
          </a:xfrm>
        </p:grpSpPr>
        <p:sp>
          <p:nvSpPr>
            <p:cNvPr id="58" name="Border">
              <a:extLst>
                <a:ext uri="{FF2B5EF4-FFF2-40B4-BE49-F238E27FC236}">
                  <a16:creationId xmlns:a16="http://schemas.microsoft.com/office/drawing/2014/main" id="{7FA8FF46-E48A-4D71-A21F-3C00226277FB}"/>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9" name="Line 2">
              <a:extLst>
                <a:ext uri="{FF2B5EF4-FFF2-40B4-BE49-F238E27FC236}">
                  <a16:creationId xmlns:a16="http://schemas.microsoft.com/office/drawing/2014/main" id="{F4072F59-49FA-4465-8EE5-F79BA24AE558}"/>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0" name="Line 1">
              <a:extLst>
                <a:ext uri="{FF2B5EF4-FFF2-40B4-BE49-F238E27FC236}">
                  <a16:creationId xmlns:a16="http://schemas.microsoft.com/office/drawing/2014/main" id="{724AB366-A253-4FC6-9CB5-34CBCFE6C5F1}"/>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1" name="TextBox 60">
              <a:extLst>
                <a:ext uri="{FF2B5EF4-FFF2-40B4-BE49-F238E27FC236}">
                  <a16:creationId xmlns:a16="http://schemas.microsoft.com/office/drawing/2014/main" id="{3EF32A0F-4532-4E69-8C0C-CB84E180BB9D}"/>
                </a:ext>
              </a:extLst>
            </p:cNvPr>
            <p:cNvSpPr txBox="1"/>
            <p:nvPr/>
          </p:nvSpPr>
          <p:spPr>
            <a:xfrm>
              <a:off x="2716458" y="2069014"/>
              <a:ext cx="1929510" cy="366932"/>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62" name="직사각형 61">
            <a:extLst>
              <a:ext uri="{FF2B5EF4-FFF2-40B4-BE49-F238E27FC236}">
                <a16:creationId xmlns:a16="http://schemas.microsoft.com/office/drawing/2014/main" id="{63B4A0FA-FC8D-44B9-8373-0434CDBF650D}"/>
              </a:ext>
            </a:extLst>
          </p:cNvPr>
          <p:cNvSpPr/>
          <p:nvPr/>
        </p:nvSpPr>
        <p:spPr>
          <a:xfrm>
            <a:off x="-381108" y="1819891"/>
            <a:ext cx="3093515"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sp>
        <p:nvSpPr>
          <p:cNvPr id="12" name="직사각형 11">
            <a:extLst>
              <a:ext uri="{FF2B5EF4-FFF2-40B4-BE49-F238E27FC236}">
                <a16:creationId xmlns:a16="http://schemas.microsoft.com/office/drawing/2014/main" id="{0BD46544-FE0E-4EFA-8984-D3C91B0DF4B4}"/>
              </a:ext>
            </a:extLst>
          </p:cNvPr>
          <p:cNvSpPr/>
          <p:nvPr/>
        </p:nvSpPr>
        <p:spPr>
          <a:xfrm>
            <a:off x="-1280097" y="1775065"/>
            <a:ext cx="6462710" cy="614826"/>
          </a:xfrm>
          <a:prstGeom prst="rect">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414407032"/>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3" name="표 102">
            <a:extLst>
              <a:ext uri="{FF2B5EF4-FFF2-40B4-BE49-F238E27FC236}">
                <a16:creationId xmlns:a16="http://schemas.microsoft.com/office/drawing/2014/main" id="{17B64B9A-94B0-4C0D-B97D-9E481712FCA0}"/>
              </a:ext>
            </a:extLst>
          </p:cNvPr>
          <p:cNvGraphicFramePr>
            <a:graphicFrameLocks noGrp="1"/>
          </p:cNvGraphicFramePr>
          <p:nvPr>
            <p:extLst>
              <p:ext uri="{D42A27DB-BD31-4B8C-83A1-F6EECF244321}">
                <p14:modId xmlns:p14="http://schemas.microsoft.com/office/powerpoint/2010/main" val="776225453"/>
              </p:ext>
            </p:extLst>
          </p:nvPr>
        </p:nvGraphicFramePr>
        <p:xfrm>
          <a:off x="125632" y="2031060"/>
          <a:ext cx="9943899" cy="21336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목록 이미지 </a:t>
                      </a:r>
                      <a:r>
                        <a:rPr lang="en-US" altLang="ko-KR" sz="800" b="0" dirty="0">
                          <a:solidFill>
                            <a:schemeClr val="tx1"/>
                          </a:solidFill>
                        </a:rPr>
                        <a:t>( Max 5 )</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graphicFrame>
        <p:nvGraphicFramePr>
          <p:cNvPr id="104" name="표 103">
            <a:extLst>
              <a:ext uri="{FF2B5EF4-FFF2-40B4-BE49-F238E27FC236}">
                <a16:creationId xmlns:a16="http://schemas.microsoft.com/office/drawing/2014/main" id="{9AA923D2-C687-4261-8D39-F501966C69DD}"/>
              </a:ext>
            </a:extLst>
          </p:cNvPr>
          <p:cNvGraphicFramePr>
            <a:graphicFrameLocks noGrp="1"/>
          </p:cNvGraphicFramePr>
          <p:nvPr>
            <p:extLst>
              <p:ext uri="{D42A27DB-BD31-4B8C-83A1-F6EECF244321}">
                <p14:modId xmlns:p14="http://schemas.microsoft.com/office/powerpoint/2010/main" val="2523804240"/>
              </p:ext>
            </p:extLst>
          </p:nvPr>
        </p:nvGraphicFramePr>
        <p:xfrm>
          <a:off x="125632" y="728842"/>
          <a:ext cx="9943899" cy="85344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3780430">
                  <a:extLst>
                    <a:ext uri="{9D8B030D-6E8A-4147-A177-3AD203B41FA5}">
                      <a16:colId xmlns:a16="http://schemas.microsoft.com/office/drawing/2014/main" val="20001"/>
                    </a:ext>
                  </a:extLst>
                </a:gridCol>
                <a:gridCol w="1295703">
                  <a:extLst>
                    <a:ext uri="{9D8B030D-6E8A-4147-A177-3AD203B41FA5}">
                      <a16:colId xmlns:a16="http://schemas.microsoft.com/office/drawing/2014/main" val="4010982125"/>
                    </a:ext>
                  </a:extLst>
                </a:gridCol>
                <a:gridCol w="3662741">
                  <a:extLst>
                    <a:ext uri="{9D8B030D-6E8A-4147-A177-3AD203B41FA5}">
                      <a16:colId xmlns:a16="http://schemas.microsoft.com/office/drawing/2014/main" val="2646234070"/>
                    </a:ext>
                  </a:extLst>
                </a:gridCol>
              </a:tblGrid>
              <a:tr h="0">
                <a:tc>
                  <a:txBody>
                    <a:bodyPr/>
                    <a:lstStyle/>
                    <a:p>
                      <a:pPr latinLnBrk="1"/>
                      <a:r>
                        <a:rPr lang="ko-KR" altLang="en-US" sz="800" b="0"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Me9-2024-099833</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상품상태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t>
                      </a:r>
                      <a:r>
                        <a:rPr lang="ko-KR" altLang="en-US" sz="800" b="0" i="0" u="none" strike="noStrike" dirty="0">
                          <a:solidFill>
                            <a:srgbClr val="000000"/>
                          </a:solidFill>
                          <a:effectLst/>
                          <a:latin typeface="+mn-lt"/>
                        </a:rPr>
                        <a:t> 판매   ● 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상품분류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latinLnBrk="1"/>
                      <a:r>
                        <a:rPr lang="ko-KR" altLang="en-US" sz="800" b="0"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상품가격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a:t>
                      </a:r>
                      <a:r>
                        <a:rPr lang="ko-KR" altLang="en-US" sz="800" b="0" i="0" u="none" strike="noStrike" dirty="0">
                          <a:solidFill>
                            <a:srgbClr val="000000"/>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상품가격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a:t>
                      </a:r>
                      <a:r>
                        <a:rPr lang="ko-KR" altLang="en-US" sz="800" b="0" i="0" u="none" strike="noStrike" dirty="0">
                          <a:solidFill>
                            <a:srgbClr val="000000"/>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021316242"/>
                  </a:ext>
                </a:extLst>
              </a:tr>
            </a:tbl>
          </a:graphicData>
        </a:graphic>
      </p:graphicFrame>
      <p:grpSp>
        <p:nvGrpSpPr>
          <p:cNvPr id="105" name="그룹 104">
            <a:extLst>
              <a:ext uri="{FF2B5EF4-FFF2-40B4-BE49-F238E27FC236}">
                <a16:creationId xmlns:a16="http://schemas.microsoft.com/office/drawing/2014/main" id="{63E5762D-07FF-4E8D-B7BD-870440CAF62C}"/>
              </a:ext>
            </a:extLst>
          </p:cNvPr>
          <p:cNvGrpSpPr/>
          <p:nvPr/>
        </p:nvGrpSpPr>
        <p:grpSpPr>
          <a:xfrm>
            <a:off x="1419829" y="2082259"/>
            <a:ext cx="2089400" cy="120097"/>
            <a:chOff x="5148065" y="1124744"/>
            <a:chExt cx="2089400" cy="192328"/>
          </a:xfrm>
        </p:grpSpPr>
        <p:sp>
          <p:nvSpPr>
            <p:cNvPr id="108" name="직사각형 107">
              <a:extLst>
                <a:ext uri="{FF2B5EF4-FFF2-40B4-BE49-F238E27FC236}">
                  <a16:creationId xmlns:a16="http://schemas.microsoft.com/office/drawing/2014/main" id="{1CBBEC54-344A-47D3-B188-0C43349D2DDC}"/>
                </a:ext>
              </a:extLst>
            </p:cNvPr>
            <p:cNvSpPr/>
            <p:nvPr/>
          </p:nvSpPr>
          <p:spPr>
            <a:xfrm>
              <a:off x="5148065" y="1124744"/>
              <a:ext cx="1368151"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109" name="직사각형 108">
              <a:extLst>
                <a:ext uri="{FF2B5EF4-FFF2-40B4-BE49-F238E27FC236}">
                  <a16:creationId xmlns:a16="http://schemas.microsoft.com/office/drawing/2014/main" id="{50903B7E-625B-41C6-8BE2-72412B58FAC4}"/>
                </a:ext>
              </a:extLst>
            </p:cNvPr>
            <p:cNvSpPr/>
            <p:nvPr/>
          </p:nvSpPr>
          <p:spPr>
            <a:xfrm>
              <a:off x="6516216" y="112474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endParaRPr lang="en-US" altLang="ko-KR" sz="800" dirty="0">
                <a:solidFill>
                  <a:schemeClr val="bg1"/>
                </a:solidFill>
              </a:endParaRPr>
            </a:p>
          </p:txBody>
        </p:sp>
      </p:grpSp>
      <p:sp>
        <p:nvSpPr>
          <p:cNvPr id="110" name="TextBox 109">
            <a:extLst>
              <a:ext uri="{FF2B5EF4-FFF2-40B4-BE49-F238E27FC236}">
                <a16:creationId xmlns:a16="http://schemas.microsoft.com/office/drawing/2014/main" id="{7CAFE302-377F-426E-BBCA-6D5803F6CDFC}"/>
              </a:ext>
            </a:extLst>
          </p:cNvPr>
          <p:cNvSpPr txBox="1"/>
          <p:nvPr/>
        </p:nvSpPr>
        <p:spPr>
          <a:xfrm>
            <a:off x="3606788" y="2032727"/>
            <a:ext cx="1560042" cy="230832"/>
          </a:xfrm>
          <a:prstGeom prst="rect">
            <a:avLst/>
          </a:prstGeom>
          <a:noFill/>
        </p:spPr>
        <p:txBody>
          <a:bodyPr wrap="none" rtlCol="0">
            <a:spAutoFit/>
          </a:bodyPr>
          <a:lstStyle/>
          <a:p>
            <a:r>
              <a:rPr lang="ko-KR" altLang="en-US" sz="900" dirty="0"/>
              <a:t>최적사이즈 </a:t>
            </a:r>
            <a:r>
              <a:rPr lang="en-US" altLang="ko-KR" sz="900" dirty="0"/>
              <a:t>000px * 000px</a:t>
            </a:r>
            <a:endParaRPr lang="ko-KR" altLang="en-US" sz="900" dirty="0"/>
          </a:p>
        </p:txBody>
      </p:sp>
      <p:sp>
        <p:nvSpPr>
          <p:cNvPr id="111" name="TextBox 110">
            <a:extLst>
              <a:ext uri="{FF2B5EF4-FFF2-40B4-BE49-F238E27FC236}">
                <a16:creationId xmlns:a16="http://schemas.microsoft.com/office/drawing/2014/main" id="{495E566B-5BC8-471D-A29A-BA5C68BAC937}"/>
              </a:ext>
            </a:extLst>
          </p:cNvPr>
          <p:cNvSpPr txBox="1"/>
          <p:nvPr/>
        </p:nvSpPr>
        <p:spPr>
          <a:xfrm>
            <a:off x="67275" y="498010"/>
            <a:ext cx="1072730"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기본정보</a:t>
            </a:r>
            <a:endParaRPr lang="ko-KR" altLang="en-US" sz="900" dirty="0"/>
          </a:p>
        </p:txBody>
      </p:sp>
      <p:sp>
        <p:nvSpPr>
          <p:cNvPr id="112" name="직사각형 111">
            <a:extLst>
              <a:ext uri="{FF2B5EF4-FFF2-40B4-BE49-F238E27FC236}">
                <a16:creationId xmlns:a16="http://schemas.microsoft.com/office/drawing/2014/main" id="{73FE292D-6445-4149-8025-7BB66E256F86}"/>
              </a:ext>
            </a:extLst>
          </p:cNvPr>
          <p:cNvSpPr/>
          <p:nvPr/>
        </p:nvSpPr>
        <p:spPr>
          <a:xfrm>
            <a:off x="5278037" y="2063643"/>
            <a:ext cx="721249" cy="154747"/>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추가하기</a:t>
            </a:r>
            <a:endParaRPr lang="en-US" altLang="ko-KR" sz="800" dirty="0">
              <a:solidFill>
                <a:schemeClr val="bg1"/>
              </a:solidFill>
            </a:endParaRPr>
          </a:p>
        </p:txBody>
      </p:sp>
      <p:grpSp>
        <p:nvGrpSpPr>
          <p:cNvPr id="113" name="그룹 112">
            <a:extLst>
              <a:ext uri="{FF2B5EF4-FFF2-40B4-BE49-F238E27FC236}">
                <a16:creationId xmlns:a16="http://schemas.microsoft.com/office/drawing/2014/main" id="{3256DE61-D0BC-4F55-9443-5DADE309EE9F}"/>
              </a:ext>
            </a:extLst>
          </p:cNvPr>
          <p:cNvGrpSpPr/>
          <p:nvPr/>
        </p:nvGrpSpPr>
        <p:grpSpPr>
          <a:xfrm>
            <a:off x="1414155" y="977395"/>
            <a:ext cx="3372978" cy="142974"/>
            <a:chOff x="889678" y="2192622"/>
            <a:chExt cx="2522315" cy="192328"/>
          </a:xfrm>
        </p:grpSpPr>
        <p:sp>
          <p:nvSpPr>
            <p:cNvPr id="114" name="직사각형 113">
              <a:extLst>
                <a:ext uri="{FF2B5EF4-FFF2-40B4-BE49-F238E27FC236}">
                  <a16:creationId xmlns:a16="http://schemas.microsoft.com/office/drawing/2014/main" id="{1412C7D7-D6B0-4410-BA20-B14A455AB69D}"/>
                </a:ext>
              </a:extLst>
            </p:cNvPr>
            <p:cNvSpPr/>
            <p:nvPr/>
          </p:nvSpPr>
          <p:spPr>
            <a:xfrm>
              <a:off x="889678"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115" name="직사각형 114">
              <a:extLst>
                <a:ext uri="{FF2B5EF4-FFF2-40B4-BE49-F238E27FC236}">
                  <a16:creationId xmlns:a16="http://schemas.microsoft.com/office/drawing/2014/main" id="{3BBF4D5F-5B25-400E-A583-0351FD1A9157}"/>
                </a:ext>
              </a:extLst>
            </p:cNvPr>
            <p:cNvSpPr/>
            <p:nvPr/>
          </p:nvSpPr>
          <p:spPr>
            <a:xfrm>
              <a:off x="1751471"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sp>
          <p:nvSpPr>
            <p:cNvPr id="116" name="직사각형 115">
              <a:extLst>
                <a:ext uri="{FF2B5EF4-FFF2-40B4-BE49-F238E27FC236}">
                  <a16:creationId xmlns:a16="http://schemas.microsoft.com/office/drawing/2014/main" id="{1C819750-A270-4286-99EE-144859721F21}"/>
                </a:ext>
              </a:extLst>
            </p:cNvPr>
            <p:cNvSpPr/>
            <p:nvPr/>
          </p:nvSpPr>
          <p:spPr>
            <a:xfrm>
              <a:off x="2619904"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소분류 ▼</a:t>
              </a:r>
              <a:endParaRPr lang="en-US" altLang="ko-KR" sz="800" dirty="0">
                <a:solidFill>
                  <a:schemeClr val="tx1">
                    <a:lumMod val="50000"/>
                    <a:lumOff val="50000"/>
                  </a:schemeClr>
                </a:solidFill>
              </a:endParaRPr>
            </a:p>
          </p:txBody>
        </p:sp>
      </p:grpSp>
      <p:sp>
        <p:nvSpPr>
          <p:cNvPr id="117" name="직사각형 116">
            <a:extLst>
              <a:ext uri="{FF2B5EF4-FFF2-40B4-BE49-F238E27FC236}">
                <a16:creationId xmlns:a16="http://schemas.microsoft.com/office/drawing/2014/main" id="{B6F7BD7C-6CEE-48BE-83F0-B0AF64BC9D4B}"/>
              </a:ext>
            </a:extLst>
          </p:cNvPr>
          <p:cNvSpPr/>
          <p:nvPr/>
        </p:nvSpPr>
        <p:spPr>
          <a:xfrm>
            <a:off x="1414155" y="1177620"/>
            <a:ext cx="8535063"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19" name="TextBox 118">
            <a:extLst>
              <a:ext uri="{FF2B5EF4-FFF2-40B4-BE49-F238E27FC236}">
                <a16:creationId xmlns:a16="http://schemas.microsoft.com/office/drawing/2014/main" id="{281ACFAA-6042-4F0B-A3F7-EC219B04D7F4}"/>
              </a:ext>
            </a:extLst>
          </p:cNvPr>
          <p:cNvSpPr txBox="1"/>
          <p:nvPr/>
        </p:nvSpPr>
        <p:spPr>
          <a:xfrm>
            <a:off x="67275" y="1770894"/>
            <a:ext cx="1228221"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목록 이미지</a:t>
            </a:r>
            <a:endParaRPr lang="ko-KR" altLang="en-US" sz="900" dirty="0"/>
          </a:p>
        </p:txBody>
      </p:sp>
      <p:graphicFrame>
        <p:nvGraphicFramePr>
          <p:cNvPr id="120" name="표 119">
            <a:extLst>
              <a:ext uri="{FF2B5EF4-FFF2-40B4-BE49-F238E27FC236}">
                <a16:creationId xmlns:a16="http://schemas.microsoft.com/office/drawing/2014/main" id="{D81E1DA1-D1F3-4CB0-B17F-76EE802A7B9F}"/>
              </a:ext>
            </a:extLst>
          </p:cNvPr>
          <p:cNvGraphicFramePr>
            <a:graphicFrameLocks noGrp="1"/>
          </p:cNvGraphicFramePr>
          <p:nvPr>
            <p:extLst>
              <p:ext uri="{D42A27DB-BD31-4B8C-83A1-F6EECF244321}">
                <p14:modId xmlns:p14="http://schemas.microsoft.com/office/powerpoint/2010/main" val="2348804720"/>
              </p:ext>
            </p:extLst>
          </p:nvPr>
        </p:nvGraphicFramePr>
        <p:xfrm>
          <a:off x="125632" y="6916945"/>
          <a:ext cx="9943899" cy="106680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8738874">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지급포인트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point  </a:t>
                      </a:r>
                      <a:r>
                        <a:rPr lang="en-US" altLang="ko-KR" sz="700" b="0" i="0" u="none" strike="noStrike" dirty="0">
                          <a:solidFill>
                            <a:srgbClr val="000000"/>
                          </a:solidFill>
                          <a:effectLst/>
                          <a:latin typeface="+mn-lt"/>
                        </a:rPr>
                        <a:t>(</a:t>
                      </a:r>
                      <a:r>
                        <a:rPr lang="ko-KR" altLang="en-US" sz="700" b="0" i="0" u="none" strike="noStrike" dirty="0">
                          <a:solidFill>
                            <a:srgbClr val="000000"/>
                          </a:solidFill>
                          <a:effectLst/>
                          <a:latin typeface="+mn-lt"/>
                        </a:rPr>
                        <a:t>포인트를 기재하지 않으면 포인트 지급은 반영되지 않습니다</a:t>
                      </a:r>
                      <a:r>
                        <a:rPr lang="en-US" altLang="ko-KR" sz="700" b="0" i="0" u="none" strike="noStrike" dirty="0">
                          <a:solidFill>
                            <a:srgbClr val="000000"/>
                          </a:solidFill>
                          <a:effectLst/>
                          <a:latin typeface="+mn-lt"/>
                        </a:rPr>
                        <a:t>. )</a:t>
                      </a:r>
                      <a:endParaRPr lang="ko-KR" altLang="en-US" sz="7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과세구분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과세        ○면세         ○영세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425068108"/>
                  </a:ext>
                </a:extLst>
              </a:tr>
              <a:tr h="0">
                <a:tc>
                  <a:txBody>
                    <a:bodyPr/>
                    <a:lstStyle/>
                    <a:p>
                      <a:pPr latinLnBrk="1"/>
                      <a:r>
                        <a:rPr lang="ko-KR" altLang="en-US" sz="800" b="0" dirty="0">
                          <a:solidFill>
                            <a:schemeClr val="tx1"/>
                          </a:solidFill>
                        </a:rPr>
                        <a:t>가격 제약 조건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a:t>
                      </a:r>
                      <a:r>
                        <a:rPr lang="ko-KR" altLang="en-US" sz="800" b="0" i="0" u="none" strike="noStrike" dirty="0" err="1">
                          <a:solidFill>
                            <a:srgbClr val="000000"/>
                          </a:solidFill>
                          <a:effectLst/>
                          <a:latin typeface="+mn-lt"/>
                        </a:rPr>
                        <a:t>제약없음</a:t>
                      </a:r>
                      <a:r>
                        <a:rPr lang="ko-KR" altLang="en-US" sz="800" b="0" i="0" u="none" strike="noStrike" dirty="0">
                          <a:solidFill>
                            <a:srgbClr val="000000"/>
                          </a:solidFill>
                          <a:effectLst/>
                          <a:latin typeface="+mn-lt"/>
                        </a:rPr>
                        <a:t>   ○ </a:t>
                      </a:r>
                      <a:r>
                        <a:rPr lang="ko-KR" altLang="en-US" sz="800" b="0" i="0" u="none" strike="noStrike" dirty="0" err="1">
                          <a:solidFill>
                            <a:srgbClr val="000000"/>
                          </a:solidFill>
                          <a:effectLst/>
                          <a:latin typeface="+mn-lt"/>
                        </a:rPr>
                        <a:t>제약있음</a:t>
                      </a:r>
                      <a:r>
                        <a:rPr lang="ko-KR" altLang="en-US" sz="800" b="0" i="0" u="none" strike="noStrike" dirty="0">
                          <a:solidFill>
                            <a:srgbClr val="000000"/>
                          </a:solidFill>
                          <a:effectLst/>
                          <a:latin typeface="+mn-lt"/>
                        </a:rPr>
                        <a:t>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0991833"/>
                  </a:ext>
                </a:extLst>
              </a:tr>
              <a:tr h="0">
                <a:tc>
                  <a:txBody>
                    <a:bodyPr/>
                    <a:lstStyle/>
                    <a:p>
                      <a:pPr latinLnBrk="1"/>
                      <a:r>
                        <a:rPr lang="ko-KR" altLang="en-US" sz="800" b="0" dirty="0">
                          <a:solidFill>
                            <a:schemeClr val="tx1"/>
                          </a:solidFill>
                        </a:rPr>
                        <a:t>공유구분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공유상품   □ 제휴상품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45711719"/>
                  </a:ext>
                </a:extLst>
              </a:tr>
              <a:tr h="0">
                <a:tc>
                  <a:txBody>
                    <a:bodyPr/>
                    <a:lstStyle/>
                    <a:p>
                      <a:pPr latinLnBrk="1"/>
                      <a:r>
                        <a:rPr lang="ko-KR" altLang="en-US" sz="800" b="0" dirty="0">
                          <a:solidFill>
                            <a:schemeClr val="tx1"/>
                          </a:solidFill>
                        </a:rPr>
                        <a:t>구매제한수량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미사용      ○ 사용      </a:t>
                      </a:r>
                      <a:r>
                        <a:rPr lang="ko-KR" altLang="en-US" sz="800" b="0" i="0" u="none" strike="noStrike" dirty="0">
                          <a:solidFill>
                            <a:schemeClr val="bg1">
                              <a:lumMod val="50000"/>
                            </a:schemeClr>
                          </a:solidFill>
                          <a:effectLst/>
                          <a:latin typeface="+mn-lt"/>
                        </a:rPr>
                        <a:t>ⓘ</a:t>
                      </a:r>
                      <a:r>
                        <a:rPr lang="en-US" altLang="ko-KR" sz="800" b="0" i="0" u="none" strike="noStrike" dirty="0">
                          <a:solidFill>
                            <a:schemeClr val="bg1">
                              <a:lumMod val="50000"/>
                            </a:schemeClr>
                          </a:solidFill>
                          <a:effectLst/>
                          <a:latin typeface="+mn-lt"/>
                        </a:rPr>
                        <a:t> </a:t>
                      </a:r>
                      <a:r>
                        <a:rPr lang="ko-KR" altLang="en-US" sz="800" b="0" i="0" u="none" strike="noStrike" dirty="0" err="1">
                          <a:solidFill>
                            <a:schemeClr val="bg1">
                              <a:lumMod val="50000"/>
                            </a:schemeClr>
                          </a:solidFill>
                          <a:effectLst/>
                          <a:latin typeface="+mn-lt"/>
                        </a:rPr>
                        <a:t>구매시</a:t>
                      </a:r>
                      <a:r>
                        <a:rPr lang="ko-KR" altLang="en-US" sz="800" b="0" i="0" u="none" strike="noStrike" dirty="0">
                          <a:solidFill>
                            <a:schemeClr val="bg1">
                              <a:lumMod val="50000"/>
                            </a:schemeClr>
                          </a:solidFill>
                          <a:effectLst/>
                          <a:latin typeface="+mn-lt"/>
                        </a:rPr>
                        <a:t> 최소 또는 최대 구매 수량을 제한 할 수 있습니다</a:t>
                      </a:r>
                      <a:r>
                        <a:rPr lang="en-US" altLang="ko-KR" sz="800" b="0" i="0" u="none" strike="noStrike" dirty="0">
                          <a:solidFill>
                            <a:schemeClr val="bg1">
                              <a:lumMod val="50000"/>
                            </a:schemeClr>
                          </a:solidFill>
                          <a:effectLst/>
                          <a:latin typeface="+mn-lt"/>
                        </a:rPr>
                        <a:t>.</a:t>
                      </a:r>
                      <a:endParaRPr lang="en-US" altLang="ko-KR"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bl>
          </a:graphicData>
        </a:graphic>
      </p:graphicFrame>
      <p:sp>
        <p:nvSpPr>
          <p:cNvPr id="121" name="TextBox 120">
            <a:extLst>
              <a:ext uri="{FF2B5EF4-FFF2-40B4-BE49-F238E27FC236}">
                <a16:creationId xmlns:a16="http://schemas.microsoft.com/office/drawing/2014/main" id="{D7E52EC8-5B15-4228-A01A-E06D1F46102B}"/>
              </a:ext>
            </a:extLst>
          </p:cNvPr>
          <p:cNvSpPr txBox="1"/>
          <p:nvPr/>
        </p:nvSpPr>
        <p:spPr>
          <a:xfrm>
            <a:off x="67275" y="6588646"/>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제약 조건</a:t>
            </a:r>
            <a:endParaRPr lang="ko-KR" altLang="en-US" sz="900" dirty="0"/>
          </a:p>
        </p:txBody>
      </p:sp>
      <p:sp>
        <p:nvSpPr>
          <p:cNvPr id="122" name="직사각형 121">
            <a:extLst>
              <a:ext uri="{FF2B5EF4-FFF2-40B4-BE49-F238E27FC236}">
                <a16:creationId xmlns:a16="http://schemas.microsoft.com/office/drawing/2014/main" id="{84E12D55-913E-44FF-8D3D-18DD7D91AAE6}"/>
              </a:ext>
            </a:extLst>
          </p:cNvPr>
          <p:cNvSpPr/>
          <p:nvPr/>
        </p:nvSpPr>
        <p:spPr>
          <a:xfrm>
            <a:off x="1414154" y="6951998"/>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0</a:t>
            </a:r>
          </a:p>
        </p:txBody>
      </p:sp>
      <p:graphicFrame>
        <p:nvGraphicFramePr>
          <p:cNvPr id="125" name="표 124">
            <a:extLst>
              <a:ext uri="{FF2B5EF4-FFF2-40B4-BE49-F238E27FC236}">
                <a16:creationId xmlns:a16="http://schemas.microsoft.com/office/drawing/2014/main" id="{1777FDD1-BB39-4201-A079-E401DF76021C}"/>
              </a:ext>
            </a:extLst>
          </p:cNvPr>
          <p:cNvGraphicFramePr>
            <a:graphicFrameLocks noGrp="1"/>
          </p:cNvGraphicFramePr>
          <p:nvPr>
            <p:extLst>
              <p:ext uri="{D42A27DB-BD31-4B8C-83A1-F6EECF244321}">
                <p14:modId xmlns:p14="http://schemas.microsoft.com/office/powerpoint/2010/main" val="243244795"/>
              </p:ext>
            </p:extLst>
          </p:nvPr>
        </p:nvGraphicFramePr>
        <p:xfrm>
          <a:off x="127243" y="5813492"/>
          <a:ext cx="9943899" cy="42672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재고사용 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미사용      ○ 사용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옵션선택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404085260"/>
                  </a:ext>
                </a:extLst>
              </a:tr>
            </a:tbl>
          </a:graphicData>
        </a:graphic>
      </p:graphicFrame>
      <p:sp>
        <p:nvSpPr>
          <p:cNvPr id="126" name="TextBox 125">
            <a:extLst>
              <a:ext uri="{FF2B5EF4-FFF2-40B4-BE49-F238E27FC236}">
                <a16:creationId xmlns:a16="http://schemas.microsoft.com/office/drawing/2014/main" id="{D9CE2C72-16DF-4BEA-B763-120C34C93F5E}"/>
              </a:ext>
            </a:extLst>
          </p:cNvPr>
          <p:cNvSpPr txBox="1"/>
          <p:nvPr/>
        </p:nvSpPr>
        <p:spPr>
          <a:xfrm>
            <a:off x="67275" y="5521716"/>
            <a:ext cx="841897"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옵션</a:t>
            </a:r>
            <a:endParaRPr lang="ko-KR" altLang="en-US" sz="900" dirty="0"/>
          </a:p>
        </p:txBody>
      </p:sp>
      <p:sp>
        <p:nvSpPr>
          <p:cNvPr id="127" name="TextBox 126">
            <a:extLst>
              <a:ext uri="{FF2B5EF4-FFF2-40B4-BE49-F238E27FC236}">
                <a16:creationId xmlns:a16="http://schemas.microsoft.com/office/drawing/2014/main" id="{16661C0A-70AA-4F2D-BE1A-E51F198614D3}"/>
              </a:ext>
            </a:extLst>
          </p:cNvPr>
          <p:cNvSpPr txBox="1"/>
          <p:nvPr/>
        </p:nvSpPr>
        <p:spPr>
          <a:xfrm>
            <a:off x="67274" y="2442829"/>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상세 설명</a:t>
            </a:r>
            <a:endParaRPr lang="ko-KR" altLang="en-US" sz="900" dirty="0"/>
          </a:p>
        </p:txBody>
      </p:sp>
      <p:graphicFrame>
        <p:nvGraphicFramePr>
          <p:cNvPr id="128" name="표 127">
            <a:extLst>
              <a:ext uri="{FF2B5EF4-FFF2-40B4-BE49-F238E27FC236}">
                <a16:creationId xmlns:a16="http://schemas.microsoft.com/office/drawing/2014/main" id="{B7112AA7-2729-4CC2-A057-BDA64D81977F}"/>
              </a:ext>
            </a:extLst>
          </p:cNvPr>
          <p:cNvGraphicFramePr>
            <a:graphicFrameLocks noGrp="1"/>
          </p:cNvGraphicFramePr>
          <p:nvPr>
            <p:extLst>
              <p:ext uri="{D42A27DB-BD31-4B8C-83A1-F6EECF244321}">
                <p14:modId xmlns:p14="http://schemas.microsoft.com/office/powerpoint/2010/main" val="3704650300"/>
              </p:ext>
            </p:extLst>
          </p:nvPr>
        </p:nvGraphicFramePr>
        <p:xfrm>
          <a:off x="125631" y="2703867"/>
          <a:ext cx="9943899" cy="213360"/>
        </p:xfrm>
        <a:graphic>
          <a:graphicData uri="http://schemas.openxmlformats.org/drawingml/2006/table">
            <a:tbl>
              <a:tblPr firstRow="1" bandRow="1">
                <a:tableStyleId>{5C22544A-7EE6-4342-B048-85BDC9FD1C3A}</a:tableStyleId>
              </a:tblPr>
              <a:tblGrid>
                <a:gridCol w="1201724">
                  <a:extLst>
                    <a:ext uri="{9D8B030D-6E8A-4147-A177-3AD203B41FA5}">
                      <a16:colId xmlns:a16="http://schemas.microsoft.com/office/drawing/2014/main" val="20000"/>
                    </a:ext>
                  </a:extLst>
                </a:gridCol>
                <a:gridCol w="8742175">
                  <a:extLst>
                    <a:ext uri="{9D8B030D-6E8A-4147-A177-3AD203B41FA5}">
                      <a16:colId xmlns:a16="http://schemas.microsoft.com/office/drawing/2014/main" val="20001"/>
                    </a:ext>
                  </a:extLst>
                </a:gridCol>
              </a:tblGrid>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상세정보 등록타입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이미지로 등록    </a:t>
                      </a:r>
                      <a:r>
                        <a:rPr lang="en-US" altLang="ko-KR" sz="800" b="0" dirty="0">
                          <a:solidFill>
                            <a:schemeClr val="tx1"/>
                          </a:solidFill>
                        </a:rPr>
                        <a:t>○ </a:t>
                      </a:r>
                      <a:r>
                        <a:rPr lang="ko-KR" altLang="en-US" sz="800" b="0" dirty="0">
                          <a:solidFill>
                            <a:schemeClr val="tx1"/>
                          </a:solidFill>
                        </a:rPr>
                        <a:t>텍스트로 등록</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graphicFrame>
        <p:nvGraphicFramePr>
          <p:cNvPr id="129" name="표 128">
            <a:extLst>
              <a:ext uri="{FF2B5EF4-FFF2-40B4-BE49-F238E27FC236}">
                <a16:creationId xmlns:a16="http://schemas.microsoft.com/office/drawing/2014/main" id="{6C9BB480-1640-4C6F-8A05-5764C713B525}"/>
              </a:ext>
            </a:extLst>
          </p:cNvPr>
          <p:cNvGraphicFramePr>
            <a:graphicFrameLocks noGrp="1"/>
          </p:cNvGraphicFramePr>
          <p:nvPr>
            <p:extLst>
              <p:ext uri="{D42A27DB-BD31-4B8C-83A1-F6EECF244321}">
                <p14:modId xmlns:p14="http://schemas.microsoft.com/office/powerpoint/2010/main" val="3974346410"/>
              </p:ext>
            </p:extLst>
          </p:nvPr>
        </p:nvGraphicFramePr>
        <p:xfrm>
          <a:off x="143578" y="9164099"/>
          <a:ext cx="9913121" cy="213360"/>
        </p:xfrm>
        <a:graphic>
          <a:graphicData uri="http://schemas.openxmlformats.org/drawingml/2006/table">
            <a:tbl>
              <a:tblPr firstRow="1" bandRow="1">
                <a:tableStyleId>{5C22544A-7EE6-4342-B048-85BDC9FD1C3A}</a:tableStyleId>
              </a:tblPr>
              <a:tblGrid>
                <a:gridCol w="1178320">
                  <a:extLst>
                    <a:ext uri="{9D8B030D-6E8A-4147-A177-3AD203B41FA5}">
                      <a16:colId xmlns:a16="http://schemas.microsoft.com/office/drawing/2014/main" val="20000"/>
                    </a:ext>
                  </a:extLst>
                </a:gridCol>
                <a:gridCol w="8734801">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발주 담당자 설정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a:t>
                      </a:r>
                      <a:r>
                        <a:rPr lang="ko-KR" altLang="en-US" sz="800" b="0" i="0" u="none" strike="noStrike" dirty="0" err="1">
                          <a:solidFill>
                            <a:srgbClr val="000000"/>
                          </a:solidFill>
                          <a:effectLst/>
                          <a:latin typeface="+mn-lt"/>
                        </a:rPr>
                        <a:t>설정안함</a:t>
                      </a:r>
                      <a:r>
                        <a:rPr lang="ko-KR" altLang="en-US" sz="800" b="0" i="0" u="none" strike="noStrike" dirty="0">
                          <a:solidFill>
                            <a:srgbClr val="000000"/>
                          </a:solidFill>
                          <a:effectLst/>
                          <a:latin typeface="+mn-lt"/>
                        </a:rPr>
                        <a:t>   ○ 설정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sp>
        <p:nvSpPr>
          <p:cNvPr id="132" name="TextBox 131">
            <a:extLst>
              <a:ext uri="{FF2B5EF4-FFF2-40B4-BE49-F238E27FC236}">
                <a16:creationId xmlns:a16="http://schemas.microsoft.com/office/drawing/2014/main" id="{C4A636EB-8B44-4674-A2CC-B930AC46F5A2}"/>
              </a:ext>
            </a:extLst>
          </p:cNvPr>
          <p:cNvSpPr txBox="1"/>
          <p:nvPr/>
        </p:nvSpPr>
        <p:spPr>
          <a:xfrm>
            <a:off x="67274" y="8936584"/>
            <a:ext cx="1228221"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발주 담당자 정보</a:t>
            </a:r>
            <a:endParaRPr lang="ko-KR" altLang="en-US" sz="900" dirty="0"/>
          </a:p>
        </p:txBody>
      </p:sp>
      <p:sp>
        <p:nvSpPr>
          <p:cNvPr id="133" name="직사각형 132">
            <a:extLst>
              <a:ext uri="{FF2B5EF4-FFF2-40B4-BE49-F238E27FC236}">
                <a16:creationId xmlns:a16="http://schemas.microsoft.com/office/drawing/2014/main" id="{BFBE50C2-9B5E-4F4C-8FBA-9462EFE041E0}"/>
              </a:ext>
            </a:extLst>
          </p:cNvPr>
          <p:cNvSpPr/>
          <p:nvPr/>
        </p:nvSpPr>
        <p:spPr>
          <a:xfrm>
            <a:off x="4504328" y="9625214"/>
            <a:ext cx="721249" cy="192328"/>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등록</a:t>
            </a:r>
            <a:endParaRPr lang="en-US" altLang="ko-KR" sz="800" dirty="0">
              <a:solidFill>
                <a:schemeClr val="bg1"/>
              </a:solidFill>
            </a:endParaRPr>
          </a:p>
        </p:txBody>
      </p:sp>
      <p:sp>
        <p:nvSpPr>
          <p:cNvPr id="134" name="직사각형 133">
            <a:extLst>
              <a:ext uri="{FF2B5EF4-FFF2-40B4-BE49-F238E27FC236}">
                <a16:creationId xmlns:a16="http://schemas.microsoft.com/office/drawing/2014/main" id="{A5CFF3B8-997F-4FF2-B509-FCB330FC6286}"/>
              </a:ext>
            </a:extLst>
          </p:cNvPr>
          <p:cNvSpPr/>
          <p:nvPr/>
        </p:nvSpPr>
        <p:spPr>
          <a:xfrm>
            <a:off x="5374751" y="9619287"/>
            <a:ext cx="721249" cy="192328"/>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목록</a:t>
            </a:r>
            <a:endParaRPr lang="en-US" altLang="ko-KR" sz="800" dirty="0">
              <a:solidFill>
                <a:schemeClr val="bg1"/>
              </a:solidFill>
            </a:endParaRPr>
          </a:p>
        </p:txBody>
      </p:sp>
      <p:graphicFrame>
        <p:nvGraphicFramePr>
          <p:cNvPr id="135" name="표 134">
            <a:extLst>
              <a:ext uri="{FF2B5EF4-FFF2-40B4-BE49-F238E27FC236}">
                <a16:creationId xmlns:a16="http://schemas.microsoft.com/office/drawing/2014/main" id="{64627D56-EF63-45B9-B9A7-653A34C1AF1C}"/>
              </a:ext>
            </a:extLst>
          </p:cNvPr>
          <p:cNvGraphicFramePr>
            <a:graphicFrameLocks noGrp="1"/>
          </p:cNvGraphicFramePr>
          <p:nvPr>
            <p:extLst>
              <p:ext uri="{D42A27DB-BD31-4B8C-83A1-F6EECF244321}">
                <p14:modId xmlns:p14="http://schemas.microsoft.com/office/powerpoint/2010/main" val="3564865776"/>
              </p:ext>
            </p:extLst>
          </p:nvPr>
        </p:nvGraphicFramePr>
        <p:xfrm>
          <a:off x="125631" y="8456929"/>
          <a:ext cx="9943899" cy="21336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배송비 선택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136" name="직사각형 135">
            <a:extLst>
              <a:ext uri="{FF2B5EF4-FFF2-40B4-BE49-F238E27FC236}">
                <a16:creationId xmlns:a16="http://schemas.microsoft.com/office/drawing/2014/main" id="{57AB5E73-AD7D-4E6D-B53E-B1384FCA2C88}"/>
              </a:ext>
            </a:extLst>
          </p:cNvPr>
          <p:cNvSpPr/>
          <p:nvPr/>
        </p:nvSpPr>
        <p:spPr>
          <a:xfrm>
            <a:off x="1412543" y="8508322"/>
            <a:ext cx="1682050" cy="11779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무료배송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조건식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137" name="TextBox 136">
            <a:extLst>
              <a:ext uri="{FF2B5EF4-FFF2-40B4-BE49-F238E27FC236}">
                <a16:creationId xmlns:a16="http://schemas.microsoft.com/office/drawing/2014/main" id="{067C9517-8994-435C-BE60-F0BFA2F91C3B}"/>
              </a:ext>
            </a:extLst>
          </p:cNvPr>
          <p:cNvSpPr txBox="1"/>
          <p:nvPr/>
        </p:nvSpPr>
        <p:spPr>
          <a:xfrm>
            <a:off x="65663" y="8165153"/>
            <a:ext cx="95731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배송비 선택</a:t>
            </a:r>
            <a:endParaRPr lang="ko-KR" altLang="en-US" sz="900" dirty="0"/>
          </a:p>
        </p:txBody>
      </p:sp>
      <p:sp>
        <p:nvSpPr>
          <p:cNvPr id="138" name="직사각형 137">
            <a:extLst>
              <a:ext uri="{FF2B5EF4-FFF2-40B4-BE49-F238E27FC236}">
                <a16:creationId xmlns:a16="http://schemas.microsoft.com/office/drawing/2014/main" id="{D4D2DADD-13F3-4D84-AE1E-37D15D3DE4A9}"/>
              </a:ext>
            </a:extLst>
          </p:cNvPr>
          <p:cNvSpPr/>
          <p:nvPr/>
        </p:nvSpPr>
        <p:spPr>
          <a:xfrm>
            <a:off x="1412543" y="6080144"/>
            <a:ext cx="1682050" cy="11779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옵션타입 선택                   ▼</a:t>
            </a:r>
            <a:endParaRPr lang="en-US" altLang="ko-KR" sz="800" dirty="0">
              <a:solidFill>
                <a:schemeClr val="tx1">
                  <a:lumMod val="50000"/>
                  <a:lumOff val="50000"/>
                </a:schemeClr>
              </a:solidFill>
            </a:endParaRPr>
          </a:p>
        </p:txBody>
      </p:sp>
      <p:sp>
        <p:nvSpPr>
          <p:cNvPr id="139" name="TextBox 138">
            <a:extLst>
              <a:ext uri="{FF2B5EF4-FFF2-40B4-BE49-F238E27FC236}">
                <a16:creationId xmlns:a16="http://schemas.microsoft.com/office/drawing/2014/main" id="{A99EF944-E000-435C-8094-044F7E0C4658}"/>
              </a:ext>
            </a:extLst>
          </p:cNvPr>
          <p:cNvSpPr txBox="1"/>
          <p:nvPr/>
        </p:nvSpPr>
        <p:spPr>
          <a:xfrm>
            <a:off x="67274" y="3179235"/>
            <a:ext cx="1691489"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취소</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환불</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교환</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 안내 설정</a:t>
            </a:r>
            <a:endParaRPr lang="ko-KR" altLang="en-US" sz="900" dirty="0"/>
          </a:p>
        </p:txBody>
      </p:sp>
      <p:graphicFrame>
        <p:nvGraphicFramePr>
          <p:cNvPr id="140" name="표 139">
            <a:extLst>
              <a:ext uri="{FF2B5EF4-FFF2-40B4-BE49-F238E27FC236}">
                <a16:creationId xmlns:a16="http://schemas.microsoft.com/office/drawing/2014/main" id="{A4166E59-2C50-4BD7-9D19-82F778EC515C}"/>
              </a:ext>
            </a:extLst>
          </p:cNvPr>
          <p:cNvGraphicFramePr>
            <a:graphicFrameLocks noGrp="1"/>
          </p:cNvGraphicFramePr>
          <p:nvPr>
            <p:extLst>
              <p:ext uri="{D42A27DB-BD31-4B8C-83A1-F6EECF244321}">
                <p14:modId xmlns:p14="http://schemas.microsoft.com/office/powerpoint/2010/main" val="3855127839"/>
              </p:ext>
            </p:extLst>
          </p:nvPr>
        </p:nvGraphicFramePr>
        <p:xfrm>
          <a:off x="125631" y="3440273"/>
          <a:ext cx="9943899" cy="1767840"/>
        </p:xfrm>
        <a:graphic>
          <a:graphicData uri="http://schemas.openxmlformats.org/drawingml/2006/table">
            <a:tbl>
              <a:tblPr firstRow="1" bandRow="1">
                <a:tableStyleId>{5C22544A-7EE6-4342-B048-85BDC9FD1C3A}</a:tableStyleId>
              </a:tblPr>
              <a:tblGrid>
                <a:gridCol w="1201724">
                  <a:extLst>
                    <a:ext uri="{9D8B030D-6E8A-4147-A177-3AD203B41FA5}">
                      <a16:colId xmlns:a16="http://schemas.microsoft.com/office/drawing/2014/main" val="20000"/>
                    </a:ext>
                  </a:extLst>
                </a:gridCol>
                <a:gridCol w="8742175">
                  <a:extLst>
                    <a:ext uri="{9D8B030D-6E8A-4147-A177-3AD203B41FA5}">
                      <a16:colId xmlns:a16="http://schemas.microsoft.com/office/drawing/2014/main" val="20001"/>
                    </a:ext>
                  </a:extLst>
                </a:gridCol>
              </a:tblGrid>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설정 정보 선택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취소</a:t>
                      </a:r>
                      <a:r>
                        <a:rPr lang="en-US" altLang="ko-KR" sz="800" b="0" dirty="0">
                          <a:solidFill>
                            <a:schemeClr val="tx1"/>
                          </a:solidFill>
                        </a:rPr>
                        <a:t>/</a:t>
                      </a:r>
                      <a:r>
                        <a:rPr lang="ko-KR" altLang="en-US" sz="800" b="0" dirty="0">
                          <a:solidFill>
                            <a:schemeClr val="tx1"/>
                          </a:solidFill>
                        </a:rPr>
                        <a:t>환불</a:t>
                      </a:r>
                      <a:r>
                        <a:rPr lang="en-US" altLang="ko-KR" sz="800" b="0" dirty="0">
                          <a:solidFill>
                            <a:schemeClr val="tx1"/>
                          </a:solidFill>
                        </a:rPr>
                        <a:t>(</a:t>
                      </a:r>
                      <a:r>
                        <a:rPr lang="ko-KR" altLang="en-US" sz="800" b="0" dirty="0">
                          <a:solidFill>
                            <a:schemeClr val="tx1"/>
                          </a:solidFill>
                        </a:rPr>
                        <a:t>교환</a:t>
                      </a:r>
                      <a:r>
                        <a:rPr lang="en-US" altLang="ko-KR" sz="800" b="0" dirty="0">
                          <a:solidFill>
                            <a:schemeClr val="tx1"/>
                          </a:solidFill>
                        </a:rPr>
                        <a:t>)</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안내 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35177375"/>
                  </a:ext>
                </a:extLst>
              </a:tr>
            </a:tbl>
          </a:graphicData>
        </a:graphic>
      </p:graphicFrame>
      <p:sp>
        <p:nvSpPr>
          <p:cNvPr id="141" name="직사각형 140">
            <a:extLst>
              <a:ext uri="{FF2B5EF4-FFF2-40B4-BE49-F238E27FC236}">
                <a16:creationId xmlns:a16="http://schemas.microsoft.com/office/drawing/2014/main" id="{17972470-2F38-4ED5-8EFA-E7CBC130CBA6}"/>
              </a:ext>
            </a:extLst>
          </p:cNvPr>
          <p:cNvSpPr/>
          <p:nvPr/>
        </p:nvSpPr>
        <p:spPr>
          <a:xfrm>
            <a:off x="1402115" y="3471605"/>
            <a:ext cx="1682050" cy="15726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기본 정보                        ▼</a:t>
            </a:r>
            <a:endParaRPr lang="en-US" altLang="ko-KR" sz="800" dirty="0">
              <a:solidFill>
                <a:schemeClr val="tx1">
                  <a:lumMod val="50000"/>
                  <a:lumOff val="50000"/>
                </a:schemeClr>
              </a:solidFill>
            </a:endParaRPr>
          </a:p>
        </p:txBody>
      </p:sp>
      <p:grpSp>
        <p:nvGrpSpPr>
          <p:cNvPr id="142" name="그룹 141">
            <a:extLst>
              <a:ext uri="{FF2B5EF4-FFF2-40B4-BE49-F238E27FC236}">
                <a16:creationId xmlns:a16="http://schemas.microsoft.com/office/drawing/2014/main" id="{A727DDC4-670A-4C2E-98F2-70F0D7BF2A5D}"/>
              </a:ext>
            </a:extLst>
          </p:cNvPr>
          <p:cNvGrpSpPr/>
          <p:nvPr/>
        </p:nvGrpSpPr>
        <p:grpSpPr>
          <a:xfrm>
            <a:off x="1402115" y="3705045"/>
            <a:ext cx="4950461" cy="218296"/>
            <a:chOff x="1557338" y="3290888"/>
            <a:chExt cx="6264166" cy="276225"/>
          </a:xfrm>
        </p:grpSpPr>
        <p:pic>
          <p:nvPicPr>
            <p:cNvPr id="143" name="Picture 2">
              <a:extLst>
                <a:ext uri="{FF2B5EF4-FFF2-40B4-BE49-F238E27FC236}">
                  <a16:creationId xmlns:a16="http://schemas.microsoft.com/office/drawing/2014/main" id="{188FE28E-DCDC-4CAA-ACAD-06BE5B57645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57338" y="3290888"/>
              <a:ext cx="6029325" cy="2762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44" name="Picture 3">
              <a:extLst>
                <a:ext uri="{FF2B5EF4-FFF2-40B4-BE49-F238E27FC236}">
                  <a16:creationId xmlns:a16="http://schemas.microsoft.com/office/drawing/2014/main" id="{A9B172A2-737E-4653-8F3B-3A41F7DFC56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92904" y="3310319"/>
              <a:ext cx="228600" cy="2190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145" name="직사각형 144">
            <a:extLst>
              <a:ext uri="{FF2B5EF4-FFF2-40B4-BE49-F238E27FC236}">
                <a16:creationId xmlns:a16="http://schemas.microsoft.com/office/drawing/2014/main" id="{6EA8155B-2C33-4271-94E9-B727230964B8}"/>
              </a:ext>
            </a:extLst>
          </p:cNvPr>
          <p:cNvSpPr/>
          <p:nvPr/>
        </p:nvSpPr>
        <p:spPr>
          <a:xfrm>
            <a:off x="1402115" y="3705045"/>
            <a:ext cx="7465939" cy="1399268"/>
          </a:xfrm>
          <a:prstGeom prst="rect">
            <a:avLst/>
          </a:prstGeom>
          <a:no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 name="직선 연결선 2">
            <a:extLst>
              <a:ext uri="{FF2B5EF4-FFF2-40B4-BE49-F238E27FC236}">
                <a16:creationId xmlns:a16="http://schemas.microsoft.com/office/drawing/2014/main" id="{0A69E731-E441-4907-9573-75E19F2BD3A7}"/>
              </a:ext>
            </a:extLst>
          </p:cNvPr>
          <p:cNvCxnSpPr>
            <a:cxnSpLocks/>
          </p:cNvCxnSpPr>
          <p:nvPr/>
        </p:nvCxnSpPr>
        <p:spPr>
          <a:xfrm>
            <a:off x="197993" y="7024531"/>
            <a:ext cx="5276296"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sp>
        <p:nvSpPr>
          <p:cNvPr id="41" name="직사각형 40">
            <a:extLst>
              <a:ext uri="{FF2B5EF4-FFF2-40B4-BE49-F238E27FC236}">
                <a16:creationId xmlns:a16="http://schemas.microsoft.com/office/drawing/2014/main" id="{5ECC90F2-1EF0-4ADD-8DE4-DAEC1B5DA3E3}"/>
              </a:ext>
            </a:extLst>
          </p:cNvPr>
          <p:cNvSpPr/>
          <p:nvPr/>
        </p:nvSpPr>
        <p:spPr>
          <a:xfrm>
            <a:off x="1419829" y="1390842"/>
            <a:ext cx="1587689"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1,000</a:t>
            </a:r>
          </a:p>
        </p:txBody>
      </p:sp>
      <p:graphicFrame>
        <p:nvGraphicFramePr>
          <p:cNvPr id="43" name="표 42">
            <a:extLst>
              <a:ext uri="{FF2B5EF4-FFF2-40B4-BE49-F238E27FC236}">
                <a16:creationId xmlns:a16="http://schemas.microsoft.com/office/drawing/2014/main" id="{ECFC3E82-F205-431B-88FA-C53361273350}"/>
              </a:ext>
            </a:extLst>
          </p:cNvPr>
          <p:cNvGraphicFramePr>
            <a:graphicFrameLocks noGrp="1"/>
          </p:cNvGraphicFramePr>
          <p:nvPr>
            <p:extLst>
              <p:ext uri="{D42A27DB-BD31-4B8C-83A1-F6EECF244321}">
                <p14:modId xmlns:p14="http://schemas.microsoft.com/office/powerpoint/2010/main" val="3137228474"/>
              </p:ext>
            </p:extLst>
          </p:nvPr>
        </p:nvGraphicFramePr>
        <p:xfrm>
          <a:off x="10171774" y="22159"/>
          <a:ext cx="1979018" cy="41615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RF-02-05-02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상품관리 </a:t>
                      </a:r>
                      <a:r>
                        <a:rPr lang="en-US" altLang="ko-KR" sz="800" dirty="0"/>
                        <a:t>&gt; </a:t>
                      </a:r>
                      <a:r>
                        <a:rPr lang="ko-KR" altLang="en-US" sz="800" dirty="0"/>
                        <a:t>자사상품관리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자사 상품 등록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자사 상품 등록 화면으로 기본 설정된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판매범위의 항목이 아래부분으로 이동</a:t>
                      </a:r>
                      <a:r>
                        <a:rPr lang="en-US" altLang="ko-KR" sz="800" b="0" dirty="0">
                          <a:solidFill>
                            <a:schemeClr val="tx1"/>
                          </a:solidFill>
                        </a:rPr>
                        <a:t>, </a:t>
                      </a:r>
                      <a:r>
                        <a:rPr lang="ko-KR" altLang="en-US" sz="800" b="0" dirty="0">
                          <a:solidFill>
                            <a:schemeClr val="tx1"/>
                          </a:solidFill>
                        </a:rPr>
                        <a:t>공유구분으로 명칭변경</a:t>
                      </a:r>
                      <a:br>
                        <a:rPr lang="en-US" altLang="ko-KR" sz="800" b="0" dirty="0">
                          <a:solidFill>
                            <a:schemeClr val="tx1"/>
                          </a:solidFill>
                        </a:rPr>
                      </a:br>
                      <a:br>
                        <a:rPr lang="en-US" altLang="ko-KR" sz="800" b="0" dirty="0">
                          <a:solidFill>
                            <a:schemeClr val="tx1"/>
                          </a:solidFill>
                        </a:rPr>
                      </a:br>
                      <a:r>
                        <a:rPr lang="ko-KR" altLang="en-US" sz="800" b="0" dirty="0">
                          <a:solidFill>
                            <a:schemeClr val="tx1"/>
                          </a:solidFill>
                        </a:rPr>
                        <a:t>등록되는 상품은 모두 자사상품인 것이고</a:t>
                      </a:r>
                      <a:r>
                        <a:rPr lang="en-US" altLang="ko-KR" sz="800" b="0" dirty="0">
                          <a:solidFill>
                            <a:schemeClr val="tx1"/>
                          </a:solidFill>
                        </a:rPr>
                        <a:t>, </a:t>
                      </a:r>
                      <a:r>
                        <a:rPr lang="ko-KR" altLang="en-US" sz="800" b="0" dirty="0">
                          <a:solidFill>
                            <a:schemeClr val="tx1"/>
                          </a:solidFill>
                        </a:rPr>
                        <a:t>자사상품에서 공유 또는 </a:t>
                      </a:r>
                      <a:r>
                        <a:rPr lang="ko-KR" altLang="en-US" sz="800" b="0" dirty="0" err="1">
                          <a:solidFill>
                            <a:schemeClr val="tx1"/>
                          </a:solidFill>
                        </a:rPr>
                        <a:t>제휴등의</a:t>
                      </a:r>
                      <a:r>
                        <a:rPr lang="ko-KR" altLang="en-US" sz="800" b="0" dirty="0">
                          <a:solidFill>
                            <a:schemeClr val="tx1"/>
                          </a:solidFill>
                        </a:rPr>
                        <a:t> 판매형태로 구분되기 때문에 위치를 변경하는 것이 가독성이 유리함</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상품등록시에는 포인트 제공하는 기능이 없음</a:t>
                      </a:r>
                      <a:endParaRPr lang="en-US" altLang="ko-KR" sz="800" b="0" dirty="0">
                        <a:solidFill>
                          <a:schemeClr val="tx1"/>
                        </a:solidFill>
                      </a:endParaRPr>
                    </a:p>
                    <a:p>
                      <a:pPr algn="l" latinLnBrk="1"/>
                      <a:r>
                        <a:rPr lang="ko-KR" altLang="en-US" sz="800" b="0" dirty="0">
                          <a:solidFill>
                            <a:schemeClr val="tx1"/>
                          </a:solidFill>
                        </a:rPr>
                        <a:t>해당기능은 상품을 판매등록시 지급포인트 항목이 기능을 담당함</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공유구분은 자사상품을 공유할 것인지를 구분하는 항목이고</a:t>
                      </a:r>
                      <a:r>
                        <a:rPr lang="en-US" altLang="ko-KR" sz="800" b="0" dirty="0">
                          <a:solidFill>
                            <a:schemeClr val="tx1"/>
                          </a:solidFill>
                        </a:rPr>
                        <a:t>, </a:t>
                      </a:r>
                      <a:r>
                        <a:rPr lang="ko-KR" altLang="en-US" sz="800" b="0" dirty="0">
                          <a:solidFill>
                            <a:schemeClr val="tx1"/>
                          </a:solidFill>
                        </a:rPr>
                        <a:t>공유하는 것으로 체크할 경우 가격설정부분이 추가로 활성화됨</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70889052"/>
                  </a:ext>
                </a:extLst>
              </a:tr>
            </a:tbl>
          </a:graphicData>
        </a:graphic>
      </p:graphicFrame>
      <p:cxnSp>
        <p:nvCxnSpPr>
          <p:cNvPr id="44" name="직선 연결선 43">
            <a:extLst>
              <a:ext uri="{FF2B5EF4-FFF2-40B4-BE49-F238E27FC236}">
                <a16:creationId xmlns:a16="http://schemas.microsoft.com/office/drawing/2014/main" id="{206473C5-D253-4251-8D60-CD4D77D6E85D}"/>
              </a:ext>
            </a:extLst>
          </p:cNvPr>
          <p:cNvCxnSpPr>
            <a:cxnSpLocks/>
          </p:cNvCxnSpPr>
          <p:nvPr/>
        </p:nvCxnSpPr>
        <p:spPr>
          <a:xfrm>
            <a:off x="197993" y="7456710"/>
            <a:ext cx="2476968"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sp>
        <p:nvSpPr>
          <p:cNvPr id="46" name="TextBox 45">
            <a:extLst>
              <a:ext uri="{FF2B5EF4-FFF2-40B4-BE49-F238E27FC236}">
                <a16:creationId xmlns:a16="http://schemas.microsoft.com/office/drawing/2014/main" id="{A6DCFEC3-9D1B-43C4-82C5-5EA378870497}"/>
              </a:ext>
            </a:extLst>
          </p:cNvPr>
          <p:cNvSpPr txBox="1"/>
          <p:nvPr/>
        </p:nvSpPr>
        <p:spPr>
          <a:xfrm>
            <a:off x="23389" y="1355254"/>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47" name="TextBox 46">
            <a:extLst>
              <a:ext uri="{FF2B5EF4-FFF2-40B4-BE49-F238E27FC236}">
                <a16:creationId xmlns:a16="http://schemas.microsoft.com/office/drawing/2014/main" id="{DE573DCA-9FB5-467C-9CB1-7306B0C3BA58}"/>
              </a:ext>
            </a:extLst>
          </p:cNvPr>
          <p:cNvSpPr txBox="1"/>
          <p:nvPr/>
        </p:nvSpPr>
        <p:spPr>
          <a:xfrm>
            <a:off x="71997" y="6917605"/>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48" name="TextBox 47">
            <a:extLst>
              <a:ext uri="{FF2B5EF4-FFF2-40B4-BE49-F238E27FC236}">
                <a16:creationId xmlns:a16="http://schemas.microsoft.com/office/drawing/2014/main" id="{DA2A78A9-084C-4E8A-8A59-4EF2843DF6E6}"/>
              </a:ext>
            </a:extLst>
          </p:cNvPr>
          <p:cNvSpPr txBox="1"/>
          <p:nvPr/>
        </p:nvSpPr>
        <p:spPr>
          <a:xfrm>
            <a:off x="65663" y="7456710"/>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Tree>
    <p:extLst>
      <p:ext uri="{BB962C8B-B14F-4D97-AF65-F5344CB8AC3E}">
        <p14:creationId xmlns:p14="http://schemas.microsoft.com/office/powerpoint/2010/main" val="557731448"/>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표 2">
            <a:extLst>
              <a:ext uri="{FF2B5EF4-FFF2-40B4-BE49-F238E27FC236}">
                <a16:creationId xmlns:a16="http://schemas.microsoft.com/office/drawing/2014/main" id="{138BDC20-90C9-41E6-8DE6-A6BA88946CAE}"/>
              </a:ext>
            </a:extLst>
          </p:cNvPr>
          <p:cNvGraphicFramePr>
            <a:graphicFrameLocks noGrp="1"/>
          </p:cNvGraphicFramePr>
          <p:nvPr/>
        </p:nvGraphicFramePr>
        <p:xfrm>
          <a:off x="125632" y="2031060"/>
          <a:ext cx="9943899" cy="21336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목록 이미지 </a:t>
                      </a:r>
                      <a:r>
                        <a:rPr lang="en-US" altLang="ko-KR" sz="800" b="0" dirty="0">
                          <a:solidFill>
                            <a:schemeClr val="tx1"/>
                          </a:solidFill>
                        </a:rPr>
                        <a:t>( Max 5 )</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grpSp>
        <p:nvGrpSpPr>
          <p:cNvPr id="5" name="그룹 4">
            <a:extLst>
              <a:ext uri="{FF2B5EF4-FFF2-40B4-BE49-F238E27FC236}">
                <a16:creationId xmlns:a16="http://schemas.microsoft.com/office/drawing/2014/main" id="{76D8B97E-5C39-4004-BC44-CC356FABA70C}"/>
              </a:ext>
            </a:extLst>
          </p:cNvPr>
          <p:cNvGrpSpPr/>
          <p:nvPr/>
        </p:nvGrpSpPr>
        <p:grpSpPr>
          <a:xfrm>
            <a:off x="1419829" y="2082259"/>
            <a:ext cx="2089400" cy="120097"/>
            <a:chOff x="5148065" y="1124744"/>
            <a:chExt cx="2089400" cy="192328"/>
          </a:xfrm>
        </p:grpSpPr>
        <p:sp>
          <p:nvSpPr>
            <p:cNvPr id="6" name="직사각형 5">
              <a:extLst>
                <a:ext uri="{FF2B5EF4-FFF2-40B4-BE49-F238E27FC236}">
                  <a16:creationId xmlns:a16="http://schemas.microsoft.com/office/drawing/2014/main" id="{CD3893FC-C135-465D-91A3-2DD89DA304B1}"/>
                </a:ext>
              </a:extLst>
            </p:cNvPr>
            <p:cNvSpPr/>
            <p:nvPr/>
          </p:nvSpPr>
          <p:spPr>
            <a:xfrm>
              <a:off x="5148065" y="1124744"/>
              <a:ext cx="1368151"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7" name="직사각형 6">
              <a:extLst>
                <a:ext uri="{FF2B5EF4-FFF2-40B4-BE49-F238E27FC236}">
                  <a16:creationId xmlns:a16="http://schemas.microsoft.com/office/drawing/2014/main" id="{1BF8BA17-540B-41C8-BF9E-41D6BADA987B}"/>
                </a:ext>
              </a:extLst>
            </p:cNvPr>
            <p:cNvSpPr/>
            <p:nvPr/>
          </p:nvSpPr>
          <p:spPr>
            <a:xfrm>
              <a:off x="6516216" y="112474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endParaRPr lang="en-US" altLang="ko-KR" sz="800" dirty="0">
                <a:solidFill>
                  <a:schemeClr val="bg1"/>
                </a:solidFill>
              </a:endParaRPr>
            </a:p>
          </p:txBody>
        </p:sp>
      </p:grpSp>
      <p:sp>
        <p:nvSpPr>
          <p:cNvPr id="8" name="TextBox 7">
            <a:extLst>
              <a:ext uri="{FF2B5EF4-FFF2-40B4-BE49-F238E27FC236}">
                <a16:creationId xmlns:a16="http://schemas.microsoft.com/office/drawing/2014/main" id="{54BE7D59-8B41-4AB0-ABA3-D802529A0EA8}"/>
              </a:ext>
            </a:extLst>
          </p:cNvPr>
          <p:cNvSpPr txBox="1"/>
          <p:nvPr/>
        </p:nvSpPr>
        <p:spPr>
          <a:xfrm>
            <a:off x="3606788" y="2032727"/>
            <a:ext cx="1560042" cy="230832"/>
          </a:xfrm>
          <a:prstGeom prst="rect">
            <a:avLst/>
          </a:prstGeom>
          <a:noFill/>
        </p:spPr>
        <p:txBody>
          <a:bodyPr wrap="none" rtlCol="0">
            <a:spAutoFit/>
          </a:bodyPr>
          <a:lstStyle/>
          <a:p>
            <a:r>
              <a:rPr lang="ko-KR" altLang="en-US" sz="900" dirty="0"/>
              <a:t>최적사이즈 </a:t>
            </a:r>
            <a:r>
              <a:rPr lang="en-US" altLang="ko-KR" sz="900" dirty="0"/>
              <a:t>000px * 000px</a:t>
            </a:r>
            <a:endParaRPr lang="ko-KR" altLang="en-US" sz="900" dirty="0"/>
          </a:p>
        </p:txBody>
      </p:sp>
      <p:sp>
        <p:nvSpPr>
          <p:cNvPr id="14" name="TextBox 13">
            <a:extLst>
              <a:ext uri="{FF2B5EF4-FFF2-40B4-BE49-F238E27FC236}">
                <a16:creationId xmlns:a16="http://schemas.microsoft.com/office/drawing/2014/main" id="{5406F992-B272-4B2E-A7A8-4F9EA36A67CE}"/>
              </a:ext>
            </a:extLst>
          </p:cNvPr>
          <p:cNvSpPr txBox="1"/>
          <p:nvPr/>
        </p:nvSpPr>
        <p:spPr>
          <a:xfrm>
            <a:off x="67275" y="498010"/>
            <a:ext cx="1072730"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기본정보</a:t>
            </a:r>
            <a:endParaRPr lang="ko-KR" altLang="en-US" sz="900" dirty="0"/>
          </a:p>
        </p:txBody>
      </p:sp>
      <p:sp>
        <p:nvSpPr>
          <p:cNvPr id="18" name="직사각형 17">
            <a:extLst>
              <a:ext uri="{FF2B5EF4-FFF2-40B4-BE49-F238E27FC236}">
                <a16:creationId xmlns:a16="http://schemas.microsoft.com/office/drawing/2014/main" id="{2FB8B32F-CF46-4894-B93A-275D8A48E92B}"/>
              </a:ext>
            </a:extLst>
          </p:cNvPr>
          <p:cNvSpPr/>
          <p:nvPr/>
        </p:nvSpPr>
        <p:spPr>
          <a:xfrm>
            <a:off x="5278037" y="2063643"/>
            <a:ext cx="721249" cy="154747"/>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추가하기</a:t>
            </a:r>
            <a:endParaRPr lang="en-US" altLang="ko-KR" sz="800" dirty="0">
              <a:solidFill>
                <a:schemeClr val="bg1"/>
              </a:solidFill>
            </a:endParaRPr>
          </a:p>
        </p:txBody>
      </p:sp>
      <p:sp>
        <p:nvSpPr>
          <p:cNvPr id="38" name="TextBox 37">
            <a:extLst>
              <a:ext uri="{FF2B5EF4-FFF2-40B4-BE49-F238E27FC236}">
                <a16:creationId xmlns:a16="http://schemas.microsoft.com/office/drawing/2014/main" id="{4A9109E8-1C04-4A98-A3FA-5A010A7F9F50}"/>
              </a:ext>
            </a:extLst>
          </p:cNvPr>
          <p:cNvSpPr txBox="1"/>
          <p:nvPr/>
        </p:nvSpPr>
        <p:spPr>
          <a:xfrm>
            <a:off x="67275" y="1770894"/>
            <a:ext cx="1228221"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목록 이미지</a:t>
            </a:r>
            <a:endParaRPr lang="ko-KR" altLang="en-US" sz="900" dirty="0"/>
          </a:p>
        </p:txBody>
      </p:sp>
      <p:graphicFrame>
        <p:nvGraphicFramePr>
          <p:cNvPr id="53" name="표 52">
            <a:extLst>
              <a:ext uri="{FF2B5EF4-FFF2-40B4-BE49-F238E27FC236}">
                <a16:creationId xmlns:a16="http://schemas.microsoft.com/office/drawing/2014/main" id="{DADB4545-F18D-4295-AD25-F1A25156D329}"/>
              </a:ext>
            </a:extLst>
          </p:cNvPr>
          <p:cNvGraphicFramePr>
            <a:graphicFrameLocks noGrp="1"/>
          </p:cNvGraphicFramePr>
          <p:nvPr>
            <p:extLst>
              <p:ext uri="{D42A27DB-BD31-4B8C-83A1-F6EECF244321}">
                <p14:modId xmlns:p14="http://schemas.microsoft.com/office/powerpoint/2010/main" val="3476150232"/>
              </p:ext>
            </p:extLst>
          </p:nvPr>
        </p:nvGraphicFramePr>
        <p:xfrm>
          <a:off x="136784" y="10582336"/>
          <a:ext cx="9943899" cy="85344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8738874">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지급포인트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point  </a:t>
                      </a:r>
                      <a:r>
                        <a:rPr lang="en-US" altLang="ko-KR" sz="700" b="0" i="0" u="none" strike="noStrike" dirty="0">
                          <a:solidFill>
                            <a:srgbClr val="000000"/>
                          </a:solidFill>
                          <a:effectLst/>
                          <a:latin typeface="+mn-lt"/>
                        </a:rPr>
                        <a:t>(</a:t>
                      </a:r>
                      <a:r>
                        <a:rPr lang="ko-KR" altLang="en-US" sz="700" b="0" i="0" u="none" strike="noStrike" dirty="0">
                          <a:solidFill>
                            <a:srgbClr val="000000"/>
                          </a:solidFill>
                          <a:effectLst/>
                          <a:latin typeface="+mn-lt"/>
                        </a:rPr>
                        <a:t>포인트를 기재하지 않으면 포인트 지급은 반영되지 않습니다</a:t>
                      </a:r>
                      <a:r>
                        <a:rPr lang="en-US" altLang="ko-KR" sz="700" b="0" i="0" u="none" strike="noStrike" dirty="0">
                          <a:solidFill>
                            <a:srgbClr val="000000"/>
                          </a:solidFill>
                          <a:effectLst/>
                          <a:latin typeface="+mn-lt"/>
                        </a:rPr>
                        <a:t>. )</a:t>
                      </a:r>
                      <a:endParaRPr lang="ko-KR" altLang="en-US" sz="7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과세구분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과세        ○면세         ○영세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425068108"/>
                  </a:ext>
                </a:extLst>
              </a:tr>
              <a:tr h="0">
                <a:tc>
                  <a:txBody>
                    <a:bodyPr/>
                    <a:lstStyle/>
                    <a:p>
                      <a:pPr latinLnBrk="1"/>
                      <a:r>
                        <a:rPr lang="ko-KR" altLang="en-US" sz="800" b="0" dirty="0">
                          <a:solidFill>
                            <a:schemeClr val="tx1"/>
                          </a:solidFill>
                        </a:rPr>
                        <a:t>가격 제약 조건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a:t>
                      </a:r>
                      <a:r>
                        <a:rPr lang="ko-KR" altLang="en-US" sz="800" b="0" i="0" u="none" strike="noStrike" dirty="0" err="1">
                          <a:solidFill>
                            <a:srgbClr val="000000"/>
                          </a:solidFill>
                          <a:effectLst/>
                          <a:latin typeface="+mn-lt"/>
                        </a:rPr>
                        <a:t>제약없음</a:t>
                      </a:r>
                      <a:r>
                        <a:rPr lang="ko-KR" altLang="en-US" sz="800" b="0" i="0" u="none" strike="noStrike" dirty="0">
                          <a:solidFill>
                            <a:srgbClr val="000000"/>
                          </a:solidFill>
                          <a:effectLst/>
                          <a:latin typeface="+mn-lt"/>
                        </a:rPr>
                        <a:t>   ○ </a:t>
                      </a:r>
                      <a:r>
                        <a:rPr lang="ko-KR" altLang="en-US" sz="800" b="0" i="0" u="none" strike="noStrike" dirty="0" err="1">
                          <a:solidFill>
                            <a:srgbClr val="000000"/>
                          </a:solidFill>
                          <a:effectLst/>
                          <a:latin typeface="+mn-lt"/>
                        </a:rPr>
                        <a:t>제약있음</a:t>
                      </a:r>
                      <a:r>
                        <a:rPr lang="ko-KR" altLang="en-US" sz="800" b="0" i="0" u="none" strike="noStrike" dirty="0">
                          <a:solidFill>
                            <a:srgbClr val="000000"/>
                          </a:solidFill>
                          <a:effectLst/>
                          <a:latin typeface="+mn-lt"/>
                        </a:rPr>
                        <a:t>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0991833"/>
                  </a:ext>
                </a:extLst>
              </a:tr>
              <a:tr h="0">
                <a:tc>
                  <a:txBody>
                    <a:bodyPr/>
                    <a:lstStyle/>
                    <a:p>
                      <a:pPr latinLnBrk="1"/>
                      <a:r>
                        <a:rPr lang="ko-KR" altLang="en-US" sz="800" b="0" dirty="0">
                          <a:solidFill>
                            <a:schemeClr val="tx1"/>
                          </a:solidFill>
                        </a:rPr>
                        <a:t>구매제한수량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미사용      ○ 사용      </a:t>
                      </a:r>
                      <a:r>
                        <a:rPr lang="ko-KR" altLang="en-US" sz="800" b="0" i="0" u="none" strike="noStrike" dirty="0">
                          <a:solidFill>
                            <a:schemeClr val="bg1">
                              <a:lumMod val="50000"/>
                            </a:schemeClr>
                          </a:solidFill>
                          <a:effectLst/>
                          <a:latin typeface="+mn-lt"/>
                        </a:rPr>
                        <a:t>ⓘ</a:t>
                      </a:r>
                      <a:r>
                        <a:rPr lang="en-US" altLang="ko-KR" sz="800" b="0" i="0" u="none" strike="noStrike" dirty="0">
                          <a:solidFill>
                            <a:schemeClr val="bg1">
                              <a:lumMod val="50000"/>
                            </a:schemeClr>
                          </a:solidFill>
                          <a:effectLst/>
                          <a:latin typeface="+mn-lt"/>
                        </a:rPr>
                        <a:t> </a:t>
                      </a:r>
                      <a:r>
                        <a:rPr lang="ko-KR" altLang="en-US" sz="800" b="0" i="0" u="none" strike="noStrike" dirty="0" err="1">
                          <a:solidFill>
                            <a:schemeClr val="bg1">
                              <a:lumMod val="50000"/>
                            </a:schemeClr>
                          </a:solidFill>
                          <a:effectLst/>
                          <a:latin typeface="+mn-lt"/>
                        </a:rPr>
                        <a:t>구매시</a:t>
                      </a:r>
                      <a:r>
                        <a:rPr lang="ko-KR" altLang="en-US" sz="800" b="0" i="0" u="none" strike="noStrike" dirty="0">
                          <a:solidFill>
                            <a:schemeClr val="bg1">
                              <a:lumMod val="50000"/>
                            </a:schemeClr>
                          </a:solidFill>
                          <a:effectLst/>
                          <a:latin typeface="+mn-lt"/>
                        </a:rPr>
                        <a:t> 최소 또는 최대 구매 수량을 제한 할 수 있습니다</a:t>
                      </a:r>
                      <a:r>
                        <a:rPr lang="en-US" altLang="ko-KR" sz="800" b="0" i="0" u="none" strike="noStrike" dirty="0">
                          <a:solidFill>
                            <a:schemeClr val="bg1">
                              <a:lumMod val="50000"/>
                            </a:schemeClr>
                          </a:solidFill>
                          <a:effectLst/>
                          <a:latin typeface="+mn-lt"/>
                        </a:rPr>
                        <a:t>.</a:t>
                      </a:r>
                      <a:endParaRPr lang="en-US" altLang="ko-KR"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bl>
          </a:graphicData>
        </a:graphic>
      </p:graphicFrame>
      <p:sp>
        <p:nvSpPr>
          <p:cNvPr id="54" name="TextBox 53">
            <a:extLst>
              <a:ext uri="{FF2B5EF4-FFF2-40B4-BE49-F238E27FC236}">
                <a16:creationId xmlns:a16="http://schemas.microsoft.com/office/drawing/2014/main" id="{ACB20513-93FE-4B82-993E-6734884EC838}"/>
              </a:ext>
            </a:extLst>
          </p:cNvPr>
          <p:cNvSpPr txBox="1"/>
          <p:nvPr/>
        </p:nvSpPr>
        <p:spPr>
          <a:xfrm>
            <a:off x="78427" y="10254037"/>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제약 조건</a:t>
            </a:r>
            <a:endParaRPr lang="ko-KR" altLang="en-US" sz="900" dirty="0"/>
          </a:p>
        </p:txBody>
      </p:sp>
      <p:sp>
        <p:nvSpPr>
          <p:cNvPr id="55" name="직사각형 54">
            <a:extLst>
              <a:ext uri="{FF2B5EF4-FFF2-40B4-BE49-F238E27FC236}">
                <a16:creationId xmlns:a16="http://schemas.microsoft.com/office/drawing/2014/main" id="{8D68EA1D-1418-452D-B40A-05374C3AA396}"/>
              </a:ext>
            </a:extLst>
          </p:cNvPr>
          <p:cNvSpPr/>
          <p:nvPr/>
        </p:nvSpPr>
        <p:spPr>
          <a:xfrm>
            <a:off x="1425306" y="10617389"/>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0</a:t>
            </a:r>
          </a:p>
        </p:txBody>
      </p:sp>
      <p:graphicFrame>
        <p:nvGraphicFramePr>
          <p:cNvPr id="61" name="표 60">
            <a:extLst>
              <a:ext uri="{FF2B5EF4-FFF2-40B4-BE49-F238E27FC236}">
                <a16:creationId xmlns:a16="http://schemas.microsoft.com/office/drawing/2014/main" id="{80FCC3E2-32E8-40F9-B4D4-26AF3DC50818}"/>
              </a:ext>
            </a:extLst>
          </p:cNvPr>
          <p:cNvGraphicFramePr>
            <a:graphicFrameLocks noGrp="1"/>
          </p:cNvGraphicFramePr>
          <p:nvPr>
            <p:extLst>
              <p:ext uri="{D42A27DB-BD31-4B8C-83A1-F6EECF244321}">
                <p14:modId xmlns:p14="http://schemas.microsoft.com/office/powerpoint/2010/main" val="1547264077"/>
              </p:ext>
            </p:extLst>
          </p:nvPr>
        </p:nvGraphicFramePr>
        <p:xfrm>
          <a:off x="138395" y="9505010"/>
          <a:ext cx="9943899" cy="42672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재고사용 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미사용      ○ 사용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옵션선택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404085260"/>
                  </a:ext>
                </a:extLst>
              </a:tr>
            </a:tbl>
          </a:graphicData>
        </a:graphic>
      </p:graphicFrame>
      <p:sp>
        <p:nvSpPr>
          <p:cNvPr id="63" name="TextBox 62">
            <a:extLst>
              <a:ext uri="{FF2B5EF4-FFF2-40B4-BE49-F238E27FC236}">
                <a16:creationId xmlns:a16="http://schemas.microsoft.com/office/drawing/2014/main" id="{173C7931-82A6-4F8C-902D-B07A0DD289CC}"/>
              </a:ext>
            </a:extLst>
          </p:cNvPr>
          <p:cNvSpPr txBox="1"/>
          <p:nvPr/>
        </p:nvSpPr>
        <p:spPr>
          <a:xfrm>
            <a:off x="78427" y="9213234"/>
            <a:ext cx="841897"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옵션</a:t>
            </a:r>
            <a:endParaRPr lang="ko-KR" altLang="en-US" sz="900" dirty="0"/>
          </a:p>
        </p:txBody>
      </p:sp>
      <p:sp>
        <p:nvSpPr>
          <p:cNvPr id="106" name="TextBox 105">
            <a:extLst>
              <a:ext uri="{FF2B5EF4-FFF2-40B4-BE49-F238E27FC236}">
                <a16:creationId xmlns:a16="http://schemas.microsoft.com/office/drawing/2014/main" id="{849C9073-E56B-4352-9037-95361AA78DF5}"/>
              </a:ext>
            </a:extLst>
          </p:cNvPr>
          <p:cNvSpPr txBox="1"/>
          <p:nvPr/>
        </p:nvSpPr>
        <p:spPr>
          <a:xfrm>
            <a:off x="78426" y="8503092"/>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상세 설명</a:t>
            </a:r>
            <a:endParaRPr lang="ko-KR" altLang="en-US" sz="900" dirty="0"/>
          </a:p>
        </p:txBody>
      </p:sp>
      <p:graphicFrame>
        <p:nvGraphicFramePr>
          <p:cNvPr id="107" name="표 106">
            <a:extLst>
              <a:ext uri="{FF2B5EF4-FFF2-40B4-BE49-F238E27FC236}">
                <a16:creationId xmlns:a16="http://schemas.microsoft.com/office/drawing/2014/main" id="{DF04473F-22D6-4EA5-B73F-8CF835453CF7}"/>
              </a:ext>
            </a:extLst>
          </p:cNvPr>
          <p:cNvGraphicFramePr>
            <a:graphicFrameLocks noGrp="1"/>
          </p:cNvGraphicFramePr>
          <p:nvPr>
            <p:extLst>
              <p:ext uri="{D42A27DB-BD31-4B8C-83A1-F6EECF244321}">
                <p14:modId xmlns:p14="http://schemas.microsoft.com/office/powerpoint/2010/main" val="2639134441"/>
              </p:ext>
            </p:extLst>
          </p:nvPr>
        </p:nvGraphicFramePr>
        <p:xfrm>
          <a:off x="136783" y="8764130"/>
          <a:ext cx="9943899" cy="213360"/>
        </p:xfrm>
        <a:graphic>
          <a:graphicData uri="http://schemas.openxmlformats.org/drawingml/2006/table">
            <a:tbl>
              <a:tblPr firstRow="1" bandRow="1">
                <a:tableStyleId>{5C22544A-7EE6-4342-B048-85BDC9FD1C3A}</a:tableStyleId>
              </a:tblPr>
              <a:tblGrid>
                <a:gridCol w="1201724">
                  <a:extLst>
                    <a:ext uri="{9D8B030D-6E8A-4147-A177-3AD203B41FA5}">
                      <a16:colId xmlns:a16="http://schemas.microsoft.com/office/drawing/2014/main" val="20000"/>
                    </a:ext>
                  </a:extLst>
                </a:gridCol>
                <a:gridCol w="8742175">
                  <a:extLst>
                    <a:ext uri="{9D8B030D-6E8A-4147-A177-3AD203B41FA5}">
                      <a16:colId xmlns:a16="http://schemas.microsoft.com/office/drawing/2014/main" val="20001"/>
                    </a:ext>
                  </a:extLst>
                </a:gridCol>
              </a:tblGrid>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상세정보 등록타입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이미지로 등록    </a:t>
                      </a:r>
                      <a:r>
                        <a:rPr lang="en-US" altLang="ko-KR" sz="800" b="0" dirty="0">
                          <a:solidFill>
                            <a:schemeClr val="tx1"/>
                          </a:solidFill>
                        </a:rPr>
                        <a:t>○ </a:t>
                      </a:r>
                      <a:r>
                        <a:rPr lang="ko-KR" altLang="en-US" sz="800" b="0" dirty="0">
                          <a:solidFill>
                            <a:schemeClr val="tx1"/>
                          </a:solidFill>
                        </a:rPr>
                        <a:t>텍스트로 등록</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graphicFrame>
        <p:nvGraphicFramePr>
          <p:cNvPr id="123" name="표 122">
            <a:extLst>
              <a:ext uri="{FF2B5EF4-FFF2-40B4-BE49-F238E27FC236}">
                <a16:creationId xmlns:a16="http://schemas.microsoft.com/office/drawing/2014/main" id="{6878B7C7-59E1-41B1-81B9-F2B26051F246}"/>
              </a:ext>
            </a:extLst>
          </p:cNvPr>
          <p:cNvGraphicFramePr>
            <a:graphicFrameLocks noGrp="1"/>
          </p:cNvGraphicFramePr>
          <p:nvPr>
            <p:extLst>
              <p:ext uri="{D42A27DB-BD31-4B8C-83A1-F6EECF244321}">
                <p14:modId xmlns:p14="http://schemas.microsoft.com/office/powerpoint/2010/main" val="1558398803"/>
              </p:ext>
            </p:extLst>
          </p:nvPr>
        </p:nvGraphicFramePr>
        <p:xfrm>
          <a:off x="154730" y="12829490"/>
          <a:ext cx="9913121" cy="213360"/>
        </p:xfrm>
        <a:graphic>
          <a:graphicData uri="http://schemas.openxmlformats.org/drawingml/2006/table">
            <a:tbl>
              <a:tblPr firstRow="1" bandRow="1">
                <a:tableStyleId>{5C22544A-7EE6-4342-B048-85BDC9FD1C3A}</a:tableStyleId>
              </a:tblPr>
              <a:tblGrid>
                <a:gridCol w="1178320">
                  <a:extLst>
                    <a:ext uri="{9D8B030D-6E8A-4147-A177-3AD203B41FA5}">
                      <a16:colId xmlns:a16="http://schemas.microsoft.com/office/drawing/2014/main" val="20000"/>
                    </a:ext>
                  </a:extLst>
                </a:gridCol>
                <a:gridCol w="8734801">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발주 담당자 설정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a:t>
                      </a:r>
                      <a:r>
                        <a:rPr lang="ko-KR" altLang="en-US" sz="800" b="0" i="0" u="none" strike="noStrike" dirty="0" err="1">
                          <a:solidFill>
                            <a:srgbClr val="000000"/>
                          </a:solidFill>
                          <a:effectLst/>
                          <a:latin typeface="+mn-lt"/>
                        </a:rPr>
                        <a:t>설정안함</a:t>
                      </a:r>
                      <a:r>
                        <a:rPr lang="ko-KR" altLang="en-US" sz="800" b="0" i="0" u="none" strike="noStrike" dirty="0">
                          <a:solidFill>
                            <a:srgbClr val="000000"/>
                          </a:solidFill>
                          <a:effectLst/>
                          <a:latin typeface="+mn-lt"/>
                        </a:rPr>
                        <a:t>   ○ 설정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sp>
        <p:nvSpPr>
          <p:cNvPr id="124" name="TextBox 123">
            <a:extLst>
              <a:ext uri="{FF2B5EF4-FFF2-40B4-BE49-F238E27FC236}">
                <a16:creationId xmlns:a16="http://schemas.microsoft.com/office/drawing/2014/main" id="{45865467-2BA8-48AE-A399-CE13B627926F}"/>
              </a:ext>
            </a:extLst>
          </p:cNvPr>
          <p:cNvSpPr txBox="1"/>
          <p:nvPr/>
        </p:nvSpPr>
        <p:spPr>
          <a:xfrm>
            <a:off x="78426" y="12601975"/>
            <a:ext cx="1228221"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발주 담당자 정보</a:t>
            </a:r>
            <a:endParaRPr lang="ko-KR" altLang="en-US" sz="900" dirty="0"/>
          </a:p>
        </p:txBody>
      </p:sp>
      <p:sp>
        <p:nvSpPr>
          <p:cNvPr id="130" name="직사각형 129">
            <a:extLst>
              <a:ext uri="{FF2B5EF4-FFF2-40B4-BE49-F238E27FC236}">
                <a16:creationId xmlns:a16="http://schemas.microsoft.com/office/drawing/2014/main" id="{8E17FDD7-3590-4E79-AB6C-E38853BA9395}"/>
              </a:ext>
            </a:extLst>
          </p:cNvPr>
          <p:cNvSpPr/>
          <p:nvPr/>
        </p:nvSpPr>
        <p:spPr>
          <a:xfrm>
            <a:off x="4515480" y="13290605"/>
            <a:ext cx="721249" cy="192328"/>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등록</a:t>
            </a:r>
            <a:endParaRPr lang="en-US" altLang="ko-KR" sz="800" dirty="0">
              <a:solidFill>
                <a:schemeClr val="bg1"/>
              </a:solidFill>
            </a:endParaRPr>
          </a:p>
        </p:txBody>
      </p:sp>
      <p:sp>
        <p:nvSpPr>
          <p:cNvPr id="131" name="직사각형 130">
            <a:extLst>
              <a:ext uri="{FF2B5EF4-FFF2-40B4-BE49-F238E27FC236}">
                <a16:creationId xmlns:a16="http://schemas.microsoft.com/office/drawing/2014/main" id="{89359596-0AFD-40C5-811F-2BC3E603ABCB}"/>
              </a:ext>
            </a:extLst>
          </p:cNvPr>
          <p:cNvSpPr/>
          <p:nvPr/>
        </p:nvSpPr>
        <p:spPr>
          <a:xfrm>
            <a:off x="5385903" y="13284678"/>
            <a:ext cx="721249" cy="192328"/>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목록</a:t>
            </a:r>
            <a:endParaRPr lang="en-US" altLang="ko-KR" sz="800" dirty="0">
              <a:solidFill>
                <a:schemeClr val="bg1"/>
              </a:solidFill>
            </a:endParaRPr>
          </a:p>
        </p:txBody>
      </p:sp>
      <p:graphicFrame>
        <p:nvGraphicFramePr>
          <p:cNvPr id="29" name="표 28">
            <a:extLst>
              <a:ext uri="{FF2B5EF4-FFF2-40B4-BE49-F238E27FC236}">
                <a16:creationId xmlns:a16="http://schemas.microsoft.com/office/drawing/2014/main" id="{0BC9C3D0-12B7-473A-B349-670477F18416}"/>
              </a:ext>
            </a:extLst>
          </p:cNvPr>
          <p:cNvGraphicFramePr>
            <a:graphicFrameLocks noGrp="1"/>
          </p:cNvGraphicFramePr>
          <p:nvPr>
            <p:extLst>
              <p:ext uri="{D42A27DB-BD31-4B8C-83A1-F6EECF244321}">
                <p14:modId xmlns:p14="http://schemas.microsoft.com/office/powerpoint/2010/main" val="1309993800"/>
              </p:ext>
            </p:extLst>
          </p:nvPr>
        </p:nvGraphicFramePr>
        <p:xfrm>
          <a:off x="136783" y="11985840"/>
          <a:ext cx="9943899" cy="21336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배송비 선택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30" name="직사각형 29">
            <a:extLst>
              <a:ext uri="{FF2B5EF4-FFF2-40B4-BE49-F238E27FC236}">
                <a16:creationId xmlns:a16="http://schemas.microsoft.com/office/drawing/2014/main" id="{809E91F0-0D81-4227-940D-C3E5E2C6A901}"/>
              </a:ext>
            </a:extLst>
          </p:cNvPr>
          <p:cNvSpPr/>
          <p:nvPr/>
        </p:nvSpPr>
        <p:spPr>
          <a:xfrm>
            <a:off x="1423695" y="12037233"/>
            <a:ext cx="1682050" cy="11779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무료배송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조건식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31" name="TextBox 30">
            <a:extLst>
              <a:ext uri="{FF2B5EF4-FFF2-40B4-BE49-F238E27FC236}">
                <a16:creationId xmlns:a16="http://schemas.microsoft.com/office/drawing/2014/main" id="{821997D4-6008-401D-980A-40C56EE6F908}"/>
              </a:ext>
            </a:extLst>
          </p:cNvPr>
          <p:cNvSpPr txBox="1"/>
          <p:nvPr/>
        </p:nvSpPr>
        <p:spPr>
          <a:xfrm>
            <a:off x="76815" y="11694064"/>
            <a:ext cx="95731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배송비 선택</a:t>
            </a:r>
            <a:endParaRPr lang="ko-KR" altLang="en-US" sz="900" dirty="0"/>
          </a:p>
        </p:txBody>
      </p:sp>
      <p:sp>
        <p:nvSpPr>
          <p:cNvPr id="32" name="직사각형 31">
            <a:extLst>
              <a:ext uri="{FF2B5EF4-FFF2-40B4-BE49-F238E27FC236}">
                <a16:creationId xmlns:a16="http://schemas.microsoft.com/office/drawing/2014/main" id="{DC046441-7D00-40FC-B60A-89FD0983A0DD}"/>
              </a:ext>
            </a:extLst>
          </p:cNvPr>
          <p:cNvSpPr/>
          <p:nvPr/>
        </p:nvSpPr>
        <p:spPr>
          <a:xfrm>
            <a:off x="1423695" y="9771662"/>
            <a:ext cx="1682050" cy="11779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옵션타입 선택                   ▼</a:t>
            </a:r>
            <a:endParaRPr lang="en-US" altLang="ko-KR" sz="800" dirty="0">
              <a:solidFill>
                <a:schemeClr val="tx1">
                  <a:lumMod val="50000"/>
                  <a:lumOff val="50000"/>
                </a:schemeClr>
              </a:solidFill>
            </a:endParaRPr>
          </a:p>
        </p:txBody>
      </p:sp>
      <p:cxnSp>
        <p:nvCxnSpPr>
          <p:cNvPr id="34" name="직선 화살표 연결선 33">
            <a:extLst>
              <a:ext uri="{FF2B5EF4-FFF2-40B4-BE49-F238E27FC236}">
                <a16:creationId xmlns:a16="http://schemas.microsoft.com/office/drawing/2014/main" id="{1B5BB48B-B99E-41DD-86D0-B8D21A8A7AAD}"/>
              </a:ext>
            </a:extLst>
          </p:cNvPr>
          <p:cNvCxnSpPr>
            <a:cxnSpLocks/>
            <a:stCxn id="33" idx="4"/>
          </p:cNvCxnSpPr>
          <p:nvPr/>
        </p:nvCxnSpPr>
        <p:spPr>
          <a:xfrm>
            <a:off x="1924381" y="1284559"/>
            <a:ext cx="0" cy="115827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39" name="TextBox 38">
            <a:extLst>
              <a:ext uri="{FF2B5EF4-FFF2-40B4-BE49-F238E27FC236}">
                <a16:creationId xmlns:a16="http://schemas.microsoft.com/office/drawing/2014/main" id="{BDD2FC0E-F334-4015-8198-DD031500A7D4}"/>
              </a:ext>
            </a:extLst>
          </p:cNvPr>
          <p:cNvSpPr txBox="1"/>
          <p:nvPr/>
        </p:nvSpPr>
        <p:spPr>
          <a:xfrm>
            <a:off x="67274" y="2519887"/>
            <a:ext cx="3159839"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유형별  필수 표시 사항 </a:t>
            </a:r>
            <a:r>
              <a:rPr lang="en-US" altLang="ko-KR" sz="900" dirty="0">
                <a:latin typeface="맑은 고딕" panose="020B0503020000020004" pitchFamily="50" charset="-127"/>
                <a:ea typeface="맑은 고딕" panose="020B0503020000020004" pitchFamily="50" charset="-127"/>
              </a:rPr>
              <a:t>( </a:t>
            </a:r>
            <a:r>
              <a:rPr lang="ko-KR" altLang="en-US" sz="900" dirty="0">
                <a:latin typeface="맑은 고딕" panose="020B0503020000020004" pitchFamily="50" charset="-127"/>
                <a:ea typeface="맑은 고딕" panose="020B0503020000020004" pitchFamily="50" charset="-127"/>
              </a:rPr>
              <a:t>식품 및 건강기능식품 </a:t>
            </a:r>
            <a:r>
              <a:rPr lang="en-US" altLang="ko-KR" sz="900" dirty="0">
                <a:latin typeface="맑은 고딕" panose="020B0503020000020004" pitchFamily="50" charset="-127"/>
                <a:ea typeface="맑은 고딕" panose="020B0503020000020004" pitchFamily="50" charset="-127"/>
              </a:rPr>
              <a:t>)</a:t>
            </a:r>
            <a:endParaRPr lang="ko-KR" altLang="en-US" sz="900" dirty="0"/>
          </a:p>
        </p:txBody>
      </p:sp>
      <p:graphicFrame>
        <p:nvGraphicFramePr>
          <p:cNvPr id="40" name="표 39">
            <a:extLst>
              <a:ext uri="{FF2B5EF4-FFF2-40B4-BE49-F238E27FC236}">
                <a16:creationId xmlns:a16="http://schemas.microsoft.com/office/drawing/2014/main" id="{1082BF31-DB83-4B52-9D5A-447187644786}"/>
              </a:ext>
            </a:extLst>
          </p:cNvPr>
          <p:cNvGraphicFramePr>
            <a:graphicFrameLocks noGrp="1"/>
          </p:cNvGraphicFramePr>
          <p:nvPr>
            <p:extLst>
              <p:ext uri="{D42A27DB-BD31-4B8C-83A1-F6EECF244321}">
                <p14:modId xmlns:p14="http://schemas.microsoft.com/office/powerpoint/2010/main" val="10823918"/>
              </p:ext>
            </p:extLst>
          </p:nvPr>
        </p:nvGraphicFramePr>
        <p:xfrm>
          <a:off x="125631" y="2780925"/>
          <a:ext cx="9943897" cy="3169920"/>
        </p:xfrm>
        <a:graphic>
          <a:graphicData uri="http://schemas.openxmlformats.org/drawingml/2006/table">
            <a:tbl>
              <a:tblPr firstRow="1" bandRow="1">
                <a:tableStyleId>{5C22544A-7EE6-4342-B048-85BDC9FD1C3A}</a:tableStyleId>
              </a:tblPr>
              <a:tblGrid>
                <a:gridCol w="1941294">
                  <a:extLst>
                    <a:ext uri="{9D8B030D-6E8A-4147-A177-3AD203B41FA5}">
                      <a16:colId xmlns:a16="http://schemas.microsoft.com/office/drawing/2014/main" val="20000"/>
                    </a:ext>
                  </a:extLst>
                </a:gridCol>
                <a:gridCol w="3362325">
                  <a:extLst>
                    <a:ext uri="{9D8B030D-6E8A-4147-A177-3AD203B41FA5}">
                      <a16:colId xmlns:a16="http://schemas.microsoft.com/office/drawing/2014/main" val="20001"/>
                    </a:ext>
                  </a:extLst>
                </a:gridCol>
                <a:gridCol w="1876425">
                  <a:extLst>
                    <a:ext uri="{9D8B030D-6E8A-4147-A177-3AD203B41FA5}">
                      <a16:colId xmlns:a16="http://schemas.microsoft.com/office/drawing/2014/main" val="211876217"/>
                    </a:ext>
                  </a:extLst>
                </a:gridCol>
                <a:gridCol w="2763853">
                  <a:extLst>
                    <a:ext uri="{9D8B030D-6E8A-4147-A177-3AD203B41FA5}">
                      <a16:colId xmlns:a16="http://schemas.microsoft.com/office/drawing/2014/main" val="3922035445"/>
                    </a:ext>
                  </a:extLst>
                </a:gridCol>
              </a:tblGrid>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제품명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식품의 유형</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제조업소명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소재지</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941157010"/>
                  </a:ext>
                </a:extLst>
              </a:tr>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원재료 명 및 함량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알레르기 유발 물질 표시 포함</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lnL w="6350" cap="flat" cmpd="sng" algn="ctr">
                      <a:solidFill>
                        <a:schemeClr val="bg1">
                          <a:lumMod val="75000"/>
                        </a:schemeClr>
                      </a:solidFill>
                      <a:prstDash val="solid"/>
                      <a:round/>
                      <a:headEnd type="none" w="med" len="med"/>
                      <a:tailEnd type="none" w="med" len="med"/>
                    </a:lnL>
                    <a:lnT w="6350" cap="flat" cmpd="sng" algn="ctr">
                      <a:solidFill>
                        <a:schemeClr val="bg1">
                          <a:lumMod val="75000"/>
                        </a:schemeClr>
                      </a:solidFill>
                      <a:prstDash val="solid"/>
                      <a:round/>
                      <a:headEnd type="none" w="med" len="med"/>
                      <a:tailEnd type="none" w="med" len="med"/>
                    </a:lnT>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40194574"/>
                  </a:ext>
                </a:extLst>
              </a:tr>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유통기한 또는 품질유지기한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제조연월일</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27709410"/>
                  </a:ext>
                </a:extLst>
              </a:tr>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내용량</a:t>
                      </a:r>
                      <a:r>
                        <a:rPr lang="ko-KR" altLang="en-US" sz="800" b="0" dirty="0">
                          <a:solidFill>
                            <a:schemeClr val="tx1"/>
                          </a:solidFill>
                        </a:rPr>
                        <a:t> </a:t>
                      </a:r>
                      <a:r>
                        <a:rPr lang="en-US" altLang="ko-KR" sz="800" b="0" dirty="0">
                          <a:solidFill>
                            <a:schemeClr val="tx1"/>
                          </a:solidFill>
                        </a:rPr>
                        <a:t>( </a:t>
                      </a:r>
                      <a:r>
                        <a:rPr lang="ko-KR" altLang="en-US" sz="800" b="0" dirty="0">
                          <a:solidFill>
                            <a:schemeClr val="tx1"/>
                          </a:solidFill>
                        </a:rPr>
                        <a:t>중량</a:t>
                      </a:r>
                      <a:r>
                        <a:rPr lang="en-US" altLang="ko-KR" sz="800" b="0" dirty="0">
                          <a:solidFill>
                            <a:schemeClr val="tx1"/>
                          </a:solidFill>
                        </a:rPr>
                        <a:t>, </a:t>
                      </a:r>
                      <a:r>
                        <a:rPr lang="ko-KR" altLang="en-US" sz="800" b="0" dirty="0">
                          <a:solidFill>
                            <a:schemeClr val="tx1"/>
                          </a:solidFill>
                        </a:rPr>
                        <a:t>부피 등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lnL w="6350" cap="flat" cmpd="sng" algn="ctr">
                      <a:solidFill>
                        <a:schemeClr val="bg1">
                          <a:lumMod val="75000"/>
                        </a:schemeClr>
                      </a:solidFill>
                      <a:prstDash val="solid"/>
                      <a:round/>
                      <a:headEnd type="none" w="med" len="med"/>
                      <a:tailEnd type="none" w="med" len="med"/>
                    </a:lnL>
                    <a:lnT w="6350" cap="flat" cmpd="sng" algn="ctr">
                      <a:solidFill>
                        <a:schemeClr val="bg1">
                          <a:lumMod val="75000"/>
                        </a:schemeClr>
                      </a:solidFill>
                      <a:prstDash val="solid"/>
                      <a:round/>
                      <a:headEnd type="none" w="med" len="med"/>
                      <a:tailEnd type="none" w="med" len="med"/>
                    </a:lnT>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36536324"/>
                  </a:ext>
                </a:extLst>
              </a:tr>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보관방법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lnL w="6350" cap="flat" cmpd="sng" algn="ctr">
                      <a:solidFill>
                        <a:schemeClr val="bg1">
                          <a:lumMod val="75000"/>
                        </a:schemeClr>
                      </a:solidFill>
                      <a:prstDash val="solid"/>
                      <a:round/>
                      <a:headEnd type="none" w="med" len="med"/>
                      <a:tailEnd type="none" w="med" len="med"/>
                    </a:ln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51773791"/>
                  </a:ext>
                </a:extLst>
              </a:tr>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섭취 방법 및 섭취 시 주의 사항</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lnL w="6350" cap="flat" cmpd="sng" algn="ctr">
                      <a:solidFill>
                        <a:schemeClr val="bg1">
                          <a:lumMod val="75000"/>
                        </a:schemeClr>
                      </a:solidFill>
                      <a:prstDash val="solid"/>
                      <a:round/>
                      <a:headEnd type="none" w="med" len="med"/>
                      <a:tailEnd type="none" w="med" len="med"/>
                    </a:ln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620637217"/>
                  </a:ext>
                </a:extLst>
              </a:tr>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건강기능식품의 경우 기능성 내용</a:t>
                      </a: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및 </a:t>
                      </a:r>
                      <a:r>
                        <a:rPr lang="en-US" altLang="ko-KR" sz="800" b="0" dirty="0">
                          <a:solidFill>
                            <a:schemeClr val="tx1"/>
                          </a:solidFill>
                        </a:rPr>
                        <a:t>‘</a:t>
                      </a:r>
                      <a:r>
                        <a:rPr lang="ko-KR" altLang="en-US" sz="800" b="0" dirty="0">
                          <a:solidFill>
                            <a:schemeClr val="tx1"/>
                          </a:solidFill>
                        </a:rPr>
                        <a:t>질병 예방</a:t>
                      </a:r>
                      <a:r>
                        <a:rPr lang="en-US" altLang="ko-KR" sz="800" b="0" dirty="0">
                          <a:solidFill>
                            <a:schemeClr val="tx1"/>
                          </a:solidFill>
                        </a:rPr>
                        <a:t>,</a:t>
                      </a:r>
                      <a:r>
                        <a:rPr lang="ko-KR" altLang="en-US" sz="800" b="0" dirty="0">
                          <a:solidFill>
                            <a:schemeClr val="tx1"/>
                          </a:solidFill>
                        </a:rPr>
                        <a:t>치료 목적이 아님</a:t>
                      </a:r>
                      <a:r>
                        <a:rPr lang="en-US" altLang="ko-KR" sz="800" b="0" dirty="0">
                          <a:solidFill>
                            <a:schemeClr val="tx1"/>
                          </a:solidFill>
                        </a:rPr>
                        <a:t>’ </a:t>
                      </a:r>
                      <a:r>
                        <a:rPr lang="ko-KR" altLang="en-US" sz="800" b="0" dirty="0">
                          <a:solidFill>
                            <a:schemeClr val="tx1"/>
                          </a:solidFill>
                        </a:rPr>
                        <a:t>문구표시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lnL w="6350" cap="flat" cmpd="sng" algn="ctr">
                      <a:solidFill>
                        <a:schemeClr val="bg1">
                          <a:lumMod val="75000"/>
                        </a:schemeClr>
                      </a:solidFill>
                      <a:prstDash val="solid"/>
                      <a:round/>
                      <a:headEnd type="none" w="med" len="med"/>
                      <a:tailEnd type="none" w="med" len="med"/>
                    </a:ln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067187253"/>
                  </a:ext>
                </a:extLst>
              </a:tr>
            </a:tbl>
          </a:graphicData>
        </a:graphic>
      </p:graphicFrame>
      <p:sp>
        <p:nvSpPr>
          <p:cNvPr id="41" name="직사각형 40">
            <a:extLst>
              <a:ext uri="{FF2B5EF4-FFF2-40B4-BE49-F238E27FC236}">
                <a16:creationId xmlns:a16="http://schemas.microsoft.com/office/drawing/2014/main" id="{8CCE9FB0-F429-470B-92FC-30BDA77434F0}"/>
              </a:ext>
            </a:extLst>
          </p:cNvPr>
          <p:cNvSpPr/>
          <p:nvPr/>
        </p:nvSpPr>
        <p:spPr>
          <a:xfrm>
            <a:off x="2122473" y="2798422"/>
            <a:ext cx="3044358" cy="179811"/>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42" name="직사각형 41">
            <a:extLst>
              <a:ext uri="{FF2B5EF4-FFF2-40B4-BE49-F238E27FC236}">
                <a16:creationId xmlns:a16="http://schemas.microsoft.com/office/drawing/2014/main" id="{445FD49F-A561-497A-B33E-3A9478BADCC4}"/>
              </a:ext>
            </a:extLst>
          </p:cNvPr>
          <p:cNvSpPr/>
          <p:nvPr/>
        </p:nvSpPr>
        <p:spPr>
          <a:xfrm>
            <a:off x="7380273" y="2798422"/>
            <a:ext cx="2478102" cy="179811"/>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43" name="직사각형 42">
            <a:extLst>
              <a:ext uri="{FF2B5EF4-FFF2-40B4-BE49-F238E27FC236}">
                <a16:creationId xmlns:a16="http://schemas.microsoft.com/office/drawing/2014/main" id="{86CC1F24-814F-4DE3-9667-0FB3EC5B7C90}"/>
              </a:ext>
            </a:extLst>
          </p:cNvPr>
          <p:cNvSpPr/>
          <p:nvPr/>
        </p:nvSpPr>
        <p:spPr>
          <a:xfrm>
            <a:off x="7380273" y="3008605"/>
            <a:ext cx="2478102" cy="179811"/>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44" name="직사각형 43">
            <a:extLst>
              <a:ext uri="{FF2B5EF4-FFF2-40B4-BE49-F238E27FC236}">
                <a16:creationId xmlns:a16="http://schemas.microsoft.com/office/drawing/2014/main" id="{99341EF1-BD7B-4BF2-960D-FC0C85D0DA4C}"/>
              </a:ext>
            </a:extLst>
          </p:cNvPr>
          <p:cNvSpPr/>
          <p:nvPr/>
        </p:nvSpPr>
        <p:spPr>
          <a:xfrm>
            <a:off x="2122473" y="3008604"/>
            <a:ext cx="3044358" cy="179811"/>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45" name="직사각형 44">
            <a:extLst>
              <a:ext uri="{FF2B5EF4-FFF2-40B4-BE49-F238E27FC236}">
                <a16:creationId xmlns:a16="http://schemas.microsoft.com/office/drawing/2014/main" id="{EF9F3497-AC58-4B9D-998E-3407FFD14317}"/>
              </a:ext>
            </a:extLst>
          </p:cNvPr>
          <p:cNvSpPr/>
          <p:nvPr/>
        </p:nvSpPr>
        <p:spPr>
          <a:xfrm>
            <a:off x="2122473" y="3239808"/>
            <a:ext cx="7735902" cy="42707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46" name="직사각형 45">
            <a:extLst>
              <a:ext uri="{FF2B5EF4-FFF2-40B4-BE49-F238E27FC236}">
                <a16:creationId xmlns:a16="http://schemas.microsoft.com/office/drawing/2014/main" id="{2E4359A4-19CC-45EA-ACD2-1BD5B50EF7F6}"/>
              </a:ext>
            </a:extLst>
          </p:cNvPr>
          <p:cNvSpPr/>
          <p:nvPr/>
        </p:nvSpPr>
        <p:spPr>
          <a:xfrm>
            <a:off x="2122472" y="3928453"/>
            <a:ext cx="3044358" cy="179811"/>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47" name="직사각형 46">
            <a:extLst>
              <a:ext uri="{FF2B5EF4-FFF2-40B4-BE49-F238E27FC236}">
                <a16:creationId xmlns:a16="http://schemas.microsoft.com/office/drawing/2014/main" id="{F975A54A-CB2A-4B7B-99EA-5805C4DA6DC8}"/>
              </a:ext>
            </a:extLst>
          </p:cNvPr>
          <p:cNvSpPr/>
          <p:nvPr/>
        </p:nvSpPr>
        <p:spPr>
          <a:xfrm>
            <a:off x="7375511" y="3917645"/>
            <a:ext cx="2478102" cy="179811"/>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48" name="직사각형 47">
            <a:extLst>
              <a:ext uri="{FF2B5EF4-FFF2-40B4-BE49-F238E27FC236}">
                <a16:creationId xmlns:a16="http://schemas.microsoft.com/office/drawing/2014/main" id="{B4114CDA-5B6C-494D-BCA8-77A9F19A9F4E}"/>
              </a:ext>
            </a:extLst>
          </p:cNvPr>
          <p:cNvSpPr/>
          <p:nvPr/>
        </p:nvSpPr>
        <p:spPr>
          <a:xfrm>
            <a:off x="2126573" y="4179153"/>
            <a:ext cx="7735902" cy="35103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49" name="직사각형 48">
            <a:extLst>
              <a:ext uri="{FF2B5EF4-FFF2-40B4-BE49-F238E27FC236}">
                <a16:creationId xmlns:a16="http://schemas.microsoft.com/office/drawing/2014/main" id="{FD6565AE-89DD-48DD-B53D-D3DE56ED1676}"/>
              </a:ext>
            </a:extLst>
          </p:cNvPr>
          <p:cNvSpPr/>
          <p:nvPr/>
        </p:nvSpPr>
        <p:spPr>
          <a:xfrm>
            <a:off x="2126573" y="4624976"/>
            <a:ext cx="7735902" cy="35103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50" name="직사각형 49">
            <a:extLst>
              <a:ext uri="{FF2B5EF4-FFF2-40B4-BE49-F238E27FC236}">
                <a16:creationId xmlns:a16="http://schemas.microsoft.com/office/drawing/2014/main" id="{86B9CDE1-619C-4A9F-A867-7780510CD1F1}"/>
              </a:ext>
            </a:extLst>
          </p:cNvPr>
          <p:cNvSpPr/>
          <p:nvPr/>
        </p:nvSpPr>
        <p:spPr>
          <a:xfrm>
            <a:off x="2126573" y="5081965"/>
            <a:ext cx="7735902" cy="35103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51" name="직사각형 50">
            <a:extLst>
              <a:ext uri="{FF2B5EF4-FFF2-40B4-BE49-F238E27FC236}">
                <a16:creationId xmlns:a16="http://schemas.microsoft.com/office/drawing/2014/main" id="{967990C4-A2E7-4C88-95C2-0A296AA3A0B0}"/>
              </a:ext>
            </a:extLst>
          </p:cNvPr>
          <p:cNvSpPr/>
          <p:nvPr/>
        </p:nvSpPr>
        <p:spPr>
          <a:xfrm>
            <a:off x="2126573" y="5538954"/>
            <a:ext cx="7735902" cy="35103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0" name="직사각형 9">
            <a:extLst>
              <a:ext uri="{FF2B5EF4-FFF2-40B4-BE49-F238E27FC236}">
                <a16:creationId xmlns:a16="http://schemas.microsoft.com/office/drawing/2014/main" id="{2F776792-AE5F-4305-B0D6-8E34E3CEB532}"/>
              </a:ext>
            </a:extLst>
          </p:cNvPr>
          <p:cNvSpPr/>
          <p:nvPr/>
        </p:nvSpPr>
        <p:spPr>
          <a:xfrm>
            <a:off x="0" y="2519887"/>
            <a:ext cx="10134598" cy="3579429"/>
          </a:xfrm>
          <a:prstGeom prst="rect">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2" name="TextBox 81">
            <a:extLst>
              <a:ext uri="{FF2B5EF4-FFF2-40B4-BE49-F238E27FC236}">
                <a16:creationId xmlns:a16="http://schemas.microsoft.com/office/drawing/2014/main" id="{AFEE2FEA-280A-4B19-B099-51B059DCD8EA}"/>
              </a:ext>
            </a:extLst>
          </p:cNvPr>
          <p:cNvSpPr txBox="1"/>
          <p:nvPr/>
        </p:nvSpPr>
        <p:spPr>
          <a:xfrm>
            <a:off x="79314" y="6259657"/>
            <a:ext cx="1691489"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취소</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환불</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교환</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 안내 설정</a:t>
            </a:r>
            <a:endParaRPr lang="ko-KR" altLang="en-US" sz="900" dirty="0"/>
          </a:p>
        </p:txBody>
      </p:sp>
      <p:graphicFrame>
        <p:nvGraphicFramePr>
          <p:cNvPr id="83" name="표 82">
            <a:extLst>
              <a:ext uri="{FF2B5EF4-FFF2-40B4-BE49-F238E27FC236}">
                <a16:creationId xmlns:a16="http://schemas.microsoft.com/office/drawing/2014/main" id="{7AF2EF57-0CC9-4417-876E-A88EB311F18C}"/>
              </a:ext>
            </a:extLst>
          </p:cNvPr>
          <p:cNvGraphicFramePr>
            <a:graphicFrameLocks noGrp="1"/>
          </p:cNvGraphicFramePr>
          <p:nvPr>
            <p:extLst>
              <p:ext uri="{D42A27DB-BD31-4B8C-83A1-F6EECF244321}">
                <p14:modId xmlns:p14="http://schemas.microsoft.com/office/powerpoint/2010/main" val="3493497376"/>
              </p:ext>
            </p:extLst>
          </p:nvPr>
        </p:nvGraphicFramePr>
        <p:xfrm>
          <a:off x="137671" y="6520695"/>
          <a:ext cx="9943899" cy="1767840"/>
        </p:xfrm>
        <a:graphic>
          <a:graphicData uri="http://schemas.openxmlformats.org/drawingml/2006/table">
            <a:tbl>
              <a:tblPr firstRow="1" bandRow="1">
                <a:tableStyleId>{5C22544A-7EE6-4342-B048-85BDC9FD1C3A}</a:tableStyleId>
              </a:tblPr>
              <a:tblGrid>
                <a:gridCol w="1201724">
                  <a:extLst>
                    <a:ext uri="{9D8B030D-6E8A-4147-A177-3AD203B41FA5}">
                      <a16:colId xmlns:a16="http://schemas.microsoft.com/office/drawing/2014/main" val="20000"/>
                    </a:ext>
                  </a:extLst>
                </a:gridCol>
                <a:gridCol w="8742175">
                  <a:extLst>
                    <a:ext uri="{9D8B030D-6E8A-4147-A177-3AD203B41FA5}">
                      <a16:colId xmlns:a16="http://schemas.microsoft.com/office/drawing/2014/main" val="20001"/>
                    </a:ext>
                  </a:extLst>
                </a:gridCol>
              </a:tblGrid>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설정 정보 선택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취소</a:t>
                      </a:r>
                      <a:r>
                        <a:rPr lang="en-US" altLang="ko-KR" sz="800" b="0" dirty="0">
                          <a:solidFill>
                            <a:schemeClr val="tx1"/>
                          </a:solidFill>
                        </a:rPr>
                        <a:t>/</a:t>
                      </a:r>
                      <a:r>
                        <a:rPr lang="ko-KR" altLang="en-US" sz="800" b="0" dirty="0">
                          <a:solidFill>
                            <a:schemeClr val="tx1"/>
                          </a:solidFill>
                        </a:rPr>
                        <a:t>환불</a:t>
                      </a:r>
                      <a:r>
                        <a:rPr lang="en-US" altLang="ko-KR" sz="800" b="0" dirty="0">
                          <a:solidFill>
                            <a:schemeClr val="tx1"/>
                          </a:solidFill>
                        </a:rPr>
                        <a:t>(</a:t>
                      </a:r>
                      <a:r>
                        <a:rPr lang="ko-KR" altLang="en-US" sz="800" b="0" dirty="0">
                          <a:solidFill>
                            <a:schemeClr val="tx1"/>
                          </a:solidFill>
                        </a:rPr>
                        <a:t>교환</a:t>
                      </a:r>
                      <a:r>
                        <a:rPr lang="en-US" altLang="ko-KR" sz="800" b="0" dirty="0">
                          <a:solidFill>
                            <a:schemeClr val="tx1"/>
                          </a:solidFill>
                        </a:rPr>
                        <a:t>)</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안내 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35177375"/>
                  </a:ext>
                </a:extLst>
              </a:tr>
            </a:tbl>
          </a:graphicData>
        </a:graphic>
      </p:graphicFrame>
      <p:sp>
        <p:nvSpPr>
          <p:cNvPr id="84" name="직사각형 83">
            <a:extLst>
              <a:ext uri="{FF2B5EF4-FFF2-40B4-BE49-F238E27FC236}">
                <a16:creationId xmlns:a16="http://schemas.microsoft.com/office/drawing/2014/main" id="{19AD3169-4593-4B08-A664-7DB12AC3DA26}"/>
              </a:ext>
            </a:extLst>
          </p:cNvPr>
          <p:cNvSpPr/>
          <p:nvPr/>
        </p:nvSpPr>
        <p:spPr>
          <a:xfrm>
            <a:off x="1414155" y="6552027"/>
            <a:ext cx="1682050" cy="15726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기본 정보                        ▼</a:t>
            </a:r>
            <a:endParaRPr lang="en-US" altLang="ko-KR" sz="800" dirty="0">
              <a:solidFill>
                <a:schemeClr val="tx1">
                  <a:lumMod val="50000"/>
                  <a:lumOff val="50000"/>
                </a:schemeClr>
              </a:solidFill>
            </a:endParaRPr>
          </a:p>
        </p:txBody>
      </p:sp>
      <p:grpSp>
        <p:nvGrpSpPr>
          <p:cNvPr id="85" name="그룹 84">
            <a:extLst>
              <a:ext uri="{FF2B5EF4-FFF2-40B4-BE49-F238E27FC236}">
                <a16:creationId xmlns:a16="http://schemas.microsoft.com/office/drawing/2014/main" id="{7A42B17B-88A7-485A-B222-9EB68C58611D}"/>
              </a:ext>
            </a:extLst>
          </p:cNvPr>
          <p:cNvGrpSpPr/>
          <p:nvPr/>
        </p:nvGrpSpPr>
        <p:grpSpPr>
          <a:xfrm>
            <a:off x="1414155" y="6785467"/>
            <a:ext cx="4950461" cy="218296"/>
            <a:chOff x="1557338" y="3290888"/>
            <a:chExt cx="6264166" cy="276225"/>
          </a:xfrm>
        </p:grpSpPr>
        <p:pic>
          <p:nvPicPr>
            <p:cNvPr id="86" name="Picture 2">
              <a:extLst>
                <a:ext uri="{FF2B5EF4-FFF2-40B4-BE49-F238E27FC236}">
                  <a16:creationId xmlns:a16="http://schemas.microsoft.com/office/drawing/2014/main" id="{C030ABCE-F5A6-49BF-8533-B4594270BB0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57338" y="3290888"/>
              <a:ext cx="6029325" cy="2762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7" name="Picture 3">
              <a:extLst>
                <a:ext uri="{FF2B5EF4-FFF2-40B4-BE49-F238E27FC236}">
                  <a16:creationId xmlns:a16="http://schemas.microsoft.com/office/drawing/2014/main" id="{929D5707-8CEB-4C94-9130-8D087B6B10B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92904" y="3310319"/>
              <a:ext cx="228600" cy="2190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88" name="직사각형 87">
            <a:extLst>
              <a:ext uri="{FF2B5EF4-FFF2-40B4-BE49-F238E27FC236}">
                <a16:creationId xmlns:a16="http://schemas.microsoft.com/office/drawing/2014/main" id="{B55CFFDF-1C27-4A61-AC99-D20748C8746D}"/>
              </a:ext>
            </a:extLst>
          </p:cNvPr>
          <p:cNvSpPr/>
          <p:nvPr/>
        </p:nvSpPr>
        <p:spPr>
          <a:xfrm>
            <a:off x="1414155" y="6785467"/>
            <a:ext cx="7465939" cy="1399268"/>
          </a:xfrm>
          <a:prstGeom prst="rect">
            <a:avLst/>
          </a:prstGeom>
          <a:no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 name="그룹 25">
            <a:extLst>
              <a:ext uri="{FF2B5EF4-FFF2-40B4-BE49-F238E27FC236}">
                <a16:creationId xmlns:a16="http://schemas.microsoft.com/office/drawing/2014/main" id="{994057ED-D9D2-4613-B9FC-39947C0E406A}"/>
              </a:ext>
            </a:extLst>
          </p:cNvPr>
          <p:cNvGrpSpPr/>
          <p:nvPr/>
        </p:nvGrpSpPr>
        <p:grpSpPr>
          <a:xfrm>
            <a:off x="996628" y="6740626"/>
            <a:ext cx="6697696" cy="9609142"/>
            <a:chOff x="10218704" y="6288084"/>
            <a:chExt cx="6697696" cy="9609142"/>
          </a:xfrm>
        </p:grpSpPr>
        <p:sp>
          <p:nvSpPr>
            <p:cNvPr id="52" name="직사각형 51">
              <a:extLst>
                <a:ext uri="{FF2B5EF4-FFF2-40B4-BE49-F238E27FC236}">
                  <a16:creationId xmlns:a16="http://schemas.microsoft.com/office/drawing/2014/main" id="{C80A477C-5DB9-49F8-B019-DDDFD6C49E68}"/>
                </a:ext>
              </a:extLst>
            </p:cNvPr>
            <p:cNvSpPr/>
            <p:nvPr/>
          </p:nvSpPr>
          <p:spPr>
            <a:xfrm>
              <a:off x="10218704" y="6288084"/>
              <a:ext cx="6697696" cy="960914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56" name="TextBox 55">
              <a:extLst>
                <a:ext uri="{FF2B5EF4-FFF2-40B4-BE49-F238E27FC236}">
                  <a16:creationId xmlns:a16="http://schemas.microsoft.com/office/drawing/2014/main" id="{C9DBB0A6-D5B8-4EAF-822A-2961569E4A8C}"/>
                </a:ext>
              </a:extLst>
            </p:cNvPr>
            <p:cNvSpPr txBox="1"/>
            <p:nvPr/>
          </p:nvSpPr>
          <p:spPr>
            <a:xfrm>
              <a:off x="10504346" y="6473299"/>
              <a:ext cx="1343638"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err="1">
                  <a:latin typeface="맑은 고딕" panose="020B0503020000020004" pitchFamily="50" charset="-127"/>
                  <a:ea typeface="맑은 고딕" panose="020B0503020000020004" pitchFamily="50" charset="-127"/>
                </a:rPr>
                <a:t>의약외품</a:t>
              </a:r>
              <a:r>
                <a:rPr lang="ko-KR" altLang="en-US" sz="900" dirty="0">
                  <a:latin typeface="맑은 고딕" panose="020B0503020000020004" pitchFamily="50" charset="-127"/>
                  <a:ea typeface="맑은 고딕" panose="020B0503020000020004" pitchFamily="50" charset="-127"/>
                </a:rPr>
                <a:t> 및 화장품</a:t>
              </a:r>
              <a:endParaRPr lang="ko-KR" altLang="en-US" sz="900" dirty="0"/>
            </a:p>
          </p:txBody>
        </p:sp>
        <p:sp>
          <p:nvSpPr>
            <p:cNvPr id="11" name="직사각형 10">
              <a:extLst>
                <a:ext uri="{FF2B5EF4-FFF2-40B4-BE49-F238E27FC236}">
                  <a16:creationId xmlns:a16="http://schemas.microsoft.com/office/drawing/2014/main" id="{5B8F21BA-71BF-4688-9F61-6A0573A32E5D}"/>
                </a:ext>
              </a:extLst>
            </p:cNvPr>
            <p:cNvSpPr/>
            <p:nvPr/>
          </p:nvSpPr>
          <p:spPr>
            <a:xfrm>
              <a:off x="10580651" y="6789213"/>
              <a:ext cx="2848892" cy="1475016"/>
            </a:xfrm>
            <a:prstGeom prst="rect">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800" b="0" i="0" u="none" strike="noStrike" cap="none" normalizeH="0" baseline="0" dirty="0">
                <a:ln>
                  <a:noFill/>
                </a:ln>
                <a:solidFill>
                  <a:schemeClr val="tx1"/>
                </a:solidFill>
                <a:effectLst/>
                <a:latin typeface="Arial" panose="020B0604020202020204" pitchFamily="34" charset="0"/>
              </a:endParaRP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제품명.</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용량 및 중량.</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전 성분(화장품의 경우).</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사용 방법 및 주의사항.</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제조업체 및 제조국가.</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유효기간(사용 기한).</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기능성 화장품일 경우, </a:t>
              </a:r>
              <a:r>
                <a:rPr kumimoji="0" lang="ko-KR" altLang="ko-KR" sz="800" b="0" i="0" u="none" strike="noStrike" cap="none" normalizeH="0" baseline="0" dirty="0" err="1">
                  <a:ln>
                    <a:noFill/>
                  </a:ln>
                  <a:solidFill>
                    <a:schemeClr val="tx1"/>
                  </a:solidFill>
                  <a:effectLst/>
                  <a:latin typeface="Arial" panose="020B0604020202020204" pitchFamily="34" charset="0"/>
                </a:rPr>
                <a:t>식약처</a:t>
              </a:r>
              <a:r>
                <a:rPr kumimoji="0" lang="ko-KR" altLang="ko-KR" sz="800" b="0" i="0" u="none" strike="noStrike" cap="none" normalizeH="0" baseline="0" dirty="0">
                  <a:ln>
                    <a:noFill/>
                  </a:ln>
                  <a:solidFill>
                    <a:schemeClr val="tx1"/>
                  </a:solidFill>
                  <a:effectLst/>
                  <a:latin typeface="Arial" panose="020B0604020202020204" pitchFamily="34" charset="0"/>
                </a:rPr>
                <a:t> 인증 내용. </a:t>
              </a:r>
            </a:p>
            <a:p>
              <a:endParaRPr lang="ko-KR" altLang="en-US" sz="800" dirty="0">
                <a:solidFill>
                  <a:schemeClr val="tx1"/>
                </a:solidFill>
              </a:endParaRPr>
            </a:p>
          </p:txBody>
        </p:sp>
        <p:sp>
          <p:nvSpPr>
            <p:cNvPr id="57" name="TextBox 56">
              <a:extLst>
                <a:ext uri="{FF2B5EF4-FFF2-40B4-BE49-F238E27FC236}">
                  <a16:creationId xmlns:a16="http://schemas.microsoft.com/office/drawing/2014/main" id="{F89C32F3-D1E7-4AEF-822C-FA1C326C9B41}"/>
                </a:ext>
              </a:extLst>
            </p:cNvPr>
            <p:cNvSpPr txBox="1"/>
            <p:nvPr/>
          </p:nvSpPr>
          <p:spPr>
            <a:xfrm>
              <a:off x="13712900" y="6473299"/>
              <a:ext cx="1268296"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a:t>의류 및 패션 상품</a:t>
              </a:r>
            </a:p>
          </p:txBody>
        </p:sp>
        <p:sp>
          <p:nvSpPr>
            <p:cNvPr id="58" name="직사각형 57">
              <a:extLst>
                <a:ext uri="{FF2B5EF4-FFF2-40B4-BE49-F238E27FC236}">
                  <a16:creationId xmlns:a16="http://schemas.microsoft.com/office/drawing/2014/main" id="{7B141347-F7CE-4993-AD3A-82D79A845509}"/>
                </a:ext>
              </a:extLst>
            </p:cNvPr>
            <p:cNvSpPr/>
            <p:nvPr/>
          </p:nvSpPr>
          <p:spPr>
            <a:xfrm>
              <a:off x="13789205" y="6789213"/>
              <a:ext cx="2702126" cy="1475016"/>
            </a:xfrm>
            <a:prstGeom prst="rect">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제품명.</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소재(섬유의 </a:t>
              </a:r>
              <a:r>
                <a:rPr kumimoji="0" lang="ko-KR" altLang="ko-KR" sz="800" b="0" i="0" u="none" strike="noStrike" cap="none" normalizeH="0" baseline="0" dirty="0" err="1">
                  <a:ln>
                    <a:noFill/>
                  </a:ln>
                  <a:solidFill>
                    <a:schemeClr val="tx1"/>
                  </a:solidFill>
                  <a:effectLst/>
                  <a:latin typeface="Arial" panose="020B0604020202020204" pitchFamily="34" charset="0"/>
                </a:rPr>
                <a:t>혼용률</a:t>
              </a:r>
              <a:r>
                <a:rPr kumimoji="0" lang="ko-KR" altLang="ko-KR" sz="800" b="0" i="0" u="none" strike="noStrike" cap="none" normalizeH="0" baseline="0" dirty="0">
                  <a:ln>
                    <a:noFill/>
                  </a:ln>
                  <a:solidFill>
                    <a:schemeClr val="tx1"/>
                  </a:solidFill>
                  <a:effectLst/>
                  <a:latin typeface="Arial" panose="020B0604020202020204" pitchFamily="34" charset="0"/>
                </a:rPr>
                <a:t>).</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제조업체명 및 제조국가.</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사이즈.</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세탁 방법.</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제조연월.</a:t>
              </a:r>
              <a:endParaRPr lang="ko-KR" altLang="en-US" sz="800" dirty="0">
                <a:solidFill>
                  <a:schemeClr val="tx1"/>
                </a:solidFill>
              </a:endParaRPr>
            </a:p>
          </p:txBody>
        </p:sp>
        <p:sp>
          <p:nvSpPr>
            <p:cNvPr id="65" name="TextBox 64">
              <a:extLst>
                <a:ext uri="{FF2B5EF4-FFF2-40B4-BE49-F238E27FC236}">
                  <a16:creationId xmlns:a16="http://schemas.microsoft.com/office/drawing/2014/main" id="{32781F5A-9EC8-4ED8-A547-7D39C0A69847}"/>
                </a:ext>
              </a:extLst>
            </p:cNvPr>
            <p:cNvSpPr txBox="1"/>
            <p:nvPr/>
          </p:nvSpPr>
          <p:spPr>
            <a:xfrm>
              <a:off x="10504346" y="8821522"/>
              <a:ext cx="1459054"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a:t>전자제품 및 전기용품</a:t>
              </a:r>
            </a:p>
          </p:txBody>
        </p:sp>
        <p:sp>
          <p:nvSpPr>
            <p:cNvPr id="66" name="직사각형 65">
              <a:extLst>
                <a:ext uri="{FF2B5EF4-FFF2-40B4-BE49-F238E27FC236}">
                  <a16:creationId xmlns:a16="http://schemas.microsoft.com/office/drawing/2014/main" id="{30EACC68-8AC2-4168-B57C-05FA0354E460}"/>
                </a:ext>
              </a:extLst>
            </p:cNvPr>
            <p:cNvSpPr/>
            <p:nvPr/>
          </p:nvSpPr>
          <p:spPr>
            <a:xfrm>
              <a:off x="10580650" y="9137436"/>
              <a:ext cx="2848893" cy="1642102"/>
            </a:xfrm>
            <a:prstGeom prst="rect">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제품명.</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모델명.</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err="1">
                  <a:ln>
                    <a:noFill/>
                  </a:ln>
                  <a:solidFill>
                    <a:schemeClr val="tx1"/>
                  </a:solidFill>
                  <a:effectLst/>
                  <a:latin typeface="Arial" panose="020B0604020202020204" pitchFamily="34" charset="0"/>
                </a:rPr>
                <a:t>전기용품안전인증번호</a:t>
              </a:r>
              <a:r>
                <a:rPr kumimoji="0" lang="ko-KR" altLang="ko-KR" sz="800" b="0" i="0" u="none" strike="noStrike" cap="none" normalizeH="0" baseline="0" dirty="0">
                  <a:ln>
                    <a:noFill/>
                  </a:ln>
                  <a:solidFill>
                    <a:schemeClr val="tx1"/>
                  </a:solidFill>
                  <a:effectLst/>
                  <a:latin typeface="Arial" panose="020B0604020202020204" pitchFamily="34" charset="0"/>
                </a:rPr>
                <a:t>.</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제조업체명 및 제조국가.</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제조연월.</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정격전압/소비전력.</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KC 인증마크 및 번호.</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AS 연락처. </a:t>
              </a:r>
            </a:p>
            <a:p>
              <a:endParaRPr lang="ko-KR" altLang="en-US" sz="800" dirty="0">
                <a:solidFill>
                  <a:schemeClr val="tx1"/>
                </a:solidFill>
              </a:endParaRPr>
            </a:p>
          </p:txBody>
        </p:sp>
        <p:sp>
          <p:nvSpPr>
            <p:cNvPr id="67" name="TextBox 66">
              <a:extLst>
                <a:ext uri="{FF2B5EF4-FFF2-40B4-BE49-F238E27FC236}">
                  <a16:creationId xmlns:a16="http://schemas.microsoft.com/office/drawing/2014/main" id="{85204D46-D87B-4527-B607-06BC1E219797}"/>
                </a:ext>
              </a:extLst>
            </p:cNvPr>
            <p:cNvSpPr txBox="1"/>
            <p:nvPr/>
          </p:nvSpPr>
          <p:spPr>
            <a:xfrm>
              <a:off x="13712900" y="8821522"/>
              <a:ext cx="2021707"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a:t>어린이 제품</a:t>
              </a:r>
              <a:r>
                <a:rPr lang="en-US" altLang="ko-KR" sz="900" dirty="0"/>
                <a:t>( </a:t>
              </a:r>
              <a:r>
                <a:rPr lang="ko-KR" altLang="en-US" sz="900" dirty="0"/>
                <a:t>완구</a:t>
              </a:r>
              <a:r>
                <a:rPr lang="en-US" altLang="ko-KR" sz="900" dirty="0"/>
                <a:t>, </a:t>
              </a:r>
              <a:r>
                <a:rPr lang="ko-KR" altLang="en-US" sz="900" dirty="0"/>
                <a:t>유아용품 등 </a:t>
              </a:r>
              <a:r>
                <a:rPr lang="en-US" altLang="ko-KR" sz="900" dirty="0"/>
                <a:t>)</a:t>
              </a:r>
              <a:endParaRPr lang="ko-KR" altLang="en-US" sz="900" dirty="0"/>
            </a:p>
          </p:txBody>
        </p:sp>
        <p:sp>
          <p:nvSpPr>
            <p:cNvPr id="68" name="직사각형 67">
              <a:extLst>
                <a:ext uri="{FF2B5EF4-FFF2-40B4-BE49-F238E27FC236}">
                  <a16:creationId xmlns:a16="http://schemas.microsoft.com/office/drawing/2014/main" id="{9690E998-08DE-4155-ABA5-D74CFD95FE3B}"/>
                </a:ext>
              </a:extLst>
            </p:cNvPr>
            <p:cNvSpPr/>
            <p:nvPr/>
          </p:nvSpPr>
          <p:spPr>
            <a:xfrm>
              <a:off x="13789204" y="9137435"/>
              <a:ext cx="2702127" cy="1642101"/>
            </a:xfrm>
            <a:prstGeom prst="rect">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제품명.</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사용 연령 또는 적정 연령.</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안전 인증 마크 및 번호.</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주의 문구</a:t>
              </a: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(예: 작은 부품 포함 여부, 질식 위험 등).</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제조업체명 및 제조국가. </a:t>
              </a:r>
            </a:p>
            <a:p>
              <a:pPr marL="0" marR="0" lvl="0" indent="0" algn="l" defTabSz="914400" rtl="0" eaLnBrk="0" fontAlgn="base" latinLnBrk="0" hangingPunct="0">
                <a:lnSpc>
                  <a:spcPct val="150000"/>
                </a:lnSpc>
                <a:spcBef>
                  <a:spcPct val="0"/>
                </a:spcBef>
                <a:spcAft>
                  <a:spcPct val="0"/>
                </a:spcAft>
                <a:buClrTx/>
                <a:buSzTx/>
                <a:buFontTx/>
                <a:buChar char="•"/>
                <a:tabLst/>
              </a:pPr>
              <a:endParaRPr lang="ko-KR" altLang="en-US" sz="800" dirty="0">
                <a:solidFill>
                  <a:schemeClr val="tx1"/>
                </a:solidFill>
              </a:endParaRPr>
            </a:p>
          </p:txBody>
        </p:sp>
        <p:sp>
          <p:nvSpPr>
            <p:cNvPr id="69" name="TextBox 68">
              <a:extLst>
                <a:ext uri="{FF2B5EF4-FFF2-40B4-BE49-F238E27FC236}">
                  <a16:creationId xmlns:a16="http://schemas.microsoft.com/office/drawing/2014/main" id="{325E1FD5-3250-47E3-B2EE-CE1D43051BC9}"/>
                </a:ext>
              </a:extLst>
            </p:cNvPr>
            <p:cNvSpPr txBox="1"/>
            <p:nvPr/>
          </p:nvSpPr>
          <p:spPr>
            <a:xfrm>
              <a:off x="10504346" y="11336828"/>
              <a:ext cx="1499128"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가구 및 인테리어 제품</a:t>
              </a:r>
              <a:endParaRPr lang="ko-KR" altLang="en-US" sz="900" dirty="0"/>
            </a:p>
          </p:txBody>
        </p:sp>
        <p:sp>
          <p:nvSpPr>
            <p:cNvPr id="70" name="직사각형 69">
              <a:extLst>
                <a:ext uri="{FF2B5EF4-FFF2-40B4-BE49-F238E27FC236}">
                  <a16:creationId xmlns:a16="http://schemas.microsoft.com/office/drawing/2014/main" id="{BE1C5595-ACB7-4EF6-B6F7-EC08058F0AF4}"/>
                </a:ext>
              </a:extLst>
            </p:cNvPr>
            <p:cNvSpPr/>
            <p:nvPr/>
          </p:nvSpPr>
          <p:spPr>
            <a:xfrm>
              <a:off x="10580650" y="11652742"/>
              <a:ext cx="2848893" cy="1339471"/>
            </a:xfrm>
            <a:prstGeom prst="rect">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제품명.</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크기 및 재질.</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제조업체명 및 제조국가.</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제조연월.</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조립 여부. </a:t>
              </a:r>
            </a:p>
          </p:txBody>
        </p:sp>
        <p:sp>
          <p:nvSpPr>
            <p:cNvPr id="71" name="TextBox 70">
              <a:extLst>
                <a:ext uri="{FF2B5EF4-FFF2-40B4-BE49-F238E27FC236}">
                  <a16:creationId xmlns:a16="http://schemas.microsoft.com/office/drawing/2014/main" id="{2402A360-A4D7-44C2-9461-C917A1CCAEA4}"/>
                </a:ext>
              </a:extLst>
            </p:cNvPr>
            <p:cNvSpPr txBox="1"/>
            <p:nvPr/>
          </p:nvSpPr>
          <p:spPr>
            <a:xfrm>
              <a:off x="13712900" y="11336828"/>
              <a:ext cx="997389"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a:t>주류 및 담배</a:t>
              </a:r>
            </a:p>
          </p:txBody>
        </p:sp>
        <p:sp>
          <p:nvSpPr>
            <p:cNvPr id="72" name="직사각형 71">
              <a:extLst>
                <a:ext uri="{FF2B5EF4-FFF2-40B4-BE49-F238E27FC236}">
                  <a16:creationId xmlns:a16="http://schemas.microsoft.com/office/drawing/2014/main" id="{5C045716-99A2-4D25-ACA6-24525615B2FC}"/>
                </a:ext>
              </a:extLst>
            </p:cNvPr>
            <p:cNvSpPr/>
            <p:nvPr/>
          </p:nvSpPr>
          <p:spPr>
            <a:xfrm>
              <a:off x="13789204" y="11652741"/>
              <a:ext cx="2702127" cy="1339471"/>
            </a:xfrm>
            <a:prstGeom prst="rect">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제품명.</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알코올 함량.</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제조업체명 및 제조국가.</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유통기한(일부 주류 제외).</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음주 시 주의사항</a:t>
              </a: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(임산부 경고 문구 등). </a:t>
              </a:r>
            </a:p>
            <a:p>
              <a:pPr marL="0" marR="0" lvl="0" indent="0" algn="l" defTabSz="914400" rtl="0" eaLnBrk="0" fontAlgn="base" latinLnBrk="0" hangingPunct="0">
                <a:lnSpc>
                  <a:spcPct val="150000"/>
                </a:lnSpc>
                <a:spcBef>
                  <a:spcPct val="0"/>
                </a:spcBef>
                <a:spcAft>
                  <a:spcPct val="0"/>
                </a:spcAft>
                <a:buClrTx/>
                <a:buSzTx/>
                <a:buFontTx/>
                <a:buChar char="•"/>
                <a:tabLst/>
              </a:pPr>
              <a:endParaRPr lang="ko-KR" altLang="en-US" sz="800" dirty="0">
                <a:solidFill>
                  <a:schemeClr val="tx1"/>
                </a:solidFill>
              </a:endParaRPr>
            </a:p>
          </p:txBody>
        </p:sp>
        <p:sp>
          <p:nvSpPr>
            <p:cNvPr id="73" name="TextBox 72">
              <a:extLst>
                <a:ext uri="{FF2B5EF4-FFF2-40B4-BE49-F238E27FC236}">
                  <a16:creationId xmlns:a16="http://schemas.microsoft.com/office/drawing/2014/main" id="{E26D65D3-CFE1-43BC-A969-4A70833B3C79}"/>
                </a:ext>
              </a:extLst>
            </p:cNvPr>
            <p:cNvSpPr txBox="1"/>
            <p:nvPr/>
          </p:nvSpPr>
          <p:spPr>
            <a:xfrm>
              <a:off x="10504346" y="13671157"/>
              <a:ext cx="161454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a:t>자동차 및 오토바이 부품</a:t>
              </a:r>
            </a:p>
          </p:txBody>
        </p:sp>
        <p:sp>
          <p:nvSpPr>
            <p:cNvPr id="74" name="직사각형 73">
              <a:extLst>
                <a:ext uri="{FF2B5EF4-FFF2-40B4-BE49-F238E27FC236}">
                  <a16:creationId xmlns:a16="http://schemas.microsoft.com/office/drawing/2014/main" id="{308CED10-7734-469D-B781-78F03ED43A03}"/>
                </a:ext>
              </a:extLst>
            </p:cNvPr>
            <p:cNvSpPr/>
            <p:nvPr/>
          </p:nvSpPr>
          <p:spPr>
            <a:xfrm>
              <a:off x="10580650" y="13987071"/>
              <a:ext cx="2848893" cy="1339471"/>
            </a:xfrm>
            <a:prstGeom prst="rect">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제품명.</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모델명 및 호환 정보.</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제조업체명 및 제조국가.</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품질 보증기간.</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KC 인증 정보</a:t>
              </a: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(해당 시). </a:t>
              </a:r>
            </a:p>
            <a:p>
              <a:endParaRPr lang="ko-KR" altLang="en-US" sz="800" dirty="0">
                <a:solidFill>
                  <a:schemeClr val="tx1"/>
                </a:solidFill>
              </a:endParaRPr>
            </a:p>
          </p:txBody>
        </p:sp>
        <p:sp>
          <p:nvSpPr>
            <p:cNvPr id="75" name="TextBox 74">
              <a:extLst>
                <a:ext uri="{FF2B5EF4-FFF2-40B4-BE49-F238E27FC236}">
                  <a16:creationId xmlns:a16="http://schemas.microsoft.com/office/drawing/2014/main" id="{96293622-A367-4237-8090-3C375D66E14A}"/>
                </a:ext>
              </a:extLst>
            </p:cNvPr>
            <p:cNvSpPr txBox="1"/>
            <p:nvPr/>
          </p:nvSpPr>
          <p:spPr>
            <a:xfrm>
              <a:off x="13712900" y="13671157"/>
              <a:ext cx="95731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a:t>기타 수입품</a:t>
              </a:r>
            </a:p>
          </p:txBody>
        </p:sp>
        <p:sp>
          <p:nvSpPr>
            <p:cNvPr id="76" name="직사각형 75">
              <a:extLst>
                <a:ext uri="{FF2B5EF4-FFF2-40B4-BE49-F238E27FC236}">
                  <a16:creationId xmlns:a16="http://schemas.microsoft.com/office/drawing/2014/main" id="{6DBF2129-EBFC-404D-A7C0-59183EFD809E}"/>
                </a:ext>
              </a:extLst>
            </p:cNvPr>
            <p:cNvSpPr/>
            <p:nvPr/>
          </p:nvSpPr>
          <p:spPr>
            <a:xfrm>
              <a:off x="13789204" y="13987071"/>
              <a:ext cx="2702127" cy="1339472"/>
            </a:xfrm>
            <a:prstGeom prst="rect">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en-US" sz="800" b="0" i="0" u="none" strike="noStrike" cap="none" normalizeH="0" baseline="0" dirty="0">
                  <a:ln>
                    <a:noFill/>
                  </a:ln>
                  <a:solidFill>
                    <a:schemeClr val="tx1"/>
                  </a:solidFill>
                  <a:effectLst/>
                  <a:latin typeface="Arial" panose="020B0604020202020204" pitchFamily="34" charset="0"/>
                </a:rPr>
                <a:t>원산지</a:t>
              </a:r>
              <a:r>
                <a:rPr kumimoji="0" lang="ko-KR" altLang="ko-KR" sz="800" b="0" i="0" u="none" strike="noStrike" cap="none" normalizeH="0" baseline="0" dirty="0">
                  <a:ln>
                    <a:noFill/>
                  </a:ln>
                  <a:solidFill>
                    <a:schemeClr val="tx1"/>
                  </a:solidFill>
                  <a:effectLst/>
                  <a:latin typeface="Arial" panose="020B0604020202020204" pitchFamily="34" charset="0"/>
                </a:rPr>
                <a:t>.</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en-US" sz="800" b="0" i="0" u="none" strike="noStrike" cap="none" normalizeH="0" baseline="0" dirty="0">
                  <a:ln>
                    <a:noFill/>
                  </a:ln>
                  <a:solidFill>
                    <a:schemeClr val="tx1"/>
                  </a:solidFill>
                  <a:effectLst/>
                  <a:latin typeface="Arial" panose="020B0604020202020204" pitchFamily="34" charset="0"/>
                </a:rPr>
                <a:t>수입업체명 및 연락처</a:t>
              </a:r>
              <a:r>
                <a:rPr kumimoji="0" lang="ko-KR" altLang="ko-KR" sz="800" b="0" i="0" u="none" strike="noStrike" cap="none" normalizeH="0" baseline="0" dirty="0">
                  <a:ln>
                    <a:noFill/>
                  </a:ln>
                  <a:solidFill>
                    <a:schemeClr val="tx1"/>
                  </a:solidFill>
                  <a:effectLst/>
                  <a:latin typeface="Arial" panose="020B0604020202020204" pitchFamily="34" charset="0"/>
                </a:rPr>
                <a:t>.</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안전 인증 마크 및 번호.</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lang="ko-KR" altLang="en-US" sz="800" dirty="0">
                  <a:solidFill>
                    <a:schemeClr val="tx1"/>
                  </a:solidFill>
                </a:rPr>
                <a:t>통관 여부 </a:t>
              </a:r>
              <a:r>
                <a:rPr lang="en-US" altLang="ko-KR" sz="800" dirty="0">
                  <a:solidFill>
                    <a:schemeClr val="tx1"/>
                  </a:solidFill>
                </a:rPr>
                <a:t>(</a:t>
              </a:r>
              <a:r>
                <a:rPr lang="ko-KR" altLang="en-US" sz="800" dirty="0">
                  <a:solidFill>
                    <a:schemeClr val="tx1"/>
                  </a:solidFill>
                </a:rPr>
                <a:t>정식 수입품임을 확인할 수 있어야 함</a:t>
              </a:r>
              <a:r>
                <a:rPr kumimoji="0" lang="ko-KR" altLang="ko-KR" sz="800" b="0" i="0" u="none" strike="noStrike" cap="none" normalizeH="0" baseline="0" dirty="0">
                  <a:ln>
                    <a:noFill/>
                  </a:ln>
                  <a:solidFill>
                    <a:schemeClr val="tx1"/>
                  </a:solidFill>
                  <a:effectLst/>
                  <a:latin typeface="Arial" panose="020B0604020202020204" pitchFamily="34" charset="0"/>
                </a:rPr>
                <a:t>).</a:t>
              </a:r>
            </a:p>
          </p:txBody>
        </p:sp>
      </p:grpSp>
      <p:cxnSp>
        <p:nvCxnSpPr>
          <p:cNvPr id="80" name="직선 화살표 연결선 79">
            <a:extLst>
              <a:ext uri="{FF2B5EF4-FFF2-40B4-BE49-F238E27FC236}">
                <a16:creationId xmlns:a16="http://schemas.microsoft.com/office/drawing/2014/main" id="{AC37C142-6F75-42A6-BA8B-1B4A677D5719}"/>
              </a:ext>
            </a:extLst>
          </p:cNvPr>
          <p:cNvCxnSpPr>
            <a:cxnSpLocks/>
          </p:cNvCxnSpPr>
          <p:nvPr/>
        </p:nvCxnSpPr>
        <p:spPr>
          <a:xfrm>
            <a:off x="3975250" y="6099316"/>
            <a:ext cx="0" cy="904447"/>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77" name="표 76">
            <a:extLst>
              <a:ext uri="{FF2B5EF4-FFF2-40B4-BE49-F238E27FC236}">
                <a16:creationId xmlns:a16="http://schemas.microsoft.com/office/drawing/2014/main" id="{6FD99239-D282-4F84-B938-80CA6F6DA81C}"/>
              </a:ext>
            </a:extLst>
          </p:cNvPr>
          <p:cNvGraphicFramePr>
            <a:graphicFrameLocks noGrp="1"/>
          </p:cNvGraphicFramePr>
          <p:nvPr>
            <p:extLst>
              <p:ext uri="{D42A27DB-BD31-4B8C-83A1-F6EECF244321}">
                <p14:modId xmlns:p14="http://schemas.microsoft.com/office/powerpoint/2010/main" val="809147947"/>
              </p:ext>
            </p:extLst>
          </p:nvPr>
        </p:nvGraphicFramePr>
        <p:xfrm>
          <a:off x="10171774" y="22159"/>
          <a:ext cx="1979018" cy="47711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RF-02-05-02-1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상품관리 </a:t>
                      </a:r>
                      <a:r>
                        <a:rPr lang="en-US" altLang="ko-KR" sz="800" dirty="0"/>
                        <a:t>&gt; </a:t>
                      </a:r>
                      <a:r>
                        <a:rPr lang="ko-KR" altLang="en-US" sz="800" dirty="0"/>
                        <a:t>자사상품관리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자사 상품 등록 </a:t>
                      </a:r>
                      <a:r>
                        <a:rPr lang="en-US" altLang="ko-KR" sz="800" dirty="0"/>
                        <a:t>&gt; </a:t>
                      </a:r>
                      <a:r>
                        <a:rPr lang="ko-KR" altLang="en-US" sz="800" dirty="0"/>
                        <a:t>상품 분류</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상품 </a:t>
                      </a:r>
                      <a:r>
                        <a:rPr lang="ko-KR" altLang="en-US" sz="800" dirty="0" err="1"/>
                        <a:t>대분류</a:t>
                      </a:r>
                      <a:r>
                        <a:rPr lang="ko-KR" altLang="en-US" sz="800" dirty="0"/>
                        <a:t> 선택 시 대분류가 특정 분류일 경우 필수표시사항 등록화면 표시</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대분류 </a:t>
                      </a:r>
                      <a:r>
                        <a:rPr lang="ko-KR" altLang="en-US" sz="800" b="0" dirty="0" err="1">
                          <a:solidFill>
                            <a:schemeClr val="tx1"/>
                          </a:solidFill>
                        </a:rPr>
                        <a:t>선택시</a:t>
                      </a:r>
                      <a:r>
                        <a:rPr lang="ko-KR" altLang="en-US" sz="800" b="0" dirty="0">
                          <a:solidFill>
                            <a:schemeClr val="tx1"/>
                          </a:solidFill>
                        </a:rPr>
                        <a:t> 필수표시 등록표가 출력되는 대분류</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식품</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건강기능식품</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err="1">
                          <a:solidFill>
                            <a:schemeClr val="tx1"/>
                          </a:solidFill>
                        </a:rPr>
                        <a:t>의약외품</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화장품</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의류</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패션 상품</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전자제품</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전기용품</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완구</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유아용품</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가구</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인테리어</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주류</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담배</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자동차</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오토바이 부품</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기타 수입품</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유형별 필수 표시 </a:t>
                      </a:r>
                      <a:r>
                        <a:rPr lang="ko-KR" altLang="en-US" sz="800" b="0" dirty="0" err="1">
                          <a:solidFill>
                            <a:schemeClr val="tx1"/>
                          </a:solidFill>
                        </a:rPr>
                        <a:t>등록폼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식품 및 건강기능식품 외 각 유형별 필수 표시 항목</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bl>
          </a:graphicData>
        </a:graphic>
      </p:graphicFrame>
      <p:sp>
        <p:nvSpPr>
          <p:cNvPr id="81" name="TextBox 80">
            <a:extLst>
              <a:ext uri="{FF2B5EF4-FFF2-40B4-BE49-F238E27FC236}">
                <a16:creationId xmlns:a16="http://schemas.microsoft.com/office/drawing/2014/main" id="{665F860D-953D-49C2-A24D-3AFF85A47965}"/>
              </a:ext>
            </a:extLst>
          </p:cNvPr>
          <p:cNvSpPr txBox="1"/>
          <p:nvPr/>
        </p:nvSpPr>
        <p:spPr>
          <a:xfrm>
            <a:off x="885593" y="6633361"/>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117" name="TextBox 116">
            <a:extLst>
              <a:ext uri="{FF2B5EF4-FFF2-40B4-BE49-F238E27FC236}">
                <a16:creationId xmlns:a16="http://schemas.microsoft.com/office/drawing/2014/main" id="{BDD2FC0E-F334-4015-8198-DD031500A7D4}"/>
              </a:ext>
            </a:extLst>
          </p:cNvPr>
          <p:cNvSpPr txBox="1"/>
          <p:nvPr/>
        </p:nvSpPr>
        <p:spPr>
          <a:xfrm>
            <a:off x="67274" y="2519303"/>
            <a:ext cx="3159839"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유형별  필수 표시 사항 </a:t>
            </a:r>
            <a:r>
              <a:rPr lang="en-US" altLang="ko-KR" sz="900" dirty="0">
                <a:latin typeface="맑은 고딕" panose="020B0503020000020004" pitchFamily="50" charset="-127"/>
                <a:ea typeface="맑은 고딕" panose="020B0503020000020004" pitchFamily="50" charset="-127"/>
              </a:rPr>
              <a:t>( </a:t>
            </a:r>
            <a:r>
              <a:rPr lang="ko-KR" altLang="en-US" sz="900" dirty="0">
                <a:latin typeface="맑은 고딕" panose="020B0503020000020004" pitchFamily="50" charset="-127"/>
                <a:ea typeface="맑은 고딕" panose="020B0503020000020004" pitchFamily="50" charset="-127"/>
              </a:rPr>
              <a:t>식품 및 건강기능식품 </a:t>
            </a:r>
            <a:r>
              <a:rPr lang="en-US" altLang="ko-KR" sz="900" dirty="0">
                <a:latin typeface="맑은 고딕" panose="020B0503020000020004" pitchFamily="50" charset="-127"/>
                <a:ea typeface="맑은 고딕" panose="020B0503020000020004" pitchFamily="50" charset="-127"/>
              </a:rPr>
              <a:t>)</a:t>
            </a:r>
            <a:endParaRPr lang="ko-KR" altLang="en-US" sz="900" dirty="0"/>
          </a:p>
        </p:txBody>
      </p:sp>
      <p:graphicFrame>
        <p:nvGraphicFramePr>
          <p:cNvPr id="118" name="표 117">
            <a:extLst>
              <a:ext uri="{FF2B5EF4-FFF2-40B4-BE49-F238E27FC236}">
                <a16:creationId xmlns:a16="http://schemas.microsoft.com/office/drawing/2014/main" id="{1082BF31-DB83-4B52-9D5A-447187644786}"/>
              </a:ext>
            </a:extLst>
          </p:cNvPr>
          <p:cNvGraphicFramePr>
            <a:graphicFrameLocks noGrp="1"/>
          </p:cNvGraphicFramePr>
          <p:nvPr>
            <p:extLst>
              <p:ext uri="{D42A27DB-BD31-4B8C-83A1-F6EECF244321}">
                <p14:modId xmlns:p14="http://schemas.microsoft.com/office/powerpoint/2010/main" val="10823918"/>
              </p:ext>
            </p:extLst>
          </p:nvPr>
        </p:nvGraphicFramePr>
        <p:xfrm>
          <a:off x="125631" y="2780341"/>
          <a:ext cx="9943897" cy="3169920"/>
        </p:xfrm>
        <a:graphic>
          <a:graphicData uri="http://schemas.openxmlformats.org/drawingml/2006/table">
            <a:tbl>
              <a:tblPr firstRow="1" bandRow="1">
                <a:tableStyleId>{5C22544A-7EE6-4342-B048-85BDC9FD1C3A}</a:tableStyleId>
              </a:tblPr>
              <a:tblGrid>
                <a:gridCol w="1941294">
                  <a:extLst>
                    <a:ext uri="{9D8B030D-6E8A-4147-A177-3AD203B41FA5}">
                      <a16:colId xmlns:a16="http://schemas.microsoft.com/office/drawing/2014/main" val="20000"/>
                    </a:ext>
                  </a:extLst>
                </a:gridCol>
                <a:gridCol w="3362325">
                  <a:extLst>
                    <a:ext uri="{9D8B030D-6E8A-4147-A177-3AD203B41FA5}">
                      <a16:colId xmlns:a16="http://schemas.microsoft.com/office/drawing/2014/main" val="20001"/>
                    </a:ext>
                  </a:extLst>
                </a:gridCol>
                <a:gridCol w="1876425">
                  <a:extLst>
                    <a:ext uri="{9D8B030D-6E8A-4147-A177-3AD203B41FA5}">
                      <a16:colId xmlns:a16="http://schemas.microsoft.com/office/drawing/2014/main" val="211876217"/>
                    </a:ext>
                  </a:extLst>
                </a:gridCol>
                <a:gridCol w="2763853">
                  <a:extLst>
                    <a:ext uri="{9D8B030D-6E8A-4147-A177-3AD203B41FA5}">
                      <a16:colId xmlns:a16="http://schemas.microsoft.com/office/drawing/2014/main" val="3922035445"/>
                    </a:ext>
                  </a:extLst>
                </a:gridCol>
              </a:tblGrid>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제품명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식품의 유형</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제조업소명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소재지</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941157010"/>
                  </a:ext>
                </a:extLst>
              </a:tr>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원재료 명 및 함량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알레르기 유발 물질 표시 포함</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lnL w="6350" cap="flat" cmpd="sng" algn="ctr">
                      <a:solidFill>
                        <a:schemeClr val="bg1">
                          <a:lumMod val="75000"/>
                        </a:schemeClr>
                      </a:solidFill>
                      <a:prstDash val="solid"/>
                      <a:round/>
                      <a:headEnd type="none" w="med" len="med"/>
                      <a:tailEnd type="none" w="med" len="med"/>
                    </a:lnL>
                    <a:lnT w="6350" cap="flat" cmpd="sng" algn="ctr">
                      <a:solidFill>
                        <a:schemeClr val="bg1">
                          <a:lumMod val="75000"/>
                        </a:schemeClr>
                      </a:solidFill>
                      <a:prstDash val="solid"/>
                      <a:round/>
                      <a:headEnd type="none" w="med" len="med"/>
                      <a:tailEnd type="none" w="med" len="med"/>
                    </a:lnT>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40194574"/>
                  </a:ext>
                </a:extLst>
              </a:tr>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유통기한 또는 품질유지기한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제조연월일</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27709410"/>
                  </a:ext>
                </a:extLst>
              </a:tr>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내용량</a:t>
                      </a:r>
                      <a:r>
                        <a:rPr lang="ko-KR" altLang="en-US" sz="800" b="0" dirty="0">
                          <a:solidFill>
                            <a:schemeClr val="tx1"/>
                          </a:solidFill>
                        </a:rPr>
                        <a:t> </a:t>
                      </a:r>
                      <a:r>
                        <a:rPr lang="en-US" altLang="ko-KR" sz="800" b="0" dirty="0">
                          <a:solidFill>
                            <a:schemeClr val="tx1"/>
                          </a:solidFill>
                        </a:rPr>
                        <a:t>( </a:t>
                      </a:r>
                      <a:r>
                        <a:rPr lang="ko-KR" altLang="en-US" sz="800" b="0" dirty="0">
                          <a:solidFill>
                            <a:schemeClr val="tx1"/>
                          </a:solidFill>
                        </a:rPr>
                        <a:t>중량</a:t>
                      </a:r>
                      <a:r>
                        <a:rPr lang="en-US" altLang="ko-KR" sz="800" b="0" dirty="0">
                          <a:solidFill>
                            <a:schemeClr val="tx1"/>
                          </a:solidFill>
                        </a:rPr>
                        <a:t>, </a:t>
                      </a:r>
                      <a:r>
                        <a:rPr lang="ko-KR" altLang="en-US" sz="800" b="0" dirty="0">
                          <a:solidFill>
                            <a:schemeClr val="tx1"/>
                          </a:solidFill>
                        </a:rPr>
                        <a:t>부피 등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lnL w="6350" cap="flat" cmpd="sng" algn="ctr">
                      <a:solidFill>
                        <a:schemeClr val="bg1">
                          <a:lumMod val="75000"/>
                        </a:schemeClr>
                      </a:solidFill>
                      <a:prstDash val="solid"/>
                      <a:round/>
                      <a:headEnd type="none" w="med" len="med"/>
                      <a:tailEnd type="none" w="med" len="med"/>
                    </a:lnL>
                    <a:lnT w="6350" cap="flat" cmpd="sng" algn="ctr">
                      <a:solidFill>
                        <a:schemeClr val="bg1">
                          <a:lumMod val="75000"/>
                        </a:schemeClr>
                      </a:solidFill>
                      <a:prstDash val="solid"/>
                      <a:round/>
                      <a:headEnd type="none" w="med" len="med"/>
                      <a:tailEnd type="none" w="med" len="med"/>
                    </a:lnT>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36536324"/>
                  </a:ext>
                </a:extLst>
              </a:tr>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보관방법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lnL w="6350" cap="flat" cmpd="sng" algn="ctr">
                      <a:solidFill>
                        <a:schemeClr val="bg1">
                          <a:lumMod val="75000"/>
                        </a:schemeClr>
                      </a:solidFill>
                      <a:prstDash val="solid"/>
                      <a:round/>
                      <a:headEnd type="none" w="med" len="med"/>
                      <a:tailEnd type="none" w="med" len="med"/>
                    </a:ln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51773791"/>
                  </a:ext>
                </a:extLst>
              </a:tr>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섭취 방법 및 섭취 시 주의 사항</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lnL w="6350" cap="flat" cmpd="sng" algn="ctr">
                      <a:solidFill>
                        <a:schemeClr val="bg1">
                          <a:lumMod val="75000"/>
                        </a:schemeClr>
                      </a:solidFill>
                      <a:prstDash val="solid"/>
                      <a:round/>
                      <a:headEnd type="none" w="med" len="med"/>
                      <a:tailEnd type="none" w="med" len="med"/>
                    </a:ln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620637217"/>
                  </a:ext>
                </a:extLst>
              </a:tr>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건강기능식품의 경우 기능성 내용</a:t>
                      </a: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및 </a:t>
                      </a:r>
                      <a:r>
                        <a:rPr lang="en-US" altLang="ko-KR" sz="800" b="0" dirty="0">
                          <a:solidFill>
                            <a:schemeClr val="tx1"/>
                          </a:solidFill>
                        </a:rPr>
                        <a:t>‘</a:t>
                      </a:r>
                      <a:r>
                        <a:rPr lang="ko-KR" altLang="en-US" sz="800" b="0" dirty="0">
                          <a:solidFill>
                            <a:schemeClr val="tx1"/>
                          </a:solidFill>
                        </a:rPr>
                        <a:t>질병 예방</a:t>
                      </a:r>
                      <a:r>
                        <a:rPr lang="en-US" altLang="ko-KR" sz="800" b="0" dirty="0">
                          <a:solidFill>
                            <a:schemeClr val="tx1"/>
                          </a:solidFill>
                        </a:rPr>
                        <a:t>,</a:t>
                      </a:r>
                      <a:r>
                        <a:rPr lang="ko-KR" altLang="en-US" sz="800" b="0" dirty="0">
                          <a:solidFill>
                            <a:schemeClr val="tx1"/>
                          </a:solidFill>
                        </a:rPr>
                        <a:t>치료 목적이 아님</a:t>
                      </a:r>
                      <a:r>
                        <a:rPr lang="en-US" altLang="ko-KR" sz="800" b="0" dirty="0">
                          <a:solidFill>
                            <a:schemeClr val="tx1"/>
                          </a:solidFill>
                        </a:rPr>
                        <a:t>’ </a:t>
                      </a:r>
                      <a:r>
                        <a:rPr lang="ko-KR" altLang="en-US" sz="800" b="0" dirty="0">
                          <a:solidFill>
                            <a:schemeClr val="tx1"/>
                          </a:solidFill>
                        </a:rPr>
                        <a:t>문구표시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lnL w="6350" cap="flat" cmpd="sng" algn="ctr">
                      <a:solidFill>
                        <a:schemeClr val="bg1">
                          <a:lumMod val="75000"/>
                        </a:schemeClr>
                      </a:solidFill>
                      <a:prstDash val="solid"/>
                      <a:round/>
                      <a:headEnd type="none" w="med" len="med"/>
                      <a:tailEnd type="none" w="med" len="med"/>
                    </a:ln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067187253"/>
                  </a:ext>
                </a:extLst>
              </a:tr>
            </a:tbl>
          </a:graphicData>
        </a:graphic>
      </p:graphicFrame>
      <p:sp>
        <p:nvSpPr>
          <p:cNvPr id="119" name="직사각형 118">
            <a:extLst>
              <a:ext uri="{FF2B5EF4-FFF2-40B4-BE49-F238E27FC236}">
                <a16:creationId xmlns:a16="http://schemas.microsoft.com/office/drawing/2014/main" id="{8CCE9FB0-F429-470B-92FC-30BDA77434F0}"/>
              </a:ext>
            </a:extLst>
          </p:cNvPr>
          <p:cNvSpPr/>
          <p:nvPr/>
        </p:nvSpPr>
        <p:spPr>
          <a:xfrm>
            <a:off x="2122473" y="2797838"/>
            <a:ext cx="3044358" cy="179811"/>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20" name="직사각형 119">
            <a:extLst>
              <a:ext uri="{FF2B5EF4-FFF2-40B4-BE49-F238E27FC236}">
                <a16:creationId xmlns:a16="http://schemas.microsoft.com/office/drawing/2014/main" id="{445FD49F-A561-497A-B33E-3A9478BADCC4}"/>
              </a:ext>
            </a:extLst>
          </p:cNvPr>
          <p:cNvSpPr/>
          <p:nvPr/>
        </p:nvSpPr>
        <p:spPr>
          <a:xfrm>
            <a:off x="7380273" y="2797838"/>
            <a:ext cx="2478102" cy="179811"/>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21" name="직사각형 120">
            <a:extLst>
              <a:ext uri="{FF2B5EF4-FFF2-40B4-BE49-F238E27FC236}">
                <a16:creationId xmlns:a16="http://schemas.microsoft.com/office/drawing/2014/main" id="{86CC1F24-814F-4DE3-9667-0FB3EC5B7C90}"/>
              </a:ext>
            </a:extLst>
          </p:cNvPr>
          <p:cNvSpPr/>
          <p:nvPr/>
        </p:nvSpPr>
        <p:spPr>
          <a:xfrm>
            <a:off x="7380273" y="3008021"/>
            <a:ext cx="2478102" cy="179811"/>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22" name="직사각형 121">
            <a:extLst>
              <a:ext uri="{FF2B5EF4-FFF2-40B4-BE49-F238E27FC236}">
                <a16:creationId xmlns:a16="http://schemas.microsoft.com/office/drawing/2014/main" id="{99341EF1-BD7B-4BF2-960D-FC0C85D0DA4C}"/>
              </a:ext>
            </a:extLst>
          </p:cNvPr>
          <p:cNvSpPr/>
          <p:nvPr/>
        </p:nvSpPr>
        <p:spPr>
          <a:xfrm>
            <a:off x="2122473" y="3008020"/>
            <a:ext cx="3044358" cy="179811"/>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25" name="직사각형 124">
            <a:extLst>
              <a:ext uri="{FF2B5EF4-FFF2-40B4-BE49-F238E27FC236}">
                <a16:creationId xmlns:a16="http://schemas.microsoft.com/office/drawing/2014/main" id="{EF9F3497-AC58-4B9D-998E-3407FFD14317}"/>
              </a:ext>
            </a:extLst>
          </p:cNvPr>
          <p:cNvSpPr/>
          <p:nvPr/>
        </p:nvSpPr>
        <p:spPr>
          <a:xfrm>
            <a:off x="2122473" y="3239224"/>
            <a:ext cx="7735902" cy="42707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26" name="직사각형 125">
            <a:extLst>
              <a:ext uri="{FF2B5EF4-FFF2-40B4-BE49-F238E27FC236}">
                <a16:creationId xmlns:a16="http://schemas.microsoft.com/office/drawing/2014/main" id="{2E4359A4-19CC-45EA-ACD2-1BD5B50EF7F6}"/>
              </a:ext>
            </a:extLst>
          </p:cNvPr>
          <p:cNvSpPr/>
          <p:nvPr/>
        </p:nvSpPr>
        <p:spPr>
          <a:xfrm>
            <a:off x="2122472" y="3927869"/>
            <a:ext cx="3044358" cy="179811"/>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27" name="직사각형 126">
            <a:extLst>
              <a:ext uri="{FF2B5EF4-FFF2-40B4-BE49-F238E27FC236}">
                <a16:creationId xmlns:a16="http://schemas.microsoft.com/office/drawing/2014/main" id="{F975A54A-CB2A-4B7B-99EA-5805C4DA6DC8}"/>
              </a:ext>
            </a:extLst>
          </p:cNvPr>
          <p:cNvSpPr/>
          <p:nvPr/>
        </p:nvSpPr>
        <p:spPr>
          <a:xfrm>
            <a:off x="7375511" y="3917061"/>
            <a:ext cx="2478102" cy="179811"/>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28" name="직사각형 127">
            <a:extLst>
              <a:ext uri="{FF2B5EF4-FFF2-40B4-BE49-F238E27FC236}">
                <a16:creationId xmlns:a16="http://schemas.microsoft.com/office/drawing/2014/main" id="{B4114CDA-5B6C-494D-BCA8-77A9F19A9F4E}"/>
              </a:ext>
            </a:extLst>
          </p:cNvPr>
          <p:cNvSpPr/>
          <p:nvPr/>
        </p:nvSpPr>
        <p:spPr>
          <a:xfrm>
            <a:off x="2126573" y="4178569"/>
            <a:ext cx="7735902" cy="35103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29" name="직사각형 128">
            <a:extLst>
              <a:ext uri="{FF2B5EF4-FFF2-40B4-BE49-F238E27FC236}">
                <a16:creationId xmlns:a16="http://schemas.microsoft.com/office/drawing/2014/main" id="{FD6565AE-89DD-48DD-B53D-D3DE56ED1676}"/>
              </a:ext>
            </a:extLst>
          </p:cNvPr>
          <p:cNvSpPr/>
          <p:nvPr/>
        </p:nvSpPr>
        <p:spPr>
          <a:xfrm>
            <a:off x="2126573" y="4624392"/>
            <a:ext cx="7735902" cy="35103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32" name="직사각형 131">
            <a:extLst>
              <a:ext uri="{FF2B5EF4-FFF2-40B4-BE49-F238E27FC236}">
                <a16:creationId xmlns:a16="http://schemas.microsoft.com/office/drawing/2014/main" id="{86B9CDE1-619C-4A9F-A867-7780510CD1F1}"/>
              </a:ext>
            </a:extLst>
          </p:cNvPr>
          <p:cNvSpPr/>
          <p:nvPr/>
        </p:nvSpPr>
        <p:spPr>
          <a:xfrm>
            <a:off x="2126573" y="5081381"/>
            <a:ext cx="7735902" cy="35103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33" name="직사각형 132">
            <a:extLst>
              <a:ext uri="{FF2B5EF4-FFF2-40B4-BE49-F238E27FC236}">
                <a16:creationId xmlns:a16="http://schemas.microsoft.com/office/drawing/2014/main" id="{967990C4-A2E7-4C88-95C2-0A296AA3A0B0}"/>
              </a:ext>
            </a:extLst>
          </p:cNvPr>
          <p:cNvSpPr/>
          <p:nvPr/>
        </p:nvSpPr>
        <p:spPr>
          <a:xfrm>
            <a:off x="2126573" y="5538370"/>
            <a:ext cx="7735902" cy="35103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34" name="직사각형 133">
            <a:extLst>
              <a:ext uri="{FF2B5EF4-FFF2-40B4-BE49-F238E27FC236}">
                <a16:creationId xmlns:a16="http://schemas.microsoft.com/office/drawing/2014/main" id="{2F776792-AE5F-4305-B0D6-8E34E3CEB532}"/>
              </a:ext>
            </a:extLst>
          </p:cNvPr>
          <p:cNvSpPr/>
          <p:nvPr/>
        </p:nvSpPr>
        <p:spPr>
          <a:xfrm>
            <a:off x="0" y="2519303"/>
            <a:ext cx="10134598" cy="3579429"/>
          </a:xfrm>
          <a:prstGeom prst="rect">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35" name="직선 화살표 연결선 134">
            <a:extLst>
              <a:ext uri="{FF2B5EF4-FFF2-40B4-BE49-F238E27FC236}">
                <a16:creationId xmlns:a16="http://schemas.microsoft.com/office/drawing/2014/main" id="{AC37C142-6F75-42A6-BA8B-1B4A677D5719}"/>
              </a:ext>
            </a:extLst>
          </p:cNvPr>
          <p:cNvCxnSpPr>
            <a:cxnSpLocks/>
          </p:cNvCxnSpPr>
          <p:nvPr/>
        </p:nvCxnSpPr>
        <p:spPr>
          <a:xfrm>
            <a:off x="3975250" y="6098732"/>
            <a:ext cx="0" cy="904447"/>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97" name="표 96">
            <a:extLst>
              <a:ext uri="{FF2B5EF4-FFF2-40B4-BE49-F238E27FC236}">
                <a16:creationId xmlns:a16="http://schemas.microsoft.com/office/drawing/2014/main" id="{B46BF7B2-3258-4FE2-908C-8FE3260D4DEC}"/>
              </a:ext>
            </a:extLst>
          </p:cNvPr>
          <p:cNvGraphicFramePr>
            <a:graphicFrameLocks noGrp="1"/>
          </p:cNvGraphicFramePr>
          <p:nvPr>
            <p:extLst>
              <p:ext uri="{D42A27DB-BD31-4B8C-83A1-F6EECF244321}">
                <p14:modId xmlns:p14="http://schemas.microsoft.com/office/powerpoint/2010/main" val="39304558"/>
              </p:ext>
            </p:extLst>
          </p:nvPr>
        </p:nvGraphicFramePr>
        <p:xfrm>
          <a:off x="125632" y="728842"/>
          <a:ext cx="9943899" cy="85344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3780430">
                  <a:extLst>
                    <a:ext uri="{9D8B030D-6E8A-4147-A177-3AD203B41FA5}">
                      <a16:colId xmlns:a16="http://schemas.microsoft.com/office/drawing/2014/main" val="20001"/>
                    </a:ext>
                  </a:extLst>
                </a:gridCol>
                <a:gridCol w="1295703">
                  <a:extLst>
                    <a:ext uri="{9D8B030D-6E8A-4147-A177-3AD203B41FA5}">
                      <a16:colId xmlns:a16="http://schemas.microsoft.com/office/drawing/2014/main" val="4010982125"/>
                    </a:ext>
                  </a:extLst>
                </a:gridCol>
                <a:gridCol w="3662741">
                  <a:extLst>
                    <a:ext uri="{9D8B030D-6E8A-4147-A177-3AD203B41FA5}">
                      <a16:colId xmlns:a16="http://schemas.microsoft.com/office/drawing/2014/main" val="2646234070"/>
                    </a:ext>
                  </a:extLst>
                </a:gridCol>
              </a:tblGrid>
              <a:tr h="0">
                <a:tc>
                  <a:txBody>
                    <a:bodyPr/>
                    <a:lstStyle/>
                    <a:p>
                      <a:pPr latinLnBrk="1"/>
                      <a:r>
                        <a:rPr lang="ko-KR" altLang="en-US" sz="800" b="0"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Me9-2024-099833</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상품상태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a:t>
                      </a:r>
                      <a:r>
                        <a:rPr lang="ko-KR" altLang="en-US" sz="800" b="0" i="0" u="none" strike="noStrike" dirty="0">
                          <a:solidFill>
                            <a:srgbClr val="000000"/>
                          </a:solidFill>
                          <a:effectLst/>
                          <a:latin typeface="+mn-lt"/>
                        </a:rPr>
                        <a:t> 판매   ● 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상품분류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latinLnBrk="1"/>
                      <a:r>
                        <a:rPr lang="ko-KR" altLang="en-US" sz="800" b="0"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상품가격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a:t>
                      </a:r>
                      <a:r>
                        <a:rPr lang="ko-KR" altLang="en-US" sz="800" b="0" i="0" u="none" strike="noStrike" dirty="0">
                          <a:solidFill>
                            <a:srgbClr val="000000"/>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상품가격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a:t>
                      </a:r>
                      <a:r>
                        <a:rPr lang="ko-KR" altLang="en-US" sz="800" b="0" i="0" u="none" strike="noStrike" dirty="0">
                          <a:solidFill>
                            <a:srgbClr val="000000"/>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021316242"/>
                  </a:ext>
                </a:extLst>
              </a:tr>
            </a:tbl>
          </a:graphicData>
        </a:graphic>
      </p:graphicFrame>
      <p:sp>
        <p:nvSpPr>
          <p:cNvPr id="78" name="TextBox 77">
            <a:extLst>
              <a:ext uri="{FF2B5EF4-FFF2-40B4-BE49-F238E27FC236}">
                <a16:creationId xmlns:a16="http://schemas.microsoft.com/office/drawing/2014/main" id="{720103FF-85D1-4D72-BBCA-37FAC4A80B19}"/>
              </a:ext>
            </a:extLst>
          </p:cNvPr>
          <p:cNvSpPr txBox="1"/>
          <p:nvPr/>
        </p:nvSpPr>
        <p:spPr>
          <a:xfrm>
            <a:off x="1171703" y="865784"/>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grpSp>
        <p:nvGrpSpPr>
          <p:cNvPr id="21" name="그룹 20">
            <a:extLst>
              <a:ext uri="{FF2B5EF4-FFF2-40B4-BE49-F238E27FC236}">
                <a16:creationId xmlns:a16="http://schemas.microsoft.com/office/drawing/2014/main" id="{2A5BE19E-3B79-41C6-B928-33E14DC8AD92}"/>
              </a:ext>
            </a:extLst>
          </p:cNvPr>
          <p:cNvGrpSpPr/>
          <p:nvPr/>
        </p:nvGrpSpPr>
        <p:grpSpPr>
          <a:xfrm>
            <a:off x="1414155" y="977395"/>
            <a:ext cx="3372978" cy="142974"/>
            <a:chOff x="889678" y="2192622"/>
            <a:chExt cx="2522315" cy="192328"/>
          </a:xfrm>
        </p:grpSpPr>
        <p:sp>
          <p:nvSpPr>
            <p:cNvPr id="22" name="직사각형 21">
              <a:extLst>
                <a:ext uri="{FF2B5EF4-FFF2-40B4-BE49-F238E27FC236}">
                  <a16:creationId xmlns:a16="http://schemas.microsoft.com/office/drawing/2014/main" id="{29687B2B-D007-45FB-807E-4B7D880277CE}"/>
                </a:ext>
              </a:extLst>
            </p:cNvPr>
            <p:cNvSpPr/>
            <p:nvPr/>
          </p:nvSpPr>
          <p:spPr>
            <a:xfrm>
              <a:off x="889678"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23" name="직사각형 22">
              <a:extLst>
                <a:ext uri="{FF2B5EF4-FFF2-40B4-BE49-F238E27FC236}">
                  <a16:creationId xmlns:a16="http://schemas.microsoft.com/office/drawing/2014/main" id="{A20CFE4D-7D39-4144-A137-729A1B2EF01D}"/>
                </a:ext>
              </a:extLst>
            </p:cNvPr>
            <p:cNvSpPr/>
            <p:nvPr/>
          </p:nvSpPr>
          <p:spPr>
            <a:xfrm>
              <a:off x="1751471"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sp>
          <p:nvSpPr>
            <p:cNvPr id="24" name="직사각형 23">
              <a:extLst>
                <a:ext uri="{FF2B5EF4-FFF2-40B4-BE49-F238E27FC236}">
                  <a16:creationId xmlns:a16="http://schemas.microsoft.com/office/drawing/2014/main" id="{E7FBCB60-C49D-49E8-8E4A-F80669A553EE}"/>
                </a:ext>
              </a:extLst>
            </p:cNvPr>
            <p:cNvSpPr/>
            <p:nvPr/>
          </p:nvSpPr>
          <p:spPr>
            <a:xfrm>
              <a:off x="2619904"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소분류 ▼</a:t>
              </a:r>
              <a:endParaRPr lang="en-US" altLang="ko-KR" sz="800" dirty="0">
                <a:solidFill>
                  <a:schemeClr val="tx1">
                    <a:lumMod val="50000"/>
                    <a:lumOff val="50000"/>
                  </a:schemeClr>
                </a:solidFill>
              </a:endParaRPr>
            </a:p>
          </p:txBody>
        </p:sp>
      </p:grpSp>
      <p:sp>
        <p:nvSpPr>
          <p:cNvPr id="36" name="직사각형 35">
            <a:extLst>
              <a:ext uri="{FF2B5EF4-FFF2-40B4-BE49-F238E27FC236}">
                <a16:creationId xmlns:a16="http://schemas.microsoft.com/office/drawing/2014/main" id="{7F591EF7-6BA9-43EE-BB17-6012F9A12C67}"/>
              </a:ext>
            </a:extLst>
          </p:cNvPr>
          <p:cNvSpPr/>
          <p:nvPr/>
        </p:nvSpPr>
        <p:spPr>
          <a:xfrm>
            <a:off x="1414155" y="1177620"/>
            <a:ext cx="8535063"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37" name="직사각형 36">
            <a:extLst>
              <a:ext uri="{FF2B5EF4-FFF2-40B4-BE49-F238E27FC236}">
                <a16:creationId xmlns:a16="http://schemas.microsoft.com/office/drawing/2014/main" id="{CCB7B018-A1E4-494D-917A-2B42EBF613EB}"/>
              </a:ext>
            </a:extLst>
          </p:cNvPr>
          <p:cNvSpPr/>
          <p:nvPr/>
        </p:nvSpPr>
        <p:spPr>
          <a:xfrm>
            <a:off x="6519085" y="1389889"/>
            <a:ext cx="1587689"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1,000</a:t>
            </a:r>
          </a:p>
        </p:txBody>
      </p:sp>
      <p:sp>
        <p:nvSpPr>
          <p:cNvPr id="33" name="타원 32">
            <a:extLst>
              <a:ext uri="{FF2B5EF4-FFF2-40B4-BE49-F238E27FC236}">
                <a16:creationId xmlns:a16="http://schemas.microsoft.com/office/drawing/2014/main" id="{9120F6B3-F52A-4806-80F9-AF9CC9A6D9FF}"/>
              </a:ext>
            </a:extLst>
          </p:cNvPr>
          <p:cNvSpPr/>
          <p:nvPr/>
        </p:nvSpPr>
        <p:spPr>
          <a:xfrm>
            <a:off x="1282170" y="886878"/>
            <a:ext cx="1284422" cy="397681"/>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8" name="직사각형 97">
            <a:extLst>
              <a:ext uri="{FF2B5EF4-FFF2-40B4-BE49-F238E27FC236}">
                <a16:creationId xmlns:a16="http://schemas.microsoft.com/office/drawing/2014/main" id="{5732AFF0-C792-4FFC-B08F-8B570835F0DD}"/>
              </a:ext>
            </a:extLst>
          </p:cNvPr>
          <p:cNvSpPr/>
          <p:nvPr/>
        </p:nvSpPr>
        <p:spPr>
          <a:xfrm>
            <a:off x="1419829" y="1390842"/>
            <a:ext cx="1587689"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1,000</a:t>
            </a:r>
          </a:p>
        </p:txBody>
      </p:sp>
      <p:cxnSp>
        <p:nvCxnSpPr>
          <p:cNvPr id="116" name="직선 화살표 연결선 115">
            <a:extLst>
              <a:ext uri="{FF2B5EF4-FFF2-40B4-BE49-F238E27FC236}">
                <a16:creationId xmlns:a16="http://schemas.microsoft.com/office/drawing/2014/main" id="{1B5BB48B-B99E-41DD-86D0-B8D21A8A7AAD}"/>
              </a:ext>
            </a:extLst>
          </p:cNvPr>
          <p:cNvCxnSpPr>
            <a:cxnSpLocks/>
            <a:stCxn id="115" idx="4"/>
          </p:cNvCxnSpPr>
          <p:nvPr/>
        </p:nvCxnSpPr>
        <p:spPr>
          <a:xfrm>
            <a:off x="1924381" y="1283975"/>
            <a:ext cx="0" cy="115827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79" name="TextBox 78">
            <a:extLst>
              <a:ext uri="{FF2B5EF4-FFF2-40B4-BE49-F238E27FC236}">
                <a16:creationId xmlns:a16="http://schemas.microsoft.com/office/drawing/2014/main" id="{16F0451D-DAE4-4349-AA41-4F3EECE87B2A}"/>
              </a:ext>
            </a:extLst>
          </p:cNvPr>
          <p:cNvSpPr txBox="1"/>
          <p:nvPr/>
        </p:nvSpPr>
        <p:spPr>
          <a:xfrm>
            <a:off x="-115209" y="2412360"/>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115" name="타원 114">
            <a:extLst>
              <a:ext uri="{FF2B5EF4-FFF2-40B4-BE49-F238E27FC236}">
                <a16:creationId xmlns:a16="http://schemas.microsoft.com/office/drawing/2014/main" id="{9120F6B3-F52A-4806-80F9-AF9CC9A6D9FF}"/>
              </a:ext>
            </a:extLst>
          </p:cNvPr>
          <p:cNvSpPr/>
          <p:nvPr/>
        </p:nvSpPr>
        <p:spPr>
          <a:xfrm>
            <a:off x="1282170" y="886294"/>
            <a:ext cx="1284422" cy="397681"/>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6" name="TextBox 135">
            <a:extLst>
              <a:ext uri="{FF2B5EF4-FFF2-40B4-BE49-F238E27FC236}">
                <a16:creationId xmlns:a16="http://schemas.microsoft.com/office/drawing/2014/main" id="{720103FF-85D1-4D72-BBCA-37FAC4A80B19}"/>
              </a:ext>
            </a:extLst>
          </p:cNvPr>
          <p:cNvSpPr txBox="1"/>
          <p:nvPr/>
        </p:nvSpPr>
        <p:spPr>
          <a:xfrm>
            <a:off x="1171703" y="865200"/>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1763379876"/>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B7B9AF7E-0BC7-4BB7-B974-34FB3F66A0E4}"/>
              </a:ext>
            </a:extLst>
          </p:cNvPr>
          <p:cNvSpPr/>
          <p:nvPr/>
        </p:nvSpPr>
        <p:spPr>
          <a:xfrm>
            <a:off x="317090" y="3186091"/>
            <a:ext cx="9453715" cy="4755915"/>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3" name="TextBox 2">
            <a:extLst>
              <a:ext uri="{FF2B5EF4-FFF2-40B4-BE49-F238E27FC236}">
                <a16:creationId xmlns:a16="http://schemas.microsoft.com/office/drawing/2014/main" id="{14E922D3-B914-48E6-AAA6-D31CBC38BB14}"/>
              </a:ext>
            </a:extLst>
          </p:cNvPr>
          <p:cNvSpPr txBox="1"/>
          <p:nvPr/>
        </p:nvSpPr>
        <p:spPr>
          <a:xfrm>
            <a:off x="546597" y="3431788"/>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상세 설명</a:t>
            </a:r>
            <a:endParaRPr lang="ko-KR" altLang="en-US" sz="900" dirty="0"/>
          </a:p>
        </p:txBody>
      </p:sp>
      <p:graphicFrame>
        <p:nvGraphicFramePr>
          <p:cNvPr id="4" name="표 3">
            <a:extLst>
              <a:ext uri="{FF2B5EF4-FFF2-40B4-BE49-F238E27FC236}">
                <a16:creationId xmlns:a16="http://schemas.microsoft.com/office/drawing/2014/main" id="{201A4E1B-67AC-46F5-84C6-B685A697E374}"/>
              </a:ext>
            </a:extLst>
          </p:cNvPr>
          <p:cNvGraphicFramePr>
            <a:graphicFrameLocks noGrp="1"/>
          </p:cNvGraphicFramePr>
          <p:nvPr>
            <p:extLst>
              <p:ext uri="{D42A27DB-BD31-4B8C-83A1-F6EECF244321}">
                <p14:modId xmlns:p14="http://schemas.microsoft.com/office/powerpoint/2010/main" val="680121764"/>
              </p:ext>
            </p:extLst>
          </p:nvPr>
        </p:nvGraphicFramePr>
        <p:xfrm>
          <a:off x="604954" y="3692826"/>
          <a:ext cx="8878259" cy="670560"/>
        </p:xfrm>
        <a:graphic>
          <a:graphicData uri="http://schemas.openxmlformats.org/drawingml/2006/table">
            <a:tbl>
              <a:tblPr firstRow="1" bandRow="1">
                <a:tableStyleId>{5C22544A-7EE6-4342-B048-85BDC9FD1C3A}</a:tableStyleId>
              </a:tblPr>
              <a:tblGrid>
                <a:gridCol w="1186975">
                  <a:extLst>
                    <a:ext uri="{9D8B030D-6E8A-4147-A177-3AD203B41FA5}">
                      <a16:colId xmlns:a16="http://schemas.microsoft.com/office/drawing/2014/main" val="20000"/>
                    </a:ext>
                  </a:extLst>
                </a:gridCol>
                <a:gridCol w="7691284">
                  <a:extLst>
                    <a:ext uri="{9D8B030D-6E8A-4147-A177-3AD203B41FA5}">
                      <a16:colId xmlns:a16="http://schemas.microsoft.com/office/drawing/2014/main" val="20001"/>
                    </a:ext>
                  </a:extLst>
                </a:gridCol>
              </a:tblGrid>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상세정보 등록타입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이미지로 등록    </a:t>
                      </a:r>
                      <a:r>
                        <a:rPr lang="en-US" altLang="ko-KR" sz="800" b="0" dirty="0">
                          <a:solidFill>
                            <a:schemeClr val="tx1"/>
                          </a:solidFill>
                        </a:rPr>
                        <a:t>○ </a:t>
                      </a:r>
                      <a:r>
                        <a:rPr lang="ko-KR" altLang="en-US" sz="800" b="0" dirty="0">
                          <a:solidFill>
                            <a:schemeClr val="tx1"/>
                          </a:solidFill>
                        </a:rPr>
                        <a:t>텍스트로 등록</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상세정보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*PC </a:t>
                      </a:r>
                      <a:r>
                        <a:rPr lang="ko-KR" altLang="en-US" sz="800" b="0" dirty="0">
                          <a:solidFill>
                            <a:schemeClr val="tx1"/>
                          </a:solidFill>
                        </a:rPr>
                        <a:t>최적화 이미지 </a:t>
                      </a:r>
                      <a:r>
                        <a:rPr lang="en-US" altLang="ko-KR" sz="800" b="0" dirty="0">
                          <a:solidFill>
                            <a:schemeClr val="tx1"/>
                          </a:solidFill>
                        </a:rPr>
                        <a:t>(</a:t>
                      </a:r>
                      <a:r>
                        <a:rPr lang="ko-KR" altLang="en-US" sz="800" b="0" dirty="0">
                          <a:solidFill>
                            <a:schemeClr val="tx1"/>
                          </a:solidFill>
                        </a:rPr>
                        <a:t>가로 </a:t>
                      </a:r>
                      <a:r>
                        <a:rPr lang="en-US" altLang="ko-KR" sz="800" b="0" dirty="0">
                          <a:solidFill>
                            <a:schemeClr val="tx1"/>
                          </a:solidFill>
                        </a:rPr>
                        <a:t>000pixel)</a:t>
                      </a: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*Mobile</a:t>
                      </a:r>
                      <a:r>
                        <a:rPr lang="en-US" altLang="ko-KR" sz="800" b="0" baseline="0" dirty="0">
                          <a:solidFill>
                            <a:schemeClr val="tx1"/>
                          </a:solidFill>
                        </a:rPr>
                        <a:t> </a:t>
                      </a:r>
                      <a:r>
                        <a:rPr lang="ko-KR" altLang="en-US" sz="800" b="0" baseline="0" dirty="0">
                          <a:solidFill>
                            <a:schemeClr val="tx1"/>
                          </a:solidFill>
                        </a:rPr>
                        <a:t>최적화 이미지 </a:t>
                      </a:r>
                      <a:r>
                        <a:rPr lang="en-US" altLang="ko-KR" sz="800" b="0" dirty="0">
                          <a:solidFill>
                            <a:schemeClr val="tx1"/>
                          </a:solidFill>
                        </a:rPr>
                        <a:t>(</a:t>
                      </a:r>
                      <a:r>
                        <a:rPr lang="ko-KR" altLang="en-US" sz="800" b="0" dirty="0">
                          <a:solidFill>
                            <a:schemeClr val="tx1"/>
                          </a:solidFill>
                        </a:rPr>
                        <a:t>가로 </a:t>
                      </a:r>
                      <a:r>
                        <a:rPr lang="en-US" altLang="ko-KR" sz="800" b="0" dirty="0">
                          <a:solidFill>
                            <a:schemeClr val="tx1"/>
                          </a:solidFill>
                        </a:rPr>
                        <a:t>000pixel)</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grpSp>
        <p:nvGrpSpPr>
          <p:cNvPr id="5" name="그룹 4">
            <a:extLst>
              <a:ext uri="{FF2B5EF4-FFF2-40B4-BE49-F238E27FC236}">
                <a16:creationId xmlns:a16="http://schemas.microsoft.com/office/drawing/2014/main" id="{A7890DAC-6D8F-45AC-9D54-C4DD4B415DEF}"/>
              </a:ext>
            </a:extLst>
          </p:cNvPr>
          <p:cNvGrpSpPr/>
          <p:nvPr/>
        </p:nvGrpSpPr>
        <p:grpSpPr>
          <a:xfrm>
            <a:off x="3840378" y="3924032"/>
            <a:ext cx="2089400" cy="145046"/>
            <a:chOff x="5148065" y="1124744"/>
            <a:chExt cx="2089400" cy="192328"/>
          </a:xfrm>
        </p:grpSpPr>
        <p:sp>
          <p:nvSpPr>
            <p:cNvPr id="6" name="직사각형 5">
              <a:extLst>
                <a:ext uri="{FF2B5EF4-FFF2-40B4-BE49-F238E27FC236}">
                  <a16:creationId xmlns:a16="http://schemas.microsoft.com/office/drawing/2014/main" id="{0D55A816-2980-4916-9C0A-8B4BC2285ACE}"/>
                </a:ext>
              </a:extLst>
            </p:cNvPr>
            <p:cNvSpPr/>
            <p:nvPr/>
          </p:nvSpPr>
          <p:spPr>
            <a:xfrm>
              <a:off x="5148065" y="1124744"/>
              <a:ext cx="1368151"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7" name="직사각형 6">
              <a:extLst>
                <a:ext uri="{FF2B5EF4-FFF2-40B4-BE49-F238E27FC236}">
                  <a16:creationId xmlns:a16="http://schemas.microsoft.com/office/drawing/2014/main" id="{7580A13A-5827-4082-B15E-7911B26C7390}"/>
                </a:ext>
              </a:extLst>
            </p:cNvPr>
            <p:cNvSpPr/>
            <p:nvPr/>
          </p:nvSpPr>
          <p:spPr>
            <a:xfrm>
              <a:off x="6516216" y="112474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찾아보기</a:t>
              </a:r>
              <a:endParaRPr lang="en-US" altLang="ko-KR" sz="800" dirty="0">
                <a:solidFill>
                  <a:schemeClr val="bg1"/>
                </a:solidFill>
              </a:endParaRPr>
            </a:p>
          </p:txBody>
        </p:sp>
      </p:grpSp>
      <p:grpSp>
        <p:nvGrpSpPr>
          <p:cNvPr id="8" name="그룹 7">
            <a:extLst>
              <a:ext uri="{FF2B5EF4-FFF2-40B4-BE49-F238E27FC236}">
                <a16:creationId xmlns:a16="http://schemas.microsoft.com/office/drawing/2014/main" id="{5957C704-B17A-44E7-A81E-CFDF48DAA3D7}"/>
              </a:ext>
            </a:extLst>
          </p:cNvPr>
          <p:cNvGrpSpPr/>
          <p:nvPr/>
        </p:nvGrpSpPr>
        <p:grpSpPr>
          <a:xfrm>
            <a:off x="3840378" y="4169130"/>
            <a:ext cx="2089400" cy="145046"/>
            <a:chOff x="5148065" y="1124744"/>
            <a:chExt cx="2089400" cy="192328"/>
          </a:xfrm>
        </p:grpSpPr>
        <p:sp>
          <p:nvSpPr>
            <p:cNvPr id="9" name="직사각형 8">
              <a:extLst>
                <a:ext uri="{FF2B5EF4-FFF2-40B4-BE49-F238E27FC236}">
                  <a16:creationId xmlns:a16="http://schemas.microsoft.com/office/drawing/2014/main" id="{D3BF7F2B-A340-48BF-B4E7-85818046B4C4}"/>
                </a:ext>
              </a:extLst>
            </p:cNvPr>
            <p:cNvSpPr/>
            <p:nvPr/>
          </p:nvSpPr>
          <p:spPr>
            <a:xfrm>
              <a:off x="5148065" y="1124744"/>
              <a:ext cx="1368151"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10" name="직사각형 9">
              <a:extLst>
                <a:ext uri="{FF2B5EF4-FFF2-40B4-BE49-F238E27FC236}">
                  <a16:creationId xmlns:a16="http://schemas.microsoft.com/office/drawing/2014/main" id="{2F3D2531-AE4D-43A8-8B3F-67AB25211F28}"/>
                </a:ext>
              </a:extLst>
            </p:cNvPr>
            <p:cNvSpPr/>
            <p:nvPr/>
          </p:nvSpPr>
          <p:spPr>
            <a:xfrm>
              <a:off x="6516216" y="112474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찾아보기</a:t>
              </a:r>
              <a:endParaRPr lang="en-US" altLang="ko-KR" sz="800" dirty="0">
                <a:solidFill>
                  <a:schemeClr val="bg1"/>
                </a:solidFill>
              </a:endParaRPr>
            </a:p>
          </p:txBody>
        </p:sp>
      </p:grpSp>
      <p:sp>
        <p:nvSpPr>
          <p:cNvPr id="11" name="TextBox 10">
            <a:extLst>
              <a:ext uri="{FF2B5EF4-FFF2-40B4-BE49-F238E27FC236}">
                <a16:creationId xmlns:a16="http://schemas.microsoft.com/office/drawing/2014/main" id="{F5661E88-D33E-4597-87D2-415FC36F1AFE}"/>
              </a:ext>
            </a:extLst>
          </p:cNvPr>
          <p:cNvSpPr txBox="1"/>
          <p:nvPr/>
        </p:nvSpPr>
        <p:spPr>
          <a:xfrm>
            <a:off x="546597" y="5185368"/>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상세 설명</a:t>
            </a:r>
            <a:endParaRPr lang="ko-KR" altLang="en-US" sz="900" dirty="0"/>
          </a:p>
        </p:txBody>
      </p:sp>
      <p:graphicFrame>
        <p:nvGraphicFramePr>
          <p:cNvPr id="12" name="표 11">
            <a:extLst>
              <a:ext uri="{FF2B5EF4-FFF2-40B4-BE49-F238E27FC236}">
                <a16:creationId xmlns:a16="http://schemas.microsoft.com/office/drawing/2014/main" id="{E8364E0C-8B25-40D6-811A-4276BF4F5F11}"/>
              </a:ext>
            </a:extLst>
          </p:cNvPr>
          <p:cNvGraphicFramePr>
            <a:graphicFrameLocks noGrp="1"/>
          </p:cNvGraphicFramePr>
          <p:nvPr>
            <p:extLst>
              <p:ext uri="{D42A27DB-BD31-4B8C-83A1-F6EECF244321}">
                <p14:modId xmlns:p14="http://schemas.microsoft.com/office/powerpoint/2010/main" val="1400388439"/>
              </p:ext>
            </p:extLst>
          </p:nvPr>
        </p:nvGraphicFramePr>
        <p:xfrm>
          <a:off x="604954" y="5446406"/>
          <a:ext cx="8878259" cy="1889760"/>
        </p:xfrm>
        <a:graphic>
          <a:graphicData uri="http://schemas.openxmlformats.org/drawingml/2006/table">
            <a:tbl>
              <a:tblPr firstRow="1" bandRow="1">
                <a:tableStyleId>{5C22544A-7EE6-4342-B048-85BDC9FD1C3A}</a:tableStyleId>
              </a:tblPr>
              <a:tblGrid>
                <a:gridCol w="1186975">
                  <a:extLst>
                    <a:ext uri="{9D8B030D-6E8A-4147-A177-3AD203B41FA5}">
                      <a16:colId xmlns:a16="http://schemas.microsoft.com/office/drawing/2014/main" val="20000"/>
                    </a:ext>
                  </a:extLst>
                </a:gridCol>
                <a:gridCol w="7691284">
                  <a:extLst>
                    <a:ext uri="{9D8B030D-6E8A-4147-A177-3AD203B41FA5}">
                      <a16:colId xmlns:a16="http://schemas.microsoft.com/office/drawing/2014/main" val="20001"/>
                    </a:ext>
                  </a:extLst>
                </a:gridCol>
              </a:tblGrid>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상세정보 등록타입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이미지로 등록    </a:t>
                      </a:r>
                      <a:r>
                        <a:rPr lang="en-US" altLang="ko-KR" sz="800" b="0" dirty="0">
                          <a:solidFill>
                            <a:schemeClr val="tx1"/>
                          </a:solidFill>
                        </a:rPr>
                        <a:t>● </a:t>
                      </a:r>
                      <a:r>
                        <a:rPr lang="ko-KR" altLang="en-US" sz="800" b="0" dirty="0">
                          <a:solidFill>
                            <a:schemeClr val="tx1"/>
                          </a:solidFill>
                        </a:rPr>
                        <a:t>텍스트로 등록</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상세정보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grpSp>
        <p:nvGrpSpPr>
          <p:cNvPr id="19" name="그룹 18">
            <a:extLst>
              <a:ext uri="{FF2B5EF4-FFF2-40B4-BE49-F238E27FC236}">
                <a16:creationId xmlns:a16="http://schemas.microsoft.com/office/drawing/2014/main" id="{E8854DB3-7DFE-498F-85FA-BDAC245FF2EE}"/>
              </a:ext>
            </a:extLst>
          </p:cNvPr>
          <p:cNvGrpSpPr/>
          <p:nvPr/>
        </p:nvGrpSpPr>
        <p:grpSpPr>
          <a:xfrm>
            <a:off x="1899287" y="5775822"/>
            <a:ext cx="4950461" cy="218296"/>
            <a:chOff x="1557338" y="3290888"/>
            <a:chExt cx="6264166" cy="276225"/>
          </a:xfrm>
        </p:grpSpPr>
        <p:pic>
          <p:nvPicPr>
            <p:cNvPr id="20" name="Picture 2">
              <a:extLst>
                <a:ext uri="{FF2B5EF4-FFF2-40B4-BE49-F238E27FC236}">
                  <a16:creationId xmlns:a16="http://schemas.microsoft.com/office/drawing/2014/main" id="{EE97ABBA-8616-4F60-B576-BC1DDEF0B4D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57338" y="3290888"/>
              <a:ext cx="6029325" cy="2762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 name="Picture 3">
              <a:extLst>
                <a:ext uri="{FF2B5EF4-FFF2-40B4-BE49-F238E27FC236}">
                  <a16:creationId xmlns:a16="http://schemas.microsoft.com/office/drawing/2014/main" id="{3E9B62B7-8393-4CAC-90DC-B07FBAF76AA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92904" y="3310319"/>
              <a:ext cx="228600" cy="2190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22" name="직사각형 21">
            <a:extLst>
              <a:ext uri="{FF2B5EF4-FFF2-40B4-BE49-F238E27FC236}">
                <a16:creationId xmlns:a16="http://schemas.microsoft.com/office/drawing/2014/main" id="{9D91AAA8-844D-4E2B-BD00-482E5277B02A}"/>
              </a:ext>
            </a:extLst>
          </p:cNvPr>
          <p:cNvSpPr/>
          <p:nvPr/>
        </p:nvSpPr>
        <p:spPr>
          <a:xfrm>
            <a:off x="1899287" y="5775822"/>
            <a:ext cx="7465939" cy="1399268"/>
          </a:xfrm>
          <a:prstGeom prst="rect">
            <a:avLst/>
          </a:prstGeom>
          <a:no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 name="타원 22">
            <a:extLst>
              <a:ext uri="{FF2B5EF4-FFF2-40B4-BE49-F238E27FC236}">
                <a16:creationId xmlns:a16="http://schemas.microsoft.com/office/drawing/2014/main" id="{7A162529-0840-433B-BC2A-E7C2A2881CDA}"/>
              </a:ext>
            </a:extLst>
          </p:cNvPr>
          <p:cNvSpPr/>
          <p:nvPr/>
        </p:nvSpPr>
        <p:spPr>
          <a:xfrm>
            <a:off x="1947266" y="2579431"/>
            <a:ext cx="1002411" cy="397681"/>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4" name="직선 화살표 연결선 23">
            <a:extLst>
              <a:ext uri="{FF2B5EF4-FFF2-40B4-BE49-F238E27FC236}">
                <a16:creationId xmlns:a16="http://schemas.microsoft.com/office/drawing/2014/main" id="{FF0E1867-2A69-4043-8D51-EBF8CE800470}"/>
              </a:ext>
            </a:extLst>
          </p:cNvPr>
          <p:cNvCxnSpPr>
            <a:cxnSpLocks/>
            <a:stCxn id="23" idx="4"/>
          </p:cNvCxnSpPr>
          <p:nvPr/>
        </p:nvCxnSpPr>
        <p:spPr>
          <a:xfrm>
            <a:off x="2448472" y="2977112"/>
            <a:ext cx="0" cy="67056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7" name="타원 26">
            <a:extLst>
              <a:ext uri="{FF2B5EF4-FFF2-40B4-BE49-F238E27FC236}">
                <a16:creationId xmlns:a16="http://schemas.microsoft.com/office/drawing/2014/main" id="{F431921A-4C2C-46EB-AE2C-63D54BE23106}"/>
              </a:ext>
            </a:extLst>
          </p:cNvPr>
          <p:cNvSpPr/>
          <p:nvPr/>
        </p:nvSpPr>
        <p:spPr>
          <a:xfrm>
            <a:off x="2949678" y="2560608"/>
            <a:ext cx="1002412" cy="397681"/>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8" name="직선 화살표 연결선 27">
            <a:extLst>
              <a:ext uri="{FF2B5EF4-FFF2-40B4-BE49-F238E27FC236}">
                <a16:creationId xmlns:a16="http://schemas.microsoft.com/office/drawing/2014/main" id="{160ABFD4-5431-4491-BAA5-499C28D78F37}"/>
              </a:ext>
            </a:extLst>
          </p:cNvPr>
          <p:cNvCxnSpPr>
            <a:cxnSpLocks/>
            <a:stCxn id="27" idx="4"/>
          </p:cNvCxnSpPr>
          <p:nvPr/>
        </p:nvCxnSpPr>
        <p:spPr>
          <a:xfrm>
            <a:off x="3450884" y="2958289"/>
            <a:ext cx="51800" cy="2457911"/>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25" name="표 24">
            <a:extLst>
              <a:ext uri="{FF2B5EF4-FFF2-40B4-BE49-F238E27FC236}">
                <a16:creationId xmlns:a16="http://schemas.microsoft.com/office/drawing/2014/main" id="{2DF66AE6-EF74-4561-BDAD-6D9A7E3554DF}"/>
              </a:ext>
            </a:extLst>
          </p:cNvPr>
          <p:cNvGraphicFramePr>
            <a:graphicFrameLocks noGrp="1"/>
          </p:cNvGraphicFramePr>
          <p:nvPr>
            <p:extLst>
              <p:ext uri="{D42A27DB-BD31-4B8C-83A1-F6EECF244321}">
                <p14:modId xmlns:p14="http://schemas.microsoft.com/office/powerpoint/2010/main" val="2544369744"/>
              </p:ext>
            </p:extLst>
          </p:nvPr>
        </p:nvGraphicFramePr>
        <p:xfrm>
          <a:off x="10171774" y="22159"/>
          <a:ext cx="1979018" cy="26680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RF-02-05-02-2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상품관리 </a:t>
                      </a:r>
                      <a:r>
                        <a:rPr lang="en-US" altLang="ko-KR" sz="800" dirty="0"/>
                        <a:t>&gt; </a:t>
                      </a:r>
                      <a:r>
                        <a:rPr lang="ko-KR" altLang="en-US" sz="800" dirty="0"/>
                        <a:t>자사상품관리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자사 상품 등록 </a:t>
                      </a:r>
                      <a:r>
                        <a:rPr lang="en-US" altLang="ko-KR" sz="800" dirty="0"/>
                        <a:t>&gt;</a:t>
                      </a:r>
                      <a:r>
                        <a:rPr lang="en-US" altLang="ko-KR" sz="800" baseline="0" dirty="0"/>
                        <a:t> </a:t>
                      </a:r>
                      <a:r>
                        <a:rPr lang="ko-KR" altLang="en-US" sz="800" baseline="0" dirty="0"/>
                        <a:t>상품 상세 설명</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상품 상세 설명 표시에 따른 화면 표시</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이미지로 등록 선택 시 파일 등록 영역 활성화</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텍스트로</a:t>
                      </a:r>
                      <a:r>
                        <a:rPr lang="ko-KR" altLang="en-US" sz="800" b="0" baseline="0" dirty="0">
                          <a:solidFill>
                            <a:schemeClr val="tx1"/>
                          </a:solidFill>
                        </a:rPr>
                        <a:t> 등록 선택 시 텍스트 작성 영역 활성화</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파일 찾기</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네이버 에디터</a:t>
                      </a:r>
                      <a:r>
                        <a:rPr lang="en-US" altLang="ko-KR" sz="800" b="0" dirty="0">
                          <a:solidFill>
                            <a:schemeClr val="tx1"/>
                          </a:solidFill>
                        </a:rPr>
                        <a:t>(</a:t>
                      </a:r>
                      <a:r>
                        <a:rPr lang="ko-KR" altLang="en-US" sz="800" b="0" dirty="0">
                          <a:solidFill>
                            <a:schemeClr val="tx1"/>
                          </a:solidFill>
                        </a:rPr>
                        <a:t>대체 가능</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82562567"/>
                  </a:ext>
                </a:extLst>
              </a:tr>
            </a:tbl>
          </a:graphicData>
        </a:graphic>
      </p:graphicFrame>
      <p:sp>
        <p:nvSpPr>
          <p:cNvPr id="26" name="TextBox 25">
            <a:extLst>
              <a:ext uri="{FF2B5EF4-FFF2-40B4-BE49-F238E27FC236}">
                <a16:creationId xmlns:a16="http://schemas.microsoft.com/office/drawing/2014/main" id="{720103FF-85D1-4D72-BBCA-37FAC4A80B19}"/>
              </a:ext>
            </a:extLst>
          </p:cNvPr>
          <p:cNvSpPr txBox="1"/>
          <p:nvPr/>
        </p:nvSpPr>
        <p:spPr>
          <a:xfrm>
            <a:off x="1947265" y="2494390"/>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29" name="TextBox 28">
            <a:extLst>
              <a:ext uri="{FF2B5EF4-FFF2-40B4-BE49-F238E27FC236}">
                <a16:creationId xmlns:a16="http://schemas.microsoft.com/office/drawing/2014/main" id="{720103FF-85D1-4D72-BBCA-37FAC4A80B19}"/>
              </a:ext>
            </a:extLst>
          </p:cNvPr>
          <p:cNvSpPr txBox="1"/>
          <p:nvPr/>
        </p:nvSpPr>
        <p:spPr>
          <a:xfrm>
            <a:off x="3074284" y="2484263"/>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30" name="TextBox 29">
            <a:extLst>
              <a:ext uri="{FF2B5EF4-FFF2-40B4-BE49-F238E27FC236}">
                <a16:creationId xmlns:a16="http://schemas.microsoft.com/office/drawing/2014/main" id="{720103FF-85D1-4D72-BBCA-37FAC4A80B19}"/>
              </a:ext>
            </a:extLst>
          </p:cNvPr>
          <p:cNvSpPr txBox="1"/>
          <p:nvPr/>
        </p:nvSpPr>
        <p:spPr>
          <a:xfrm>
            <a:off x="5803782" y="3793513"/>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31" name="TextBox 30">
            <a:extLst>
              <a:ext uri="{FF2B5EF4-FFF2-40B4-BE49-F238E27FC236}">
                <a16:creationId xmlns:a16="http://schemas.microsoft.com/office/drawing/2014/main" id="{720103FF-85D1-4D72-BBCA-37FAC4A80B19}"/>
              </a:ext>
            </a:extLst>
          </p:cNvPr>
          <p:cNvSpPr txBox="1"/>
          <p:nvPr/>
        </p:nvSpPr>
        <p:spPr>
          <a:xfrm>
            <a:off x="1758590" y="6024324"/>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Tree>
    <p:extLst>
      <p:ext uri="{BB962C8B-B14F-4D97-AF65-F5344CB8AC3E}">
        <p14:creationId xmlns:p14="http://schemas.microsoft.com/office/powerpoint/2010/main" val="1304858637"/>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직사각형 4">
            <a:extLst>
              <a:ext uri="{FF2B5EF4-FFF2-40B4-BE49-F238E27FC236}">
                <a16:creationId xmlns:a16="http://schemas.microsoft.com/office/drawing/2014/main" id="{AEEE68FC-D15C-4D24-B470-2BAF5FFE0EE5}"/>
              </a:ext>
            </a:extLst>
          </p:cNvPr>
          <p:cNvSpPr/>
          <p:nvPr/>
        </p:nvSpPr>
        <p:spPr>
          <a:xfrm>
            <a:off x="1407695" y="3645570"/>
            <a:ext cx="1672389" cy="90236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nSpc>
                <a:spcPct val="150000"/>
              </a:lnSpc>
            </a:pPr>
            <a:r>
              <a:rPr lang="ko-KR" altLang="en-US" sz="900" dirty="0">
                <a:solidFill>
                  <a:schemeClr val="tx1"/>
                </a:solidFill>
              </a:rPr>
              <a:t>기본 정보</a:t>
            </a:r>
            <a:endParaRPr lang="en-US" altLang="ko-KR" sz="900" dirty="0">
              <a:solidFill>
                <a:schemeClr val="tx1"/>
              </a:solidFill>
            </a:endParaRPr>
          </a:p>
          <a:p>
            <a:pPr>
              <a:lnSpc>
                <a:spcPct val="150000"/>
              </a:lnSpc>
            </a:pPr>
            <a:r>
              <a:rPr lang="ko-KR" altLang="en-US" sz="900" dirty="0">
                <a:solidFill>
                  <a:schemeClr val="tx1"/>
                </a:solidFill>
              </a:rPr>
              <a:t>취소</a:t>
            </a:r>
            <a:r>
              <a:rPr lang="en-US" altLang="ko-KR" sz="900" dirty="0">
                <a:solidFill>
                  <a:schemeClr val="tx1"/>
                </a:solidFill>
              </a:rPr>
              <a:t>/</a:t>
            </a:r>
            <a:r>
              <a:rPr lang="ko-KR" altLang="en-US" sz="900" dirty="0">
                <a:solidFill>
                  <a:schemeClr val="tx1"/>
                </a:solidFill>
              </a:rPr>
              <a:t>환불 정보</a:t>
            </a:r>
            <a:endParaRPr lang="en-US" altLang="ko-KR" sz="900" dirty="0">
              <a:solidFill>
                <a:schemeClr val="tx1"/>
              </a:solidFill>
            </a:endParaRPr>
          </a:p>
          <a:p>
            <a:pPr>
              <a:lnSpc>
                <a:spcPct val="150000"/>
              </a:lnSpc>
            </a:pPr>
            <a:r>
              <a:rPr lang="ko-KR" altLang="en-US" sz="900" dirty="0">
                <a:solidFill>
                  <a:schemeClr val="tx1"/>
                </a:solidFill>
              </a:rPr>
              <a:t>쇼핑몰 취소 정보</a:t>
            </a:r>
          </a:p>
        </p:txBody>
      </p:sp>
      <p:sp>
        <p:nvSpPr>
          <p:cNvPr id="69" name="직사각형 68">
            <a:extLst>
              <a:ext uri="{FF2B5EF4-FFF2-40B4-BE49-F238E27FC236}">
                <a16:creationId xmlns:a16="http://schemas.microsoft.com/office/drawing/2014/main" id="{635726F2-4D48-4692-B294-D14FD0D43A39}"/>
              </a:ext>
            </a:extLst>
          </p:cNvPr>
          <p:cNvSpPr/>
          <p:nvPr/>
        </p:nvSpPr>
        <p:spPr>
          <a:xfrm>
            <a:off x="1371599" y="3416968"/>
            <a:ext cx="1768642" cy="1215189"/>
          </a:xfrm>
          <a:prstGeom prst="rect">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0" name="TextBox 69">
            <a:extLst>
              <a:ext uri="{FF2B5EF4-FFF2-40B4-BE49-F238E27FC236}">
                <a16:creationId xmlns:a16="http://schemas.microsoft.com/office/drawing/2014/main" id="{A8AE54C7-2E56-4CCA-BDE4-F58376E3FDA5}"/>
              </a:ext>
            </a:extLst>
          </p:cNvPr>
          <p:cNvSpPr txBox="1"/>
          <p:nvPr/>
        </p:nvSpPr>
        <p:spPr>
          <a:xfrm>
            <a:off x="1245603" y="3313584"/>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graphicFrame>
        <p:nvGraphicFramePr>
          <p:cNvPr id="6" name="표 5">
            <a:extLst>
              <a:ext uri="{FF2B5EF4-FFF2-40B4-BE49-F238E27FC236}">
                <a16:creationId xmlns:a16="http://schemas.microsoft.com/office/drawing/2014/main" id="{9C0AB715-34A6-4D10-A6B3-939285EE5ECA}"/>
              </a:ext>
            </a:extLst>
          </p:cNvPr>
          <p:cNvGraphicFramePr>
            <a:graphicFrameLocks noGrp="1"/>
          </p:cNvGraphicFramePr>
          <p:nvPr>
            <p:extLst>
              <p:ext uri="{D42A27DB-BD31-4B8C-83A1-F6EECF244321}">
                <p14:modId xmlns:p14="http://schemas.microsoft.com/office/powerpoint/2010/main" val="3988308786"/>
              </p:ext>
            </p:extLst>
          </p:nvPr>
        </p:nvGraphicFramePr>
        <p:xfrm>
          <a:off x="10171774" y="22159"/>
          <a:ext cx="1979018" cy="275947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RF-02-05-02-3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상품관리 </a:t>
                      </a:r>
                      <a:r>
                        <a:rPr lang="en-US" altLang="ko-KR" sz="800" dirty="0"/>
                        <a:t>&gt; </a:t>
                      </a:r>
                      <a:r>
                        <a:rPr lang="ko-KR" altLang="en-US" sz="800" dirty="0"/>
                        <a:t>자사상품관리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자사 상품 등록 </a:t>
                      </a:r>
                      <a:r>
                        <a:rPr lang="en-US" altLang="ko-KR" sz="800" dirty="0"/>
                        <a:t>&gt; </a:t>
                      </a:r>
                      <a:r>
                        <a:rPr lang="ko-KR" altLang="en-US" sz="800" dirty="0"/>
                        <a:t>취소</a:t>
                      </a:r>
                      <a:r>
                        <a:rPr lang="en-US" altLang="ko-KR" sz="800" dirty="0"/>
                        <a:t>/</a:t>
                      </a:r>
                      <a:r>
                        <a:rPr lang="ko-KR" altLang="en-US" sz="800" dirty="0"/>
                        <a:t>환불</a:t>
                      </a:r>
                      <a:r>
                        <a:rPr lang="en-US" altLang="ko-KR" sz="800" dirty="0"/>
                        <a:t>(</a:t>
                      </a:r>
                      <a:r>
                        <a:rPr lang="ko-KR" altLang="en-US" sz="800" dirty="0"/>
                        <a:t>교환</a:t>
                      </a:r>
                      <a:r>
                        <a:rPr lang="en-US" altLang="ko-KR" sz="800" dirty="0"/>
                        <a:t>)</a:t>
                      </a:r>
                      <a:r>
                        <a:rPr lang="en-US" altLang="ko-KR" sz="800" baseline="0" dirty="0"/>
                        <a:t> </a:t>
                      </a:r>
                      <a:r>
                        <a:rPr lang="ko-KR" altLang="en-US" sz="800" baseline="0" dirty="0"/>
                        <a:t>안내 설정</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취소</a:t>
                      </a:r>
                      <a:r>
                        <a:rPr lang="en-US" altLang="ko-KR" sz="800" dirty="0"/>
                        <a:t>/</a:t>
                      </a:r>
                      <a:r>
                        <a:rPr lang="ko-KR" altLang="en-US" sz="800" dirty="0"/>
                        <a:t>환불</a:t>
                      </a:r>
                      <a:r>
                        <a:rPr lang="en-US" altLang="ko-KR" sz="800" dirty="0"/>
                        <a:t>(</a:t>
                      </a:r>
                      <a:r>
                        <a:rPr lang="ko-KR" altLang="en-US" sz="800" dirty="0"/>
                        <a:t>교환</a:t>
                      </a:r>
                      <a:r>
                        <a:rPr lang="en-US" altLang="ko-KR" sz="800" dirty="0"/>
                        <a:t>) </a:t>
                      </a:r>
                      <a:r>
                        <a:rPr lang="ko-KR" altLang="en-US" sz="800" dirty="0"/>
                        <a:t>안내 설정의 표시</a:t>
                      </a:r>
                      <a:endParaRPr lang="en-US" altLang="ko-KR" sz="800" dirty="0"/>
                    </a:p>
                    <a:p>
                      <a:pPr algn="l" latinLnBrk="1"/>
                      <a:r>
                        <a:rPr lang="ko-KR" altLang="en-US" sz="800" dirty="0"/>
                        <a:t>설정정보선택은 채널환경에서 설정한 정보가 출력 된다</a:t>
                      </a:r>
                      <a:r>
                        <a:rPr lang="en-US" altLang="ko-KR" sz="800" dirty="0"/>
                        <a:t>.</a:t>
                      </a:r>
                      <a:endParaRPr lang="ko-KR" altLang="en-US" sz="800" dirty="0"/>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취소</a:t>
                      </a:r>
                      <a:r>
                        <a:rPr lang="en-US" altLang="ko-KR" sz="800" b="0" dirty="0">
                          <a:solidFill>
                            <a:schemeClr val="tx1"/>
                          </a:solidFill>
                        </a:rPr>
                        <a:t>/</a:t>
                      </a:r>
                      <a:r>
                        <a:rPr lang="ko-KR" altLang="en-US" sz="800" b="0" dirty="0">
                          <a:solidFill>
                            <a:schemeClr val="tx1"/>
                          </a:solidFill>
                        </a:rPr>
                        <a:t>환불 안내 관리에서 등록한 내용이 표시된다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기본정보는 </a:t>
                      </a:r>
                      <a:r>
                        <a:rPr lang="en-US" altLang="ko-KR" sz="800" b="0" dirty="0">
                          <a:solidFill>
                            <a:schemeClr val="tx1"/>
                          </a:solidFill>
                        </a:rPr>
                        <a:t>Me9 </a:t>
                      </a:r>
                      <a:r>
                        <a:rPr lang="ko-KR" altLang="en-US" sz="800" b="0" dirty="0">
                          <a:solidFill>
                            <a:schemeClr val="tx1"/>
                          </a:solidFill>
                        </a:rPr>
                        <a:t>총관리자에서 등록한 기본 정보가 표시된다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Tree>
    <p:extLst>
      <p:ext uri="{BB962C8B-B14F-4D97-AF65-F5344CB8AC3E}">
        <p14:creationId xmlns:p14="http://schemas.microsoft.com/office/powerpoint/2010/main" val="3487801579"/>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B7B9AF7E-0BC7-4BB7-B974-34FB3F66A0E4}"/>
              </a:ext>
            </a:extLst>
          </p:cNvPr>
          <p:cNvSpPr/>
          <p:nvPr/>
        </p:nvSpPr>
        <p:spPr>
          <a:xfrm>
            <a:off x="341765" y="6816109"/>
            <a:ext cx="9453715" cy="314264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23" name="타원 22">
            <a:extLst>
              <a:ext uri="{FF2B5EF4-FFF2-40B4-BE49-F238E27FC236}">
                <a16:creationId xmlns:a16="http://schemas.microsoft.com/office/drawing/2014/main" id="{7A162529-0840-433B-BC2A-E7C2A2881CDA}"/>
              </a:ext>
            </a:extLst>
          </p:cNvPr>
          <p:cNvSpPr/>
          <p:nvPr/>
        </p:nvSpPr>
        <p:spPr>
          <a:xfrm>
            <a:off x="1196964" y="6010406"/>
            <a:ext cx="2104661" cy="263773"/>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4" name="직선 화살표 연결선 23">
            <a:extLst>
              <a:ext uri="{FF2B5EF4-FFF2-40B4-BE49-F238E27FC236}">
                <a16:creationId xmlns:a16="http://schemas.microsoft.com/office/drawing/2014/main" id="{FF0E1867-2A69-4043-8D51-EBF8CE800470}"/>
              </a:ext>
            </a:extLst>
          </p:cNvPr>
          <p:cNvCxnSpPr>
            <a:cxnSpLocks/>
          </p:cNvCxnSpPr>
          <p:nvPr/>
        </p:nvCxnSpPr>
        <p:spPr>
          <a:xfrm>
            <a:off x="2247709" y="6274179"/>
            <a:ext cx="0" cy="760117"/>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25" name="표 24">
            <a:extLst>
              <a:ext uri="{FF2B5EF4-FFF2-40B4-BE49-F238E27FC236}">
                <a16:creationId xmlns:a16="http://schemas.microsoft.com/office/drawing/2014/main" id="{7921D47C-BD7E-4BD0-97D5-4D95B7B64A99}"/>
              </a:ext>
            </a:extLst>
          </p:cNvPr>
          <p:cNvGraphicFramePr>
            <a:graphicFrameLocks noGrp="1"/>
          </p:cNvGraphicFramePr>
          <p:nvPr/>
        </p:nvGraphicFramePr>
        <p:xfrm>
          <a:off x="616492" y="7372033"/>
          <a:ext cx="8825029" cy="213360"/>
        </p:xfrm>
        <a:graphic>
          <a:graphicData uri="http://schemas.openxmlformats.org/drawingml/2006/table">
            <a:tbl>
              <a:tblPr firstRow="1" bandRow="1">
                <a:tableStyleId>{5C22544A-7EE6-4342-B048-85BDC9FD1C3A}</a:tableStyleId>
              </a:tblPr>
              <a:tblGrid>
                <a:gridCol w="1192738">
                  <a:extLst>
                    <a:ext uri="{9D8B030D-6E8A-4147-A177-3AD203B41FA5}">
                      <a16:colId xmlns:a16="http://schemas.microsoft.com/office/drawing/2014/main" val="20000"/>
                    </a:ext>
                  </a:extLst>
                </a:gridCol>
                <a:gridCol w="7632291">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옵션선택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26" name="직사각형 25">
            <a:extLst>
              <a:ext uri="{FF2B5EF4-FFF2-40B4-BE49-F238E27FC236}">
                <a16:creationId xmlns:a16="http://schemas.microsoft.com/office/drawing/2014/main" id="{0D1218CD-CE55-4F4B-A3FA-FA04CEE796F4}"/>
              </a:ext>
            </a:extLst>
          </p:cNvPr>
          <p:cNvSpPr/>
          <p:nvPr/>
        </p:nvSpPr>
        <p:spPr>
          <a:xfrm>
            <a:off x="1903404" y="7423426"/>
            <a:ext cx="1682050" cy="11779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옵션타입 선택                   ▼</a:t>
            </a:r>
            <a:endParaRPr lang="en-US" altLang="ko-KR" sz="800" dirty="0">
              <a:solidFill>
                <a:schemeClr val="tx1">
                  <a:lumMod val="50000"/>
                  <a:lumOff val="50000"/>
                </a:schemeClr>
              </a:solidFill>
            </a:endParaRPr>
          </a:p>
        </p:txBody>
      </p:sp>
      <p:sp>
        <p:nvSpPr>
          <p:cNvPr id="29" name="TextBox 28">
            <a:extLst>
              <a:ext uri="{FF2B5EF4-FFF2-40B4-BE49-F238E27FC236}">
                <a16:creationId xmlns:a16="http://schemas.microsoft.com/office/drawing/2014/main" id="{46B0C337-7A7B-4C1F-8C08-74F173C9E8BC}"/>
              </a:ext>
            </a:extLst>
          </p:cNvPr>
          <p:cNvSpPr txBox="1"/>
          <p:nvPr/>
        </p:nvSpPr>
        <p:spPr>
          <a:xfrm>
            <a:off x="556524" y="7080257"/>
            <a:ext cx="841897"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옵션</a:t>
            </a:r>
            <a:endParaRPr lang="ko-KR" altLang="en-US" sz="900" dirty="0"/>
          </a:p>
        </p:txBody>
      </p:sp>
      <p:graphicFrame>
        <p:nvGraphicFramePr>
          <p:cNvPr id="30" name="표 29">
            <a:extLst>
              <a:ext uri="{FF2B5EF4-FFF2-40B4-BE49-F238E27FC236}">
                <a16:creationId xmlns:a16="http://schemas.microsoft.com/office/drawing/2014/main" id="{354B6AFB-10F4-45EB-BD7A-7DC8C3EF50AB}"/>
              </a:ext>
            </a:extLst>
          </p:cNvPr>
          <p:cNvGraphicFramePr>
            <a:graphicFrameLocks noGrp="1"/>
          </p:cNvGraphicFramePr>
          <p:nvPr/>
        </p:nvGraphicFramePr>
        <p:xfrm>
          <a:off x="614881" y="7620784"/>
          <a:ext cx="8826640" cy="1188720"/>
        </p:xfrm>
        <a:graphic>
          <a:graphicData uri="http://schemas.openxmlformats.org/drawingml/2006/table">
            <a:tbl>
              <a:tblPr firstRow="1" bandRow="1">
                <a:tableStyleId>{5C22544A-7EE6-4342-B048-85BDC9FD1C3A}</a:tableStyleId>
              </a:tblPr>
              <a:tblGrid>
                <a:gridCol w="1194349">
                  <a:extLst>
                    <a:ext uri="{9D8B030D-6E8A-4147-A177-3AD203B41FA5}">
                      <a16:colId xmlns:a16="http://schemas.microsoft.com/office/drawing/2014/main" val="20000"/>
                    </a:ext>
                  </a:extLst>
                </a:gridCol>
                <a:gridCol w="7632291">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31" name="직사각형 30">
            <a:extLst>
              <a:ext uri="{FF2B5EF4-FFF2-40B4-BE49-F238E27FC236}">
                <a16:creationId xmlns:a16="http://schemas.microsoft.com/office/drawing/2014/main" id="{D92F5467-F7D9-49C2-AA62-1BDBE9A802D6}"/>
              </a:ext>
            </a:extLst>
          </p:cNvPr>
          <p:cNvSpPr/>
          <p:nvPr/>
        </p:nvSpPr>
        <p:spPr>
          <a:xfrm>
            <a:off x="1903403" y="7737754"/>
            <a:ext cx="1672288" cy="110561"/>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비고형                            ▼</a:t>
            </a:r>
            <a:endParaRPr lang="en-US" altLang="ko-KR" sz="800" dirty="0">
              <a:solidFill>
                <a:schemeClr val="tx1">
                  <a:lumMod val="50000"/>
                  <a:lumOff val="50000"/>
                </a:schemeClr>
              </a:solidFill>
            </a:endParaRPr>
          </a:p>
        </p:txBody>
      </p:sp>
      <p:sp>
        <p:nvSpPr>
          <p:cNvPr id="32" name="직사각형 31">
            <a:extLst>
              <a:ext uri="{FF2B5EF4-FFF2-40B4-BE49-F238E27FC236}">
                <a16:creationId xmlns:a16="http://schemas.microsoft.com/office/drawing/2014/main" id="{618C31AE-9008-405F-A93C-7E8557CF9E70}"/>
              </a:ext>
            </a:extLst>
          </p:cNvPr>
          <p:cNvSpPr/>
          <p:nvPr/>
        </p:nvSpPr>
        <p:spPr>
          <a:xfrm>
            <a:off x="3645775" y="7737754"/>
            <a:ext cx="1059225" cy="14297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옵션명</a:t>
            </a:r>
            <a:endParaRPr lang="en-US" altLang="ko-KR" sz="800" dirty="0">
              <a:solidFill>
                <a:schemeClr val="tx1">
                  <a:lumMod val="50000"/>
                  <a:lumOff val="50000"/>
                </a:schemeClr>
              </a:solidFill>
            </a:endParaRPr>
          </a:p>
        </p:txBody>
      </p:sp>
      <p:sp>
        <p:nvSpPr>
          <p:cNvPr id="33" name="직사각형 32">
            <a:extLst>
              <a:ext uri="{FF2B5EF4-FFF2-40B4-BE49-F238E27FC236}">
                <a16:creationId xmlns:a16="http://schemas.microsoft.com/office/drawing/2014/main" id="{04F57B3B-1953-4972-BC84-A25B752A5AEC}"/>
              </a:ext>
            </a:extLst>
          </p:cNvPr>
          <p:cNvSpPr/>
          <p:nvPr/>
        </p:nvSpPr>
        <p:spPr>
          <a:xfrm>
            <a:off x="4773559" y="7737753"/>
            <a:ext cx="3030103" cy="15109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비고내용</a:t>
            </a:r>
            <a:endParaRPr lang="en-US" altLang="ko-KR" sz="800" dirty="0">
              <a:solidFill>
                <a:schemeClr val="tx1">
                  <a:lumMod val="50000"/>
                  <a:lumOff val="50000"/>
                </a:schemeClr>
              </a:solidFill>
            </a:endParaRPr>
          </a:p>
        </p:txBody>
      </p:sp>
      <p:grpSp>
        <p:nvGrpSpPr>
          <p:cNvPr id="34" name="그룹 33">
            <a:extLst>
              <a:ext uri="{FF2B5EF4-FFF2-40B4-BE49-F238E27FC236}">
                <a16:creationId xmlns:a16="http://schemas.microsoft.com/office/drawing/2014/main" id="{F9E6F822-0ED7-4969-98BD-BFE4FB5D0E90}"/>
              </a:ext>
            </a:extLst>
          </p:cNvPr>
          <p:cNvGrpSpPr/>
          <p:nvPr/>
        </p:nvGrpSpPr>
        <p:grpSpPr>
          <a:xfrm>
            <a:off x="8933995" y="7748452"/>
            <a:ext cx="144282" cy="141422"/>
            <a:chOff x="4529318" y="3094220"/>
            <a:chExt cx="144282" cy="141422"/>
          </a:xfrm>
        </p:grpSpPr>
        <p:pic>
          <p:nvPicPr>
            <p:cNvPr id="35" name="그림 34">
              <a:extLst>
                <a:ext uri="{FF2B5EF4-FFF2-40B4-BE49-F238E27FC236}">
                  <a16:creationId xmlns:a16="http://schemas.microsoft.com/office/drawing/2014/main" id="{2658B379-B405-4629-91C8-0EA0D089273F}"/>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flipH="1">
              <a:off x="4547256" y="3102262"/>
              <a:ext cx="125337" cy="125337"/>
            </a:xfrm>
            <a:prstGeom prst="rect">
              <a:avLst/>
            </a:prstGeom>
          </p:spPr>
        </p:pic>
        <p:sp>
          <p:nvSpPr>
            <p:cNvPr id="36" name="모서리가 둥근 직사각형 115">
              <a:extLst>
                <a:ext uri="{FF2B5EF4-FFF2-40B4-BE49-F238E27FC236}">
                  <a16:creationId xmlns:a16="http://schemas.microsoft.com/office/drawing/2014/main" id="{38124A45-8C06-49A9-A381-6370E30A1CF7}"/>
                </a:ext>
              </a:extLst>
            </p:cNvPr>
            <p:cNvSpPr/>
            <p:nvPr/>
          </p:nvSpPr>
          <p:spPr>
            <a:xfrm>
              <a:off x="4529318" y="3094220"/>
              <a:ext cx="144282" cy="141422"/>
            </a:xfrm>
            <a:prstGeom prst="roundRect">
              <a:avLst>
                <a:gd name="adj" fmla="val 15598"/>
              </a:avLst>
            </a:prstGeom>
            <a:no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    </a:t>
              </a:r>
            </a:p>
          </p:txBody>
        </p:sp>
      </p:grpSp>
      <p:sp>
        <p:nvSpPr>
          <p:cNvPr id="37" name="직사각형 36">
            <a:extLst>
              <a:ext uri="{FF2B5EF4-FFF2-40B4-BE49-F238E27FC236}">
                <a16:creationId xmlns:a16="http://schemas.microsoft.com/office/drawing/2014/main" id="{8B4F503E-FB31-4DDE-A728-285785788DC0}"/>
              </a:ext>
            </a:extLst>
          </p:cNvPr>
          <p:cNvSpPr/>
          <p:nvPr/>
        </p:nvSpPr>
        <p:spPr>
          <a:xfrm>
            <a:off x="1903403" y="7961079"/>
            <a:ext cx="1672288" cy="14871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일반선택형                       ▼</a:t>
            </a:r>
            <a:endParaRPr lang="en-US" altLang="ko-KR" sz="800" dirty="0">
              <a:solidFill>
                <a:schemeClr val="tx1">
                  <a:lumMod val="50000"/>
                  <a:lumOff val="50000"/>
                </a:schemeClr>
              </a:solidFill>
            </a:endParaRPr>
          </a:p>
        </p:txBody>
      </p:sp>
      <p:sp>
        <p:nvSpPr>
          <p:cNvPr id="38" name="직사각형 37">
            <a:extLst>
              <a:ext uri="{FF2B5EF4-FFF2-40B4-BE49-F238E27FC236}">
                <a16:creationId xmlns:a16="http://schemas.microsoft.com/office/drawing/2014/main" id="{DA8BDDC1-3DB7-4F1D-84A0-BE210DA1AD02}"/>
              </a:ext>
            </a:extLst>
          </p:cNvPr>
          <p:cNvSpPr/>
          <p:nvPr/>
        </p:nvSpPr>
        <p:spPr>
          <a:xfrm>
            <a:off x="3645775" y="7961079"/>
            <a:ext cx="1059225" cy="14297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선택개수 ▼ </a:t>
            </a:r>
            <a:endParaRPr lang="en-US" altLang="ko-KR" sz="800" dirty="0">
              <a:solidFill>
                <a:schemeClr val="tx1">
                  <a:lumMod val="50000"/>
                  <a:lumOff val="50000"/>
                </a:schemeClr>
              </a:solidFill>
            </a:endParaRPr>
          </a:p>
        </p:txBody>
      </p:sp>
      <p:sp>
        <p:nvSpPr>
          <p:cNvPr id="39" name="직사각형 38">
            <a:extLst>
              <a:ext uri="{FF2B5EF4-FFF2-40B4-BE49-F238E27FC236}">
                <a16:creationId xmlns:a16="http://schemas.microsoft.com/office/drawing/2014/main" id="{049A683D-FBC2-47E8-B0D3-8E67C0C49804}"/>
              </a:ext>
            </a:extLst>
          </p:cNvPr>
          <p:cNvSpPr/>
          <p:nvPr/>
        </p:nvSpPr>
        <p:spPr>
          <a:xfrm>
            <a:off x="5849522" y="7961079"/>
            <a:ext cx="1955666" cy="14297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선택옵션 내용</a:t>
            </a:r>
            <a:endParaRPr lang="en-US" altLang="ko-KR" sz="800" dirty="0">
              <a:solidFill>
                <a:schemeClr val="tx1">
                  <a:lumMod val="50000"/>
                  <a:lumOff val="50000"/>
                </a:schemeClr>
              </a:solidFill>
            </a:endParaRPr>
          </a:p>
        </p:txBody>
      </p:sp>
      <p:sp>
        <p:nvSpPr>
          <p:cNvPr id="40" name="직사각형 39">
            <a:extLst>
              <a:ext uri="{FF2B5EF4-FFF2-40B4-BE49-F238E27FC236}">
                <a16:creationId xmlns:a16="http://schemas.microsoft.com/office/drawing/2014/main" id="{D6657F26-3FF0-4F79-95C0-F16E430A3382}"/>
              </a:ext>
            </a:extLst>
          </p:cNvPr>
          <p:cNvSpPr/>
          <p:nvPr/>
        </p:nvSpPr>
        <p:spPr>
          <a:xfrm>
            <a:off x="5849522" y="8145396"/>
            <a:ext cx="1955666" cy="14297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선택옵션 내용</a:t>
            </a:r>
            <a:endParaRPr lang="en-US" altLang="ko-KR" sz="800" dirty="0">
              <a:solidFill>
                <a:schemeClr val="tx1">
                  <a:lumMod val="50000"/>
                  <a:lumOff val="50000"/>
                </a:schemeClr>
              </a:solidFill>
            </a:endParaRPr>
          </a:p>
        </p:txBody>
      </p:sp>
      <p:sp>
        <p:nvSpPr>
          <p:cNvPr id="41" name="직사각형 40">
            <a:extLst>
              <a:ext uri="{FF2B5EF4-FFF2-40B4-BE49-F238E27FC236}">
                <a16:creationId xmlns:a16="http://schemas.microsoft.com/office/drawing/2014/main" id="{3EE817C2-47CC-423F-B64F-4AD9419CD79D}"/>
              </a:ext>
            </a:extLst>
          </p:cNvPr>
          <p:cNvSpPr/>
          <p:nvPr/>
        </p:nvSpPr>
        <p:spPr>
          <a:xfrm>
            <a:off x="1903403" y="8366975"/>
            <a:ext cx="1672288" cy="14871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금액선택형                       ▼</a:t>
            </a:r>
            <a:endParaRPr lang="en-US" altLang="ko-KR" sz="800" dirty="0">
              <a:solidFill>
                <a:schemeClr val="tx1">
                  <a:lumMod val="50000"/>
                  <a:lumOff val="50000"/>
                </a:schemeClr>
              </a:solidFill>
            </a:endParaRPr>
          </a:p>
        </p:txBody>
      </p:sp>
      <p:sp>
        <p:nvSpPr>
          <p:cNvPr id="42" name="직사각형 41">
            <a:extLst>
              <a:ext uri="{FF2B5EF4-FFF2-40B4-BE49-F238E27FC236}">
                <a16:creationId xmlns:a16="http://schemas.microsoft.com/office/drawing/2014/main" id="{00A970BC-8ED7-41A4-92D1-928B53965BC7}"/>
              </a:ext>
            </a:extLst>
          </p:cNvPr>
          <p:cNvSpPr/>
          <p:nvPr/>
        </p:nvSpPr>
        <p:spPr>
          <a:xfrm>
            <a:off x="3645775" y="8366975"/>
            <a:ext cx="1059225" cy="14297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선택개수 ▼ </a:t>
            </a:r>
            <a:endParaRPr lang="en-US" altLang="ko-KR" sz="800" dirty="0">
              <a:solidFill>
                <a:schemeClr val="tx1">
                  <a:lumMod val="50000"/>
                  <a:lumOff val="50000"/>
                </a:schemeClr>
              </a:solidFill>
            </a:endParaRPr>
          </a:p>
        </p:txBody>
      </p:sp>
      <p:sp>
        <p:nvSpPr>
          <p:cNvPr id="43" name="직사각형 42">
            <a:extLst>
              <a:ext uri="{FF2B5EF4-FFF2-40B4-BE49-F238E27FC236}">
                <a16:creationId xmlns:a16="http://schemas.microsoft.com/office/drawing/2014/main" id="{EF8960EF-E092-419F-98F1-40F6F41B34B3}"/>
              </a:ext>
            </a:extLst>
          </p:cNvPr>
          <p:cNvSpPr/>
          <p:nvPr/>
        </p:nvSpPr>
        <p:spPr>
          <a:xfrm>
            <a:off x="5849522" y="8366975"/>
            <a:ext cx="963484" cy="14695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선택옵션 내용</a:t>
            </a:r>
            <a:endParaRPr lang="en-US" altLang="ko-KR" sz="800" dirty="0">
              <a:solidFill>
                <a:schemeClr val="tx1">
                  <a:lumMod val="50000"/>
                  <a:lumOff val="50000"/>
                </a:schemeClr>
              </a:solidFill>
            </a:endParaRPr>
          </a:p>
        </p:txBody>
      </p:sp>
      <p:sp>
        <p:nvSpPr>
          <p:cNvPr id="44" name="직사각형 43">
            <a:extLst>
              <a:ext uri="{FF2B5EF4-FFF2-40B4-BE49-F238E27FC236}">
                <a16:creationId xmlns:a16="http://schemas.microsoft.com/office/drawing/2014/main" id="{2838418B-FFE4-4767-A0B1-733E4CEBF543}"/>
              </a:ext>
            </a:extLst>
          </p:cNvPr>
          <p:cNvSpPr/>
          <p:nvPr/>
        </p:nvSpPr>
        <p:spPr>
          <a:xfrm>
            <a:off x="5849522" y="8544915"/>
            <a:ext cx="963484" cy="14695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선택옵션 내용</a:t>
            </a:r>
            <a:endParaRPr lang="en-US" altLang="ko-KR" sz="800" dirty="0">
              <a:solidFill>
                <a:schemeClr val="tx1">
                  <a:lumMod val="50000"/>
                  <a:lumOff val="50000"/>
                </a:schemeClr>
              </a:solidFill>
            </a:endParaRPr>
          </a:p>
        </p:txBody>
      </p:sp>
      <p:sp>
        <p:nvSpPr>
          <p:cNvPr id="45" name="직사각형 44">
            <a:extLst>
              <a:ext uri="{FF2B5EF4-FFF2-40B4-BE49-F238E27FC236}">
                <a16:creationId xmlns:a16="http://schemas.microsoft.com/office/drawing/2014/main" id="{EF32B76F-02A2-44A6-8D25-6BC040A7C435}"/>
              </a:ext>
            </a:extLst>
          </p:cNvPr>
          <p:cNvSpPr/>
          <p:nvPr/>
        </p:nvSpPr>
        <p:spPr>
          <a:xfrm>
            <a:off x="6840179" y="8544915"/>
            <a:ext cx="963484" cy="14695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 - </a:t>
            </a:r>
            <a:r>
              <a:rPr lang="ko-KR" altLang="en-US" sz="800" dirty="0">
                <a:solidFill>
                  <a:schemeClr val="tx1">
                    <a:lumMod val="50000"/>
                    <a:lumOff val="50000"/>
                  </a:schemeClr>
                </a:solidFill>
              </a:rPr>
              <a:t>금액입력</a:t>
            </a:r>
            <a:r>
              <a:rPr lang="en-US" altLang="ko-KR" sz="800" dirty="0">
                <a:solidFill>
                  <a:schemeClr val="tx1">
                    <a:lumMod val="50000"/>
                    <a:lumOff val="50000"/>
                  </a:schemeClr>
                </a:solidFill>
              </a:rPr>
              <a:t>(</a:t>
            </a:r>
            <a:r>
              <a:rPr lang="ko-KR" altLang="en-US" sz="800" dirty="0">
                <a:solidFill>
                  <a:schemeClr val="tx1">
                    <a:lumMod val="50000"/>
                    <a:lumOff val="50000"/>
                  </a:schemeClr>
                </a:solidFill>
              </a:rPr>
              <a:t>원</a:t>
            </a:r>
            <a:r>
              <a:rPr lang="en-US" altLang="ko-KR" sz="800" dirty="0">
                <a:solidFill>
                  <a:schemeClr val="tx1">
                    <a:lumMod val="50000"/>
                    <a:lumOff val="50000"/>
                  </a:schemeClr>
                </a:solidFill>
              </a:rPr>
              <a:t>)</a:t>
            </a:r>
          </a:p>
        </p:txBody>
      </p:sp>
      <p:sp>
        <p:nvSpPr>
          <p:cNvPr id="46" name="직사각형 45">
            <a:extLst>
              <a:ext uri="{FF2B5EF4-FFF2-40B4-BE49-F238E27FC236}">
                <a16:creationId xmlns:a16="http://schemas.microsoft.com/office/drawing/2014/main" id="{B5477536-A342-4859-947D-D70933573E52}"/>
              </a:ext>
            </a:extLst>
          </p:cNvPr>
          <p:cNvSpPr/>
          <p:nvPr/>
        </p:nvSpPr>
        <p:spPr>
          <a:xfrm>
            <a:off x="6841703" y="8366975"/>
            <a:ext cx="963484" cy="14695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 - </a:t>
            </a:r>
            <a:r>
              <a:rPr lang="ko-KR" altLang="en-US" sz="800" dirty="0">
                <a:solidFill>
                  <a:schemeClr val="tx1">
                    <a:lumMod val="50000"/>
                    <a:lumOff val="50000"/>
                  </a:schemeClr>
                </a:solidFill>
              </a:rPr>
              <a:t>금액입력</a:t>
            </a:r>
            <a:r>
              <a:rPr lang="en-US" altLang="ko-KR" sz="800" dirty="0">
                <a:solidFill>
                  <a:schemeClr val="tx1">
                    <a:lumMod val="50000"/>
                    <a:lumOff val="50000"/>
                  </a:schemeClr>
                </a:solidFill>
              </a:rPr>
              <a:t>(</a:t>
            </a:r>
            <a:r>
              <a:rPr lang="ko-KR" altLang="en-US" sz="800" dirty="0">
                <a:solidFill>
                  <a:schemeClr val="tx1">
                    <a:lumMod val="50000"/>
                    <a:lumOff val="50000"/>
                  </a:schemeClr>
                </a:solidFill>
              </a:rPr>
              <a:t>원</a:t>
            </a:r>
            <a:r>
              <a:rPr lang="en-US" altLang="ko-KR" sz="800" dirty="0">
                <a:solidFill>
                  <a:schemeClr val="tx1">
                    <a:lumMod val="50000"/>
                    <a:lumOff val="50000"/>
                  </a:schemeClr>
                </a:solidFill>
              </a:rPr>
              <a:t>)</a:t>
            </a:r>
          </a:p>
        </p:txBody>
      </p:sp>
      <p:grpSp>
        <p:nvGrpSpPr>
          <p:cNvPr id="47" name="그룹 46">
            <a:extLst>
              <a:ext uri="{FF2B5EF4-FFF2-40B4-BE49-F238E27FC236}">
                <a16:creationId xmlns:a16="http://schemas.microsoft.com/office/drawing/2014/main" id="{1AC9986F-4B93-4F6D-B20A-140D83E4FB45}"/>
              </a:ext>
            </a:extLst>
          </p:cNvPr>
          <p:cNvGrpSpPr/>
          <p:nvPr/>
        </p:nvGrpSpPr>
        <p:grpSpPr>
          <a:xfrm>
            <a:off x="8933995" y="7971777"/>
            <a:ext cx="144282" cy="141422"/>
            <a:chOff x="4529318" y="3094220"/>
            <a:chExt cx="144282" cy="141422"/>
          </a:xfrm>
        </p:grpSpPr>
        <p:pic>
          <p:nvPicPr>
            <p:cNvPr id="48" name="그림 47">
              <a:extLst>
                <a:ext uri="{FF2B5EF4-FFF2-40B4-BE49-F238E27FC236}">
                  <a16:creationId xmlns:a16="http://schemas.microsoft.com/office/drawing/2014/main" id="{89E1C6D4-FDE3-4E82-8442-11BCDBC20677}"/>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flipH="1">
              <a:off x="4547256" y="3102262"/>
              <a:ext cx="125337" cy="125337"/>
            </a:xfrm>
            <a:prstGeom prst="rect">
              <a:avLst/>
            </a:prstGeom>
          </p:spPr>
        </p:pic>
        <p:sp>
          <p:nvSpPr>
            <p:cNvPr id="49" name="모서리가 둥근 직사각형 132">
              <a:extLst>
                <a:ext uri="{FF2B5EF4-FFF2-40B4-BE49-F238E27FC236}">
                  <a16:creationId xmlns:a16="http://schemas.microsoft.com/office/drawing/2014/main" id="{55E96EDC-ACE2-403E-8DDE-6E7F1127CEE8}"/>
                </a:ext>
              </a:extLst>
            </p:cNvPr>
            <p:cNvSpPr/>
            <p:nvPr/>
          </p:nvSpPr>
          <p:spPr>
            <a:xfrm>
              <a:off x="4529318" y="3094220"/>
              <a:ext cx="144282" cy="141422"/>
            </a:xfrm>
            <a:prstGeom prst="roundRect">
              <a:avLst>
                <a:gd name="adj" fmla="val 15598"/>
              </a:avLst>
            </a:prstGeom>
            <a:no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    </a:t>
              </a:r>
            </a:p>
          </p:txBody>
        </p:sp>
      </p:grpSp>
      <p:grpSp>
        <p:nvGrpSpPr>
          <p:cNvPr id="50" name="그룹 49">
            <a:extLst>
              <a:ext uri="{FF2B5EF4-FFF2-40B4-BE49-F238E27FC236}">
                <a16:creationId xmlns:a16="http://schemas.microsoft.com/office/drawing/2014/main" id="{F4334A15-4CE0-4F12-AB69-98E37C1F7E73}"/>
              </a:ext>
            </a:extLst>
          </p:cNvPr>
          <p:cNvGrpSpPr/>
          <p:nvPr/>
        </p:nvGrpSpPr>
        <p:grpSpPr>
          <a:xfrm>
            <a:off x="8933995" y="8151515"/>
            <a:ext cx="144282" cy="141422"/>
            <a:chOff x="4529318" y="3094220"/>
            <a:chExt cx="144282" cy="141422"/>
          </a:xfrm>
        </p:grpSpPr>
        <p:pic>
          <p:nvPicPr>
            <p:cNvPr id="51" name="그림 50">
              <a:extLst>
                <a:ext uri="{FF2B5EF4-FFF2-40B4-BE49-F238E27FC236}">
                  <a16:creationId xmlns:a16="http://schemas.microsoft.com/office/drawing/2014/main" id="{5C927BF1-D2BD-4D9C-B125-6D4B508DD9FD}"/>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flipH="1">
              <a:off x="4547256" y="3102262"/>
              <a:ext cx="125337" cy="125337"/>
            </a:xfrm>
            <a:prstGeom prst="rect">
              <a:avLst/>
            </a:prstGeom>
          </p:spPr>
        </p:pic>
        <p:sp>
          <p:nvSpPr>
            <p:cNvPr id="52" name="모서리가 둥근 직사각형 135">
              <a:extLst>
                <a:ext uri="{FF2B5EF4-FFF2-40B4-BE49-F238E27FC236}">
                  <a16:creationId xmlns:a16="http://schemas.microsoft.com/office/drawing/2014/main" id="{48D1AC46-EA3C-4C80-91C3-D447B3B163BA}"/>
                </a:ext>
              </a:extLst>
            </p:cNvPr>
            <p:cNvSpPr/>
            <p:nvPr/>
          </p:nvSpPr>
          <p:spPr>
            <a:xfrm>
              <a:off x="4529318" y="3094220"/>
              <a:ext cx="144282" cy="141422"/>
            </a:xfrm>
            <a:prstGeom prst="roundRect">
              <a:avLst>
                <a:gd name="adj" fmla="val 15598"/>
              </a:avLst>
            </a:prstGeom>
            <a:no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    </a:t>
              </a:r>
            </a:p>
          </p:txBody>
        </p:sp>
      </p:grpSp>
      <p:grpSp>
        <p:nvGrpSpPr>
          <p:cNvPr id="53" name="그룹 52">
            <a:extLst>
              <a:ext uri="{FF2B5EF4-FFF2-40B4-BE49-F238E27FC236}">
                <a16:creationId xmlns:a16="http://schemas.microsoft.com/office/drawing/2014/main" id="{C5FFFA76-EC2E-4F1D-A928-4C47D1AF6397}"/>
              </a:ext>
            </a:extLst>
          </p:cNvPr>
          <p:cNvGrpSpPr/>
          <p:nvPr/>
        </p:nvGrpSpPr>
        <p:grpSpPr>
          <a:xfrm>
            <a:off x="8933995" y="8387432"/>
            <a:ext cx="144282" cy="141422"/>
            <a:chOff x="4529318" y="3094220"/>
            <a:chExt cx="144282" cy="141422"/>
          </a:xfrm>
        </p:grpSpPr>
        <p:pic>
          <p:nvPicPr>
            <p:cNvPr id="54" name="그림 53">
              <a:extLst>
                <a:ext uri="{FF2B5EF4-FFF2-40B4-BE49-F238E27FC236}">
                  <a16:creationId xmlns:a16="http://schemas.microsoft.com/office/drawing/2014/main" id="{28A821F3-2B73-40E5-8CAA-C7870BBE3F9D}"/>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flipH="1">
              <a:off x="4547256" y="3102262"/>
              <a:ext cx="125337" cy="125337"/>
            </a:xfrm>
            <a:prstGeom prst="rect">
              <a:avLst/>
            </a:prstGeom>
          </p:spPr>
        </p:pic>
        <p:sp>
          <p:nvSpPr>
            <p:cNvPr id="55" name="모서리가 둥근 직사각형 138">
              <a:extLst>
                <a:ext uri="{FF2B5EF4-FFF2-40B4-BE49-F238E27FC236}">
                  <a16:creationId xmlns:a16="http://schemas.microsoft.com/office/drawing/2014/main" id="{80710B8B-302C-40E5-90C1-9E48B9D52F53}"/>
                </a:ext>
              </a:extLst>
            </p:cNvPr>
            <p:cNvSpPr/>
            <p:nvPr/>
          </p:nvSpPr>
          <p:spPr>
            <a:xfrm>
              <a:off x="4529318" y="3094220"/>
              <a:ext cx="144282" cy="141422"/>
            </a:xfrm>
            <a:prstGeom prst="roundRect">
              <a:avLst>
                <a:gd name="adj" fmla="val 15598"/>
              </a:avLst>
            </a:prstGeom>
            <a:no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    </a:t>
              </a:r>
            </a:p>
          </p:txBody>
        </p:sp>
      </p:grpSp>
      <p:grpSp>
        <p:nvGrpSpPr>
          <p:cNvPr id="56" name="그룹 55">
            <a:extLst>
              <a:ext uri="{FF2B5EF4-FFF2-40B4-BE49-F238E27FC236}">
                <a16:creationId xmlns:a16="http://schemas.microsoft.com/office/drawing/2014/main" id="{36739A99-283A-45B6-9063-48C458A46946}"/>
              </a:ext>
            </a:extLst>
          </p:cNvPr>
          <p:cNvGrpSpPr/>
          <p:nvPr/>
        </p:nvGrpSpPr>
        <p:grpSpPr>
          <a:xfrm>
            <a:off x="8933995" y="8555848"/>
            <a:ext cx="144282" cy="141422"/>
            <a:chOff x="4529318" y="3094220"/>
            <a:chExt cx="144282" cy="141422"/>
          </a:xfrm>
        </p:grpSpPr>
        <p:pic>
          <p:nvPicPr>
            <p:cNvPr id="57" name="그림 56">
              <a:extLst>
                <a:ext uri="{FF2B5EF4-FFF2-40B4-BE49-F238E27FC236}">
                  <a16:creationId xmlns:a16="http://schemas.microsoft.com/office/drawing/2014/main" id="{4DECDFA9-B16B-474C-89F8-C4A1A8ECDDF2}"/>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flipH="1">
              <a:off x="4547256" y="3102262"/>
              <a:ext cx="125337" cy="125337"/>
            </a:xfrm>
            <a:prstGeom prst="rect">
              <a:avLst/>
            </a:prstGeom>
          </p:spPr>
        </p:pic>
        <p:sp>
          <p:nvSpPr>
            <p:cNvPr id="58" name="모서리가 둥근 직사각형 141">
              <a:extLst>
                <a:ext uri="{FF2B5EF4-FFF2-40B4-BE49-F238E27FC236}">
                  <a16:creationId xmlns:a16="http://schemas.microsoft.com/office/drawing/2014/main" id="{6B7E60E7-EA06-4BB3-8A73-E5C5B30723F3}"/>
                </a:ext>
              </a:extLst>
            </p:cNvPr>
            <p:cNvSpPr/>
            <p:nvPr/>
          </p:nvSpPr>
          <p:spPr>
            <a:xfrm>
              <a:off x="4529318" y="3094220"/>
              <a:ext cx="144282" cy="141422"/>
            </a:xfrm>
            <a:prstGeom prst="roundRect">
              <a:avLst>
                <a:gd name="adj" fmla="val 15598"/>
              </a:avLst>
            </a:prstGeom>
            <a:no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    </a:t>
              </a:r>
            </a:p>
          </p:txBody>
        </p:sp>
      </p:grpSp>
      <p:sp>
        <p:nvSpPr>
          <p:cNvPr id="59" name="직사각형 58">
            <a:extLst>
              <a:ext uri="{FF2B5EF4-FFF2-40B4-BE49-F238E27FC236}">
                <a16:creationId xmlns:a16="http://schemas.microsoft.com/office/drawing/2014/main" id="{755E3D43-D564-4AFF-A939-8BC53BF6B089}"/>
              </a:ext>
            </a:extLst>
          </p:cNvPr>
          <p:cNvSpPr/>
          <p:nvPr/>
        </p:nvSpPr>
        <p:spPr>
          <a:xfrm>
            <a:off x="4773559" y="7961079"/>
            <a:ext cx="1038442" cy="14234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옵션명</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ex)</a:t>
            </a:r>
            <a:r>
              <a:rPr lang="ko-KR" altLang="en-US" sz="800" dirty="0">
                <a:solidFill>
                  <a:schemeClr val="tx1">
                    <a:lumMod val="50000"/>
                    <a:lumOff val="50000"/>
                  </a:schemeClr>
                </a:solidFill>
              </a:rPr>
              <a:t>사이즈</a:t>
            </a:r>
            <a:endParaRPr lang="en-US" altLang="ko-KR" sz="800" dirty="0">
              <a:solidFill>
                <a:schemeClr val="tx1">
                  <a:lumMod val="50000"/>
                  <a:lumOff val="50000"/>
                </a:schemeClr>
              </a:solidFill>
            </a:endParaRPr>
          </a:p>
        </p:txBody>
      </p:sp>
      <p:sp>
        <p:nvSpPr>
          <p:cNvPr id="60" name="직사각형 59">
            <a:extLst>
              <a:ext uri="{FF2B5EF4-FFF2-40B4-BE49-F238E27FC236}">
                <a16:creationId xmlns:a16="http://schemas.microsoft.com/office/drawing/2014/main" id="{A5AE00CD-3895-4E25-B630-63A91FB56324}"/>
              </a:ext>
            </a:extLst>
          </p:cNvPr>
          <p:cNvSpPr/>
          <p:nvPr/>
        </p:nvSpPr>
        <p:spPr>
          <a:xfrm>
            <a:off x="4773559" y="8367602"/>
            <a:ext cx="1038442" cy="14234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700" dirty="0" err="1">
                <a:solidFill>
                  <a:schemeClr val="tx1">
                    <a:lumMod val="50000"/>
                    <a:lumOff val="50000"/>
                  </a:schemeClr>
                </a:solidFill>
              </a:rPr>
              <a:t>옵션명</a:t>
            </a:r>
            <a:r>
              <a:rPr lang="ko-KR" altLang="en-US" sz="700" dirty="0">
                <a:solidFill>
                  <a:schemeClr val="tx1">
                    <a:lumMod val="50000"/>
                    <a:lumOff val="50000"/>
                  </a:schemeClr>
                </a:solidFill>
              </a:rPr>
              <a:t> </a:t>
            </a:r>
            <a:r>
              <a:rPr lang="en-US" altLang="ko-KR" sz="700" dirty="0">
                <a:solidFill>
                  <a:schemeClr val="tx1">
                    <a:lumMod val="50000"/>
                    <a:lumOff val="50000"/>
                  </a:schemeClr>
                </a:solidFill>
              </a:rPr>
              <a:t>ex)</a:t>
            </a:r>
            <a:r>
              <a:rPr lang="ko-KR" altLang="en-US" sz="700" dirty="0">
                <a:solidFill>
                  <a:schemeClr val="tx1">
                    <a:lumMod val="50000"/>
                    <a:lumOff val="50000"/>
                  </a:schemeClr>
                </a:solidFill>
              </a:rPr>
              <a:t>추가상품</a:t>
            </a:r>
            <a:r>
              <a:rPr lang="en-US" altLang="ko-KR" sz="800" dirty="0">
                <a:solidFill>
                  <a:schemeClr val="tx1">
                    <a:lumMod val="50000"/>
                    <a:lumOff val="50000"/>
                  </a:schemeClr>
                </a:solidFill>
              </a:rPr>
              <a:t> </a:t>
            </a:r>
          </a:p>
        </p:txBody>
      </p:sp>
      <p:sp>
        <p:nvSpPr>
          <p:cNvPr id="61" name="직사각형 60">
            <a:extLst>
              <a:ext uri="{FF2B5EF4-FFF2-40B4-BE49-F238E27FC236}">
                <a16:creationId xmlns:a16="http://schemas.microsoft.com/office/drawing/2014/main" id="{F7C51DED-67EB-4313-B181-08EDDC2DBCBE}"/>
              </a:ext>
            </a:extLst>
          </p:cNvPr>
          <p:cNvSpPr/>
          <p:nvPr/>
        </p:nvSpPr>
        <p:spPr>
          <a:xfrm>
            <a:off x="7830836" y="8540897"/>
            <a:ext cx="963484" cy="14695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수량입력</a:t>
            </a:r>
            <a:r>
              <a:rPr lang="en-US" altLang="ko-KR" sz="800" dirty="0">
                <a:solidFill>
                  <a:schemeClr val="tx1">
                    <a:lumMod val="50000"/>
                    <a:lumOff val="50000"/>
                  </a:schemeClr>
                </a:solidFill>
              </a:rPr>
              <a:t>(</a:t>
            </a:r>
            <a:r>
              <a:rPr lang="ko-KR" altLang="en-US" sz="800" dirty="0">
                <a:solidFill>
                  <a:schemeClr val="tx1">
                    <a:lumMod val="50000"/>
                    <a:lumOff val="50000"/>
                  </a:schemeClr>
                </a:solidFill>
              </a:rPr>
              <a:t>개</a:t>
            </a:r>
            <a:r>
              <a:rPr lang="en-US" altLang="ko-KR" sz="800" dirty="0">
                <a:solidFill>
                  <a:schemeClr val="tx1">
                    <a:lumMod val="50000"/>
                    <a:lumOff val="50000"/>
                  </a:schemeClr>
                </a:solidFill>
              </a:rPr>
              <a:t>)</a:t>
            </a:r>
          </a:p>
        </p:txBody>
      </p:sp>
      <p:sp>
        <p:nvSpPr>
          <p:cNvPr id="62" name="직사각형 61">
            <a:extLst>
              <a:ext uri="{FF2B5EF4-FFF2-40B4-BE49-F238E27FC236}">
                <a16:creationId xmlns:a16="http://schemas.microsoft.com/office/drawing/2014/main" id="{1FC1FC50-27EA-45CD-BF18-560AA9ADD88E}"/>
              </a:ext>
            </a:extLst>
          </p:cNvPr>
          <p:cNvSpPr/>
          <p:nvPr/>
        </p:nvSpPr>
        <p:spPr>
          <a:xfrm>
            <a:off x="7830836" y="8368523"/>
            <a:ext cx="963484" cy="14695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수량입력</a:t>
            </a:r>
            <a:r>
              <a:rPr lang="en-US" altLang="ko-KR" sz="800" dirty="0">
                <a:solidFill>
                  <a:schemeClr val="tx1">
                    <a:lumMod val="50000"/>
                    <a:lumOff val="50000"/>
                  </a:schemeClr>
                </a:solidFill>
              </a:rPr>
              <a:t>(</a:t>
            </a:r>
            <a:r>
              <a:rPr lang="ko-KR" altLang="en-US" sz="800" dirty="0">
                <a:solidFill>
                  <a:schemeClr val="tx1">
                    <a:lumMod val="50000"/>
                    <a:lumOff val="50000"/>
                  </a:schemeClr>
                </a:solidFill>
              </a:rPr>
              <a:t>개</a:t>
            </a:r>
            <a:r>
              <a:rPr lang="en-US" altLang="ko-KR" sz="800" dirty="0">
                <a:solidFill>
                  <a:schemeClr val="tx1">
                    <a:lumMod val="50000"/>
                    <a:lumOff val="50000"/>
                  </a:schemeClr>
                </a:solidFill>
              </a:rPr>
              <a:t>)</a:t>
            </a:r>
          </a:p>
        </p:txBody>
      </p:sp>
      <p:sp>
        <p:nvSpPr>
          <p:cNvPr id="63" name="직사각형 62">
            <a:extLst>
              <a:ext uri="{FF2B5EF4-FFF2-40B4-BE49-F238E27FC236}">
                <a16:creationId xmlns:a16="http://schemas.microsoft.com/office/drawing/2014/main" id="{CFF432F8-2053-4BA7-A50B-21E541D77C32}"/>
              </a:ext>
            </a:extLst>
          </p:cNvPr>
          <p:cNvSpPr/>
          <p:nvPr/>
        </p:nvSpPr>
        <p:spPr>
          <a:xfrm>
            <a:off x="7830836" y="8147457"/>
            <a:ext cx="963484" cy="14695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수량입력</a:t>
            </a:r>
            <a:r>
              <a:rPr lang="en-US" altLang="ko-KR" sz="800" dirty="0">
                <a:solidFill>
                  <a:schemeClr val="tx1">
                    <a:lumMod val="50000"/>
                    <a:lumOff val="50000"/>
                  </a:schemeClr>
                </a:solidFill>
              </a:rPr>
              <a:t>(</a:t>
            </a:r>
            <a:r>
              <a:rPr lang="ko-KR" altLang="en-US" sz="800" dirty="0">
                <a:solidFill>
                  <a:schemeClr val="tx1">
                    <a:lumMod val="50000"/>
                    <a:lumOff val="50000"/>
                  </a:schemeClr>
                </a:solidFill>
              </a:rPr>
              <a:t>개</a:t>
            </a:r>
            <a:r>
              <a:rPr lang="en-US" altLang="ko-KR" sz="800" dirty="0">
                <a:solidFill>
                  <a:schemeClr val="tx1">
                    <a:lumMod val="50000"/>
                    <a:lumOff val="50000"/>
                  </a:schemeClr>
                </a:solidFill>
              </a:rPr>
              <a:t>)</a:t>
            </a:r>
          </a:p>
        </p:txBody>
      </p:sp>
      <p:sp>
        <p:nvSpPr>
          <p:cNvPr id="64" name="직사각형 63">
            <a:extLst>
              <a:ext uri="{FF2B5EF4-FFF2-40B4-BE49-F238E27FC236}">
                <a16:creationId xmlns:a16="http://schemas.microsoft.com/office/drawing/2014/main" id="{D0D48595-9B70-4C57-A78F-DC6A8A4E0918}"/>
              </a:ext>
            </a:extLst>
          </p:cNvPr>
          <p:cNvSpPr/>
          <p:nvPr/>
        </p:nvSpPr>
        <p:spPr>
          <a:xfrm>
            <a:off x="7830836" y="7964142"/>
            <a:ext cx="963484" cy="14695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수량입력</a:t>
            </a:r>
            <a:r>
              <a:rPr lang="en-US" altLang="ko-KR" sz="800" dirty="0">
                <a:solidFill>
                  <a:schemeClr val="tx1">
                    <a:lumMod val="50000"/>
                    <a:lumOff val="50000"/>
                  </a:schemeClr>
                </a:solidFill>
              </a:rPr>
              <a:t>(</a:t>
            </a:r>
            <a:r>
              <a:rPr lang="ko-KR" altLang="en-US" sz="800" dirty="0">
                <a:solidFill>
                  <a:schemeClr val="tx1">
                    <a:lumMod val="50000"/>
                    <a:lumOff val="50000"/>
                  </a:schemeClr>
                </a:solidFill>
              </a:rPr>
              <a:t>개</a:t>
            </a:r>
            <a:r>
              <a:rPr lang="en-US" altLang="ko-KR" sz="800" dirty="0">
                <a:solidFill>
                  <a:schemeClr val="tx1">
                    <a:lumMod val="50000"/>
                    <a:lumOff val="50000"/>
                  </a:schemeClr>
                </a:solidFill>
              </a:rPr>
              <a:t>)</a:t>
            </a:r>
          </a:p>
        </p:txBody>
      </p:sp>
      <p:sp>
        <p:nvSpPr>
          <p:cNvPr id="65" name="직사각형 64">
            <a:extLst>
              <a:ext uri="{FF2B5EF4-FFF2-40B4-BE49-F238E27FC236}">
                <a16:creationId xmlns:a16="http://schemas.microsoft.com/office/drawing/2014/main" id="{51F014E1-528D-478D-BB68-74BED76B0094}"/>
              </a:ext>
            </a:extLst>
          </p:cNvPr>
          <p:cNvSpPr/>
          <p:nvPr/>
        </p:nvSpPr>
        <p:spPr>
          <a:xfrm>
            <a:off x="7830836" y="7748568"/>
            <a:ext cx="963484" cy="14695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수량입력</a:t>
            </a:r>
            <a:r>
              <a:rPr lang="en-US" altLang="ko-KR" sz="800" dirty="0">
                <a:solidFill>
                  <a:schemeClr val="tx1">
                    <a:lumMod val="50000"/>
                    <a:lumOff val="50000"/>
                  </a:schemeClr>
                </a:solidFill>
              </a:rPr>
              <a:t>(</a:t>
            </a:r>
            <a:r>
              <a:rPr lang="ko-KR" altLang="en-US" sz="800" dirty="0">
                <a:solidFill>
                  <a:schemeClr val="tx1">
                    <a:lumMod val="50000"/>
                    <a:lumOff val="50000"/>
                  </a:schemeClr>
                </a:solidFill>
              </a:rPr>
              <a:t>개</a:t>
            </a:r>
            <a:r>
              <a:rPr lang="en-US" altLang="ko-KR" sz="800" dirty="0">
                <a:solidFill>
                  <a:schemeClr val="tx1">
                    <a:lumMod val="50000"/>
                    <a:lumOff val="50000"/>
                  </a:schemeClr>
                </a:solidFill>
              </a:rPr>
              <a:t>)</a:t>
            </a:r>
          </a:p>
        </p:txBody>
      </p:sp>
      <p:sp>
        <p:nvSpPr>
          <p:cNvPr id="66" name="직사각형 65">
            <a:extLst>
              <a:ext uri="{FF2B5EF4-FFF2-40B4-BE49-F238E27FC236}">
                <a16:creationId xmlns:a16="http://schemas.microsoft.com/office/drawing/2014/main" id="{C707C760-2635-418A-B374-F1D74F6035DD}"/>
              </a:ext>
            </a:extLst>
          </p:cNvPr>
          <p:cNvSpPr/>
          <p:nvPr/>
        </p:nvSpPr>
        <p:spPr>
          <a:xfrm>
            <a:off x="7697905" y="7639349"/>
            <a:ext cx="1188287" cy="1163167"/>
          </a:xfrm>
          <a:prstGeom prst="rect">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7" name="타원 66">
            <a:extLst>
              <a:ext uri="{FF2B5EF4-FFF2-40B4-BE49-F238E27FC236}">
                <a16:creationId xmlns:a16="http://schemas.microsoft.com/office/drawing/2014/main" id="{61105AB4-DA43-459C-A1FC-3055455073CC}"/>
              </a:ext>
            </a:extLst>
          </p:cNvPr>
          <p:cNvSpPr/>
          <p:nvPr/>
        </p:nvSpPr>
        <p:spPr>
          <a:xfrm>
            <a:off x="1903403" y="5753228"/>
            <a:ext cx="773453" cy="326846"/>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68" name="직선 화살표 연결선 67">
            <a:extLst>
              <a:ext uri="{FF2B5EF4-FFF2-40B4-BE49-F238E27FC236}">
                <a16:creationId xmlns:a16="http://schemas.microsoft.com/office/drawing/2014/main" id="{660D3560-0E8E-4F1F-A8DF-8D27B9854D42}"/>
              </a:ext>
            </a:extLst>
          </p:cNvPr>
          <p:cNvCxnSpPr>
            <a:cxnSpLocks/>
            <a:stCxn id="67" idx="6"/>
          </p:cNvCxnSpPr>
          <p:nvPr/>
        </p:nvCxnSpPr>
        <p:spPr>
          <a:xfrm>
            <a:off x="2676856" y="5916651"/>
            <a:ext cx="5021049" cy="1737331"/>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69" name="표 68">
            <a:extLst>
              <a:ext uri="{FF2B5EF4-FFF2-40B4-BE49-F238E27FC236}">
                <a16:creationId xmlns:a16="http://schemas.microsoft.com/office/drawing/2014/main" id="{41DD971B-C21C-4720-BC7D-68146E5094DD}"/>
              </a:ext>
            </a:extLst>
          </p:cNvPr>
          <p:cNvGraphicFramePr>
            <a:graphicFrameLocks noGrp="1"/>
          </p:cNvGraphicFramePr>
          <p:nvPr>
            <p:extLst>
              <p:ext uri="{D42A27DB-BD31-4B8C-83A1-F6EECF244321}">
                <p14:modId xmlns:p14="http://schemas.microsoft.com/office/powerpoint/2010/main" val="399587626"/>
              </p:ext>
            </p:extLst>
          </p:nvPr>
        </p:nvGraphicFramePr>
        <p:xfrm>
          <a:off x="10171774" y="22159"/>
          <a:ext cx="1979018" cy="29728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RF-02-05-02-4</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상품관리 </a:t>
                      </a:r>
                      <a:r>
                        <a:rPr lang="en-US" altLang="ko-KR" sz="800" dirty="0"/>
                        <a:t>&gt; </a:t>
                      </a:r>
                      <a:r>
                        <a:rPr lang="ko-KR" altLang="en-US" sz="800" dirty="0"/>
                        <a:t>자사상품관리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자사 상품 등록 </a:t>
                      </a:r>
                      <a:r>
                        <a:rPr lang="en-US" altLang="ko-KR" sz="800" dirty="0"/>
                        <a:t>&gt; </a:t>
                      </a:r>
                      <a:r>
                        <a:rPr lang="ko-KR" altLang="en-US" sz="800" dirty="0"/>
                        <a:t>상품 옵션</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상품 옵션 선택 시 등록 폼 변화 표시</a:t>
                      </a:r>
                      <a:endParaRPr lang="en-US" altLang="ko-KR" sz="800" dirty="0"/>
                    </a:p>
                    <a:p>
                      <a:pPr algn="l" latinLnBrk="1"/>
                      <a:endParaRPr lang="en-US" altLang="ko-KR" sz="800" dirty="0"/>
                    </a:p>
                    <a:p>
                      <a:pPr algn="l" latinLnBrk="1"/>
                      <a:r>
                        <a:rPr lang="ko-KR" altLang="en-US" sz="800" dirty="0"/>
                        <a:t>재고 사용여부에 따라 수량 입력 폼이 보이거나 안보이거나 한다</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옵션의 상품 수량을 무한대로 사용한다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사용 </a:t>
                      </a:r>
                      <a:r>
                        <a:rPr lang="en-US" altLang="ko-KR" sz="800" b="0" dirty="0">
                          <a:solidFill>
                            <a:schemeClr val="tx1"/>
                          </a:solidFill>
                        </a:rPr>
                        <a:t>- </a:t>
                      </a:r>
                      <a:r>
                        <a:rPr lang="ko-KR" altLang="en-US" sz="800" b="0" dirty="0">
                          <a:solidFill>
                            <a:schemeClr val="tx1"/>
                          </a:solidFill>
                        </a:rPr>
                        <a:t>옵션의 상품 수량을 제한적으로 사용한다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옵션을 비고형</a:t>
                      </a:r>
                      <a:r>
                        <a:rPr lang="en-US" altLang="ko-KR" sz="800" b="0" dirty="0">
                          <a:solidFill>
                            <a:schemeClr val="tx1"/>
                          </a:solidFill>
                        </a:rPr>
                        <a:t>, </a:t>
                      </a:r>
                      <a:r>
                        <a:rPr lang="ko-KR" altLang="en-US" sz="800" b="0" dirty="0">
                          <a:solidFill>
                            <a:schemeClr val="tx1"/>
                          </a:solidFill>
                        </a:rPr>
                        <a:t>일반선택형</a:t>
                      </a:r>
                      <a:r>
                        <a:rPr lang="en-US" altLang="ko-KR" sz="800" b="0" dirty="0">
                          <a:solidFill>
                            <a:schemeClr val="tx1"/>
                          </a:solidFill>
                        </a:rPr>
                        <a:t>, </a:t>
                      </a:r>
                      <a:r>
                        <a:rPr lang="ko-KR" altLang="en-US" sz="800" b="0" dirty="0">
                          <a:solidFill>
                            <a:schemeClr val="tx1"/>
                          </a:solidFill>
                        </a:rPr>
                        <a:t>금액선택형을 선택</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
        <p:nvSpPr>
          <p:cNvPr id="70" name="TextBox 69">
            <a:extLst>
              <a:ext uri="{FF2B5EF4-FFF2-40B4-BE49-F238E27FC236}">
                <a16:creationId xmlns:a16="http://schemas.microsoft.com/office/drawing/2014/main" id="{4E05FF26-D416-45D6-A230-C9C324304A07}"/>
              </a:ext>
            </a:extLst>
          </p:cNvPr>
          <p:cNvSpPr txBox="1"/>
          <p:nvPr/>
        </p:nvSpPr>
        <p:spPr>
          <a:xfrm>
            <a:off x="1070968" y="6010406"/>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71" name="TextBox 70">
            <a:extLst>
              <a:ext uri="{FF2B5EF4-FFF2-40B4-BE49-F238E27FC236}">
                <a16:creationId xmlns:a16="http://schemas.microsoft.com/office/drawing/2014/main" id="{F3E554FF-7996-4018-BEC0-FD1CA5A74BDB}"/>
              </a:ext>
            </a:extLst>
          </p:cNvPr>
          <p:cNvSpPr txBox="1"/>
          <p:nvPr/>
        </p:nvSpPr>
        <p:spPr>
          <a:xfrm>
            <a:off x="2164133" y="5585469"/>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3317949964"/>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B7B9AF7E-0BC7-4BB7-B974-34FB3F66A0E4}"/>
              </a:ext>
            </a:extLst>
          </p:cNvPr>
          <p:cNvSpPr/>
          <p:nvPr/>
        </p:nvSpPr>
        <p:spPr>
          <a:xfrm>
            <a:off x="202208" y="8242340"/>
            <a:ext cx="9785554" cy="5514603"/>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dirty="0"/>
          </a:p>
        </p:txBody>
      </p:sp>
      <p:sp>
        <p:nvSpPr>
          <p:cNvPr id="24" name="타원 23">
            <a:extLst>
              <a:ext uri="{FF2B5EF4-FFF2-40B4-BE49-F238E27FC236}">
                <a16:creationId xmlns:a16="http://schemas.microsoft.com/office/drawing/2014/main" id="{18926B40-7D96-473F-9462-C87B950B83D3}"/>
              </a:ext>
            </a:extLst>
          </p:cNvPr>
          <p:cNvSpPr/>
          <p:nvPr/>
        </p:nvSpPr>
        <p:spPr>
          <a:xfrm>
            <a:off x="1002261" y="7017045"/>
            <a:ext cx="1923723" cy="632442"/>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5" name="직선 화살표 연결선 24">
            <a:extLst>
              <a:ext uri="{FF2B5EF4-FFF2-40B4-BE49-F238E27FC236}">
                <a16:creationId xmlns:a16="http://schemas.microsoft.com/office/drawing/2014/main" id="{E80BC454-25D5-45D1-8FD5-8F42DA703A5C}"/>
              </a:ext>
            </a:extLst>
          </p:cNvPr>
          <p:cNvCxnSpPr>
            <a:cxnSpLocks/>
            <a:stCxn id="24" idx="4"/>
          </p:cNvCxnSpPr>
          <p:nvPr/>
        </p:nvCxnSpPr>
        <p:spPr>
          <a:xfrm>
            <a:off x="1964123" y="7649487"/>
            <a:ext cx="0" cy="548174"/>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86" name="TextBox 85">
            <a:extLst>
              <a:ext uri="{FF2B5EF4-FFF2-40B4-BE49-F238E27FC236}">
                <a16:creationId xmlns:a16="http://schemas.microsoft.com/office/drawing/2014/main" id="{C1EE60A1-99F4-4A43-BF93-E34E1A510AAE}"/>
              </a:ext>
            </a:extLst>
          </p:cNvPr>
          <p:cNvSpPr txBox="1"/>
          <p:nvPr/>
        </p:nvSpPr>
        <p:spPr>
          <a:xfrm>
            <a:off x="1177369" y="7076267"/>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87" name="TextBox 86">
            <a:extLst>
              <a:ext uri="{FF2B5EF4-FFF2-40B4-BE49-F238E27FC236}">
                <a16:creationId xmlns:a16="http://schemas.microsoft.com/office/drawing/2014/main" id="{026615E1-5E79-4089-8DF5-036DAAEC88AE}"/>
              </a:ext>
            </a:extLst>
          </p:cNvPr>
          <p:cNvSpPr txBox="1"/>
          <p:nvPr/>
        </p:nvSpPr>
        <p:spPr>
          <a:xfrm>
            <a:off x="1177369" y="7388760"/>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graphicFrame>
        <p:nvGraphicFramePr>
          <p:cNvPr id="27" name="표 26">
            <a:extLst>
              <a:ext uri="{FF2B5EF4-FFF2-40B4-BE49-F238E27FC236}">
                <a16:creationId xmlns:a16="http://schemas.microsoft.com/office/drawing/2014/main" id="{1F0F38F2-11E5-4BF7-827B-6FA5F7A9F8FE}"/>
              </a:ext>
            </a:extLst>
          </p:cNvPr>
          <p:cNvGraphicFramePr>
            <a:graphicFrameLocks noGrp="1"/>
          </p:cNvGraphicFramePr>
          <p:nvPr>
            <p:extLst>
              <p:ext uri="{D42A27DB-BD31-4B8C-83A1-F6EECF244321}">
                <p14:modId xmlns:p14="http://schemas.microsoft.com/office/powerpoint/2010/main" val="2845014341"/>
              </p:ext>
            </p:extLst>
          </p:nvPr>
        </p:nvGraphicFramePr>
        <p:xfrm>
          <a:off x="10171774" y="22159"/>
          <a:ext cx="1979018" cy="101356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RF-02-05-02-5</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상품관리 </a:t>
                      </a:r>
                      <a:r>
                        <a:rPr lang="en-US" altLang="ko-KR" sz="800" dirty="0"/>
                        <a:t>&gt; </a:t>
                      </a:r>
                      <a:r>
                        <a:rPr lang="ko-KR" altLang="en-US" sz="800" dirty="0"/>
                        <a:t>자사상품관리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자사 상품 등록 </a:t>
                      </a:r>
                      <a:r>
                        <a:rPr lang="en-US" altLang="ko-KR" sz="800" dirty="0"/>
                        <a:t>&gt; </a:t>
                      </a:r>
                      <a:r>
                        <a:rPr lang="ko-KR" altLang="en-US" sz="800" dirty="0"/>
                        <a:t>상품 제약 조건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상품 제약 조건의 선택 시 등록 폼 변화 표시</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공유구분에서 공유상품이나 제휴상품으로 선택할 때 가격 조건을 입력하는 영역 활성화</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1-1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상품을 공유하고 </a:t>
                      </a:r>
                      <a:br>
                        <a:rPr lang="en-US" altLang="ko-KR" sz="800" b="0" dirty="0">
                          <a:solidFill>
                            <a:schemeClr val="tx1"/>
                          </a:solidFill>
                        </a:rPr>
                      </a:br>
                      <a:br>
                        <a:rPr lang="en-US" altLang="ko-KR" sz="800" b="0" dirty="0">
                          <a:solidFill>
                            <a:schemeClr val="tx1"/>
                          </a:solidFill>
                        </a:rPr>
                      </a:br>
                      <a:r>
                        <a:rPr lang="ko-KR" altLang="en-US" sz="800" b="0" dirty="0">
                          <a:solidFill>
                            <a:schemeClr val="tx1"/>
                          </a:solidFill>
                        </a:rPr>
                        <a:t>판매형태가 </a:t>
                      </a:r>
                      <a:r>
                        <a:rPr lang="en-US" altLang="ko-KR" sz="800" b="1" dirty="0">
                          <a:solidFill>
                            <a:srgbClr val="C00000"/>
                          </a:solidFill>
                        </a:rPr>
                        <a:t>“</a:t>
                      </a:r>
                      <a:r>
                        <a:rPr lang="ko-KR" altLang="en-US" sz="800" b="1" dirty="0">
                          <a:solidFill>
                            <a:srgbClr val="C00000"/>
                          </a:solidFill>
                        </a:rPr>
                        <a:t>상품판매</a:t>
                      </a:r>
                      <a:r>
                        <a:rPr lang="en-US" altLang="ko-KR" sz="800" b="1" dirty="0">
                          <a:solidFill>
                            <a:srgbClr val="C00000"/>
                          </a:solidFill>
                        </a:rPr>
                        <a:t>”</a:t>
                      </a:r>
                      <a:r>
                        <a:rPr lang="ko-KR" altLang="en-US" sz="800" b="0" dirty="0">
                          <a:solidFill>
                            <a:schemeClr val="tx1"/>
                          </a:solidFill>
                        </a:rPr>
                        <a:t> 일 경우에는 </a:t>
                      </a:r>
                      <a:br>
                        <a:rPr lang="en-US" altLang="ko-KR" sz="800" b="0" dirty="0">
                          <a:solidFill>
                            <a:schemeClr val="tx1"/>
                          </a:solidFill>
                        </a:rPr>
                      </a:br>
                      <a:br>
                        <a:rPr lang="en-US" altLang="ko-KR" sz="800" b="0" dirty="0">
                          <a:solidFill>
                            <a:schemeClr val="tx1"/>
                          </a:solidFill>
                        </a:rPr>
                      </a:br>
                      <a:r>
                        <a:rPr lang="ko-KR" altLang="en-US" sz="800" b="0" dirty="0">
                          <a:solidFill>
                            <a:schemeClr val="tx1"/>
                          </a:solidFill>
                        </a:rPr>
                        <a:t>상품 판매 후의 수수료를 상품공유자가 내는 구조입니다</a:t>
                      </a:r>
                      <a:r>
                        <a:rPr lang="en-US" altLang="ko-KR" sz="800" b="0" dirty="0">
                          <a:solidFill>
                            <a:schemeClr val="tx1"/>
                          </a:solidFill>
                        </a:rPr>
                        <a:t>.</a:t>
                      </a:r>
                      <a:br>
                        <a:rPr lang="en-US" altLang="ko-KR" sz="800" b="0" dirty="0">
                          <a:solidFill>
                            <a:schemeClr val="tx1"/>
                          </a:solidFill>
                        </a:rPr>
                      </a:br>
                      <a:br>
                        <a:rPr lang="en-US" altLang="ko-KR" sz="800" b="0" dirty="0">
                          <a:solidFill>
                            <a:schemeClr val="tx1"/>
                          </a:solidFill>
                        </a:rPr>
                      </a:br>
                      <a:r>
                        <a:rPr lang="ko-KR" altLang="en-US" sz="800" b="0" dirty="0">
                          <a:solidFill>
                            <a:schemeClr val="tx1"/>
                          </a:solidFill>
                        </a:rPr>
                        <a:t>따라서 판매가격은 상품가격에서 공유판매자의 이익금을 포함한 가격입니다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이익금을 결정하는 방법도 두가지가 있으며</a:t>
                      </a:r>
                      <a:r>
                        <a:rPr lang="en-US" altLang="ko-KR" sz="800" b="0" dirty="0">
                          <a:solidFill>
                            <a:schemeClr val="tx1"/>
                          </a:solidFill>
                        </a:rPr>
                        <a:t>, </a:t>
                      </a:r>
                      <a:r>
                        <a:rPr lang="ko-KR" altLang="en-US" sz="800" b="0" dirty="0">
                          <a:solidFill>
                            <a:schemeClr val="tx1"/>
                          </a:solidFill>
                        </a:rPr>
                        <a:t>고정비용을 클릭하거나 비율비용을 클릭하는 것에 따라 이익금이 달리 설정되고 최종 판매가격을 설정됩니다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1-2</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상품을 공유하고 </a:t>
                      </a:r>
                      <a:br>
                        <a:rPr lang="en-US" altLang="ko-KR" sz="800" b="0" dirty="0">
                          <a:solidFill>
                            <a:schemeClr val="tx1"/>
                          </a:solidFill>
                        </a:rPr>
                      </a:br>
                      <a:br>
                        <a:rPr lang="en-US" altLang="ko-KR" sz="800" b="0" dirty="0">
                          <a:solidFill>
                            <a:schemeClr val="tx1"/>
                          </a:solidFill>
                        </a:rPr>
                      </a:br>
                      <a:r>
                        <a:rPr lang="ko-KR" altLang="en-US" sz="800" b="0" dirty="0">
                          <a:solidFill>
                            <a:schemeClr val="tx1"/>
                          </a:solidFill>
                        </a:rPr>
                        <a:t>판매형태가 </a:t>
                      </a:r>
                      <a:r>
                        <a:rPr lang="en-US" altLang="ko-KR" sz="800" b="1" dirty="0">
                          <a:solidFill>
                            <a:srgbClr val="C00000"/>
                          </a:solidFill>
                        </a:rPr>
                        <a:t>“</a:t>
                      </a:r>
                      <a:r>
                        <a:rPr lang="ko-KR" altLang="en-US" sz="800" b="1" dirty="0">
                          <a:solidFill>
                            <a:srgbClr val="C00000"/>
                          </a:solidFill>
                        </a:rPr>
                        <a:t>위탁판매</a:t>
                      </a:r>
                      <a:r>
                        <a:rPr lang="en-US" altLang="ko-KR" sz="800" b="1" dirty="0">
                          <a:solidFill>
                            <a:srgbClr val="C00000"/>
                          </a:solidFill>
                        </a:rPr>
                        <a:t>”</a:t>
                      </a:r>
                      <a:r>
                        <a:rPr lang="ko-KR" altLang="en-US" sz="800" b="0" dirty="0">
                          <a:solidFill>
                            <a:schemeClr val="tx1"/>
                          </a:solidFill>
                        </a:rPr>
                        <a:t> 일 경우에는 </a:t>
                      </a:r>
                      <a:br>
                        <a:rPr lang="en-US" altLang="ko-KR" sz="800" b="0" dirty="0">
                          <a:solidFill>
                            <a:schemeClr val="tx1"/>
                          </a:solidFill>
                        </a:rPr>
                      </a:br>
                      <a:endParaRPr lang="en-US" altLang="ko-KR" sz="800" b="0" dirty="0">
                        <a:solidFill>
                          <a:schemeClr val="tx1"/>
                        </a:solidFill>
                      </a:endParaRPr>
                    </a:p>
                    <a:p>
                      <a:pPr algn="l" latinLnBrk="1"/>
                      <a:r>
                        <a:rPr lang="en-US" altLang="ko-KR" sz="800" b="0" dirty="0">
                          <a:solidFill>
                            <a:schemeClr val="tx1"/>
                          </a:solidFill>
                        </a:rPr>
                        <a:t>1-3</a:t>
                      </a:r>
                      <a:r>
                        <a:rPr lang="ko-KR" altLang="en-US" sz="800" b="0" dirty="0">
                          <a:solidFill>
                            <a:schemeClr val="tx1"/>
                          </a:solidFill>
                        </a:rPr>
                        <a:t>의 판매가격 결정 영역이 표시됩니다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1-3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위탁판매시 판매가격은 위탁판매자가 가격을 결정하므로 최소판매비용은 위탁판매자의 수수료율에 따라 달라집니다</a:t>
                      </a:r>
                      <a:r>
                        <a:rPr lang="en-US" altLang="ko-KR" sz="800" b="0" dirty="0">
                          <a:solidFill>
                            <a:schemeClr val="tx1"/>
                          </a:solidFill>
                        </a:rPr>
                        <a:t>. </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따라서 상품을 등록할 때에는 기본 </a:t>
                      </a:r>
                      <a:r>
                        <a:rPr lang="en-US" altLang="ko-KR" sz="800" b="0" dirty="0">
                          <a:solidFill>
                            <a:schemeClr val="tx1"/>
                          </a:solidFill>
                        </a:rPr>
                        <a:t>5%</a:t>
                      </a:r>
                      <a:r>
                        <a:rPr lang="ko-KR" altLang="en-US" sz="800" b="0" dirty="0">
                          <a:solidFill>
                            <a:schemeClr val="tx1"/>
                          </a:solidFill>
                        </a:rPr>
                        <a:t>의 수수료를 예시로 해서 최소판매가를 설정합니다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510375252"/>
                  </a:ext>
                </a:extLst>
              </a:tr>
              <a:tr h="140746">
                <a:tc gridSpan="3">
                  <a:txBody>
                    <a:bodyPr/>
                    <a:lstStyle/>
                    <a:p>
                      <a:pPr algn="l" latinLnBrk="1"/>
                      <a:r>
                        <a:rPr lang="ko-KR" altLang="en-US" sz="800" b="1" dirty="0"/>
                        <a:t>최소가격 </a:t>
                      </a:r>
                      <a:r>
                        <a:rPr lang="ko-KR" altLang="en-US" sz="800" b="1" dirty="0" err="1"/>
                        <a:t>산출식</a:t>
                      </a:r>
                      <a:br>
                        <a:rPr lang="en-US" altLang="ko-KR" sz="800" dirty="0"/>
                      </a:br>
                      <a:endParaRPr lang="ko-KR" altLang="en-US" sz="800" dirty="0"/>
                    </a:p>
                    <a:p>
                      <a:pPr algn="l" latinLnBrk="1"/>
                      <a:r>
                        <a:rPr lang="en-US" altLang="ko-KR" sz="800" dirty="0"/>
                        <a:t>$</a:t>
                      </a:r>
                      <a:r>
                        <a:rPr lang="en-US" altLang="ko-KR" sz="800" dirty="0" err="1"/>
                        <a:t>product_price</a:t>
                      </a:r>
                      <a:r>
                        <a:rPr lang="en-US" altLang="ko-KR" sz="800" dirty="0"/>
                        <a:t>    // </a:t>
                      </a:r>
                      <a:r>
                        <a:rPr lang="ko-KR" altLang="en-US" sz="800" dirty="0"/>
                        <a:t>상품가격 </a:t>
                      </a:r>
                    </a:p>
                    <a:p>
                      <a:pPr algn="l" latinLnBrk="1"/>
                      <a:r>
                        <a:rPr lang="en-US" altLang="ko-KR" sz="800" dirty="0"/>
                        <a:t>$</a:t>
                      </a:r>
                      <a:r>
                        <a:rPr lang="en-US" altLang="ko-KR" sz="800" dirty="0" err="1"/>
                        <a:t>delivery_fee</a:t>
                      </a:r>
                      <a:r>
                        <a:rPr lang="en-US" altLang="ko-KR" sz="800" dirty="0"/>
                        <a:t>       // </a:t>
                      </a:r>
                      <a:r>
                        <a:rPr lang="ko-KR" altLang="en-US" sz="800" dirty="0"/>
                        <a:t>배송비 </a:t>
                      </a:r>
                    </a:p>
                    <a:p>
                      <a:pPr algn="l" latinLnBrk="1"/>
                      <a:r>
                        <a:rPr lang="en-US" altLang="ko-KR" sz="800" dirty="0"/>
                        <a:t>$</a:t>
                      </a:r>
                      <a:r>
                        <a:rPr lang="en-US" altLang="ko-KR" sz="800" dirty="0" err="1"/>
                        <a:t>commission_rate</a:t>
                      </a:r>
                      <a:r>
                        <a:rPr lang="en-US" altLang="ko-KR" sz="800" dirty="0"/>
                        <a:t> // </a:t>
                      </a:r>
                      <a:r>
                        <a:rPr lang="ko-KR" altLang="en-US" sz="800" dirty="0"/>
                        <a:t>공유회사 수수료 </a:t>
                      </a:r>
                    </a:p>
                    <a:p>
                      <a:pPr algn="l" latinLnBrk="1"/>
                      <a:endParaRPr lang="ko-KR" altLang="en-US" sz="800" dirty="0"/>
                    </a:p>
                    <a:p>
                      <a:pPr algn="l" latinLnBrk="1"/>
                      <a:r>
                        <a:rPr lang="en-US" altLang="ko-KR" sz="800" dirty="0"/>
                        <a:t>$</a:t>
                      </a:r>
                      <a:r>
                        <a:rPr lang="en-US" altLang="ko-KR" sz="800" dirty="0" err="1"/>
                        <a:t>remain_rate</a:t>
                      </a:r>
                      <a:r>
                        <a:rPr lang="en-US" altLang="ko-KR" sz="800" dirty="0"/>
                        <a:t> = 1 - (($</a:t>
                      </a:r>
                      <a:r>
                        <a:rPr lang="en-US" altLang="ko-KR" sz="800" dirty="0" err="1"/>
                        <a:t>commission_rate</a:t>
                      </a:r>
                      <a:r>
                        <a:rPr lang="en-US" altLang="ko-KR" sz="800" dirty="0"/>
                        <a:t> * 1.1) / 100);</a:t>
                      </a:r>
                    </a:p>
                    <a:p>
                      <a:pPr algn="l" latinLnBrk="1"/>
                      <a:r>
                        <a:rPr lang="en-US" altLang="ko-KR" sz="800" dirty="0"/>
                        <a:t>$</a:t>
                      </a:r>
                      <a:r>
                        <a:rPr lang="en-US" altLang="ko-KR" sz="800" dirty="0" err="1"/>
                        <a:t>min_price</a:t>
                      </a:r>
                      <a:r>
                        <a:rPr lang="en-US" altLang="ko-KR" sz="800" dirty="0"/>
                        <a:t> = ceil(((($</a:t>
                      </a:r>
                      <a:r>
                        <a:rPr lang="en-US" altLang="ko-KR" sz="800" dirty="0" err="1"/>
                        <a:t>product_price</a:t>
                      </a:r>
                      <a:r>
                        <a:rPr lang="en-US" altLang="ko-KR" sz="800" dirty="0"/>
                        <a:t> + $</a:t>
                      </a:r>
                      <a:r>
                        <a:rPr lang="en-US" altLang="ko-KR" sz="800" dirty="0" err="1"/>
                        <a:t>delivery_fee</a:t>
                      </a:r>
                      <a:r>
                        <a:rPr lang="en-US" altLang="ko-KR" sz="800" dirty="0"/>
                        <a:t>) / $</a:t>
                      </a:r>
                      <a:r>
                        <a:rPr lang="en-US" altLang="ko-KR" sz="800" dirty="0" err="1"/>
                        <a:t>remain_rate</a:t>
                      </a:r>
                      <a:r>
                        <a:rPr lang="en-US" altLang="ko-KR" sz="800" dirty="0"/>
                        <a:t>) - $</a:t>
                      </a:r>
                      <a:r>
                        <a:rPr lang="en-US" altLang="ko-KR" sz="800" dirty="0" err="1"/>
                        <a:t>delivery_fee</a:t>
                      </a:r>
                      <a:r>
                        <a:rPr lang="en-US" altLang="ko-KR" sz="800" dirty="0"/>
                        <a:t>) / 10) * 10;</a:t>
                      </a:r>
                    </a:p>
                    <a:p>
                      <a:pPr algn="l" latinLnBrk="1"/>
                      <a:endParaRPr lang="en-US" altLang="ko-KR" sz="800" dirty="0"/>
                    </a:p>
                    <a:p>
                      <a:pPr algn="l" latinLnBrk="1"/>
                      <a:r>
                        <a:rPr lang="ko-KR" altLang="en-US" sz="800" dirty="0"/>
                        <a:t>적용 </a:t>
                      </a:r>
                      <a:r>
                        <a:rPr lang="en-US" altLang="ko-KR" sz="800" dirty="0"/>
                        <a:t>)</a:t>
                      </a:r>
                    </a:p>
                    <a:p>
                      <a:pPr algn="l" latinLnBrk="1"/>
                      <a:r>
                        <a:rPr lang="en-US" altLang="ko-KR" sz="800" dirty="0"/>
                        <a:t>$</a:t>
                      </a:r>
                      <a:r>
                        <a:rPr lang="en-US" altLang="ko-KR" sz="800" dirty="0" err="1"/>
                        <a:t>product_price</a:t>
                      </a:r>
                      <a:r>
                        <a:rPr lang="en-US" altLang="ko-KR" sz="800" dirty="0"/>
                        <a:t> = 10000;   // </a:t>
                      </a:r>
                      <a:r>
                        <a:rPr lang="ko-KR" altLang="en-US" sz="800" dirty="0"/>
                        <a:t>상품가격 </a:t>
                      </a:r>
                    </a:p>
                    <a:p>
                      <a:pPr algn="l" latinLnBrk="1"/>
                      <a:r>
                        <a:rPr lang="en-US" altLang="ko-KR" sz="800" dirty="0"/>
                        <a:t>$</a:t>
                      </a:r>
                      <a:r>
                        <a:rPr lang="en-US" altLang="ko-KR" sz="800" dirty="0" err="1"/>
                        <a:t>delivery_fee</a:t>
                      </a:r>
                      <a:r>
                        <a:rPr lang="en-US" altLang="ko-KR" sz="800" dirty="0"/>
                        <a:t> = 2500;       // </a:t>
                      </a:r>
                      <a:r>
                        <a:rPr lang="ko-KR" altLang="en-US" sz="800" dirty="0"/>
                        <a:t>배송비 </a:t>
                      </a:r>
                    </a:p>
                    <a:p>
                      <a:pPr algn="l" latinLnBrk="1"/>
                      <a:r>
                        <a:rPr lang="en-US" altLang="ko-KR" sz="800" dirty="0"/>
                        <a:t>$</a:t>
                      </a:r>
                      <a:r>
                        <a:rPr lang="en-US" altLang="ko-KR" sz="800" dirty="0" err="1"/>
                        <a:t>commission_rate</a:t>
                      </a:r>
                      <a:r>
                        <a:rPr lang="en-US" altLang="ko-KR" sz="800" dirty="0"/>
                        <a:t> = 10;   // </a:t>
                      </a:r>
                      <a:r>
                        <a:rPr lang="ko-KR" altLang="en-US" sz="800" dirty="0"/>
                        <a:t>공유회사 수수료 </a:t>
                      </a:r>
                    </a:p>
                    <a:p>
                      <a:pPr algn="l" latinLnBrk="1"/>
                      <a:endParaRPr lang="ko-KR" altLang="en-US" sz="800" dirty="0"/>
                    </a:p>
                    <a:p>
                      <a:pPr algn="l" latinLnBrk="1"/>
                      <a:r>
                        <a:rPr lang="en-US" altLang="ko-KR" sz="800" dirty="0"/>
                        <a:t>$</a:t>
                      </a:r>
                      <a:r>
                        <a:rPr lang="en-US" altLang="ko-KR" sz="800" dirty="0" err="1"/>
                        <a:t>remain_rate</a:t>
                      </a:r>
                      <a:r>
                        <a:rPr lang="en-US" altLang="ko-KR" sz="800" dirty="0"/>
                        <a:t> = 1 - ((10 × 1.1) / 100) = 0.89</a:t>
                      </a:r>
                    </a:p>
                    <a:p>
                      <a:pPr algn="l" latinLnBrk="1"/>
                      <a:r>
                        <a:rPr lang="en-US" altLang="ko-KR" sz="800" dirty="0"/>
                        <a:t>$</a:t>
                      </a:r>
                      <a:r>
                        <a:rPr lang="en-US" altLang="ko-KR" sz="800" dirty="0" err="1"/>
                        <a:t>min_price</a:t>
                      </a:r>
                      <a:r>
                        <a:rPr lang="en-US" altLang="ko-KR" sz="800" dirty="0"/>
                        <a:t> = ceil((((10,000 + 2,500) / 0.89) - 2,500) / 10 ) * 10 = 11,550;</a:t>
                      </a:r>
                      <a:endParaRPr lang="ko-KR" altLang="en-US" sz="800" dirty="0"/>
                    </a:p>
                    <a:p>
                      <a:pPr algn="l" latinLnBrk="1"/>
                      <a:endParaRPr lang="ko-KR" altLang="en-US" sz="800" dirty="0"/>
                    </a:p>
                  </a:txBody>
                  <a:tcPr anchor="ctr">
                    <a:solidFill>
                      <a:schemeClr val="accent4">
                        <a:lumMod val="20000"/>
                        <a:lumOff val="80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000945608"/>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구매제한수량을 사용으로 선택할 시 구매</a:t>
                      </a:r>
                      <a:r>
                        <a:rPr lang="ko-KR" altLang="en-US" sz="800" b="0" baseline="0" dirty="0">
                          <a:solidFill>
                            <a:schemeClr val="tx1"/>
                          </a:solidFill>
                        </a:rPr>
                        <a:t> 수량을 입력하는 영역 활성화</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82562567"/>
                  </a:ext>
                </a:extLst>
              </a:tr>
              <a:tr h="140746">
                <a:tc>
                  <a:txBody>
                    <a:bodyPr/>
                    <a:lstStyle/>
                    <a:p>
                      <a:pPr algn="ctr" latinLnBrk="1"/>
                      <a:r>
                        <a:rPr lang="en-US" altLang="ko-KR" sz="800" dirty="0"/>
                        <a:t>2-1</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구매제한수량 입력 영역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906745450"/>
                  </a:ext>
                </a:extLst>
              </a:tr>
            </a:tbl>
          </a:graphicData>
        </a:graphic>
      </p:graphicFrame>
      <p:graphicFrame>
        <p:nvGraphicFramePr>
          <p:cNvPr id="28" name="표 27">
            <a:extLst>
              <a:ext uri="{FF2B5EF4-FFF2-40B4-BE49-F238E27FC236}">
                <a16:creationId xmlns:a16="http://schemas.microsoft.com/office/drawing/2014/main" id="{DBD286FD-0E89-44A4-8024-78BE890A98B4}"/>
              </a:ext>
            </a:extLst>
          </p:cNvPr>
          <p:cNvGraphicFramePr>
            <a:graphicFrameLocks noGrp="1"/>
          </p:cNvGraphicFramePr>
          <p:nvPr>
            <p:extLst>
              <p:ext uri="{D42A27DB-BD31-4B8C-83A1-F6EECF244321}">
                <p14:modId xmlns:p14="http://schemas.microsoft.com/office/powerpoint/2010/main" val="1206370945"/>
              </p:ext>
            </p:extLst>
          </p:nvPr>
        </p:nvGraphicFramePr>
        <p:xfrm>
          <a:off x="359743" y="10918508"/>
          <a:ext cx="9261080" cy="860362"/>
        </p:xfrm>
        <a:graphic>
          <a:graphicData uri="http://schemas.openxmlformats.org/drawingml/2006/table">
            <a:tbl>
              <a:tblPr firstRow="1" bandRow="1">
                <a:tableStyleId>{5C22544A-7EE6-4342-B048-85BDC9FD1C3A}</a:tableStyleId>
              </a:tblPr>
              <a:tblGrid>
                <a:gridCol w="1201085">
                  <a:extLst>
                    <a:ext uri="{9D8B030D-6E8A-4147-A177-3AD203B41FA5}">
                      <a16:colId xmlns:a16="http://schemas.microsoft.com/office/drawing/2014/main" val="20000"/>
                    </a:ext>
                  </a:extLst>
                </a:gridCol>
                <a:gridCol w="8059995">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공유구분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공유상품      ■ 제휴상품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0991833"/>
                  </a:ext>
                </a:extLst>
              </a:tr>
              <a:tr h="0">
                <a:tc>
                  <a:txBody>
                    <a:bodyPr/>
                    <a:lstStyle/>
                    <a:p>
                      <a:pPr latinLnBrk="1"/>
                      <a:r>
                        <a:rPr lang="ko-KR" altLang="en-US" sz="800" b="0" dirty="0">
                          <a:solidFill>
                            <a:schemeClr val="tx1"/>
                          </a:solidFill>
                        </a:rPr>
                        <a:t>판매형태 설정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상품판매      ● 위탁판매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543731296"/>
                  </a:ext>
                </a:extLst>
              </a:tr>
              <a:tr h="0">
                <a:tc>
                  <a:txBody>
                    <a:bodyPr/>
                    <a:lstStyle/>
                    <a:p>
                      <a:pPr latinLnBrk="1"/>
                      <a:r>
                        <a:rPr lang="ko-KR" altLang="en-US" sz="800" b="0" dirty="0">
                          <a:solidFill>
                            <a:schemeClr val="tx1"/>
                          </a:solidFill>
                        </a:rPr>
                        <a:t>판매가격 결정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lang="ko-KR" altLang="en-US" sz="800" b="0" i="0" u="none" strike="noStrike" dirty="0">
                          <a:solidFill>
                            <a:srgbClr val="000000"/>
                          </a:solidFill>
                          <a:effectLst/>
                          <a:latin typeface="+mn-lt"/>
                        </a:rPr>
                        <a:t>최소판매비용                           원  </a:t>
                      </a:r>
                      <a:r>
                        <a:rPr lang="ko-KR" altLang="en-US" sz="700" dirty="0">
                          <a:solidFill>
                            <a:schemeClr val="bg1">
                              <a:lumMod val="50000"/>
                            </a:schemeClr>
                          </a:solidFill>
                        </a:rPr>
                        <a:t>ⓘ 위탁판매업체의 수수료가 </a:t>
                      </a:r>
                      <a:r>
                        <a:rPr lang="en-US" altLang="ko-KR" sz="700" dirty="0">
                          <a:solidFill>
                            <a:schemeClr val="bg1">
                              <a:lumMod val="50000"/>
                            </a:schemeClr>
                          </a:solidFill>
                        </a:rPr>
                        <a:t>5% </a:t>
                      </a:r>
                      <a:r>
                        <a:rPr lang="ko-KR" altLang="en-US" sz="700" dirty="0">
                          <a:solidFill>
                            <a:schemeClr val="bg1">
                              <a:lumMod val="50000"/>
                            </a:schemeClr>
                          </a:solidFill>
                        </a:rPr>
                        <a:t>라고 가정했을 때 산출되는 </a:t>
                      </a:r>
                      <a:r>
                        <a:rPr lang="ko-KR" altLang="en-US" sz="700" dirty="0" err="1">
                          <a:solidFill>
                            <a:schemeClr val="bg1">
                              <a:lumMod val="50000"/>
                            </a:schemeClr>
                          </a:solidFill>
                        </a:rPr>
                        <a:t>최소판매비용입니다</a:t>
                      </a:r>
                      <a:r>
                        <a:rPr lang="en-US" altLang="ko-KR" sz="700" dirty="0">
                          <a:solidFill>
                            <a:schemeClr val="bg1">
                              <a:lumMod val="50000"/>
                            </a:schemeClr>
                          </a:solidFill>
                        </a:rPr>
                        <a:t>.</a:t>
                      </a:r>
                      <a:endParaRPr lang="en-US" altLang="ko-KR" sz="800" b="1"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ko-KR" altLang="en-US" sz="800" b="0" i="0" u="none" strike="noStrike" dirty="0">
                          <a:solidFill>
                            <a:srgbClr val="000000"/>
                          </a:solidFill>
                          <a:effectLst/>
                          <a:latin typeface="+mn-lt"/>
                        </a:rPr>
                        <a:t>판매가격                      </a:t>
                      </a:r>
                      <a:r>
                        <a:rPr lang="ko-KR" altLang="en-US" sz="800" b="0" i="0" u="none" strike="noStrike" dirty="0" err="1">
                          <a:solidFill>
                            <a:srgbClr val="000000"/>
                          </a:solidFill>
                          <a:effectLst/>
                          <a:latin typeface="+mn-lt"/>
                        </a:rPr>
                        <a:t>부터</a:t>
                      </a:r>
                      <a:r>
                        <a:rPr lang="en-US" altLang="ko-KR" sz="800" b="0" i="0" u="none" strike="noStrike" dirty="0">
                          <a:solidFill>
                            <a:srgbClr val="000000"/>
                          </a:solidFill>
                          <a:effectLst/>
                          <a:latin typeface="+mn-lt"/>
                        </a:rPr>
                        <a:t> </a:t>
                      </a:r>
                      <a:r>
                        <a:rPr lang="ko-KR" altLang="en-US" sz="800" b="0" i="0" u="none" strike="noStrike" dirty="0">
                          <a:solidFill>
                            <a:srgbClr val="000000"/>
                          </a:solidFill>
                          <a:effectLst/>
                          <a:latin typeface="+mn-lt"/>
                        </a:rPr>
                        <a:t> </a:t>
                      </a:r>
                      <a:r>
                        <a:rPr lang="en-US" altLang="ko-KR" sz="800" b="0" i="0" u="none" strike="noStrike" dirty="0">
                          <a:solidFill>
                            <a:srgbClr val="000000"/>
                          </a:solidFill>
                          <a:effectLst/>
                          <a:latin typeface="+mn-lt"/>
                        </a:rPr>
                        <a:t>~                          </a:t>
                      </a:r>
                      <a:r>
                        <a:rPr lang="ko-KR" altLang="en-US" sz="800" b="0" i="0" u="none" strike="noStrike" dirty="0">
                          <a:solidFill>
                            <a:srgbClr val="000000"/>
                          </a:solidFill>
                          <a:effectLst/>
                          <a:latin typeface="+mn-lt"/>
                        </a:rPr>
                        <a:t>원 사이 설정가능</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29" name="직사각형 28">
            <a:extLst>
              <a:ext uri="{FF2B5EF4-FFF2-40B4-BE49-F238E27FC236}">
                <a16:creationId xmlns:a16="http://schemas.microsoft.com/office/drawing/2014/main" id="{6A1D253E-8C57-46F7-8FB6-CDB62526C1E6}"/>
              </a:ext>
            </a:extLst>
          </p:cNvPr>
          <p:cNvSpPr/>
          <p:nvPr/>
        </p:nvSpPr>
        <p:spPr>
          <a:xfrm>
            <a:off x="2127808" y="11595530"/>
            <a:ext cx="674583" cy="146522"/>
          </a:xfrm>
          <a:prstGeom prst="rect">
            <a:avLst/>
          </a:prstGeom>
          <a:solidFill>
            <a:schemeClr val="bg1">
              <a:lumMod val="85000"/>
            </a:schemeClr>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1060</a:t>
            </a:r>
          </a:p>
        </p:txBody>
      </p:sp>
      <p:graphicFrame>
        <p:nvGraphicFramePr>
          <p:cNvPr id="30" name="표 29">
            <a:extLst>
              <a:ext uri="{FF2B5EF4-FFF2-40B4-BE49-F238E27FC236}">
                <a16:creationId xmlns:a16="http://schemas.microsoft.com/office/drawing/2014/main" id="{87B119F4-EBF0-4A8E-874F-69718498B435}"/>
              </a:ext>
            </a:extLst>
          </p:cNvPr>
          <p:cNvGraphicFramePr>
            <a:graphicFrameLocks noGrp="1"/>
          </p:cNvGraphicFramePr>
          <p:nvPr>
            <p:extLst>
              <p:ext uri="{D42A27DB-BD31-4B8C-83A1-F6EECF244321}">
                <p14:modId xmlns:p14="http://schemas.microsoft.com/office/powerpoint/2010/main" val="1067907070"/>
              </p:ext>
            </p:extLst>
          </p:nvPr>
        </p:nvGraphicFramePr>
        <p:xfrm>
          <a:off x="483337" y="12646248"/>
          <a:ext cx="9261080" cy="433642"/>
        </p:xfrm>
        <a:graphic>
          <a:graphicData uri="http://schemas.openxmlformats.org/drawingml/2006/table">
            <a:tbl>
              <a:tblPr firstRow="1" bandRow="1">
                <a:tableStyleId>{5C22544A-7EE6-4342-B048-85BDC9FD1C3A}</a:tableStyleId>
              </a:tblPr>
              <a:tblGrid>
                <a:gridCol w="1201085">
                  <a:extLst>
                    <a:ext uri="{9D8B030D-6E8A-4147-A177-3AD203B41FA5}">
                      <a16:colId xmlns:a16="http://schemas.microsoft.com/office/drawing/2014/main" val="20000"/>
                    </a:ext>
                  </a:extLst>
                </a:gridCol>
                <a:gridCol w="8059995">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구매제한수량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lang="ko-KR" altLang="en-US" sz="800" b="0" i="0" u="none" strike="noStrike" dirty="0">
                          <a:solidFill>
                            <a:srgbClr val="000000"/>
                          </a:solidFill>
                          <a:effectLst/>
                          <a:latin typeface="+mn-lt"/>
                        </a:rPr>
                        <a:t>○ 미사용       ● 사용   </a:t>
                      </a:r>
                      <a:r>
                        <a:rPr lang="ko-KR" altLang="en-US" sz="700" b="0" i="0" u="none" strike="noStrike" dirty="0">
                          <a:solidFill>
                            <a:schemeClr val="bg1">
                              <a:lumMod val="50000"/>
                            </a:schemeClr>
                          </a:solidFill>
                          <a:effectLst/>
                          <a:latin typeface="+mn-lt"/>
                        </a:rPr>
                        <a:t>ⓘ</a:t>
                      </a:r>
                      <a:r>
                        <a:rPr lang="en-US" altLang="ko-KR" sz="700" b="0" i="0" u="none" strike="noStrike" dirty="0">
                          <a:solidFill>
                            <a:schemeClr val="bg1">
                              <a:lumMod val="50000"/>
                            </a:schemeClr>
                          </a:solidFill>
                          <a:effectLst/>
                          <a:latin typeface="+mn-lt"/>
                        </a:rPr>
                        <a:t> 1</a:t>
                      </a:r>
                      <a:r>
                        <a:rPr lang="ko-KR" altLang="en-US" sz="700" b="0" i="0" u="none" strike="noStrike" dirty="0">
                          <a:solidFill>
                            <a:schemeClr val="bg1">
                              <a:lumMod val="50000"/>
                            </a:schemeClr>
                          </a:solidFill>
                          <a:effectLst/>
                          <a:latin typeface="+mn-lt"/>
                        </a:rPr>
                        <a:t>회 </a:t>
                      </a:r>
                      <a:r>
                        <a:rPr lang="ko-KR" altLang="en-US" sz="700" b="0" i="0" u="none" strike="noStrike" dirty="0" err="1">
                          <a:solidFill>
                            <a:schemeClr val="bg1">
                              <a:lumMod val="50000"/>
                            </a:schemeClr>
                          </a:solidFill>
                          <a:effectLst/>
                          <a:latin typeface="+mn-lt"/>
                        </a:rPr>
                        <a:t>구매시</a:t>
                      </a:r>
                      <a:r>
                        <a:rPr lang="ko-KR" altLang="en-US" sz="700" b="0" i="0" u="none" strike="noStrike" dirty="0">
                          <a:solidFill>
                            <a:schemeClr val="bg1">
                              <a:lumMod val="50000"/>
                            </a:schemeClr>
                          </a:solidFill>
                          <a:effectLst/>
                          <a:latin typeface="+mn-lt"/>
                        </a:rPr>
                        <a:t> 최소 또는 최대 구매 수량을 제한 할 수 있습니다</a:t>
                      </a:r>
                      <a:r>
                        <a:rPr lang="en-US" altLang="ko-KR" sz="700" b="0" i="0" u="none" strike="noStrike" dirty="0">
                          <a:solidFill>
                            <a:schemeClr val="bg1">
                              <a:lumMod val="50000"/>
                            </a:schemeClr>
                          </a:solidFill>
                          <a:effectLst/>
                          <a:latin typeface="+mn-lt"/>
                        </a:rPr>
                        <a:t>.</a:t>
                      </a:r>
                      <a:r>
                        <a:rPr lang="ko-KR" altLang="en-US" sz="700" b="0" i="0" u="none" strike="noStrike" dirty="0">
                          <a:solidFill>
                            <a:srgbClr val="000000"/>
                          </a:solidFill>
                          <a:effectLst/>
                          <a:latin typeface="+mn-lt"/>
                        </a:rPr>
                        <a:t>    </a:t>
                      </a:r>
                      <a:endParaRPr lang="en-US" altLang="ko-KR" sz="700" b="0"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ko-KR" altLang="en-US" sz="800" b="0" i="0" u="none" strike="noStrike" dirty="0">
                          <a:solidFill>
                            <a:srgbClr val="000000"/>
                          </a:solidFill>
                          <a:effectLst/>
                          <a:latin typeface="+mn-lt"/>
                        </a:rPr>
                        <a:t>최소                 개 </a:t>
                      </a:r>
                      <a:r>
                        <a:rPr lang="ko-KR" altLang="en-US" sz="800" b="0" i="0" u="none" strike="noStrike" dirty="0" err="1">
                          <a:solidFill>
                            <a:srgbClr val="000000"/>
                          </a:solidFill>
                          <a:effectLst/>
                          <a:latin typeface="+mn-lt"/>
                        </a:rPr>
                        <a:t>부터</a:t>
                      </a:r>
                      <a:r>
                        <a:rPr lang="ko-KR" altLang="en-US" sz="800" b="0" i="0" u="none" strike="noStrike" dirty="0">
                          <a:solidFill>
                            <a:srgbClr val="000000"/>
                          </a:solidFill>
                          <a:effectLst/>
                          <a:latin typeface="+mn-lt"/>
                        </a:rPr>
                        <a:t>  최대                 </a:t>
                      </a:r>
                      <a:r>
                        <a:rPr lang="ko-KR" altLang="en-US" sz="800" b="0" dirty="0">
                          <a:solidFill>
                            <a:srgbClr val="000000"/>
                          </a:solidFill>
                        </a:rPr>
                        <a:t>개 까지 구매가능</a:t>
                      </a:r>
                      <a:endParaRPr lang="ko-KR" altLang="en-US" sz="800" b="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bl>
          </a:graphicData>
        </a:graphic>
      </p:graphicFrame>
      <p:sp>
        <p:nvSpPr>
          <p:cNvPr id="31" name="직사각형 30">
            <a:extLst>
              <a:ext uri="{FF2B5EF4-FFF2-40B4-BE49-F238E27FC236}">
                <a16:creationId xmlns:a16="http://schemas.microsoft.com/office/drawing/2014/main" id="{E7C9DE8D-D347-4E2D-AA97-AC94724AC0FF}"/>
              </a:ext>
            </a:extLst>
          </p:cNvPr>
          <p:cNvSpPr/>
          <p:nvPr/>
        </p:nvSpPr>
        <p:spPr>
          <a:xfrm>
            <a:off x="2051858" y="12901009"/>
            <a:ext cx="501514" cy="13629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0</a:t>
            </a:r>
          </a:p>
        </p:txBody>
      </p:sp>
      <p:sp>
        <p:nvSpPr>
          <p:cNvPr id="33" name="TextBox 32">
            <a:extLst>
              <a:ext uri="{FF2B5EF4-FFF2-40B4-BE49-F238E27FC236}">
                <a16:creationId xmlns:a16="http://schemas.microsoft.com/office/drawing/2014/main" id="{0169EF4F-20C0-4010-93BB-2C4DFAA15A63}"/>
              </a:ext>
            </a:extLst>
          </p:cNvPr>
          <p:cNvSpPr txBox="1"/>
          <p:nvPr/>
        </p:nvSpPr>
        <p:spPr>
          <a:xfrm>
            <a:off x="359743" y="8523696"/>
            <a:ext cx="367408" cy="230832"/>
          </a:xfrm>
          <a:prstGeom prst="rect">
            <a:avLst/>
          </a:prstGeom>
          <a:solidFill>
            <a:srgbClr val="FF0000"/>
          </a:solidFill>
        </p:spPr>
        <p:txBody>
          <a:bodyPr wrap="none" rtlCol="0">
            <a:spAutoFit/>
          </a:bodyPr>
          <a:lstStyle/>
          <a:p>
            <a:r>
              <a:rPr lang="en-US" altLang="ko-KR" sz="900" b="1" dirty="0">
                <a:solidFill>
                  <a:schemeClr val="bg1"/>
                </a:solidFill>
              </a:rPr>
              <a:t>1-1</a:t>
            </a:r>
            <a:endParaRPr lang="ko-KR" altLang="en-US" sz="900" b="1" dirty="0">
              <a:solidFill>
                <a:schemeClr val="bg1"/>
              </a:solidFill>
            </a:endParaRPr>
          </a:p>
        </p:txBody>
      </p:sp>
      <p:graphicFrame>
        <p:nvGraphicFramePr>
          <p:cNvPr id="35" name="표 34">
            <a:extLst>
              <a:ext uri="{FF2B5EF4-FFF2-40B4-BE49-F238E27FC236}">
                <a16:creationId xmlns:a16="http://schemas.microsoft.com/office/drawing/2014/main" id="{3D3B963C-02D0-4ED8-895B-254E0A3BD3EC}"/>
              </a:ext>
            </a:extLst>
          </p:cNvPr>
          <p:cNvGraphicFramePr>
            <a:graphicFrameLocks noGrp="1"/>
          </p:cNvGraphicFramePr>
          <p:nvPr>
            <p:extLst>
              <p:ext uri="{D42A27DB-BD31-4B8C-83A1-F6EECF244321}">
                <p14:modId xmlns:p14="http://schemas.microsoft.com/office/powerpoint/2010/main" val="3161917496"/>
              </p:ext>
            </p:extLst>
          </p:nvPr>
        </p:nvGraphicFramePr>
        <p:xfrm>
          <a:off x="359743" y="8898859"/>
          <a:ext cx="9261080" cy="1165162"/>
        </p:xfrm>
        <a:graphic>
          <a:graphicData uri="http://schemas.openxmlformats.org/drawingml/2006/table">
            <a:tbl>
              <a:tblPr firstRow="1" bandRow="1">
                <a:tableStyleId>{5C22544A-7EE6-4342-B048-85BDC9FD1C3A}</a:tableStyleId>
              </a:tblPr>
              <a:tblGrid>
                <a:gridCol w="1201085">
                  <a:extLst>
                    <a:ext uri="{9D8B030D-6E8A-4147-A177-3AD203B41FA5}">
                      <a16:colId xmlns:a16="http://schemas.microsoft.com/office/drawing/2014/main" val="20000"/>
                    </a:ext>
                  </a:extLst>
                </a:gridCol>
                <a:gridCol w="8059995">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공유구분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공유상품      ■ 제휴상품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0991833"/>
                  </a:ext>
                </a:extLst>
              </a:tr>
              <a:tr h="0">
                <a:tc>
                  <a:txBody>
                    <a:bodyPr/>
                    <a:lstStyle/>
                    <a:p>
                      <a:pPr latinLnBrk="1"/>
                      <a:r>
                        <a:rPr lang="ko-KR" altLang="en-US" sz="800" b="0" dirty="0">
                          <a:solidFill>
                            <a:schemeClr val="tx1"/>
                          </a:solidFill>
                        </a:rPr>
                        <a:t>판매형태 설정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상품판매      ○ 위탁판매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543731296"/>
                  </a:ext>
                </a:extLst>
              </a:tr>
              <a:tr h="0">
                <a:tc>
                  <a:txBody>
                    <a:bodyPr/>
                    <a:lstStyle/>
                    <a:p>
                      <a:pPr latinLnBrk="1"/>
                      <a:r>
                        <a:rPr lang="ko-KR" altLang="en-US" sz="800" b="0" dirty="0">
                          <a:solidFill>
                            <a:schemeClr val="tx1"/>
                          </a:solidFill>
                        </a:rPr>
                        <a:t>판매가격 결정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고정비용      ○ 비율비용 </a:t>
                      </a:r>
                      <a:r>
                        <a:rPr lang="en-US" altLang="ko-KR" sz="800" b="0" i="0" u="none" strike="noStrike" dirty="0">
                          <a:solidFill>
                            <a:srgbClr val="000000"/>
                          </a:solidFill>
                          <a:effectLst/>
                          <a:latin typeface="+mn-lt"/>
                        </a:rPr>
                        <a:t>(%)  /  </a:t>
                      </a:r>
                      <a:r>
                        <a:rPr lang="ko-KR" altLang="en-US" sz="800" b="0" i="0" u="none" strike="noStrike" dirty="0">
                          <a:solidFill>
                            <a:srgbClr val="000000"/>
                          </a:solidFill>
                          <a:effectLst/>
                          <a:latin typeface="+mn-lt"/>
                        </a:rPr>
                        <a:t>개당</a:t>
                      </a:r>
                      <a:r>
                        <a:rPr lang="en-US" altLang="ko-KR" sz="800" b="0" i="0" u="none" strike="noStrike" dirty="0">
                          <a:solidFill>
                            <a:srgbClr val="000000"/>
                          </a:solidFill>
                          <a:effectLst/>
                          <a:latin typeface="+mn-lt"/>
                        </a:rPr>
                        <a:t>                               </a:t>
                      </a:r>
                      <a:r>
                        <a:rPr lang="ko-KR" altLang="en-US" sz="800" b="0" i="0" u="none" strike="noStrike" dirty="0">
                          <a:solidFill>
                            <a:srgbClr val="000000"/>
                          </a:solidFill>
                          <a:effectLst/>
                          <a:latin typeface="+mn-lt"/>
                        </a:rPr>
                        <a:t>원  </a:t>
                      </a:r>
                      <a:endParaRPr lang="en-US" altLang="ko-KR" sz="800" b="0"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ko-KR" altLang="en-US" sz="800" b="0" i="0" u="none" strike="noStrike" dirty="0">
                          <a:solidFill>
                            <a:srgbClr val="000000"/>
                          </a:solidFill>
                          <a:effectLst/>
                          <a:latin typeface="+mn-lt"/>
                        </a:rPr>
                        <a:t>○ 고정비용      ● 비율비용 </a:t>
                      </a:r>
                      <a:r>
                        <a:rPr lang="en-US" altLang="ko-KR" sz="800" b="0" i="0" u="none" strike="noStrike" dirty="0">
                          <a:solidFill>
                            <a:srgbClr val="000000"/>
                          </a:solidFill>
                          <a:effectLst/>
                          <a:latin typeface="+mn-lt"/>
                        </a:rPr>
                        <a:t>(%)  /  </a:t>
                      </a:r>
                      <a:r>
                        <a:rPr lang="ko-KR" altLang="en-US" sz="800" b="0" i="0" u="none" strike="noStrike" dirty="0">
                          <a:solidFill>
                            <a:srgbClr val="000000"/>
                          </a:solidFill>
                          <a:effectLst/>
                          <a:latin typeface="+mn-lt"/>
                        </a:rPr>
                        <a:t>개당</a:t>
                      </a:r>
                      <a:r>
                        <a:rPr lang="en-US" altLang="ko-KR" sz="800" b="0" i="0" u="none" strike="noStrike" dirty="0">
                          <a:solidFill>
                            <a:srgbClr val="000000"/>
                          </a:solidFill>
                          <a:effectLst/>
                          <a:latin typeface="+mn-lt"/>
                        </a:rPr>
                        <a:t>                               %</a:t>
                      </a:r>
                      <a:br>
                        <a:rPr lang="en-US" altLang="ko-KR" sz="800" b="0" i="0" u="none" strike="noStrike" dirty="0">
                          <a:solidFill>
                            <a:srgbClr val="000000"/>
                          </a:solidFill>
                          <a:effectLst/>
                          <a:latin typeface="+mn-lt"/>
                        </a:rPr>
                      </a:br>
                      <a:r>
                        <a:rPr lang="ko-KR" altLang="en-US" sz="800" b="0" i="0" u="none" strike="noStrike" dirty="0">
                          <a:solidFill>
                            <a:srgbClr val="000000"/>
                          </a:solidFill>
                          <a:effectLst/>
                          <a:latin typeface="+mn-lt"/>
                        </a:rPr>
                        <a:t>판매가격               </a:t>
                      </a:r>
                      <a:r>
                        <a:rPr lang="en-US" altLang="ko-KR" sz="800" b="0" i="0" u="none" strike="noStrike" dirty="0">
                          <a:solidFill>
                            <a:srgbClr val="000000"/>
                          </a:solidFill>
                          <a:effectLst/>
                          <a:latin typeface="+mn-lt"/>
                        </a:rPr>
                        <a:t>0</a:t>
                      </a:r>
                      <a:r>
                        <a:rPr lang="ko-KR" altLang="en-US" sz="800" b="0" i="0" u="none" strike="noStrike" dirty="0">
                          <a:solidFill>
                            <a:srgbClr val="000000"/>
                          </a:solidFill>
                          <a:effectLst/>
                          <a:latin typeface="+mn-lt"/>
                        </a:rPr>
                        <a:t>      원</a:t>
                      </a:r>
                      <a:r>
                        <a:rPr lang="en-US" altLang="ko-KR" sz="800" b="0" i="0" u="none" strike="noStrike" dirty="0">
                          <a:solidFill>
                            <a:srgbClr val="000000"/>
                          </a:solidFill>
                          <a:effectLst/>
                          <a:latin typeface="+mn-lt"/>
                        </a:rPr>
                        <a:t> ( </a:t>
                      </a:r>
                      <a:r>
                        <a:rPr lang="ko-KR" altLang="en-US" sz="800" b="0" i="0" u="none" strike="noStrike" dirty="0" err="1">
                          <a:solidFill>
                            <a:srgbClr val="000000"/>
                          </a:solidFill>
                          <a:effectLst/>
                          <a:latin typeface="+mn-lt"/>
                        </a:rPr>
                        <a:t>십원</a:t>
                      </a:r>
                      <a:r>
                        <a:rPr lang="ko-KR" altLang="en-US" sz="800" b="0" i="0" u="none" strike="noStrike" dirty="0">
                          <a:solidFill>
                            <a:srgbClr val="000000"/>
                          </a:solidFill>
                          <a:effectLst/>
                          <a:latin typeface="+mn-lt"/>
                        </a:rPr>
                        <a:t> 단위 올림 </a:t>
                      </a:r>
                      <a:r>
                        <a:rPr lang="en-US" altLang="ko-KR" sz="800" b="0" i="0" u="none" strike="noStrike" dirty="0">
                          <a:solidFill>
                            <a:srgbClr val="000000"/>
                          </a:solidFill>
                          <a:effectLst/>
                          <a:latin typeface="+mn-lt"/>
                        </a:rPr>
                        <a:t>)</a:t>
                      </a:r>
                      <a:br>
                        <a:rPr lang="en-US" altLang="ko-KR" sz="800" b="0" i="0" u="none" strike="noStrike" dirty="0">
                          <a:solidFill>
                            <a:srgbClr val="000000"/>
                          </a:solidFill>
                          <a:effectLst/>
                          <a:latin typeface="+mn-lt"/>
                        </a:rPr>
                      </a:br>
                      <a:r>
                        <a:rPr lang="en-US" altLang="ko-KR" sz="800" b="0" i="0" u="none" strike="noStrike" dirty="0">
                          <a:solidFill>
                            <a:srgbClr val="000000"/>
                          </a:solidFill>
                          <a:effectLst/>
                          <a:latin typeface="+mn-lt"/>
                        </a:rPr>
                        <a:t>( </a:t>
                      </a:r>
                      <a:r>
                        <a:rPr lang="ko-KR" altLang="en-US" sz="800" b="0" i="0" u="none" strike="noStrike" dirty="0">
                          <a:solidFill>
                            <a:srgbClr val="000000"/>
                          </a:solidFill>
                          <a:effectLst/>
                          <a:latin typeface="+mn-lt"/>
                        </a:rPr>
                        <a:t>판매가격 </a:t>
                      </a:r>
                      <a:r>
                        <a:rPr lang="en-US" altLang="ko-KR" sz="800" b="0" i="0" u="none" strike="noStrike" dirty="0">
                          <a:solidFill>
                            <a:srgbClr val="000000"/>
                          </a:solidFill>
                          <a:effectLst/>
                          <a:latin typeface="+mn-lt"/>
                        </a:rPr>
                        <a:t>= </a:t>
                      </a:r>
                      <a:r>
                        <a:rPr lang="ko-KR" altLang="en-US" sz="800" b="0" i="0" u="none" strike="noStrike" dirty="0">
                          <a:solidFill>
                            <a:srgbClr val="000000"/>
                          </a:solidFill>
                          <a:effectLst/>
                          <a:latin typeface="+mn-lt"/>
                        </a:rPr>
                        <a:t>상품가격 </a:t>
                      </a:r>
                      <a:r>
                        <a:rPr lang="en-US" altLang="ko-KR" sz="800" b="0" i="0" u="none" strike="noStrike" dirty="0">
                          <a:solidFill>
                            <a:srgbClr val="000000"/>
                          </a:solidFill>
                          <a:effectLst/>
                          <a:latin typeface="+mn-lt"/>
                        </a:rPr>
                        <a:t>+ </a:t>
                      </a:r>
                      <a:r>
                        <a:rPr lang="ko-KR" altLang="en-US" sz="800" b="0" i="0" u="none" strike="noStrike" dirty="0">
                          <a:solidFill>
                            <a:srgbClr val="000000"/>
                          </a:solidFill>
                          <a:effectLst/>
                          <a:latin typeface="+mn-lt"/>
                        </a:rPr>
                        <a:t>이익금 </a:t>
                      </a:r>
                      <a:r>
                        <a:rPr lang="en-US" altLang="ko-KR" sz="800" b="0" i="0" u="none" strike="noStrike" dirty="0">
                          <a:solidFill>
                            <a:srgbClr val="000000"/>
                          </a:solidFill>
                          <a:effectLst/>
                          <a:latin typeface="+mn-lt"/>
                        </a:rPr>
                        <a:t>)</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36" name="직사각형 35">
            <a:extLst>
              <a:ext uri="{FF2B5EF4-FFF2-40B4-BE49-F238E27FC236}">
                <a16:creationId xmlns:a16="http://schemas.microsoft.com/office/drawing/2014/main" id="{EBAB7909-41AB-4B43-B5F9-663B28992889}"/>
              </a:ext>
            </a:extLst>
          </p:cNvPr>
          <p:cNvSpPr/>
          <p:nvPr/>
        </p:nvSpPr>
        <p:spPr>
          <a:xfrm>
            <a:off x="3539806" y="9362060"/>
            <a:ext cx="984870" cy="12761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100</a:t>
            </a:r>
          </a:p>
        </p:txBody>
      </p:sp>
      <p:sp>
        <p:nvSpPr>
          <p:cNvPr id="37" name="TextBox 36">
            <a:extLst>
              <a:ext uri="{FF2B5EF4-FFF2-40B4-BE49-F238E27FC236}">
                <a16:creationId xmlns:a16="http://schemas.microsoft.com/office/drawing/2014/main" id="{C6C0BC22-6606-478C-97F4-5244CFB62795}"/>
              </a:ext>
            </a:extLst>
          </p:cNvPr>
          <p:cNvSpPr txBox="1"/>
          <p:nvPr/>
        </p:nvSpPr>
        <p:spPr>
          <a:xfrm>
            <a:off x="359743" y="10523422"/>
            <a:ext cx="367408" cy="230832"/>
          </a:xfrm>
          <a:prstGeom prst="rect">
            <a:avLst/>
          </a:prstGeom>
          <a:solidFill>
            <a:srgbClr val="FF0000"/>
          </a:solidFill>
        </p:spPr>
        <p:txBody>
          <a:bodyPr wrap="none" rtlCol="0">
            <a:spAutoFit/>
          </a:bodyPr>
          <a:lstStyle/>
          <a:p>
            <a:r>
              <a:rPr lang="en-US" altLang="ko-KR" sz="900" b="1" dirty="0">
                <a:solidFill>
                  <a:schemeClr val="bg1"/>
                </a:solidFill>
              </a:rPr>
              <a:t>1-2</a:t>
            </a:r>
            <a:endParaRPr lang="ko-KR" altLang="en-US" sz="900" b="1" dirty="0">
              <a:solidFill>
                <a:schemeClr val="bg1"/>
              </a:solidFill>
            </a:endParaRPr>
          </a:p>
        </p:txBody>
      </p:sp>
      <p:sp>
        <p:nvSpPr>
          <p:cNvPr id="38" name="TextBox 37">
            <a:extLst>
              <a:ext uri="{FF2B5EF4-FFF2-40B4-BE49-F238E27FC236}">
                <a16:creationId xmlns:a16="http://schemas.microsoft.com/office/drawing/2014/main" id="{DFBF0400-AC4B-4893-8D84-E9CB4F2C4A94}"/>
              </a:ext>
            </a:extLst>
          </p:cNvPr>
          <p:cNvSpPr txBox="1"/>
          <p:nvPr/>
        </p:nvSpPr>
        <p:spPr>
          <a:xfrm>
            <a:off x="359744" y="12371723"/>
            <a:ext cx="367408" cy="230832"/>
          </a:xfrm>
          <a:prstGeom prst="rect">
            <a:avLst/>
          </a:prstGeom>
          <a:solidFill>
            <a:srgbClr val="FF0000"/>
          </a:solidFill>
        </p:spPr>
        <p:txBody>
          <a:bodyPr wrap="none" rtlCol="0">
            <a:spAutoFit/>
          </a:bodyPr>
          <a:lstStyle/>
          <a:p>
            <a:r>
              <a:rPr lang="en-US" altLang="ko-KR" sz="900" b="1" dirty="0">
                <a:solidFill>
                  <a:schemeClr val="bg1"/>
                </a:solidFill>
              </a:rPr>
              <a:t>2-1</a:t>
            </a:r>
            <a:endParaRPr lang="ko-KR" altLang="en-US" sz="900" b="1" dirty="0">
              <a:solidFill>
                <a:schemeClr val="bg1"/>
              </a:solidFill>
            </a:endParaRPr>
          </a:p>
        </p:txBody>
      </p:sp>
      <p:sp>
        <p:nvSpPr>
          <p:cNvPr id="39" name="TextBox 38">
            <a:extLst>
              <a:ext uri="{FF2B5EF4-FFF2-40B4-BE49-F238E27FC236}">
                <a16:creationId xmlns:a16="http://schemas.microsoft.com/office/drawing/2014/main" id="{6C22B9B0-5D48-48F1-B449-4E8181082BB0}"/>
              </a:ext>
            </a:extLst>
          </p:cNvPr>
          <p:cNvSpPr txBox="1"/>
          <p:nvPr/>
        </p:nvSpPr>
        <p:spPr>
          <a:xfrm>
            <a:off x="727151" y="8530419"/>
            <a:ext cx="4273927" cy="230832"/>
          </a:xfrm>
          <a:prstGeom prst="rect">
            <a:avLst/>
          </a:prstGeom>
          <a:noFill/>
        </p:spPr>
        <p:txBody>
          <a:bodyPr wrap="none" rtlCol="0">
            <a:spAutoFit/>
          </a:bodyPr>
          <a:lstStyle/>
          <a:p>
            <a:r>
              <a:rPr lang="ko-KR" altLang="en-US" sz="900" b="1" dirty="0">
                <a:solidFill>
                  <a:srgbClr val="C00000"/>
                </a:solidFill>
              </a:rPr>
              <a:t>공유구분을 공유상품 또는 제휴상품으로 선택하고 판매형태가 상품판매일 경우</a:t>
            </a:r>
          </a:p>
        </p:txBody>
      </p:sp>
      <p:sp>
        <p:nvSpPr>
          <p:cNvPr id="40" name="TextBox 39">
            <a:extLst>
              <a:ext uri="{FF2B5EF4-FFF2-40B4-BE49-F238E27FC236}">
                <a16:creationId xmlns:a16="http://schemas.microsoft.com/office/drawing/2014/main" id="{45024C87-8D5A-4E57-BC04-68FBBA5ED89D}"/>
              </a:ext>
            </a:extLst>
          </p:cNvPr>
          <p:cNvSpPr txBox="1"/>
          <p:nvPr/>
        </p:nvSpPr>
        <p:spPr>
          <a:xfrm>
            <a:off x="727150" y="10519331"/>
            <a:ext cx="4273927" cy="230832"/>
          </a:xfrm>
          <a:prstGeom prst="rect">
            <a:avLst/>
          </a:prstGeom>
          <a:noFill/>
        </p:spPr>
        <p:txBody>
          <a:bodyPr wrap="none" rtlCol="0">
            <a:spAutoFit/>
          </a:bodyPr>
          <a:lstStyle/>
          <a:p>
            <a:r>
              <a:rPr lang="ko-KR" altLang="en-US" sz="900" b="1" dirty="0">
                <a:solidFill>
                  <a:srgbClr val="C00000"/>
                </a:solidFill>
              </a:rPr>
              <a:t>공유구분을 공유상품 또는 제휴상품으로 선택하고 판매형태가 위탁판매일 경우</a:t>
            </a:r>
          </a:p>
        </p:txBody>
      </p:sp>
      <p:sp>
        <p:nvSpPr>
          <p:cNvPr id="41" name="TextBox 40">
            <a:extLst>
              <a:ext uri="{FF2B5EF4-FFF2-40B4-BE49-F238E27FC236}">
                <a16:creationId xmlns:a16="http://schemas.microsoft.com/office/drawing/2014/main" id="{D65322FE-0015-4219-90F9-36B23F309BD3}"/>
              </a:ext>
            </a:extLst>
          </p:cNvPr>
          <p:cNvSpPr txBox="1"/>
          <p:nvPr/>
        </p:nvSpPr>
        <p:spPr>
          <a:xfrm>
            <a:off x="727150" y="12381063"/>
            <a:ext cx="2266967" cy="230832"/>
          </a:xfrm>
          <a:prstGeom prst="rect">
            <a:avLst/>
          </a:prstGeom>
          <a:noFill/>
        </p:spPr>
        <p:txBody>
          <a:bodyPr wrap="none" rtlCol="0">
            <a:spAutoFit/>
          </a:bodyPr>
          <a:lstStyle/>
          <a:p>
            <a:r>
              <a:rPr lang="ko-KR" altLang="en-US" sz="900" b="1" dirty="0">
                <a:solidFill>
                  <a:srgbClr val="C00000"/>
                </a:solidFill>
              </a:rPr>
              <a:t>구매제한수량을 사용으로 변경했을 경우</a:t>
            </a:r>
          </a:p>
        </p:txBody>
      </p:sp>
      <p:sp>
        <p:nvSpPr>
          <p:cNvPr id="42" name="직사각형 41">
            <a:extLst>
              <a:ext uri="{FF2B5EF4-FFF2-40B4-BE49-F238E27FC236}">
                <a16:creationId xmlns:a16="http://schemas.microsoft.com/office/drawing/2014/main" id="{5C74EB0D-8D6C-4B00-9061-947A4BCF16A4}"/>
              </a:ext>
            </a:extLst>
          </p:cNvPr>
          <p:cNvSpPr/>
          <p:nvPr/>
        </p:nvSpPr>
        <p:spPr>
          <a:xfrm>
            <a:off x="3297056" y="12901008"/>
            <a:ext cx="501514" cy="13629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100</a:t>
            </a:r>
          </a:p>
        </p:txBody>
      </p:sp>
      <p:sp>
        <p:nvSpPr>
          <p:cNvPr id="43" name="직사각형 42">
            <a:extLst>
              <a:ext uri="{FF2B5EF4-FFF2-40B4-BE49-F238E27FC236}">
                <a16:creationId xmlns:a16="http://schemas.microsoft.com/office/drawing/2014/main" id="{9DB0135C-E02D-47D0-A475-838450620E26}"/>
              </a:ext>
            </a:extLst>
          </p:cNvPr>
          <p:cNvSpPr/>
          <p:nvPr/>
        </p:nvSpPr>
        <p:spPr>
          <a:xfrm>
            <a:off x="3539806" y="9530332"/>
            <a:ext cx="984870" cy="12761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10</a:t>
            </a:r>
          </a:p>
        </p:txBody>
      </p:sp>
      <p:sp>
        <p:nvSpPr>
          <p:cNvPr id="45" name="직사각형 44">
            <a:extLst>
              <a:ext uri="{FF2B5EF4-FFF2-40B4-BE49-F238E27FC236}">
                <a16:creationId xmlns:a16="http://schemas.microsoft.com/office/drawing/2014/main" id="{13077BB0-D23D-43CE-B617-9D0043DD08C9}"/>
              </a:ext>
            </a:extLst>
          </p:cNvPr>
          <p:cNvSpPr/>
          <p:nvPr/>
        </p:nvSpPr>
        <p:spPr>
          <a:xfrm>
            <a:off x="3253088" y="11595530"/>
            <a:ext cx="889391"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5000</a:t>
            </a:r>
          </a:p>
        </p:txBody>
      </p:sp>
      <p:sp>
        <p:nvSpPr>
          <p:cNvPr id="46" name="직사각형 45">
            <a:extLst>
              <a:ext uri="{FF2B5EF4-FFF2-40B4-BE49-F238E27FC236}">
                <a16:creationId xmlns:a16="http://schemas.microsoft.com/office/drawing/2014/main" id="{F6332C8A-BBD5-4D2B-9686-62276BA98969}"/>
              </a:ext>
            </a:extLst>
          </p:cNvPr>
          <p:cNvSpPr/>
          <p:nvPr/>
        </p:nvSpPr>
        <p:spPr>
          <a:xfrm>
            <a:off x="2139920" y="9709776"/>
            <a:ext cx="674583" cy="146522"/>
          </a:xfrm>
          <a:prstGeom prst="rect">
            <a:avLst/>
          </a:prstGeom>
          <a:solidFill>
            <a:schemeClr val="bg1">
              <a:lumMod val="85000"/>
            </a:schemeClr>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1100</a:t>
            </a:r>
          </a:p>
        </p:txBody>
      </p:sp>
      <p:sp>
        <p:nvSpPr>
          <p:cNvPr id="49" name="TextBox 48">
            <a:extLst>
              <a:ext uri="{FF2B5EF4-FFF2-40B4-BE49-F238E27FC236}">
                <a16:creationId xmlns:a16="http://schemas.microsoft.com/office/drawing/2014/main" id="{F80776F0-8A00-43D6-948A-46E7D1BACD74}"/>
              </a:ext>
            </a:extLst>
          </p:cNvPr>
          <p:cNvSpPr txBox="1"/>
          <p:nvPr/>
        </p:nvSpPr>
        <p:spPr>
          <a:xfrm>
            <a:off x="1245657" y="11462258"/>
            <a:ext cx="367408" cy="230832"/>
          </a:xfrm>
          <a:prstGeom prst="rect">
            <a:avLst/>
          </a:prstGeom>
          <a:solidFill>
            <a:srgbClr val="FF0000"/>
          </a:solidFill>
        </p:spPr>
        <p:txBody>
          <a:bodyPr wrap="none" rtlCol="0">
            <a:spAutoFit/>
          </a:bodyPr>
          <a:lstStyle/>
          <a:p>
            <a:r>
              <a:rPr lang="en-US" altLang="ko-KR" sz="900" b="1" dirty="0">
                <a:solidFill>
                  <a:schemeClr val="bg1"/>
                </a:solidFill>
              </a:rPr>
              <a:t>1-3</a:t>
            </a:r>
            <a:endParaRPr lang="ko-KR" altLang="en-US" sz="900" b="1" dirty="0">
              <a:solidFill>
                <a:schemeClr val="bg1"/>
              </a:solidFill>
            </a:endParaRPr>
          </a:p>
        </p:txBody>
      </p:sp>
      <p:sp>
        <p:nvSpPr>
          <p:cNvPr id="32" name="직사각형 31">
            <a:extLst>
              <a:ext uri="{FF2B5EF4-FFF2-40B4-BE49-F238E27FC236}">
                <a16:creationId xmlns:a16="http://schemas.microsoft.com/office/drawing/2014/main" id="{18FADC1E-4449-4BD3-AA54-71CE1B30D4E5}"/>
              </a:ext>
            </a:extLst>
          </p:cNvPr>
          <p:cNvSpPr/>
          <p:nvPr/>
        </p:nvSpPr>
        <p:spPr>
          <a:xfrm>
            <a:off x="2320120" y="11416034"/>
            <a:ext cx="881286" cy="146522"/>
          </a:xfrm>
          <a:prstGeom prst="rect">
            <a:avLst/>
          </a:prstGeom>
          <a:solidFill>
            <a:schemeClr val="bg1">
              <a:lumMod val="85000"/>
            </a:schemeClr>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1060</a:t>
            </a:r>
          </a:p>
        </p:txBody>
      </p:sp>
    </p:spTree>
    <p:extLst>
      <p:ext uri="{BB962C8B-B14F-4D97-AF65-F5344CB8AC3E}">
        <p14:creationId xmlns:p14="http://schemas.microsoft.com/office/powerpoint/2010/main" val="3203928935"/>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B7B9AF7E-0BC7-4BB7-B974-34FB3F66A0E4}"/>
              </a:ext>
            </a:extLst>
          </p:cNvPr>
          <p:cNvSpPr/>
          <p:nvPr/>
        </p:nvSpPr>
        <p:spPr>
          <a:xfrm>
            <a:off x="193500" y="9576850"/>
            <a:ext cx="9785554" cy="3651459"/>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dirty="0"/>
          </a:p>
        </p:txBody>
      </p:sp>
      <p:graphicFrame>
        <p:nvGraphicFramePr>
          <p:cNvPr id="24" name="표 23">
            <a:extLst>
              <a:ext uri="{FF2B5EF4-FFF2-40B4-BE49-F238E27FC236}">
                <a16:creationId xmlns:a16="http://schemas.microsoft.com/office/drawing/2014/main" id="{97843047-3A95-4386-BAFE-F4BAECEEABF3}"/>
              </a:ext>
            </a:extLst>
          </p:cNvPr>
          <p:cNvGraphicFramePr>
            <a:graphicFrameLocks noGrp="1"/>
          </p:cNvGraphicFramePr>
          <p:nvPr>
            <p:extLst>
              <p:ext uri="{D42A27DB-BD31-4B8C-83A1-F6EECF244321}">
                <p14:modId xmlns:p14="http://schemas.microsoft.com/office/powerpoint/2010/main" val="1201941952"/>
              </p:ext>
            </p:extLst>
          </p:nvPr>
        </p:nvGraphicFramePr>
        <p:xfrm>
          <a:off x="381324" y="10068713"/>
          <a:ext cx="9229022" cy="426720"/>
        </p:xfrm>
        <a:graphic>
          <a:graphicData uri="http://schemas.openxmlformats.org/drawingml/2006/table">
            <a:tbl>
              <a:tblPr firstRow="1" bandRow="1">
                <a:tableStyleId>{5C22544A-7EE6-4342-B048-85BDC9FD1C3A}</a:tableStyleId>
              </a:tblPr>
              <a:tblGrid>
                <a:gridCol w="1097005">
                  <a:extLst>
                    <a:ext uri="{9D8B030D-6E8A-4147-A177-3AD203B41FA5}">
                      <a16:colId xmlns:a16="http://schemas.microsoft.com/office/drawing/2014/main" val="20000"/>
                    </a:ext>
                  </a:extLst>
                </a:gridCol>
                <a:gridCol w="8132017">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발주 담당자 설정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a:t>
                      </a:r>
                      <a:r>
                        <a:rPr lang="ko-KR" altLang="en-US" sz="800" b="0" i="0" u="none" strike="noStrike" dirty="0" err="1">
                          <a:solidFill>
                            <a:srgbClr val="000000"/>
                          </a:solidFill>
                          <a:effectLst/>
                          <a:latin typeface="+mn-lt"/>
                        </a:rPr>
                        <a:t>설정안함</a:t>
                      </a:r>
                      <a:r>
                        <a:rPr lang="ko-KR" altLang="en-US" sz="800" b="0" i="0" u="none" strike="noStrike" dirty="0">
                          <a:solidFill>
                            <a:srgbClr val="000000"/>
                          </a:solidFill>
                          <a:effectLst/>
                          <a:latin typeface="+mn-lt"/>
                        </a:rPr>
                        <a:t>    ● 설정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발주 담당자 선택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023436917"/>
                  </a:ext>
                </a:extLst>
              </a:tr>
            </a:tbl>
          </a:graphicData>
        </a:graphic>
      </p:graphicFrame>
      <p:sp>
        <p:nvSpPr>
          <p:cNvPr id="25" name="TextBox 24">
            <a:extLst>
              <a:ext uri="{FF2B5EF4-FFF2-40B4-BE49-F238E27FC236}">
                <a16:creationId xmlns:a16="http://schemas.microsoft.com/office/drawing/2014/main" id="{8C865485-16D6-491E-B6D3-00DC8AE2E0BB}"/>
              </a:ext>
            </a:extLst>
          </p:cNvPr>
          <p:cNvSpPr txBox="1"/>
          <p:nvPr/>
        </p:nvSpPr>
        <p:spPr>
          <a:xfrm>
            <a:off x="305019" y="9841198"/>
            <a:ext cx="1228221"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발주 담당자 정보</a:t>
            </a:r>
            <a:endParaRPr lang="ko-KR" altLang="en-US" sz="900" dirty="0"/>
          </a:p>
        </p:txBody>
      </p:sp>
      <p:sp>
        <p:nvSpPr>
          <p:cNvPr id="26" name="직사각형 25">
            <a:extLst>
              <a:ext uri="{FF2B5EF4-FFF2-40B4-BE49-F238E27FC236}">
                <a16:creationId xmlns:a16="http://schemas.microsoft.com/office/drawing/2014/main" id="{6A2B15C6-39A7-4F2C-A1E6-FB7306E4C9D5}"/>
              </a:ext>
            </a:extLst>
          </p:cNvPr>
          <p:cNvSpPr/>
          <p:nvPr/>
        </p:nvSpPr>
        <p:spPr>
          <a:xfrm>
            <a:off x="3372782" y="10306919"/>
            <a:ext cx="721249" cy="154747"/>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담당찾기</a:t>
            </a:r>
            <a:endParaRPr lang="en-US" altLang="ko-KR" sz="800" dirty="0">
              <a:solidFill>
                <a:schemeClr val="bg1"/>
              </a:solidFill>
            </a:endParaRPr>
          </a:p>
        </p:txBody>
      </p:sp>
      <p:sp>
        <p:nvSpPr>
          <p:cNvPr id="27" name="직사각형 26">
            <a:extLst>
              <a:ext uri="{FF2B5EF4-FFF2-40B4-BE49-F238E27FC236}">
                <a16:creationId xmlns:a16="http://schemas.microsoft.com/office/drawing/2014/main" id="{CA13A4F2-9202-4A52-8445-3B4AB3ABB980}"/>
              </a:ext>
            </a:extLst>
          </p:cNvPr>
          <p:cNvSpPr/>
          <p:nvPr/>
        </p:nvSpPr>
        <p:spPr>
          <a:xfrm>
            <a:off x="1570110" y="10306919"/>
            <a:ext cx="1804610" cy="15168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홍길동 </a:t>
            </a:r>
            <a:r>
              <a:rPr lang="en-US" altLang="ko-KR" sz="800" dirty="0">
                <a:solidFill>
                  <a:schemeClr val="tx1"/>
                </a:solidFill>
              </a:rPr>
              <a:t>(abc@abc.co.kr)</a:t>
            </a:r>
          </a:p>
        </p:txBody>
      </p:sp>
      <p:sp>
        <p:nvSpPr>
          <p:cNvPr id="28" name="직사각형 27">
            <a:extLst>
              <a:ext uri="{FF2B5EF4-FFF2-40B4-BE49-F238E27FC236}">
                <a16:creationId xmlns:a16="http://schemas.microsoft.com/office/drawing/2014/main" id="{E309CBFD-743B-45E9-AD1D-05D115D4B95D}"/>
              </a:ext>
            </a:extLst>
          </p:cNvPr>
          <p:cNvSpPr/>
          <p:nvPr/>
        </p:nvSpPr>
        <p:spPr>
          <a:xfrm>
            <a:off x="4992976" y="10175394"/>
            <a:ext cx="3936396" cy="2212258"/>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dirty="0"/>
          </a:p>
        </p:txBody>
      </p:sp>
      <p:sp>
        <p:nvSpPr>
          <p:cNvPr id="29" name="직사각형 28">
            <a:extLst>
              <a:ext uri="{FF2B5EF4-FFF2-40B4-BE49-F238E27FC236}">
                <a16:creationId xmlns:a16="http://schemas.microsoft.com/office/drawing/2014/main" id="{A9878053-2877-4A59-9D9F-4538A337BC32}"/>
              </a:ext>
            </a:extLst>
          </p:cNvPr>
          <p:cNvSpPr/>
          <p:nvPr/>
        </p:nvSpPr>
        <p:spPr>
          <a:xfrm>
            <a:off x="5079698" y="10218381"/>
            <a:ext cx="1524776" cy="369332"/>
          </a:xfrm>
          <a:prstGeom prst="rect">
            <a:avLst/>
          </a:prstGeom>
        </p:spPr>
        <p:txBody>
          <a:bodyPr wrap="none">
            <a:spAutoFit/>
          </a:bodyPr>
          <a:lstStyle/>
          <a:p>
            <a:pPr>
              <a:lnSpc>
                <a:spcPct val="150000"/>
              </a:lnSpc>
            </a:pPr>
            <a:r>
              <a:rPr lang="ko-KR" altLang="en-US" sz="1200" b="1" dirty="0"/>
              <a:t>■ </a:t>
            </a:r>
            <a:r>
              <a:rPr lang="ko-KR" altLang="en-US" sz="1200" b="1" dirty="0" err="1"/>
              <a:t>발주담당자</a:t>
            </a:r>
            <a:r>
              <a:rPr lang="ko-KR" altLang="en-US" sz="1200" b="1" dirty="0"/>
              <a:t> 찾기</a:t>
            </a:r>
          </a:p>
        </p:txBody>
      </p:sp>
      <p:sp>
        <p:nvSpPr>
          <p:cNvPr id="30" name="직사각형 29">
            <a:extLst>
              <a:ext uri="{FF2B5EF4-FFF2-40B4-BE49-F238E27FC236}">
                <a16:creationId xmlns:a16="http://schemas.microsoft.com/office/drawing/2014/main" id="{7AE76F7E-076C-48EA-84C5-C3CF3DACCA60}"/>
              </a:ext>
            </a:extLst>
          </p:cNvPr>
          <p:cNvSpPr/>
          <p:nvPr/>
        </p:nvSpPr>
        <p:spPr>
          <a:xfrm>
            <a:off x="5151393" y="10858252"/>
            <a:ext cx="3116847" cy="238509"/>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담당자명</a:t>
            </a:r>
            <a:endParaRPr lang="en-US" altLang="ko-KR" sz="800" dirty="0">
              <a:solidFill>
                <a:schemeClr val="tx1">
                  <a:lumMod val="50000"/>
                  <a:lumOff val="50000"/>
                </a:schemeClr>
              </a:solidFill>
            </a:endParaRPr>
          </a:p>
        </p:txBody>
      </p:sp>
      <p:sp>
        <p:nvSpPr>
          <p:cNvPr id="31" name="TextBox 30">
            <a:extLst>
              <a:ext uri="{FF2B5EF4-FFF2-40B4-BE49-F238E27FC236}">
                <a16:creationId xmlns:a16="http://schemas.microsoft.com/office/drawing/2014/main" id="{8BFD327D-0D6E-461F-A2CD-BE0F685B8FB3}"/>
              </a:ext>
            </a:extLst>
          </p:cNvPr>
          <p:cNvSpPr txBox="1"/>
          <p:nvPr/>
        </p:nvSpPr>
        <p:spPr>
          <a:xfrm>
            <a:off x="8352915" y="10857425"/>
            <a:ext cx="415498" cy="230832"/>
          </a:xfrm>
          <a:prstGeom prst="rect">
            <a:avLst/>
          </a:prstGeom>
          <a:solidFill>
            <a:schemeClr val="tx1"/>
          </a:solidFill>
        </p:spPr>
        <p:txBody>
          <a:bodyPr wrap="none" rtlCol="0">
            <a:spAutoFit/>
          </a:bodyPr>
          <a:lstStyle/>
          <a:p>
            <a:r>
              <a:rPr lang="ko-KR" altLang="en-US" sz="900" dirty="0">
                <a:solidFill>
                  <a:schemeClr val="bg1"/>
                </a:solidFill>
              </a:rPr>
              <a:t>검색</a:t>
            </a:r>
            <a:endParaRPr lang="en-US" altLang="ko-KR" sz="900" dirty="0">
              <a:solidFill>
                <a:schemeClr val="bg1"/>
              </a:solidFill>
            </a:endParaRPr>
          </a:p>
        </p:txBody>
      </p:sp>
      <p:sp>
        <p:nvSpPr>
          <p:cNvPr id="32" name="직사각형 31">
            <a:extLst>
              <a:ext uri="{FF2B5EF4-FFF2-40B4-BE49-F238E27FC236}">
                <a16:creationId xmlns:a16="http://schemas.microsoft.com/office/drawing/2014/main" id="{05ADE6C4-0A9B-4E5E-BFED-C77F7BD8905C}"/>
              </a:ext>
            </a:extLst>
          </p:cNvPr>
          <p:cNvSpPr/>
          <p:nvPr/>
        </p:nvSpPr>
        <p:spPr>
          <a:xfrm>
            <a:off x="5151393" y="11180338"/>
            <a:ext cx="3618293" cy="81225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200000"/>
              </a:lnSpc>
            </a:pPr>
            <a:r>
              <a:rPr lang="ko-KR" altLang="en-US" sz="800" dirty="0">
                <a:solidFill>
                  <a:schemeClr val="tx1"/>
                </a:solidFill>
              </a:rPr>
              <a:t>홍길동 </a:t>
            </a:r>
            <a:r>
              <a:rPr lang="en-US" altLang="ko-KR" sz="800" dirty="0">
                <a:solidFill>
                  <a:schemeClr val="tx1"/>
                </a:solidFill>
              </a:rPr>
              <a:t>( abc@abc.co.kr )</a:t>
            </a:r>
          </a:p>
          <a:p>
            <a:pPr>
              <a:lnSpc>
                <a:spcPct val="200000"/>
              </a:lnSpc>
            </a:pPr>
            <a:r>
              <a:rPr lang="ko-KR" altLang="en-US" sz="800" dirty="0" err="1">
                <a:solidFill>
                  <a:schemeClr val="tx1"/>
                </a:solidFill>
              </a:rPr>
              <a:t>성춘향</a:t>
            </a:r>
            <a:r>
              <a:rPr lang="ko-KR" altLang="en-US" sz="800" dirty="0">
                <a:solidFill>
                  <a:schemeClr val="tx1"/>
                </a:solidFill>
              </a:rPr>
              <a:t> </a:t>
            </a:r>
            <a:r>
              <a:rPr lang="en-US" altLang="ko-KR" sz="800" dirty="0">
                <a:solidFill>
                  <a:schemeClr val="tx1"/>
                </a:solidFill>
              </a:rPr>
              <a:t>( test1234@naver.com</a:t>
            </a:r>
            <a:r>
              <a:rPr lang="ko-KR" altLang="en-US" sz="800" dirty="0">
                <a:solidFill>
                  <a:schemeClr val="tx1"/>
                </a:solidFill>
              </a:rPr>
              <a:t> </a:t>
            </a:r>
            <a:r>
              <a:rPr lang="en-US" altLang="ko-KR" sz="800" dirty="0">
                <a:solidFill>
                  <a:schemeClr val="tx1"/>
                </a:solidFill>
              </a:rPr>
              <a:t>)</a:t>
            </a:r>
          </a:p>
          <a:p>
            <a:pPr>
              <a:lnSpc>
                <a:spcPct val="200000"/>
              </a:lnSpc>
            </a:pPr>
            <a:r>
              <a:rPr lang="ko-KR" altLang="en-US" sz="800" dirty="0" err="1">
                <a:solidFill>
                  <a:schemeClr val="tx1"/>
                </a:solidFill>
              </a:rPr>
              <a:t>이목룡</a:t>
            </a:r>
            <a:r>
              <a:rPr lang="ko-KR" altLang="en-US" sz="800" dirty="0">
                <a:solidFill>
                  <a:schemeClr val="tx1"/>
                </a:solidFill>
              </a:rPr>
              <a:t> </a:t>
            </a:r>
            <a:r>
              <a:rPr lang="en-US" altLang="ko-KR" sz="800" dirty="0">
                <a:solidFill>
                  <a:schemeClr val="tx1"/>
                </a:solidFill>
              </a:rPr>
              <a:t>( dsdsfds@gmail.com )</a:t>
            </a:r>
          </a:p>
          <a:p>
            <a:endParaRPr lang="en-US" altLang="ko-KR" sz="800" dirty="0">
              <a:solidFill>
                <a:schemeClr val="tx1">
                  <a:lumMod val="50000"/>
                  <a:lumOff val="50000"/>
                </a:schemeClr>
              </a:solidFill>
            </a:endParaRPr>
          </a:p>
        </p:txBody>
      </p:sp>
      <p:sp>
        <p:nvSpPr>
          <p:cNvPr id="34" name="직사각형 33">
            <a:extLst>
              <a:ext uri="{FF2B5EF4-FFF2-40B4-BE49-F238E27FC236}">
                <a16:creationId xmlns:a16="http://schemas.microsoft.com/office/drawing/2014/main" id="{244279E1-BF42-4DFE-99DA-2F98E8A6B622}"/>
              </a:ext>
            </a:extLst>
          </p:cNvPr>
          <p:cNvSpPr/>
          <p:nvPr/>
        </p:nvSpPr>
        <p:spPr>
          <a:xfrm>
            <a:off x="8187124" y="11256069"/>
            <a:ext cx="510512" cy="145887"/>
          </a:xfrm>
          <a:prstGeom prst="rect">
            <a:avLst/>
          </a:prstGeom>
          <a:solidFill>
            <a:schemeClr val="tx1"/>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latin typeface="+mj-ea"/>
                <a:ea typeface="+mj-ea"/>
              </a:rPr>
              <a:t>선택</a:t>
            </a:r>
          </a:p>
        </p:txBody>
      </p:sp>
      <p:sp>
        <p:nvSpPr>
          <p:cNvPr id="35" name="직사각형 34">
            <a:extLst>
              <a:ext uri="{FF2B5EF4-FFF2-40B4-BE49-F238E27FC236}">
                <a16:creationId xmlns:a16="http://schemas.microsoft.com/office/drawing/2014/main" id="{50B69503-CEBB-432D-A015-32951B153994}"/>
              </a:ext>
            </a:extLst>
          </p:cNvPr>
          <p:cNvSpPr/>
          <p:nvPr/>
        </p:nvSpPr>
        <p:spPr>
          <a:xfrm>
            <a:off x="8187124" y="11498194"/>
            <a:ext cx="510512" cy="145887"/>
          </a:xfrm>
          <a:prstGeom prst="rect">
            <a:avLst/>
          </a:prstGeom>
          <a:solidFill>
            <a:schemeClr val="tx1"/>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latin typeface="+mj-ea"/>
                <a:ea typeface="+mj-ea"/>
              </a:rPr>
              <a:t>선택</a:t>
            </a:r>
            <a:endParaRPr lang="ko-KR" altLang="en-US" sz="800" dirty="0">
              <a:solidFill>
                <a:schemeClr val="bg1"/>
              </a:solidFill>
              <a:latin typeface="+mj-ea"/>
              <a:ea typeface="+mj-ea"/>
            </a:endParaRPr>
          </a:p>
        </p:txBody>
      </p:sp>
      <p:sp>
        <p:nvSpPr>
          <p:cNvPr id="36" name="직사각형 35">
            <a:extLst>
              <a:ext uri="{FF2B5EF4-FFF2-40B4-BE49-F238E27FC236}">
                <a16:creationId xmlns:a16="http://schemas.microsoft.com/office/drawing/2014/main" id="{5D4885A0-628F-415B-AFD1-26ED447D82CF}"/>
              </a:ext>
            </a:extLst>
          </p:cNvPr>
          <p:cNvSpPr/>
          <p:nvPr/>
        </p:nvSpPr>
        <p:spPr>
          <a:xfrm>
            <a:off x="8187124" y="11740319"/>
            <a:ext cx="510512" cy="145887"/>
          </a:xfrm>
          <a:prstGeom prst="rect">
            <a:avLst/>
          </a:prstGeom>
          <a:solidFill>
            <a:schemeClr val="tx1"/>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latin typeface="+mj-ea"/>
                <a:ea typeface="+mj-ea"/>
              </a:rPr>
              <a:t>선택</a:t>
            </a:r>
            <a:endParaRPr lang="ko-KR" altLang="en-US" sz="800" dirty="0">
              <a:solidFill>
                <a:schemeClr val="bg1"/>
              </a:solidFill>
              <a:latin typeface="+mj-ea"/>
              <a:ea typeface="+mj-ea"/>
            </a:endParaRPr>
          </a:p>
        </p:txBody>
      </p:sp>
      <p:grpSp>
        <p:nvGrpSpPr>
          <p:cNvPr id="37" name="Image">
            <a:extLst>
              <a:ext uri="{FF2B5EF4-FFF2-40B4-BE49-F238E27FC236}">
                <a16:creationId xmlns:a16="http://schemas.microsoft.com/office/drawing/2014/main" id="{473555EA-53AD-4333-8F0E-759DF681BB58}"/>
              </a:ext>
            </a:extLst>
          </p:cNvPr>
          <p:cNvGrpSpPr>
            <a:grpSpLocks/>
          </p:cNvGrpSpPr>
          <p:nvPr/>
        </p:nvGrpSpPr>
        <p:grpSpPr bwMode="auto">
          <a:xfrm>
            <a:off x="8560664" y="10277819"/>
            <a:ext cx="263570" cy="250457"/>
            <a:chOff x="508000" y="1397000"/>
            <a:chExt cx="1008112" cy="1008112"/>
          </a:xfrm>
        </p:grpSpPr>
        <p:sp>
          <p:nvSpPr>
            <p:cNvPr id="38" name="Border">
              <a:extLst>
                <a:ext uri="{FF2B5EF4-FFF2-40B4-BE49-F238E27FC236}">
                  <a16:creationId xmlns:a16="http://schemas.microsoft.com/office/drawing/2014/main" id="{322F535E-2E46-4D83-BD9D-2688506159FA}"/>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9" name="Line 2">
              <a:extLst>
                <a:ext uri="{FF2B5EF4-FFF2-40B4-BE49-F238E27FC236}">
                  <a16:creationId xmlns:a16="http://schemas.microsoft.com/office/drawing/2014/main" id="{A91DBF71-BC4C-4C52-B47D-EB2C0CCEE3FD}"/>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0" name="Line 1">
              <a:extLst>
                <a:ext uri="{FF2B5EF4-FFF2-40B4-BE49-F238E27FC236}">
                  <a16:creationId xmlns:a16="http://schemas.microsoft.com/office/drawing/2014/main" id="{3A30033F-24FC-4659-9219-A4C12285081D}"/>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41" name="타원 40">
            <a:extLst>
              <a:ext uri="{FF2B5EF4-FFF2-40B4-BE49-F238E27FC236}">
                <a16:creationId xmlns:a16="http://schemas.microsoft.com/office/drawing/2014/main" id="{DA3B9194-AC4E-4B6F-A31F-91E26483612A}"/>
              </a:ext>
            </a:extLst>
          </p:cNvPr>
          <p:cNvSpPr/>
          <p:nvPr/>
        </p:nvSpPr>
        <p:spPr>
          <a:xfrm>
            <a:off x="1090135" y="9060066"/>
            <a:ext cx="2104661" cy="397681"/>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2" name="직선 화살표 연결선 41">
            <a:extLst>
              <a:ext uri="{FF2B5EF4-FFF2-40B4-BE49-F238E27FC236}">
                <a16:creationId xmlns:a16="http://schemas.microsoft.com/office/drawing/2014/main" id="{E62CFCBA-D967-4BD0-8101-2261D93633EE}"/>
              </a:ext>
            </a:extLst>
          </p:cNvPr>
          <p:cNvCxnSpPr>
            <a:cxnSpLocks/>
          </p:cNvCxnSpPr>
          <p:nvPr/>
        </p:nvCxnSpPr>
        <p:spPr>
          <a:xfrm>
            <a:off x="2176556" y="9457747"/>
            <a:ext cx="0" cy="610966"/>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44" name="타원 43">
            <a:extLst>
              <a:ext uri="{FF2B5EF4-FFF2-40B4-BE49-F238E27FC236}">
                <a16:creationId xmlns:a16="http://schemas.microsoft.com/office/drawing/2014/main" id="{F40A367A-96D5-4680-8BDE-BC101600682E}"/>
              </a:ext>
            </a:extLst>
          </p:cNvPr>
          <p:cNvSpPr/>
          <p:nvPr/>
        </p:nvSpPr>
        <p:spPr>
          <a:xfrm>
            <a:off x="3115646" y="10175393"/>
            <a:ext cx="1185280" cy="397681"/>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5" name="직선 화살표 연결선 44">
            <a:extLst>
              <a:ext uri="{FF2B5EF4-FFF2-40B4-BE49-F238E27FC236}">
                <a16:creationId xmlns:a16="http://schemas.microsoft.com/office/drawing/2014/main" id="{3D7AF3DB-A128-46AD-8116-74C5B7946B74}"/>
              </a:ext>
            </a:extLst>
          </p:cNvPr>
          <p:cNvCxnSpPr>
            <a:cxnSpLocks/>
            <a:stCxn id="44" idx="6"/>
          </p:cNvCxnSpPr>
          <p:nvPr/>
        </p:nvCxnSpPr>
        <p:spPr>
          <a:xfrm>
            <a:off x="4300926" y="10374234"/>
            <a:ext cx="626806" cy="483191"/>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23" name="표 22">
            <a:extLst>
              <a:ext uri="{FF2B5EF4-FFF2-40B4-BE49-F238E27FC236}">
                <a16:creationId xmlns:a16="http://schemas.microsoft.com/office/drawing/2014/main" id="{897AB539-B0BD-4084-A0C2-B1A6AA90EF07}"/>
              </a:ext>
            </a:extLst>
          </p:cNvPr>
          <p:cNvGraphicFramePr>
            <a:graphicFrameLocks noGrp="1"/>
          </p:cNvGraphicFramePr>
          <p:nvPr>
            <p:extLst>
              <p:ext uri="{D42A27DB-BD31-4B8C-83A1-F6EECF244321}">
                <p14:modId xmlns:p14="http://schemas.microsoft.com/office/powerpoint/2010/main" val="876823826"/>
              </p:ext>
            </p:extLst>
          </p:nvPr>
        </p:nvGraphicFramePr>
        <p:xfrm>
          <a:off x="10171774" y="22159"/>
          <a:ext cx="1979018" cy="303379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RF-02-05-02-6</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상품관리 </a:t>
                      </a:r>
                      <a:r>
                        <a:rPr lang="en-US" altLang="ko-KR" sz="800" dirty="0"/>
                        <a:t>&gt; </a:t>
                      </a:r>
                      <a:r>
                        <a:rPr lang="ko-KR" altLang="en-US" sz="800" dirty="0"/>
                        <a:t>자사상품관리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자사 상품 등록 </a:t>
                      </a:r>
                      <a:r>
                        <a:rPr lang="en-US" altLang="ko-KR" sz="800" dirty="0"/>
                        <a:t>&gt; </a:t>
                      </a:r>
                      <a:r>
                        <a:rPr lang="ko-KR" altLang="en-US" sz="800" dirty="0"/>
                        <a:t>발주 담당자 정보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발주 담당자 선택 시 등록 폼 변화 표시</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발주 담당자 설정을 설정으로 선택 시 발주 담당자 등록 영역 활성화</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발주 담당자 찾기 화면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담당자</a:t>
                      </a:r>
                      <a:r>
                        <a:rPr lang="ko-KR" altLang="en-US" sz="800" b="0" baseline="0" dirty="0">
                          <a:solidFill>
                            <a:schemeClr val="tx1"/>
                          </a:solidFill>
                        </a:rPr>
                        <a:t> 정보를 입력하면 정보에 맞는 담당자 목록이 표시된다</a:t>
                      </a:r>
                      <a:r>
                        <a:rPr lang="en-US" altLang="ko-KR" sz="800" b="0" baseline="0" dirty="0">
                          <a:solidFill>
                            <a:schemeClr val="tx1"/>
                          </a:solidFill>
                        </a:rPr>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선택 시 발주 담당자 정보가 등록된다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82562567"/>
                  </a:ext>
                </a:extLst>
              </a:tr>
            </a:tbl>
          </a:graphicData>
        </a:graphic>
      </p:graphicFrame>
      <p:sp>
        <p:nvSpPr>
          <p:cNvPr id="33" name="TextBox 32">
            <a:extLst>
              <a:ext uri="{FF2B5EF4-FFF2-40B4-BE49-F238E27FC236}">
                <a16:creationId xmlns:a16="http://schemas.microsoft.com/office/drawing/2014/main" id="{C1EE60A1-99F4-4A43-BF93-E34E1A510AAE}"/>
              </a:ext>
            </a:extLst>
          </p:cNvPr>
          <p:cNvSpPr txBox="1"/>
          <p:nvPr/>
        </p:nvSpPr>
        <p:spPr>
          <a:xfrm>
            <a:off x="1318118" y="8941589"/>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43" name="TextBox 42">
            <a:extLst>
              <a:ext uri="{FF2B5EF4-FFF2-40B4-BE49-F238E27FC236}">
                <a16:creationId xmlns:a16="http://schemas.microsoft.com/office/drawing/2014/main" id="{C1EE60A1-99F4-4A43-BF93-E34E1A510AAE}"/>
              </a:ext>
            </a:extLst>
          </p:cNvPr>
          <p:cNvSpPr txBox="1"/>
          <p:nvPr/>
        </p:nvSpPr>
        <p:spPr>
          <a:xfrm>
            <a:off x="3935958" y="10059977"/>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46" name="TextBox 45">
            <a:extLst>
              <a:ext uri="{FF2B5EF4-FFF2-40B4-BE49-F238E27FC236}">
                <a16:creationId xmlns:a16="http://schemas.microsoft.com/office/drawing/2014/main" id="{C1EE60A1-99F4-4A43-BF93-E34E1A510AAE}"/>
              </a:ext>
            </a:extLst>
          </p:cNvPr>
          <p:cNvSpPr txBox="1"/>
          <p:nvPr/>
        </p:nvSpPr>
        <p:spPr>
          <a:xfrm>
            <a:off x="8631864" y="10669862"/>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47" name="TextBox 46">
            <a:extLst>
              <a:ext uri="{FF2B5EF4-FFF2-40B4-BE49-F238E27FC236}">
                <a16:creationId xmlns:a16="http://schemas.microsoft.com/office/drawing/2014/main" id="{C1EE60A1-99F4-4A43-BF93-E34E1A510AAE}"/>
              </a:ext>
            </a:extLst>
          </p:cNvPr>
          <p:cNvSpPr txBox="1"/>
          <p:nvPr/>
        </p:nvSpPr>
        <p:spPr>
          <a:xfrm>
            <a:off x="8582938" y="11197572"/>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Tree>
    <p:extLst>
      <p:ext uri="{BB962C8B-B14F-4D97-AF65-F5344CB8AC3E}">
        <p14:creationId xmlns:p14="http://schemas.microsoft.com/office/powerpoint/2010/main" val="1157993311"/>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CC5D08BD-B2D8-420A-8C40-C9257F5B3DBF}"/>
              </a:ext>
            </a:extLst>
          </p:cNvPr>
          <p:cNvSpPr/>
          <p:nvPr/>
        </p:nvSpPr>
        <p:spPr>
          <a:xfrm>
            <a:off x="-686266" y="3062870"/>
            <a:ext cx="10523269" cy="2020921"/>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3" name="직사각형 2">
            <a:extLst>
              <a:ext uri="{FF2B5EF4-FFF2-40B4-BE49-F238E27FC236}">
                <a16:creationId xmlns:a16="http://schemas.microsoft.com/office/drawing/2014/main" id="{CECEDB03-58A6-4010-A7D3-13C283BA711D}"/>
              </a:ext>
            </a:extLst>
          </p:cNvPr>
          <p:cNvSpPr/>
          <p:nvPr/>
        </p:nvSpPr>
        <p:spPr>
          <a:xfrm>
            <a:off x="865860" y="3431082"/>
            <a:ext cx="693212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 name="직사각형 3">
            <a:extLst>
              <a:ext uri="{FF2B5EF4-FFF2-40B4-BE49-F238E27FC236}">
                <a16:creationId xmlns:a16="http://schemas.microsoft.com/office/drawing/2014/main" id="{4B62EC7A-8BEC-4324-8662-2AFF515D9D74}"/>
              </a:ext>
            </a:extLst>
          </p:cNvPr>
          <p:cNvSpPr/>
          <p:nvPr/>
        </p:nvSpPr>
        <p:spPr>
          <a:xfrm>
            <a:off x="8789980" y="3428310"/>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r>
              <a:rPr lang="ko-KR" altLang="en-US" sz="800" dirty="0">
                <a:solidFill>
                  <a:schemeClr val="bg1"/>
                </a:solidFill>
                <a:latin typeface="맑은 고딕" panose="020B0503020000020004" pitchFamily="50" charset="-127"/>
                <a:ea typeface="맑은 고딕" panose="020B0503020000020004" pitchFamily="50" charset="-127"/>
              </a:rPr>
              <a:t>▼</a:t>
            </a:r>
            <a:endParaRPr lang="en-US" altLang="ko-KR" sz="800" dirty="0">
              <a:solidFill>
                <a:schemeClr val="bg1"/>
              </a:solidFill>
            </a:endParaRPr>
          </a:p>
        </p:txBody>
      </p:sp>
      <p:sp>
        <p:nvSpPr>
          <p:cNvPr id="5" name="직사각형 4">
            <a:extLst>
              <a:ext uri="{FF2B5EF4-FFF2-40B4-BE49-F238E27FC236}">
                <a16:creationId xmlns:a16="http://schemas.microsoft.com/office/drawing/2014/main" id="{58115F72-C99A-4289-B799-1664B27BECE9}"/>
              </a:ext>
            </a:extLst>
          </p:cNvPr>
          <p:cNvSpPr/>
          <p:nvPr/>
        </p:nvSpPr>
        <p:spPr>
          <a:xfrm>
            <a:off x="865250" y="3650510"/>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6" name="직사각형 5">
            <a:extLst>
              <a:ext uri="{FF2B5EF4-FFF2-40B4-BE49-F238E27FC236}">
                <a16:creationId xmlns:a16="http://schemas.microsoft.com/office/drawing/2014/main" id="{E74C3E6D-F00E-4EF7-86DC-C957D0998386}"/>
              </a:ext>
            </a:extLst>
          </p:cNvPr>
          <p:cNvSpPr/>
          <p:nvPr/>
        </p:nvSpPr>
        <p:spPr>
          <a:xfrm>
            <a:off x="1694557" y="3650510"/>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graphicFrame>
        <p:nvGraphicFramePr>
          <p:cNvPr id="7" name="표 63">
            <a:extLst>
              <a:ext uri="{FF2B5EF4-FFF2-40B4-BE49-F238E27FC236}">
                <a16:creationId xmlns:a16="http://schemas.microsoft.com/office/drawing/2014/main" id="{051A531C-DDF3-4E0F-B6A3-0A0211FA3B87}"/>
              </a:ext>
            </a:extLst>
          </p:cNvPr>
          <p:cNvGraphicFramePr>
            <a:graphicFrameLocks noGrp="1"/>
          </p:cNvGraphicFramePr>
          <p:nvPr/>
        </p:nvGraphicFramePr>
        <p:xfrm>
          <a:off x="-375297" y="3408130"/>
          <a:ext cx="9936421" cy="914400"/>
        </p:xfrm>
        <a:graphic>
          <a:graphicData uri="http://schemas.openxmlformats.org/drawingml/2006/table">
            <a:tbl>
              <a:tblPr firstRow="1" bandRow="1">
                <a:tableStyleId>{5940675A-B579-460E-94D1-54222C63F5DA}</a:tableStyleId>
              </a:tblPr>
              <a:tblGrid>
                <a:gridCol w="1101924">
                  <a:extLst>
                    <a:ext uri="{9D8B030D-6E8A-4147-A177-3AD203B41FA5}">
                      <a16:colId xmlns:a16="http://schemas.microsoft.com/office/drawing/2014/main" val="3701388552"/>
                    </a:ext>
                  </a:extLst>
                </a:gridCol>
                <a:gridCol w="3857898">
                  <a:extLst>
                    <a:ext uri="{9D8B030D-6E8A-4147-A177-3AD203B41FA5}">
                      <a16:colId xmlns:a16="http://schemas.microsoft.com/office/drawing/2014/main" val="339215266"/>
                    </a:ext>
                  </a:extLst>
                </a:gridCol>
                <a:gridCol w="1254034">
                  <a:extLst>
                    <a:ext uri="{9D8B030D-6E8A-4147-A177-3AD203B41FA5}">
                      <a16:colId xmlns:a16="http://schemas.microsoft.com/office/drawing/2014/main" val="246205619"/>
                    </a:ext>
                  </a:extLst>
                </a:gridCol>
                <a:gridCol w="3722565">
                  <a:extLst>
                    <a:ext uri="{9D8B030D-6E8A-4147-A177-3AD203B41FA5}">
                      <a16:colId xmlns:a16="http://schemas.microsoft.com/office/drawing/2014/main" val="852871710"/>
                    </a:ext>
                  </a:extLst>
                </a:gridCol>
              </a:tblGrid>
              <a:tr h="0">
                <a:tc>
                  <a:txBody>
                    <a:bodyPr/>
                    <a:lstStyle/>
                    <a:p>
                      <a:pPr latinLnBrk="1"/>
                      <a:r>
                        <a:rPr lang="ko-KR" altLang="en-US" sz="900" dirty="0"/>
                        <a:t>상품명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a:txBody>
                    <a:bodyPr/>
                    <a:lstStyle/>
                    <a:p>
                      <a:pPr latinLnBrk="1"/>
                      <a:r>
                        <a:rPr lang="ko-KR" altLang="en-US" sz="900" dirty="0"/>
                        <a:t>상품분류</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944867"/>
                  </a:ext>
                </a:extLst>
              </a:tr>
              <a:tr h="0">
                <a:tc>
                  <a:txBody>
                    <a:bodyPr/>
                    <a:lstStyle/>
                    <a:p>
                      <a:pPr latinLnBrk="1"/>
                      <a:r>
                        <a:rPr lang="ko-KR" altLang="en-US" sz="900" dirty="0"/>
                        <a:t>판매자</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판매가격 범위</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r>
                        <a:rPr lang="en-US" altLang="ko-KR" sz="800" dirty="0"/>
                        <a:t>                           </a:t>
                      </a:r>
                      <a:r>
                        <a:rPr lang="ko-KR" altLang="en-US" sz="800" dirty="0"/>
                        <a:t>원  </a:t>
                      </a:r>
                      <a:r>
                        <a:rPr lang="en-US" altLang="ko-KR" sz="800" dirty="0"/>
                        <a:t>~                               </a:t>
                      </a:r>
                      <a:r>
                        <a:rPr lang="ko-KR" altLang="en-US" sz="800" dirty="0"/>
                        <a:t>원</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52891665"/>
                  </a:ext>
                </a:extLst>
              </a:tr>
              <a:tr h="0">
                <a:tc gridSpan="4">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88622143"/>
                  </a:ext>
                </a:extLst>
              </a:tr>
            </a:tbl>
          </a:graphicData>
        </a:graphic>
      </p:graphicFrame>
      <p:sp>
        <p:nvSpPr>
          <p:cNvPr id="8" name="직사각형 7">
            <a:extLst>
              <a:ext uri="{FF2B5EF4-FFF2-40B4-BE49-F238E27FC236}">
                <a16:creationId xmlns:a16="http://schemas.microsoft.com/office/drawing/2014/main" id="{AA826440-029E-49C8-9564-9D40EDE3B7E7}"/>
              </a:ext>
            </a:extLst>
          </p:cNvPr>
          <p:cNvSpPr/>
          <p:nvPr/>
        </p:nvSpPr>
        <p:spPr>
          <a:xfrm>
            <a:off x="8789979" y="4104770"/>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9" name="직사각형 8">
            <a:extLst>
              <a:ext uri="{FF2B5EF4-FFF2-40B4-BE49-F238E27FC236}">
                <a16:creationId xmlns:a16="http://schemas.microsoft.com/office/drawing/2014/main" id="{E199040E-69BD-4745-8F3E-C60C7EA96396}"/>
              </a:ext>
            </a:extLst>
          </p:cNvPr>
          <p:cNvSpPr/>
          <p:nvPr/>
        </p:nvSpPr>
        <p:spPr>
          <a:xfrm>
            <a:off x="2523864" y="3644574"/>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세분류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10" name="직사각형 9">
            <a:extLst>
              <a:ext uri="{FF2B5EF4-FFF2-40B4-BE49-F238E27FC236}">
                <a16:creationId xmlns:a16="http://schemas.microsoft.com/office/drawing/2014/main" id="{1F1BBE37-F3B4-415E-A11D-4819D1B96532}"/>
              </a:ext>
            </a:extLst>
          </p:cNvPr>
          <p:cNvSpPr/>
          <p:nvPr/>
        </p:nvSpPr>
        <p:spPr>
          <a:xfrm>
            <a:off x="865860" y="3893788"/>
            <a:ext cx="3583310"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11" name="직사각형 10">
            <a:extLst>
              <a:ext uri="{FF2B5EF4-FFF2-40B4-BE49-F238E27FC236}">
                <a16:creationId xmlns:a16="http://schemas.microsoft.com/office/drawing/2014/main" id="{3E51CDA4-9883-4C82-9982-D97A423B2AA5}"/>
              </a:ext>
            </a:extLst>
          </p:cNvPr>
          <p:cNvSpPr/>
          <p:nvPr/>
        </p:nvSpPr>
        <p:spPr>
          <a:xfrm>
            <a:off x="5870040" y="3893788"/>
            <a:ext cx="98113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bg1">
                    <a:lumMod val="65000"/>
                  </a:schemeClr>
                </a:solidFill>
              </a:rPr>
              <a:t>10000</a:t>
            </a:r>
          </a:p>
        </p:txBody>
      </p:sp>
      <p:sp>
        <p:nvSpPr>
          <p:cNvPr id="12" name="직사각형 11">
            <a:extLst>
              <a:ext uri="{FF2B5EF4-FFF2-40B4-BE49-F238E27FC236}">
                <a16:creationId xmlns:a16="http://schemas.microsoft.com/office/drawing/2014/main" id="{64D3D483-885B-4D1E-98A7-B8B1E073B2C8}"/>
              </a:ext>
            </a:extLst>
          </p:cNvPr>
          <p:cNvSpPr/>
          <p:nvPr/>
        </p:nvSpPr>
        <p:spPr>
          <a:xfrm>
            <a:off x="7225014" y="3893788"/>
            <a:ext cx="98113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bg1">
                    <a:lumMod val="65000"/>
                  </a:schemeClr>
                </a:solidFill>
              </a:rPr>
              <a:t>50000</a:t>
            </a:r>
          </a:p>
        </p:txBody>
      </p:sp>
      <p:sp>
        <p:nvSpPr>
          <p:cNvPr id="13" name="타원 12">
            <a:extLst>
              <a:ext uri="{FF2B5EF4-FFF2-40B4-BE49-F238E27FC236}">
                <a16:creationId xmlns:a16="http://schemas.microsoft.com/office/drawing/2014/main" id="{F6326083-DE15-4E39-96E3-E07FA8074518}"/>
              </a:ext>
            </a:extLst>
          </p:cNvPr>
          <p:cNvSpPr/>
          <p:nvPr/>
        </p:nvSpPr>
        <p:spPr>
          <a:xfrm>
            <a:off x="9132114" y="458852"/>
            <a:ext cx="1002412" cy="397681"/>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 name="직선 화살표 연결선 13">
            <a:extLst>
              <a:ext uri="{FF2B5EF4-FFF2-40B4-BE49-F238E27FC236}">
                <a16:creationId xmlns:a16="http://schemas.microsoft.com/office/drawing/2014/main" id="{5E01B93F-7C74-4E45-BDBD-F7F846ED18C3}"/>
              </a:ext>
            </a:extLst>
          </p:cNvPr>
          <p:cNvCxnSpPr>
            <a:cxnSpLocks/>
            <a:stCxn id="13" idx="4"/>
          </p:cNvCxnSpPr>
          <p:nvPr/>
        </p:nvCxnSpPr>
        <p:spPr>
          <a:xfrm>
            <a:off x="9633320" y="856533"/>
            <a:ext cx="0" cy="2337043"/>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24E77405-C986-4554-BC61-A43012127E5D}"/>
              </a:ext>
            </a:extLst>
          </p:cNvPr>
          <p:cNvSpPr txBox="1"/>
          <p:nvPr/>
        </p:nvSpPr>
        <p:spPr>
          <a:xfrm>
            <a:off x="3587385" y="1292983"/>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16" name="TextBox 15">
            <a:extLst>
              <a:ext uri="{FF2B5EF4-FFF2-40B4-BE49-F238E27FC236}">
                <a16:creationId xmlns:a16="http://schemas.microsoft.com/office/drawing/2014/main" id="{B63F73C4-09DB-4C9B-BE39-1E93F13835B0}"/>
              </a:ext>
            </a:extLst>
          </p:cNvPr>
          <p:cNvSpPr txBox="1"/>
          <p:nvPr/>
        </p:nvSpPr>
        <p:spPr>
          <a:xfrm>
            <a:off x="4617307" y="1292983"/>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17" name="TextBox 16">
            <a:extLst>
              <a:ext uri="{FF2B5EF4-FFF2-40B4-BE49-F238E27FC236}">
                <a16:creationId xmlns:a16="http://schemas.microsoft.com/office/drawing/2014/main" id="{39154305-7C4F-433C-BA80-0C8A5BCD5297}"/>
              </a:ext>
            </a:extLst>
          </p:cNvPr>
          <p:cNvSpPr txBox="1"/>
          <p:nvPr/>
        </p:nvSpPr>
        <p:spPr>
          <a:xfrm>
            <a:off x="7671990" y="1295821"/>
            <a:ext cx="251992" cy="230832"/>
          </a:xfrm>
          <a:prstGeom prst="rect">
            <a:avLst/>
          </a:prstGeom>
          <a:solidFill>
            <a:srgbClr val="FF0000"/>
          </a:solidFill>
        </p:spPr>
        <p:txBody>
          <a:bodyPr wrap="none" rtlCol="0">
            <a:spAutoFit/>
          </a:bodyPr>
          <a:lstStyle/>
          <a:p>
            <a:r>
              <a:rPr lang="en-US" altLang="ko-KR" sz="900" b="1" dirty="0">
                <a:solidFill>
                  <a:schemeClr val="bg1"/>
                </a:solidFill>
              </a:rPr>
              <a:t>6</a:t>
            </a:r>
            <a:endParaRPr lang="ko-KR" altLang="en-US" sz="900" b="1" dirty="0">
              <a:solidFill>
                <a:schemeClr val="bg1"/>
              </a:solidFill>
            </a:endParaRPr>
          </a:p>
        </p:txBody>
      </p:sp>
      <p:sp>
        <p:nvSpPr>
          <p:cNvPr id="18" name="TextBox 17">
            <a:extLst>
              <a:ext uri="{FF2B5EF4-FFF2-40B4-BE49-F238E27FC236}">
                <a16:creationId xmlns:a16="http://schemas.microsoft.com/office/drawing/2014/main" id="{2332291D-C18E-4535-B977-751706708CAA}"/>
              </a:ext>
            </a:extLst>
          </p:cNvPr>
          <p:cNvSpPr txBox="1"/>
          <p:nvPr/>
        </p:nvSpPr>
        <p:spPr>
          <a:xfrm>
            <a:off x="8537987" y="1292983"/>
            <a:ext cx="251992" cy="230832"/>
          </a:xfrm>
          <a:prstGeom prst="rect">
            <a:avLst/>
          </a:prstGeom>
          <a:solidFill>
            <a:srgbClr val="FF0000"/>
          </a:solidFill>
        </p:spPr>
        <p:txBody>
          <a:bodyPr wrap="none" rtlCol="0">
            <a:spAutoFit/>
          </a:bodyPr>
          <a:lstStyle/>
          <a:p>
            <a:r>
              <a:rPr lang="en-US" altLang="ko-KR" sz="900" b="1" dirty="0">
                <a:solidFill>
                  <a:schemeClr val="bg1"/>
                </a:solidFill>
              </a:rPr>
              <a:t>7</a:t>
            </a:r>
            <a:endParaRPr lang="ko-KR" altLang="en-US" sz="900" b="1" dirty="0">
              <a:solidFill>
                <a:schemeClr val="bg1"/>
              </a:solidFill>
            </a:endParaRPr>
          </a:p>
        </p:txBody>
      </p:sp>
      <p:sp>
        <p:nvSpPr>
          <p:cNvPr id="19" name="TextBox 18">
            <a:extLst>
              <a:ext uri="{FF2B5EF4-FFF2-40B4-BE49-F238E27FC236}">
                <a16:creationId xmlns:a16="http://schemas.microsoft.com/office/drawing/2014/main" id="{D0B25E5D-75D6-4621-B694-2B2F73A7BFFF}"/>
              </a:ext>
            </a:extLst>
          </p:cNvPr>
          <p:cNvSpPr txBox="1"/>
          <p:nvPr/>
        </p:nvSpPr>
        <p:spPr>
          <a:xfrm>
            <a:off x="9901158" y="458852"/>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graphicFrame>
        <p:nvGraphicFramePr>
          <p:cNvPr id="20" name="표 19">
            <a:extLst>
              <a:ext uri="{FF2B5EF4-FFF2-40B4-BE49-F238E27FC236}">
                <a16:creationId xmlns:a16="http://schemas.microsoft.com/office/drawing/2014/main" id="{7088736D-848F-4EF0-805F-DDD52999F9C1}"/>
              </a:ext>
            </a:extLst>
          </p:cNvPr>
          <p:cNvGraphicFramePr>
            <a:graphicFrameLocks noGrp="1"/>
          </p:cNvGraphicFramePr>
          <p:nvPr>
            <p:extLst>
              <p:ext uri="{D42A27DB-BD31-4B8C-83A1-F6EECF244321}">
                <p14:modId xmlns:p14="http://schemas.microsoft.com/office/powerpoint/2010/main" val="1153421596"/>
              </p:ext>
            </p:extLst>
          </p:nvPr>
        </p:nvGraphicFramePr>
        <p:xfrm>
          <a:off x="10171774" y="22159"/>
          <a:ext cx="1979018" cy="46187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RF-02-05-03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상품관리 </a:t>
                      </a:r>
                      <a:r>
                        <a:rPr lang="en-US" altLang="ko-KR" sz="800" dirty="0"/>
                        <a:t>&gt; </a:t>
                      </a:r>
                      <a:r>
                        <a:rPr lang="ko-KR" altLang="en-US" sz="800" dirty="0"/>
                        <a:t>공개상품관리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공개 상품 목록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다른 회원이 공개한 상품을 내 </a:t>
                      </a:r>
                      <a:r>
                        <a:rPr lang="en-US" altLang="ko-KR" sz="800" dirty="0"/>
                        <a:t>Shop </a:t>
                      </a:r>
                      <a:r>
                        <a:rPr lang="ko-KR" altLang="en-US" sz="800" dirty="0"/>
                        <a:t>채널로 추가한 경우 표시되는 상품 목록</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버튼 클릭 시 상세 검색 영역이 표시된다</a:t>
                      </a:r>
                      <a:r>
                        <a:rPr lang="en-US" altLang="ko-KR" sz="80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51994928"/>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상품을 공개한 판매자 아이디</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공개한 상품의 재고현황 표시</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판매형태 표시</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218832320"/>
                  </a:ext>
                </a:extLst>
              </a:tr>
              <a:tr h="140746">
                <a:tc>
                  <a:txBody>
                    <a:bodyPr/>
                    <a:lstStyle/>
                    <a:p>
                      <a:pPr algn="ctr" latinLnBrk="1"/>
                      <a:r>
                        <a:rPr lang="en-US" altLang="ko-KR" sz="800" dirty="0"/>
                        <a:t>5</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공개한 상품을 대행 판매할 수 있는 금액 표시</a:t>
                      </a:r>
                      <a:br>
                        <a:rPr lang="en-US" altLang="ko-KR" sz="800" b="0" dirty="0">
                          <a:solidFill>
                            <a:schemeClr val="tx1"/>
                          </a:solidFill>
                        </a:rPr>
                      </a:br>
                      <a:br>
                        <a:rPr lang="en-US" altLang="ko-KR" sz="800" b="0" dirty="0">
                          <a:solidFill>
                            <a:schemeClr val="tx1"/>
                          </a:solidFill>
                        </a:rPr>
                      </a:br>
                      <a:r>
                        <a:rPr lang="ko-KR" altLang="en-US" sz="800" b="0" dirty="0">
                          <a:solidFill>
                            <a:schemeClr val="tx1"/>
                          </a:solidFill>
                        </a:rPr>
                        <a:t>위탁판매일 경우 최소값과 최대값이 표시되며</a:t>
                      </a:r>
                      <a:r>
                        <a:rPr lang="en-US" altLang="ko-KR" sz="800" b="0" dirty="0">
                          <a:solidFill>
                            <a:schemeClr val="tx1"/>
                          </a:solidFill>
                        </a:rPr>
                        <a:t>,</a:t>
                      </a:r>
                    </a:p>
                    <a:p>
                      <a:pPr algn="l" latinLnBrk="1"/>
                      <a:endParaRPr lang="en-US" altLang="ko-KR" sz="800" b="0" dirty="0">
                        <a:solidFill>
                          <a:schemeClr val="tx1"/>
                        </a:solidFill>
                      </a:endParaRPr>
                    </a:p>
                    <a:p>
                      <a:pPr algn="l" latinLnBrk="1"/>
                      <a:r>
                        <a:rPr lang="ko-KR" altLang="en-US" sz="800" b="0" dirty="0">
                          <a:solidFill>
                            <a:schemeClr val="tx1"/>
                          </a:solidFill>
                        </a:rPr>
                        <a:t>상품판매일 경우 판매가격이 표시된다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6</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판매형태가 상품판매일 경우에 이익금을 표시한다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996657495"/>
                  </a:ext>
                </a:extLst>
              </a:tr>
              <a:tr h="140746">
                <a:tc>
                  <a:txBody>
                    <a:bodyPr/>
                    <a:lstStyle/>
                    <a:p>
                      <a:pPr algn="ctr" latinLnBrk="1"/>
                      <a:r>
                        <a:rPr lang="en-US" altLang="ko-KR" sz="800" dirty="0"/>
                        <a:t>7</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공유된 상품을 판매하고 있는 </a:t>
                      </a:r>
                      <a:r>
                        <a:rPr lang="ko-KR" altLang="en-US" sz="800" b="1" dirty="0">
                          <a:solidFill>
                            <a:srgbClr val="C00000"/>
                          </a:solidFill>
                        </a:rPr>
                        <a:t>나의 </a:t>
                      </a:r>
                      <a:r>
                        <a:rPr lang="en-US" altLang="ko-KR" sz="800" b="1" dirty="0">
                          <a:solidFill>
                            <a:srgbClr val="C00000"/>
                          </a:solidFill>
                        </a:rPr>
                        <a:t>Shop</a:t>
                      </a:r>
                      <a:r>
                        <a:rPr lang="ko-KR" altLang="en-US" sz="800" b="1" dirty="0">
                          <a:solidFill>
                            <a:srgbClr val="C00000"/>
                          </a:solidFill>
                        </a:rPr>
                        <a:t>채널</a:t>
                      </a:r>
                      <a:r>
                        <a:rPr lang="ko-KR" altLang="en-US" sz="800" b="0" dirty="0">
                          <a:solidFill>
                            <a:schemeClr val="tx1"/>
                          </a:solidFill>
                        </a:rPr>
                        <a:t>을 표시한다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82562567"/>
                  </a:ext>
                </a:extLst>
              </a:tr>
              <a:tr h="140746">
                <a:tc>
                  <a:txBody>
                    <a:bodyPr/>
                    <a:lstStyle/>
                    <a:p>
                      <a:pPr algn="ctr" latinLnBrk="1"/>
                      <a:r>
                        <a:rPr lang="en-US" altLang="ko-KR" sz="800" dirty="0"/>
                        <a:t>8</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공개 상품 상세 화면 생성</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RF-02-05-03-1</a:t>
                      </a:r>
                      <a:r>
                        <a:rPr lang="en-US" altLang="ko-KR" sz="800" b="0" baseline="0" dirty="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410735266"/>
                  </a:ext>
                </a:extLst>
              </a:tr>
            </a:tbl>
          </a:graphicData>
        </a:graphic>
      </p:graphicFrame>
      <p:sp>
        <p:nvSpPr>
          <p:cNvPr id="22" name="TextBox 21">
            <a:extLst>
              <a:ext uri="{FF2B5EF4-FFF2-40B4-BE49-F238E27FC236}">
                <a16:creationId xmlns:a16="http://schemas.microsoft.com/office/drawing/2014/main" id="{D0B25E5D-75D6-4621-B694-2B2F73A7BFFF}"/>
              </a:ext>
            </a:extLst>
          </p:cNvPr>
          <p:cNvSpPr txBox="1"/>
          <p:nvPr/>
        </p:nvSpPr>
        <p:spPr>
          <a:xfrm>
            <a:off x="9279205" y="1613453"/>
            <a:ext cx="251992" cy="230832"/>
          </a:xfrm>
          <a:prstGeom prst="rect">
            <a:avLst/>
          </a:prstGeom>
          <a:solidFill>
            <a:srgbClr val="FF0000"/>
          </a:solidFill>
        </p:spPr>
        <p:txBody>
          <a:bodyPr wrap="none" rtlCol="0">
            <a:spAutoFit/>
          </a:bodyPr>
          <a:lstStyle/>
          <a:p>
            <a:r>
              <a:rPr lang="en-US" altLang="ko-KR" sz="900" b="1" dirty="0">
                <a:solidFill>
                  <a:schemeClr val="bg1"/>
                </a:solidFill>
              </a:rPr>
              <a:t>8</a:t>
            </a:r>
            <a:endParaRPr lang="ko-KR" altLang="en-US" sz="900" b="1" dirty="0">
              <a:solidFill>
                <a:schemeClr val="bg1"/>
              </a:solidFill>
            </a:endParaRPr>
          </a:p>
        </p:txBody>
      </p:sp>
      <p:sp>
        <p:nvSpPr>
          <p:cNvPr id="23" name="TextBox 22">
            <a:extLst>
              <a:ext uri="{FF2B5EF4-FFF2-40B4-BE49-F238E27FC236}">
                <a16:creationId xmlns:a16="http://schemas.microsoft.com/office/drawing/2014/main" id="{2EE6B2D0-D9DE-4EF5-8F8A-2C56C58A6A5B}"/>
              </a:ext>
            </a:extLst>
          </p:cNvPr>
          <p:cNvSpPr txBox="1"/>
          <p:nvPr/>
        </p:nvSpPr>
        <p:spPr>
          <a:xfrm>
            <a:off x="5585654" y="1292983"/>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
        <p:nvSpPr>
          <p:cNvPr id="24" name="TextBox 23">
            <a:extLst>
              <a:ext uri="{FF2B5EF4-FFF2-40B4-BE49-F238E27FC236}">
                <a16:creationId xmlns:a16="http://schemas.microsoft.com/office/drawing/2014/main" id="{0C7F044B-B095-4C62-B381-44EAF25F2F8F}"/>
              </a:ext>
            </a:extLst>
          </p:cNvPr>
          <p:cNvSpPr txBox="1"/>
          <p:nvPr/>
        </p:nvSpPr>
        <p:spPr>
          <a:xfrm>
            <a:off x="6562046" y="1292983"/>
            <a:ext cx="251992" cy="230832"/>
          </a:xfrm>
          <a:prstGeom prst="rect">
            <a:avLst/>
          </a:prstGeom>
          <a:solidFill>
            <a:srgbClr val="FF0000"/>
          </a:solidFill>
        </p:spPr>
        <p:txBody>
          <a:bodyPr wrap="none" rtlCol="0">
            <a:spAutoFit/>
          </a:bodyPr>
          <a:lstStyle/>
          <a:p>
            <a:r>
              <a:rPr lang="en-US" altLang="ko-KR" sz="900" b="1" dirty="0">
                <a:solidFill>
                  <a:schemeClr val="bg1"/>
                </a:solidFill>
              </a:rPr>
              <a:t>5</a:t>
            </a:r>
            <a:endParaRPr lang="ko-KR" altLang="en-US" sz="900" b="1" dirty="0">
              <a:solidFill>
                <a:schemeClr val="bg1"/>
              </a:solidFill>
            </a:endParaRPr>
          </a:p>
        </p:txBody>
      </p:sp>
    </p:spTree>
    <p:extLst>
      <p:ext uri="{BB962C8B-B14F-4D97-AF65-F5344CB8AC3E}">
        <p14:creationId xmlns:p14="http://schemas.microsoft.com/office/powerpoint/2010/main" val="2166657613"/>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0F40459C-9483-4675-892B-F97CD6BB3A8E}"/>
              </a:ext>
            </a:extLst>
          </p:cNvPr>
          <p:cNvSpPr/>
          <p:nvPr/>
        </p:nvSpPr>
        <p:spPr>
          <a:xfrm>
            <a:off x="1209054" y="21828"/>
            <a:ext cx="7328848" cy="6747311"/>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3" name="그룹 2">
            <a:extLst>
              <a:ext uri="{FF2B5EF4-FFF2-40B4-BE49-F238E27FC236}">
                <a16:creationId xmlns:a16="http://schemas.microsoft.com/office/drawing/2014/main" id="{A0346FB5-8EC5-4820-9190-31AE66F4AFDC}"/>
              </a:ext>
            </a:extLst>
          </p:cNvPr>
          <p:cNvGrpSpPr/>
          <p:nvPr/>
        </p:nvGrpSpPr>
        <p:grpSpPr>
          <a:xfrm>
            <a:off x="1597922" y="356862"/>
            <a:ext cx="2798648" cy="2361452"/>
            <a:chOff x="2843808" y="1955121"/>
            <a:chExt cx="1674813" cy="596970"/>
          </a:xfrm>
          <a:solidFill>
            <a:schemeClr val="bg1">
              <a:lumMod val="95000"/>
            </a:schemeClr>
          </a:solidFill>
        </p:grpSpPr>
        <p:sp>
          <p:nvSpPr>
            <p:cNvPr id="4" name="Border">
              <a:extLst>
                <a:ext uri="{FF2B5EF4-FFF2-40B4-BE49-F238E27FC236}">
                  <a16:creationId xmlns:a16="http://schemas.microsoft.com/office/drawing/2014/main" id="{C72406D9-1F9D-438B-B980-DDD20C4E5D8C}"/>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 name="Line 2">
              <a:extLst>
                <a:ext uri="{FF2B5EF4-FFF2-40B4-BE49-F238E27FC236}">
                  <a16:creationId xmlns:a16="http://schemas.microsoft.com/office/drawing/2014/main" id="{57D8B084-7DD2-4857-A65B-8A5B85F4A42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 name="Line 1">
              <a:extLst>
                <a:ext uri="{FF2B5EF4-FFF2-40B4-BE49-F238E27FC236}">
                  <a16:creationId xmlns:a16="http://schemas.microsoft.com/office/drawing/2014/main" id="{0E327EB9-2C07-42E9-8D59-7F1F6191914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 name="TextBox 6">
              <a:extLst>
                <a:ext uri="{FF2B5EF4-FFF2-40B4-BE49-F238E27FC236}">
                  <a16:creationId xmlns:a16="http://schemas.microsoft.com/office/drawing/2014/main" id="{03DAC4DC-40E0-4F22-92AD-2CBCC0FF9894}"/>
                </a:ext>
              </a:extLst>
            </p:cNvPr>
            <p:cNvSpPr txBox="1"/>
            <p:nvPr/>
          </p:nvSpPr>
          <p:spPr>
            <a:xfrm>
              <a:off x="3381983" y="2215369"/>
              <a:ext cx="598462" cy="76475"/>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Contents</a:t>
              </a:r>
              <a:endParaRPr lang="ko-KR" altLang="en-US" sz="900" dirty="0">
                <a:solidFill>
                  <a:schemeClr val="tx1">
                    <a:lumMod val="50000"/>
                    <a:lumOff val="50000"/>
                  </a:schemeClr>
                </a:solidFill>
              </a:endParaRPr>
            </a:p>
          </p:txBody>
        </p:sp>
      </p:grpSp>
      <p:grpSp>
        <p:nvGrpSpPr>
          <p:cNvPr id="8" name="그룹 7">
            <a:extLst>
              <a:ext uri="{FF2B5EF4-FFF2-40B4-BE49-F238E27FC236}">
                <a16:creationId xmlns:a16="http://schemas.microsoft.com/office/drawing/2014/main" id="{1D3DB2EA-0F56-4CF2-89FD-C591FE6619BB}"/>
              </a:ext>
            </a:extLst>
          </p:cNvPr>
          <p:cNvGrpSpPr/>
          <p:nvPr/>
        </p:nvGrpSpPr>
        <p:grpSpPr>
          <a:xfrm>
            <a:off x="1585233" y="2832134"/>
            <a:ext cx="492940" cy="406337"/>
            <a:chOff x="3092355" y="3209109"/>
            <a:chExt cx="353705" cy="305189"/>
          </a:xfrm>
        </p:grpSpPr>
        <p:sp>
          <p:nvSpPr>
            <p:cNvPr id="9" name="Border">
              <a:extLst>
                <a:ext uri="{FF2B5EF4-FFF2-40B4-BE49-F238E27FC236}">
                  <a16:creationId xmlns:a16="http://schemas.microsoft.com/office/drawing/2014/main" id="{06E907A8-642E-4E0D-AB23-DB9CFEBCA04E}"/>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Line 2">
              <a:extLst>
                <a:ext uri="{FF2B5EF4-FFF2-40B4-BE49-F238E27FC236}">
                  <a16:creationId xmlns:a16="http://schemas.microsoft.com/office/drawing/2014/main" id="{334C60D2-09DF-410A-AD66-A9AC5A41F55F}"/>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 name="Line 1">
              <a:extLst>
                <a:ext uri="{FF2B5EF4-FFF2-40B4-BE49-F238E27FC236}">
                  <a16:creationId xmlns:a16="http://schemas.microsoft.com/office/drawing/2014/main" id="{BC85A930-FD86-467D-AD88-7F948AF36989}"/>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12" name="그룹 11">
            <a:extLst>
              <a:ext uri="{FF2B5EF4-FFF2-40B4-BE49-F238E27FC236}">
                <a16:creationId xmlns:a16="http://schemas.microsoft.com/office/drawing/2014/main" id="{2BBC178B-ACAB-4623-9520-8B0FF448E8B7}"/>
              </a:ext>
            </a:extLst>
          </p:cNvPr>
          <p:cNvGrpSpPr/>
          <p:nvPr/>
        </p:nvGrpSpPr>
        <p:grpSpPr>
          <a:xfrm>
            <a:off x="2164383" y="2832130"/>
            <a:ext cx="492940" cy="406337"/>
            <a:chOff x="3092355" y="3209109"/>
            <a:chExt cx="353705" cy="305189"/>
          </a:xfrm>
        </p:grpSpPr>
        <p:sp>
          <p:nvSpPr>
            <p:cNvPr id="13" name="Border">
              <a:extLst>
                <a:ext uri="{FF2B5EF4-FFF2-40B4-BE49-F238E27FC236}">
                  <a16:creationId xmlns:a16="http://schemas.microsoft.com/office/drawing/2014/main" id="{3844FBD6-FF54-4100-BFCB-D07AA47CD3F6}"/>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 name="Line 2">
              <a:extLst>
                <a:ext uri="{FF2B5EF4-FFF2-40B4-BE49-F238E27FC236}">
                  <a16:creationId xmlns:a16="http://schemas.microsoft.com/office/drawing/2014/main" id="{5020FEF8-3395-4BED-8EFF-9EF0BE5192C6}"/>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 name="Line 1">
              <a:extLst>
                <a:ext uri="{FF2B5EF4-FFF2-40B4-BE49-F238E27FC236}">
                  <a16:creationId xmlns:a16="http://schemas.microsoft.com/office/drawing/2014/main" id="{2EE5C660-E614-44C8-829E-065ECEE92D07}"/>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16" name="그룹 15">
            <a:extLst>
              <a:ext uri="{FF2B5EF4-FFF2-40B4-BE49-F238E27FC236}">
                <a16:creationId xmlns:a16="http://schemas.microsoft.com/office/drawing/2014/main" id="{E7BE2C85-1A1F-471E-9C45-CFBC547CB39C}"/>
              </a:ext>
            </a:extLst>
          </p:cNvPr>
          <p:cNvGrpSpPr/>
          <p:nvPr/>
        </p:nvGrpSpPr>
        <p:grpSpPr>
          <a:xfrm>
            <a:off x="2743533" y="2832130"/>
            <a:ext cx="492940" cy="406337"/>
            <a:chOff x="3092355" y="3209109"/>
            <a:chExt cx="353705" cy="305189"/>
          </a:xfrm>
        </p:grpSpPr>
        <p:sp>
          <p:nvSpPr>
            <p:cNvPr id="17" name="Border">
              <a:extLst>
                <a:ext uri="{FF2B5EF4-FFF2-40B4-BE49-F238E27FC236}">
                  <a16:creationId xmlns:a16="http://schemas.microsoft.com/office/drawing/2014/main" id="{C6B95579-747C-430B-9291-94009E33CA50}"/>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 name="Line 2">
              <a:extLst>
                <a:ext uri="{FF2B5EF4-FFF2-40B4-BE49-F238E27FC236}">
                  <a16:creationId xmlns:a16="http://schemas.microsoft.com/office/drawing/2014/main" id="{9B344403-F24F-4D99-9A0B-80229D57ADAA}"/>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 name="Line 1">
              <a:extLst>
                <a:ext uri="{FF2B5EF4-FFF2-40B4-BE49-F238E27FC236}">
                  <a16:creationId xmlns:a16="http://schemas.microsoft.com/office/drawing/2014/main" id="{9FCDFF78-ED97-4680-B8BA-7A7ED521882B}"/>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20" name="그룹 19">
            <a:extLst>
              <a:ext uri="{FF2B5EF4-FFF2-40B4-BE49-F238E27FC236}">
                <a16:creationId xmlns:a16="http://schemas.microsoft.com/office/drawing/2014/main" id="{4E107900-6DDB-49AB-BB14-2563DE059ED1}"/>
              </a:ext>
            </a:extLst>
          </p:cNvPr>
          <p:cNvGrpSpPr/>
          <p:nvPr/>
        </p:nvGrpSpPr>
        <p:grpSpPr>
          <a:xfrm>
            <a:off x="3322683" y="2832130"/>
            <a:ext cx="492940" cy="406337"/>
            <a:chOff x="3092355" y="3209109"/>
            <a:chExt cx="353705" cy="305189"/>
          </a:xfrm>
        </p:grpSpPr>
        <p:sp>
          <p:nvSpPr>
            <p:cNvPr id="21" name="Border">
              <a:extLst>
                <a:ext uri="{FF2B5EF4-FFF2-40B4-BE49-F238E27FC236}">
                  <a16:creationId xmlns:a16="http://schemas.microsoft.com/office/drawing/2014/main" id="{CC75671C-F6AA-41D7-89D9-EF2A4C0B834C}"/>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 name="Line 2">
              <a:extLst>
                <a:ext uri="{FF2B5EF4-FFF2-40B4-BE49-F238E27FC236}">
                  <a16:creationId xmlns:a16="http://schemas.microsoft.com/office/drawing/2014/main" id="{5DA1CE14-477C-4137-81D1-32CCFC4896BB}"/>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3" name="Line 1">
              <a:extLst>
                <a:ext uri="{FF2B5EF4-FFF2-40B4-BE49-F238E27FC236}">
                  <a16:creationId xmlns:a16="http://schemas.microsoft.com/office/drawing/2014/main" id="{321D1CEB-7E6E-4BC5-A5F7-C9C3B7465BEE}"/>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24" name="그룹 23">
            <a:extLst>
              <a:ext uri="{FF2B5EF4-FFF2-40B4-BE49-F238E27FC236}">
                <a16:creationId xmlns:a16="http://schemas.microsoft.com/office/drawing/2014/main" id="{B2E204BB-C219-4E58-8720-D4C211479957}"/>
              </a:ext>
            </a:extLst>
          </p:cNvPr>
          <p:cNvGrpSpPr/>
          <p:nvPr/>
        </p:nvGrpSpPr>
        <p:grpSpPr>
          <a:xfrm>
            <a:off x="3901833" y="2832130"/>
            <a:ext cx="492942" cy="406341"/>
            <a:chOff x="3092355" y="3209106"/>
            <a:chExt cx="353706" cy="305192"/>
          </a:xfrm>
        </p:grpSpPr>
        <p:sp>
          <p:nvSpPr>
            <p:cNvPr id="25" name="Border">
              <a:extLst>
                <a:ext uri="{FF2B5EF4-FFF2-40B4-BE49-F238E27FC236}">
                  <a16:creationId xmlns:a16="http://schemas.microsoft.com/office/drawing/2014/main" id="{465E494F-854C-49D7-B4CA-CCD163614858}"/>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6" name="Line 2">
              <a:extLst>
                <a:ext uri="{FF2B5EF4-FFF2-40B4-BE49-F238E27FC236}">
                  <a16:creationId xmlns:a16="http://schemas.microsoft.com/office/drawing/2014/main" id="{7E460E7C-7D30-4BB8-998F-EF7B8B00E5A6}"/>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7" name="Line 1">
              <a:extLst>
                <a:ext uri="{FF2B5EF4-FFF2-40B4-BE49-F238E27FC236}">
                  <a16:creationId xmlns:a16="http://schemas.microsoft.com/office/drawing/2014/main" id="{69DADECC-C8EF-4836-8928-C192639B45A5}"/>
                </a:ext>
              </a:extLst>
            </p:cNvPr>
            <p:cNvSpPr>
              <a:spLocks/>
            </p:cNvSpPr>
            <p:nvPr/>
          </p:nvSpPr>
          <p:spPr bwMode="auto">
            <a:xfrm>
              <a:off x="3092356" y="3209106"/>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5F5F5F"/>
                </a:solidFill>
                <a:latin typeface="Segoe UI" panose="020B0502040204020203" pitchFamily="34" charset="0"/>
                <a:cs typeface="Segoe UI" panose="020B0502040204020203" pitchFamily="34" charset="0"/>
              </a:endParaRPr>
            </a:p>
          </p:txBody>
        </p:sp>
      </p:grpSp>
      <p:sp>
        <p:nvSpPr>
          <p:cNvPr id="29" name="TextBox 28">
            <a:extLst>
              <a:ext uri="{FF2B5EF4-FFF2-40B4-BE49-F238E27FC236}">
                <a16:creationId xmlns:a16="http://schemas.microsoft.com/office/drawing/2014/main" id="{A73C7641-CB44-4810-9125-6BC98B44D5C6}"/>
              </a:ext>
            </a:extLst>
          </p:cNvPr>
          <p:cNvSpPr txBox="1"/>
          <p:nvPr/>
        </p:nvSpPr>
        <p:spPr>
          <a:xfrm>
            <a:off x="4445574" y="291370"/>
            <a:ext cx="3948564" cy="714876"/>
          </a:xfrm>
          <a:prstGeom prst="rect">
            <a:avLst/>
          </a:prstGeom>
          <a:noFill/>
        </p:spPr>
        <p:txBody>
          <a:bodyPr wrap="square">
            <a:spAutoFit/>
          </a:bodyPr>
          <a:lstStyle/>
          <a:p>
            <a:pPr>
              <a:lnSpc>
                <a:spcPct val="150000"/>
              </a:lnSpc>
              <a:defRPr/>
            </a:pPr>
            <a:r>
              <a:rPr lang="ko-KR" altLang="en-US" sz="800" dirty="0">
                <a:solidFill>
                  <a:schemeClr val="tx1">
                    <a:lumMod val="50000"/>
                    <a:lumOff val="50000"/>
                  </a:schemeClr>
                </a:solidFill>
              </a:rPr>
              <a:t>대분류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1200" b="1" dirty="0"/>
              <a:t>상품명</a:t>
            </a:r>
            <a:r>
              <a:rPr lang="en-US" altLang="ko-KR" sz="1200" b="1" dirty="0"/>
              <a:t>23232</a:t>
            </a:r>
          </a:p>
          <a:p>
            <a:pPr>
              <a:lnSpc>
                <a:spcPct val="150000"/>
              </a:lnSpc>
            </a:pPr>
            <a:r>
              <a:rPr lang="ko-KR" altLang="en-US" sz="800" dirty="0"/>
              <a:t>상품코드 </a:t>
            </a:r>
            <a:r>
              <a:rPr lang="en-US" altLang="ko-KR" sz="800" dirty="0"/>
              <a:t>:  a200392            </a:t>
            </a:r>
            <a:r>
              <a:rPr lang="ko-KR" altLang="en-US" sz="800" dirty="0"/>
              <a:t>판매자 </a:t>
            </a:r>
            <a:r>
              <a:rPr lang="en-US" altLang="ko-KR" sz="800" dirty="0"/>
              <a:t>: </a:t>
            </a:r>
            <a:r>
              <a:rPr lang="en-US" altLang="ko-KR" sz="800" dirty="0" err="1"/>
              <a:t>aabbds</a:t>
            </a:r>
            <a:endParaRPr lang="ko-KR" altLang="en-US" sz="800" dirty="0"/>
          </a:p>
        </p:txBody>
      </p:sp>
      <p:sp>
        <p:nvSpPr>
          <p:cNvPr id="30" name="직사각형 29">
            <a:extLst>
              <a:ext uri="{FF2B5EF4-FFF2-40B4-BE49-F238E27FC236}">
                <a16:creationId xmlns:a16="http://schemas.microsoft.com/office/drawing/2014/main" id="{77DF1FAB-C859-4797-AB3F-A040897BDEC1}"/>
              </a:ext>
            </a:extLst>
          </p:cNvPr>
          <p:cNvSpPr/>
          <p:nvPr/>
        </p:nvSpPr>
        <p:spPr>
          <a:xfrm>
            <a:off x="1597922" y="3833615"/>
            <a:ext cx="1215128" cy="281224"/>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상품 판매 조건</a:t>
            </a:r>
            <a:endParaRPr lang="en-US" altLang="ko-KR" sz="800" dirty="0">
              <a:solidFill>
                <a:schemeClr val="bg1"/>
              </a:solidFill>
            </a:endParaRPr>
          </a:p>
        </p:txBody>
      </p:sp>
      <p:sp>
        <p:nvSpPr>
          <p:cNvPr id="31" name="직사각형 30">
            <a:extLst>
              <a:ext uri="{FF2B5EF4-FFF2-40B4-BE49-F238E27FC236}">
                <a16:creationId xmlns:a16="http://schemas.microsoft.com/office/drawing/2014/main" id="{DC92BC64-0E7F-4796-AB2E-42657F67F1FE}"/>
              </a:ext>
            </a:extLst>
          </p:cNvPr>
          <p:cNvSpPr/>
          <p:nvPr/>
        </p:nvSpPr>
        <p:spPr>
          <a:xfrm>
            <a:off x="2813050" y="3833615"/>
            <a:ext cx="1215128" cy="281224"/>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상품 상세 정보</a:t>
            </a:r>
            <a:endParaRPr lang="en-US" altLang="ko-KR" sz="800" dirty="0">
              <a:solidFill>
                <a:schemeClr val="tx1"/>
              </a:solidFill>
            </a:endParaRPr>
          </a:p>
        </p:txBody>
      </p:sp>
      <p:sp>
        <p:nvSpPr>
          <p:cNvPr id="32" name="직사각형 31">
            <a:extLst>
              <a:ext uri="{FF2B5EF4-FFF2-40B4-BE49-F238E27FC236}">
                <a16:creationId xmlns:a16="http://schemas.microsoft.com/office/drawing/2014/main" id="{CA26A72A-B6BD-464A-8B0C-ED8A74874305}"/>
              </a:ext>
            </a:extLst>
          </p:cNvPr>
          <p:cNvSpPr/>
          <p:nvPr/>
        </p:nvSpPr>
        <p:spPr>
          <a:xfrm>
            <a:off x="1597922" y="4114839"/>
            <a:ext cx="6796216" cy="1758950"/>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solidFill>
            </a:endParaRPr>
          </a:p>
          <a:p>
            <a:endParaRPr lang="en-US" altLang="ko-KR" sz="800" dirty="0">
              <a:solidFill>
                <a:schemeClr val="tx1"/>
              </a:solidFill>
            </a:endParaRPr>
          </a:p>
          <a:p>
            <a:endParaRPr lang="en-US" altLang="ko-KR" sz="800" dirty="0">
              <a:solidFill>
                <a:schemeClr val="tx1"/>
              </a:solidFill>
            </a:endParaRPr>
          </a:p>
        </p:txBody>
      </p:sp>
      <p:sp>
        <p:nvSpPr>
          <p:cNvPr id="34" name="직사각형 33">
            <a:extLst>
              <a:ext uri="{FF2B5EF4-FFF2-40B4-BE49-F238E27FC236}">
                <a16:creationId xmlns:a16="http://schemas.microsoft.com/office/drawing/2014/main" id="{8EA3280A-6ED9-417E-9B50-2E721F8548C8}"/>
              </a:ext>
            </a:extLst>
          </p:cNvPr>
          <p:cNvSpPr/>
          <p:nvPr/>
        </p:nvSpPr>
        <p:spPr>
          <a:xfrm>
            <a:off x="4633653" y="6242098"/>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창닫기</a:t>
            </a:r>
            <a:endParaRPr lang="en-US" altLang="ko-KR" sz="800" dirty="0">
              <a:solidFill>
                <a:schemeClr val="bg1"/>
              </a:solidFill>
            </a:endParaRPr>
          </a:p>
        </p:txBody>
      </p:sp>
      <p:grpSp>
        <p:nvGrpSpPr>
          <p:cNvPr id="35" name="Image">
            <a:extLst>
              <a:ext uri="{FF2B5EF4-FFF2-40B4-BE49-F238E27FC236}">
                <a16:creationId xmlns:a16="http://schemas.microsoft.com/office/drawing/2014/main" id="{C325FDE2-E336-455F-8AD6-F55D4541B6C2}"/>
              </a:ext>
            </a:extLst>
          </p:cNvPr>
          <p:cNvGrpSpPr>
            <a:grpSpLocks/>
          </p:cNvGrpSpPr>
          <p:nvPr/>
        </p:nvGrpSpPr>
        <p:grpSpPr bwMode="auto">
          <a:xfrm>
            <a:off x="8167049" y="106405"/>
            <a:ext cx="263570" cy="250457"/>
            <a:chOff x="508000" y="1397000"/>
            <a:chExt cx="1008112" cy="1008112"/>
          </a:xfrm>
        </p:grpSpPr>
        <p:sp>
          <p:nvSpPr>
            <p:cNvPr id="36" name="Border">
              <a:extLst>
                <a:ext uri="{FF2B5EF4-FFF2-40B4-BE49-F238E27FC236}">
                  <a16:creationId xmlns:a16="http://schemas.microsoft.com/office/drawing/2014/main" id="{CC8414EF-3C49-4B76-995F-AC382639DBE2}"/>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7" name="Line 2">
              <a:extLst>
                <a:ext uri="{FF2B5EF4-FFF2-40B4-BE49-F238E27FC236}">
                  <a16:creationId xmlns:a16="http://schemas.microsoft.com/office/drawing/2014/main" id="{5D30E626-DBDA-4C9D-951F-18651626E972}"/>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8" name="Line 1">
              <a:extLst>
                <a:ext uri="{FF2B5EF4-FFF2-40B4-BE49-F238E27FC236}">
                  <a16:creationId xmlns:a16="http://schemas.microsoft.com/office/drawing/2014/main" id="{DBECEE9C-DDB6-4B89-B3E3-9E4218361FA9}"/>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39" name="타원 38">
            <a:extLst>
              <a:ext uri="{FF2B5EF4-FFF2-40B4-BE49-F238E27FC236}">
                <a16:creationId xmlns:a16="http://schemas.microsoft.com/office/drawing/2014/main" id="{59DFB3BA-9785-4797-8B60-62A513459F2B}"/>
              </a:ext>
            </a:extLst>
          </p:cNvPr>
          <p:cNvSpPr/>
          <p:nvPr/>
        </p:nvSpPr>
        <p:spPr>
          <a:xfrm>
            <a:off x="9237200" y="1688847"/>
            <a:ext cx="795800" cy="33880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pic>
        <p:nvPicPr>
          <p:cNvPr id="41" name="그림 40">
            <a:extLst>
              <a:ext uri="{FF2B5EF4-FFF2-40B4-BE49-F238E27FC236}">
                <a16:creationId xmlns:a16="http://schemas.microsoft.com/office/drawing/2014/main" id="{5822F1A4-3EA8-4845-B51B-878831443245}"/>
              </a:ext>
            </a:extLst>
          </p:cNvPr>
          <p:cNvPicPr>
            <a:picLocks noChangeAspect="1"/>
          </p:cNvPicPr>
          <p:nvPr/>
        </p:nvPicPr>
        <p:blipFill>
          <a:blip r:embed="rId2"/>
          <a:stretch>
            <a:fillRect/>
          </a:stretch>
        </p:blipFill>
        <p:spPr>
          <a:xfrm>
            <a:off x="4494064" y="1069746"/>
            <a:ext cx="3946343" cy="1682825"/>
          </a:xfrm>
          <a:prstGeom prst="rect">
            <a:avLst/>
          </a:prstGeom>
        </p:spPr>
      </p:pic>
      <p:cxnSp>
        <p:nvCxnSpPr>
          <p:cNvPr id="40" name="직선 화살표 연결선 39">
            <a:extLst>
              <a:ext uri="{FF2B5EF4-FFF2-40B4-BE49-F238E27FC236}">
                <a16:creationId xmlns:a16="http://schemas.microsoft.com/office/drawing/2014/main" id="{A5FA2C7A-8495-4455-A69E-318CB522F21D}"/>
              </a:ext>
            </a:extLst>
          </p:cNvPr>
          <p:cNvCxnSpPr>
            <a:cxnSpLocks/>
            <a:stCxn id="39" idx="2"/>
          </p:cNvCxnSpPr>
          <p:nvPr/>
        </p:nvCxnSpPr>
        <p:spPr>
          <a:xfrm flipH="1">
            <a:off x="8440407" y="1858249"/>
            <a:ext cx="796793" cy="8651"/>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42" name="표 41">
            <a:extLst>
              <a:ext uri="{FF2B5EF4-FFF2-40B4-BE49-F238E27FC236}">
                <a16:creationId xmlns:a16="http://schemas.microsoft.com/office/drawing/2014/main" id="{3C806CF5-EAB5-432E-A502-B106919B5144}"/>
              </a:ext>
            </a:extLst>
          </p:cNvPr>
          <p:cNvGraphicFramePr>
            <a:graphicFrameLocks noGrp="1"/>
          </p:cNvGraphicFramePr>
          <p:nvPr>
            <p:extLst>
              <p:ext uri="{D42A27DB-BD31-4B8C-83A1-F6EECF244321}">
                <p14:modId xmlns:p14="http://schemas.microsoft.com/office/powerpoint/2010/main" val="2929234347"/>
              </p:ext>
            </p:extLst>
          </p:nvPr>
        </p:nvGraphicFramePr>
        <p:xfrm>
          <a:off x="10171774" y="22159"/>
          <a:ext cx="1979018" cy="157075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RF-02-05-03-1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marL="0" indent="0" algn="l" latinLnBrk="1">
                        <a:buFontTx/>
                        <a:buNone/>
                      </a:pPr>
                      <a:r>
                        <a:rPr lang="ko-KR" altLang="en-US" sz="800" dirty="0"/>
                        <a:t>상품관리 </a:t>
                      </a:r>
                      <a:r>
                        <a:rPr lang="en-US" altLang="ko-KR" sz="800" dirty="0"/>
                        <a:t>&gt; </a:t>
                      </a:r>
                      <a:r>
                        <a:rPr lang="ko-KR" altLang="en-US" sz="800" dirty="0"/>
                        <a:t>공개상품관리</a:t>
                      </a:r>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공개 상품 목록 </a:t>
                      </a:r>
                      <a:r>
                        <a:rPr lang="en-US" altLang="ko-KR" sz="800" dirty="0"/>
                        <a:t>&gt; </a:t>
                      </a:r>
                      <a:r>
                        <a:rPr lang="ko-KR" altLang="en-US" sz="800" dirty="0"/>
                        <a:t>보기</a:t>
                      </a:r>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algn="l" latinLnBrk="1"/>
                      <a:r>
                        <a:rPr lang="ko-KR" altLang="en-US" sz="800" dirty="0"/>
                        <a:t>상품의 상세 정보가 표시되는 화면</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bl>
          </a:graphicData>
        </a:graphic>
      </p:graphicFrame>
      <p:graphicFrame>
        <p:nvGraphicFramePr>
          <p:cNvPr id="43" name="표 43">
            <a:extLst>
              <a:ext uri="{FF2B5EF4-FFF2-40B4-BE49-F238E27FC236}">
                <a16:creationId xmlns:a16="http://schemas.microsoft.com/office/drawing/2014/main" id="{3D9329FE-4031-4878-8490-2FBAD0C5ED61}"/>
              </a:ext>
            </a:extLst>
          </p:cNvPr>
          <p:cNvGraphicFramePr>
            <a:graphicFrameLocks noGrp="1"/>
          </p:cNvGraphicFramePr>
          <p:nvPr>
            <p:extLst>
              <p:ext uri="{D42A27DB-BD31-4B8C-83A1-F6EECF244321}">
                <p14:modId xmlns:p14="http://schemas.microsoft.com/office/powerpoint/2010/main" val="3980158510"/>
              </p:ext>
            </p:extLst>
          </p:nvPr>
        </p:nvGraphicFramePr>
        <p:xfrm>
          <a:off x="1739905" y="4248460"/>
          <a:ext cx="6508744" cy="1280160"/>
        </p:xfrm>
        <a:graphic>
          <a:graphicData uri="http://schemas.openxmlformats.org/drawingml/2006/table">
            <a:tbl>
              <a:tblPr firstRow="1" bandRow="1">
                <a:tableStyleId>{5940675A-B579-460E-94D1-54222C63F5DA}</a:tableStyleId>
              </a:tblPr>
              <a:tblGrid>
                <a:gridCol w="1057666">
                  <a:extLst>
                    <a:ext uri="{9D8B030D-6E8A-4147-A177-3AD203B41FA5}">
                      <a16:colId xmlns:a16="http://schemas.microsoft.com/office/drawing/2014/main" val="1601486229"/>
                    </a:ext>
                  </a:extLst>
                </a:gridCol>
                <a:gridCol w="5451078">
                  <a:extLst>
                    <a:ext uri="{9D8B030D-6E8A-4147-A177-3AD203B41FA5}">
                      <a16:colId xmlns:a16="http://schemas.microsoft.com/office/drawing/2014/main" val="2738608450"/>
                    </a:ext>
                  </a:extLst>
                </a:gridCol>
              </a:tblGrid>
              <a:tr h="0">
                <a:tc>
                  <a:txBody>
                    <a:bodyPr/>
                    <a:lstStyle/>
                    <a:p>
                      <a:pPr latinLnBrk="1"/>
                      <a:r>
                        <a:rPr lang="ko-KR" altLang="en-US" sz="800" dirty="0"/>
                        <a:t>판매형태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ko-KR" altLang="en-US" sz="800" dirty="0"/>
                        <a:t>상품판매</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28173056"/>
                  </a:ext>
                </a:extLst>
              </a:tr>
              <a:tr h="0">
                <a:tc>
                  <a:txBody>
                    <a:bodyPr/>
                    <a:lstStyle/>
                    <a:p>
                      <a:pPr latinLnBrk="1"/>
                      <a:r>
                        <a:rPr lang="ko-KR" altLang="en-US" sz="800" dirty="0"/>
                        <a:t>과세구분</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ko-KR" altLang="en-US" sz="800" dirty="0"/>
                        <a:t>과세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24445166"/>
                  </a:ext>
                </a:extLst>
              </a:tr>
              <a:tr h="0">
                <a:tc>
                  <a:txBody>
                    <a:bodyPr/>
                    <a:lstStyle/>
                    <a:p>
                      <a:pPr latinLnBrk="1"/>
                      <a:r>
                        <a:rPr lang="ko-KR" altLang="en-US" sz="800" dirty="0"/>
                        <a:t>판매가격</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800" dirty="0"/>
                        <a:t>13,000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80007532"/>
                  </a:ext>
                </a:extLst>
              </a:tr>
              <a:tr h="0">
                <a:tc>
                  <a:txBody>
                    <a:bodyPr/>
                    <a:lstStyle/>
                    <a:p>
                      <a:pPr latinLnBrk="1"/>
                      <a:r>
                        <a:rPr lang="ko-KR" altLang="en-US" sz="800" dirty="0">
                          <a:solidFill>
                            <a:schemeClr val="tx1"/>
                          </a:solidFill>
                        </a:rPr>
                        <a:t>판매이익금</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800" dirty="0"/>
                        <a:t>1,500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405328786"/>
                  </a:ext>
                </a:extLst>
              </a:tr>
              <a:tr h="0">
                <a:tc>
                  <a:txBody>
                    <a:bodyPr/>
                    <a:lstStyle/>
                    <a:p>
                      <a:pPr latinLnBrk="1"/>
                      <a:r>
                        <a:rPr lang="ko-KR" altLang="en-US" sz="800" dirty="0"/>
                        <a:t>재고</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800" dirty="0"/>
                        <a:t>3,223 </a:t>
                      </a:r>
                      <a:r>
                        <a:rPr lang="ko-KR" altLang="en-US" sz="800" dirty="0"/>
                        <a:t>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73779174"/>
                  </a:ext>
                </a:extLst>
              </a:tr>
              <a:tr h="0">
                <a:tc>
                  <a:txBody>
                    <a:bodyPr/>
                    <a:lstStyle/>
                    <a:p>
                      <a:pPr latinLnBrk="1"/>
                      <a:r>
                        <a:rPr lang="ko-KR" altLang="en-US" sz="800" dirty="0"/>
                        <a:t>구매제한수량</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800" dirty="0"/>
                        <a:t>1</a:t>
                      </a:r>
                      <a:r>
                        <a:rPr lang="ko-KR" altLang="en-US" sz="800" dirty="0"/>
                        <a:t>회 구매에 </a:t>
                      </a:r>
                      <a:r>
                        <a:rPr lang="en-US" altLang="ko-KR" sz="800" dirty="0"/>
                        <a:t>100 </a:t>
                      </a:r>
                      <a:r>
                        <a:rPr lang="ko-KR" altLang="en-US" sz="800" dirty="0"/>
                        <a:t>개까지 구매가능</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991333764"/>
                  </a:ext>
                </a:extLst>
              </a:tr>
            </a:tbl>
          </a:graphicData>
        </a:graphic>
      </p:graphicFrame>
    </p:spTree>
    <p:extLst>
      <p:ext uri="{BB962C8B-B14F-4D97-AF65-F5344CB8AC3E}">
        <p14:creationId xmlns:p14="http://schemas.microsoft.com/office/powerpoint/2010/main" val="2540261319"/>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9E2B4798-70F2-4BEF-88E8-23B7E051C30D}"/>
              </a:ext>
            </a:extLst>
          </p:cNvPr>
          <p:cNvSpPr/>
          <p:nvPr/>
        </p:nvSpPr>
        <p:spPr>
          <a:xfrm>
            <a:off x="-686266" y="3062870"/>
            <a:ext cx="10523269" cy="2020921"/>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3" name="직사각형 2">
            <a:extLst>
              <a:ext uri="{FF2B5EF4-FFF2-40B4-BE49-F238E27FC236}">
                <a16:creationId xmlns:a16="http://schemas.microsoft.com/office/drawing/2014/main" id="{FA009140-B80F-4C6F-BA8A-AFC1DB4A5821}"/>
              </a:ext>
            </a:extLst>
          </p:cNvPr>
          <p:cNvSpPr/>
          <p:nvPr/>
        </p:nvSpPr>
        <p:spPr>
          <a:xfrm>
            <a:off x="865860" y="3431082"/>
            <a:ext cx="693212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 name="직사각형 3">
            <a:extLst>
              <a:ext uri="{FF2B5EF4-FFF2-40B4-BE49-F238E27FC236}">
                <a16:creationId xmlns:a16="http://schemas.microsoft.com/office/drawing/2014/main" id="{A2E82C7E-687E-4ABD-BD12-B9E75DC88EAD}"/>
              </a:ext>
            </a:extLst>
          </p:cNvPr>
          <p:cNvSpPr/>
          <p:nvPr/>
        </p:nvSpPr>
        <p:spPr>
          <a:xfrm>
            <a:off x="8789980" y="3428310"/>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r>
              <a:rPr lang="ko-KR" altLang="en-US" sz="800" dirty="0">
                <a:solidFill>
                  <a:schemeClr val="bg1"/>
                </a:solidFill>
                <a:latin typeface="맑은 고딕" panose="020B0503020000020004" pitchFamily="50" charset="-127"/>
                <a:ea typeface="맑은 고딕" panose="020B0503020000020004" pitchFamily="50" charset="-127"/>
              </a:rPr>
              <a:t>▼</a:t>
            </a:r>
            <a:endParaRPr lang="en-US" altLang="ko-KR" sz="800" dirty="0">
              <a:solidFill>
                <a:schemeClr val="bg1"/>
              </a:solidFill>
            </a:endParaRPr>
          </a:p>
        </p:txBody>
      </p:sp>
      <p:sp>
        <p:nvSpPr>
          <p:cNvPr id="5" name="직사각형 4">
            <a:extLst>
              <a:ext uri="{FF2B5EF4-FFF2-40B4-BE49-F238E27FC236}">
                <a16:creationId xmlns:a16="http://schemas.microsoft.com/office/drawing/2014/main" id="{F1F25694-18C2-4E7E-B14D-DBA338890C32}"/>
              </a:ext>
            </a:extLst>
          </p:cNvPr>
          <p:cNvSpPr/>
          <p:nvPr/>
        </p:nvSpPr>
        <p:spPr>
          <a:xfrm>
            <a:off x="865250" y="3650510"/>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6" name="직사각형 5">
            <a:extLst>
              <a:ext uri="{FF2B5EF4-FFF2-40B4-BE49-F238E27FC236}">
                <a16:creationId xmlns:a16="http://schemas.microsoft.com/office/drawing/2014/main" id="{6A83F045-7062-4FFA-8E28-AE20957D5B4A}"/>
              </a:ext>
            </a:extLst>
          </p:cNvPr>
          <p:cNvSpPr/>
          <p:nvPr/>
        </p:nvSpPr>
        <p:spPr>
          <a:xfrm>
            <a:off x="1694557" y="3650510"/>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graphicFrame>
        <p:nvGraphicFramePr>
          <p:cNvPr id="7" name="표 63">
            <a:extLst>
              <a:ext uri="{FF2B5EF4-FFF2-40B4-BE49-F238E27FC236}">
                <a16:creationId xmlns:a16="http://schemas.microsoft.com/office/drawing/2014/main" id="{4CD1B39E-ACE3-4619-A577-222597112D84}"/>
              </a:ext>
            </a:extLst>
          </p:cNvPr>
          <p:cNvGraphicFramePr>
            <a:graphicFrameLocks noGrp="1"/>
          </p:cNvGraphicFramePr>
          <p:nvPr>
            <p:extLst>
              <p:ext uri="{D42A27DB-BD31-4B8C-83A1-F6EECF244321}">
                <p14:modId xmlns:p14="http://schemas.microsoft.com/office/powerpoint/2010/main" val="11075423"/>
              </p:ext>
            </p:extLst>
          </p:nvPr>
        </p:nvGraphicFramePr>
        <p:xfrm>
          <a:off x="-375297" y="3408130"/>
          <a:ext cx="9936421" cy="1143000"/>
        </p:xfrm>
        <a:graphic>
          <a:graphicData uri="http://schemas.openxmlformats.org/drawingml/2006/table">
            <a:tbl>
              <a:tblPr firstRow="1" bandRow="1">
                <a:tableStyleId>{5940675A-B579-460E-94D1-54222C63F5DA}</a:tableStyleId>
              </a:tblPr>
              <a:tblGrid>
                <a:gridCol w="1101924">
                  <a:extLst>
                    <a:ext uri="{9D8B030D-6E8A-4147-A177-3AD203B41FA5}">
                      <a16:colId xmlns:a16="http://schemas.microsoft.com/office/drawing/2014/main" val="3701388552"/>
                    </a:ext>
                  </a:extLst>
                </a:gridCol>
                <a:gridCol w="3857898">
                  <a:extLst>
                    <a:ext uri="{9D8B030D-6E8A-4147-A177-3AD203B41FA5}">
                      <a16:colId xmlns:a16="http://schemas.microsoft.com/office/drawing/2014/main" val="339215266"/>
                    </a:ext>
                  </a:extLst>
                </a:gridCol>
                <a:gridCol w="1254034">
                  <a:extLst>
                    <a:ext uri="{9D8B030D-6E8A-4147-A177-3AD203B41FA5}">
                      <a16:colId xmlns:a16="http://schemas.microsoft.com/office/drawing/2014/main" val="246205619"/>
                    </a:ext>
                  </a:extLst>
                </a:gridCol>
                <a:gridCol w="3722565">
                  <a:extLst>
                    <a:ext uri="{9D8B030D-6E8A-4147-A177-3AD203B41FA5}">
                      <a16:colId xmlns:a16="http://schemas.microsoft.com/office/drawing/2014/main" val="852871710"/>
                    </a:ext>
                  </a:extLst>
                </a:gridCol>
              </a:tblGrid>
              <a:tr h="0">
                <a:tc>
                  <a:txBody>
                    <a:bodyPr/>
                    <a:lstStyle/>
                    <a:p>
                      <a:pPr latinLnBrk="1"/>
                      <a:r>
                        <a:rPr lang="ko-KR" altLang="en-US" sz="900" dirty="0"/>
                        <a:t>상품명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a:txBody>
                    <a:bodyPr/>
                    <a:lstStyle/>
                    <a:p>
                      <a:pPr latinLnBrk="1"/>
                      <a:r>
                        <a:rPr lang="ko-KR" altLang="en-US" sz="900" dirty="0"/>
                        <a:t>상품분류</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944867"/>
                  </a:ext>
                </a:extLst>
              </a:tr>
              <a:tr h="0">
                <a:tc>
                  <a:txBody>
                    <a:bodyPr/>
                    <a:lstStyle/>
                    <a:p>
                      <a:pPr latinLnBrk="1"/>
                      <a:r>
                        <a:rPr lang="ko-KR" altLang="en-US" sz="900" dirty="0"/>
                        <a:t>판매요청</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r>
                        <a:rPr lang="en-US" altLang="ko-KR" sz="800" dirty="0"/>
                        <a:t> </a:t>
                      </a:r>
                      <a:r>
                        <a:rPr lang="ko-KR" altLang="en-US" sz="800" dirty="0"/>
                        <a:t>□ 판매요청     □ </a:t>
                      </a:r>
                      <a:r>
                        <a:rPr lang="ko-KR" altLang="en-US" sz="800" dirty="0" err="1"/>
                        <a:t>판매요청중</a:t>
                      </a:r>
                      <a:r>
                        <a:rPr lang="ko-KR" altLang="en-US" sz="800" dirty="0"/>
                        <a:t>      □ 판매허용     □  요청거부</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0059607"/>
                  </a:ext>
                </a:extLst>
              </a:tr>
              <a:tr h="0">
                <a:tc>
                  <a:txBody>
                    <a:bodyPr/>
                    <a:lstStyle/>
                    <a:p>
                      <a:pPr latinLnBrk="1"/>
                      <a:r>
                        <a:rPr lang="ko-KR" altLang="en-US" sz="900" dirty="0"/>
                        <a:t>판매자</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판매가격 범위</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r>
                        <a:rPr lang="en-US" altLang="ko-KR" sz="800" dirty="0"/>
                        <a:t>                           </a:t>
                      </a:r>
                      <a:r>
                        <a:rPr lang="ko-KR" altLang="en-US" sz="800" dirty="0"/>
                        <a:t>원  </a:t>
                      </a:r>
                      <a:r>
                        <a:rPr lang="en-US" altLang="ko-KR" sz="800" dirty="0"/>
                        <a:t>~                               </a:t>
                      </a:r>
                      <a:r>
                        <a:rPr lang="ko-KR" altLang="en-US" sz="800" dirty="0"/>
                        <a:t>원</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52891665"/>
                  </a:ext>
                </a:extLst>
              </a:tr>
              <a:tr h="0">
                <a:tc gridSpan="4">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88622143"/>
                  </a:ext>
                </a:extLst>
              </a:tr>
            </a:tbl>
          </a:graphicData>
        </a:graphic>
      </p:graphicFrame>
      <p:sp>
        <p:nvSpPr>
          <p:cNvPr id="8" name="직사각형 7">
            <a:extLst>
              <a:ext uri="{FF2B5EF4-FFF2-40B4-BE49-F238E27FC236}">
                <a16:creationId xmlns:a16="http://schemas.microsoft.com/office/drawing/2014/main" id="{D81DC255-C17A-4580-859A-2FFEF341169E}"/>
              </a:ext>
            </a:extLst>
          </p:cNvPr>
          <p:cNvSpPr/>
          <p:nvPr/>
        </p:nvSpPr>
        <p:spPr>
          <a:xfrm>
            <a:off x="8789979" y="4336786"/>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9" name="직사각형 8">
            <a:extLst>
              <a:ext uri="{FF2B5EF4-FFF2-40B4-BE49-F238E27FC236}">
                <a16:creationId xmlns:a16="http://schemas.microsoft.com/office/drawing/2014/main" id="{5C904E31-7A96-4CAE-B001-696019311DD9}"/>
              </a:ext>
            </a:extLst>
          </p:cNvPr>
          <p:cNvSpPr/>
          <p:nvPr/>
        </p:nvSpPr>
        <p:spPr>
          <a:xfrm>
            <a:off x="2523864" y="3644574"/>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세분류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10" name="직사각형 9">
            <a:extLst>
              <a:ext uri="{FF2B5EF4-FFF2-40B4-BE49-F238E27FC236}">
                <a16:creationId xmlns:a16="http://schemas.microsoft.com/office/drawing/2014/main" id="{700E9601-EACE-4C50-B7F6-BE6A655F5F67}"/>
              </a:ext>
            </a:extLst>
          </p:cNvPr>
          <p:cNvSpPr/>
          <p:nvPr/>
        </p:nvSpPr>
        <p:spPr>
          <a:xfrm>
            <a:off x="865860" y="4125804"/>
            <a:ext cx="3583310"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11" name="직사각형 10">
            <a:extLst>
              <a:ext uri="{FF2B5EF4-FFF2-40B4-BE49-F238E27FC236}">
                <a16:creationId xmlns:a16="http://schemas.microsoft.com/office/drawing/2014/main" id="{7188DDF0-9E86-4F8C-B7F6-761F8D211223}"/>
              </a:ext>
            </a:extLst>
          </p:cNvPr>
          <p:cNvSpPr/>
          <p:nvPr/>
        </p:nvSpPr>
        <p:spPr>
          <a:xfrm>
            <a:off x="5870040" y="4125804"/>
            <a:ext cx="98113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bg1">
                    <a:lumMod val="65000"/>
                  </a:schemeClr>
                </a:solidFill>
              </a:rPr>
              <a:t>10000</a:t>
            </a:r>
          </a:p>
        </p:txBody>
      </p:sp>
      <p:sp>
        <p:nvSpPr>
          <p:cNvPr id="12" name="직사각형 11">
            <a:extLst>
              <a:ext uri="{FF2B5EF4-FFF2-40B4-BE49-F238E27FC236}">
                <a16:creationId xmlns:a16="http://schemas.microsoft.com/office/drawing/2014/main" id="{55FEFE9B-B57D-42FF-8416-8F61B5C89829}"/>
              </a:ext>
            </a:extLst>
          </p:cNvPr>
          <p:cNvSpPr/>
          <p:nvPr/>
        </p:nvSpPr>
        <p:spPr>
          <a:xfrm>
            <a:off x="7225014" y="4125804"/>
            <a:ext cx="98113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bg1">
                    <a:lumMod val="65000"/>
                  </a:schemeClr>
                </a:solidFill>
              </a:rPr>
              <a:t>50000</a:t>
            </a:r>
          </a:p>
        </p:txBody>
      </p:sp>
      <p:sp>
        <p:nvSpPr>
          <p:cNvPr id="13" name="타원 12">
            <a:extLst>
              <a:ext uri="{FF2B5EF4-FFF2-40B4-BE49-F238E27FC236}">
                <a16:creationId xmlns:a16="http://schemas.microsoft.com/office/drawing/2014/main" id="{1F7A9C42-CBCD-4FB8-BA7C-77C3A98907AB}"/>
              </a:ext>
            </a:extLst>
          </p:cNvPr>
          <p:cNvSpPr/>
          <p:nvPr/>
        </p:nvSpPr>
        <p:spPr>
          <a:xfrm>
            <a:off x="9132114" y="458852"/>
            <a:ext cx="1002412" cy="397681"/>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 name="직선 화살표 연결선 13">
            <a:extLst>
              <a:ext uri="{FF2B5EF4-FFF2-40B4-BE49-F238E27FC236}">
                <a16:creationId xmlns:a16="http://schemas.microsoft.com/office/drawing/2014/main" id="{3D6524A8-A13E-4855-A5AB-847363E24A04}"/>
              </a:ext>
            </a:extLst>
          </p:cNvPr>
          <p:cNvCxnSpPr>
            <a:cxnSpLocks/>
            <a:stCxn id="13" idx="4"/>
          </p:cNvCxnSpPr>
          <p:nvPr/>
        </p:nvCxnSpPr>
        <p:spPr>
          <a:xfrm>
            <a:off x="9633320" y="856533"/>
            <a:ext cx="0" cy="2337043"/>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BCB5DC85-DD5B-460A-A4B3-C4E0BC4D3B29}"/>
              </a:ext>
            </a:extLst>
          </p:cNvPr>
          <p:cNvSpPr txBox="1"/>
          <p:nvPr/>
        </p:nvSpPr>
        <p:spPr>
          <a:xfrm>
            <a:off x="3568819" y="1305541"/>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16" name="TextBox 15">
            <a:extLst>
              <a:ext uri="{FF2B5EF4-FFF2-40B4-BE49-F238E27FC236}">
                <a16:creationId xmlns:a16="http://schemas.microsoft.com/office/drawing/2014/main" id="{A94A2554-C2E4-452D-95CF-6CAA3D134EBA}"/>
              </a:ext>
            </a:extLst>
          </p:cNvPr>
          <p:cNvSpPr txBox="1"/>
          <p:nvPr/>
        </p:nvSpPr>
        <p:spPr>
          <a:xfrm>
            <a:off x="4605851" y="1305541"/>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17" name="TextBox 16">
            <a:extLst>
              <a:ext uri="{FF2B5EF4-FFF2-40B4-BE49-F238E27FC236}">
                <a16:creationId xmlns:a16="http://schemas.microsoft.com/office/drawing/2014/main" id="{6E5A2EDF-6A2B-4813-BBE8-E6D5D875B74A}"/>
              </a:ext>
            </a:extLst>
          </p:cNvPr>
          <p:cNvSpPr txBox="1"/>
          <p:nvPr/>
        </p:nvSpPr>
        <p:spPr>
          <a:xfrm>
            <a:off x="6540187" y="1305541"/>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18" name="TextBox 17">
            <a:extLst>
              <a:ext uri="{FF2B5EF4-FFF2-40B4-BE49-F238E27FC236}">
                <a16:creationId xmlns:a16="http://schemas.microsoft.com/office/drawing/2014/main" id="{AFD9BEBF-6459-44C3-ABAB-8D626C4D4745}"/>
              </a:ext>
            </a:extLst>
          </p:cNvPr>
          <p:cNvSpPr txBox="1"/>
          <p:nvPr/>
        </p:nvSpPr>
        <p:spPr>
          <a:xfrm>
            <a:off x="8629822" y="1305541"/>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
        <p:nvSpPr>
          <p:cNvPr id="19" name="TextBox 18">
            <a:extLst>
              <a:ext uri="{FF2B5EF4-FFF2-40B4-BE49-F238E27FC236}">
                <a16:creationId xmlns:a16="http://schemas.microsoft.com/office/drawing/2014/main" id="{44A9FC31-20FE-4E49-9FC2-858C1F6C6C82}"/>
              </a:ext>
            </a:extLst>
          </p:cNvPr>
          <p:cNvSpPr txBox="1"/>
          <p:nvPr/>
        </p:nvSpPr>
        <p:spPr>
          <a:xfrm>
            <a:off x="9853847" y="1597458"/>
            <a:ext cx="251992" cy="230832"/>
          </a:xfrm>
          <a:prstGeom prst="rect">
            <a:avLst/>
          </a:prstGeom>
          <a:solidFill>
            <a:srgbClr val="FF0000"/>
          </a:solidFill>
        </p:spPr>
        <p:txBody>
          <a:bodyPr wrap="none" rtlCol="0">
            <a:spAutoFit/>
          </a:bodyPr>
          <a:lstStyle/>
          <a:p>
            <a:r>
              <a:rPr lang="en-US" altLang="ko-KR" sz="900" b="1" dirty="0">
                <a:solidFill>
                  <a:schemeClr val="bg1"/>
                </a:solidFill>
              </a:rPr>
              <a:t>5</a:t>
            </a:r>
            <a:endParaRPr lang="ko-KR" altLang="en-US" sz="900" b="1" dirty="0">
              <a:solidFill>
                <a:schemeClr val="bg1"/>
              </a:solidFill>
            </a:endParaRPr>
          </a:p>
        </p:txBody>
      </p:sp>
      <p:graphicFrame>
        <p:nvGraphicFramePr>
          <p:cNvPr id="20" name="표 19">
            <a:extLst>
              <a:ext uri="{FF2B5EF4-FFF2-40B4-BE49-F238E27FC236}">
                <a16:creationId xmlns:a16="http://schemas.microsoft.com/office/drawing/2014/main" id="{9E5F77A2-21CB-4397-B878-976E5663C9D5}"/>
              </a:ext>
            </a:extLst>
          </p:cNvPr>
          <p:cNvGraphicFramePr>
            <a:graphicFrameLocks noGrp="1"/>
          </p:cNvGraphicFramePr>
          <p:nvPr>
            <p:extLst>
              <p:ext uri="{D42A27DB-BD31-4B8C-83A1-F6EECF244321}">
                <p14:modId xmlns:p14="http://schemas.microsoft.com/office/powerpoint/2010/main" val="833073918"/>
              </p:ext>
            </p:extLst>
          </p:nvPr>
        </p:nvGraphicFramePr>
        <p:xfrm>
          <a:off x="10171774" y="22159"/>
          <a:ext cx="1979018" cy="346051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RF-02-05-04</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상품관리 </a:t>
                      </a:r>
                      <a:r>
                        <a:rPr lang="en-US" altLang="ko-KR" sz="800" dirty="0"/>
                        <a:t>&gt; </a:t>
                      </a:r>
                      <a:r>
                        <a:rPr lang="ko-KR" altLang="en-US" sz="800" dirty="0"/>
                        <a:t>제휴 상품관리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제휴 상품</a:t>
                      </a:r>
                      <a:r>
                        <a:rPr lang="ko-KR" altLang="en-US" sz="800" baseline="0" dirty="0"/>
                        <a:t> 목록</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a:t>다른 회원이 제휴한 상품을 판매 요청 승인을 받은 후 내 </a:t>
                      </a:r>
                      <a:r>
                        <a:rPr lang="en-US" altLang="ko-KR" sz="800" dirty="0"/>
                        <a:t>Shop </a:t>
                      </a:r>
                      <a:r>
                        <a:rPr lang="ko-KR" altLang="en-US" sz="800" dirty="0"/>
                        <a:t>채널로 추가한 경우 표시되는 상품 목록</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상품을 제휴한 판매자 아이디</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제휴한 상품의 재고현황 표시</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제휴한 상품을 대행 판매할 수 있는 금액 표시</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상품이 추가 되어 있는 내 </a:t>
                      </a:r>
                      <a:r>
                        <a:rPr lang="en-US" altLang="ko-KR" sz="800" b="0" dirty="0">
                          <a:solidFill>
                            <a:schemeClr val="tx1"/>
                          </a:solidFill>
                        </a:rPr>
                        <a:t>Shop </a:t>
                      </a:r>
                      <a:r>
                        <a:rPr lang="ko-KR" altLang="en-US" sz="800" b="0" dirty="0">
                          <a:solidFill>
                            <a:schemeClr val="tx1"/>
                          </a:solidFill>
                        </a:rPr>
                        <a:t>채널의 정보 표시</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82562567"/>
                  </a:ext>
                </a:extLst>
              </a:tr>
              <a:tr h="140746">
                <a:tc>
                  <a:txBody>
                    <a:bodyPr/>
                    <a:lstStyle/>
                    <a:p>
                      <a:pPr algn="ctr" latinLnBrk="1"/>
                      <a:r>
                        <a:rPr lang="en-US" altLang="ko-KR" sz="800" dirty="0"/>
                        <a:t>5</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제휴 상품 상세 화면 생성</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RF-02-05-05</a:t>
                      </a:r>
                      <a:r>
                        <a:rPr lang="en-US" altLang="ko-KR" sz="800" b="0" baseline="0" dirty="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906745450"/>
                  </a:ext>
                </a:extLst>
              </a:tr>
              <a:tr h="140746">
                <a:tc>
                  <a:txBody>
                    <a:bodyPr/>
                    <a:lstStyle/>
                    <a:p>
                      <a:pPr algn="ctr" latinLnBrk="1"/>
                      <a:r>
                        <a:rPr lang="en-US" altLang="ko-KR" sz="800" dirty="0"/>
                        <a:t>6</a:t>
                      </a:r>
                      <a:endParaRPr lang="ko-KR" altLang="en-US" sz="800" dirty="0"/>
                    </a:p>
                  </a:txBody>
                  <a:tcPr anchor="ctr">
                    <a:solidFill>
                      <a:schemeClr val="bg1">
                        <a:lumMod val="85000"/>
                      </a:schemeClr>
                    </a:solidFill>
                  </a:tcPr>
                </a:tc>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a:t>버튼 클릭 시 상세 검색 영역이 표시된다</a:t>
                      </a:r>
                      <a:r>
                        <a:rPr lang="en-US" altLang="ko-KR" sz="80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973318710"/>
                  </a:ext>
                </a:extLst>
              </a:tr>
            </a:tbl>
          </a:graphicData>
        </a:graphic>
      </p:graphicFrame>
      <p:sp>
        <p:nvSpPr>
          <p:cNvPr id="21" name="TextBox 20">
            <a:extLst>
              <a:ext uri="{FF2B5EF4-FFF2-40B4-BE49-F238E27FC236}">
                <a16:creationId xmlns:a16="http://schemas.microsoft.com/office/drawing/2014/main" id="{44A9FC31-20FE-4E49-9FC2-858C1F6C6C82}"/>
              </a:ext>
            </a:extLst>
          </p:cNvPr>
          <p:cNvSpPr txBox="1"/>
          <p:nvPr/>
        </p:nvSpPr>
        <p:spPr>
          <a:xfrm>
            <a:off x="9757927" y="657692"/>
            <a:ext cx="251992" cy="230832"/>
          </a:xfrm>
          <a:prstGeom prst="rect">
            <a:avLst/>
          </a:prstGeom>
          <a:solidFill>
            <a:srgbClr val="FF0000"/>
          </a:solidFill>
        </p:spPr>
        <p:txBody>
          <a:bodyPr wrap="none" rtlCol="0">
            <a:spAutoFit/>
          </a:bodyPr>
          <a:lstStyle/>
          <a:p>
            <a:r>
              <a:rPr lang="en-US" altLang="ko-KR" sz="900" b="1" dirty="0">
                <a:solidFill>
                  <a:schemeClr val="bg1"/>
                </a:solidFill>
              </a:rPr>
              <a:t>6</a:t>
            </a:r>
            <a:endParaRPr lang="ko-KR" altLang="en-US" sz="900" b="1" dirty="0">
              <a:solidFill>
                <a:schemeClr val="bg1"/>
              </a:solidFill>
            </a:endParaRPr>
          </a:p>
        </p:txBody>
      </p:sp>
    </p:spTree>
    <p:extLst>
      <p:ext uri="{BB962C8B-B14F-4D97-AF65-F5344CB8AC3E}">
        <p14:creationId xmlns:p14="http://schemas.microsoft.com/office/powerpoint/2010/main" val="1489138226"/>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직사각형 22">
            <a:extLst>
              <a:ext uri="{FF2B5EF4-FFF2-40B4-BE49-F238E27FC236}">
                <a16:creationId xmlns:a16="http://schemas.microsoft.com/office/drawing/2014/main" id="{09263427-BB21-4B4D-9FF1-1D589F3BC73F}"/>
              </a:ext>
            </a:extLst>
          </p:cNvPr>
          <p:cNvSpPr/>
          <p:nvPr/>
        </p:nvSpPr>
        <p:spPr>
          <a:xfrm>
            <a:off x="813265" y="21828"/>
            <a:ext cx="7328848" cy="6747311"/>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24" name="그룹 23">
            <a:extLst>
              <a:ext uri="{FF2B5EF4-FFF2-40B4-BE49-F238E27FC236}">
                <a16:creationId xmlns:a16="http://schemas.microsoft.com/office/drawing/2014/main" id="{F006B7AC-B407-4559-B23A-2C6E5865A716}"/>
              </a:ext>
            </a:extLst>
          </p:cNvPr>
          <p:cNvGrpSpPr/>
          <p:nvPr/>
        </p:nvGrpSpPr>
        <p:grpSpPr>
          <a:xfrm>
            <a:off x="1202133" y="356862"/>
            <a:ext cx="2798648" cy="2361452"/>
            <a:chOff x="2843808" y="1955121"/>
            <a:chExt cx="1674813" cy="596970"/>
          </a:xfrm>
          <a:solidFill>
            <a:schemeClr val="bg1">
              <a:lumMod val="95000"/>
            </a:schemeClr>
          </a:solidFill>
        </p:grpSpPr>
        <p:sp>
          <p:nvSpPr>
            <p:cNvPr id="25" name="Border">
              <a:extLst>
                <a:ext uri="{FF2B5EF4-FFF2-40B4-BE49-F238E27FC236}">
                  <a16:creationId xmlns:a16="http://schemas.microsoft.com/office/drawing/2014/main" id="{E50C7647-6A5D-4AE1-AD47-9B0B6E4EB57B}"/>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6" name="Line 2">
              <a:extLst>
                <a:ext uri="{FF2B5EF4-FFF2-40B4-BE49-F238E27FC236}">
                  <a16:creationId xmlns:a16="http://schemas.microsoft.com/office/drawing/2014/main" id="{6378BABC-618A-4E63-9802-8258A53E38FF}"/>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7" name="Line 1">
              <a:extLst>
                <a:ext uri="{FF2B5EF4-FFF2-40B4-BE49-F238E27FC236}">
                  <a16:creationId xmlns:a16="http://schemas.microsoft.com/office/drawing/2014/main" id="{83507C92-9EF7-45C7-B803-5FF60B8FA0B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8" name="TextBox 27">
              <a:extLst>
                <a:ext uri="{FF2B5EF4-FFF2-40B4-BE49-F238E27FC236}">
                  <a16:creationId xmlns:a16="http://schemas.microsoft.com/office/drawing/2014/main" id="{F04EE239-24CB-41EB-BB4B-119EC427CB41}"/>
                </a:ext>
              </a:extLst>
            </p:cNvPr>
            <p:cNvSpPr txBox="1"/>
            <p:nvPr/>
          </p:nvSpPr>
          <p:spPr>
            <a:xfrm>
              <a:off x="3381983" y="2215369"/>
              <a:ext cx="598462" cy="76475"/>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Contents</a:t>
              </a:r>
              <a:endParaRPr lang="ko-KR" altLang="en-US" sz="900" dirty="0">
                <a:solidFill>
                  <a:schemeClr val="tx1">
                    <a:lumMod val="50000"/>
                    <a:lumOff val="50000"/>
                  </a:schemeClr>
                </a:solidFill>
              </a:endParaRPr>
            </a:p>
          </p:txBody>
        </p:sp>
      </p:grpSp>
      <p:grpSp>
        <p:nvGrpSpPr>
          <p:cNvPr id="29" name="그룹 28">
            <a:extLst>
              <a:ext uri="{FF2B5EF4-FFF2-40B4-BE49-F238E27FC236}">
                <a16:creationId xmlns:a16="http://schemas.microsoft.com/office/drawing/2014/main" id="{B940A6CE-CECA-4F95-92B5-37C06FC6D613}"/>
              </a:ext>
            </a:extLst>
          </p:cNvPr>
          <p:cNvGrpSpPr/>
          <p:nvPr/>
        </p:nvGrpSpPr>
        <p:grpSpPr>
          <a:xfrm>
            <a:off x="1189444" y="2832134"/>
            <a:ext cx="492940" cy="406337"/>
            <a:chOff x="3092355" y="3209109"/>
            <a:chExt cx="353705" cy="305189"/>
          </a:xfrm>
        </p:grpSpPr>
        <p:sp>
          <p:nvSpPr>
            <p:cNvPr id="30" name="Border">
              <a:extLst>
                <a:ext uri="{FF2B5EF4-FFF2-40B4-BE49-F238E27FC236}">
                  <a16:creationId xmlns:a16="http://schemas.microsoft.com/office/drawing/2014/main" id="{82201DAB-1D73-4345-956C-F50EB5ED340A}"/>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1" name="Line 2">
              <a:extLst>
                <a:ext uri="{FF2B5EF4-FFF2-40B4-BE49-F238E27FC236}">
                  <a16:creationId xmlns:a16="http://schemas.microsoft.com/office/drawing/2014/main" id="{AA5D6014-6F65-4B45-9AED-1E58C13FBAE4}"/>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2" name="Line 1">
              <a:extLst>
                <a:ext uri="{FF2B5EF4-FFF2-40B4-BE49-F238E27FC236}">
                  <a16:creationId xmlns:a16="http://schemas.microsoft.com/office/drawing/2014/main" id="{D5809981-6B03-4525-9445-36D6953FD8FB}"/>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33" name="그룹 32">
            <a:extLst>
              <a:ext uri="{FF2B5EF4-FFF2-40B4-BE49-F238E27FC236}">
                <a16:creationId xmlns:a16="http://schemas.microsoft.com/office/drawing/2014/main" id="{5763C7C0-E125-4EC9-9699-AE07B96DFC48}"/>
              </a:ext>
            </a:extLst>
          </p:cNvPr>
          <p:cNvGrpSpPr/>
          <p:nvPr/>
        </p:nvGrpSpPr>
        <p:grpSpPr>
          <a:xfrm>
            <a:off x="1768594" y="2832130"/>
            <a:ext cx="492940" cy="406337"/>
            <a:chOff x="3092355" y="3209109"/>
            <a:chExt cx="353705" cy="305189"/>
          </a:xfrm>
        </p:grpSpPr>
        <p:sp>
          <p:nvSpPr>
            <p:cNvPr id="34" name="Border">
              <a:extLst>
                <a:ext uri="{FF2B5EF4-FFF2-40B4-BE49-F238E27FC236}">
                  <a16:creationId xmlns:a16="http://schemas.microsoft.com/office/drawing/2014/main" id="{8C0F248D-7FA8-4747-B976-C5274539B1E9}"/>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5" name="Line 2">
              <a:extLst>
                <a:ext uri="{FF2B5EF4-FFF2-40B4-BE49-F238E27FC236}">
                  <a16:creationId xmlns:a16="http://schemas.microsoft.com/office/drawing/2014/main" id="{0C29AD05-14A3-4F81-9FFB-6A38BA56308D}"/>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6" name="Line 1">
              <a:extLst>
                <a:ext uri="{FF2B5EF4-FFF2-40B4-BE49-F238E27FC236}">
                  <a16:creationId xmlns:a16="http://schemas.microsoft.com/office/drawing/2014/main" id="{E3F993F7-C931-471C-92DF-C5BDAD2A9854}"/>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37" name="그룹 36">
            <a:extLst>
              <a:ext uri="{FF2B5EF4-FFF2-40B4-BE49-F238E27FC236}">
                <a16:creationId xmlns:a16="http://schemas.microsoft.com/office/drawing/2014/main" id="{8764A3C2-AE83-483B-AC59-7E51179A2413}"/>
              </a:ext>
            </a:extLst>
          </p:cNvPr>
          <p:cNvGrpSpPr/>
          <p:nvPr/>
        </p:nvGrpSpPr>
        <p:grpSpPr>
          <a:xfrm>
            <a:off x="2347744" y="2832130"/>
            <a:ext cx="492940" cy="406337"/>
            <a:chOff x="3092355" y="3209109"/>
            <a:chExt cx="353705" cy="305189"/>
          </a:xfrm>
        </p:grpSpPr>
        <p:sp>
          <p:nvSpPr>
            <p:cNvPr id="38" name="Border">
              <a:extLst>
                <a:ext uri="{FF2B5EF4-FFF2-40B4-BE49-F238E27FC236}">
                  <a16:creationId xmlns:a16="http://schemas.microsoft.com/office/drawing/2014/main" id="{BA4506E3-3230-422D-B7F1-366B8EE78880}"/>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9" name="Line 2">
              <a:extLst>
                <a:ext uri="{FF2B5EF4-FFF2-40B4-BE49-F238E27FC236}">
                  <a16:creationId xmlns:a16="http://schemas.microsoft.com/office/drawing/2014/main" id="{37AEF855-C83D-479F-9E14-A2C7EE5AE81C}"/>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0" name="Line 1">
              <a:extLst>
                <a:ext uri="{FF2B5EF4-FFF2-40B4-BE49-F238E27FC236}">
                  <a16:creationId xmlns:a16="http://schemas.microsoft.com/office/drawing/2014/main" id="{66521C48-2C75-4091-910F-54B17A97D567}"/>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41" name="그룹 40">
            <a:extLst>
              <a:ext uri="{FF2B5EF4-FFF2-40B4-BE49-F238E27FC236}">
                <a16:creationId xmlns:a16="http://schemas.microsoft.com/office/drawing/2014/main" id="{DCF5B653-DA85-4365-B20A-4E9FF5FBC2EC}"/>
              </a:ext>
            </a:extLst>
          </p:cNvPr>
          <p:cNvGrpSpPr/>
          <p:nvPr/>
        </p:nvGrpSpPr>
        <p:grpSpPr>
          <a:xfrm>
            <a:off x="2926894" y="2832130"/>
            <a:ext cx="492940" cy="406337"/>
            <a:chOff x="3092355" y="3209109"/>
            <a:chExt cx="353705" cy="305189"/>
          </a:xfrm>
        </p:grpSpPr>
        <p:sp>
          <p:nvSpPr>
            <p:cNvPr id="42" name="Border">
              <a:extLst>
                <a:ext uri="{FF2B5EF4-FFF2-40B4-BE49-F238E27FC236}">
                  <a16:creationId xmlns:a16="http://schemas.microsoft.com/office/drawing/2014/main" id="{3AAE35EB-BF3E-41A0-B05B-AD40C7381852}"/>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3" name="Line 2">
              <a:extLst>
                <a:ext uri="{FF2B5EF4-FFF2-40B4-BE49-F238E27FC236}">
                  <a16:creationId xmlns:a16="http://schemas.microsoft.com/office/drawing/2014/main" id="{ABDC178E-8440-4AB6-9B70-F09EDF2962A0}"/>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4" name="Line 1">
              <a:extLst>
                <a:ext uri="{FF2B5EF4-FFF2-40B4-BE49-F238E27FC236}">
                  <a16:creationId xmlns:a16="http://schemas.microsoft.com/office/drawing/2014/main" id="{9256CCF4-B337-44C1-B17E-300BA33A98B8}"/>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45" name="그룹 44">
            <a:extLst>
              <a:ext uri="{FF2B5EF4-FFF2-40B4-BE49-F238E27FC236}">
                <a16:creationId xmlns:a16="http://schemas.microsoft.com/office/drawing/2014/main" id="{D8A9DB66-EE92-4B6A-9D75-B384849404C6}"/>
              </a:ext>
            </a:extLst>
          </p:cNvPr>
          <p:cNvGrpSpPr/>
          <p:nvPr/>
        </p:nvGrpSpPr>
        <p:grpSpPr>
          <a:xfrm>
            <a:off x="3506044" y="2832130"/>
            <a:ext cx="492942" cy="406341"/>
            <a:chOff x="3092355" y="3209106"/>
            <a:chExt cx="353706" cy="305192"/>
          </a:xfrm>
        </p:grpSpPr>
        <p:sp>
          <p:nvSpPr>
            <p:cNvPr id="46" name="Border">
              <a:extLst>
                <a:ext uri="{FF2B5EF4-FFF2-40B4-BE49-F238E27FC236}">
                  <a16:creationId xmlns:a16="http://schemas.microsoft.com/office/drawing/2014/main" id="{B6EA871B-5206-4328-9838-A12AD776591F}"/>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7" name="Line 2">
              <a:extLst>
                <a:ext uri="{FF2B5EF4-FFF2-40B4-BE49-F238E27FC236}">
                  <a16:creationId xmlns:a16="http://schemas.microsoft.com/office/drawing/2014/main" id="{19946696-8768-4D50-9097-54CD87FE60C0}"/>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8" name="Line 1">
              <a:extLst>
                <a:ext uri="{FF2B5EF4-FFF2-40B4-BE49-F238E27FC236}">
                  <a16:creationId xmlns:a16="http://schemas.microsoft.com/office/drawing/2014/main" id="{C499C1BA-3D1F-4322-B3D8-15AC711BB7C3}"/>
                </a:ext>
              </a:extLst>
            </p:cNvPr>
            <p:cNvSpPr>
              <a:spLocks/>
            </p:cNvSpPr>
            <p:nvPr/>
          </p:nvSpPr>
          <p:spPr bwMode="auto">
            <a:xfrm>
              <a:off x="3092356" y="3209106"/>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5F5F5F"/>
                </a:solidFill>
                <a:latin typeface="Segoe UI" panose="020B0502040204020203" pitchFamily="34" charset="0"/>
                <a:cs typeface="Segoe UI" panose="020B0502040204020203" pitchFamily="34" charset="0"/>
              </a:endParaRPr>
            </a:p>
          </p:txBody>
        </p:sp>
      </p:grpSp>
      <p:sp>
        <p:nvSpPr>
          <p:cNvPr id="50" name="TextBox 49">
            <a:extLst>
              <a:ext uri="{FF2B5EF4-FFF2-40B4-BE49-F238E27FC236}">
                <a16:creationId xmlns:a16="http://schemas.microsoft.com/office/drawing/2014/main" id="{F5ABB612-65BA-4010-83F4-D1392745EA24}"/>
              </a:ext>
            </a:extLst>
          </p:cNvPr>
          <p:cNvSpPr txBox="1"/>
          <p:nvPr/>
        </p:nvSpPr>
        <p:spPr>
          <a:xfrm>
            <a:off x="4049785" y="291370"/>
            <a:ext cx="3948564" cy="714876"/>
          </a:xfrm>
          <a:prstGeom prst="rect">
            <a:avLst/>
          </a:prstGeom>
          <a:noFill/>
        </p:spPr>
        <p:txBody>
          <a:bodyPr wrap="square">
            <a:spAutoFit/>
          </a:bodyPr>
          <a:lstStyle/>
          <a:p>
            <a:pPr>
              <a:lnSpc>
                <a:spcPct val="150000"/>
              </a:lnSpc>
              <a:defRPr/>
            </a:pPr>
            <a:r>
              <a:rPr lang="ko-KR" altLang="en-US" sz="800" dirty="0">
                <a:solidFill>
                  <a:schemeClr val="tx1">
                    <a:lumMod val="50000"/>
                    <a:lumOff val="50000"/>
                  </a:schemeClr>
                </a:solidFill>
              </a:rPr>
              <a:t>대분류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1200" b="1" dirty="0"/>
              <a:t>상품명</a:t>
            </a:r>
            <a:r>
              <a:rPr lang="en-US" altLang="ko-KR" sz="1200" b="1" dirty="0"/>
              <a:t>23232</a:t>
            </a:r>
          </a:p>
          <a:p>
            <a:pPr>
              <a:lnSpc>
                <a:spcPct val="150000"/>
              </a:lnSpc>
            </a:pPr>
            <a:r>
              <a:rPr lang="ko-KR" altLang="en-US" sz="800" dirty="0"/>
              <a:t>상품코드 </a:t>
            </a:r>
            <a:r>
              <a:rPr lang="en-US" altLang="ko-KR" sz="800" dirty="0"/>
              <a:t>:  a200392            </a:t>
            </a:r>
            <a:r>
              <a:rPr lang="ko-KR" altLang="en-US" sz="800" dirty="0"/>
              <a:t>판매자 </a:t>
            </a:r>
            <a:r>
              <a:rPr lang="en-US" altLang="ko-KR" sz="800" dirty="0"/>
              <a:t>: </a:t>
            </a:r>
            <a:r>
              <a:rPr lang="en-US" altLang="ko-KR" sz="800" dirty="0" err="1"/>
              <a:t>aabbds</a:t>
            </a:r>
            <a:endParaRPr lang="ko-KR" altLang="en-US" sz="800" dirty="0"/>
          </a:p>
        </p:txBody>
      </p:sp>
      <p:sp>
        <p:nvSpPr>
          <p:cNvPr id="51" name="직사각형 50">
            <a:extLst>
              <a:ext uri="{FF2B5EF4-FFF2-40B4-BE49-F238E27FC236}">
                <a16:creationId xmlns:a16="http://schemas.microsoft.com/office/drawing/2014/main" id="{5FD63D9D-4875-45B4-AD2B-D669E98A00F2}"/>
              </a:ext>
            </a:extLst>
          </p:cNvPr>
          <p:cNvSpPr/>
          <p:nvPr/>
        </p:nvSpPr>
        <p:spPr>
          <a:xfrm>
            <a:off x="1202133" y="3833615"/>
            <a:ext cx="1215128" cy="281224"/>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상품 판매 조건</a:t>
            </a:r>
            <a:endParaRPr lang="en-US" altLang="ko-KR" sz="800" dirty="0">
              <a:solidFill>
                <a:schemeClr val="bg1"/>
              </a:solidFill>
            </a:endParaRPr>
          </a:p>
        </p:txBody>
      </p:sp>
      <p:sp>
        <p:nvSpPr>
          <p:cNvPr id="52" name="직사각형 51">
            <a:extLst>
              <a:ext uri="{FF2B5EF4-FFF2-40B4-BE49-F238E27FC236}">
                <a16:creationId xmlns:a16="http://schemas.microsoft.com/office/drawing/2014/main" id="{0C6545C6-90EF-40CB-90E5-D5A2B1F487B3}"/>
              </a:ext>
            </a:extLst>
          </p:cNvPr>
          <p:cNvSpPr/>
          <p:nvPr/>
        </p:nvSpPr>
        <p:spPr>
          <a:xfrm>
            <a:off x="2417261" y="3833615"/>
            <a:ext cx="1215128" cy="281224"/>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상품 상세 정보</a:t>
            </a:r>
            <a:endParaRPr lang="en-US" altLang="ko-KR" sz="800" dirty="0">
              <a:solidFill>
                <a:schemeClr val="tx1"/>
              </a:solidFill>
            </a:endParaRPr>
          </a:p>
        </p:txBody>
      </p:sp>
      <p:sp>
        <p:nvSpPr>
          <p:cNvPr id="53" name="직사각형 52">
            <a:extLst>
              <a:ext uri="{FF2B5EF4-FFF2-40B4-BE49-F238E27FC236}">
                <a16:creationId xmlns:a16="http://schemas.microsoft.com/office/drawing/2014/main" id="{DB651FB4-A722-4CDB-A621-2142A6D0C977}"/>
              </a:ext>
            </a:extLst>
          </p:cNvPr>
          <p:cNvSpPr/>
          <p:nvPr/>
        </p:nvSpPr>
        <p:spPr>
          <a:xfrm>
            <a:off x="1202133" y="4114839"/>
            <a:ext cx="6796216" cy="1758950"/>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solidFill>
            </a:endParaRPr>
          </a:p>
          <a:p>
            <a:endParaRPr lang="en-US" altLang="ko-KR" sz="800" dirty="0">
              <a:solidFill>
                <a:schemeClr val="tx1"/>
              </a:solidFill>
            </a:endParaRPr>
          </a:p>
          <a:p>
            <a:endParaRPr lang="en-US" altLang="ko-KR" sz="800" dirty="0">
              <a:solidFill>
                <a:schemeClr val="tx1"/>
              </a:solidFill>
            </a:endParaRPr>
          </a:p>
        </p:txBody>
      </p:sp>
      <p:sp>
        <p:nvSpPr>
          <p:cNvPr id="55" name="직사각형 54">
            <a:extLst>
              <a:ext uri="{FF2B5EF4-FFF2-40B4-BE49-F238E27FC236}">
                <a16:creationId xmlns:a16="http://schemas.microsoft.com/office/drawing/2014/main" id="{DBB581E9-F747-4783-BA96-338C19F529C1}"/>
              </a:ext>
            </a:extLst>
          </p:cNvPr>
          <p:cNvSpPr/>
          <p:nvPr/>
        </p:nvSpPr>
        <p:spPr>
          <a:xfrm>
            <a:off x="4237864" y="6242098"/>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창닫기</a:t>
            </a:r>
            <a:endParaRPr lang="en-US" altLang="ko-KR" sz="800" dirty="0">
              <a:solidFill>
                <a:schemeClr val="bg1"/>
              </a:solidFill>
            </a:endParaRPr>
          </a:p>
        </p:txBody>
      </p:sp>
      <p:grpSp>
        <p:nvGrpSpPr>
          <p:cNvPr id="56" name="Image">
            <a:extLst>
              <a:ext uri="{FF2B5EF4-FFF2-40B4-BE49-F238E27FC236}">
                <a16:creationId xmlns:a16="http://schemas.microsoft.com/office/drawing/2014/main" id="{3096B6AD-5626-4F06-87C9-928E5D47B5E4}"/>
              </a:ext>
            </a:extLst>
          </p:cNvPr>
          <p:cNvGrpSpPr>
            <a:grpSpLocks/>
          </p:cNvGrpSpPr>
          <p:nvPr/>
        </p:nvGrpSpPr>
        <p:grpSpPr bwMode="auto">
          <a:xfrm>
            <a:off x="7771260" y="106405"/>
            <a:ext cx="263570" cy="250457"/>
            <a:chOff x="508000" y="1397000"/>
            <a:chExt cx="1008112" cy="1008112"/>
          </a:xfrm>
        </p:grpSpPr>
        <p:sp>
          <p:nvSpPr>
            <p:cNvPr id="57" name="Border">
              <a:extLst>
                <a:ext uri="{FF2B5EF4-FFF2-40B4-BE49-F238E27FC236}">
                  <a16:creationId xmlns:a16="http://schemas.microsoft.com/office/drawing/2014/main" id="{873765FB-066D-454B-BEEE-992BFD04727C}"/>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8" name="Line 2">
              <a:extLst>
                <a:ext uri="{FF2B5EF4-FFF2-40B4-BE49-F238E27FC236}">
                  <a16:creationId xmlns:a16="http://schemas.microsoft.com/office/drawing/2014/main" id="{98A00645-AC9E-4949-B169-9D378451AF5A}"/>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9" name="Line 1">
              <a:extLst>
                <a:ext uri="{FF2B5EF4-FFF2-40B4-BE49-F238E27FC236}">
                  <a16:creationId xmlns:a16="http://schemas.microsoft.com/office/drawing/2014/main" id="{34B9ED1D-AFDD-472B-952F-9DEE27B30496}"/>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60" name="타원 59">
            <a:extLst>
              <a:ext uri="{FF2B5EF4-FFF2-40B4-BE49-F238E27FC236}">
                <a16:creationId xmlns:a16="http://schemas.microsoft.com/office/drawing/2014/main" id="{AD0C6FEF-A06F-4E72-B58D-4B0A44899004}"/>
              </a:ext>
            </a:extLst>
          </p:cNvPr>
          <p:cNvSpPr/>
          <p:nvPr/>
        </p:nvSpPr>
        <p:spPr>
          <a:xfrm>
            <a:off x="9307054" y="1640679"/>
            <a:ext cx="795800" cy="33880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pic>
        <p:nvPicPr>
          <p:cNvPr id="63" name="그림 62">
            <a:extLst>
              <a:ext uri="{FF2B5EF4-FFF2-40B4-BE49-F238E27FC236}">
                <a16:creationId xmlns:a16="http://schemas.microsoft.com/office/drawing/2014/main" id="{DE4510A3-1AC7-45EE-B1C4-B470D8D4B2DA}"/>
              </a:ext>
            </a:extLst>
          </p:cNvPr>
          <p:cNvPicPr>
            <a:picLocks noChangeAspect="1"/>
          </p:cNvPicPr>
          <p:nvPr/>
        </p:nvPicPr>
        <p:blipFill>
          <a:blip r:embed="rId2"/>
          <a:stretch>
            <a:fillRect/>
          </a:stretch>
        </p:blipFill>
        <p:spPr>
          <a:xfrm>
            <a:off x="4098275" y="1041201"/>
            <a:ext cx="3946343" cy="1682825"/>
          </a:xfrm>
          <a:prstGeom prst="rect">
            <a:avLst/>
          </a:prstGeom>
        </p:spPr>
      </p:pic>
      <p:cxnSp>
        <p:nvCxnSpPr>
          <p:cNvPr id="61" name="직선 화살표 연결선 60">
            <a:extLst>
              <a:ext uri="{FF2B5EF4-FFF2-40B4-BE49-F238E27FC236}">
                <a16:creationId xmlns:a16="http://schemas.microsoft.com/office/drawing/2014/main" id="{26653979-B686-4EF9-AE0E-62E0BD3F28CE}"/>
              </a:ext>
            </a:extLst>
          </p:cNvPr>
          <p:cNvCxnSpPr>
            <a:cxnSpLocks/>
            <a:stCxn id="60" idx="2"/>
            <a:endCxn id="63" idx="3"/>
          </p:cNvCxnSpPr>
          <p:nvPr/>
        </p:nvCxnSpPr>
        <p:spPr>
          <a:xfrm flipH="1">
            <a:off x="8044618" y="1810081"/>
            <a:ext cx="1262436" cy="72533"/>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49" name="표 48">
            <a:extLst>
              <a:ext uri="{FF2B5EF4-FFF2-40B4-BE49-F238E27FC236}">
                <a16:creationId xmlns:a16="http://schemas.microsoft.com/office/drawing/2014/main" id="{A3289FED-C804-4CF9-81E3-A88D7F5609E7}"/>
              </a:ext>
            </a:extLst>
          </p:cNvPr>
          <p:cNvGraphicFramePr>
            <a:graphicFrameLocks noGrp="1"/>
          </p:cNvGraphicFramePr>
          <p:nvPr>
            <p:extLst>
              <p:ext uri="{D42A27DB-BD31-4B8C-83A1-F6EECF244321}">
                <p14:modId xmlns:p14="http://schemas.microsoft.com/office/powerpoint/2010/main" val="3297013197"/>
              </p:ext>
            </p:extLst>
          </p:nvPr>
        </p:nvGraphicFramePr>
        <p:xfrm>
          <a:off x="10171774" y="22159"/>
          <a:ext cx="1979018" cy="157075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RF-02-05-05</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marL="0" indent="0" algn="l" latinLnBrk="1">
                        <a:buFontTx/>
                        <a:buNone/>
                      </a:pPr>
                      <a:r>
                        <a:rPr lang="ko-KR" altLang="en-US" sz="800" dirty="0"/>
                        <a:t>상품관리 </a:t>
                      </a:r>
                      <a:r>
                        <a:rPr lang="en-US" altLang="ko-KR" sz="800" dirty="0"/>
                        <a:t>&gt; </a:t>
                      </a:r>
                      <a:r>
                        <a:rPr lang="ko-KR" altLang="en-US" sz="800" dirty="0"/>
                        <a:t>제휴 상품관리</a:t>
                      </a:r>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제휴 상품 목록 </a:t>
                      </a:r>
                      <a:r>
                        <a:rPr lang="en-US" altLang="ko-KR" sz="800" dirty="0"/>
                        <a:t>&gt; </a:t>
                      </a:r>
                      <a:r>
                        <a:rPr lang="ko-KR" altLang="en-US" sz="800" dirty="0"/>
                        <a:t>보기</a:t>
                      </a:r>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algn="l" latinLnBrk="1"/>
                      <a:r>
                        <a:rPr lang="ko-KR" altLang="en-US" sz="800" dirty="0"/>
                        <a:t>상품의 상세 정보가 표시되는 화면</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bl>
          </a:graphicData>
        </a:graphic>
      </p:graphicFrame>
      <p:graphicFrame>
        <p:nvGraphicFramePr>
          <p:cNvPr id="62" name="표 43">
            <a:extLst>
              <a:ext uri="{FF2B5EF4-FFF2-40B4-BE49-F238E27FC236}">
                <a16:creationId xmlns:a16="http://schemas.microsoft.com/office/drawing/2014/main" id="{4B6E55F8-165B-4465-9182-C45B37C38AF5}"/>
              </a:ext>
            </a:extLst>
          </p:cNvPr>
          <p:cNvGraphicFramePr>
            <a:graphicFrameLocks noGrp="1"/>
          </p:cNvGraphicFramePr>
          <p:nvPr>
            <p:extLst>
              <p:ext uri="{D42A27DB-BD31-4B8C-83A1-F6EECF244321}">
                <p14:modId xmlns:p14="http://schemas.microsoft.com/office/powerpoint/2010/main" val="3891271416"/>
              </p:ext>
            </p:extLst>
          </p:nvPr>
        </p:nvGraphicFramePr>
        <p:xfrm>
          <a:off x="1344116" y="4248460"/>
          <a:ext cx="6508744" cy="1280160"/>
        </p:xfrm>
        <a:graphic>
          <a:graphicData uri="http://schemas.openxmlformats.org/drawingml/2006/table">
            <a:tbl>
              <a:tblPr firstRow="1" bandRow="1">
                <a:tableStyleId>{5940675A-B579-460E-94D1-54222C63F5DA}</a:tableStyleId>
              </a:tblPr>
              <a:tblGrid>
                <a:gridCol w="1057666">
                  <a:extLst>
                    <a:ext uri="{9D8B030D-6E8A-4147-A177-3AD203B41FA5}">
                      <a16:colId xmlns:a16="http://schemas.microsoft.com/office/drawing/2014/main" val="1601486229"/>
                    </a:ext>
                  </a:extLst>
                </a:gridCol>
                <a:gridCol w="5451078">
                  <a:extLst>
                    <a:ext uri="{9D8B030D-6E8A-4147-A177-3AD203B41FA5}">
                      <a16:colId xmlns:a16="http://schemas.microsoft.com/office/drawing/2014/main" val="2738608450"/>
                    </a:ext>
                  </a:extLst>
                </a:gridCol>
              </a:tblGrid>
              <a:tr h="0">
                <a:tc>
                  <a:txBody>
                    <a:bodyPr/>
                    <a:lstStyle/>
                    <a:p>
                      <a:pPr latinLnBrk="1"/>
                      <a:r>
                        <a:rPr lang="ko-KR" altLang="en-US" sz="800" dirty="0"/>
                        <a:t>판매형태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ko-KR" altLang="en-US" sz="800" dirty="0"/>
                        <a:t>상품판매</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28173056"/>
                  </a:ext>
                </a:extLst>
              </a:tr>
              <a:tr h="0">
                <a:tc>
                  <a:txBody>
                    <a:bodyPr/>
                    <a:lstStyle/>
                    <a:p>
                      <a:pPr latinLnBrk="1"/>
                      <a:r>
                        <a:rPr lang="ko-KR" altLang="en-US" sz="800" dirty="0"/>
                        <a:t>과세구분</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ko-KR" altLang="en-US" sz="800" dirty="0"/>
                        <a:t>과세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24445166"/>
                  </a:ext>
                </a:extLst>
              </a:tr>
              <a:tr h="0">
                <a:tc>
                  <a:txBody>
                    <a:bodyPr/>
                    <a:lstStyle/>
                    <a:p>
                      <a:pPr latinLnBrk="1"/>
                      <a:r>
                        <a:rPr lang="ko-KR" altLang="en-US" sz="800" dirty="0"/>
                        <a:t>판매가격</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800" dirty="0"/>
                        <a:t>13,000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80007532"/>
                  </a:ext>
                </a:extLst>
              </a:tr>
              <a:tr h="0">
                <a:tc>
                  <a:txBody>
                    <a:bodyPr/>
                    <a:lstStyle/>
                    <a:p>
                      <a:pPr latinLnBrk="1"/>
                      <a:r>
                        <a:rPr lang="ko-KR" altLang="en-US" sz="800" dirty="0">
                          <a:solidFill>
                            <a:schemeClr val="tx1"/>
                          </a:solidFill>
                        </a:rPr>
                        <a:t>판매이익금</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800" dirty="0"/>
                        <a:t>1,500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405328786"/>
                  </a:ext>
                </a:extLst>
              </a:tr>
              <a:tr h="0">
                <a:tc>
                  <a:txBody>
                    <a:bodyPr/>
                    <a:lstStyle/>
                    <a:p>
                      <a:pPr latinLnBrk="1"/>
                      <a:r>
                        <a:rPr lang="ko-KR" altLang="en-US" sz="800" dirty="0"/>
                        <a:t>재고</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800" dirty="0"/>
                        <a:t>3,223 </a:t>
                      </a:r>
                      <a:r>
                        <a:rPr lang="ko-KR" altLang="en-US" sz="800" dirty="0"/>
                        <a:t>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73779174"/>
                  </a:ext>
                </a:extLst>
              </a:tr>
              <a:tr h="0">
                <a:tc>
                  <a:txBody>
                    <a:bodyPr/>
                    <a:lstStyle/>
                    <a:p>
                      <a:pPr latinLnBrk="1"/>
                      <a:r>
                        <a:rPr lang="ko-KR" altLang="en-US" sz="800" dirty="0"/>
                        <a:t>구매제한수량</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800" dirty="0"/>
                        <a:t>1</a:t>
                      </a:r>
                      <a:r>
                        <a:rPr lang="ko-KR" altLang="en-US" sz="800" dirty="0"/>
                        <a:t>회 구매에 </a:t>
                      </a:r>
                      <a:r>
                        <a:rPr lang="en-US" altLang="ko-KR" sz="800" dirty="0"/>
                        <a:t>100 </a:t>
                      </a:r>
                      <a:r>
                        <a:rPr lang="ko-KR" altLang="en-US" sz="800" dirty="0"/>
                        <a:t>개까지 구매가능</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991333764"/>
                  </a:ext>
                </a:extLst>
              </a:tr>
            </a:tbl>
          </a:graphicData>
        </a:graphic>
      </p:graphicFrame>
    </p:spTree>
    <p:extLst>
      <p:ext uri="{BB962C8B-B14F-4D97-AF65-F5344CB8AC3E}">
        <p14:creationId xmlns:p14="http://schemas.microsoft.com/office/powerpoint/2010/main" val="2303573402"/>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6">
            <a:extLst>
              <a:ext uri="{FF2B5EF4-FFF2-40B4-BE49-F238E27FC236}">
                <a16:creationId xmlns:a16="http://schemas.microsoft.com/office/drawing/2014/main" id="{54DF5A36-7211-40EB-ABA6-38864B9DC34A}"/>
              </a:ext>
            </a:extLst>
          </p:cNvPr>
          <p:cNvGraphicFramePr>
            <a:graphicFrameLocks noGrp="1"/>
          </p:cNvGraphicFramePr>
          <p:nvPr>
            <p:extLst>
              <p:ext uri="{D42A27DB-BD31-4B8C-83A1-F6EECF244321}">
                <p14:modId xmlns:p14="http://schemas.microsoft.com/office/powerpoint/2010/main" val="1551856736"/>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b="1" dirty="0">
                          <a:solidFill>
                            <a:schemeClr val="tx1"/>
                          </a:solidFill>
                        </a:rPr>
                        <a:t>●  공동구매 관리</a:t>
                      </a:r>
                    </a:p>
                    <a:p>
                      <a:pPr latinLnBrk="1"/>
                      <a:endParaRPr lang="ko-KR" altLang="en-US" sz="1800" b="1" dirty="0">
                        <a:solidFill>
                          <a:schemeClr val="tx1"/>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1168435159"/>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9E5F77A2-21CB-4397-B878-976E5663C9D5}"/>
              </a:ext>
            </a:extLst>
          </p:cNvPr>
          <p:cNvGraphicFramePr>
            <a:graphicFrameLocks noGrp="1"/>
          </p:cNvGraphicFramePr>
          <p:nvPr>
            <p:extLst>
              <p:ext uri="{D42A27DB-BD31-4B8C-83A1-F6EECF244321}">
                <p14:modId xmlns:p14="http://schemas.microsoft.com/office/powerpoint/2010/main" val="3815217453"/>
              </p:ext>
            </p:extLst>
          </p:nvPr>
        </p:nvGraphicFramePr>
        <p:xfrm>
          <a:off x="10171774" y="22159"/>
          <a:ext cx="1979018" cy="458827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RF-02-06-01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공동구매관리 </a:t>
                      </a:r>
                      <a:r>
                        <a:rPr lang="en-US" altLang="ko-KR" sz="800" dirty="0"/>
                        <a:t>&gt; </a:t>
                      </a:r>
                      <a:r>
                        <a:rPr lang="ko-KR" altLang="en-US" sz="800" dirty="0"/>
                        <a:t>공동구매상품목록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공동구매상품</a:t>
                      </a:r>
                      <a:r>
                        <a:rPr lang="ko-KR" altLang="en-US" sz="800" baseline="0" dirty="0"/>
                        <a:t> 목록</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a:t>등록한 공동구매상품 목록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상세 검색 버튼</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버튼 클릭 시 </a:t>
                      </a:r>
                      <a:r>
                        <a:rPr lang="en-US" altLang="ko-KR" sz="800" dirty="0"/>
                        <a:t>RF-02-06-01</a:t>
                      </a:r>
                      <a:r>
                        <a:rPr lang="en-US" altLang="ko-KR" sz="800" b="0" dirty="0">
                          <a:solidFill>
                            <a:schemeClr val="tx1"/>
                          </a:solidFill>
                        </a:rPr>
                        <a:t>-1</a:t>
                      </a:r>
                      <a:r>
                        <a:rPr lang="en-US" altLang="ko-KR" sz="800" b="0" baseline="0" dirty="0">
                          <a:solidFill>
                            <a:schemeClr val="tx1"/>
                          </a:solidFill>
                        </a:rPr>
                        <a:t> </a:t>
                      </a:r>
                      <a:r>
                        <a:rPr lang="ko-KR" altLang="en-US" sz="800" b="0" baseline="0" dirty="0">
                          <a:solidFill>
                            <a:schemeClr val="tx1"/>
                          </a:solidFill>
                        </a:rPr>
                        <a:t>화면과 같이 상세 검색 영역이 표시된다</a:t>
                      </a:r>
                      <a:r>
                        <a:rPr lang="en-US" altLang="ko-KR" sz="800" b="0" baseline="0" dirty="0">
                          <a:solidFill>
                            <a:schemeClr val="tx1"/>
                          </a:solidFill>
                        </a:rPr>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공동구매상품 등록 버튼</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버튼 클릭 시 </a:t>
                      </a:r>
                      <a:r>
                        <a:rPr lang="en-US" altLang="ko-KR" sz="800" dirty="0"/>
                        <a:t>RF-02-06-02</a:t>
                      </a:r>
                      <a:r>
                        <a:rPr lang="en-US" altLang="ko-KR" sz="800" baseline="0" dirty="0"/>
                        <a:t> </a:t>
                      </a:r>
                      <a:r>
                        <a:rPr lang="ko-KR" altLang="en-US" sz="800" baseline="0" dirty="0"/>
                        <a:t>화면으로 페이지가 이동한다</a:t>
                      </a:r>
                      <a:r>
                        <a:rPr lang="en-US" altLang="ko-KR" sz="800" baseline="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공동구매상품 정보수정 버튼</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버튼 클릭 시 </a:t>
                      </a:r>
                      <a:r>
                        <a:rPr lang="en-US" altLang="ko-KR" sz="800" dirty="0"/>
                        <a:t>RF-02-06-03</a:t>
                      </a:r>
                      <a:r>
                        <a:rPr lang="en-US" altLang="ko-KR" sz="800" baseline="0" dirty="0"/>
                        <a:t> </a:t>
                      </a:r>
                      <a:r>
                        <a:rPr lang="ko-KR" altLang="en-US" sz="800" baseline="0" dirty="0"/>
                        <a:t>화면으로 페이지가 이동한다</a:t>
                      </a:r>
                      <a:r>
                        <a:rPr lang="en-US" altLang="ko-KR" sz="800" baseline="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공동구매상품 삭제 버튼</a:t>
                      </a:r>
                      <a:r>
                        <a:rPr lang="en-US" altLang="ko-KR" sz="800" b="0" dirty="0">
                          <a:solidFill>
                            <a:schemeClr val="tx1"/>
                          </a:solidFill>
                        </a:rPr>
                        <a:t>.</a:t>
                      </a:r>
                    </a:p>
                    <a:p>
                      <a:pPr algn="l" latinLnBrk="1"/>
                      <a:r>
                        <a:rPr lang="ko-KR" altLang="en-US" sz="800" b="0" dirty="0">
                          <a:solidFill>
                            <a:schemeClr val="tx1"/>
                          </a:solidFill>
                        </a:rPr>
                        <a:t>버튼 클릭 시 </a:t>
                      </a:r>
                      <a:r>
                        <a:rPr lang="en-US" altLang="ko-KR" sz="800" dirty="0"/>
                        <a:t>RF-02-06-01</a:t>
                      </a:r>
                      <a:r>
                        <a:rPr lang="en-US" altLang="ko-KR" sz="800" b="0" dirty="0">
                          <a:solidFill>
                            <a:schemeClr val="tx1"/>
                          </a:solidFill>
                        </a:rPr>
                        <a:t>-1</a:t>
                      </a:r>
                      <a:r>
                        <a:rPr lang="en-US" altLang="ko-KR" sz="800" b="0" baseline="0" dirty="0">
                          <a:solidFill>
                            <a:schemeClr val="tx1"/>
                          </a:solidFill>
                        </a:rPr>
                        <a:t> </a:t>
                      </a:r>
                      <a:r>
                        <a:rPr lang="ko-KR" altLang="en-US" sz="800" b="0" baseline="0" dirty="0">
                          <a:solidFill>
                            <a:schemeClr val="tx1"/>
                          </a:solidFill>
                        </a:rPr>
                        <a:t>화면과 같이 삭제 경고 메시지가 보여진다</a:t>
                      </a:r>
                      <a:r>
                        <a:rPr lang="en-US" altLang="ko-KR" sz="800" b="0" baseline="0" dirty="0">
                          <a:solidFill>
                            <a:schemeClr val="tx1"/>
                          </a:solidFill>
                        </a:rPr>
                        <a:t>. </a:t>
                      </a:r>
                      <a:r>
                        <a:rPr lang="ko-KR" altLang="en-US" sz="800" b="0" baseline="0" dirty="0">
                          <a:solidFill>
                            <a:schemeClr val="tx1"/>
                          </a:solidFill>
                        </a:rPr>
                        <a:t>상태가 대기일 경우에만 삭제할 수 있다</a:t>
                      </a:r>
                      <a:r>
                        <a:rPr lang="en-US" altLang="ko-KR" sz="800" b="0" baseline="0" dirty="0">
                          <a:solidFill>
                            <a:schemeClr val="tx1"/>
                          </a:solidFill>
                        </a:rPr>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82562567"/>
                  </a:ext>
                </a:extLst>
              </a:tr>
              <a:tr h="140746">
                <a:tc>
                  <a:txBody>
                    <a:bodyPr/>
                    <a:lstStyle/>
                    <a:p>
                      <a:pPr algn="ctr" latinLnBrk="1"/>
                      <a:r>
                        <a:rPr lang="en-US" altLang="ko-KR" sz="800" dirty="0"/>
                        <a:t>5</a:t>
                      </a:r>
                      <a:endParaRPr lang="ko-KR" altLang="en-US" sz="800" dirty="0"/>
                    </a:p>
                  </a:txBody>
                  <a:tcPr anchor="ctr">
                    <a:solidFill>
                      <a:schemeClr val="bg1">
                        <a:lumMod val="85000"/>
                      </a:schemeClr>
                    </a:solidFill>
                  </a:tcPr>
                </a:tc>
                <a:tc gridSpan="2">
                  <a:txBody>
                    <a:bodyPr/>
                    <a:lstStyle/>
                    <a:p>
                      <a:pPr algn="l" latinLnBrk="1"/>
                      <a:r>
                        <a:rPr lang="ko-KR" altLang="en-US" sz="800" dirty="0"/>
                        <a:t>공동구매상품의 주문 내역을 확인하는 버튼</a:t>
                      </a:r>
                      <a:r>
                        <a:rPr lang="en-US" altLang="ko-KR" sz="800" dirty="0"/>
                        <a:t>.</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버튼 클릭 시 </a:t>
                      </a:r>
                      <a:r>
                        <a:rPr lang="en-US" altLang="ko-KR" sz="800" dirty="0"/>
                        <a:t>RF-02-07-01</a:t>
                      </a:r>
                      <a:endParaRPr lang="ko-KR" altLang="en-US" sz="800" dirty="0"/>
                    </a:p>
                    <a:p>
                      <a:pPr algn="l" latinLnBrk="1"/>
                      <a:r>
                        <a:rPr lang="ko-KR" altLang="en-US" sz="800" dirty="0"/>
                        <a:t>화면으로 페이지 이동을 하며</a:t>
                      </a:r>
                      <a:r>
                        <a:rPr lang="en-US" altLang="ko-KR" sz="800" dirty="0"/>
                        <a:t>,</a:t>
                      </a:r>
                      <a:r>
                        <a:rPr lang="ko-KR" altLang="en-US" sz="800" dirty="0"/>
                        <a:t> 이동 후 </a:t>
                      </a:r>
                      <a:r>
                        <a:rPr lang="ko-KR" altLang="en-US" sz="800" baseline="0" dirty="0"/>
                        <a:t>공동구매상품 코드와 주문 유형이 상품 정보에 맞게 검색된다</a:t>
                      </a:r>
                      <a:r>
                        <a:rPr lang="en-US" altLang="ko-KR" sz="800" baseline="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906745450"/>
                  </a:ext>
                </a:extLst>
              </a:tr>
            </a:tbl>
          </a:graphicData>
        </a:graphic>
      </p:graphicFrame>
      <p:sp>
        <p:nvSpPr>
          <p:cNvPr id="22" name="TextBox 21">
            <a:extLst>
              <a:ext uri="{FF2B5EF4-FFF2-40B4-BE49-F238E27FC236}">
                <a16:creationId xmlns:a16="http://schemas.microsoft.com/office/drawing/2014/main" id="{44A9FC31-20FE-4E49-9FC2-858C1F6C6C82}"/>
              </a:ext>
            </a:extLst>
          </p:cNvPr>
          <p:cNvSpPr txBox="1"/>
          <p:nvPr/>
        </p:nvSpPr>
        <p:spPr>
          <a:xfrm>
            <a:off x="9063608" y="746468"/>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23" name="TextBox 22">
            <a:extLst>
              <a:ext uri="{FF2B5EF4-FFF2-40B4-BE49-F238E27FC236}">
                <a16:creationId xmlns:a16="http://schemas.microsoft.com/office/drawing/2014/main" id="{44A9FC31-20FE-4E49-9FC2-858C1F6C6C82}"/>
              </a:ext>
            </a:extLst>
          </p:cNvPr>
          <p:cNvSpPr txBox="1"/>
          <p:nvPr/>
        </p:nvSpPr>
        <p:spPr>
          <a:xfrm>
            <a:off x="7879125" y="2948822"/>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24" name="TextBox 23">
            <a:extLst>
              <a:ext uri="{FF2B5EF4-FFF2-40B4-BE49-F238E27FC236}">
                <a16:creationId xmlns:a16="http://schemas.microsoft.com/office/drawing/2014/main" id="{44A9FC31-20FE-4E49-9FC2-858C1F6C6C82}"/>
              </a:ext>
            </a:extLst>
          </p:cNvPr>
          <p:cNvSpPr txBox="1"/>
          <p:nvPr/>
        </p:nvSpPr>
        <p:spPr>
          <a:xfrm>
            <a:off x="8264407" y="2939167"/>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
        <p:nvSpPr>
          <p:cNvPr id="25" name="TextBox 24">
            <a:extLst>
              <a:ext uri="{FF2B5EF4-FFF2-40B4-BE49-F238E27FC236}">
                <a16:creationId xmlns:a16="http://schemas.microsoft.com/office/drawing/2014/main" id="{44A9FC31-20FE-4E49-9FC2-858C1F6C6C82}"/>
              </a:ext>
            </a:extLst>
          </p:cNvPr>
          <p:cNvSpPr txBox="1"/>
          <p:nvPr/>
        </p:nvSpPr>
        <p:spPr>
          <a:xfrm>
            <a:off x="8811616" y="2939167"/>
            <a:ext cx="251992" cy="230832"/>
          </a:xfrm>
          <a:prstGeom prst="rect">
            <a:avLst/>
          </a:prstGeom>
          <a:solidFill>
            <a:srgbClr val="FF0000"/>
          </a:solidFill>
        </p:spPr>
        <p:txBody>
          <a:bodyPr wrap="none" rtlCol="0">
            <a:spAutoFit/>
          </a:bodyPr>
          <a:lstStyle/>
          <a:p>
            <a:r>
              <a:rPr lang="en-US" altLang="ko-KR" sz="900" b="1" dirty="0">
                <a:solidFill>
                  <a:schemeClr val="bg1"/>
                </a:solidFill>
              </a:rPr>
              <a:t>5</a:t>
            </a:r>
            <a:endParaRPr lang="ko-KR" altLang="en-US" sz="900" b="1" dirty="0">
              <a:solidFill>
                <a:schemeClr val="bg1"/>
              </a:solidFill>
            </a:endParaRPr>
          </a:p>
        </p:txBody>
      </p:sp>
      <p:sp>
        <p:nvSpPr>
          <p:cNvPr id="26" name="TextBox 25">
            <a:extLst>
              <a:ext uri="{FF2B5EF4-FFF2-40B4-BE49-F238E27FC236}">
                <a16:creationId xmlns:a16="http://schemas.microsoft.com/office/drawing/2014/main" id="{44A9FC31-20FE-4E49-9FC2-858C1F6C6C82}"/>
              </a:ext>
            </a:extLst>
          </p:cNvPr>
          <p:cNvSpPr txBox="1"/>
          <p:nvPr/>
        </p:nvSpPr>
        <p:spPr>
          <a:xfrm>
            <a:off x="9063608" y="1239512"/>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2602666730"/>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9E5F77A2-21CB-4397-B878-976E5663C9D5}"/>
              </a:ext>
            </a:extLst>
          </p:cNvPr>
          <p:cNvGraphicFramePr>
            <a:graphicFrameLocks noGrp="1"/>
          </p:cNvGraphicFramePr>
          <p:nvPr>
            <p:extLst>
              <p:ext uri="{D42A27DB-BD31-4B8C-83A1-F6EECF244321}">
                <p14:modId xmlns:p14="http://schemas.microsoft.com/office/powerpoint/2010/main" val="1226129601"/>
              </p:ext>
            </p:extLst>
          </p:nvPr>
        </p:nvGraphicFramePr>
        <p:xfrm>
          <a:off x="10171774" y="22159"/>
          <a:ext cx="1979018" cy="24851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RF-02-06-01-1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공동구매관리 </a:t>
                      </a:r>
                      <a:r>
                        <a:rPr lang="en-US" altLang="ko-KR" sz="800" dirty="0"/>
                        <a:t>&gt; </a:t>
                      </a:r>
                      <a:r>
                        <a:rPr lang="ko-KR" altLang="en-US" sz="800" dirty="0"/>
                        <a:t>공동구매상품 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공동구매상품</a:t>
                      </a:r>
                      <a:r>
                        <a:rPr lang="ko-KR" altLang="en-US" sz="800" baseline="0" dirty="0"/>
                        <a:t> 상세 검색 및 삭제 메시지</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공동구매상품</a:t>
                      </a:r>
                      <a:r>
                        <a:rPr lang="ko-KR" altLang="en-US" sz="800" baseline="0" dirty="0"/>
                        <a:t> 상세 검색 및 삭제 메시지 화면</a:t>
                      </a:r>
                      <a:endParaRPr lang="ko-KR" altLang="en-US" sz="800" dirty="0"/>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삭제 버튼 클릭 시 보여지는 메시지</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t>확인을 누르면 상태가 대기인 공동구매 상품만 삭제된다</a:t>
                      </a:r>
                      <a:r>
                        <a:rPr lang="en-US" altLang="ko-KR" sz="800" b="0" dirty="0"/>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상세 검색 영역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
        <p:nvSpPr>
          <p:cNvPr id="3" name="직사각형 2">
            <a:extLst>
              <a:ext uri="{FF2B5EF4-FFF2-40B4-BE49-F238E27FC236}">
                <a16:creationId xmlns:a16="http://schemas.microsoft.com/office/drawing/2014/main" id="{9E2B4798-70F2-4BEF-88E8-23B7E051C30D}"/>
              </a:ext>
            </a:extLst>
          </p:cNvPr>
          <p:cNvSpPr/>
          <p:nvPr/>
        </p:nvSpPr>
        <p:spPr>
          <a:xfrm>
            <a:off x="-624122" y="4256489"/>
            <a:ext cx="10523269" cy="2020921"/>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4" name="직사각형 3">
            <a:extLst>
              <a:ext uri="{FF2B5EF4-FFF2-40B4-BE49-F238E27FC236}">
                <a16:creationId xmlns:a16="http://schemas.microsoft.com/office/drawing/2014/main" id="{FA009140-B80F-4C6F-BA8A-AFC1DB4A5821}"/>
              </a:ext>
            </a:extLst>
          </p:cNvPr>
          <p:cNvSpPr/>
          <p:nvPr/>
        </p:nvSpPr>
        <p:spPr>
          <a:xfrm>
            <a:off x="2474521" y="4633410"/>
            <a:ext cx="6327708" cy="16906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5" name="직사각형 4">
            <a:extLst>
              <a:ext uri="{FF2B5EF4-FFF2-40B4-BE49-F238E27FC236}">
                <a16:creationId xmlns:a16="http://schemas.microsoft.com/office/drawing/2014/main" id="{A2E82C7E-687E-4ABD-BD12-B9E75DC88EAD}"/>
              </a:ext>
            </a:extLst>
          </p:cNvPr>
          <p:cNvSpPr/>
          <p:nvPr/>
        </p:nvSpPr>
        <p:spPr>
          <a:xfrm>
            <a:off x="8852124" y="4621929"/>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r>
              <a:rPr lang="ko-KR" altLang="en-US" sz="800" dirty="0">
                <a:solidFill>
                  <a:schemeClr val="bg1"/>
                </a:solidFill>
                <a:latin typeface="맑은 고딕" panose="020B0503020000020004" pitchFamily="50" charset="-127"/>
                <a:ea typeface="맑은 고딕" panose="020B0503020000020004" pitchFamily="50" charset="-127"/>
              </a:rPr>
              <a:t>▼</a:t>
            </a:r>
            <a:endParaRPr lang="en-US" altLang="ko-KR" sz="800" dirty="0">
              <a:solidFill>
                <a:schemeClr val="bg1"/>
              </a:solidFill>
            </a:endParaRPr>
          </a:p>
        </p:txBody>
      </p:sp>
      <p:graphicFrame>
        <p:nvGraphicFramePr>
          <p:cNvPr id="8" name="표 63">
            <a:extLst>
              <a:ext uri="{FF2B5EF4-FFF2-40B4-BE49-F238E27FC236}">
                <a16:creationId xmlns:a16="http://schemas.microsoft.com/office/drawing/2014/main" id="{4CD1B39E-ACE3-4619-A577-222597112D84}"/>
              </a:ext>
            </a:extLst>
          </p:cNvPr>
          <p:cNvGraphicFramePr>
            <a:graphicFrameLocks noGrp="1"/>
          </p:cNvGraphicFramePr>
          <p:nvPr>
            <p:extLst>
              <p:ext uri="{D42A27DB-BD31-4B8C-83A1-F6EECF244321}">
                <p14:modId xmlns:p14="http://schemas.microsoft.com/office/powerpoint/2010/main" val="2470409897"/>
              </p:ext>
            </p:extLst>
          </p:nvPr>
        </p:nvGraphicFramePr>
        <p:xfrm>
          <a:off x="-313153" y="4601749"/>
          <a:ext cx="9936421" cy="914400"/>
        </p:xfrm>
        <a:graphic>
          <a:graphicData uri="http://schemas.openxmlformats.org/drawingml/2006/table">
            <a:tbl>
              <a:tblPr firstRow="1" bandRow="1">
                <a:tableStyleId>{5940675A-B579-460E-94D1-54222C63F5DA}</a:tableStyleId>
              </a:tblPr>
              <a:tblGrid>
                <a:gridCol w="1101924">
                  <a:extLst>
                    <a:ext uri="{9D8B030D-6E8A-4147-A177-3AD203B41FA5}">
                      <a16:colId xmlns:a16="http://schemas.microsoft.com/office/drawing/2014/main" val="3701388552"/>
                    </a:ext>
                  </a:extLst>
                </a:gridCol>
                <a:gridCol w="8834497">
                  <a:extLst>
                    <a:ext uri="{9D8B030D-6E8A-4147-A177-3AD203B41FA5}">
                      <a16:colId xmlns:a16="http://schemas.microsoft.com/office/drawing/2014/main" val="339215266"/>
                    </a:ext>
                  </a:extLst>
                </a:gridCol>
              </a:tblGrid>
              <a:tr h="0">
                <a:tc>
                  <a:txBody>
                    <a:bodyPr/>
                    <a:lstStyle/>
                    <a:p>
                      <a:pPr latinLnBrk="1"/>
                      <a:r>
                        <a:rPr lang="ko-KR" altLang="en-US" sz="900" dirty="0" err="1"/>
                        <a:t>검색구분</a:t>
                      </a:r>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a:txBody>
                    <a:bodyPr/>
                    <a:lstStyle/>
                    <a:p>
                      <a:pPr latinLnBrk="1"/>
                      <a:r>
                        <a:rPr lang="ko-KR" altLang="en-US" sz="900" dirty="0"/>
                        <a:t>판매기간</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944867"/>
                  </a:ext>
                </a:extLst>
              </a:tr>
              <a:tr h="0">
                <a:tc>
                  <a:txBody>
                    <a:bodyPr/>
                    <a:lstStyle/>
                    <a:p>
                      <a:pPr latinLnBrk="1"/>
                      <a:r>
                        <a:rPr lang="ko-KR" altLang="en-US" sz="900" dirty="0"/>
                        <a:t>상태</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r>
                        <a:rPr lang="en-US" altLang="ko-KR" sz="800" dirty="0"/>
                        <a:t> </a:t>
                      </a:r>
                      <a:r>
                        <a:rPr lang="ko-KR" altLang="en-US" sz="800" dirty="0"/>
                        <a:t>□ 전체     □ 대기      □ 진행중     □  마감</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0059607"/>
                  </a:ext>
                </a:extLst>
              </a:tr>
              <a:tr h="0">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9" name="직사각형 8">
            <a:extLst>
              <a:ext uri="{FF2B5EF4-FFF2-40B4-BE49-F238E27FC236}">
                <a16:creationId xmlns:a16="http://schemas.microsoft.com/office/drawing/2014/main" id="{D81DC255-C17A-4580-859A-2FFEF341169E}"/>
              </a:ext>
            </a:extLst>
          </p:cNvPr>
          <p:cNvSpPr/>
          <p:nvPr/>
        </p:nvSpPr>
        <p:spPr>
          <a:xfrm>
            <a:off x="8852123" y="5303961"/>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14" name="타원 13">
            <a:extLst>
              <a:ext uri="{FF2B5EF4-FFF2-40B4-BE49-F238E27FC236}">
                <a16:creationId xmlns:a16="http://schemas.microsoft.com/office/drawing/2014/main" id="{1F7A9C42-CBCD-4FB8-BA7C-77C3A98907AB}"/>
              </a:ext>
            </a:extLst>
          </p:cNvPr>
          <p:cNvSpPr/>
          <p:nvPr/>
        </p:nvSpPr>
        <p:spPr>
          <a:xfrm>
            <a:off x="8296395" y="742937"/>
            <a:ext cx="1002412" cy="397681"/>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 name="직선 화살표 연결선 14">
            <a:extLst>
              <a:ext uri="{FF2B5EF4-FFF2-40B4-BE49-F238E27FC236}">
                <a16:creationId xmlns:a16="http://schemas.microsoft.com/office/drawing/2014/main" id="{3D6524A8-A13E-4855-A5AB-847363E24A04}"/>
              </a:ext>
            </a:extLst>
          </p:cNvPr>
          <p:cNvCxnSpPr>
            <a:cxnSpLocks/>
            <a:stCxn id="14" idx="4"/>
          </p:cNvCxnSpPr>
          <p:nvPr/>
        </p:nvCxnSpPr>
        <p:spPr>
          <a:xfrm>
            <a:off x="8797601" y="1140618"/>
            <a:ext cx="62957" cy="3115871"/>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44A9FC31-20FE-4E49-9FC2-858C1F6C6C82}"/>
              </a:ext>
            </a:extLst>
          </p:cNvPr>
          <p:cNvSpPr txBox="1"/>
          <p:nvPr/>
        </p:nvSpPr>
        <p:spPr>
          <a:xfrm>
            <a:off x="-750118" y="4141073"/>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17" name="Window Outer">
            <a:extLst>
              <a:ext uri="{FF2B5EF4-FFF2-40B4-BE49-F238E27FC236}">
                <a16:creationId xmlns:a16="http://schemas.microsoft.com/office/drawing/2014/main" id="{D6A3499F-CCA1-4CB3-9A52-45129BC8F716}"/>
              </a:ext>
            </a:extLst>
          </p:cNvPr>
          <p:cNvSpPr/>
          <p:nvPr>
            <p:custDataLst>
              <p:tags r:id="rId1"/>
            </p:custDataLst>
          </p:nvPr>
        </p:nvSpPr>
        <p:spPr>
          <a:xfrm>
            <a:off x="3058789" y="2256825"/>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sz="1000" b="1" dirty="0">
                <a:solidFill>
                  <a:schemeClr val="bg1"/>
                </a:solidFill>
                <a:latin typeface="Calibri" pitchFamily="34" charset="0"/>
                <a:cs typeface="Calibri" pitchFamily="34" charset="0"/>
              </a:rPr>
              <a:t>Confirm</a:t>
            </a:r>
          </a:p>
        </p:txBody>
      </p:sp>
      <p:sp>
        <p:nvSpPr>
          <p:cNvPr id="18" name="Window Inner">
            <a:extLst>
              <a:ext uri="{FF2B5EF4-FFF2-40B4-BE49-F238E27FC236}">
                <a16:creationId xmlns:a16="http://schemas.microsoft.com/office/drawing/2014/main" id="{6931F6CC-5660-4396-A275-FB50C62D9FE3}"/>
              </a:ext>
            </a:extLst>
          </p:cNvPr>
          <p:cNvSpPr/>
          <p:nvPr>
            <p:custDataLst>
              <p:tags r:id="rId2"/>
            </p:custDataLst>
          </p:nvPr>
        </p:nvSpPr>
        <p:spPr>
          <a:xfrm>
            <a:off x="3099005" y="2463200"/>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19" name="TextBox 18">
            <a:extLst>
              <a:ext uri="{FF2B5EF4-FFF2-40B4-BE49-F238E27FC236}">
                <a16:creationId xmlns:a16="http://schemas.microsoft.com/office/drawing/2014/main" id="{02CF94BF-4CAF-4449-BA0A-D71FE23D4F7C}"/>
              </a:ext>
            </a:extLst>
          </p:cNvPr>
          <p:cNvSpPr txBox="1"/>
          <p:nvPr/>
        </p:nvSpPr>
        <p:spPr>
          <a:xfrm>
            <a:off x="3778970" y="2704542"/>
            <a:ext cx="2044149" cy="438838"/>
          </a:xfrm>
          <a:prstGeom prst="rect">
            <a:avLst/>
          </a:prstGeom>
          <a:noFill/>
        </p:spPr>
        <p:txBody>
          <a:bodyPr wrap="none" rtlCol="0">
            <a:spAutoFit/>
          </a:bodyPr>
          <a:lstStyle/>
          <a:p>
            <a:pPr algn="ctr">
              <a:lnSpc>
                <a:spcPct val="150000"/>
              </a:lnSpc>
            </a:pPr>
            <a:r>
              <a:rPr lang="ko-KR" altLang="en-US" sz="800" dirty="0">
                <a:latin typeface="나눔고딕" charset="0"/>
                <a:ea typeface="나눔고딕" charset="0"/>
              </a:rPr>
              <a:t>공동구매상품 정보를 삭제하시겠습니까</a:t>
            </a:r>
            <a:r>
              <a:rPr lang="en-US" altLang="ko-KR" sz="800" dirty="0">
                <a:latin typeface="나눔고딕" charset="0"/>
                <a:ea typeface="나눔고딕" charset="0"/>
              </a:rPr>
              <a:t>?</a:t>
            </a:r>
          </a:p>
          <a:p>
            <a:pPr algn="ctr">
              <a:lnSpc>
                <a:spcPct val="150000"/>
              </a:lnSpc>
            </a:pPr>
            <a:r>
              <a:rPr lang="ko-KR" altLang="en-US" sz="800" dirty="0">
                <a:latin typeface="나눔고딕" charset="0"/>
                <a:ea typeface="나눔고딕" charset="0"/>
              </a:rPr>
              <a:t>삭제 후에는 복구할 수 없습니다</a:t>
            </a:r>
            <a:r>
              <a:rPr lang="en-US" altLang="ko-KR" sz="800" dirty="0">
                <a:latin typeface="나눔고딕" charset="0"/>
                <a:ea typeface="나눔고딕" charset="0"/>
              </a:rPr>
              <a:t>.</a:t>
            </a:r>
            <a:endParaRPr lang="ko-KR" altLang="en-US" sz="800" dirty="0">
              <a:latin typeface="나눔고딕" charset="0"/>
              <a:ea typeface="나눔고딕" charset="0"/>
            </a:endParaRPr>
          </a:p>
        </p:txBody>
      </p:sp>
      <p:sp>
        <p:nvSpPr>
          <p:cNvPr id="20" name="직사각형 19">
            <a:extLst>
              <a:ext uri="{FF2B5EF4-FFF2-40B4-BE49-F238E27FC236}">
                <a16:creationId xmlns:a16="http://schemas.microsoft.com/office/drawing/2014/main" id="{16776AA2-E950-466E-84CD-3043E86F107A}"/>
              </a:ext>
            </a:extLst>
          </p:cNvPr>
          <p:cNvSpPr/>
          <p:nvPr/>
        </p:nvSpPr>
        <p:spPr>
          <a:xfrm>
            <a:off x="4862401" y="3248695"/>
            <a:ext cx="632460" cy="273050"/>
          </a:xfrm>
          <a:prstGeom prst="rect">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취소</a:t>
            </a:r>
          </a:p>
        </p:txBody>
      </p:sp>
      <p:sp>
        <p:nvSpPr>
          <p:cNvPr id="21" name="직사각형 20">
            <a:extLst>
              <a:ext uri="{FF2B5EF4-FFF2-40B4-BE49-F238E27FC236}">
                <a16:creationId xmlns:a16="http://schemas.microsoft.com/office/drawing/2014/main" id="{C2203C63-F945-45A4-ADC9-1D2C8266F007}"/>
              </a:ext>
            </a:extLst>
          </p:cNvPr>
          <p:cNvSpPr/>
          <p:nvPr/>
        </p:nvSpPr>
        <p:spPr>
          <a:xfrm>
            <a:off x="4170251" y="3249965"/>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22" name="타원 21">
            <a:extLst>
              <a:ext uri="{FF2B5EF4-FFF2-40B4-BE49-F238E27FC236}">
                <a16:creationId xmlns:a16="http://schemas.microsoft.com/office/drawing/2014/main" id="{11DED7AE-2D5E-4D70-BDB6-149A55991724}"/>
              </a:ext>
            </a:extLst>
          </p:cNvPr>
          <p:cNvSpPr/>
          <p:nvPr/>
        </p:nvSpPr>
        <p:spPr>
          <a:xfrm>
            <a:off x="8048906" y="2979448"/>
            <a:ext cx="525952" cy="352181"/>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3" name="직선 화살표 연결선 22">
            <a:extLst>
              <a:ext uri="{FF2B5EF4-FFF2-40B4-BE49-F238E27FC236}">
                <a16:creationId xmlns:a16="http://schemas.microsoft.com/office/drawing/2014/main" id="{05B4F3A2-49AD-47CA-9B94-E8F49BF0CDCC}"/>
              </a:ext>
            </a:extLst>
          </p:cNvPr>
          <p:cNvCxnSpPr>
            <a:cxnSpLocks/>
            <a:stCxn id="22" idx="2"/>
            <a:endCxn id="18" idx="3"/>
          </p:cNvCxnSpPr>
          <p:nvPr/>
        </p:nvCxnSpPr>
        <p:spPr>
          <a:xfrm flipH="1" flipV="1">
            <a:off x="6571814" y="3035653"/>
            <a:ext cx="1477092" cy="119886"/>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FAAAD993-D16E-43B0-90A1-740978546910}"/>
              </a:ext>
            </a:extLst>
          </p:cNvPr>
          <p:cNvSpPr txBox="1"/>
          <p:nvPr/>
        </p:nvSpPr>
        <p:spPr>
          <a:xfrm>
            <a:off x="2932793" y="2084259"/>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31" name="직사각형 30">
            <a:extLst>
              <a:ext uri="{FF2B5EF4-FFF2-40B4-BE49-F238E27FC236}">
                <a16:creationId xmlns:a16="http://schemas.microsoft.com/office/drawing/2014/main" id="{B5A71C4D-BD83-49AA-9077-98420D9DA585}"/>
              </a:ext>
            </a:extLst>
          </p:cNvPr>
          <p:cNvSpPr/>
          <p:nvPr/>
        </p:nvSpPr>
        <p:spPr>
          <a:xfrm>
            <a:off x="816902" y="4629325"/>
            <a:ext cx="1531623" cy="17314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공동구매상품명              ▼</a:t>
            </a:r>
            <a:endParaRPr lang="en-US" altLang="ko-KR" sz="800" dirty="0">
              <a:solidFill>
                <a:schemeClr val="tx1"/>
              </a:solidFill>
            </a:endParaRPr>
          </a:p>
        </p:txBody>
      </p:sp>
      <p:sp>
        <p:nvSpPr>
          <p:cNvPr id="32" name="직사각형 31">
            <a:extLst>
              <a:ext uri="{FF2B5EF4-FFF2-40B4-BE49-F238E27FC236}">
                <a16:creationId xmlns:a16="http://schemas.microsoft.com/office/drawing/2014/main" id="{ABE98003-15C1-481D-AE4C-AC1D1B89FB67}"/>
              </a:ext>
            </a:extLst>
          </p:cNvPr>
          <p:cNvSpPr/>
          <p:nvPr/>
        </p:nvSpPr>
        <p:spPr>
          <a:xfrm>
            <a:off x="827450" y="4845170"/>
            <a:ext cx="609315"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33" name="그림 32">
            <a:extLst>
              <a:ext uri="{FF2B5EF4-FFF2-40B4-BE49-F238E27FC236}">
                <a16:creationId xmlns:a16="http://schemas.microsoft.com/office/drawing/2014/main" id="{83D3CA9A-60DB-42A1-8A23-97A73CAA3B79}"/>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462167" y="4837239"/>
            <a:ext cx="200163" cy="207177"/>
          </a:xfrm>
          <a:prstGeom prst="rect">
            <a:avLst/>
          </a:prstGeom>
          <a:ln w="6350">
            <a:noFill/>
          </a:ln>
        </p:spPr>
      </p:pic>
      <p:sp>
        <p:nvSpPr>
          <p:cNvPr id="34" name="TextBox 33">
            <a:extLst>
              <a:ext uri="{FF2B5EF4-FFF2-40B4-BE49-F238E27FC236}">
                <a16:creationId xmlns:a16="http://schemas.microsoft.com/office/drawing/2014/main" id="{9E0A166E-8E59-483E-9785-E1511425E023}"/>
              </a:ext>
            </a:extLst>
          </p:cNvPr>
          <p:cNvSpPr txBox="1"/>
          <p:nvPr/>
        </p:nvSpPr>
        <p:spPr>
          <a:xfrm>
            <a:off x="1609888" y="4821973"/>
            <a:ext cx="264816" cy="230832"/>
          </a:xfrm>
          <a:prstGeom prst="rect">
            <a:avLst/>
          </a:prstGeom>
          <a:noFill/>
        </p:spPr>
        <p:txBody>
          <a:bodyPr wrap="square" rtlCol="0">
            <a:spAutoFit/>
          </a:bodyPr>
          <a:lstStyle/>
          <a:p>
            <a:r>
              <a:rPr lang="en-US" altLang="ko-KR" sz="900" dirty="0"/>
              <a:t>~</a:t>
            </a:r>
            <a:endParaRPr lang="ko-KR" altLang="en-US" sz="900" dirty="0"/>
          </a:p>
        </p:txBody>
      </p:sp>
      <p:sp>
        <p:nvSpPr>
          <p:cNvPr id="35" name="직사각형 34">
            <a:extLst>
              <a:ext uri="{FF2B5EF4-FFF2-40B4-BE49-F238E27FC236}">
                <a16:creationId xmlns:a16="http://schemas.microsoft.com/office/drawing/2014/main" id="{3F80ADB5-0769-4EE2-924D-50BBB90B5E3B}"/>
              </a:ext>
            </a:extLst>
          </p:cNvPr>
          <p:cNvSpPr/>
          <p:nvPr/>
        </p:nvSpPr>
        <p:spPr>
          <a:xfrm>
            <a:off x="1836238" y="4845170"/>
            <a:ext cx="606992"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36" name="그림 35">
            <a:extLst>
              <a:ext uri="{FF2B5EF4-FFF2-40B4-BE49-F238E27FC236}">
                <a16:creationId xmlns:a16="http://schemas.microsoft.com/office/drawing/2014/main" id="{F1C8EA3B-81AE-400C-8F44-594F87667CAB}"/>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2470954" y="4837239"/>
            <a:ext cx="200163" cy="207177"/>
          </a:xfrm>
          <a:prstGeom prst="rect">
            <a:avLst/>
          </a:prstGeom>
          <a:ln w="6350">
            <a:noFill/>
          </a:ln>
        </p:spPr>
      </p:pic>
    </p:spTree>
    <p:extLst>
      <p:ext uri="{BB962C8B-B14F-4D97-AF65-F5344CB8AC3E}">
        <p14:creationId xmlns:p14="http://schemas.microsoft.com/office/powerpoint/2010/main" val="812510440"/>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17B64B9A-94B0-4C0D-B97D-9E481712FCA0}"/>
              </a:ext>
            </a:extLst>
          </p:cNvPr>
          <p:cNvGraphicFramePr>
            <a:graphicFrameLocks noGrp="1"/>
          </p:cNvGraphicFramePr>
          <p:nvPr>
            <p:extLst>
              <p:ext uri="{D42A27DB-BD31-4B8C-83A1-F6EECF244321}">
                <p14:modId xmlns:p14="http://schemas.microsoft.com/office/powerpoint/2010/main" val="804991612"/>
              </p:ext>
            </p:extLst>
          </p:nvPr>
        </p:nvGraphicFramePr>
        <p:xfrm>
          <a:off x="125632" y="3007609"/>
          <a:ext cx="9943899" cy="21336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목록 이미지 </a:t>
                      </a:r>
                      <a:r>
                        <a:rPr lang="en-US" altLang="ko-KR" sz="800" b="0" dirty="0">
                          <a:solidFill>
                            <a:schemeClr val="tx1"/>
                          </a:solidFill>
                        </a:rPr>
                        <a:t>( Max 5 )</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graphicFrame>
        <p:nvGraphicFramePr>
          <p:cNvPr id="3" name="표 2">
            <a:extLst>
              <a:ext uri="{FF2B5EF4-FFF2-40B4-BE49-F238E27FC236}">
                <a16:creationId xmlns:a16="http://schemas.microsoft.com/office/drawing/2014/main" id="{9AA923D2-C687-4261-8D39-F501966C69DD}"/>
              </a:ext>
            </a:extLst>
          </p:cNvPr>
          <p:cNvGraphicFramePr>
            <a:graphicFrameLocks noGrp="1"/>
          </p:cNvGraphicFramePr>
          <p:nvPr>
            <p:extLst>
              <p:ext uri="{D42A27DB-BD31-4B8C-83A1-F6EECF244321}">
                <p14:modId xmlns:p14="http://schemas.microsoft.com/office/powerpoint/2010/main" val="2081431866"/>
              </p:ext>
            </p:extLst>
          </p:nvPr>
        </p:nvGraphicFramePr>
        <p:xfrm>
          <a:off x="125632" y="728842"/>
          <a:ext cx="9943899" cy="85344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3780430">
                  <a:extLst>
                    <a:ext uri="{9D8B030D-6E8A-4147-A177-3AD203B41FA5}">
                      <a16:colId xmlns:a16="http://schemas.microsoft.com/office/drawing/2014/main" val="20001"/>
                    </a:ext>
                  </a:extLst>
                </a:gridCol>
                <a:gridCol w="1295703">
                  <a:extLst>
                    <a:ext uri="{9D8B030D-6E8A-4147-A177-3AD203B41FA5}">
                      <a16:colId xmlns:a16="http://schemas.microsoft.com/office/drawing/2014/main" val="4010982125"/>
                    </a:ext>
                  </a:extLst>
                </a:gridCol>
                <a:gridCol w="3662741">
                  <a:extLst>
                    <a:ext uri="{9D8B030D-6E8A-4147-A177-3AD203B41FA5}">
                      <a16:colId xmlns:a16="http://schemas.microsoft.com/office/drawing/2014/main" val="2646234070"/>
                    </a:ext>
                  </a:extLst>
                </a:gridCol>
              </a:tblGrid>
              <a:tr h="0">
                <a:tc>
                  <a:txBody>
                    <a:bodyPr/>
                    <a:lstStyle/>
                    <a:p>
                      <a:pPr latinLnBrk="1"/>
                      <a:r>
                        <a:rPr lang="ko-KR" altLang="en-US" sz="800" b="0" dirty="0">
                          <a:solidFill>
                            <a:schemeClr val="tx1"/>
                          </a:solidFill>
                        </a:rPr>
                        <a:t>공동구매상품 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Me9-2024-099833</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상품상태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대기  </a:t>
                      </a:r>
                      <a:r>
                        <a:rPr lang="en-US" altLang="ko-KR" sz="800" b="0" dirty="0">
                          <a:solidFill>
                            <a:schemeClr val="tx1"/>
                          </a:solidFill>
                        </a:rPr>
                        <a:t>○</a:t>
                      </a:r>
                      <a:r>
                        <a:rPr lang="ko-KR" altLang="en-US" sz="800" b="0" i="0" u="none" strike="noStrike" dirty="0">
                          <a:solidFill>
                            <a:srgbClr val="000000"/>
                          </a:solidFill>
                          <a:effectLst/>
                          <a:latin typeface="+mn-lt"/>
                        </a:rPr>
                        <a:t> 진행중 </a:t>
                      </a:r>
                      <a:r>
                        <a:rPr lang="ko-KR" altLang="en-US" sz="800" b="0" i="0" u="none" strike="noStrike" baseline="0" dirty="0">
                          <a:solidFill>
                            <a:srgbClr val="000000"/>
                          </a:solidFill>
                          <a:effectLst/>
                          <a:latin typeface="+mn-lt"/>
                        </a:rPr>
                        <a:t> </a:t>
                      </a:r>
                      <a:r>
                        <a:rPr lang="en-US" altLang="ko-KR" sz="800" b="0" dirty="0">
                          <a:solidFill>
                            <a:schemeClr val="tx1"/>
                          </a:solidFill>
                        </a:rPr>
                        <a:t>○</a:t>
                      </a:r>
                      <a:r>
                        <a:rPr lang="ko-KR" altLang="en-US" sz="800" b="0" i="0" u="none" strike="noStrike" dirty="0">
                          <a:solidFill>
                            <a:srgbClr val="000000"/>
                          </a:solidFill>
                          <a:effectLst/>
                          <a:latin typeface="+mn-lt"/>
                        </a:rPr>
                        <a:t> 마감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공동구매상품 분류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latinLnBrk="1"/>
                      <a:r>
                        <a:rPr lang="ko-KR" altLang="en-US" sz="800" b="0" dirty="0">
                          <a:solidFill>
                            <a:schemeClr val="tx1"/>
                          </a:solidFill>
                        </a:rPr>
                        <a:t>공동구매상품명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latinLnBrk="1"/>
                      <a:r>
                        <a:rPr lang="ko-KR" altLang="en-US" sz="800" b="0" dirty="0">
                          <a:solidFill>
                            <a:schemeClr val="tx1"/>
                          </a:solidFill>
                        </a:rPr>
                        <a:t>상품가격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기본금액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a:t>
                      </a:r>
                      <a:r>
                        <a:rPr lang="ko-KR" altLang="en-US" sz="800" b="0" i="0" u="none" strike="noStrike" dirty="0">
                          <a:solidFill>
                            <a:srgbClr val="000000"/>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021316242"/>
                  </a:ext>
                </a:extLst>
              </a:tr>
            </a:tbl>
          </a:graphicData>
        </a:graphic>
      </p:graphicFrame>
      <p:grpSp>
        <p:nvGrpSpPr>
          <p:cNvPr id="4" name="그룹 3">
            <a:extLst>
              <a:ext uri="{FF2B5EF4-FFF2-40B4-BE49-F238E27FC236}">
                <a16:creationId xmlns:a16="http://schemas.microsoft.com/office/drawing/2014/main" id="{63E5762D-07FF-4E8D-B7BD-870440CAF62C}"/>
              </a:ext>
            </a:extLst>
          </p:cNvPr>
          <p:cNvGrpSpPr/>
          <p:nvPr/>
        </p:nvGrpSpPr>
        <p:grpSpPr>
          <a:xfrm>
            <a:off x="1419829" y="3058808"/>
            <a:ext cx="2089400" cy="120097"/>
            <a:chOff x="5148065" y="1124744"/>
            <a:chExt cx="2089400" cy="192328"/>
          </a:xfrm>
        </p:grpSpPr>
        <p:sp>
          <p:nvSpPr>
            <p:cNvPr id="5" name="직사각형 4">
              <a:extLst>
                <a:ext uri="{FF2B5EF4-FFF2-40B4-BE49-F238E27FC236}">
                  <a16:creationId xmlns:a16="http://schemas.microsoft.com/office/drawing/2014/main" id="{1CBBEC54-344A-47D3-B188-0C43349D2DDC}"/>
                </a:ext>
              </a:extLst>
            </p:cNvPr>
            <p:cNvSpPr/>
            <p:nvPr/>
          </p:nvSpPr>
          <p:spPr>
            <a:xfrm>
              <a:off x="5148065" y="1124744"/>
              <a:ext cx="1368151"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6" name="직사각형 5">
              <a:extLst>
                <a:ext uri="{FF2B5EF4-FFF2-40B4-BE49-F238E27FC236}">
                  <a16:creationId xmlns:a16="http://schemas.microsoft.com/office/drawing/2014/main" id="{50903B7E-625B-41C6-8BE2-72412B58FAC4}"/>
                </a:ext>
              </a:extLst>
            </p:cNvPr>
            <p:cNvSpPr/>
            <p:nvPr/>
          </p:nvSpPr>
          <p:spPr>
            <a:xfrm>
              <a:off x="6516216" y="112474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endParaRPr lang="en-US" altLang="ko-KR" sz="800" dirty="0">
                <a:solidFill>
                  <a:schemeClr val="bg1"/>
                </a:solidFill>
              </a:endParaRPr>
            </a:p>
          </p:txBody>
        </p:sp>
      </p:grpSp>
      <p:sp>
        <p:nvSpPr>
          <p:cNvPr id="7" name="TextBox 6">
            <a:extLst>
              <a:ext uri="{FF2B5EF4-FFF2-40B4-BE49-F238E27FC236}">
                <a16:creationId xmlns:a16="http://schemas.microsoft.com/office/drawing/2014/main" id="{7CAFE302-377F-426E-BBCA-6D5803F6CDFC}"/>
              </a:ext>
            </a:extLst>
          </p:cNvPr>
          <p:cNvSpPr txBox="1"/>
          <p:nvPr/>
        </p:nvSpPr>
        <p:spPr>
          <a:xfrm>
            <a:off x="3606788" y="3009276"/>
            <a:ext cx="1560042" cy="230832"/>
          </a:xfrm>
          <a:prstGeom prst="rect">
            <a:avLst/>
          </a:prstGeom>
          <a:noFill/>
        </p:spPr>
        <p:txBody>
          <a:bodyPr wrap="none" rtlCol="0">
            <a:spAutoFit/>
          </a:bodyPr>
          <a:lstStyle/>
          <a:p>
            <a:r>
              <a:rPr lang="ko-KR" altLang="en-US" sz="900" dirty="0"/>
              <a:t>최적사이즈 </a:t>
            </a:r>
            <a:r>
              <a:rPr lang="en-US" altLang="ko-KR" sz="900" dirty="0"/>
              <a:t>000px * 000px</a:t>
            </a:r>
            <a:endParaRPr lang="ko-KR" altLang="en-US" sz="900" dirty="0"/>
          </a:p>
        </p:txBody>
      </p:sp>
      <p:sp>
        <p:nvSpPr>
          <p:cNvPr id="8" name="TextBox 7">
            <a:extLst>
              <a:ext uri="{FF2B5EF4-FFF2-40B4-BE49-F238E27FC236}">
                <a16:creationId xmlns:a16="http://schemas.microsoft.com/office/drawing/2014/main" id="{495E566B-5BC8-471D-A29A-BA5C68BAC937}"/>
              </a:ext>
            </a:extLst>
          </p:cNvPr>
          <p:cNvSpPr txBox="1"/>
          <p:nvPr/>
        </p:nvSpPr>
        <p:spPr>
          <a:xfrm>
            <a:off x="67275" y="498010"/>
            <a:ext cx="1534394"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공동구매상품 기본정보</a:t>
            </a:r>
            <a:endParaRPr lang="ko-KR" altLang="en-US" sz="900" dirty="0"/>
          </a:p>
        </p:txBody>
      </p:sp>
      <p:sp>
        <p:nvSpPr>
          <p:cNvPr id="9" name="직사각형 8">
            <a:extLst>
              <a:ext uri="{FF2B5EF4-FFF2-40B4-BE49-F238E27FC236}">
                <a16:creationId xmlns:a16="http://schemas.microsoft.com/office/drawing/2014/main" id="{73FE292D-6445-4149-8025-7BB66E256F86}"/>
              </a:ext>
            </a:extLst>
          </p:cNvPr>
          <p:cNvSpPr/>
          <p:nvPr/>
        </p:nvSpPr>
        <p:spPr>
          <a:xfrm>
            <a:off x="5278037" y="3040192"/>
            <a:ext cx="721249" cy="154747"/>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추가하기</a:t>
            </a:r>
            <a:endParaRPr lang="en-US" altLang="ko-KR" sz="800" dirty="0">
              <a:solidFill>
                <a:schemeClr val="bg1"/>
              </a:solidFill>
            </a:endParaRPr>
          </a:p>
        </p:txBody>
      </p:sp>
      <p:grpSp>
        <p:nvGrpSpPr>
          <p:cNvPr id="10" name="그룹 9">
            <a:extLst>
              <a:ext uri="{FF2B5EF4-FFF2-40B4-BE49-F238E27FC236}">
                <a16:creationId xmlns:a16="http://schemas.microsoft.com/office/drawing/2014/main" id="{3256DE61-D0BC-4F55-9443-5DADE309EE9F}"/>
              </a:ext>
            </a:extLst>
          </p:cNvPr>
          <p:cNvGrpSpPr/>
          <p:nvPr/>
        </p:nvGrpSpPr>
        <p:grpSpPr>
          <a:xfrm>
            <a:off x="1414155" y="977395"/>
            <a:ext cx="3372978" cy="142974"/>
            <a:chOff x="889678" y="2192622"/>
            <a:chExt cx="2522315" cy="192328"/>
          </a:xfrm>
        </p:grpSpPr>
        <p:sp>
          <p:nvSpPr>
            <p:cNvPr id="11" name="직사각형 10">
              <a:extLst>
                <a:ext uri="{FF2B5EF4-FFF2-40B4-BE49-F238E27FC236}">
                  <a16:creationId xmlns:a16="http://schemas.microsoft.com/office/drawing/2014/main" id="{1412C7D7-D6B0-4410-BA20-B14A455AB69D}"/>
                </a:ext>
              </a:extLst>
            </p:cNvPr>
            <p:cNvSpPr/>
            <p:nvPr/>
          </p:nvSpPr>
          <p:spPr>
            <a:xfrm>
              <a:off x="889678"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12" name="직사각형 11">
              <a:extLst>
                <a:ext uri="{FF2B5EF4-FFF2-40B4-BE49-F238E27FC236}">
                  <a16:creationId xmlns:a16="http://schemas.microsoft.com/office/drawing/2014/main" id="{3BBF4D5F-5B25-400E-A583-0351FD1A9157}"/>
                </a:ext>
              </a:extLst>
            </p:cNvPr>
            <p:cNvSpPr/>
            <p:nvPr/>
          </p:nvSpPr>
          <p:spPr>
            <a:xfrm>
              <a:off x="1751471"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sp>
          <p:nvSpPr>
            <p:cNvPr id="13" name="직사각형 12">
              <a:extLst>
                <a:ext uri="{FF2B5EF4-FFF2-40B4-BE49-F238E27FC236}">
                  <a16:creationId xmlns:a16="http://schemas.microsoft.com/office/drawing/2014/main" id="{1C819750-A270-4286-99EE-144859721F21}"/>
                </a:ext>
              </a:extLst>
            </p:cNvPr>
            <p:cNvSpPr/>
            <p:nvPr/>
          </p:nvSpPr>
          <p:spPr>
            <a:xfrm>
              <a:off x="2619904"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소분류 ▼</a:t>
              </a:r>
              <a:endParaRPr lang="en-US" altLang="ko-KR" sz="800" dirty="0">
                <a:solidFill>
                  <a:schemeClr val="tx1">
                    <a:lumMod val="50000"/>
                    <a:lumOff val="50000"/>
                  </a:schemeClr>
                </a:solidFill>
              </a:endParaRPr>
            </a:p>
          </p:txBody>
        </p:sp>
      </p:grpSp>
      <p:sp>
        <p:nvSpPr>
          <p:cNvPr id="14" name="직사각형 13">
            <a:extLst>
              <a:ext uri="{FF2B5EF4-FFF2-40B4-BE49-F238E27FC236}">
                <a16:creationId xmlns:a16="http://schemas.microsoft.com/office/drawing/2014/main" id="{B6F7BD7C-6CEE-48BE-83F0-B0AF64BC9D4B}"/>
              </a:ext>
            </a:extLst>
          </p:cNvPr>
          <p:cNvSpPr/>
          <p:nvPr/>
        </p:nvSpPr>
        <p:spPr>
          <a:xfrm>
            <a:off x="1414155" y="1177620"/>
            <a:ext cx="8535063"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5" name="직사각형 14">
            <a:extLst>
              <a:ext uri="{FF2B5EF4-FFF2-40B4-BE49-F238E27FC236}">
                <a16:creationId xmlns:a16="http://schemas.microsoft.com/office/drawing/2014/main" id="{4C702486-13B8-4DFF-AA93-FE9A5A359514}"/>
              </a:ext>
            </a:extLst>
          </p:cNvPr>
          <p:cNvSpPr/>
          <p:nvPr/>
        </p:nvSpPr>
        <p:spPr>
          <a:xfrm>
            <a:off x="1409301" y="1383512"/>
            <a:ext cx="1587689"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1,000</a:t>
            </a:r>
          </a:p>
        </p:txBody>
      </p:sp>
      <p:sp>
        <p:nvSpPr>
          <p:cNvPr id="16" name="TextBox 15">
            <a:extLst>
              <a:ext uri="{FF2B5EF4-FFF2-40B4-BE49-F238E27FC236}">
                <a16:creationId xmlns:a16="http://schemas.microsoft.com/office/drawing/2014/main" id="{281ACFAA-6042-4F0B-A3F7-EC219B04D7F4}"/>
              </a:ext>
            </a:extLst>
          </p:cNvPr>
          <p:cNvSpPr txBox="1"/>
          <p:nvPr/>
        </p:nvSpPr>
        <p:spPr>
          <a:xfrm>
            <a:off x="67275" y="2747443"/>
            <a:ext cx="1689886"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공동구매상품 목록 이미지</a:t>
            </a:r>
            <a:endParaRPr lang="ko-KR" altLang="en-US" sz="900" dirty="0"/>
          </a:p>
        </p:txBody>
      </p:sp>
      <p:graphicFrame>
        <p:nvGraphicFramePr>
          <p:cNvPr id="17" name="표 16">
            <a:extLst>
              <a:ext uri="{FF2B5EF4-FFF2-40B4-BE49-F238E27FC236}">
                <a16:creationId xmlns:a16="http://schemas.microsoft.com/office/drawing/2014/main" id="{D81E1DA1-D1F3-4CB0-B17F-76EE802A7B9F}"/>
              </a:ext>
            </a:extLst>
          </p:cNvPr>
          <p:cNvGraphicFramePr>
            <a:graphicFrameLocks noGrp="1"/>
          </p:cNvGraphicFramePr>
          <p:nvPr>
            <p:extLst>
              <p:ext uri="{D42A27DB-BD31-4B8C-83A1-F6EECF244321}">
                <p14:modId xmlns:p14="http://schemas.microsoft.com/office/powerpoint/2010/main" val="895470946"/>
              </p:ext>
            </p:extLst>
          </p:nvPr>
        </p:nvGraphicFramePr>
        <p:xfrm>
          <a:off x="125632" y="6597341"/>
          <a:ext cx="9943899" cy="128016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8738874">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과세구분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과세        ○면세         ○영세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425068108"/>
                  </a:ext>
                </a:extLst>
              </a:tr>
              <a:tr h="0">
                <a:tc rowSpan="5">
                  <a:txBody>
                    <a:bodyPr/>
                    <a:lstStyle/>
                    <a:p>
                      <a:pPr latinLnBrk="1"/>
                      <a:r>
                        <a:rPr lang="ko-KR" altLang="en-US" sz="800" b="0" dirty="0">
                          <a:solidFill>
                            <a:schemeClr val="tx1"/>
                          </a:solidFill>
                        </a:rPr>
                        <a:t>판매 혜택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판매 수량                                          혜택 금액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0991833"/>
                  </a:ext>
                </a:extLst>
              </a:tr>
              <a:tr h="0">
                <a:tc vMerge="1">
                  <a:txBody>
                    <a:bodyPr/>
                    <a:lstStyle/>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100</a:t>
                      </a:r>
                      <a:r>
                        <a:rPr lang="ko-KR" altLang="en-US" sz="800" b="0" i="0" u="none" strike="noStrike" dirty="0">
                          <a:solidFill>
                            <a:srgbClr val="000000"/>
                          </a:solidFill>
                          <a:effectLst/>
                          <a:latin typeface="+mn-lt"/>
                        </a:rPr>
                        <a:t>개 이상일 경우 </a:t>
                      </a:r>
                      <a:r>
                        <a:rPr lang="en-US" altLang="ko-KR" sz="800" b="0" i="0" u="none" strike="noStrike" dirty="0">
                          <a:solidFill>
                            <a:srgbClr val="000000"/>
                          </a:solidFill>
                          <a:effectLst/>
                          <a:latin typeface="+mn-lt"/>
                        </a:rPr>
                        <a:t>10,000</a:t>
                      </a:r>
                      <a:r>
                        <a:rPr lang="ko-KR" altLang="en-US" sz="800" b="0" i="0" u="none" strike="noStrike" dirty="0">
                          <a:solidFill>
                            <a:srgbClr val="000000"/>
                          </a:solidFill>
                          <a:effectLst/>
                          <a:latin typeface="+mn-lt"/>
                        </a:rPr>
                        <a:t>원 혜택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91147637"/>
                  </a:ext>
                </a:extLst>
              </a:tr>
              <a:tr h="0">
                <a:tc vMerge="1">
                  <a:txBody>
                    <a:bodyPr/>
                    <a:lstStyle/>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200</a:t>
                      </a:r>
                      <a:r>
                        <a:rPr lang="ko-KR" altLang="en-US" sz="800" b="0" i="0" u="none" strike="noStrike" dirty="0">
                          <a:solidFill>
                            <a:srgbClr val="000000"/>
                          </a:solidFill>
                          <a:effectLst/>
                          <a:latin typeface="+mn-lt"/>
                        </a:rPr>
                        <a:t>개 이상일 경우 </a:t>
                      </a:r>
                      <a:r>
                        <a:rPr lang="en-US" altLang="ko-KR" sz="800" b="0" i="0" u="none" strike="noStrike" dirty="0">
                          <a:solidFill>
                            <a:srgbClr val="000000"/>
                          </a:solidFill>
                          <a:effectLst/>
                          <a:latin typeface="+mn-lt"/>
                        </a:rPr>
                        <a:t>20,000</a:t>
                      </a:r>
                      <a:r>
                        <a:rPr lang="ko-KR" altLang="en-US" sz="800" b="0" i="0" u="none" strike="noStrike" dirty="0">
                          <a:solidFill>
                            <a:srgbClr val="000000"/>
                          </a:solidFill>
                          <a:effectLst/>
                          <a:latin typeface="+mn-lt"/>
                        </a:rPr>
                        <a:t>원 혜택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05656738"/>
                  </a:ext>
                </a:extLst>
              </a:tr>
              <a:tr h="0">
                <a:tc vMerge="1">
                  <a:txBody>
                    <a:bodyPr/>
                    <a:lstStyle/>
                    <a:p>
                      <a:pPr latinLnBrk="1"/>
                      <a:endParaRPr lang="ko-KR" altLang="en-US"/>
                    </a:p>
                  </a:txBody>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총 </a:t>
                      </a:r>
                      <a:r>
                        <a:rPr lang="en-US" altLang="ko-KR" sz="800" b="0" i="0" u="none" strike="noStrike" dirty="0">
                          <a:solidFill>
                            <a:srgbClr val="000000"/>
                          </a:solidFill>
                          <a:effectLst/>
                          <a:latin typeface="+mn-lt"/>
                        </a:rPr>
                        <a:t>300</a:t>
                      </a:r>
                      <a:r>
                        <a:rPr lang="ko-KR" altLang="en-US" sz="800" b="0" i="0" u="none" strike="noStrike" dirty="0">
                          <a:solidFill>
                            <a:srgbClr val="000000"/>
                          </a:solidFill>
                          <a:effectLst/>
                          <a:latin typeface="+mn-lt"/>
                        </a:rPr>
                        <a:t>개 이상일</a:t>
                      </a:r>
                      <a:r>
                        <a:rPr lang="ko-KR" altLang="en-US" sz="800" b="0" i="0" u="none" strike="noStrike" baseline="0" dirty="0">
                          <a:solidFill>
                            <a:srgbClr val="000000"/>
                          </a:solidFill>
                          <a:effectLst/>
                          <a:latin typeface="+mn-lt"/>
                        </a:rPr>
                        <a:t> 경우 </a:t>
                      </a:r>
                      <a:r>
                        <a:rPr lang="en-US" altLang="ko-KR" sz="800" b="0" i="0" u="none" strike="noStrike" baseline="0" dirty="0">
                          <a:solidFill>
                            <a:srgbClr val="000000"/>
                          </a:solidFill>
                          <a:effectLst/>
                          <a:latin typeface="+mn-lt"/>
                        </a:rPr>
                        <a:t>30,000</a:t>
                      </a:r>
                      <a:r>
                        <a:rPr lang="ko-KR" altLang="en-US" sz="800" b="0" i="0" u="none" strike="noStrike" baseline="0" dirty="0">
                          <a:solidFill>
                            <a:srgbClr val="000000"/>
                          </a:solidFill>
                          <a:effectLst/>
                          <a:latin typeface="+mn-lt"/>
                        </a:rPr>
                        <a:t>원 혜택</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80635641"/>
                  </a:ext>
                </a:extLst>
              </a:tr>
              <a:tr h="0">
                <a:tc vMerge="1">
                  <a:txBody>
                    <a:bodyPr/>
                    <a:lstStyle/>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FF0000"/>
                          </a:solidFill>
                          <a:effectLst/>
                          <a:latin typeface="+mn-lt"/>
                        </a:rPr>
                        <a:t>* </a:t>
                      </a:r>
                      <a:r>
                        <a:rPr lang="ko-KR" altLang="en-US" sz="800" b="0" i="0" u="none" strike="noStrike" dirty="0">
                          <a:solidFill>
                            <a:srgbClr val="FF0000"/>
                          </a:solidFill>
                          <a:effectLst/>
                          <a:latin typeface="+mn-lt"/>
                        </a:rPr>
                        <a:t>등록 후에는 수정이 불가능 합니다</a:t>
                      </a:r>
                      <a:r>
                        <a:rPr lang="en-US" altLang="ko-KR" sz="800" b="0" i="0" u="none" strike="noStrike" dirty="0">
                          <a:solidFill>
                            <a:srgbClr val="FF0000"/>
                          </a:solidFill>
                          <a:effectLst/>
                          <a:latin typeface="+mn-lt"/>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bl>
          </a:graphicData>
        </a:graphic>
      </p:graphicFrame>
      <p:sp>
        <p:nvSpPr>
          <p:cNvPr id="18" name="TextBox 17">
            <a:extLst>
              <a:ext uri="{FF2B5EF4-FFF2-40B4-BE49-F238E27FC236}">
                <a16:creationId xmlns:a16="http://schemas.microsoft.com/office/drawing/2014/main" id="{D7E52EC8-5B15-4228-A01A-E06D1F46102B}"/>
              </a:ext>
            </a:extLst>
          </p:cNvPr>
          <p:cNvSpPr txBox="1"/>
          <p:nvPr/>
        </p:nvSpPr>
        <p:spPr>
          <a:xfrm>
            <a:off x="67275" y="6269042"/>
            <a:ext cx="1343638"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 판매 혜택</a:t>
            </a:r>
            <a:endParaRPr lang="ko-KR" altLang="en-US" sz="900" dirty="0"/>
          </a:p>
        </p:txBody>
      </p:sp>
      <p:sp>
        <p:nvSpPr>
          <p:cNvPr id="22" name="TextBox 21">
            <a:extLst>
              <a:ext uri="{FF2B5EF4-FFF2-40B4-BE49-F238E27FC236}">
                <a16:creationId xmlns:a16="http://schemas.microsoft.com/office/drawing/2014/main" id="{16661C0A-70AA-4F2D-BE1A-E51F198614D3}"/>
              </a:ext>
            </a:extLst>
          </p:cNvPr>
          <p:cNvSpPr txBox="1"/>
          <p:nvPr/>
        </p:nvSpPr>
        <p:spPr>
          <a:xfrm>
            <a:off x="67274" y="3419378"/>
            <a:ext cx="1574470"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공동구매상품 상세 설명</a:t>
            </a:r>
            <a:endParaRPr lang="ko-KR" altLang="en-US" sz="900" dirty="0"/>
          </a:p>
        </p:txBody>
      </p:sp>
      <p:graphicFrame>
        <p:nvGraphicFramePr>
          <p:cNvPr id="23" name="표 22">
            <a:extLst>
              <a:ext uri="{FF2B5EF4-FFF2-40B4-BE49-F238E27FC236}">
                <a16:creationId xmlns:a16="http://schemas.microsoft.com/office/drawing/2014/main" id="{B7112AA7-2729-4CC2-A057-BDA64D81977F}"/>
              </a:ext>
            </a:extLst>
          </p:cNvPr>
          <p:cNvGraphicFramePr>
            <a:graphicFrameLocks noGrp="1"/>
          </p:cNvGraphicFramePr>
          <p:nvPr>
            <p:extLst>
              <p:ext uri="{D42A27DB-BD31-4B8C-83A1-F6EECF244321}">
                <p14:modId xmlns:p14="http://schemas.microsoft.com/office/powerpoint/2010/main" val="4149666494"/>
              </p:ext>
            </p:extLst>
          </p:nvPr>
        </p:nvGraphicFramePr>
        <p:xfrm>
          <a:off x="125631" y="3680416"/>
          <a:ext cx="9943899" cy="213360"/>
        </p:xfrm>
        <a:graphic>
          <a:graphicData uri="http://schemas.openxmlformats.org/drawingml/2006/table">
            <a:tbl>
              <a:tblPr firstRow="1" bandRow="1">
                <a:tableStyleId>{5C22544A-7EE6-4342-B048-85BDC9FD1C3A}</a:tableStyleId>
              </a:tblPr>
              <a:tblGrid>
                <a:gridCol w="1201724">
                  <a:extLst>
                    <a:ext uri="{9D8B030D-6E8A-4147-A177-3AD203B41FA5}">
                      <a16:colId xmlns:a16="http://schemas.microsoft.com/office/drawing/2014/main" val="20000"/>
                    </a:ext>
                  </a:extLst>
                </a:gridCol>
                <a:gridCol w="8742175">
                  <a:extLst>
                    <a:ext uri="{9D8B030D-6E8A-4147-A177-3AD203B41FA5}">
                      <a16:colId xmlns:a16="http://schemas.microsoft.com/office/drawing/2014/main" val="20001"/>
                    </a:ext>
                  </a:extLst>
                </a:gridCol>
              </a:tblGrid>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상세정보 등록타입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이미지로 등록    </a:t>
                      </a:r>
                      <a:r>
                        <a:rPr lang="en-US" altLang="ko-KR" sz="800" b="0" dirty="0">
                          <a:solidFill>
                            <a:schemeClr val="tx1"/>
                          </a:solidFill>
                        </a:rPr>
                        <a:t>○ </a:t>
                      </a:r>
                      <a:r>
                        <a:rPr lang="ko-KR" altLang="en-US" sz="800" b="0" dirty="0">
                          <a:solidFill>
                            <a:schemeClr val="tx1"/>
                          </a:solidFill>
                        </a:rPr>
                        <a:t>텍스트로 등록</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graphicFrame>
        <p:nvGraphicFramePr>
          <p:cNvPr id="24" name="표 23">
            <a:extLst>
              <a:ext uri="{FF2B5EF4-FFF2-40B4-BE49-F238E27FC236}">
                <a16:creationId xmlns:a16="http://schemas.microsoft.com/office/drawing/2014/main" id="{6C9BB480-1640-4C6F-8A05-5764C713B525}"/>
              </a:ext>
            </a:extLst>
          </p:cNvPr>
          <p:cNvGraphicFramePr>
            <a:graphicFrameLocks noGrp="1"/>
          </p:cNvGraphicFramePr>
          <p:nvPr>
            <p:extLst>
              <p:ext uri="{D42A27DB-BD31-4B8C-83A1-F6EECF244321}">
                <p14:modId xmlns:p14="http://schemas.microsoft.com/office/powerpoint/2010/main" val="2877665242"/>
              </p:ext>
            </p:extLst>
          </p:nvPr>
        </p:nvGraphicFramePr>
        <p:xfrm>
          <a:off x="143578" y="9208481"/>
          <a:ext cx="9913121" cy="213360"/>
        </p:xfrm>
        <a:graphic>
          <a:graphicData uri="http://schemas.openxmlformats.org/drawingml/2006/table">
            <a:tbl>
              <a:tblPr firstRow="1" bandRow="1">
                <a:tableStyleId>{5C22544A-7EE6-4342-B048-85BDC9FD1C3A}</a:tableStyleId>
              </a:tblPr>
              <a:tblGrid>
                <a:gridCol w="1178320">
                  <a:extLst>
                    <a:ext uri="{9D8B030D-6E8A-4147-A177-3AD203B41FA5}">
                      <a16:colId xmlns:a16="http://schemas.microsoft.com/office/drawing/2014/main" val="20000"/>
                    </a:ext>
                  </a:extLst>
                </a:gridCol>
                <a:gridCol w="8734801">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발주 담당자 설정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a:t>
                      </a:r>
                      <a:r>
                        <a:rPr lang="ko-KR" altLang="en-US" sz="800" b="0" i="0" u="none" strike="noStrike" dirty="0" err="1">
                          <a:solidFill>
                            <a:srgbClr val="000000"/>
                          </a:solidFill>
                          <a:effectLst/>
                          <a:latin typeface="+mn-lt"/>
                        </a:rPr>
                        <a:t>설정안함</a:t>
                      </a:r>
                      <a:r>
                        <a:rPr lang="ko-KR" altLang="en-US" sz="800" b="0" i="0" u="none" strike="noStrike" dirty="0">
                          <a:solidFill>
                            <a:srgbClr val="000000"/>
                          </a:solidFill>
                          <a:effectLst/>
                          <a:latin typeface="+mn-lt"/>
                        </a:rPr>
                        <a:t>   ○ 설정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sp>
        <p:nvSpPr>
          <p:cNvPr id="25" name="TextBox 24">
            <a:extLst>
              <a:ext uri="{FF2B5EF4-FFF2-40B4-BE49-F238E27FC236}">
                <a16:creationId xmlns:a16="http://schemas.microsoft.com/office/drawing/2014/main" id="{C4A636EB-8B44-4674-A2CC-B930AC46F5A2}"/>
              </a:ext>
            </a:extLst>
          </p:cNvPr>
          <p:cNvSpPr txBox="1"/>
          <p:nvPr/>
        </p:nvSpPr>
        <p:spPr>
          <a:xfrm>
            <a:off x="67274" y="8980966"/>
            <a:ext cx="1228221"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발주 담당자 정보</a:t>
            </a:r>
            <a:endParaRPr lang="ko-KR" altLang="en-US" sz="900" dirty="0"/>
          </a:p>
        </p:txBody>
      </p:sp>
      <p:sp>
        <p:nvSpPr>
          <p:cNvPr id="26" name="직사각형 25">
            <a:extLst>
              <a:ext uri="{FF2B5EF4-FFF2-40B4-BE49-F238E27FC236}">
                <a16:creationId xmlns:a16="http://schemas.microsoft.com/office/drawing/2014/main" id="{BFBE50C2-9B5E-4F4C-8FBA-9462EFE041E0}"/>
              </a:ext>
            </a:extLst>
          </p:cNvPr>
          <p:cNvSpPr/>
          <p:nvPr/>
        </p:nvSpPr>
        <p:spPr>
          <a:xfrm>
            <a:off x="4504328" y="9669596"/>
            <a:ext cx="721249" cy="192328"/>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등록</a:t>
            </a:r>
            <a:endParaRPr lang="en-US" altLang="ko-KR" sz="800" dirty="0">
              <a:solidFill>
                <a:schemeClr val="bg1"/>
              </a:solidFill>
            </a:endParaRPr>
          </a:p>
        </p:txBody>
      </p:sp>
      <p:sp>
        <p:nvSpPr>
          <p:cNvPr id="27" name="직사각형 26">
            <a:extLst>
              <a:ext uri="{FF2B5EF4-FFF2-40B4-BE49-F238E27FC236}">
                <a16:creationId xmlns:a16="http://schemas.microsoft.com/office/drawing/2014/main" id="{A5CFF3B8-997F-4FF2-B509-FCB330FC6286}"/>
              </a:ext>
            </a:extLst>
          </p:cNvPr>
          <p:cNvSpPr/>
          <p:nvPr/>
        </p:nvSpPr>
        <p:spPr>
          <a:xfrm>
            <a:off x="5374751" y="9663669"/>
            <a:ext cx="721249" cy="192328"/>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목록</a:t>
            </a:r>
            <a:endParaRPr lang="en-US" altLang="ko-KR" sz="800" dirty="0">
              <a:solidFill>
                <a:schemeClr val="bg1"/>
              </a:solidFill>
            </a:endParaRPr>
          </a:p>
        </p:txBody>
      </p:sp>
      <p:graphicFrame>
        <p:nvGraphicFramePr>
          <p:cNvPr id="28" name="표 27">
            <a:extLst>
              <a:ext uri="{FF2B5EF4-FFF2-40B4-BE49-F238E27FC236}">
                <a16:creationId xmlns:a16="http://schemas.microsoft.com/office/drawing/2014/main" id="{64627D56-EF63-45B9-B9A7-653A34C1AF1C}"/>
              </a:ext>
            </a:extLst>
          </p:cNvPr>
          <p:cNvGraphicFramePr>
            <a:graphicFrameLocks noGrp="1"/>
          </p:cNvGraphicFramePr>
          <p:nvPr>
            <p:extLst>
              <p:ext uri="{D42A27DB-BD31-4B8C-83A1-F6EECF244321}">
                <p14:modId xmlns:p14="http://schemas.microsoft.com/office/powerpoint/2010/main" val="402909043"/>
              </p:ext>
            </p:extLst>
          </p:nvPr>
        </p:nvGraphicFramePr>
        <p:xfrm>
          <a:off x="125631" y="8364831"/>
          <a:ext cx="9943899" cy="21336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배송비 선택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29" name="직사각형 28">
            <a:extLst>
              <a:ext uri="{FF2B5EF4-FFF2-40B4-BE49-F238E27FC236}">
                <a16:creationId xmlns:a16="http://schemas.microsoft.com/office/drawing/2014/main" id="{57AB5E73-AD7D-4E6D-B53E-B1384FCA2C88}"/>
              </a:ext>
            </a:extLst>
          </p:cNvPr>
          <p:cNvSpPr/>
          <p:nvPr/>
        </p:nvSpPr>
        <p:spPr>
          <a:xfrm>
            <a:off x="1412543" y="8416224"/>
            <a:ext cx="1682050" cy="11779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무료배송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조건식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30" name="TextBox 29">
            <a:extLst>
              <a:ext uri="{FF2B5EF4-FFF2-40B4-BE49-F238E27FC236}">
                <a16:creationId xmlns:a16="http://schemas.microsoft.com/office/drawing/2014/main" id="{067C9517-8994-435C-BE60-F0BFA2F91C3B}"/>
              </a:ext>
            </a:extLst>
          </p:cNvPr>
          <p:cNvSpPr txBox="1"/>
          <p:nvPr/>
        </p:nvSpPr>
        <p:spPr>
          <a:xfrm>
            <a:off x="65663" y="8073055"/>
            <a:ext cx="95731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배송비 선택</a:t>
            </a:r>
            <a:endParaRPr lang="ko-KR" altLang="en-US" sz="900" dirty="0"/>
          </a:p>
        </p:txBody>
      </p:sp>
      <p:sp>
        <p:nvSpPr>
          <p:cNvPr id="32" name="TextBox 31">
            <a:extLst>
              <a:ext uri="{FF2B5EF4-FFF2-40B4-BE49-F238E27FC236}">
                <a16:creationId xmlns:a16="http://schemas.microsoft.com/office/drawing/2014/main" id="{A99EF944-E000-435C-8094-044F7E0C4658}"/>
              </a:ext>
            </a:extLst>
          </p:cNvPr>
          <p:cNvSpPr txBox="1"/>
          <p:nvPr/>
        </p:nvSpPr>
        <p:spPr>
          <a:xfrm>
            <a:off x="67274" y="4155784"/>
            <a:ext cx="1691489"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취소</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환불</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교환</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 안내 설정</a:t>
            </a:r>
            <a:endParaRPr lang="ko-KR" altLang="en-US" sz="900" dirty="0"/>
          </a:p>
        </p:txBody>
      </p:sp>
      <p:graphicFrame>
        <p:nvGraphicFramePr>
          <p:cNvPr id="33" name="표 32">
            <a:extLst>
              <a:ext uri="{FF2B5EF4-FFF2-40B4-BE49-F238E27FC236}">
                <a16:creationId xmlns:a16="http://schemas.microsoft.com/office/drawing/2014/main" id="{A4166E59-2C50-4BD7-9D19-82F778EC515C}"/>
              </a:ext>
            </a:extLst>
          </p:cNvPr>
          <p:cNvGraphicFramePr>
            <a:graphicFrameLocks noGrp="1"/>
          </p:cNvGraphicFramePr>
          <p:nvPr>
            <p:extLst>
              <p:ext uri="{D42A27DB-BD31-4B8C-83A1-F6EECF244321}">
                <p14:modId xmlns:p14="http://schemas.microsoft.com/office/powerpoint/2010/main" val="1187556086"/>
              </p:ext>
            </p:extLst>
          </p:nvPr>
        </p:nvGraphicFramePr>
        <p:xfrm>
          <a:off x="125631" y="4416822"/>
          <a:ext cx="9943899" cy="1767840"/>
        </p:xfrm>
        <a:graphic>
          <a:graphicData uri="http://schemas.openxmlformats.org/drawingml/2006/table">
            <a:tbl>
              <a:tblPr firstRow="1" bandRow="1">
                <a:tableStyleId>{5C22544A-7EE6-4342-B048-85BDC9FD1C3A}</a:tableStyleId>
              </a:tblPr>
              <a:tblGrid>
                <a:gridCol w="1201724">
                  <a:extLst>
                    <a:ext uri="{9D8B030D-6E8A-4147-A177-3AD203B41FA5}">
                      <a16:colId xmlns:a16="http://schemas.microsoft.com/office/drawing/2014/main" val="20000"/>
                    </a:ext>
                  </a:extLst>
                </a:gridCol>
                <a:gridCol w="8742175">
                  <a:extLst>
                    <a:ext uri="{9D8B030D-6E8A-4147-A177-3AD203B41FA5}">
                      <a16:colId xmlns:a16="http://schemas.microsoft.com/office/drawing/2014/main" val="20001"/>
                    </a:ext>
                  </a:extLst>
                </a:gridCol>
              </a:tblGrid>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설정 정보 선택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취소</a:t>
                      </a:r>
                      <a:r>
                        <a:rPr lang="en-US" altLang="ko-KR" sz="800" b="0" dirty="0">
                          <a:solidFill>
                            <a:schemeClr val="tx1"/>
                          </a:solidFill>
                        </a:rPr>
                        <a:t>/</a:t>
                      </a:r>
                      <a:r>
                        <a:rPr lang="ko-KR" altLang="en-US" sz="800" b="0" dirty="0">
                          <a:solidFill>
                            <a:schemeClr val="tx1"/>
                          </a:solidFill>
                        </a:rPr>
                        <a:t>환불</a:t>
                      </a:r>
                      <a:r>
                        <a:rPr lang="en-US" altLang="ko-KR" sz="800" b="0" dirty="0">
                          <a:solidFill>
                            <a:schemeClr val="tx1"/>
                          </a:solidFill>
                        </a:rPr>
                        <a:t>(</a:t>
                      </a:r>
                      <a:r>
                        <a:rPr lang="ko-KR" altLang="en-US" sz="800" b="0" dirty="0">
                          <a:solidFill>
                            <a:schemeClr val="tx1"/>
                          </a:solidFill>
                        </a:rPr>
                        <a:t>교환</a:t>
                      </a:r>
                      <a:r>
                        <a:rPr lang="en-US" altLang="ko-KR" sz="800" b="0" dirty="0">
                          <a:solidFill>
                            <a:schemeClr val="tx1"/>
                          </a:solidFill>
                        </a:rPr>
                        <a:t>)</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안내 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35177375"/>
                  </a:ext>
                </a:extLst>
              </a:tr>
            </a:tbl>
          </a:graphicData>
        </a:graphic>
      </p:graphicFrame>
      <p:sp>
        <p:nvSpPr>
          <p:cNvPr id="34" name="직사각형 33">
            <a:extLst>
              <a:ext uri="{FF2B5EF4-FFF2-40B4-BE49-F238E27FC236}">
                <a16:creationId xmlns:a16="http://schemas.microsoft.com/office/drawing/2014/main" id="{17972470-2F38-4ED5-8EFA-E7CBC130CBA6}"/>
              </a:ext>
            </a:extLst>
          </p:cNvPr>
          <p:cNvSpPr/>
          <p:nvPr/>
        </p:nvSpPr>
        <p:spPr>
          <a:xfrm>
            <a:off x="1402115" y="4448154"/>
            <a:ext cx="1682050" cy="15726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기본 정보                        ▼</a:t>
            </a:r>
            <a:endParaRPr lang="en-US" altLang="ko-KR" sz="800" dirty="0">
              <a:solidFill>
                <a:schemeClr val="tx1">
                  <a:lumMod val="50000"/>
                  <a:lumOff val="50000"/>
                </a:schemeClr>
              </a:solidFill>
            </a:endParaRPr>
          </a:p>
        </p:txBody>
      </p:sp>
      <p:grpSp>
        <p:nvGrpSpPr>
          <p:cNvPr id="35" name="그룹 34">
            <a:extLst>
              <a:ext uri="{FF2B5EF4-FFF2-40B4-BE49-F238E27FC236}">
                <a16:creationId xmlns:a16="http://schemas.microsoft.com/office/drawing/2014/main" id="{A727DDC4-670A-4C2E-98F2-70F0D7BF2A5D}"/>
              </a:ext>
            </a:extLst>
          </p:cNvPr>
          <p:cNvGrpSpPr/>
          <p:nvPr/>
        </p:nvGrpSpPr>
        <p:grpSpPr>
          <a:xfrm>
            <a:off x="1402115" y="4681594"/>
            <a:ext cx="4950461" cy="218296"/>
            <a:chOff x="1557338" y="3290888"/>
            <a:chExt cx="6264166" cy="276225"/>
          </a:xfrm>
        </p:grpSpPr>
        <p:pic>
          <p:nvPicPr>
            <p:cNvPr id="36" name="Picture 2">
              <a:extLst>
                <a:ext uri="{FF2B5EF4-FFF2-40B4-BE49-F238E27FC236}">
                  <a16:creationId xmlns:a16="http://schemas.microsoft.com/office/drawing/2014/main" id="{188FE28E-DCDC-4CAA-ACAD-06BE5B57645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57338" y="3290888"/>
              <a:ext cx="6029325" cy="2762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7" name="Picture 3">
              <a:extLst>
                <a:ext uri="{FF2B5EF4-FFF2-40B4-BE49-F238E27FC236}">
                  <a16:creationId xmlns:a16="http://schemas.microsoft.com/office/drawing/2014/main" id="{A9B172A2-737E-4653-8F3B-3A41F7DFC56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92904" y="3310319"/>
              <a:ext cx="228600" cy="2190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38" name="직사각형 37">
            <a:extLst>
              <a:ext uri="{FF2B5EF4-FFF2-40B4-BE49-F238E27FC236}">
                <a16:creationId xmlns:a16="http://schemas.microsoft.com/office/drawing/2014/main" id="{6EA8155B-2C33-4271-94E9-B727230964B8}"/>
              </a:ext>
            </a:extLst>
          </p:cNvPr>
          <p:cNvSpPr/>
          <p:nvPr/>
        </p:nvSpPr>
        <p:spPr>
          <a:xfrm>
            <a:off x="1402115" y="4681594"/>
            <a:ext cx="7465939" cy="1399268"/>
          </a:xfrm>
          <a:prstGeom prst="rect">
            <a:avLst/>
          </a:prstGeom>
          <a:no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39" name="표 38">
            <a:extLst>
              <a:ext uri="{FF2B5EF4-FFF2-40B4-BE49-F238E27FC236}">
                <a16:creationId xmlns:a16="http://schemas.microsoft.com/office/drawing/2014/main" id="{9E5F77A2-21CB-4397-B878-976E5663C9D5}"/>
              </a:ext>
            </a:extLst>
          </p:cNvPr>
          <p:cNvGraphicFramePr>
            <a:graphicFrameLocks noGrp="1"/>
          </p:cNvGraphicFramePr>
          <p:nvPr>
            <p:extLst>
              <p:ext uri="{D42A27DB-BD31-4B8C-83A1-F6EECF244321}">
                <p14:modId xmlns:p14="http://schemas.microsoft.com/office/powerpoint/2010/main" val="254639748"/>
              </p:ext>
            </p:extLst>
          </p:nvPr>
        </p:nvGraphicFramePr>
        <p:xfrm>
          <a:off x="10171774" y="22159"/>
          <a:ext cx="1979018" cy="144883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RF-02-06-02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marL="0" indent="0" algn="l" latinLnBrk="1">
                        <a:buFontTx/>
                        <a:buNone/>
                      </a:pPr>
                      <a:r>
                        <a:rPr lang="ko-KR" altLang="en-US" sz="800" dirty="0"/>
                        <a:t>공동구매관리 </a:t>
                      </a:r>
                      <a:r>
                        <a:rPr lang="en-US" altLang="ko-KR" sz="800" dirty="0"/>
                        <a:t>&gt; </a:t>
                      </a:r>
                      <a:r>
                        <a:rPr lang="ko-KR" altLang="en-US" sz="800" dirty="0"/>
                        <a:t>공동구매상품 등록</a:t>
                      </a:r>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공동구매상품 등록</a:t>
                      </a:r>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공동구매상품 등록</a:t>
                      </a:r>
                      <a:r>
                        <a:rPr lang="ko-KR" altLang="en-US" sz="800" baseline="0" dirty="0"/>
                        <a:t> 화면</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bl>
          </a:graphicData>
        </a:graphic>
      </p:graphicFrame>
      <p:sp>
        <p:nvSpPr>
          <p:cNvPr id="40" name="TextBox 39">
            <a:extLst>
              <a:ext uri="{FF2B5EF4-FFF2-40B4-BE49-F238E27FC236}">
                <a16:creationId xmlns:a16="http://schemas.microsoft.com/office/drawing/2014/main" id="{281ACFAA-6042-4F0B-A3F7-EC219B04D7F4}"/>
              </a:ext>
            </a:extLst>
          </p:cNvPr>
          <p:cNvSpPr txBox="1"/>
          <p:nvPr/>
        </p:nvSpPr>
        <p:spPr>
          <a:xfrm>
            <a:off x="65663" y="1690806"/>
            <a:ext cx="1343638"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 판매 정보</a:t>
            </a:r>
            <a:endParaRPr lang="ko-KR" altLang="en-US" sz="900" dirty="0"/>
          </a:p>
        </p:txBody>
      </p:sp>
      <p:graphicFrame>
        <p:nvGraphicFramePr>
          <p:cNvPr id="41" name="표 40">
            <a:extLst>
              <a:ext uri="{FF2B5EF4-FFF2-40B4-BE49-F238E27FC236}">
                <a16:creationId xmlns:a16="http://schemas.microsoft.com/office/drawing/2014/main" id="{9AA923D2-C687-4261-8D39-F501966C69DD}"/>
              </a:ext>
            </a:extLst>
          </p:cNvPr>
          <p:cNvGraphicFramePr>
            <a:graphicFrameLocks noGrp="1"/>
          </p:cNvGraphicFramePr>
          <p:nvPr>
            <p:extLst>
              <p:ext uri="{D42A27DB-BD31-4B8C-83A1-F6EECF244321}">
                <p14:modId xmlns:p14="http://schemas.microsoft.com/office/powerpoint/2010/main" val="951249400"/>
              </p:ext>
            </p:extLst>
          </p:nvPr>
        </p:nvGraphicFramePr>
        <p:xfrm>
          <a:off x="125631" y="1952768"/>
          <a:ext cx="9943899" cy="64008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8738874">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공동구매상품</a:t>
                      </a:r>
                      <a:r>
                        <a:rPr lang="ko-KR" altLang="en-US" sz="800" b="0" baseline="0" dirty="0">
                          <a:solidFill>
                            <a:schemeClr val="tx1"/>
                          </a:solidFill>
                        </a:rPr>
                        <a:t> </a:t>
                      </a:r>
                      <a:r>
                        <a:rPr lang="ko-KR" altLang="en-US" sz="800" b="0" baseline="0" dirty="0" err="1">
                          <a:solidFill>
                            <a:schemeClr val="tx1"/>
                          </a:solidFill>
                        </a:rPr>
                        <a:t>판매명</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판매기간 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기간 설정     </a:t>
                      </a:r>
                      <a:r>
                        <a:rPr lang="en-US" altLang="ko-KR" sz="800" b="0" dirty="0">
                          <a:solidFill>
                            <a:schemeClr val="tx1"/>
                          </a:solidFill>
                        </a:rPr>
                        <a:t>● </a:t>
                      </a:r>
                      <a:r>
                        <a:rPr lang="ko-KR" altLang="en-US" sz="800" b="0" dirty="0">
                          <a:solidFill>
                            <a:schemeClr val="tx1"/>
                          </a:solidFill>
                        </a:rPr>
                        <a:t>기간 설정 없음</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latinLnBrk="1"/>
                      <a:r>
                        <a:rPr lang="ko-KR" altLang="en-US" sz="800" b="0" dirty="0">
                          <a:solidFill>
                            <a:schemeClr val="tx1"/>
                          </a:solidFill>
                        </a:rPr>
                        <a:t>판매 기간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a:t>
                      </a:r>
                      <a:r>
                        <a:rPr lang="en-US" altLang="ko-KR" sz="800" b="0" i="0" u="none" strike="noStrike" baseline="0" dirty="0">
                          <a:solidFill>
                            <a:srgbClr val="000000"/>
                          </a:solidFill>
                          <a:effectLst/>
                          <a:latin typeface="+mn-lt"/>
                        </a:rPr>
                        <a:t> </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42" name="직사각형 41">
            <a:extLst>
              <a:ext uri="{FF2B5EF4-FFF2-40B4-BE49-F238E27FC236}">
                <a16:creationId xmlns:a16="http://schemas.microsoft.com/office/drawing/2014/main" id="{1CBBEC54-344A-47D3-B188-0C43349D2DDC}"/>
              </a:ext>
            </a:extLst>
          </p:cNvPr>
          <p:cNvSpPr/>
          <p:nvPr/>
        </p:nvSpPr>
        <p:spPr>
          <a:xfrm>
            <a:off x="1398625" y="2439171"/>
            <a:ext cx="749772" cy="105075"/>
          </a:xfrm>
          <a:prstGeom prst="rect">
            <a:avLst/>
          </a:prstGeom>
          <a:solidFill>
            <a:schemeClr val="bg1">
              <a:lumMod val="95000"/>
            </a:schemeClr>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4" name="직사각형 43">
            <a:extLst>
              <a:ext uri="{FF2B5EF4-FFF2-40B4-BE49-F238E27FC236}">
                <a16:creationId xmlns:a16="http://schemas.microsoft.com/office/drawing/2014/main" id="{1CBBEC54-344A-47D3-B188-0C43349D2DDC}"/>
              </a:ext>
            </a:extLst>
          </p:cNvPr>
          <p:cNvSpPr/>
          <p:nvPr/>
        </p:nvSpPr>
        <p:spPr>
          <a:xfrm>
            <a:off x="2381078" y="2443204"/>
            <a:ext cx="749772" cy="105075"/>
          </a:xfrm>
          <a:prstGeom prst="rect">
            <a:avLst/>
          </a:prstGeom>
          <a:solidFill>
            <a:schemeClr val="bg1">
              <a:lumMod val="95000"/>
            </a:schemeClr>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5" name="직사각형 44">
            <a:extLst>
              <a:ext uri="{FF2B5EF4-FFF2-40B4-BE49-F238E27FC236}">
                <a16:creationId xmlns:a16="http://schemas.microsoft.com/office/drawing/2014/main" id="{1CBBEC54-344A-47D3-B188-0C43349D2DDC}"/>
              </a:ext>
            </a:extLst>
          </p:cNvPr>
          <p:cNvSpPr/>
          <p:nvPr/>
        </p:nvSpPr>
        <p:spPr>
          <a:xfrm>
            <a:off x="1918248" y="6841676"/>
            <a:ext cx="1296687" cy="146092"/>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6" name="직사각형 45">
            <a:extLst>
              <a:ext uri="{FF2B5EF4-FFF2-40B4-BE49-F238E27FC236}">
                <a16:creationId xmlns:a16="http://schemas.microsoft.com/office/drawing/2014/main" id="{1CBBEC54-344A-47D3-B188-0C43349D2DDC}"/>
              </a:ext>
            </a:extLst>
          </p:cNvPr>
          <p:cNvSpPr/>
          <p:nvPr/>
        </p:nvSpPr>
        <p:spPr>
          <a:xfrm>
            <a:off x="3870143" y="6840693"/>
            <a:ext cx="1296687" cy="146092"/>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7" name="직사각형 46">
            <a:extLst>
              <a:ext uri="{FF2B5EF4-FFF2-40B4-BE49-F238E27FC236}">
                <a16:creationId xmlns:a16="http://schemas.microsoft.com/office/drawing/2014/main" id="{73FE292D-6445-4149-8025-7BB66E256F86}"/>
              </a:ext>
            </a:extLst>
          </p:cNvPr>
          <p:cNvSpPr/>
          <p:nvPr/>
        </p:nvSpPr>
        <p:spPr>
          <a:xfrm>
            <a:off x="5374750" y="6840693"/>
            <a:ext cx="721249" cy="154747"/>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추가하기</a:t>
            </a:r>
            <a:endParaRPr lang="en-US" altLang="ko-KR" sz="800" dirty="0">
              <a:solidFill>
                <a:schemeClr val="bg1"/>
              </a:solidFill>
            </a:endParaRPr>
          </a:p>
        </p:txBody>
      </p:sp>
      <p:sp>
        <p:nvSpPr>
          <p:cNvPr id="48" name="직사각형 47">
            <a:extLst>
              <a:ext uri="{FF2B5EF4-FFF2-40B4-BE49-F238E27FC236}">
                <a16:creationId xmlns:a16="http://schemas.microsoft.com/office/drawing/2014/main" id="{73FE292D-6445-4149-8025-7BB66E256F86}"/>
              </a:ext>
            </a:extLst>
          </p:cNvPr>
          <p:cNvSpPr/>
          <p:nvPr/>
        </p:nvSpPr>
        <p:spPr>
          <a:xfrm>
            <a:off x="5372731" y="7059442"/>
            <a:ext cx="721249" cy="155098"/>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삭제</a:t>
            </a:r>
            <a:endParaRPr lang="en-US" altLang="ko-KR" sz="800" dirty="0">
              <a:solidFill>
                <a:schemeClr val="bg1"/>
              </a:solidFill>
            </a:endParaRPr>
          </a:p>
        </p:txBody>
      </p:sp>
      <p:sp>
        <p:nvSpPr>
          <p:cNvPr id="49" name="직사각형 48">
            <a:extLst>
              <a:ext uri="{FF2B5EF4-FFF2-40B4-BE49-F238E27FC236}">
                <a16:creationId xmlns:a16="http://schemas.microsoft.com/office/drawing/2014/main" id="{73FE292D-6445-4149-8025-7BB66E256F86}"/>
              </a:ext>
            </a:extLst>
          </p:cNvPr>
          <p:cNvSpPr/>
          <p:nvPr/>
        </p:nvSpPr>
        <p:spPr>
          <a:xfrm>
            <a:off x="5372730" y="7275349"/>
            <a:ext cx="721249" cy="155098"/>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삭제</a:t>
            </a:r>
            <a:endParaRPr lang="en-US" altLang="ko-KR" sz="800" dirty="0">
              <a:solidFill>
                <a:schemeClr val="bg1"/>
              </a:solidFill>
            </a:endParaRPr>
          </a:p>
        </p:txBody>
      </p:sp>
      <p:sp>
        <p:nvSpPr>
          <p:cNvPr id="50" name="직사각형 49">
            <a:extLst>
              <a:ext uri="{FF2B5EF4-FFF2-40B4-BE49-F238E27FC236}">
                <a16:creationId xmlns:a16="http://schemas.microsoft.com/office/drawing/2014/main" id="{1CBBEC54-344A-47D3-B188-0C43349D2DDC}"/>
              </a:ext>
            </a:extLst>
          </p:cNvPr>
          <p:cNvSpPr/>
          <p:nvPr/>
        </p:nvSpPr>
        <p:spPr>
          <a:xfrm>
            <a:off x="1375442" y="1986130"/>
            <a:ext cx="8573776" cy="156163"/>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Tree>
    <p:extLst>
      <p:ext uri="{BB962C8B-B14F-4D97-AF65-F5344CB8AC3E}">
        <p14:creationId xmlns:p14="http://schemas.microsoft.com/office/powerpoint/2010/main" val="3646374008"/>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17B64B9A-94B0-4C0D-B97D-9E481712FCA0}"/>
              </a:ext>
            </a:extLst>
          </p:cNvPr>
          <p:cNvGraphicFramePr>
            <a:graphicFrameLocks noGrp="1"/>
          </p:cNvGraphicFramePr>
          <p:nvPr/>
        </p:nvGraphicFramePr>
        <p:xfrm>
          <a:off x="125632" y="3007609"/>
          <a:ext cx="9943899" cy="21336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목록 이미지 </a:t>
                      </a:r>
                      <a:r>
                        <a:rPr lang="en-US" altLang="ko-KR" sz="800" b="0" dirty="0">
                          <a:solidFill>
                            <a:schemeClr val="tx1"/>
                          </a:solidFill>
                        </a:rPr>
                        <a:t>( Max 5 )</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graphicFrame>
        <p:nvGraphicFramePr>
          <p:cNvPr id="3" name="표 2">
            <a:extLst>
              <a:ext uri="{FF2B5EF4-FFF2-40B4-BE49-F238E27FC236}">
                <a16:creationId xmlns:a16="http://schemas.microsoft.com/office/drawing/2014/main" id="{9AA923D2-C687-4261-8D39-F501966C69DD}"/>
              </a:ext>
            </a:extLst>
          </p:cNvPr>
          <p:cNvGraphicFramePr>
            <a:graphicFrameLocks noGrp="1"/>
          </p:cNvGraphicFramePr>
          <p:nvPr>
            <p:extLst>
              <p:ext uri="{D42A27DB-BD31-4B8C-83A1-F6EECF244321}">
                <p14:modId xmlns:p14="http://schemas.microsoft.com/office/powerpoint/2010/main" val="1130223586"/>
              </p:ext>
            </p:extLst>
          </p:nvPr>
        </p:nvGraphicFramePr>
        <p:xfrm>
          <a:off x="125632" y="728842"/>
          <a:ext cx="9943899" cy="85344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3780430">
                  <a:extLst>
                    <a:ext uri="{9D8B030D-6E8A-4147-A177-3AD203B41FA5}">
                      <a16:colId xmlns:a16="http://schemas.microsoft.com/office/drawing/2014/main" val="20001"/>
                    </a:ext>
                  </a:extLst>
                </a:gridCol>
                <a:gridCol w="1295703">
                  <a:extLst>
                    <a:ext uri="{9D8B030D-6E8A-4147-A177-3AD203B41FA5}">
                      <a16:colId xmlns:a16="http://schemas.microsoft.com/office/drawing/2014/main" val="4010982125"/>
                    </a:ext>
                  </a:extLst>
                </a:gridCol>
                <a:gridCol w="3662741">
                  <a:extLst>
                    <a:ext uri="{9D8B030D-6E8A-4147-A177-3AD203B41FA5}">
                      <a16:colId xmlns:a16="http://schemas.microsoft.com/office/drawing/2014/main" val="2646234070"/>
                    </a:ext>
                  </a:extLst>
                </a:gridCol>
              </a:tblGrid>
              <a:tr h="0">
                <a:tc>
                  <a:txBody>
                    <a:bodyPr/>
                    <a:lstStyle/>
                    <a:p>
                      <a:pPr latinLnBrk="1"/>
                      <a:r>
                        <a:rPr lang="ko-KR" altLang="en-US" sz="800" b="0" dirty="0">
                          <a:solidFill>
                            <a:schemeClr val="tx1"/>
                          </a:solidFill>
                        </a:rPr>
                        <a:t>공동구매상품 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Me9-2024-099833</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상품상태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대기  </a:t>
                      </a:r>
                      <a:r>
                        <a:rPr lang="en-US" altLang="ko-KR" sz="800" b="0" dirty="0">
                          <a:solidFill>
                            <a:schemeClr val="tx1"/>
                          </a:solidFill>
                        </a:rPr>
                        <a:t>○</a:t>
                      </a:r>
                      <a:r>
                        <a:rPr lang="ko-KR" altLang="en-US" sz="800" b="0" i="0" u="none" strike="noStrike" dirty="0">
                          <a:solidFill>
                            <a:srgbClr val="000000"/>
                          </a:solidFill>
                          <a:effectLst/>
                          <a:latin typeface="+mn-lt"/>
                        </a:rPr>
                        <a:t> 진행중 </a:t>
                      </a:r>
                      <a:r>
                        <a:rPr lang="ko-KR" altLang="en-US" sz="800" b="0" i="0" u="none" strike="noStrike" baseline="0" dirty="0">
                          <a:solidFill>
                            <a:srgbClr val="000000"/>
                          </a:solidFill>
                          <a:effectLst/>
                          <a:latin typeface="+mn-lt"/>
                        </a:rPr>
                        <a:t> </a:t>
                      </a:r>
                      <a:r>
                        <a:rPr lang="en-US" altLang="ko-KR" sz="800" b="0" dirty="0">
                          <a:solidFill>
                            <a:schemeClr val="tx1"/>
                          </a:solidFill>
                        </a:rPr>
                        <a:t>○</a:t>
                      </a:r>
                      <a:r>
                        <a:rPr lang="ko-KR" altLang="en-US" sz="800" b="0" i="0" u="none" strike="noStrike" dirty="0">
                          <a:solidFill>
                            <a:srgbClr val="000000"/>
                          </a:solidFill>
                          <a:effectLst/>
                          <a:latin typeface="+mn-lt"/>
                        </a:rPr>
                        <a:t> 마감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공동구매상품 분류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latinLnBrk="1"/>
                      <a:r>
                        <a:rPr lang="ko-KR" altLang="en-US" sz="800" b="0" dirty="0">
                          <a:solidFill>
                            <a:schemeClr val="tx1"/>
                          </a:solidFill>
                        </a:rPr>
                        <a:t>공동구매상품명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latinLnBrk="1"/>
                      <a:r>
                        <a:rPr lang="ko-KR" altLang="en-US" sz="800" b="0" dirty="0">
                          <a:solidFill>
                            <a:schemeClr val="tx1"/>
                          </a:solidFill>
                        </a:rPr>
                        <a:t>상품가격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기본금액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a:t>
                      </a:r>
                      <a:r>
                        <a:rPr lang="ko-KR" altLang="en-US" sz="800" b="0" i="0" u="none" strike="noStrike" dirty="0">
                          <a:solidFill>
                            <a:srgbClr val="000000"/>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021316242"/>
                  </a:ext>
                </a:extLst>
              </a:tr>
            </a:tbl>
          </a:graphicData>
        </a:graphic>
      </p:graphicFrame>
      <p:grpSp>
        <p:nvGrpSpPr>
          <p:cNvPr id="4" name="그룹 3">
            <a:extLst>
              <a:ext uri="{FF2B5EF4-FFF2-40B4-BE49-F238E27FC236}">
                <a16:creationId xmlns:a16="http://schemas.microsoft.com/office/drawing/2014/main" id="{63E5762D-07FF-4E8D-B7BD-870440CAF62C}"/>
              </a:ext>
            </a:extLst>
          </p:cNvPr>
          <p:cNvGrpSpPr/>
          <p:nvPr/>
        </p:nvGrpSpPr>
        <p:grpSpPr>
          <a:xfrm>
            <a:off x="1419829" y="3058808"/>
            <a:ext cx="2089400" cy="120097"/>
            <a:chOff x="5148065" y="1124744"/>
            <a:chExt cx="2089400" cy="192328"/>
          </a:xfrm>
        </p:grpSpPr>
        <p:sp>
          <p:nvSpPr>
            <p:cNvPr id="5" name="직사각형 4">
              <a:extLst>
                <a:ext uri="{FF2B5EF4-FFF2-40B4-BE49-F238E27FC236}">
                  <a16:creationId xmlns:a16="http://schemas.microsoft.com/office/drawing/2014/main" id="{1CBBEC54-344A-47D3-B188-0C43349D2DDC}"/>
                </a:ext>
              </a:extLst>
            </p:cNvPr>
            <p:cNvSpPr/>
            <p:nvPr/>
          </p:nvSpPr>
          <p:spPr>
            <a:xfrm>
              <a:off x="5148065" y="1124744"/>
              <a:ext cx="1368151"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6" name="직사각형 5">
              <a:extLst>
                <a:ext uri="{FF2B5EF4-FFF2-40B4-BE49-F238E27FC236}">
                  <a16:creationId xmlns:a16="http://schemas.microsoft.com/office/drawing/2014/main" id="{50903B7E-625B-41C6-8BE2-72412B58FAC4}"/>
                </a:ext>
              </a:extLst>
            </p:cNvPr>
            <p:cNvSpPr/>
            <p:nvPr/>
          </p:nvSpPr>
          <p:spPr>
            <a:xfrm>
              <a:off x="6516216" y="112474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endParaRPr lang="en-US" altLang="ko-KR" sz="800" dirty="0">
                <a:solidFill>
                  <a:schemeClr val="bg1"/>
                </a:solidFill>
              </a:endParaRPr>
            </a:p>
          </p:txBody>
        </p:sp>
      </p:grpSp>
      <p:sp>
        <p:nvSpPr>
          <p:cNvPr id="7" name="TextBox 6">
            <a:extLst>
              <a:ext uri="{FF2B5EF4-FFF2-40B4-BE49-F238E27FC236}">
                <a16:creationId xmlns:a16="http://schemas.microsoft.com/office/drawing/2014/main" id="{7CAFE302-377F-426E-BBCA-6D5803F6CDFC}"/>
              </a:ext>
            </a:extLst>
          </p:cNvPr>
          <p:cNvSpPr txBox="1"/>
          <p:nvPr/>
        </p:nvSpPr>
        <p:spPr>
          <a:xfrm>
            <a:off x="3606788" y="3009276"/>
            <a:ext cx="1560042" cy="230832"/>
          </a:xfrm>
          <a:prstGeom prst="rect">
            <a:avLst/>
          </a:prstGeom>
          <a:noFill/>
        </p:spPr>
        <p:txBody>
          <a:bodyPr wrap="none" rtlCol="0">
            <a:spAutoFit/>
          </a:bodyPr>
          <a:lstStyle/>
          <a:p>
            <a:r>
              <a:rPr lang="ko-KR" altLang="en-US" sz="900" dirty="0"/>
              <a:t>최적사이즈 </a:t>
            </a:r>
            <a:r>
              <a:rPr lang="en-US" altLang="ko-KR" sz="900" dirty="0"/>
              <a:t>000px * 000px</a:t>
            </a:r>
            <a:endParaRPr lang="ko-KR" altLang="en-US" sz="900" dirty="0"/>
          </a:p>
        </p:txBody>
      </p:sp>
      <p:sp>
        <p:nvSpPr>
          <p:cNvPr id="8" name="TextBox 7">
            <a:extLst>
              <a:ext uri="{FF2B5EF4-FFF2-40B4-BE49-F238E27FC236}">
                <a16:creationId xmlns:a16="http://schemas.microsoft.com/office/drawing/2014/main" id="{495E566B-5BC8-471D-A29A-BA5C68BAC937}"/>
              </a:ext>
            </a:extLst>
          </p:cNvPr>
          <p:cNvSpPr txBox="1"/>
          <p:nvPr/>
        </p:nvSpPr>
        <p:spPr>
          <a:xfrm>
            <a:off x="67275" y="498010"/>
            <a:ext cx="1534394"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공동구매상품 기본정보</a:t>
            </a:r>
            <a:endParaRPr lang="ko-KR" altLang="en-US" sz="900" dirty="0"/>
          </a:p>
        </p:txBody>
      </p:sp>
      <p:sp>
        <p:nvSpPr>
          <p:cNvPr id="9" name="직사각형 8">
            <a:extLst>
              <a:ext uri="{FF2B5EF4-FFF2-40B4-BE49-F238E27FC236}">
                <a16:creationId xmlns:a16="http://schemas.microsoft.com/office/drawing/2014/main" id="{73FE292D-6445-4149-8025-7BB66E256F86}"/>
              </a:ext>
            </a:extLst>
          </p:cNvPr>
          <p:cNvSpPr/>
          <p:nvPr/>
        </p:nvSpPr>
        <p:spPr>
          <a:xfrm>
            <a:off x="5278037" y="3040192"/>
            <a:ext cx="721249" cy="154747"/>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추가하기</a:t>
            </a:r>
            <a:endParaRPr lang="en-US" altLang="ko-KR" sz="800" dirty="0">
              <a:solidFill>
                <a:schemeClr val="bg1"/>
              </a:solidFill>
            </a:endParaRPr>
          </a:p>
        </p:txBody>
      </p:sp>
      <p:grpSp>
        <p:nvGrpSpPr>
          <p:cNvPr id="10" name="그룹 9">
            <a:extLst>
              <a:ext uri="{FF2B5EF4-FFF2-40B4-BE49-F238E27FC236}">
                <a16:creationId xmlns:a16="http://schemas.microsoft.com/office/drawing/2014/main" id="{3256DE61-D0BC-4F55-9443-5DADE309EE9F}"/>
              </a:ext>
            </a:extLst>
          </p:cNvPr>
          <p:cNvGrpSpPr/>
          <p:nvPr/>
        </p:nvGrpSpPr>
        <p:grpSpPr>
          <a:xfrm>
            <a:off x="1414155" y="977395"/>
            <a:ext cx="3372978" cy="142974"/>
            <a:chOff x="889678" y="2192622"/>
            <a:chExt cx="2522315" cy="192328"/>
          </a:xfrm>
        </p:grpSpPr>
        <p:sp>
          <p:nvSpPr>
            <p:cNvPr id="11" name="직사각형 10">
              <a:extLst>
                <a:ext uri="{FF2B5EF4-FFF2-40B4-BE49-F238E27FC236}">
                  <a16:creationId xmlns:a16="http://schemas.microsoft.com/office/drawing/2014/main" id="{1412C7D7-D6B0-4410-BA20-B14A455AB69D}"/>
                </a:ext>
              </a:extLst>
            </p:cNvPr>
            <p:cNvSpPr/>
            <p:nvPr/>
          </p:nvSpPr>
          <p:spPr>
            <a:xfrm>
              <a:off x="889678"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12" name="직사각형 11">
              <a:extLst>
                <a:ext uri="{FF2B5EF4-FFF2-40B4-BE49-F238E27FC236}">
                  <a16:creationId xmlns:a16="http://schemas.microsoft.com/office/drawing/2014/main" id="{3BBF4D5F-5B25-400E-A583-0351FD1A9157}"/>
                </a:ext>
              </a:extLst>
            </p:cNvPr>
            <p:cNvSpPr/>
            <p:nvPr/>
          </p:nvSpPr>
          <p:spPr>
            <a:xfrm>
              <a:off x="1751471"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sp>
          <p:nvSpPr>
            <p:cNvPr id="13" name="직사각형 12">
              <a:extLst>
                <a:ext uri="{FF2B5EF4-FFF2-40B4-BE49-F238E27FC236}">
                  <a16:creationId xmlns:a16="http://schemas.microsoft.com/office/drawing/2014/main" id="{1C819750-A270-4286-99EE-144859721F21}"/>
                </a:ext>
              </a:extLst>
            </p:cNvPr>
            <p:cNvSpPr/>
            <p:nvPr/>
          </p:nvSpPr>
          <p:spPr>
            <a:xfrm>
              <a:off x="2619904"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소분류 ▼</a:t>
              </a:r>
              <a:endParaRPr lang="en-US" altLang="ko-KR" sz="800" dirty="0">
                <a:solidFill>
                  <a:schemeClr val="tx1">
                    <a:lumMod val="50000"/>
                    <a:lumOff val="50000"/>
                  </a:schemeClr>
                </a:solidFill>
              </a:endParaRPr>
            </a:p>
          </p:txBody>
        </p:sp>
      </p:grpSp>
      <p:sp>
        <p:nvSpPr>
          <p:cNvPr id="14" name="직사각형 13">
            <a:extLst>
              <a:ext uri="{FF2B5EF4-FFF2-40B4-BE49-F238E27FC236}">
                <a16:creationId xmlns:a16="http://schemas.microsoft.com/office/drawing/2014/main" id="{B6F7BD7C-6CEE-48BE-83F0-B0AF64BC9D4B}"/>
              </a:ext>
            </a:extLst>
          </p:cNvPr>
          <p:cNvSpPr/>
          <p:nvPr/>
        </p:nvSpPr>
        <p:spPr>
          <a:xfrm>
            <a:off x="1414155" y="1177620"/>
            <a:ext cx="8535063"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5" name="직사각형 14">
            <a:extLst>
              <a:ext uri="{FF2B5EF4-FFF2-40B4-BE49-F238E27FC236}">
                <a16:creationId xmlns:a16="http://schemas.microsoft.com/office/drawing/2014/main" id="{4C702486-13B8-4DFF-AA93-FE9A5A359514}"/>
              </a:ext>
            </a:extLst>
          </p:cNvPr>
          <p:cNvSpPr/>
          <p:nvPr/>
        </p:nvSpPr>
        <p:spPr>
          <a:xfrm>
            <a:off x="1412277" y="1395478"/>
            <a:ext cx="1587689"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1,000</a:t>
            </a:r>
          </a:p>
        </p:txBody>
      </p:sp>
      <p:graphicFrame>
        <p:nvGraphicFramePr>
          <p:cNvPr id="17" name="표 16">
            <a:extLst>
              <a:ext uri="{FF2B5EF4-FFF2-40B4-BE49-F238E27FC236}">
                <a16:creationId xmlns:a16="http://schemas.microsoft.com/office/drawing/2014/main" id="{D81E1DA1-D1F3-4CB0-B17F-76EE802A7B9F}"/>
              </a:ext>
            </a:extLst>
          </p:cNvPr>
          <p:cNvGraphicFramePr>
            <a:graphicFrameLocks noGrp="1"/>
          </p:cNvGraphicFramePr>
          <p:nvPr/>
        </p:nvGraphicFramePr>
        <p:xfrm>
          <a:off x="125632" y="6597341"/>
          <a:ext cx="9943899" cy="128016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8738874">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과세구분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과세        ○면세         ○영세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425068108"/>
                  </a:ext>
                </a:extLst>
              </a:tr>
              <a:tr h="0">
                <a:tc rowSpan="5">
                  <a:txBody>
                    <a:bodyPr/>
                    <a:lstStyle/>
                    <a:p>
                      <a:pPr latinLnBrk="1"/>
                      <a:r>
                        <a:rPr lang="ko-KR" altLang="en-US" sz="800" b="0" dirty="0">
                          <a:solidFill>
                            <a:schemeClr val="tx1"/>
                          </a:solidFill>
                        </a:rPr>
                        <a:t>판매 혜택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판매 수량                                          혜택 금액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0991833"/>
                  </a:ext>
                </a:extLst>
              </a:tr>
              <a:tr h="0">
                <a:tc vMerge="1">
                  <a:txBody>
                    <a:bodyPr/>
                    <a:lstStyle/>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100</a:t>
                      </a:r>
                      <a:r>
                        <a:rPr lang="ko-KR" altLang="en-US" sz="800" b="0" i="0" u="none" strike="noStrike" dirty="0">
                          <a:solidFill>
                            <a:srgbClr val="000000"/>
                          </a:solidFill>
                          <a:effectLst/>
                          <a:latin typeface="+mn-lt"/>
                        </a:rPr>
                        <a:t>개 이상일 경우 </a:t>
                      </a:r>
                      <a:r>
                        <a:rPr lang="en-US" altLang="ko-KR" sz="800" b="0" i="0" u="none" strike="noStrike" dirty="0">
                          <a:solidFill>
                            <a:srgbClr val="000000"/>
                          </a:solidFill>
                          <a:effectLst/>
                          <a:latin typeface="+mn-lt"/>
                        </a:rPr>
                        <a:t>10,000</a:t>
                      </a:r>
                      <a:r>
                        <a:rPr lang="ko-KR" altLang="en-US" sz="800" b="0" i="0" u="none" strike="noStrike" dirty="0">
                          <a:solidFill>
                            <a:srgbClr val="000000"/>
                          </a:solidFill>
                          <a:effectLst/>
                          <a:latin typeface="+mn-lt"/>
                        </a:rPr>
                        <a:t>원 혜택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91147637"/>
                  </a:ext>
                </a:extLst>
              </a:tr>
              <a:tr h="0">
                <a:tc vMerge="1">
                  <a:txBody>
                    <a:bodyPr/>
                    <a:lstStyle/>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200</a:t>
                      </a:r>
                      <a:r>
                        <a:rPr lang="ko-KR" altLang="en-US" sz="800" b="0" i="0" u="none" strike="noStrike" dirty="0">
                          <a:solidFill>
                            <a:srgbClr val="000000"/>
                          </a:solidFill>
                          <a:effectLst/>
                          <a:latin typeface="+mn-lt"/>
                        </a:rPr>
                        <a:t>개 이상일 경우 </a:t>
                      </a:r>
                      <a:r>
                        <a:rPr lang="en-US" altLang="ko-KR" sz="800" b="0" i="0" u="none" strike="noStrike" dirty="0">
                          <a:solidFill>
                            <a:srgbClr val="000000"/>
                          </a:solidFill>
                          <a:effectLst/>
                          <a:latin typeface="+mn-lt"/>
                        </a:rPr>
                        <a:t>20,000</a:t>
                      </a:r>
                      <a:r>
                        <a:rPr lang="ko-KR" altLang="en-US" sz="800" b="0" i="0" u="none" strike="noStrike" dirty="0">
                          <a:solidFill>
                            <a:srgbClr val="000000"/>
                          </a:solidFill>
                          <a:effectLst/>
                          <a:latin typeface="+mn-lt"/>
                        </a:rPr>
                        <a:t>원 혜택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05656738"/>
                  </a:ext>
                </a:extLst>
              </a:tr>
              <a:tr h="0">
                <a:tc vMerge="1">
                  <a:txBody>
                    <a:bodyPr/>
                    <a:lstStyle/>
                    <a:p>
                      <a:pPr latinLnBrk="1"/>
                      <a:endParaRPr lang="ko-KR" altLang="en-US"/>
                    </a:p>
                  </a:txBody>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총 </a:t>
                      </a:r>
                      <a:r>
                        <a:rPr lang="en-US" altLang="ko-KR" sz="800" b="0" i="0" u="none" strike="noStrike" dirty="0">
                          <a:solidFill>
                            <a:srgbClr val="000000"/>
                          </a:solidFill>
                          <a:effectLst/>
                          <a:latin typeface="+mn-lt"/>
                        </a:rPr>
                        <a:t>300</a:t>
                      </a:r>
                      <a:r>
                        <a:rPr lang="ko-KR" altLang="en-US" sz="800" b="0" i="0" u="none" strike="noStrike" dirty="0">
                          <a:solidFill>
                            <a:srgbClr val="000000"/>
                          </a:solidFill>
                          <a:effectLst/>
                          <a:latin typeface="+mn-lt"/>
                        </a:rPr>
                        <a:t>개 이상일</a:t>
                      </a:r>
                      <a:r>
                        <a:rPr lang="ko-KR" altLang="en-US" sz="800" b="0" i="0" u="none" strike="noStrike" baseline="0" dirty="0">
                          <a:solidFill>
                            <a:srgbClr val="000000"/>
                          </a:solidFill>
                          <a:effectLst/>
                          <a:latin typeface="+mn-lt"/>
                        </a:rPr>
                        <a:t> 경우 </a:t>
                      </a:r>
                      <a:r>
                        <a:rPr lang="en-US" altLang="ko-KR" sz="800" b="0" i="0" u="none" strike="noStrike" baseline="0" dirty="0">
                          <a:solidFill>
                            <a:srgbClr val="000000"/>
                          </a:solidFill>
                          <a:effectLst/>
                          <a:latin typeface="+mn-lt"/>
                        </a:rPr>
                        <a:t>30,000</a:t>
                      </a:r>
                      <a:r>
                        <a:rPr lang="ko-KR" altLang="en-US" sz="800" b="0" i="0" u="none" strike="noStrike" baseline="0" dirty="0">
                          <a:solidFill>
                            <a:srgbClr val="000000"/>
                          </a:solidFill>
                          <a:effectLst/>
                          <a:latin typeface="+mn-lt"/>
                        </a:rPr>
                        <a:t>원 혜택</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80635641"/>
                  </a:ext>
                </a:extLst>
              </a:tr>
              <a:tr h="0">
                <a:tc vMerge="1">
                  <a:txBody>
                    <a:bodyPr/>
                    <a:lstStyle/>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FF0000"/>
                          </a:solidFill>
                          <a:effectLst/>
                          <a:latin typeface="+mn-lt"/>
                        </a:rPr>
                        <a:t>* </a:t>
                      </a:r>
                      <a:r>
                        <a:rPr lang="ko-KR" altLang="en-US" sz="800" b="0" i="0" u="none" strike="noStrike" dirty="0">
                          <a:solidFill>
                            <a:srgbClr val="FF0000"/>
                          </a:solidFill>
                          <a:effectLst/>
                          <a:latin typeface="+mn-lt"/>
                        </a:rPr>
                        <a:t>등록 후에는 수정이 불가능 합니다</a:t>
                      </a:r>
                      <a:r>
                        <a:rPr lang="en-US" altLang="ko-KR" sz="800" b="0" i="0" u="none" strike="noStrike" dirty="0">
                          <a:solidFill>
                            <a:srgbClr val="FF0000"/>
                          </a:solidFill>
                          <a:effectLst/>
                          <a:latin typeface="+mn-lt"/>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bl>
          </a:graphicData>
        </a:graphic>
      </p:graphicFrame>
      <p:sp>
        <p:nvSpPr>
          <p:cNvPr id="18" name="TextBox 17">
            <a:extLst>
              <a:ext uri="{FF2B5EF4-FFF2-40B4-BE49-F238E27FC236}">
                <a16:creationId xmlns:a16="http://schemas.microsoft.com/office/drawing/2014/main" id="{D7E52EC8-5B15-4228-A01A-E06D1F46102B}"/>
              </a:ext>
            </a:extLst>
          </p:cNvPr>
          <p:cNvSpPr txBox="1"/>
          <p:nvPr/>
        </p:nvSpPr>
        <p:spPr>
          <a:xfrm>
            <a:off x="67275" y="6269042"/>
            <a:ext cx="1343638"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 판매 혜택</a:t>
            </a:r>
            <a:endParaRPr lang="ko-KR" altLang="en-US" sz="900" dirty="0"/>
          </a:p>
        </p:txBody>
      </p:sp>
      <p:sp>
        <p:nvSpPr>
          <p:cNvPr id="22" name="TextBox 21">
            <a:extLst>
              <a:ext uri="{FF2B5EF4-FFF2-40B4-BE49-F238E27FC236}">
                <a16:creationId xmlns:a16="http://schemas.microsoft.com/office/drawing/2014/main" id="{16661C0A-70AA-4F2D-BE1A-E51F198614D3}"/>
              </a:ext>
            </a:extLst>
          </p:cNvPr>
          <p:cNvSpPr txBox="1"/>
          <p:nvPr/>
        </p:nvSpPr>
        <p:spPr>
          <a:xfrm>
            <a:off x="67274" y="3419378"/>
            <a:ext cx="1574470"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공동구매상품 상세 설명</a:t>
            </a:r>
            <a:endParaRPr lang="ko-KR" altLang="en-US" sz="900" dirty="0"/>
          </a:p>
        </p:txBody>
      </p:sp>
      <p:graphicFrame>
        <p:nvGraphicFramePr>
          <p:cNvPr id="23" name="표 22">
            <a:extLst>
              <a:ext uri="{FF2B5EF4-FFF2-40B4-BE49-F238E27FC236}">
                <a16:creationId xmlns:a16="http://schemas.microsoft.com/office/drawing/2014/main" id="{B7112AA7-2729-4CC2-A057-BDA64D81977F}"/>
              </a:ext>
            </a:extLst>
          </p:cNvPr>
          <p:cNvGraphicFramePr>
            <a:graphicFrameLocks noGrp="1"/>
          </p:cNvGraphicFramePr>
          <p:nvPr/>
        </p:nvGraphicFramePr>
        <p:xfrm>
          <a:off x="125631" y="3680416"/>
          <a:ext cx="9943899" cy="213360"/>
        </p:xfrm>
        <a:graphic>
          <a:graphicData uri="http://schemas.openxmlformats.org/drawingml/2006/table">
            <a:tbl>
              <a:tblPr firstRow="1" bandRow="1">
                <a:tableStyleId>{5C22544A-7EE6-4342-B048-85BDC9FD1C3A}</a:tableStyleId>
              </a:tblPr>
              <a:tblGrid>
                <a:gridCol w="1201724">
                  <a:extLst>
                    <a:ext uri="{9D8B030D-6E8A-4147-A177-3AD203B41FA5}">
                      <a16:colId xmlns:a16="http://schemas.microsoft.com/office/drawing/2014/main" val="20000"/>
                    </a:ext>
                  </a:extLst>
                </a:gridCol>
                <a:gridCol w="8742175">
                  <a:extLst>
                    <a:ext uri="{9D8B030D-6E8A-4147-A177-3AD203B41FA5}">
                      <a16:colId xmlns:a16="http://schemas.microsoft.com/office/drawing/2014/main" val="20001"/>
                    </a:ext>
                  </a:extLst>
                </a:gridCol>
              </a:tblGrid>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상세정보 등록타입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이미지로 등록    </a:t>
                      </a:r>
                      <a:r>
                        <a:rPr lang="en-US" altLang="ko-KR" sz="800" b="0" dirty="0">
                          <a:solidFill>
                            <a:schemeClr val="tx1"/>
                          </a:solidFill>
                        </a:rPr>
                        <a:t>○ </a:t>
                      </a:r>
                      <a:r>
                        <a:rPr lang="ko-KR" altLang="en-US" sz="800" b="0" dirty="0">
                          <a:solidFill>
                            <a:schemeClr val="tx1"/>
                          </a:solidFill>
                        </a:rPr>
                        <a:t>텍스트로 등록</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graphicFrame>
        <p:nvGraphicFramePr>
          <p:cNvPr id="24" name="표 23">
            <a:extLst>
              <a:ext uri="{FF2B5EF4-FFF2-40B4-BE49-F238E27FC236}">
                <a16:creationId xmlns:a16="http://schemas.microsoft.com/office/drawing/2014/main" id="{6C9BB480-1640-4C6F-8A05-5764C713B525}"/>
              </a:ext>
            </a:extLst>
          </p:cNvPr>
          <p:cNvGraphicFramePr>
            <a:graphicFrameLocks noGrp="1"/>
          </p:cNvGraphicFramePr>
          <p:nvPr/>
        </p:nvGraphicFramePr>
        <p:xfrm>
          <a:off x="143578" y="9208481"/>
          <a:ext cx="9913121" cy="213360"/>
        </p:xfrm>
        <a:graphic>
          <a:graphicData uri="http://schemas.openxmlformats.org/drawingml/2006/table">
            <a:tbl>
              <a:tblPr firstRow="1" bandRow="1">
                <a:tableStyleId>{5C22544A-7EE6-4342-B048-85BDC9FD1C3A}</a:tableStyleId>
              </a:tblPr>
              <a:tblGrid>
                <a:gridCol w="1178320">
                  <a:extLst>
                    <a:ext uri="{9D8B030D-6E8A-4147-A177-3AD203B41FA5}">
                      <a16:colId xmlns:a16="http://schemas.microsoft.com/office/drawing/2014/main" val="20000"/>
                    </a:ext>
                  </a:extLst>
                </a:gridCol>
                <a:gridCol w="8734801">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발주 담당자 설정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a:t>
                      </a:r>
                      <a:r>
                        <a:rPr lang="ko-KR" altLang="en-US" sz="800" b="0" i="0" u="none" strike="noStrike" dirty="0" err="1">
                          <a:solidFill>
                            <a:srgbClr val="000000"/>
                          </a:solidFill>
                          <a:effectLst/>
                          <a:latin typeface="+mn-lt"/>
                        </a:rPr>
                        <a:t>설정안함</a:t>
                      </a:r>
                      <a:r>
                        <a:rPr lang="ko-KR" altLang="en-US" sz="800" b="0" i="0" u="none" strike="noStrike" dirty="0">
                          <a:solidFill>
                            <a:srgbClr val="000000"/>
                          </a:solidFill>
                          <a:effectLst/>
                          <a:latin typeface="+mn-lt"/>
                        </a:rPr>
                        <a:t>   ○ 설정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sp>
        <p:nvSpPr>
          <p:cNvPr id="25" name="TextBox 24">
            <a:extLst>
              <a:ext uri="{FF2B5EF4-FFF2-40B4-BE49-F238E27FC236}">
                <a16:creationId xmlns:a16="http://schemas.microsoft.com/office/drawing/2014/main" id="{C4A636EB-8B44-4674-A2CC-B930AC46F5A2}"/>
              </a:ext>
            </a:extLst>
          </p:cNvPr>
          <p:cNvSpPr txBox="1"/>
          <p:nvPr/>
        </p:nvSpPr>
        <p:spPr>
          <a:xfrm>
            <a:off x="67274" y="8980966"/>
            <a:ext cx="1228221"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발주 담당자 정보</a:t>
            </a:r>
            <a:endParaRPr lang="ko-KR" altLang="en-US" sz="900" dirty="0"/>
          </a:p>
        </p:txBody>
      </p:sp>
      <p:sp>
        <p:nvSpPr>
          <p:cNvPr id="26" name="직사각형 25">
            <a:extLst>
              <a:ext uri="{FF2B5EF4-FFF2-40B4-BE49-F238E27FC236}">
                <a16:creationId xmlns:a16="http://schemas.microsoft.com/office/drawing/2014/main" id="{BFBE50C2-9B5E-4F4C-8FBA-9462EFE041E0}"/>
              </a:ext>
            </a:extLst>
          </p:cNvPr>
          <p:cNvSpPr/>
          <p:nvPr/>
        </p:nvSpPr>
        <p:spPr>
          <a:xfrm>
            <a:off x="4504328" y="9669596"/>
            <a:ext cx="721249" cy="192328"/>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등록</a:t>
            </a:r>
            <a:endParaRPr lang="en-US" altLang="ko-KR" sz="800" dirty="0">
              <a:solidFill>
                <a:schemeClr val="bg1"/>
              </a:solidFill>
            </a:endParaRPr>
          </a:p>
        </p:txBody>
      </p:sp>
      <p:sp>
        <p:nvSpPr>
          <p:cNvPr id="27" name="직사각형 26">
            <a:extLst>
              <a:ext uri="{FF2B5EF4-FFF2-40B4-BE49-F238E27FC236}">
                <a16:creationId xmlns:a16="http://schemas.microsoft.com/office/drawing/2014/main" id="{A5CFF3B8-997F-4FF2-B509-FCB330FC6286}"/>
              </a:ext>
            </a:extLst>
          </p:cNvPr>
          <p:cNvSpPr/>
          <p:nvPr/>
        </p:nvSpPr>
        <p:spPr>
          <a:xfrm>
            <a:off x="5374751" y="9663669"/>
            <a:ext cx="721249" cy="192328"/>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목록</a:t>
            </a:r>
            <a:endParaRPr lang="en-US" altLang="ko-KR" sz="800" dirty="0">
              <a:solidFill>
                <a:schemeClr val="bg1"/>
              </a:solidFill>
            </a:endParaRPr>
          </a:p>
        </p:txBody>
      </p:sp>
      <p:graphicFrame>
        <p:nvGraphicFramePr>
          <p:cNvPr id="28" name="표 27">
            <a:extLst>
              <a:ext uri="{FF2B5EF4-FFF2-40B4-BE49-F238E27FC236}">
                <a16:creationId xmlns:a16="http://schemas.microsoft.com/office/drawing/2014/main" id="{64627D56-EF63-45B9-B9A7-653A34C1AF1C}"/>
              </a:ext>
            </a:extLst>
          </p:cNvPr>
          <p:cNvGraphicFramePr>
            <a:graphicFrameLocks noGrp="1"/>
          </p:cNvGraphicFramePr>
          <p:nvPr/>
        </p:nvGraphicFramePr>
        <p:xfrm>
          <a:off x="125631" y="8364831"/>
          <a:ext cx="9943899" cy="21336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배송비 선택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29" name="직사각형 28">
            <a:extLst>
              <a:ext uri="{FF2B5EF4-FFF2-40B4-BE49-F238E27FC236}">
                <a16:creationId xmlns:a16="http://schemas.microsoft.com/office/drawing/2014/main" id="{57AB5E73-AD7D-4E6D-B53E-B1384FCA2C88}"/>
              </a:ext>
            </a:extLst>
          </p:cNvPr>
          <p:cNvSpPr/>
          <p:nvPr/>
        </p:nvSpPr>
        <p:spPr>
          <a:xfrm>
            <a:off x="1412543" y="8416224"/>
            <a:ext cx="1682050" cy="11779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무료배송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조건식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30" name="TextBox 29">
            <a:extLst>
              <a:ext uri="{FF2B5EF4-FFF2-40B4-BE49-F238E27FC236}">
                <a16:creationId xmlns:a16="http://schemas.microsoft.com/office/drawing/2014/main" id="{067C9517-8994-435C-BE60-F0BFA2F91C3B}"/>
              </a:ext>
            </a:extLst>
          </p:cNvPr>
          <p:cNvSpPr txBox="1"/>
          <p:nvPr/>
        </p:nvSpPr>
        <p:spPr>
          <a:xfrm>
            <a:off x="65663" y="8073055"/>
            <a:ext cx="95731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배송비 선택</a:t>
            </a:r>
            <a:endParaRPr lang="ko-KR" altLang="en-US" sz="900" dirty="0"/>
          </a:p>
        </p:txBody>
      </p:sp>
      <p:sp>
        <p:nvSpPr>
          <p:cNvPr id="32" name="TextBox 31">
            <a:extLst>
              <a:ext uri="{FF2B5EF4-FFF2-40B4-BE49-F238E27FC236}">
                <a16:creationId xmlns:a16="http://schemas.microsoft.com/office/drawing/2014/main" id="{A99EF944-E000-435C-8094-044F7E0C4658}"/>
              </a:ext>
            </a:extLst>
          </p:cNvPr>
          <p:cNvSpPr txBox="1"/>
          <p:nvPr/>
        </p:nvSpPr>
        <p:spPr>
          <a:xfrm>
            <a:off x="67274" y="4155784"/>
            <a:ext cx="1691489"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취소</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환불</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교환</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 안내 설정</a:t>
            </a:r>
            <a:endParaRPr lang="ko-KR" altLang="en-US" sz="900" dirty="0"/>
          </a:p>
        </p:txBody>
      </p:sp>
      <p:sp>
        <p:nvSpPr>
          <p:cNvPr id="34" name="직사각형 33">
            <a:extLst>
              <a:ext uri="{FF2B5EF4-FFF2-40B4-BE49-F238E27FC236}">
                <a16:creationId xmlns:a16="http://schemas.microsoft.com/office/drawing/2014/main" id="{17972470-2F38-4ED5-8EFA-E7CBC130CBA6}"/>
              </a:ext>
            </a:extLst>
          </p:cNvPr>
          <p:cNvSpPr/>
          <p:nvPr/>
        </p:nvSpPr>
        <p:spPr>
          <a:xfrm>
            <a:off x="1402115" y="4448154"/>
            <a:ext cx="1682050" cy="15726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기본 정보                        ▼</a:t>
            </a:r>
            <a:endParaRPr lang="en-US" altLang="ko-KR" sz="800" dirty="0">
              <a:solidFill>
                <a:schemeClr val="tx1">
                  <a:lumMod val="50000"/>
                  <a:lumOff val="50000"/>
                </a:schemeClr>
              </a:solidFill>
            </a:endParaRPr>
          </a:p>
        </p:txBody>
      </p:sp>
      <p:grpSp>
        <p:nvGrpSpPr>
          <p:cNvPr id="35" name="그룹 34">
            <a:extLst>
              <a:ext uri="{FF2B5EF4-FFF2-40B4-BE49-F238E27FC236}">
                <a16:creationId xmlns:a16="http://schemas.microsoft.com/office/drawing/2014/main" id="{A727DDC4-670A-4C2E-98F2-70F0D7BF2A5D}"/>
              </a:ext>
            </a:extLst>
          </p:cNvPr>
          <p:cNvGrpSpPr/>
          <p:nvPr/>
        </p:nvGrpSpPr>
        <p:grpSpPr>
          <a:xfrm>
            <a:off x="1402115" y="4681594"/>
            <a:ext cx="4950461" cy="218296"/>
            <a:chOff x="1557338" y="3290888"/>
            <a:chExt cx="6264166" cy="276225"/>
          </a:xfrm>
        </p:grpSpPr>
        <p:pic>
          <p:nvPicPr>
            <p:cNvPr id="36" name="Picture 2">
              <a:extLst>
                <a:ext uri="{FF2B5EF4-FFF2-40B4-BE49-F238E27FC236}">
                  <a16:creationId xmlns:a16="http://schemas.microsoft.com/office/drawing/2014/main" id="{188FE28E-DCDC-4CAA-ACAD-06BE5B57645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57338" y="3290888"/>
              <a:ext cx="6029325" cy="2762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7" name="Picture 3">
              <a:extLst>
                <a:ext uri="{FF2B5EF4-FFF2-40B4-BE49-F238E27FC236}">
                  <a16:creationId xmlns:a16="http://schemas.microsoft.com/office/drawing/2014/main" id="{A9B172A2-737E-4653-8F3B-3A41F7DFC56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92904" y="3310319"/>
              <a:ext cx="228600" cy="2190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38" name="직사각형 37">
            <a:extLst>
              <a:ext uri="{FF2B5EF4-FFF2-40B4-BE49-F238E27FC236}">
                <a16:creationId xmlns:a16="http://schemas.microsoft.com/office/drawing/2014/main" id="{6EA8155B-2C33-4271-94E9-B727230964B8}"/>
              </a:ext>
            </a:extLst>
          </p:cNvPr>
          <p:cNvSpPr/>
          <p:nvPr/>
        </p:nvSpPr>
        <p:spPr>
          <a:xfrm>
            <a:off x="1402115" y="4681594"/>
            <a:ext cx="7465939" cy="1399268"/>
          </a:xfrm>
          <a:prstGeom prst="rect">
            <a:avLst/>
          </a:prstGeom>
          <a:no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39" name="표 38">
            <a:extLst>
              <a:ext uri="{FF2B5EF4-FFF2-40B4-BE49-F238E27FC236}">
                <a16:creationId xmlns:a16="http://schemas.microsoft.com/office/drawing/2014/main" id="{9E5F77A2-21CB-4397-B878-976E5663C9D5}"/>
              </a:ext>
            </a:extLst>
          </p:cNvPr>
          <p:cNvGraphicFramePr>
            <a:graphicFrameLocks noGrp="1"/>
          </p:cNvGraphicFramePr>
          <p:nvPr>
            <p:extLst>
              <p:ext uri="{D42A27DB-BD31-4B8C-83A1-F6EECF244321}">
                <p14:modId xmlns:p14="http://schemas.microsoft.com/office/powerpoint/2010/main" val="1393407019"/>
              </p:ext>
            </p:extLst>
          </p:nvPr>
        </p:nvGraphicFramePr>
        <p:xfrm>
          <a:off x="10171774" y="22159"/>
          <a:ext cx="1979018" cy="4649232"/>
        </p:xfrm>
        <a:graphic>
          <a:graphicData uri="http://schemas.openxmlformats.org/drawingml/2006/table">
            <a:tbl>
              <a:tblPr firstRow="1" bandRow="1">
                <a:tableStyleId>{5940675A-B579-460E-94D1-54222C63F5DA}</a:tableStyleId>
              </a:tblPr>
              <a:tblGrid>
                <a:gridCol w="499185">
                  <a:extLst>
                    <a:ext uri="{9D8B030D-6E8A-4147-A177-3AD203B41FA5}">
                      <a16:colId xmlns:a16="http://schemas.microsoft.com/office/drawing/2014/main" val="2768186151"/>
                    </a:ext>
                  </a:extLst>
                </a:gridCol>
                <a:gridCol w="325904">
                  <a:extLst>
                    <a:ext uri="{9D8B030D-6E8A-4147-A177-3AD203B41FA5}">
                      <a16:colId xmlns:a16="http://schemas.microsoft.com/office/drawing/2014/main" val="4151701382"/>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RF-02-06-02-1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공동구매관리 </a:t>
                      </a:r>
                      <a:r>
                        <a:rPr lang="en-US" altLang="ko-KR" sz="800" dirty="0"/>
                        <a:t>&gt; </a:t>
                      </a:r>
                      <a:r>
                        <a:rPr lang="ko-KR" altLang="en-US" sz="800" dirty="0"/>
                        <a:t>공동구매상품 등록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공동구매상품 등록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상품 </a:t>
                      </a:r>
                      <a:r>
                        <a:rPr lang="ko-KR" altLang="en-US" sz="800" dirty="0" err="1"/>
                        <a:t>대분류</a:t>
                      </a:r>
                      <a:r>
                        <a:rPr lang="ko-KR" altLang="en-US" sz="800" dirty="0"/>
                        <a:t> 선택 시 대분류가 특정 분류일 경우 필수표시사항 등록화면 표시</a:t>
                      </a:r>
                    </a:p>
                  </a:txBody>
                  <a:tcPr anchor="ctr">
                    <a:solidFill>
                      <a:schemeClr val="bg1"/>
                    </a:solidFill>
                  </a:tcPr>
                </a:tc>
                <a:tc hMerge="1">
                  <a:txBody>
                    <a:bodyPr/>
                    <a:lstStyle/>
                    <a:p>
                      <a:pPr latinLnBrk="1"/>
                      <a:endParaRPr lang="ko-KR" altLang="en-US"/>
                    </a:p>
                  </a:txBody>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대분류 </a:t>
                      </a:r>
                      <a:r>
                        <a:rPr lang="ko-KR" altLang="en-US" sz="800" b="0" dirty="0" err="1">
                          <a:solidFill>
                            <a:schemeClr val="tx1"/>
                          </a:solidFill>
                        </a:rPr>
                        <a:t>선택시</a:t>
                      </a:r>
                      <a:r>
                        <a:rPr lang="ko-KR" altLang="en-US" sz="800" b="0" dirty="0">
                          <a:solidFill>
                            <a:schemeClr val="tx1"/>
                          </a:solidFill>
                        </a:rPr>
                        <a:t> 필수표시 등록표가 출력되는 대분류</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식품</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건강기능식품</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err="1">
                          <a:solidFill>
                            <a:schemeClr val="tx1"/>
                          </a:solidFill>
                        </a:rPr>
                        <a:t>의약외품</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화장품</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의류</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패션 상품</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전자제품</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전기용품</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완구</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유아용품</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가구</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인테리어</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주류</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담배</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자동차</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오토바이 부품</a:t>
                      </a:r>
                      <a:endParaRPr lang="en-US" altLang="ko-KR" sz="800" b="0"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lang="ko-KR" altLang="en-US" sz="800" b="0" dirty="0">
                          <a:solidFill>
                            <a:schemeClr val="tx1"/>
                          </a:solidFill>
                        </a:rPr>
                        <a:t>기타 수입품</a:t>
                      </a:r>
                      <a:endParaRPr lang="en-US" altLang="ko-KR" sz="800" b="0" dirty="0">
                        <a:solidFill>
                          <a:schemeClr val="tx1"/>
                        </a:solidFill>
                      </a:endParaRPr>
                    </a:p>
                  </a:txBody>
                  <a:tcPr anchor="ct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tc>
                <a:extLst>
                  <a:ext uri="{0D108BD9-81ED-4DB2-BD59-A6C34878D82A}">
                    <a16:rowId xmlns:a16="http://schemas.microsoft.com/office/drawing/2014/main" val="2654431214"/>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유형별 필수 표시 </a:t>
                      </a:r>
                      <a:r>
                        <a:rPr lang="ko-KR" altLang="en-US" sz="800" b="0" dirty="0" err="1">
                          <a:solidFill>
                            <a:schemeClr val="tx1"/>
                          </a:solidFill>
                        </a:rPr>
                        <a:t>등록폼</a:t>
                      </a:r>
                      <a:endParaRPr lang="en-US" altLang="ko-KR" sz="800" b="0" dirty="0">
                        <a:solidFill>
                          <a:schemeClr val="tx1"/>
                        </a:solidFill>
                      </a:endParaRPr>
                    </a:p>
                  </a:txBody>
                  <a:tcPr anchor="ct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tc>
                <a:extLst>
                  <a:ext uri="{0D108BD9-81ED-4DB2-BD59-A6C34878D82A}">
                    <a16:rowId xmlns:a16="http://schemas.microsoft.com/office/drawing/2014/main" val="474575851"/>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식품 및 건강기능식품 외 각 유형별 필수 표시 항목</a:t>
                      </a:r>
                      <a:endParaRPr lang="en-US" altLang="ko-KR" sz="800" b="0" dirty="0">
                        <a:solidFill>
                          <a:schemeClr val="tx1"/>
                        </a:solidFill>
                      </a:endParaRPr>
                    </a:p>
                  </a:txBody>
                  <a:tcPr anchor="ctr"/>
                </a:tc>
                <a:tc hMerge="1">
                  <a:txBody>
                    <a:bodyPr/>
                    <a:lstStyle/>
                    <a:p>
                      <a:pPr algn="l" latinLnBrk="1"/>
                      <a:endParaRPr lang="en-US" altLang="ko-KR" sz="800" b="0" dirty="0">
                        <a:solidFill>
                          <a:schemeClr val="tx1"/>
                        </a:solidFill>
                      </a:endParaRPr>
                    </a:p>
                  </a:txBody>
                  <a:tcPr anchor="ctr"/>
                </a:tc>
                <a:extLst>
                  <a:ext uri="{0D108BD9-81ED-4DB2-BD59-A6C34878D82A}">
                    <a16:rowId xmlns:a16="http://schemas.microsoft.com/office/drawing/2014/main" val="3240229940"/>
                  </a:ext>
                </a:extLst>
              </a:tr>
            </a:tbl>
          </a:graphicData>
        </a:graphic>
      </p:graphicFrame>
      <p:sp>
        <p:nvSpPr>
          <p:cNvPr id="40" name="TextBox 39">
            <a:extLst>
              <a:ext uri="{FF2B5EF4-FFF2-40B4-BE49-F238E27FC236}">
                <a16:creationId xmlns:a16="http://schemas.microsoft.com/office/drawing/2014/main" id="{281ACFAA-6042-4F0B-A3F7-EC219B04D7F4}"/>
              </a:ext>
            </a:extLst>
          </p:cNvPr>
          <p:cNvSpPr txBox="1"/>
          <p:nvPr/>
        </p:nvSpPr>
        <p:spPr>
          <a:xfrm>
            <a:off x="65663" y="1690806"/>
            <a:ext cx="1343638"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 판매 정보</a:t>
            </a:r>
            <a:endParaRPr lang="ko-KR" altLang="en-US" sz="900" dirty="0"/>
          </a:p>
        </p:txBody>
      </p:sp>
      <p:graphicFrame>
        <p:nvGraphicFramePr>
          <p:cNvPr id="41" name="표 40">
            <a:extLst>
              <a:ext uri="{FF2B5EF4-FFF2-40B4-BE49-F238E27FC236}">
                <a16:creationId xmlns:a16="http://schemas.microsoft.com/office/drawing/2014/main" id="{9AA923D2-C687-4261-8D39-F501966C69DD}"/>
              </a:ext>
            </a:extLst>
          </p:cNvPr>
          <p:cNvGraphicFramePr>
            <a:graphicFrameLocks noGrp="1"/>
          </p:cNvGraphicFramePr>
          <p:nvPr>
            <p:extLst>
              <p:ext uri="{D42A27DB-BD31-4B8C-83A1-F6EECF244321}">
                <p14:modId xmlns:p14="http://schemas.microsoft.com/office/powerpoint/2010/main" val="3905251263"/>
              </p:ext>
            </p:extLst>
          </p:nvPr>
        </p:nvGraphicFramePr>
        <p:xfrm>
          <a:off x="125631" y="1952768"/>
          <a:ext cx="9943899" cy="64008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8738874">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공동구매상품</a:t>
                      </a:r>
                      <a:r>
                        <a:rPr lang="ko-KR" altLang="en-US" sz="800" b="0" baseline="0" dirty="0">
                          <a:solidFill>
                            <a:schemeClr val="tx1"/>
                          </a:solidFill>
                        </a:rPr>
                        <a:t> </a:t>
                      </a:r>
                      <a:r>
                        <a:rPr lang="ko-KR" altLang="en-US" sz="800" b="0" baseline="0" dirty="0" err="1">
                          <a:solidFill>
                            <a:schemeClr val="tx1"/>
                          </a:solidFill>
                        </a:rPr>
                        <a:t>판매명</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판매기간 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기간 설정     </a:t>
                      </a:r>
                      <a:r>
                        <a:rPr lang="en-US" altLang="ko-KR" sz="800" b="0" dirty="0">
                          <a:solidFill>
                            <a:schemeClr val="tx1"/>
                          </a:solidFill>
                        </a:rPr>
                        <a:t>● </a:t>
                      </a:r>
                      <a:r>
                        <a:rPr lang="ko-KR" altLang="en-US" sz="800" b="0" dirty="0">
                          <a:solidFill>
                            <a:schemeClr val="tx1"/>
                          </a:solidFill>
                        </a:rPr>
                        <a:t>기간 설정 없음</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latinLnBrk="1"/>
                      <a:r>
                        <a:rPr lang="ko-KR" altLang="en-US" sz="800" b="0" dirty="0">
                          <a:solidFill>
                            <a:schemeClr val="tx1"/>
                          </a:solidFill>
                        </a:rPr>
                        <a:t>판매 기간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a:t>
                      </a:r>
                      <a:r>
                        <a:rPr lang="en-US" altLang="ko-KR" sz="800" b="0" i="0" u="none" strike="noStrike" baseline="0" dirty="0">
                          <a:solidFill>
                            <a:srgbClr val="000000"/>
                          </a:solidFill>
                          <a:effectLst/>
                          <a:latin typeface="+mn-lt"/>
                        </a:rPr>
                        <a:t> </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42" name="직사각형 41">
            <a:extLst>
              <a:ext uri="{FF2B5EF4-FFF2-40B4-BE49-F238E27FC236}">
                <a16:creationId xmlns:a16="http://schemas.microsoft.com/office/drawing/2014/main" id="{1CBBEC54-344A-47D3-B188-0C43349D2DDC}"/>
              </a:ext>
            </a:extLst>
          </p:cNvPr>
          <p:cNvSpPr/>
          <p:nvPr/>
        </p:nvSpPr>
        <p:spPr>
          <a:xfrm>
            <a:off x="1398625" y="2439171"/>
            <a:ext cx="749772" cy="105075"/>
          </a:xfrm>
          <a:prstGeom prst="rect">
            <a:avLst/>
          </a:prstGeom>
          <a:solidFill>
            <a:schemeClr val="bg1">
              <a:lumMod val="95000"/>
            </a:schemeClr>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4" name="직사각형 43">
            <a:extLst>
              <a:ext uri="{FF2B5EF4-FFF2-40B4-BE49-F238E27FC236}">
                <a16:creationId xmlns:a16="http://schemas.microsoft.com/office/drawing/2014/main" id="{1CBBEC54-344A-47D3-B188-0C43349D2DDC}"/>
              </a:ext>
            </a:extLst>
          </p:cNvPr>
          <p:cNvSpPr/>
          <p:nvPr/>
        </p:nvSpPr>
        <p:spPr>
          <a:xfrm>
            <a:off x="2381078" y="2443204"/>
            <a:ext cx="749772" cy="105075"/>
          </a:xfrm>
          <a:prstGeom prst="rect">
            <a:avLst/>
          </a:prstGeom>
          <a:solidFill>
            <a:schemeClr val="bg1">
              <a:lumMod val="95000"/>
            </a:schemeClr>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5" name="직사각형 44">
            <a:extLst>
              <a:ext uri="{FF2B5EF4-FFF2-40B4-BE49-F238E27FC236}">
                <a16:creationId xmlns:a16="http://schemas.microsoft.com/office/drawing/2014/main" id="{1CBBEC54-344A-47D3-B188-0C43349D2DDC}"/>
              </a:ext>
            </a:extLst>
          </p:cNvPr>
          <p:cNvSpPr/>
          <p:nvPr/>
        </p:nvSpPr>
        <p:spPr>
          <a:xfrm>
            <a:off x="1918248" y="6841676"/>
            <a:ext cx="1296687" cy="146092"/>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6" name="직사각형 45">
            <a:extLst>
              <a:ext uri="{FF2B5EF4-FFF2-40B4-BE49-F238E27FC236}">
                <a16:creationId xmlns:a16="http://schemas.microsoft.com/office/drawing/2014/main" id="{1CBBEC54-344A-47D3-B188-0C43349D2DDC}"/>
              </a:ext>
            </a:extLst>
          </p:cNvPr>
          <p:cNvSpPr/>
          <p:nvPr/>
        </p:nvSpPr>
        <p:spPr>
          <a:xfrm>
            <a:off x="3870143" y="6840693"/>
            <a:ext cx="1296687" cy="146092"/>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7" name="직사각형 46">
            <a:extLst>
              <a:ext uri="{FF2B5EF4-FFF2-40B4-BE49-F238E27FC236}">
                <a16:creationId xmlns:a16="http://schemas.microsoft.com/office/drawing/2014/main" id="{73FE292D-6445-4149-8025-7BB66E256F86}"/>
              </a:ext>
            </a:extLst>
          </p:cNvPr>
          <p:cNvSpPr/>
          <p:nvPr/>
        </p:nvSpPr>
        <p:spPr>
          <a:xfrm>
            <a:off x="5374750" y="6840693"/>
            <a:ext cx="721249" cy="154747"/>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추가하기</a:t>
            </a:r>
            <a:endParaRPr lang="en-US" altLang="ko-KR" sz="800" dirty="0">
              <a:solidFill>
                <a:schemeClr val="bg1"/>
              </a:solidFill>
            </a:endParaRPr>
          </a:p>
        </p:txBody>
      </p:sp>
      <p:sp>
        <p:nvSpPr>
          <p:cNvPr id="48" name="직사각형 47">
            <a:extLst>
              <a:ext uri="{FF2B5EF4-FFF2-40B4-BE49-F238E27FC236}">
                <a16:creationId xmlns:a16="http://schemas.microsoft.com/office/drawing/2014/main" id="{73FE292D-6445-4149-8025-7BB66E256F86}"/>
              </a:ext>
            </a:extLst>
          </p:cNvPr>
          <p:cNvSpPr/>
          <p:nvPr/>
        </p:nvSpPr>
        <p:spPr>
          <a:xfrm>
            <a:off x="5372731" y="7059442"/>
            <a:ext cx="721249" cy="155098"/>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삭제</a:t>
            </a:r>
            <a:endParaRPr lang="en-US" altLang="ko-KR" sz="800" dirty="0">
              <a:solidFill>
                <a:schemeClr val="bg1"/>
              </a:solidFill>
            </a:endParaRPr>
          </a:p>
        </p:txBody>
      </p:sp>
      <p:sp>
        <p:nvSpPr>
          <p:cNvPr id="49" name="직사각형 48">
            <a:extLst>
              <a:ext uri="{FF2B5EF4-FFF2-40B4-BE49-F238E27FC236}">
                <a16:creationId xmlns:a16="http://schemas.microsoft.com/office/drawing/2014/main" id="{73FE292D-6445-4149-8025-7BB66E256F86}"/>
              </a:ext>
            </a:extLst>
          </p:cNvPr>
          <p:cNvSpPr/>
          <p:nvPr/>
        </p:nvSpPr>
        <p:spPr>
          <a:xfrm>
            <a:off x="5372730" y="7275349"/>
            <a:ext cx="721249" cy="155098"/>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삭제</a:t>
            </a:r>
            <a:endParaRPr lang="en-US" altLang="ko-KR" sz="800" dirty="0">
              <a:solidFill>
                <a:schemeClr val="bg1"/>
              </a:solidFill>
            </a:endParaRPr>
          </a:p>
        </p:txBody>
      </p:sp>
      <p:grpSp>
        <p:nvGrpSpPr>
          <p:cNvPr id="50" name="그룹 49">
            <a:extLst>
              <a:ext uri="{FF2B5EF4-FFF2-40B4-BE49-F238E27FC236}">
                <a16:creationId xmlns:a16="http://schemas.microsoft.com/office/drawing/2014/main" id="{994057ED-D9D2-4613-B9FC-39947C0E406A}"/>
              </a:ext>
            </a:extLst>
          </p:cNvPr>
          <p:cNvGrpSpPr/>
          <p:nvPr/>
        </p:nvGrpSpPr>
        <p:grpSpPr>
          <a:xfrm>
            <a:off x="996628" y="6740626"/>
            <a:ext cx="6697696" cy="9609142"/>
            <a:chOff x="10218704" y="6288084"/>
            <a:chExt cx="6697696" cy="9609142"/>
          </a:xfrm>
        </p:grpSpPr>
        <p:sp>
          <p:nvSpPr>
            <p:cNvPr id="51" name="직사각형 50">
              <a:extLst>
                <a:ext uri="{FF2B5EF4-FFF2-40B4-BE49-F238E27FC236}">
                  <a16:creationId xmlns:a16="http://schemas.microsoft.com/office/drawing/2014/main" id="{C80A477C-5DB9-49F8-B019-DDDFD6C49E68}"/>
                </a:ext>
              </a:extLst>
            </p:cNvPr>
            <p:cNvSpPr/>
            <p:nvPr/>
          </p:nvSpPr>
          <p:spPr>
            <a:xfrm>
              <a:off x="10218704" y="6288084"/>
              <a:ext cx="6697696" cy="960914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52" name="TextBox 51">
              <a:extLst>
                <a:ext uri="{FF2B5EF4-FFF2-40B4-BE49-F238E27FC236}">
                  <a16:creationId xmlns:a16="http://schemas.microsoft.com/office/drawing/2014/main" id="{C9DBB0A6-D5B8-4EAF-822A-2961569E4A8C}"/>
                </a:ext>
              </a:extLst>
            </p:cNvPr>
            <p:cNvSpPr txBox="1"/>
            <p:nvPr/>
          </p:nvSpPr>
          <p:spPr>
            <a:xfrm>
              <a:off x="10504346" y="6473299"/>
              <a:ext cx="1343638"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err="1">
                  <a:latin typeface="맑은 고딕" panose="020B0503020000020004" pitchFamily="50" charset="-127"/>
                  <a:ea typeface="맑은 고딕" panose="020B0503020000020004" pitchFamily="50" charset="-127"/>
                </a:rPr>
                <a:t>의약외품</a:t>
              </a:r>
              <a:r>
                <a:rPr lang="ko-KR" altLang="en-US" sz="900" dirty="0">
                  <a:latin typeface="맑은 고딕" panose="020B0503020000020004" pitchFamily="50" charset="-127"/>
                  <a:ea typeface="맑은 고딕" panose="020B0503020000020004" pitchFamily="50" charset="-127"/>
                </a:rPr>
                <a:t> 및 화장품</a:t>
              </a:r>
              <a:endParaRPr lang="ko-KR" altLang="en-US" sz="900" dirty="0"/>
            </a:p>
          </p:txBody>
        </p:sp>
        <p:sp>
          <p:nvSpPr>
            <p:cNvPr id="53" name="직사각형 52">
              <a:extLst>
                <a:ext uri="{FF2B5EF4-FFF2-40B4-BE49-F238E27FC236}">
                  <a16:creationId xmlns:a16="http://schemas.microsoft.com/office/drawing/2014/main" id="{5B8F21BA-71BF-4688-9F61-6A0573A32E5D}"/>
                </a:ext>
              </a:extLst>
            </p:cNvPr>
            <p:cNvSpPr/>
            <p:nvPr/>
          </p:nvSpPr>
          <p:spPr>
            <a:xfrm>
              <a:off x="10580651" y="6789213"/>
              <a:ext cx="2848892" cy="1475016"/>
            </a:xfrm>
            <a:prstGeom prst="rect">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800" b="0" i="0" u="none" strike="noStrike" cap="none" normalizeH="0" baseline="0" dirty="0">
                <a:ln>
                  <a:noFill/>
                </a:ln>
                <a:solidFill>
                  <a:schemeClr val="tx1"/>
                </a:solidFill>
                <a:effectLst/>
                <a:latin typeface="Arial" panose="020B0604020202020204" pitchFamily="34" charset="0"/>
              </a:endParaRP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제품명.</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용량 및 중량.</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전 성분(화장품의 경우).</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사용 방법 및 주의사항.</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제조업체 및 제조국가.</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유효기간(사용 기한).</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기능성 화장품일 경우, </a:t>
              </a:r>
              <a:r>
                <a:rPr kumimoji="0" lang="ko-KR" altLang="ko-KR" sz="800" b="0" i="0" u="none" strike="noStrike" cap="none" normalizeH="0" baseline="0" dirty="0" err="1">
                  <a:ln>
                    <a:noFill/>
                  </a:ln>
                  <a:solidFill>
                    <a:schemeClr val="tx1"/>
                  </a:solidFill>
                  <a:effectLst/>
                  <a:latin typeface="Arial" panose="020B0604020202020204" pitchFamily="34" charset="0"/>
                </a:rPr>
                <a:t>식약처</a:t>
              </a:r>
              <a:r>
                <a:rPr kumimoji="0" lang="ko-KR" altLang="ko-KR" sz="800" b="0" i="0" u="none" strike="noStrike" cap="none" normalizeH="0" baseline="0" dirty="0">
                  <a:ln>
                    <a:noFill/>
                  </a:ln>
                  <a:solidFill>
                    <a:schemeClr val="tx1"/>
                  </a:solidFill>
                  <a:effectLst/>
                  <a:latin typeface="Arial" panose="020B0604020202020204" pitchFamily="34" charset="0"/>
                </a:rPr>
                <a:t> 인증 내용. </a:t>
              </a:r>
            </a:p>
            <a:p>
              <a:endParaRPr lang="ko-KR" altLang="en-US" sz="800" dirty="0">
                <a:solidFill>
                  <a:schemeClr val="tx1"/>
                </a:solidFill>
              </a:endParaRPr>
            </a:p>
          </p:txBody>
        </p:sp>
        <p:sp>
          <p:nvSpPr>
            <p:cNvPr id="54" name="TextBox 53">
              <a:extLst>
                <a:ext uri="{FF2B5EF4-FFF2-40B4-BE49-F238E27FC236}">
                  <a16:creationId xmlns:a16="http://schemas.microsoft.com/office/drawing/2014/main" id="{F89C32F3-D1E7-4AEF-822C-FA1C326C9B41}"/>
                </a:ext>
              </a:extLst>
            </p:cNvPr>
            <p:cNvSpPr txBox="1"/>
            <p:nvPr/>
          </p:nvSpPr>
          <p:spPr>
            <a:xfrm>
              <a:off x="13712900" y="6473299"/>
              <a:ext cx="1268296"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a:t>의류 및 패션 상품</a:t>
              </a:r>
            </a:p>
          </p:txBody>
        </p:sp>
        <p:sp>
          <p:nvSpPr>
            <p:cNvPr id="55" name="직사각형 54">
              <a:extLst>
                <a:ext uri="{FF2B5EF4-FFF2-40B4-BE49-F238E27FC236}">
                  <a16:creationId xmlns:a16="http://schemas.microsoft.com/office/drawing/2014/main" id="{7B141347-F7CE-4993-AD3A-82D79A845509}"/>
                </a:ext>
              </a:extLst>
            </p:cNvPr>
            <p:cNvSpPr/>
            <p:nvPr/>
          </p:nvSpPr>
          <p:spPr>
            <a:xfrm>
              <a:off x="13789205" y="6789213"/>
              <a:ext cx="2702126" cy="1475016"/>
            </a:xfrm>
            <a:prstGeom prst="rect">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제품명.</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소재(섬유의 </a:t>
              </a:r>
              <a:r>
                <a:rPr kumimoji="0" lang="ko-KR" altLang="ko-KR" sz="800" b="0" i="0" u="none" strike="noStrike" cap="none" normalizeH="0" baseline="0" dirty="0" err="1">
                  <a:ln>
                    <a:noFill/>
                  </a:ln>
                  <a:solidFill>
                    <a:schemeClr val="tx1"/>
                  </a:solidFill>
                  <a:effectLst/>
                  <a:latin typeface="Arial" panose="020B0604020202020204" pitchFamily="34" charset="0"/>
                </a:rPr>
                <a:t>혼용률</a:t>
              </a:r>
              <a:r>
                <a:rPr kumimoji="0" lang="ko-KR" altLang="ko-KR" sz="800" b="0" i="0" u="none" strike="noStrike" cap="none" normalizeH="0" baseline="0" dirty="0">
                  <a:ln>
                    <a:noFill/>
                  </a:ln>
                  <a:solidFill>
                    <a:schemeClr val="tx1"/>
                  </a:solidFill>
                  <a:effectLst/>
                  <a:latin typeface="Arial" panose="020B0604020202020204" pitchFamily="34" charset="0"/>
                </a:rPr>
                <a:t>).</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제조업체명 및 제조국가.</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사이즈.</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세탁 방법.</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제조연월.</a:t>
              </a:r>
              <a:endParaRPr lang="ko-KR" altLang="en-US" sz="800" dirty="0">
                <a:solidFill>
                  <a:schemeClr val="tx1"/>
                </a:solidFill>
              </a:endParaRPr>
            </a:p>
          </p:txBody>
        </p:sp>
        <p:sp>
          <p:nvSpPr>
            <p:cNvPr id="56" name="TextBox 55">
              <a:extLst>
                <a:ext uri="{FF2B5EF4-FFF2-40B4-BE49-F238E27FC236}">
                  <a16:creationId xmlns:a16="http://schemas.microsoft.com/office/drawing/2014/main" id="{32781F5A-9EC8-4ED8-A547-7D39C0A69847}"/>
                </a:ext>
              </a:extLst>
            </p:cNvPr>
            <p:cNvSpPr txBox="1"/>
            <p:nvPr/>
          </p:nvSpPr>
          <p:spPr>
            <a:xfrm>
              <a:off x="10504346" y="8821522"/>
              <a:ext cx="1459054"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a:t>전자제품 및 전기용품</a:t>
              </a:r>
            </a:p>
          </p:txBody>
        </p:sp>
        <p:sp>
          <p:nvSpPr>
            <p:cNvPr id="57" name="직사각형 56">
              <a:extLst>
                <a:ext uri="{FF2B5EF4-FFF2-40B4-BE49-F238E27FC236}">
                  <a16:creationId xmlns:a16="http://schemas.microsoft.com/office/drawing/2014/main" id="{30EACC68-8AC2-4168-B57C-05FA0354E460}"/>
                </a:ext>
              </a:extLst>
            </p:cNvPr>
            <p:cNvSpPr/>
            <p:nvPr/>
          </p:nvSpPr>
          <p:spPr>
            <a:xfrm>
              <a:off x="10580650" y="9137436"/>
              <a:ext cx="2848893" cy="1642102"/>
            </a:xfrm>
            <a:prstGeom prst="rect">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제품명.</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모델명.</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err="1">
                  <a:ln>
                    <a:noFill/>
                  </a:ln>
                  <a:solidFill>
                    <a:schemeClr val="tx1"/>
                  </a:solidFill>
                  <a:effectLst/>
                  <a:latin typeface="Arial" panose="020B0604020202020204" pitchFamily="34" charset="0"/>
                </a:rPr>
                <a:t>전기용품안전인증번호</a:t>
              </a:r>
              <a:r>
                <a:rPr kumimoji="0" lang="ko-KR" altLang="ko-KR" sz="800" b="0" i="0" u="none" strike="noStrike" cap="none" normalizeH="0" baseline="0" dirty="0">
                  <a:ln>
                    <a:noFill/>
                  </a:ln>
                  <a:solidFill>
                    <a:schemeClr val="tx1"/>
                  </a:solidFill>
                  <a:effectLst/>
                  <a:latin typeface="Arial" panose="020B0604020202020204" pitchFamily="34" charset="0"/>
                </a:rPr>
                <a:t>.</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제조업체명 및 제조국가.</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제조연월.</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정격전압/소비전력.</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KC 인증마크 및 번호.</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AS 연락처. </a:t>
              </a:r>
            </a:p>
            <a:p>
              <a:endParaRPr lang="ko-KR" altLang="en-US" sz="800" dirty="0">
                <a:solidFill>
                  <a:schemeClr val="tx1"/>
                </a:solidFill>
              </a:endParaRPr>
            </a:p>
          </p:txBody>
        </p:sp>
        <p:sp>
          <p:nvSpPr>
            <p:cNvPr id="58" name="TextBox 57">
              <a:extLst>
                <a:ext uri="{FF2B5EF4-FFF2-40B4-BE49-F238E27FC236}">
                  <a16:creationId xmlns:a16="http://schemas.microsoft.com/office/drawing/2014/main" id="{85204D46-D87B-4527-B607-06BC1E219797}"/>
                </a:ext>
              </a:extLst>
            </p:cNvPr>
            <p:cNvSpPr txBox="1"/>
            <p:nvPr/>
          </p:nvSpPr>
          <p:spPr>
            <a:xfrm>
              <a:off x="13712900" y="8821522"/>
              <a:ext cx="2021707"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a:t>어린이 제품</a:t>
              </a:r>
              <a:r>
                <a:rPr lang="en-US" altLang="ko-KR" sz="900" dirty="0"/>
                <a:t>( </a:t>
              </a:r>
              <a:r>
                <a:rPr lang="ko-KR" altLang="en-US" sz="900" dirty="0"/>
                <a:t>완구</a:t>
              </a:r>
              <a:r>
                <a:rPr lang="en-US" altLang="ko-KR" sz="900" dirty="0"/>
                <a:t>, </a:t>
              </a:r>
              <a:r>
                <a:rPr lang="ko-KR" altLang="en-US" sz="900" dirty="0"/>
                <a:t>유아용품 등 </a:t>
              </a:r>
              <a:r>
                <a:rPr lang="en-US" altLang="ko-KR" sz="900" dirty="0"/>
                <a:t>)</a:t>
              </a:r>
              <a:endParaRPr lang="ko-KR" altLang="en-US" sz="900" dirty="0"/>
            </a:p>
          </p:txBody>
        </p:sp>
        <p:sp>
          <p:nvSpPr>
            <p:cNvPr id="59" name="직사각형 58">
              <a:extLst>
                <a:ext uri="{FF2B5EF4-FFF2-40B4-BE49-F238E27FC236}">
                  <a16:creationId xmlns:a16="http://schemas.microsoft.com/office/drawing/2014/main" id="{9690E998-08DE-4155-ABA5-D74CFD95FE3B}"/>
                </a:ext>
              </a:extLst>
            </p:cNvPr>
            <p:cNvSpPr/>
            <p:nvPr/>
          </p:nvSpPr>
          <p:spPr>
            <a:xfrm>
              <a:off x="13789204" y="9137435"/>
              <a:ext cx="2702127" cy="1642101"/>
            </a:xfrm>
            <a:prstGeom prst="rect">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제품명.</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사용 연령 또는 적정 연령.</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안전 인증 마크 및 번호.</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주의 문구</a:t>
              </a: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(예: 작은 부품 포함 여부, 질식 위험 등).</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제조업체명 및 제조국가. </a:t>
              </a:r>
            </a:p>
            <a:p>
              <a:pPr marL="0" marR="0" lvl="0" indent="0" algn="l" defTabSz="914400" rtl="0" eaLnBrk="0" fontAlgn="base" latinLnBrk="0" hangingPunct="0">
                <a:lnSpc>
                  <a:spcPct val="150000"/>
                </a:lnSpc>
                <a:spcBef>
                  <a:spcPct val="0"/>
                </a:spcBef>
                <a:spcAft>
                  <a:spcPct val="0"/>
                </a:spcAft>
                <a:buClrTx/>
                <a:buSzTx/>
                <a:buFontTx/>
                <a:buChar char="•"/>
                <a:tabLst/>
              </a:pPr>
              <a:endParaRPr lang="ko-KR" altLang="en-US" sz="800" dirty="0">
                <a:solidFill>
                  <a:schemeClr val="tx1"/>
                </a:solidFill>
              </a:endParaRPr>
            </a:p>
          </p:txBody>
        </p:sp>
        <p:sp>
          <p:nvSpPr>
            <p:cNvPr id="60" name="TextBox 59">
              <a:extLst>
                <a:ext uri="{FF2B5EF4-FFF2-40B4-BE49-F238E27FC236}">
                  <a16:creationId xmlns:a16="http://schemas.microsoft.com/office/drawing/2014/main" id="{325E1FD5-3250-47E3-B2EE-CE1D43051BC9}"/>
                </a:ext>
              </a:extLst>
            </p:cNvPr>
            <p:cNvSpPr txBox="1"/>
            <p:nvPr/>
          </p:nvSpPr>
          <p:spPr>
            <a:xfrm>
              <a:off x="10504346" y="11336828"/>
              <a:ext cx="1499128"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가구 및 인테리어 제품</a:t>
              </a:r>
              <a:endParaRPr lang="ko-KR" altLang="en-US" sz="900" dirty="0"/>
            </a:p>
          </p:txBody>
        </p:sp>
        <p:sp>
          <p:nvSpPr>
            <p:cNvPr id="61" name="직사각형 60">
              <a:extLst>
                <a:ext uri="{FF2B5EF4-FFF2-40B4-BE49-F238E27FC236}">
                  <a16:creationId xmlns:a16="http://schemas.microsoft.com/office/drawing/2014/main" id="{BE1C5595-ACB7-4EF6-B6F7-EC08058F0AF4}"/>
                </a:ext>
              </a:extLst>
            </p:cNvPr>
            <p:cNvSpPr/>
            <p:nvPr/>
          </p:nvSpPr>
          <p:spPr>
            <a:xfrm>
              <a:off x="10580650" y="11652742"/>
              <a:ext cx="2848893" cy="1339471"/>
            </a:xfrm>
            <a:prstGeom prst="rect">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제품명.</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크기 및 재질.</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제조업체명 및 제조국가.</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제조연월.</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조립 여부. </a:t>
              </a:r>
            </a:p>
          </p:txBody>
        </p:sp>
        <p:sp>
          <p:nvSpPr>
            <p:cNvPr id="62" name="TextBox 61">
              <a:extLst>
                <a:ext uri="{FF2B5EF4-FFF2-40B4-BE49-F238E27FC236}">
                  <a16:creationId xmlns:a16="http://schemas.microsoft.com/office/drawing/2014/main" id="{2402A360-A4D7-44C2-9461-C917A1CCAEA4}"/>
                </a:ext>
              </a:extLst>
            </p:cNvPr>
            <p:cNvSpPr txBox="1"/>
            <p:nvPr/>
          </p:nvSpPr>
          <p:spPr>
            <a:xfrm>
              <a:off x="13712900" y="11336828"/>
              <a:ext cx="997389"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a:t>주류 및 담배</a:t>
              </a:r>
            </a:p>
          </p:txBody>
        </p:sp>
        <p:sp>
          <p:nvSpPr>
            <p:cNvPr id="63" name="직사각형 62">
              <a:extLst>
                <a:ext uri="{FF2B5EF4-FFF2-40B4-BE49-F238E27FC236}">
                  <a16:creationId xmlns:a16="http://schemas.microsoft.com/office/drawing/2014/main" id="{5C045716-99A2-4D25-ACA6-24525615B2FC}"/>
                </a:ext>
              </a:extLst>
            </p:cNvPr>
            <p:cNvSpPr/>
            <p:nvPr/>
          </p:nvSpPr>
          <p:spPr>
            <a:xfrm>
              <a:off x="13789204" y="11652741"/>
              <a:ext cx="2702127" cy="1339471"/>
            </a:xfrm>
            <a:prstGeom prst="rect">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제품명.</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알코올 함량.</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제조업체명 및 제조국가.</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유통기한(일부 주류 제외).</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음주 시 주의사항</a:t>
              </a: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(임산부 경고 문구 등). </a:t>
              </a:r>
            </a:p>
            <a:p>
              <a:pPr marL="0" marR="0" lvl="0" indent="0" algn="l" defTabSz="914400" rtl="0" eaLnBrk="0" fontAlgn="base" latinLnBrk="0" hangingPunct="0">
                <a:lnSpc>
                  <a:spcPct val="150000"/>
                </a:lnSpc>
                <a:spcBef>
                  <a:spcPct val="0"/>
                </a:spcBef>
                <a:spcAft>
                  <a:spcPct val="0"/>
                </a:spcAft>
                <a:buClrTx/>
                <a:buSzTx/>
                <a:buFontTx/>
                <a:buChar char="•"/>
                <a:tabLst/>
              </a:pPr>
              <a:endParaRPr lang="ko-KR" altLang="en-US" sz="800" dirty="0">
                <a:solidFill>
                  <a:schemeClr val="tx1"/>
                </a:solidFill>
              </a:endParaRPr>
            </a:p>
          </p:txBody>
        </p:sp>
        <p:sp>
          <p:nvSpPr>
            <p:cNvPr id="64" name="TextBox 63">
              <a:extLst>
                <a:ext uri="{FF2B5EF4-FFF2-40B4-BE49-F238E27FC236}">
                  <a16:creationId xmlns:a16="http://schemas.microsoft.com/office/drawing/2014/main" id="{E26D65D3-CFE1-43BC-A969-4A70833B3C79}"/>
                </a:ext>
              </a:extLst>
            </p:cNvPr>
            <p:cNvSpPr txBox="1"/>
            <p:nvPr/>
          </p:nvSpPr>
          <p:spPr>
            <a:xfrm>
              <a:off x="10504346" y="13671157"/>
              <a:ext cx="161454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a:t>자동차 및 오토바이 부품</a:t>
              </a:r>
            </a:p>
          </p:txBody>
        </p:sp>
        <p:sp>
          <p:nvSpPr>
            <p:cNvPr id="65" name="직사각형 64">
              <a:extLst>
                <a:ext uri="{FF2B5EF4-FFF2-40B4-BE49-F238E27FC236}">
                  <a16:creationId xmlns:a16="http://schemas.microsoft.com/office/drawing/2014/main" id="{308CED10-7734-469D-B781-78F03ED43A03}"/>
                </a:ext>
              </a:extLst>
            </p:cNvPr>
            <p:cNvSpPr/>
            <p:nvPr/>
          </p:nvSpPr>
          <p:spPr>
            <a:xfrm>
              <a:off x="10580650" y="13987071"/>
              <a:ext cx="2848893" cy="1339471"/>
            </a:xfrm>
            <a:prstGeom prst="rect">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제품명.</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모델명 및 호환 정보.</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제조업체명 및 제조국가.</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품질 보증기간.</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KC 인증 정보</a:t>
              </a: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(해당 시). </a:t>
              </a:r>
            </a:p>
            <a:p>
              <a:endParaRPr lang="ko-KR" altLang="en-US" sz="800" dirty="0">
                <a:solidFill>
                  <a:schemeClr val="tx1"/>
                </a:solidFill>
              </a:endParaRPr>
            </a:p>
          </p:txBody>
        </p:sp>
        <p:sp>
          <p:nvSpPr>
            <p:cNvPr id="66" name="TextBox 65">
              <a:extLst>
                <a:ext uri="{FF2B5EF4-FFF2-40B4-BE49-F238E27FC236}">
                  <a16:creationId xmlns:a16="http://schemas.microsoft.com/office/drawing/2014/main" id="{96293622-A367-4237-8090-3C375D66E14A}"/>
                </a:ext>
              </a:extLst>
            </p:cNvPr>
            <p:cNvSpPr txBox="1"/>
            <p:nvPr/>
          </p:nvSpPr>
          <p:spPr>
            <a:xfrm>
              <a:off x="13712900" y="13671157"/>
              <a:ext cx="95731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a:t>기타 수입품</a:t>
              </a:r>
            </a:p>
          </p:txBody>
        </p:sp>
        <p:sp>
          <p:nvSpPr>
            <p:cNvPr id="67" name="직사각형 66">
              <a:extLst>
                <a:ext uri="{FF2B5EF4-FFF2-40B4-BE49-F238E27FC236}">
                  <a16:creationId xmlns:a16="http://schemas.microsoft.com/office/drawing/2014/main" id="{6DBF2129-EBFC-404D-A7C0-59183EFD809E}"/>
                </a:ext>
              </a:extLst>
            </p:cNvPr>
            <p:cNvSpPr/>
            <p:nvPr/>
          </p:nvSpPr>
          <p:spPr>
            <a:xfrm>
              <a:off x="13789204" y="13987071"/>
              <a:ext cx="2702127" cy="1339472"/>
            </a:xfrm>
            <a:prstGeom prst="rect">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en-US" sz="800" b="0" i="0" u="none" strike="noStrike" cap="none" normalizeH="0" baseline="0" dirty="0">
                  <a:ln>
                    <a:noFill/>
                  </a:ln>
                  <a:solidFill>
                    <a:schemeClr val="tx1"/>
                  </a:solidFill>
                  <a:effectLst/>
                  <a:latin typeface="Arial" panose="020B0604020202020204" pitchFamily="34" charset="0"/>
                </a:rPr>
                <a:t>원산지</a:t>
              </a:r>
              <a:r>
                <a:rPr kumimoji="0" lang="ko-KR" altLang="ko-KR" sz="800" b="0" i="0" u="none" strike="noStrike" cap="none" normalizeH="0" baseline="0" dirty="0">
                  <a:ln>
                    <a:noFill/>
                  </a:ln>
                  <a:solidFill>
                    <a:schemeClr val="tx1"/>
                  </a:solidFill>
                  <a:effectLst/>
                  <a:latin typeface="Arial" panose="020B0604020202020204" pitchFamily="34" charset="0"/>
                </a:rPr>
                <a:t>.</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en-US" sz="800" b="0" i="0" u="none" strike="noStrike" cap="none" normalizeH="0" baseline="0" dirty="0">
                  <a:ln>
                    <a:noFill/>
                  </a:ln>
                  <a:solidFill>
                    <a:schemeClr val="tx1"/>
                  </a:solidFill>
                  <a:effectLst/>
                  <a:latin typeface="Arial" panose="020B0604020202020204" pitchFamily="34" charset="0"/>
                </a:rPr>
                <a:t>수입업체명 및 연락처</a:t>
              </a:r>
              <a:r>
                <a:rPr kumimoji="0" lang="ko-KR" altLang="ko-KR" sz="800" b="0" i="0" u="none" strike="noStrike" cap="none" normalizeH="0" baseline="0" dirty="0">
                  <a:ln>
                    <a:noFill/>
                  </a:ln>
                  <a:solidFill>
                    <a:schemeClr val="tx1"/>
                  </a:solidFill>
                  <a:effectLst/>
                  <a:latin typeface="Arial" panose="020B0604020202020204" pitchFamily="34" charset="0"/>
                </a:rPr>
                <a:t>.</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kumimoji="0" lang="ko-KR" altLang="ko-KR" sz="800" b="0" i="0" u="none" strike="noStrike" cap="none" normalizeH="0" baseline="0" dirty="0">
                  <a:ln>
                    <a:noFill/>
                  </a:ln>
                  <a:solidFill>
                    <a:schemeClr val="tx1"/>
                  </a:solidFill>
                  <a:effectLst/>
                  <a:latin typeface="Arial" panose="020B0604020202020204" pitchFamily="34" charset="0"/>
                </a:rPr>
                <a:t>안전 인증 마크 및 번호.</a:t>
              </a:r>
            </a:p>
            <a:p>
              <a:pPr marL="0" marR="0" lvl="0" indent="0" algn="l" defTabSz="914400" rtl="0" eaLnBrk="0" fontAlgn="base" latinLnBrk="0" hangingPunct="0">
                <a:lnSpc>
                  <a:spcPct val="150000"/>
                </a:lnSpc>
                <a:spcBef>
                  <a:spcPct val="0"/>
                </a:spcBef>
                <a:spcAft>
                  <a:spcPct val="0"/>
                </a:spcAft>
                <a:buClrTx/>
                <a:buSzTx/>
                <a:buFontTx/>
                <a:buChar char="•"/>
                <a:tabLst/>
              </a:pPr>
              <a:r>
                <a:rPr kumimoji="0" lang="en-US" altLang="ko-KR" sz="800" b="0" i="0" u="none" strike="noStrike" cap="none" normalizeH="0" baseline="0" dirty="0">
                  <a:ln>
                    <a:noFill/>
                  </a:ln>
                  <a:solidFill>
                    <a:schemeClr val="tx1"/>
                  </a:solidFill>
                  <a:effectLst/>
                  <a:latin typeface="Arial" panose="020B0604020202020204" pitchFamily="34" charset="0"/>
                </a:rPr>
                <a:t> </a:t>
              </a:r>
              <a:r>
                <a:rPr lang="ko-KR" altLang="en-US" sz="800" dirty="0">
                  <a:solidFill>
                    <a:schemeClr val="tx1"/>
                  </a:solidFill>
                </a:rPr>
                <a:t>통관 여부 </a:t>
              </a:r>
              <a:r>
                <a:rPr lang="en-US" altLang="ko-KR" sz="800" dirty="0">
                  <a:solidFill>
                    <a:schemeClr val="tx1"/>
                  </a:solidFill>
                </a:rPr>
                <a:t>(</a:t>
              </a:r>
              <a:r>
                <a:rPr lang="ko-KR" altLang="en-US" sz="800" dirty="0">
                  <a:solidFill>
                    <a:schemeClr val="tx1"/>
                  </a:solidFill>
                </a:rPr>
                <a:t>정식 수입품임을 확인할 수 있어야 함</a:t>
              </a:r>
              <a:r>
                <a:rPr kumimoji="0" lang="ko-KR" altLang="ko-KR" sz="800" b="0" i="0" u="none" strike="noStrike" cap="none" normalizeH="0" baseline="0" dirty="0">
                  <a:ln>
                    <a:noFill/>
                  </a:ln>
                  <a:solidFill>
                    <a:schemeClr val="tx1"/>
                  </a:solidFill>
                  <a:effectLst/>
                  <a:latin typeface="Arial" panose="020B0604020202020204" pitchFamily="34" charset="0"/>
                </a:rPr>
                <a:t>).</a:t>
              </a:r>
            </a:p>
          </p:txBody>
        </p:sp>
      </p:grpSp>
      <p:sp>
        <p:nvSpPr>
          <p:cNvPr id="68" name="TextBox 67">
            <a:extLst>
              <a:ext uri="{FF2B5EF4-FFF2-40B4-BE49-F238E27FC236}">
                <a16:creationId xmlns:a16="http://schemas.microsoft.com/office/drawing/2014/main" id="{665F860D-953D-49C2-A24D-3AFF85A47965}"/>
              </a:ext>
            </a:extLst>
          </p:cNvPr>
          <p:cNvSpPr txBox="1"/>
          <p:nvPr/>
        </p:nvSpPr>
        <p:spPr>
          <a:xfrm>
            <a:off x="885593" y="6633361"/>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69" name="타원 68">
            <a:extLst>
              <a:ext uri="{FF2B5EF4-FFF2-40B4-BE49-F238E27FC236}">
                <a16:creationId xmlns:a16="http://schemas.microsoft.com/office/drawing/2014/main" id="{9120F6B3-F52A-4806-80F9-AF9CC9A6D9FF}"/>
              </a:ext>
            </a:extLst>
          </p:cNvPr>
          <p:cNvSpPr/>
          <p:nvPr/>
        </p:nvSpPr>
        <p:spPr>
          <a:xfrm>
            <a:off x="1282170" y="886294"/>
            <a:ext cx="1284422" cy="397681"/>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0" name="직선 화살표 연결선 69">
            <a:extLst>
              <a:ext uri="{FF2B5EF4-FFF2-40B4-BE49-F238E27FC236}">
                <a16:creationId xmlns:a16="http://schemas.microsoft.com/office/drawing/2014/main" id="{1B5BB48B-B99E-41DD-86D0-B8D21A8A7AAD}"/>
              </a:ext>
            </a:extLst>
          </p:cNvPr>
          <p:cNvCxnSpPr>
            <a:cxnSpLocks/>
            <a:stCxn id="69" idx="4"/>
          </p:cNvCxnSpPr>
          <p:nvPr/>
        </p:nvCxnSpPr>
        <p:spPr>
          <a:xfrm flipH="1">
            <a:off x="1918248" y="1283975"/>
            <a:ext cx="6133" cy="1359615"/>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71" name="TextBox 70">
            <a:extLst>
              <a:ext uri="{FF2B5EF4-FFF2-40B4-BE49-F238E27FC236}">
                <a16:creationId xmlns:a16="http://schemas.microsoft.com/office/drawing/2014/main" id="{BDD2FC0E-F334-4015-8198-DD031500A7D4}"/>
              </a:ext>
            </a:extLst>
          </p:cNvPr>
          <p:cNvSpPr txBox="1"/>
          <p:nvPr/>
        </p:nvSpPr>
        <p:spPr>
          <a:xfrm>
            <a:off x="67274" y="2643590"/>
            <a:ext cx="3159839"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유형별  필수 표시 사항 </a:t>
            </a:r>
            <a:r>
              <a:rPr lang="en-US" altLang="ko-KR" sz="900" dirty="0">
                <a:latin typeface="맑은 고딕" panose="020B0503020000020004" pitchFamily="50" charset="-127"/>
                <a:ea typeface="맑은 고딕" panose="020B0503020000020004" pitchFamily="50" charset="-127"/>
              </a:rPr>
              <a:t>( </a:t>
            </a:r>
            <a:r>
              <a:rPr lang="ko-KR" altLang="en-US" sz="900" dirty="0">
                <a:latin typeface="맑은 고딕" panose="020B0503020000020004" pitchFamily="50" charset="-127"/>
                <a:ea typeface="맑은 고딕" panose="020B0503020000020004" pitchFamily="50" charset="-127"/>
              </a:rPr>
              <a:t>식품 및 건강기능식품 </a:t>
            </a:r>
            <a:r>
              <a:rPr lang="en-US" altLang="ko-KR" sz="900" dirty="0">
                <a:latin typeface="맑은 고딕" panose="020B0503020000020004" pitchFamily="50" charset="-127"/>
                <a:ea typeface="맑은 고딕" panose="020B0503020000020004" pitchFamily="50" charset="-127"/>
              </a:rPr>
              <a:t>)</a:t>
            </a:r>
            <a:endParaRPr lang="ko-KR" altLang="en-US" sz="900" dirty="0"/>
          </a:p>
        </p:txBody>
      </p:sp>
      <p:graphicFrame>
        <p:nvGraphicFramePr>
          <p:cNvPr id="72" name="표 71">
            <a:extLst>
              <a:ext uri="{FF2B5EF4-FFF2-40B4-BE49-F238E27FC236}">
                <a16:creationId xmlns:a16="http://schemas.microsoft.com/office/drawing/2014/main" id="{1082BF31-DB83-4B52-9D5A-447187644786}"/>
              </a:ext>
            </a:extLst>
          </p:cNvPr>
          <p:cNvGraphicFramePr>
            <a:graphicFrameLocks noGrp="1"/>
          </p:cNvGraphicFramePr>
          <p:nvPr>
            <p:extLst>
              <p:ext uri="{D42A27DB-BD31-4B8C-83A1-F6EECF244321}">
                <p14:modId xmlns:p14="http://schemas.microsoft.com/office/powerpoint/2010/main" val="101828324"/>
              </p:ext>
            </p:extLst>
          </p:nvPr>
        </p:nvGraphicFramePr>
        <p:xfrm>
          <a:off x="125631" y="2904628"/>
          <a:ext cx="9943897" cy="3169920"/>
        </p:xfrm>
        <a:graphic>
          <a:graphicData uri="http://schemas.openxmlformats.org/drawingml/2006/table">
            <a:tbl>
              <a:tblPr firstRow="1" bandRow="1">
                <a:tableStyleId>{5C22544A-7EE6-4342-B048-85BDC9FD1C3A}</a:tableStyleId>
              </a:tblPr>
              <a:tblGrid>
                <a:gridCol w="1941294">
                  <a:extLst>
                    <a:ext uri="{9D8B030D-6E8A-4147-A177-3AD203B41FA5}">
                      <a16:colId xmlns:a16="http://schemas.microsoft.com/office/drawing/2014/main" val="20000"/>
                    </a:ext>
                  </a:extLst>
                </a:gridCol>
                <a:gridCol w="3362325">
                  <a:extLst>
                    <a:ext uri="{9D8B030D-6E8A-4147-A177-3AD203B41FA5}">
                      <a16:colId xmlns:a16="http://schemas.microsoft.com/office/drawing/2014/main" val="20001"/>
                    </a:ext>
                  </a:extLst>
                </a:gridCol>
                <a:gridCol w="1876425">
                  <a:extLst>
                    <a:ext uri="{9D8B030D-6E8A-4147-A177-3AD203B41FA5}">
                      <a16:colId xmlns:a16="http://schemas.microsoft.com/office/drawing/2014/main" val="211876217"/>
                    </a:ext>
                  </a:extLst>
                </a:gridCol>
                <a:gridCol w="2763853">
                  <a:extLst>
                    <a:ext uri="{9D8B030D-6E8A-4147-A177-3AD203B41FA5}">
                      <a16:colId xmlns:a16="http://schemas.microsoft.com/office/drawing/2014/main" val="3922035445"/>
                    </a:ext>
                  </a:extLst>
                </a:gridCol>
              </a:tblGrid>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제품명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식품의 유형</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제조업소명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소재지</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941157010"/>
                  </a:ext>
                </a:extLst>
              </a:tr>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원재료 명 및 함량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알레르기 유발 물질 표시 포함</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lnL w="6350" cap="flat" cmpd="sng" algn="ctr">
                      <a:solidFill>
                        <a:schemeClr val="bg1">
                          <a:lumMod val="75000"/>
                        </a:schemeClr>
                      </a:solidFill>
                      <a:prstDash val="solid"/>
                      <a:round/>
                      <a:headEnd type="none" w="med" len="med"/>
                      <a:tailEnd type="none" w="med" len="med"/>
                    </a:lnL>
                    <a:lnT w="6350" cap="flat" cmpd="sng" algn="ctr">
                      <a:solidFill>
                        <a:schemeClr val="bg1">
                          <a:lumMod val="75000"/>
                        </a:schemeClr>
                      </a:solidFill>
                      <a:prstDash val="solid"/>
                      <a:round/>
                      <a:headEnd type="none" w="med" len="med"/>
                      <a:tailEnd type="none" w="med" len="med"/>
                    </a:lnT>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40194574"/>
                  </a:ext>
                </a:extLst>
              </a:tr>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유통기한 또는 품질유지기한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제조연월일</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27709410"/>
                  </a:ext>
                </a:extLst>
              </a:tr>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내용량</a:t>
                      </a:r>
                      <a:r>
                        <a:rPr lang="ko-KR" altLang="en-US" sz="800" b="0" dirty="0">
                          <a:solidFill>
                            <a:schemeClr val="tx1"/>
                          </a:solidFill>
                        </a:rPr>
                        <a:t> </a:t>
                      </a:r>
                      <a:r>
                        <a:rPr lang="en-US" altLang="ko-KR" sz="800" b="0" dirty="0">
                          <a:solidFill>
                            <a:schemeClr val="tx1"/>
                          </a:solidFill>
                        </a:rPr>
                        <a:t>( </a:t>
                      </a:r>
                      <a:r>
                        <a:rPr lang="ko-KR" altLang="en-US" sz="800" b="0" dirty="0">
                          <a:solidFill>
                            <a:schemeClr val="tx1"/>
                          </a:solidFill>
                        </a:rPr>
                        <a:t>중량</a:t>
                      </a:r>
                      <a:r>
                        <a:rPr lang="en-US" altLang="ko-KR" sz="800" b="0" dirty="0">
                          <a:solidFill>
                            <a:schemeClr val="tx1"/>
                          </a:solidFill>
                        </a:rPr>
                        <a:t>, </a:t>
                      </a:r>
                      <a:r>
                        <a:rPr lang="ko-KR" altLang="en-US" sz="800" b="0" dirty="0">
                          <a:solidFill>
                            <a:schemeClr val="tx1"/>
                          </a:solidFill>
                        </a:rPr>
                        <a:t>부피 등 </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lnL w="6350" cap="flat" cmpd="sng" algn="ctr">
                      <a:solidFill>
                        <a:schemeClr val="bg1">
                          <a:lumMod val="75000"/>
                        </a:schemeClr>
                      </a:solidFill>
                      <a:prstDash val="solid"/>
                      <a:round/>
                      <a:headEnd type="none" w="med" len="med"/>
                      <a:tailEnd type="none" w="med" len="med"/>
                    </a:lnL>
                    <a:lnT w="6350" cap="flat" cmpd="sng" algn="ctr">
                      <a:solidFill>
                        <a:schemeClr val="bg1">
                          <a:lumMod val="75000"/>
                        </a:schemeClr>
                      </a:solidFill>
                      <a:prstDash val="solid"/>
                      <a:round/>
                      <a:headEnd type="none" w="med" len="med"/>
                      <a:tailEnd type="none" w="med" len="med"/>
                    </a:lnT>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36536324"/>
                  </a:ext>
                </a:extLst>
              </a:tr>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보관방법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lnL w="6350" cap="flat" cmpd="sng" algn="ctr">
                      <a:solidFill>
                        <a:schemeClr val="bg1">
                          <a:lumMod val="75000"/>
                        </a:schemeClr>
                      </a:solidFill>
                      <a:prstDash val="solid"/>
                      <a:round/>
                      <a:headEnd type="none" w="med" len="med"/>
                      <a:tailEnd type="none" w="med" len="med"/>
                    </a:ln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51773791"/>
                  </a:ext>
                </a:extLst>
              </a:tr>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섭취 방법 및 섭취 시 주의 사항</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lnL w="6350" cap="flat" cmpd="sng" algn="ctr">
                      <a:solidFill>
                        <a:schemeClr val="bg1">
                          <a:lumMod val="75000"/>
                        </a:schemeClr>
                      </a:solidFill>
                      <a:prstDash val="solid"/>
                      <a:round/>
                      <a:headEnd type="none" w="med" len="med"/>
                      <a:tailEnd type="none" w="med" len="med"/>
                    </a:ln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620637217"/>
                  </a:ext>
                </a:extLst>
              </a:tr>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건강기능식품의 경우 기능성 내용</a:t>
                      </a: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및 </a:t>
                      </a:r>
                      <a:r>
                        <a:rPr lang="en-US" altLang="ko-KR" sz="800" b="0" dirty="0">
                          <a:solidFill>
                            <a:schemeClr val="tx1"/>
                          </a:solidFill>
                        </a:rPr>
                        <a:t>‘</a:t>
                      </a:r>
                      <a:r>
                        <a:rPr lang="ko-KR" altLang="en-US" sz="800" b="0" dirty="0">
                          <a:solidFill>
                            <a:schemeClr val="tx1"/>
                          </a:solidFill>
                        </a:rPr>
                        <a:t>질병 예방</a:t>
                      </a:r>
                      <a:r>
                        <a:rPr lang="en-US" altLang="ko-KR" sz="800" b="0" dirty="0">
                          <a:solidFill>
                            <a:schemeClr val="tx1"/>
                          </a:solidFill>
                        </a:rPr>
                        <a:t>,</a:t>
                      </a:r>
                      <a:r>
                        <a:rPr lang="ko-KR" altLang="en-US" sz="800" b="0" dirty="0">
                          <a:solidFill>
                            <a:schemeClr val="tx1"/>
                          </a:solidFill>
                        </a:rPr>
                        <a:t>치료 목적이 아님</a:t>
                      </a:r>
                      <a:r>
                        <a:rPr lang="en-US" altLang="ko-KR" sz="800" b="0" dirty="0">
                          <a:solidFill>
                            <a:schemeClr val="tx1"/>
                          </a:solidFill>
                        </a:rPr>
                        <a:t>’ </a:t>
                      </a:r>
                      <a:r>
                        <a:rPr lang="ko-KR" altLang="en-US" sz="800" b="0" dirty="0">
                          <a:solidFill>
                            <a:schemeClr val="tx1"/>
                          </a:solidFill>
                        </a:rPr>
                        <a:t>문구표시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lnL w="6350" cap="flat" cmpd="sng" algn="ctr">
                      <a:solidFill>
                        <a:schemeClr val="bg1">
                          <a:lumMod val="75000"/>
                        </a:schemeClr>
                      </a:solidFill>
                      <a:prstDash val="solid"/>
                      <a:round/>
                      <a:headEnd type="none" w="med" len="med"/>
                      <a:tailEnd type="none" w="med" len="med"/>
                    </a:ln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067187253"/>
                  </a:ext>
                </a:extLst>
              </a:tr>
            </a:tbl>
          </a:graphicData>
        </a:graphic>
      </p:graphicFrame>
      <p:sp>
        <p:nvSpPr>
          <p:cNvPr id="73" name="직사각형 72">
            <a:extLst>
              <a:ext uri="{FF2B5EF4-FFF2-40B4-BE49-F238E27FC236}">
                <a16:creationId xmlns:a16="http://schemas.microsoft.com/office/drawing/2014/main" id="{8CCE9FB0-F429-470B-92FC-30BDA77434F0}"/>
              </a:ext>
            </a:extLst>
          </p:cNvPr>
          <p:cNvSpPr/>
          <p:nvPr/>
        </p:nvSpPr>
        <p:spPr>
          <a:xfrm>
            <a:off x="2122473" y="2922125"/>
            <a:ext cx="3044358" cy="179811"/>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74" name="직사각형 73">
            <a:extLst>
              <a:ext uri="{FF2B5EF4-FFF2-40B4-BE49-F238E27FC236}">
                <a16:creationId xmlns:a16="http://schemas.microsoft.com/office/drawing/2014/main" id="{445FD49F-A561-497A-B33E-3A9478BADCC4}"/>
              </a:ext>
            </a:extLst>
          </p:cNvPr>
          <p:cNvSpPr/>
          <p:nvPr/>
        </p:nvSpPr>
        <p:spPr>
          <a:xfrm>
            <a:off x="7380273" y="2922125"/>
            <a:ext cx="2478102" cy="179811"/>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75" name="직사각형 74">
            <a:extLst>
              <a:ext uri="{FF2B5EF4-FFF2-40B4-BE49-F238E27FC236}">
                <a16:creationId xmlns:a16="http://schemas.microsoft.com/office/drawing/2014/main" id="{86CC1F24-814F-4DE3-9667-0FB3EC5B7C90}"/>
              </a:ext>
            </a:extLst>
          </p:cNvPr>
          <p:cNvSpPr/>
          <p:nvPr/>
        </p:nvSpPr>
        <p:spPr>
          <a:xfrm>
            <a:off x="7380273" y="3132308"/>
            <a:ext cx="2478102" cy="179811"/>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76" name="직사각형 75">
            <a:extLst>
              <a:ext uri="{FF2B5EF4-FFF2-40B4-BE49-F238E27FC236}">
                <a16:creationId xmlns:a16="http://schemas.microsoft.com/office/drawing/2014/main" id="{99341EF1-BD7B-4BF2-960D-FC0C85D0DA4C}"/>
              </a:ext>
            </a:extLst>
          </p:cNvPr>
          <p:cNvSpPr/>
          <p:nvPr/>
        </p:nvSpPr>
        <p:spPr>
          <a:xfrm>
            <a:off x="2122473" y="3132307"/>
            <a:ext cx="3044358" cy="179811"/>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77" name="직사각형 76">
            <a:extLst>
              <a:ext uri="{FF2B5EF4-FFF2-40B4-BE49-F238E27FC236}">
                <a16:creationId xmlns:a16="http://schemas.microsoft.com/office/drawing/2014/main" id="{EF9F3497-AC58-4B9D-998E-3407FFD14317}"/>
              </a:ext>
            </a:extLst>
          </p:cNvPr>
          <p:cNvSpPr/>
          <p:nvPr/>
        </p:nvSpPr>
        <p:spPr>
          <a:xfrm>
            <a:off x="2122473" y="3363511"/>
            <a:ext cx="7735902" cy="42707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78" name="직사각형 77">
            <a:extLst>
              <a:ext uri="{FF2B5EF4-FFF2-40B4-BE49-F238E27FC236}">
                <a16:creationId xmlns:a16="http://schemas.microsoft.com/office/drawing/2014/main" id="{2E4359A4-19CC-45EA-ACD2-1BD5B50EF7F6}"/>
              </a:ext>
            </a:extLst>
          </p:cNvPr>
          <p:cNvSpPr/>
          <p:nvPr/>
        </p:nvSpPr>
        <p:spPr>
          <a:xfrm>
            <a:off x="2122472" y="4052156"/>
            <a:ext cx="3044358" cy="179811"/>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79" name="직사각형 78">
            <a:extLst>
              <a:ext uri="{FF2B5EF4-FFF2-40B4-BE49-F238E27FC236}">
                <a16:creationId xmlns:a16="http://schemas.microsoft.com/office/drawing/2014/main" id="{F975A54A-CB2A-4B7B-99EA-5805C4DA6DC8}"/>
              </a:ext>
            </a:extLst>
          </p:cNvPr>
          <p:cNvSpPr/>
          <p:nvPr/>
        </p:nvSpPr>
        <p:spPr>
          <a:xfrm>
            <a:off x="7375511" y="4041348"/>
            <a:ext cx="2478102" cy="179811"/>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80" name="직사각형 79">
            <a:extLst>
              <a:ext uri="{FF2B5EF4-FFF2-40B4-BE49-F238E27FC236}">
                <a16:creationId xmlns:a16="http://schemas.microsoft.com/office/drawing/2014/main" id="{B4114CDA-5B6C-494D-BCA8-77A9F19A9F4E}"/>
              </a:ext>
            </a:extLst>
          </p:cNvPr>
          <p:cNvSpPr/>
          <p:nvPr/>
        </p:nvSpPr>
        <p:spPr>
          <a:xfrm>
            <a:off x="2126573" y="4302856"/>
            <a:ext cx="7735902" cy="35103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81" name="직사각형 80">
            <a:extLst>
              <a:ext uri="{FF2B5EF4-FFF2-40B4-BE49-F238E27FC236}">
                <a16:creationId xmlns:a16="http://schemas.microsoft.com/office/drawing/2014/main" id="{FD6565AE-89DD-48DD-B53D-D3DE56ED1676}"/>
              </a:ext>
            </a:extLst>
          </p:cNvPr>
          <p:cNvSpPr/>
          <p:nvPr/>
        </p:nvSpPr>
        <p:spPr>
          <a:xfrm>
            <a:off x="2126573" y="4748679"/>
            <a:ext cx="7735902" cy="35103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82" name="직사각형 81">
            <a:extLst>
              <a:ext uri="{FF2B5EF4-FFF2-40B4-BE49-F238E27FC236}">
                <a16:creationId xmlns:a16="http://schemas.microsoft.com/office/drawing/2014/main" id="{86B9CDE1-619C-4A9F-A867-7780510CD1F1}"/>
              </a:ext>
            </a:extLst>
          </p:cNvPr>
          <p:cNvSpPr/>
          <p:nvPr/>
        </p:nvSpPr>
        <p:spPr>
          <a:xfrm>
            <a:off x="2126573" y="5205668"/>
            <a:ext cx="7735902" cy="35103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83" name="직사각형 82">
            <a:extLst>
              <a:ext uri="{FF2B5EF4-FFF2-40B4-BE49-F238E27FC236}">
                <a16:creationId xmlns:a16="http://schemas.microsoft.com/office/drawing/2014/main" id="{967990C4-A2E7-4C88-95C2-0A296AA3A0B0}"/>
              </a:ext>
            </a:extLst>
          </p:cNvPr>
          <p:cNvSpPr/>
          <p:nvPr/>
        </p:nvSpPr>
        <p:spPr>
          <a:xfrm>
            <a:off x="2126573" y="5662657"/>
            <a:ext cx="7735902" cy="35103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84" name="직사각형 83">
            <a:extLst>
              <a:ext uri="{FF2B5EF4-FFF2-40B4-BE49-F238E27FC236}">
                <a16:creationId xmlns:a16="http://schemas.microsoft.com/office/drawing/2014/main" id="{2F776792-AE5F-4305-B0D6-8E34E3CEB532}"/>
              </a:ext>
            </a:extLst>
          </p:cNvPr>
          <p:cNvSpPr/>
          <p:nvPr/>
        </p:nvSpPr>
        <p:spPr>
          <a:xfrm>
            <a:off x="0" y="2643590"/>
            <a:ext cx="10134598" cy="3579429"/>
          </a:xfrm>
          <a:prstGeom prst="rect">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5" name="직선 화살표 연결선 84">
            <a:extLst>
              <a:ext uri="{FF2B5EF4-FFF2-40B4-BE49-F238E27FC236}">
                <a16:creationId xmlns:a16="http://schemas.microsoft.com/office/drawing/2014/main" id="{AC37C142-6F75-42A6-BA8B-1B4A677D5719}"/>
              </a:ext>
            </a:extLst>
          </p:cNvPr>
          <p:cNvCxnSpPr>
            <a:cxnSpLocks/>
          </p:cNvCxnSpPr>
          <p:nvPr/>
        </p:nvCxnSpPr>
        <p:spPr>
          <a:xfrm flipH="1">
            <a:off x="3975250" y="6269042"/>
            <a:ext cx="1946" cy="734137"/>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86" name="TextBox 85">
            <a:extLst>
              <a:ext uri="{FF2B5EF4-FFF2-40B4-BE49-F238E27FC236}">
                <a16:creationId xmlns:a16="http://schemas.microsoft.com/office/drawing/2014/main" id="{720103FF-85D1-4D72-BBCA-37FAC4A80B19}"/>
              </a:ext>
            </a:extLst>
          </p:cNvPr>
          <p:cNvSpPr txBox="1"/>
          <p:nvPr/>
        </p:nvSpPr>
        <p:spPr>
          <a:xfrm>
            <a:off x="1171703" y="865200"/>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87" name="직사각형 86">
            <a:extLst>
              <a:ext uri="{FF2B5EF4-FFF2-40B4-BE49-F238E27FC236}">
                <a16:creationId xmlns:a16="http://schemas.microsoft.com/office/drawing/2014/main" id="{1CBBEC54-344A-47D3-B188-0C43349D2DDC}"/>
              </a:ext>
            </a:extLst>
          </p:cNvPr>
          <p:cNvSpPr/>
          <p:nvPr/>
        </p:nvSpPr>
        <p:spPr>
          <a:xfrm>
            <a:off x="1375442" y="1986130"/>
            <a:ext cx="8573776" cy="156163"/>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Tree>
    <p:extLst>
      <p:ext uri="{BB962C8B-B14F-4D97-AF65-F5344CB8AC3E}">
        <p14:creationId xmlns:p14="http://schemas.microsoft.com/office/powerpoint/2010/main" val="2569019614"/>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17B64B9A-94B0-4C0D-B97D-9E481712FCA0}"/>
              </a:ext>
            </a:extLst>
          </p:cNvPr>
          <p:cNvGraphicFramePr>
            <a:graphicFrameLocks noGrp="1"/>
          </p:cNvGraphicFramePr>
          <p:nvPr/>
        </p:nvGraphicFramePr>
        <p:xfrm>
          <a:off x="125632" y="3007609"/>
          <a:ext cx="9943899" cy="21336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목록 이미지 </a:t>
                      </a:r>
                      <a:r>
                        <a:rPr lang="en-US" altLang="ko-KR" sz="800" b="0" dirty="0">
                          <a:solidFill>
                            <a:schemeClr val="tx1"/>
                          </a:solidFill>
                        </a:rPr>
                        <a:t>( Max 5 )</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grpSp>
        <p:nvGrpSpPr>
          <p:cNvPr id="4" name="그룹 3">
            <a:extLst>
              <a:ext uri="{FF2B5EF4-FFF2-40B4-BE49-F238E27FC236}">
                <a16:creationId xmlns:a16="http://schemas.microsoft.com/office/drawing/2014/main" id="{63E5762D-07FF-4E8D-B7BD-870440CAF62C}"/>
              </a:ext>
            </a:extLst>
          </p:cNvPr>
          <p:cNvGrpSpPr/>
          <p:nvPr/>
        </p:nvGrpSpPr>
        <p:grpSpPr>
          <a:xfrm>
            <a:off x="1419829" y="3058808"/>
            <a:ext cx="2089400" cy="120097"/>
            <a:chOff x="5148065" y="1124744"/>
            <a:chExt cx="2089400" cy="192328"/>
          </a:xfrm>
        </p:grpSpPr>
        <p:sp>
          <p:nvSpPr>
            <p:cNvPr id="5" name="직사각형 4">
              <a:extLst>
                <a:ext uri="{FF2B5EF4-FFF2-40B4-BE49-F238E27FC236}">
                  <a16:creationId xmlns:a16="http://schemas.microsoft.com/office/drawing/2014/main" id="{1CBBEC54-344A-47D3-B188-0C43349D2DDC}"/>
                </a:ext>
              </a:extLst>
            </p:cNvPr>
            <p:cNvSpPr/>
            <p:nvPr/>
          </p:nvSpPr>
          <p:spPr>
            <a:xfrm>
              <a:off x="5148065" y="1124744"/>
              <a:ext cx="1368151"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6" name="직사각형 5">
              <a:extLst>
                <a:ext uri="{FF2B5EF4-FFF2-40B4-BE49-F238E27FC236}">
                  <a16:creationId xmlns:a16="http://schemas.microsoft.com/office/drawing/2014/main" id="{50903B7E-625B-41C6-8BE2-72412B58FAC4}"/>
                </a:ext>
              </a:extLst>
            </p:cNvPr>
            <p:cNvSpPr/>
            <p:nvPr/>
          </p:nvSpPr>
          <p:spPr>
            <a:xfrm>
              <a:off x="6516216" y="112474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endParaRPr lang="en-US" altLang="ko-KR" sz="800" dirty="0">
                <a:solidFill>
                  <a:schemeClr val="bg1"/>
                </a:solidFill>
              </a:endParaRPr>
            </a:p>
          </p:txBody>
        </p:sp>
      </p:grpSp>
      <p:sp>
        <p:nvSpPr>
          <p:cNvPr id="7" name="TextBox 6">
            <a:extLst>
              <a:ext uri="{FF2B5EF4-FFF2-40B4-BE49-F238E27FC236}">
                <a16:creationId xmlns:a16="http://schemas.microsoft.com/office/drawing/2014/main" id="{7CAFE302-377F-426E-BBCA-6D5803F6CDFC}"/>
              </a:ext>
            </a:extLst>
          </p:cNvPr>
          <p:cNvSpPr txBox="1"/>
          <p:nvPr/>
        </p:nvSpPr>
        <p:spPr>
          <a:xfrm>
            <a:off x="3606788" y="3009276"/>
            <a:ext cx="1560042" cy="230832"/>
          </a:xfrm>
          <a:prstGeom prst="rect">
            <a:avLst/>
          </a:prstGeom>
          <a:noFill/>
        </p:spPr>
        <p:txBody>
          <a:bodyPr wrap="none" rtlCol="0">
            <a:spAutoFit/>
          </a:bodyPr>
          <a:lstStyle/>
          <a:p>
            <a:r>
              <a:rPr lang="ko-KR" altLang="en-US" sz="900" dirty="0"/>
              <a:t>최적사이즈 </a:t>
            </a:r>
            <a:r>
              <a:rPr lang="en-US" altLang="ko-KR" sz="900" dirty="0"/>
              <a:t>000px * 000px</a:t>
            </a:r>
            <a:endParaRPr lang="ko-KR" altLang="en-US" sz="900" dirty="0"/>
          </a:p>
        </p:txBody>
      </p:sp>
      <p:sp>
        <p:nvSpPr>
          <p:cNvPr id="8" name="TextBox 7">
            <a:extLst>
              <a:ext uri="{FF2B5EF4-FFF2-40B4-BE49-F238E27FC236}">
                <a16:creationId xmlns:a16="http://schemas.microsoft.com/office/drawing/2014/main" id="{495E566B-5BC8-471D-A29A-BA5C68BAC937}"/>
              </a:ext>
            </a:extLst>
          </p:cNvPr>
          <p:cNvSpPr txBox="1"/>
          <p:nvPr/>
        </p:nvSpPr>
        <p:spPr>
          <a:xfrm>
            <a:off x="67275" y="498010"/>
            <a:ext cx="1534394"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공동구매상품 기본정보</a:t>
            </a:r>
            <a:endParaRPr lang="ko-KR" altLang="en-US" sz="900" dirty="0"/>
          </a:p>
        </p:txBody>
      </p:sp>
      <p:sp>
        <p:nvSpPr>
          <p:cNvPr id="9" name="직사각형 8">
            <a:extLst>
              <a:ext uri="{FF2B5EF4-FFF2-40B4-BE49-F238E27FC236}">
                <a16:creationId xmlns:a16="http://schemas.microsoft.com/office/drawing/2014/main" id="{73FE292D-6445-4149-8025-7BB66E256F86}"/>
              </a:ext>
            </a:extLst>
          </p:cNvPr>
          <p:cNvSpPr/>
          <p:nvPr/>
        </p:nvSpPr>
        <p:spPr>
          <a:xfrm>
            <a:off x="5278037" y="3040192"/>
            <a:ext cx="721249" cy="154747"/>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추가하기</a:t>
            </a:r>
            <a:endParaRPr lang="en-US" altLang="ko-KR" sz="800" dirty="0">
              <a:solidFill>
                <a:schemeClr val="bg1"/>
              </a:solidFill>
            </a:endParaRPr>
          </a:p>
        </p:txBody>
      </p:sp>
      <p:sp>
        <p:nvSpPr>
          <p:cNvPr id="16" name="TextBox 15">
            <a:extLst>
              <a:ext uri="{FF2B5EF4-FFF2-40B4-BE49-F238E27FC236}">
                <a16:creationId xmlns:a16="http://schemas.microsoft.com/office/drawing/2014/main" id="{281ACFAA-6042-4F0B-A3F7-EC219B04D7F4}"/>
              </a:ext>
            </a:extLst>
          </p:cNvPr>
          <p:cNvSpPr txBox="1"/>
          <p:nvPr/>
        </p:nvSpPr>
        <p:spPr>
          <a:xfrm>
            <a:off x="67275" y="2747443"/>
            <a:ext cx="1689886"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공동구매상품 목록 이미지</a:t>
            </a:r>
            <a:endParaRPr lang="ko-KR" altLang="en-US" sz="900" dirty="0"/>
          </a:p>
        </p:txBody>
      </p:sp>
      <p:graphicFrame>
        <p:nvGraphicFramePr>
          <p:cNvPr id="17" name="표 16">
            <a:extLst>
              <a:ext uri="{FF2B5EF4-FFF2-40B4-BE49-F238E27FC236}">
                <a16:creationId xmlns:a16="http://schemas.microsoft.com/office/drawing/2014/main" id="{D81E1DA1-D1F3-4CB0-B17F-76EE802A7B9F}"/>
              </a:ext>
            </a:extLst>
          </p:cNvPr>
          <p:cNvGraphicFramePr>
            <a:graphicFrameLocks noGrp="1"/>
          </p:cNvGraphicFramePr>
          <p:nvPr/>
        </p:nvGraphicFramePr>
        <p:xfrm>
          <a:off x="125632" y="6597341"/>
          <a:ext cx="9943899" cy="128016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8738874">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과세구분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과세        ○면세         ○영세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425068108"/>
                  </a:ext>
                </a:extLst>
              </a:tr>
              <a:tr h="0">
                <a:tc rowSpan="5">
                  <a:txBody>
                    <a:bodyPr/>
                    <a:lstStyle/>
                    <a:p>
                      <a:pPr latinLnBrk="1"/>
                      <a:r>
                        <a:rPr lang="ko-KR" altLang="en-US" sz="800" b="0" dirty="0">
                          <a:solidFill>
                            <a:schemeClr val="tx1"/>
                          </a:solidFill>
                        </a:rPr>
                        <a:t>판매 혜택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판매 수량                                          혜택 금액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0991833"/>
                  </a:ext>
                </a:extLst>
              </a:tr>
              <a:tr h="0">
                <a:tc vMerge="1">
                  <a:txBody>
                    <a:bodyPr/>
                    <a:lstStyle/>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100</a:t>
                      </a:r>
                      <a:r>
                        <a:rPr lang="ko-KR" altLang="en-US" sz="800" b="0" i="0" u="none" strike="noStrike" dirty="0">
                          <a:solidFill>
                            <a:srgbClr val="000000"/>
                          </a:solidFill>
                          <a:effectLst/>
                          <a:latin typeface="+mn-lt"/>
                        </a:rPr>
                        <a:t>개 이상일 경우 </a:t>
                      </a:r>
                      <a:r>
                        <a:rPr lang="en-US" altLang="ko-KR" sz="800" b="0" i="0" u="none" strike="noStrike" dirty="0">
                          <a:solidFill>
                            <a:srgbClr val="000000"/>
                          </a:solidFill>
                          <a:effectLst/>
                          <a:latin typeface="+mn-lt"/>
                        </a:rPr>
                        <a:t>10,000</a:t>
                      </a:r>
                      <a:r>
                        <a:rPr lang="ko-KR" altLang="en-US" sz="800" b="0" i="0" u="none" strike="noStrike" dirty="0">
                          <a:solidFill>
                            <a:srgbClr val="000000"/>
                          </a:solidFill>
                          <a:effectLst/>
                          <a:latin typeface="+mn-lt"/>
                        </a:rPr>
                        <a:t>원 혜택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91147637"/>
                  </a:ext>
                </a:extLst>
              </a:tr>
              <a:tr h="0">
                <a:tc vMerge="1">
                  <a:txBody>
                    <a:bodyPr/>
                    <a:lstStyle/>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200</a:t>
                      </a:r>
                      <a:r>
                        <a:rPr lang="ko-KR" altLang="en-US" sz="800" b="0" i="0" u="none" strike="noStrike" dirty="0">
                          <a:solidFill>
                            <a:srgbClr val="000000"/>
                          </a:solidFill>
                          <a:effectLst/>
                          <a:latin typeface="+mn-lt"/>
                        </a:rPr>
                        <a:t>개 이상일 경우 </a:t>
                      </a:r>
                      <a:r>
                        <a:rPr lang="en-US" altLang="ko-KR" sz="800" b="0" i="0" u="none" strike="noStrike" dirty="0">
                          <a:solidFill>
                            <a:srgbClr val="000000"/>
                          </a:solidFill>
                          <a:effectLst/>
                          <a:latin typeface="+mn-lt"/>
                        </a:rPr>
                        <a:t>20,000</a:t>
                      </a:r>
                      <a:r>
                        <a:rPr lang="ko-KR" altLang="en-US" sz="800" b="0" i="0" u="none" strike="noStrike" dirty="0">
                          <a:solidFill>
                            <a:srgbClr val="000000"/>
                          </a:solidFill>
                          <a:effectLst/>
                          <a:latin typeface="+mn-lt"/>
                        </a:rPr>
                        <a:t>원 혜택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05656738"/>
                  </a:ext>
                </a:extLst>
              </a:tr>
              <a:tr h="0">
                <a:tc vMerge="1">
                  <a:txBody>
                    <a:bodyPr/>
                    <a:lstStyle/>
                    <a:p>
                      <a:pPr latinLnBrk="1"/>
                      <a:endParaRPr lang="ko-KR" altLang="en-US"/>
                    </a:p>
                  </a:txBody>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총 </a:t>
                      </a:r>
                      <a:r>
                        <a:rPr lang="en-US" altLang="ko-KR" sz="800" b="0" i="0" u="none" strike="noStrike" dirty="0">
                          <a:solidFill>
                            <a:srgbClr val="000000"/>
                          </a:solidFill>
                          <a:effectLst/>
                          <a:latin typeface="+mn-lt"/>
                        </a:rPr>
                        <a:t>300</a:t>
                      </a:r>
                      <a:r>
                        <a:rPr lang="ko-KR" altLang="en-US" sz="800" b="0" i="0" u="none" strike="noStrike" dirty="0">
                          <a:solidFill>
                            <a:srgbClr val="000000"/>
                          </a:solidFill>
                          <a:effectLst/>
                          <a:latin typeface="+mn-lt"/>
                        </a:rPr>
                        <a:t>개 이상일</a:t>
                      </a:r>
                      <a:r>
                        <a:rPr lang="ko-KR" altLang="en-US" sz="800" b="0" i="0" u="none" strike="noStrike" baseline="0" dirty="0">
                          <a:solidFill>
                            <a:srgbClr val="000000"/>
                          </a:solidFill>
                          <a:effectLst/>
                          <a:latin typeface="+mn-lt"/>
                        </a:rPr>
                        <a:t> 경우 </a:t>
                      </a:r>
                      <a:r>
                        <a:rPr lang="en-US" altLang="ko-KR" sz="800" b="0" i="0" u="none" strike="noStrike" baseline="0" dirty="0">
                          <a:solidFill>
                            <a:srgbClr val="000000"/>
                          </a:solidFill>
                          <a:effectLst/>
                          <a:latin typeface="+mn-lt"/>
                        </a:rPr>
                        <a:t>30,000</a:t>
                      </a:r>
                      <a:r>
                        <a:rPr lang="ko-KR" altLang="en-US" sz="800" b="0" i="0" u="none" strike="noStrike" baseline="0" dirty="0">
                          <a:solidFill>
                            <a:srgbClr val="000000"/>
                          </a:solidFill>
                          <a:effectLst/>
                          <a:latin typeface="+mn-lt"/>
                        </a:rPr>
                        <a:t>원 혜택</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80635641"/>
                  </a:ext>
                </a:extLst>
              </a:tr>
              <a:tr h="0">
                <a:tc vMerge="1">
                  <a:txBody>
                    <a:bodyPr/>
                    <a:lstStyle/>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FF0000"/>
                          </a:solidFill>
                          <a:effectLst/>
                          <a:latin typeface="+mn-lt"/>
                        </a:rPr>
                        <a:t>* </a:t>
                      </a:r>
                      <a:r>
                        <a:rPr lang="ko-KR" altLang="en-US" sz="800" b="0" i="0" u="none" strike="noStrike" dirty="0">
                          <a:solidFill>
                            <a:srgbClr val="FF0000"/>
                          </a:solidFill>
                          <a:effectLst/>
                          <a:latin typeface="+mn-lt"/>
                        </a:rPr>
                        <a:t>등록 후에는 수정이 불가능 합니다</a:t>
                      </a:r>
                      <a:r>
                        <a:rPr lang="en-US" altLang="ko-KR" sz="800" b="0" i="0" u="none" strike="noStrike" dirty="0">
                          <a:solidFill>
                            <a:srgbClr val="FF0000"/>
                          </a:solidFill>
                          <a:effectLst/>
                          <a:latin typeface="+mn-lt"/>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bl>
          </a:graphicData>
        </a:graphic>
      </p:graphicFrame>
      <p:sp>
        <p:nvSpPr>
          <p:cNvPr id="18" name="TextBox 17">
            <a:extLst>
              <a:ext uri="{FF2B5EF4-FFF2-40B4-BE49-F238E27FC236}">
                <a16:creationId xmlns:a16="http://schemas.microsoft.com/office/drawing/2014/main" id="{D7E52EC8-5B15-4228-A01A-E06D1F46102B}"/>
              </a:ext>
            </a:extLst>
          </p:cNvPr>
          <p:cNvSpPr txBox="1"/>
          <p:nvPr/>
        </p:nvSpPr>
        <p:spPr>
          <a:xfrm>
            <a:off x="67275" y="6269042"/>
            <a:ext cx="1343638"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 판매 혜택</a:t>
            </a:r>
            <a:endParaRPr lang="ko-KR" altLang="en-US" sz="900" dirty="0"/>
          </a:p>
        </p:txBody>
      </p:sp>
      <p:sp>
        <p:nvSpPr>
          <p:cNvPr id="22" name="TextBox 21">
            <a:extLst>
              <a:ext uri="{FF2B5EF4-FFF2-40B4-BE49-F238E27FC236}">
                <a16:creationId xmlns:a16="http://schemas.microsoft.com/office/drawing/2014/main" id="{16661C0A-70AA-4F2D-BE1A-E51F198614D3}"/>
              </a:ext>
            </a:extLst>
          </p:cNvPr>
          <p:cNvSpPr txBox="1"/>
          <p:nvPr/>
        </p:nvSpPr>
        <p:spPr>
          <a:xfrm>
            <a:off x="67274" y="3419378"/>
            <a:ext cx="1574470"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공동구매상품 상세 설명</a:t>
            </a:r>
            <a:endParaRPr lang="ko-KR" altLang="en-US" sz="900" dirty="0"/>
          </a:p>
        </p:txBody>
      </p:sp>
      <p:graphicFrame>
        <p:nvGraphicFramePr>
          <p:cNvPr id="23" name="표 22">
            <a:extLst>
              <a:ext uri="{FF2B5EF4-FFF2-40B4-BE49-F238E27FC236}">
                <a16:creationId xmlns:a16="http://schemas.microsoft.com/office/drawing/2014/main" id="{B7112AA7-2729-4CC2-A057-BDA64D81977F}"/>
              </a:ext>
            </a:extLst>
          </p:cNvPr>
          <p:cNvGraphicFramePr>
            <a:graphicFrameLocks noGrp="1"/>
          </p:cNvGraphicFramePr>
          <p:nvPr/>
        </p:nvGraphicFramePr>
        <p:xfrm>
          <a:off x="125631" y="3680416"/>
          <a:ext cx="9943899" cy="213360"/>
        </p:xfrm>
        <a:graphic>
          <a:graphicData uri="http://schemas.openxmlformats.org/drawingml/2006/table">
            <a:tbl>
              <a:tblPr firstRow="1" bandRow="1">
                <a:tableStyleId>{5C22544A-7EE6-4342-B048-85BDC9FD1C3A}</a:tableStyleId>
              </a:tblPr>
              <a:tblGrid>
                <a:gridCol w="1201724">
                  <a:extLst>
                    <a:ext uri="{9D8B030D-6E8A-4147-A177-3AD203B41FA5}">
                      <a16:colId xmlns:a16="http://schemas.microsoft.com/office/drawing/2014/main" val="20000"/>
                    </a:ext>
                  </a:extLst>
                </a:gridCol>
                <a:gridCol w="8742175">
                  <a:extLst>
                    <a:ext uri="{9D8B030D-6E8A-4147-A177-3AD203B41FA5}">
                      <a16:colId xmlns:a16="http://schemas.microsoft.com/office/drawing/2014/main" val="20001"/>
                    </a:ext>
                  </a:extLst>
                </a:gridCol>
              </a:tblGrid>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상세정보 등록타입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이미지로 등록    </a:t>
                      </a:r>
                      <a:r>
                        <a:rPr lang="en-US" altLang="ko-KR" sz="800" b="0" dirty="0">
                          <a:solidFill>
                            <a:schemeClr val="tx1"/>
                          </a:solidFill>
                        </a:rPr>
                        <a:t>○ </a:t>
                      </a:r>
                      <a:r>
                        <a:rPr lang="ko-KR" altLang="en-US" sz="800" b="0" dirty="0">
                          <a:solidFill>
                            <a:schemeClr val="tx1"/>
                          </a:solidFill>
                        </a:rPr>
                        <a:t>텍스트로 등록</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graphicFrame>
        <p:nvGraphicFramePr>
          <p:cNvPr id="24" name="표 23">
            <a:extLst>
              <a:ext uri="{FF2B5EF4-FFF2-40B4-BE49-F238E27FC236}">
                <a16:creationId xmlns:a16="http://schemas.microsoft.com/office/drawing/2014/main" id="{6C9BB480-1640-4C6F-8A05-5764C713B525}"/>
              </a:ext>
            </a:extLst>
          </p:cNvPr>
          <p:cNvGraphicFramePr>
            <a:graphicFrameLocks noGrp="1"/>
          </p:cNvGraphicFramePr>
          <p:nvPr/>
        </p:nvGraphicFramePr>
        <p:xfrm>
          <a:off x="143578" y="9208481"/>
          <a:ext cx="9913121" cy="213360"/>
        </p:xfrm>
        <a:graphic>
          <a:graphicData uri="http://schemas.openxmlformats.org/drawingml/2006/table">
            <a:tbl>
              <a:tblPr firstRow="1" bandRow="1">
                <a:tableStyleId>{5C22544A-7EE6-4342-B048-85BDC9FD1C3A}</a:tableStyleId>
              </a:tblPr>
              <a:tblGrid>
                <a:gridCol w="1178320">
                  <a:extLst>
                    <a:ext uri="{9D8B030D-6E8A-4147-A177-3AD203B41FA5}">
                      <a16:colId xmlns:a16="http://schemas.microsoft.com/office/drawing/2014/main" val="20000"/>
                    </a:ext>
                  </a:extLst>
                </a:gridCol>
                <a:gridCol w="8734801">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발주 담당자 설정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a:t>
                      </a:r>
                      <a:r>
                        <a:rPr lang="ko-KR" altLang="en-US" sz="800" b="0" i="0" u="none" strike="noStrike" dirty="0" err="1">
                          <a:solidFill>
                            <a:srgbClr val="000000"/>
                          </a:solidFill>
                          <a:effectLst/>
                          <a:latin typeface="+mn-lt"/>
                        </a:rPr>
                        <a:t>설정안함</a:t>
                      </a:r>
                      <a:r>
                        <a:rPr lang="ko-KR" altLang="en-US" sz="800" b="0" i="0" u="none" strike="noStrike" dirty="0">
                          <a:solidFill>
                            <a:srgbClr val="000000"/>
                          </a:solidFill>
                          <a:effectLst/>
                          <a:latin typeface="+mn-lt"/>
                        </a:rPr>
                        <a:t>   ○ 설정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sp>
        <p:nvSpPr>
          <p:cNvPr id="25" name="TextBox 24">
            <a:extLst>
              <a:ext uri="{FF2B5EF4-FFF2-40B4-BE49-F238E27FC236}">
                <a16:creationId xmlns:a16="http://schemas.microsoft.com/office/drawing/2014/main" id="{C4A636EB-8B44-4674-A2CC-B930AC46F5A2}"/>
              </a:ext>
            </a:extLst>
          </p:cNvPr>
          <p:cNvSpPr txBox="1"/>
          <p:nvPr/>
        </p:nvSpPr>
        <p:spPr>
          <a:xfrm>
            <a:off x="67274" y="8980966"/>
            <a:ext cx="1228221"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발주 담당자 정보</a:t>
            </a:r>
            <a:endParaRPr lang="ko-KR" altLang="en-US" sz="900" dirty="0"/>
          </a:p>
        </p:txBody>
      </p:sp>
      <p:sp>
        <p:nvSpPr>
          <p:cNvPr id="26" name="직사각형 25">
            <a:extLst>
              <a:ext uri="{FF2B5EF4-FFF2-40B4-BE49-F238E27FC236}">
                <a16:creationId xmlns:a16="http://schemas.microsoft.com/office/drawing/2014/main" id="{BFBE50C2-9B5E-4F4C-8FBA-9462EFE041E0}"/>
              </a:ext>
            </a:extLst>
          </p:cNvPr>
          <p:cNvSpPr/>
          <p:nvPr/>
        </p:nvSpPr>
        <p:spPr>
          <a:xfrm>
            <a:off x="4504328" y="9669596"/>
            <a:ext cx="721249" cy="192328"/>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등록</a:t>
            </a:r>
            <a:endParaRPr lang="en-US" altLang="ko-KR" sz="800" dirty="0">
              <a:solidFill>
                <a:schemeClr val="bg1"/>
              </a:solidFill>
            </a:endParaRPr>
          </a:p>
        </p:txBody>
      </p:sp>
      <p:sp>
        <p:nvSpPr>
          <p:cNvPr id="27" name="직사각형 26">
            <a:extLst>
              <a:ext uri="{FF2B5EF4-FFF2-40B4-BE49-F238E27FC236}">
                <a16:creationId xmlns:a16="http://schemas.microsoft.com/office/drawing/2014/main" id="{A5CFF3B8-997F-4FF2-B509-FCB330FC6286}"/>
              </a:ext>
            </a:extLst>
          </p:cNvPr>
          <p:cNvSpPr/>
          <p:nvPr/>
        </p:nvSpPr>
        <p:spPr>
          <a:xfrm>
            <a:off x="5374751" y="9663669"/>
            <a:ext cx="721249" cy="192328"/>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목록</a:t>
            </a:r>
            <a:endParaRPr lang="en-US" altLang="ko-KR" sz="800" dirty="0">
              <a:solidFill>
                <a:schemeClr val="bg1"/>
              </a:solidFill>
            </a:endParaRPr>
          </a:p>
        </p:txBody>
      </p:sp>
      <p:graphicFrame>
        <p:nvGraphicFramePr>
          <p:cNvPr id="28" name="표 27">
            <a:extLst>
              <a:ext uri="{FF2B5EF4-FFF2-40B4-BE49-F238E27FC236}">
                <a16:creationId xmlns:a16="http://schemas.microsoft.com/office/drawing/2014/main" id="{64627D56-EF63-45B9-B9A7-653A34C1AF1C}"/>
              </a:ext>
            </a:extLst>
          </p:cNvPr>
          <p:cNvGraphicFramePr>
            <a:graphicFrameLocks noGrp="1"/>
          </p:cNvGraphicFramePr>
          <p:nvPr/>
        </p:nvGraphicFramePr>
        <p:xfrm>
          <a:off x="125631" y="8364831"/>
          <a:ext cx="9943899" cy="21336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배송비 선택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29" name="직사각형 28">
            <a:extLst>
              <a:ext uri="{FF2B5EF4-FFF2-40B4-BE49-F238E27FC236}">
                <a16:creationId xmlns:a16="http://schemas.microsoft.com/office/drawing/2014/main" id="{57AB5E73-AD7D-4E6D-B53E-B1384FCA2C88}"/>
              </a:ext>
            </a:extLst>
          </p:cNvPr>
          <p:cNvSpPr/>
          <p:nvPr/>
        </p:nvSpPr>
        <p:spPr>
          <a:xfrm>
            <a:off x="1412543" y="8416224"/>
            <a:ext cx="1682050" cy="11779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무료배송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조건식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30" name="TextBox 29">
            <a:extLst>
              <a:ext uri="{FF2B5EF4-FFF2-40B4-BE49-F238E27FC236}">
                <a16:creationId xmlns:a16="http://schemas.microsoft.com/office/drawing/2014/main" id="{067C9517-8994-435C-BE60-F0BFA2F91C3B}"/>
              </a:ext>
            </a:extLst>
          </p:cNvPr>
          <p:cNvSpPr txBox="1"/>
          <p:nvPr/>
        </p:nvSpPr>
        <p:spPr>
          <a:xfrm>
            <a:off x="65663" y="8073055"/>
            <a:ext cx="95731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배송비 선택</a:t>
            </a:r>
            <a:endParaRPr lang="ko-KR" altLang="en-US" sz="900" dirty="0"/>
          </a:p>
        </p:txBody>
      </p:sp>
      <p:sp>
        <p:nvSpPr>
          <p:cNvPr id="32" name="TextBox 31">
            <a:extLst>
              <a:ext uri="{FF2B5EF4-FFF2-40B4-BE49-F238E27FC236}">
                <a16:creationId xmlns:a16="http://schemas.microsoft.com/office/drawing/2014/main" id="{A99EF944-E000-435C-8094-044F7E0C4658}"/>
              </a:ext>
            </a:extLst>
          </p:cNvPr>
          <p:cNvSpPr txBox="1"/>
          <p:nvPr/>
        </p:nvSpPr>
        <p:spPr>
          <a:xfrm>
            <a:off x="67274" y="4155784"/>
            <a:ext cx="1691489"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취소</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환불</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교환</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 안내 설정</a:t>
            </a:r>
            <a:endParaRPr lang="ko-KR" altLang="en-US" sz="900" dirty="0"/>
          </a:p>
        </p:txBody>
      </p:sp>
      <p:graphicFrame>
        <p:nvGraphicFramePr>
          <p:cNvPr id="33" name="표 32">
            <a:extLst>
              <a:ext uri="{FF2B5EF4-FFF2-40B4-BE49-F238E27FC236}">
                <a16:creationId xmlns:a16="http://schemas.microsoft.com/office/drawing/2014/main" id="{A4166E59-2C50-4BD7-9D19-82F778EC515C}"/>
              </a:ext>
            </a:extLst>
          </p:cNvPr>
          <p:cNvGraphicFramePr>
            <a:graphicFrameLocks noGrp="1"/>
          </p:cNvGraphicFramePr>
          <p:nvPr/>
        </p:nvGraphicFramePr>
        <p:xfrm>
          <a:off x="125631" y="4416822"/>
          <a:ext cx="9943899" cy="1767840"/>
        </p:xfrm>
        <a:graphic>
          <a:graphicData uri="http://schemas.openxmlformats.org/drawingml/2006/table">
            <a:tbl>
              <a:tblPr firstRow="1" bandRow="1">
                <a:tableStyleId>{5C22544A-7EE6-4342-B048-85BDC9FD1C3A}</a:tableStyleId>
              </a:tblPr>
              <a:tblGrid>
                <a:gridCol w="1201724">
                  <a:extLst>
                    <a:ext uri="{9D8B030D-6E8A-4147-A177-3AD203B41FA5}">
                      <a16:colId xmlns:a16="http://schemas.microsoft.com/office/drawing/2014/main" val="20000"/>
                    </a:ext>
                  </a:extLst>
                </a:gridCol>
                <a:gridCol w="8742175">
                  <a:extLst>
                    <a:ext uri="{9D8B030D-6E8A-4147-A177-3AD203B41FA5}">
                      <a16:colId xmlns:a16="http://schemas.microsoft.com/office/drawing/2014/main" val="20001"/>
                    </a:ext>
                  </a:extLst>
                </a:gridCol>
              </a:tblGrid>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설정 정보 선택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취소</a:t>
                      </a:r>
                      <a:r>
                        <a:rPr lang="en-US" altLang="ko-KR" sz="800" b="0" dirty="0">
                          <a:solidFill>
                            <a:schemeClr val="tx1"/>
                          </a:solidFill>
                        </a:rPr>
                        <a:t>/</a:t>
                      </a:r>
                      <a:r>
                        <a:rPr lang="ko-KR" altLang="en-US" sz="800" b="0" dirty="0">
                          <a:solidFill>
                            <a:schemeClr val="tx1"/>
                          </a:solidFill>
                        </a:rPr>
                        <a:t>환불</a:t>
                      </a:r>
                      <a:r>
                        <a:rPr lang="en-US" altLang="ko-KR" sz="800" b="0" dirty="0">
                          <a:solidFill>
                            <a:schemeClr val="tx1"/>
                          </a:solidFill>
                        </a:rPr>
                        <a:t>(</a:t>
                      </a:r>
                      <a:r>
                        <a:rPr lang="ko-KR" altLang="en-US" sz="800" b="0" dirty="0">
                          <a:solidFill>
                            <a:schemeClr val="tx1"/>
                          </a:solidFill>
                        </a:rPr>
                        <a:t>교환</a:t>
                      </a:r>
                      <a:r>
                        <a:rPr lang="en-US" altLang="ko-KR" sz="800" b="0" dirty="0">
                          <a:solidFill>
                            <a:schemeClr val="tx1"/>
                          </a:solidFill>
                        </a:rPr>
                        <a:t>)</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안내 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35177375"/>
                  </a:ext>
                </a:extLst>
              </a:tr>
            </a:tbl>
          </a:graphicData>
        </a:graphic>
      </p:graphicFrame>
      <p:sp>
        <p:nvSpPr>
          <p:cNvPr id="34" name="직사각형 33">
            <a:extLst>
              <a:ext uri="{FF2B5EF4-FFF2-40B4-BE49-F238E27FC236}">
                <a16:creationId xmlns:a16="http://schemas.microsoft.com/office/drawing/2014/main" id="{17972470-2F38-4ED5-8EFA-E7CBC130CBA6}"/>
              </a:ext>
            </a:extLst>
          </p:cNvPr>
          <p:cNvSpPr/>
          <p:nvPr/>
        </p:nvSpPr>
        <p:spPr>
          <a:xfrm>
            <a:off x="1402115" y="4448154"/>
            <a:ext cx="1682050" cy="15726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기본 정보                        ▼</a:t>
            </a:r>
            <a:endParaRPr lang="en-US" altLang="ko-KR" sz="800" dirty="0">
              <a:solidFill>
                <a:schemeClr val="tx1">
                  <a:lumMod val="50000"/>
                  <a:lumOff val="50000"/>
                </a:schemeClr>
              </a:solidFill>
            </a:endParaRPr>
          </a:p>
        </p:txBody>
      </p:sp>
      <p:grpSp>
        <p:nvGrpSpPr>
          <p:cNvPr id="35" name="그룹 34">
            <a:extLst>
              <a:ext uri="{FF2B5EF4-FFF2-40B4-BE49-F238E27FC236}">
                <a16:creationId xmlns:a16="http://schemas.microsoft.com/office/drawing/2014/main" id="{A727DDC4-670A-4C2E-98F2-70F0D7BF2A5D}"/>
              </a:ext>
            </a:extLst>
          </p:cNvPr>
          <p:cNvGrpSpPr/>
          <p:nvPr/>
        </p:nvGrpSpPr>
        <p:grpSpPr>
          <a:xfrm>
            <a:off x="1402115" y="4681594"/>
            <a:ext cx="4950461" cy="218296"/>
            <a:chOff x="1557338" y="3290888"/>
            <a:chExt cx="6264166" cy="276225"/>
          </a:xfrm>
        </p:grpSpPr>
        <p:pic>
          <p:nvPicPr>
            <p:cNvPr id="36" name="Picture 2">
              <a:extLst>
                <a:ext uri="{FF2B5EF4-FFF2-40B4-BE49-F238E27FC236}">
                  <a16:creationId xmlns:a16="http://schemas.microsoft.com/office/drawing/2014/main" id="{188FE28E-DCDC-4CAA-ACAD-06BE5B57645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57338" y="3290888"/>
              <a:ext cx="6029325" cy="2762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7" name="Picture 3">
              <a:extLst>
                <a:ext uri="{FF2B5EF4-FFF2-40B4-BE49-F238E27FC236}">
                  <a16:creationId xmlns:a16="http://schemas.microsoft.com/office/drawing/2014/main" id="{A9B172A2-737E-4653-8F3B-3A41F7DFC56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92904" y="3310319"/>
              <a:ext cx="228600" cy="2190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38" name="직사각형 37">
            <a:extLst>
              <a:ext uri="{FF2B5EF4-FFF2-40B4-BE49-F238E27FC236}">
                <a16:creationId xmlns:a16="http://schemas.microsoft.com/office/drawing/2014/main" id="{6EA8155B-2C33-4271-94E9-B727230964B8}"/>
              </a:ext>
            </a:extLst>
          </p:cNvPr>
          <p:cNvSpPr/>
          <p:nvPr/>
        </p:nvSpPr>
        <p:spPr>
          <a:xfrm>
            <a:off x="1402115" y="4681594"/>
            <a:ext cx="7465939" cy="1399268"/>
          </a:xfrm>
          <a:prstGeom prst="rect">
            <a:avLst/>
          </a:prstGeom>
          <a:no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39" name="표 38">
            <a:extLst>
              <a:ext uri="{FF2B5EF4-FFF2-40B4-BE49-F238E27FC236}">
                <a16:creationId xmlns:a16="http://schemas.microsoft.com/office/drawing/2014/main" id="{9E5F77A2-21CB-4397-B878-976E5663C9D5}"/>
              </a:ext>
            </a:extLst>
          </p:cNvPr>
          <p:cNvGraphicFramePr>
            <a:graphicFrameLocks noGrp="1"/>
          </p:cNvGraphicFramePr>
          <p:nvPr>
            <p:extLst>
              <p:ext uri="{D42A27DB-BD31-4B8C-83A1-F6EECF244321}">
                <p14:modId xmlns:p14="http://schemas.microsoft.com/office/powerpoint/2010/main" val="3255477923"/>
              </p:ext>
            </p:extLst>
          </p:nvPr>
        </p:nvGraphicFramePr>
        <p:xfrm>
          <a:off x="10171774" y="22159"/>
          <a:ext cx="1979018" cy="3125232"/>
        </p:xfrm>
        <a:graphic>
          <a:graphicData uri="http://schemas.openxmlformats.org/drawingml/2006/table">
            <a:tbl>
              <a:tblPr firstRow="1" bandRow="1">
                <a:tableStyleId>{5940675A-B579-460E-94D1-54222C63F5DA}</a:tableStyleId>
              </a:tblPr>
              <a:tblGrid>
                <a:gridCol w="357143">
                  <a:extLst>
                    <a:ext uri="{9D8B030D-6E8A-4147-A177-3AD203B41FA5}">
                      <a16:colId xmlns:a16="http://schemas.microsoft.com/office/drawing/2014/main" val="2768186151"/>
                    </a:ext>
                  </a:extLst>
                </a:gridCol>
                <a:gridCol w="467946">
                  <a:extLst>
                    <a:ext uri="{9D8B030D-6E8A-4147-A177-3AD203B41FA5}">
                      <a16:colId xmlns:a16="http://schemas.microsoft.com/office/drawing/2014/main" val="1551228468"/>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RF-02-06-02-2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공동구매관리 </a:t>
                      </a:r>
                      <a:r>
                        <a:rPr lang="en-US" altLang="ko-KR" sz="800" dirty="0"/>
                        <a:t>&gt; </a:t>
                      </a:r>
                      <a:r>
                        <a:rPr lang="ko-KR" altLang="en-US" sz="800" dirty="0"/>
                        <a:t>공동구매상품 등록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공동구매상품 등록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공동구매 판매기간 여부 선택에 따른 화면 표시 및 상품 상세 설명 표시에 따른 화면 표시</a:t>
                      </a:r>
                    </a:p>
                  </a:txBody>
                  <a:tcPr anchor="ctr">
                    <a:solidFill>
                      <a:schemeClr val="bg1"/>
                    </a:solidFill>
                  </a:tcPr>
                </a:tc>
                <a:tc hMerge="1">
                  <a:txBody>
                    <a:bodyPr/>
                    <a:lstStyle/>
                    <a:p>
                      <a:pPr latinLnBrk="1"/>
                      <a:endParaRPr lang="ko-KR" altLang="en-US"/>
                    </a:p>
                  </a:txBody>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기간 설정 선택 시 판매기간 </a:t>
                      </a:r>
                      <a:r>
                        <a:rPr lang="ko-KR" altLang="en-US" sz="800" b="0" dirty="0" err="1">
                          <a:solidFill>
                            <a:schemeClr val="tx1"/>
                          </a:solidFill>
                        </a:rPr>
                        <a:t>입력창</a:t>
                      </a:r>
                      <a:r>
                        <a:rPr lang="ko-KR" altLang="en-US" sz="800" b="0" dirty="0">
                          <a:solidFill>
                            <a:schemeClr val="tx1"/>
                          </a:solidFill>
                        </a:rPr>
                        <a:t> 활성화</a:t>
                      </a:r>
                      <a:endParaRPr lang="en-US" altLang="ko-KR" sz="800" b="0" dirty="0">
                        <a:solidFill>
                          <a:schemeClr val="tx1"/>
                        </a:solidFill>
                      </a:endParaRPr>
                    </a:p>
                  </a:txBody>
                  <a:tcPr anchor="ct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tc>
                <a:extLst>
                  <a:ext uri="{0D108BD9-81ED-4DB2-BD59-A6C34878D82A}">
                    <a16:rowId xmlns:a16="http://schemas.microsoft.com/office/drawing/2014/main" val="869775298"/>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이미지로 등록 선택 시 파일 등록 영역 활성화</a:t>
                      </a:r>
                      <a:endParaRPr lang="en-US" altLang="ko-KR" sz="800" b="0" dirty="0">
                        <a:solidFill>
                          <a:schemeClr val="tx1"/>
                        </a:solidFill>
                      </a:endParaRPr>
                    </a:p>
                  </a:txBody>
                  <a:tcPr anchor="ct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tc>
                <a:extLst>
                  <a:ext uri="{0D108BD9-81ED-4DB2-BD59-A6C34878D82A}">
                    <a16:rowId xmlns:a16="http://schemas.microsoft.com/office/drawing/2014/main" val="117657321"/>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텍스트로</a:t>
                      </a:r>
                      <a:r>
                        <a:rPr lang="ko-KR" altLang="en-US" sz="800" b="0" baseline="0" dirty="0">
                          <a:solidFill>
                            <a:schemeClr val="tx1"/>
                          </a:solidFill>
                        </a:rPr>
                        <a:t> 등록 선택 시 텍스트 작성 영역 활성화</a:t>
                      </a:r>
                      <a:endParaRPr lang="en-US" altLang="ko-KR" sz="800" b="0" dirty="0">
                        <a:solidFill>
                          <a:schemeClr val="tx1"/>
                        </a:solidFill>
                      </a:endParaRPr>
                    </a:p>
                  </a:txBody>
                  <a:tcPr anchor="ct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tc>
                <a:extLst>
                  <a:ext uri="{0D108BD9-81ED-4DB2-BD59-A6C34878D82A}">
                    <a16:rowId xmlns:a16="http://schemas.microsoft.com/office/drawing/2014/main" val="47428142"/>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파일 찾기</a:t>
                      </a:r>
                      <a:endParaRPr lang="en-US" altLang="ko-KR" sz="800" b="0" dirty="0">
                        <a:solidFill>
                          <a:schemeClr val="tx1"/>
                        </a:solidFill>
                      </a:endParaRPr>
                    </a:p>
                  </a:txBody>
                  <a:tcPr anchor="ctr"/>
                </a:tc>
                <a:tc hMerge="1">
                  <a:txBody>
                    <a:bodyPr/>
                    <a:lstStyle/>
                    <a:p>
                      <a:pPr algn="l" latinLnBrk="1"/>
                      <a:endParaRPr lang="en-US" altLang="ko-KR" sz="800" b="0" dirty="0">
                        <a:solidFill>
                          <a:schemeClr val="tx1"/>
                        </a:solidFill>
                      </a:endParaRPr>
                    </a:p>
                  </a:txBody>
                  <a:tcPr anchor="ctr"/>
                </a:tc>
                <a:extLst>
                  <a:ext uri="{0D108BD9-81ED-4DB2-BD59-A6C34878D82A}">
                    <a16:rowId xmlns:a16="http://schemas.microsoft.com/office/drawing/2014/main" val="4136058026"/>
                  </a:ext>
                </a:extLst>
              </a:tr>
              <a:tr h="140746">
                <a:tc>
                  <a:txBody>
                    <a:bodyPr/>
                    <a:lstStyle/>
                    <a:p>
                      <a:pPr algn="ctr" latinLnBrk="1"/>
                      <a:r>
                        <a:rPr lang="en-US" altLang="ko-KR" sz="800" dirty="0"/>
                        <a:t>5</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네이버 에디터</a:t>
                      </a:r>
                      <a:r>
                        <a:rPr lang="en-US" altLang="ko-KR" sz="800" b="0" dirty="0">
                          <a:solidFill>
                            <a:schemeClr val="tx1"/>
                          </a:solidFill>
                        </a:rPr>
                        <a:t>(</a:t>
                      </a:r>
                      <a:r>
                        <a:rPr lang="ko-KR" altLang="en-US" sz="800" b="0" dirty="0">
                          <a:solidFill>
                            <a:schemeClr val="tx1"/>
                          </a:solidFill>
                        </a:rPr>
                        <a:t>대체 가능</a:t>
                      </a:r>
                      <a:r>
                        <a:rPr lang="en-US" altLang="ko-KR" sz="800" b="0" dirty="0">
                          <a:solidFill>
                            <a:schemeClr val="tx1"/>
                          </a:solidFill>
                        </a:rPr>
                        <a:t>)</a:t>
                      </a:r>
                    </a:p>
                  </a:txBody>
                  <a:tcPr anchor="ctr"/>
                </a:tc>
                <a:tc hMerge="1">
                  <a:txBody>
                    <a:bodyPr/>
                    <a:lstStyle/>
                    <a:p>
                      <a:pPr algn="l" latinLnBrk="1"/>
                      <a:endParaRPr lang="en-US" altLang="ko-KR" sz="800" b="0" dirty="0">
                        <a:solidFill>
                          <a:schemeClr val="tx1"/>
                        </a:solidFill>
                      </a:endParaRPr>
                    </a:p>
                  </a:txBody>
                  <a:tcPr anchor="ctr"/>
                </a:tc>
                <a:extLst>
                  <a:ext uri="{0D108BD9-81ED-4DB2-BD59-A6C34878D82A}">
                    <a16:rowId xmlns:a16="http://schemas.microsoft.com/office/drawing/2014/main" val="2430517790"/>
                  </a:ext>
                </a:extLst>
              </a:tr>
            </a:tbl>
          </a:graphicData>
        </a:graphic>
      </p:graphicFrame>
      <p:sp>
        <p:nvSpPr>
          <p:cNvPr id="40" name="TextBox 39">
            <a:extLst>
              <a:ext uri="{FF2B5EF4-FFF2-40B4-BE49-F238E27FC236}">
                <a16:creationId xmlns:a16="http://schemas.microsoft.com/office/drawing/2014/main" id="{281ACFAA-6042-4F0B-A3F7-EC219B04D7F4}"/>
              </a:ext>
            </a:extLst>
          </p:cNvPr>
          <p:cNvSpPr txBox="1"/>
          <p:nvPr/>
        </p:nvSpPr>
        <p:spPr>
          <a:xfrm>
            <a:off x="65663" y="1690806"/>
            <a:ext cx="1343638"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 판매 정보</a:t>
            </a:r>
            <a:endParaRPr lang="ko-KR" altLang="en-US" sz="900" dirty="0"/>
          </a:p>
        </p:txBody>
      </p:sp>
      <p:graphicFrame>
        <p:nvGraphicFramePr>
          <p:cNvPr id="41" name="표 40">
            <a:extLst>
              <a:ext uri="{FF2B5EF4-FFF2-40B4-BE49-F238E27FC236}">
                <a16:creationId xmlns:a16="http://schemas.microsoft.com/office/drawing/2014/main" id="{9AA923D2-C687-4261-8D39-F501966C69DD}"/>
              </a:ext>
            </a:extLst>
          </p:cNvPr>
          <p:cNvGraphicFramePr>
            <a:graphicFrameLocks noGrp="1"/>
          </p:cNvGraphicFramePr>
          <p:nvPr>
            <p:extLst>
              <p:ext uri="{D42A27DB-BD31-4B8C-83A1-F6EECF244321}">
                <p14:modId xmlns:p14="http://schemas.microsoft.com/office/powerpoint/2010/main" val="3039707826"/>
              </p:ext>
            </p:extLst>
          </p:nvPr>
        </p:nvGraphicFramePr>
        <p:xfrm>
          <a:off x="125631" y="1952768"/>
          <a:ext cx="9943899" cy="64008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8738874">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공동구매상품</a:t>
                      </a:r>
                      <a:r>
                        <a:rPr lang="ko-KR" altLang="en-US" sz="800" b="0" baseline="0" dirty="0">
                          <a:solidFill>
                            <a:schemeClr val="tx1"/>
                          </a:solidFill>
                        </a:rPr>
                        <a:t> </a:t>
                      </a:r>
                      <a:r>
                        <a:rPr lang="ko-KR" altLang="en-US" sz="800" b="0" baseline="0" dirty="0" err="1">
                          <a:solidFill>
                            <a:schemeClr val="tx1"/>
                          </a:solidFill>
                        </a:rPr>
                        <a:t>판매명</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판매기간 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기간 설정     </a:t>
                      </a:r>
                      <a:r>
                        <a:rPr lang="en-US" altLang="ko-KR" sz="800" b="0" dirty="0">
                          <a:solidFill>
                            <a:schemeClr val="tx1"/>
                          </a:solidFill>
                        </a:rPr>
                        <a:t>○ </a:t>
                      </a:r>
                      <a:r>
                        <a:rPr lang="ko-KR" altLang="en-US" sz="800" b="0" dirty="0">
                          <a:solidFill>
                            <a:schemeClr val="tx1"/>
                          </a:solidFill>
                        </a:rPr>
                        <a:t>기간 설정 없음</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latinLnBrk="1"/>
                      <a:r>
                        <a:rPr lang="ko-KR" altLang="en-US" sz="800" b="0" dirty="0">
                          <a:solidFill>
                            <a:schemeClr val="tx1"/>
                          </a:solidFill>
                        </a:rPr>
                        <a:t>판매 기간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a:t>
                      </a:r>
                      <a:r>
                        <a:rPr lang="en-US" altLang="ko-KR" sz="800" b="0" i="0" u="none" strike="noStrike" baseline="0" dirty="0">
                          <a:solidFill>
                            <a:srgbClr val="000000"/>
                          </a:solidFill>
                          <a:effectLst/>
                          <a:latin typeface="+mn-lt"/>
                        </a:rPr>
                        <a:t> </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42" name="직사각형 41">
            <a:extLst>
              <a:ext uri="{FF2B5EF4-FFF2-40B4-BE49-F238E27FC236}">
                <a16:creationId xmlns:a16="http://schemas.microsoft.com/office/drawing/2014/main" id="{1CBBEC54-344A-47D3-B188-0C43349D2DDC}"/>
              </a:ext>
            </a:extLst>
          </p:cNvPr>
          <p:cNvSpPr/>
          <p:nvPr/>
        </p:nvSpPr>
        <p:spPr>
          <a:xfrm>
            <a:off x="1398625" y="2439171"/>
            <a:ext cx="749772" cy="105075"/>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4" name="직사각형 43">
            <a:extLst>
              <a:ext uri="{FF2B5EF4-FFF2-40B4-BE49-F238E27FC236}">
                <a16:creationId xmlns:a16="http://schemas.microsoft.com/office/drawing/2014/main" id="{1CBBEC54-344A-47D3-B188-0C43349D2DDC}"/>
              </a:ext>
            </a:extLst>
          </p:cNvPr>
          <p:cNvSpPr/>
          <p:nvPr/>
        </p:nvSpPr>
        <p:spPr>
          <a:xfrm>
            <a:off x="2381078" y="2443204"/>
            <a:ext cx="749772" cy="105075"/>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5" name="직사각형 44">
            <a:extLst>
              <a:ext uri="{FF2B5EF4-FFF2-40B4-BE49-F238E27FC236}">
                <a16:creationId xmlns:a16="http://schemas.microsoft.com/office/drawing/2014/main" id="{1CBBEC54-344A-47D3-B188-0C43349D2DDC}"/>
              </a:ext>
            </a:extLst>
          </p:cNvPr>
          <p:cNvSpPr/>
          <p:nvPr/>
        </p:nvSpPr>
        <p:spPr>
          <a:xfrm>
            <a:off x="1918248" y="6841676"/>
            <a:ext cx="1296687" cy="146092"/>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6" name="직사각형 45">
            <a:extLst>
              <a:ext uri="{FF2B5EF4-FFF2-40B4-BE49-F238E27FC236}">
                <a16:creationId xmlns:a16="http://schemas.microsoft.com/office/drawing/2014/main" id="{1CBBEC54-344A-47D3-B188-0C43349D2DDC}"/>
              </a:ext>
            </a:extLst>
          </p:cNvPr>
          <p:cNvSpPr/>
          <p:nvPr/>
        </p:nvSpPr>
        <p:spPr>
          <a:xfrm>
            <a:off x="3870143" y="6840693"/>
            <a:ext cx="1296687" cy="146092"/>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7" name="직사각형 46">
            <a:extLst>
              <a:ext uri="{FF2B5EF4-FFF2-40B4-BE49-F238E27FC236}">
                <a16:creationId xmlns:a16="http://schemas.microsoft.com/office/drawing/2014/main" id="{73FE292D-6445-4149-8025-7BB66E256F86}"/>
              </a:ext>
            </a:extLst>
          </p:cNvPr>
          <p:cNvSpPr/>
          <p:nvPr/>
        </p:nvSpPr>
        <p:spPr>
          <a:xfrm>
            <a:off x="5374750" y="6840693"/>
            <a:ext cx="721249" cy="154747"/>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추가하기</a:t>
            </a:r>
            <a:endParaRPr lang="en-US" altLang="ko-KR" sz="800" dirty="0">
              <a:solidFill>
                <a:schemeClr val="bg1"/>
              </a:solidFill>
            </a:endParaRPr>
          </a:p>
        </p:txBody>
      </p:sp>
      <p:sp>
        <p:nvSpPr>
          <p:cNvPr id="48" name="직사각형 47">
            <a:extLst>
              <a:ext uri="{FF2B5EF4-FFF2-40B4-BE49-F238E27FC236}">
                <a16:creationId xmlns:a16="http://schemas.microsoft.com/office/drawing/2014/main" id="{73FE292D-6445-4149-8025-7BB66E256F86}"/>
              </a:ext>
            </a:extLst>
          </p:cNvPr>
          <p:cNvSpPr/>
          <p:nvPr/>
        </p:nvSpPr>
        <p:spPr>
          <a:xfrm>
            <a:off x="5372731" y="7059442"/>
            <a:ext cx="721249" cy="155098"/>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삭제</a:t>
            </a:r>
            <a:endParaRPr lang="en-US" altLang="ko-KR" sz="800" dirty="0">
              <a:solidFill>
                <a:schemeClr val="bg1"/>
              </a:solidFill>
            </a:endParaRPr>
          </a:p>
        </p:txBody>
      </p:sp>
      <p:sp>
        <p:nvSpPr>
          <p:cNvPr id="49" name="직사각형 48">
            <a:extLst>
              <a:ext uri="{FF2B5EF4-FFF2-40B4-BE49-F238E27FC236}">
                <a16:creationId xmlns:a16="http://schemas.microsoft.com/office/drawing/2014/main" id="{73FE292D-6445-4149-8025-7BB66E256F86}"/>
              </a:ext>
            </a:extLst>
          </p:cNvPr>
          <p:cNvSpPr/>
          <p:nvPr/>
        </p:nvSpPr>
        <p:spPr>
          <a:xfrm>
            <a:off x="5372730" y="7275349"/>
            <a:ext cx="721249" cy="155098"/>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삭제</a:t>
            </a:r>
            <a:endParaRPr lang="en-US" altLang="ko-KR" sz="800" dirty="0">
              <a:solidFill>
                <a:schemeClr val="bg1"/>
              </a:solidFill>
            </a:endParaRPr>
          </a:p>
        </p:txBody>
      </p:sp>
      <p:sp>
        <p:nvSpPr>
          <p:cNvPr id="50" name="직사각형 49">
            <a:extLst>
              <a:ext uri="{FF2B5EF4-FFF2-40B4-BE49-F238E27FC236}">
                <a16:creationId xmlns:a16="http://schemas.microsoft.com/office/drawing/2014/main" id="{B7B9AF7E-0BC7-4BB7-B974-34FB3F66A0E4}"/>
              </a:ext>
            </a:extLst>
          </p:cNvPr>
          <p:cNvSpPr/>
          <p:nvPr/>
        </p:nvSpPr>
        <p:spPr>
          <a:xfrm>
            <a:off x="272702" y="4219383"/>
            <a:ext cx="9453715" cy="4755915"/>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51" name="TextBox 50">
            <a:extLst>
              <a:ext uri="{FF2B5EF4-FFF2-40B4-BE49-F238E27FC236}">
                <a16:creationId xmlns:a16="http://schemas.microsoft.com/office/drawing/2014/main" id="{14E922D3-B914-48E6-AAA6-D31CBC38BB14}"/>
              </a:ext>
            </a:extLst>
          </p:cNvPr>
          <p:cNvSpPr txBox="1"/>
          <p:nvPr/>
        </p:nvSpPr>
        <p:spPr>
          <a:xfrm>
            <a:off x="502209" y="4465080"/>
            <a:ext cx="1574470"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공동구매상품 상세 설명</a:t>
            </a:r>
            <a:endParaRPr lang="ko-KR" altLang="en-US" sz="900" dirty="0"/>
          </a:p>
        </p:txBody>
      </p:sp>
      <p:graphicFrame>
        <p:nvGraphicFramePr>
          <p:cNvPr id="52" name="표 51">
            <a:extLst>
              <a:ext uri="{FF2B5EF4-FFF2-40B4-BE49-F238E27FC236}">
                <a16:creationId xmlns:a16="http://schemas.microsoft.com/office/drawing/2014/main" id="{201A4E1B-67AC-46F5-84C6-B685A697E374}"/>
              </a:ext>
            </a:extLst>
          </p:cNvPr>
          <p:cNvGraphicFramePr>
            <a:graphicFrameLocks noGrp="1"/>
          </p:cNvGraphicFramePr>
          <p:nvPr>
            <p:extLst>
              <p:ext uri="{D42A27DB-BD31-4B8C-83A1-F6EECF244321}">
                <p14:modId xmlns:p14="http://schemas.microsoft.com/office/powerpoint/2010/main" val="1902396735"/>
              </p:ext>
            </p:extLst>
          </p:nvPr>
        </p:nvGraphicFramePr>
        <p:xfrm>
          <a:off x="560566" y="4726118"/>
          <a:ext cx="8878259" cy="670560"/>
        </p:xfrm>
        <a:graphic>
          <a:graphicData uri="http://schemas.openxmlformats.org/drawingml/2006/table">
            <a:tbl>
              <a:tblPr firstRow="1" bandRow="1">
                <a:tableStyleId>{5C22544A-7EE6-4342-B048-85BDC9FD1C3A}</a:tableStyleId>
              </a:tblPr>
              <a:tblGrid>
                <a:gridCol w="1186975">
                  <a:extLst>
                    <a:ext uri="{9D8B030D-6E8A-4147-A177-3AD203B41FA5}">
                      <a16:colId xmlns:a16="http://schemas.microsoft.com/office/drawing/2014/main" val="20000"/>
                    </a:ext>
                  </a:extLst>
                </a:gridCol>
                <a:gridCol w="7691284">
                  <a:extLst>
                    <a:ext uri="{9D8B030D-6E8A-4147-A177-3AD203B41FA5}">
                      <a16:colId xmlns:a16="http://schemas.microsoft.com/office/drawing/2014/main" val="20001"/>
                    </a:ext>
                  </a:extLst>
                </a:gridCol>
              </a:tblGrid>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상세정보 등록타입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이미지로 등록    </a:t>
                      </a:r>
                      <a:r>
                        <a:rPr lang="en-US" altLang="ko-KR" sz="800" b="0" dirty="0">
                          <a:solidFill>
                            <a:schemeClr val="tx1"/>
                          </a:solidFill>
                        </a:rPr>
                        <a:t>○ </a:t>
                      </a:r>
                      <a:r>
                        <a:rPr lang="ko-KR" altLang="en-US" sz="800" b="0" dirty="0">
                          <a:solidFill>
                            <a:schemeClr val="tx1"/>
                          </a:solidFill>
                        </a:rPr>
                        <a:t>텍스트로 등록</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상세정보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*PC </a:t>
                      </a:r>
                      <a:r>
                        <a:rPr lang="ko-KR" altLang="en-US" sz="800" b="0" dirty="0">
                          <a:solidFill>
                            <a:schemeClr val="tx1"/>
                          </a:solidFill>
                        </a:rPr>
                        <a:t>최적화 이미지 </a:t>
                      </a:r>
                      <a:r>
                        <a:rPr lang="en-US" altLang="ko-KR" sz="800" b="0" dirty="0">
                          <a:solidFill>
                            <a:schemeClr val="tx1"/>
                          </a:solidFill>
                        </a:rPr>
                        <a:t>(</a:t>
                      </a:r>
                      <a:r>
                        <a:rPr lang="ko-KR" altLang="en-US" sz="800" b="0" dirty="0">
                          <a:solidFill>
                            <a:schemeClr val="tx1"/>
                          </a:solidFill>
                        </a:rPr>
                        <a:t>가로 </a:t>
                      </a:r>
                      <a:r>
                        <a:rPr lang="en-US" altLang="ko-KR" sz="800" b="0" dirty="0">
                          <a:solidFill>
                            <a:schemeClr val="tx1"/>
                          </a:solidFill>
                        </a:rPr>
                        <a:t>000pixel)</a:t>
                      </a: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*Mobile</a:t>
                      </a:r>
                      <a:r>
                        <a:rPr lang="en-US" altLang="ko-KR" sz="800" b="0" baseline="0" dirty="0">
                          <a:solidFill>
                            <a:schemeClr val="tx1"/>
                          </a:solidFill>
                        </a:rPr>
                        <a:t> </a:t>
                      </a:r>
                      <a:r>
                        <a:rPr lang="ko-KR" altLang="en-US" sz="800" b="0" baseline="0" dirty="0">
                          <a:solidFill>
                            <a:schemeClr val="tx1"/>
                          </a:solidFill>
                        </a:rPr>
                        <a:t>최적화 이미지 </a:t>
                      </a:r>
                      <a:r>
                        <a:rPr lang="en-US" altLang="ko-KR" sz="800" b="0" dirty="0">
                          <a:solidFill>
                            <a:schemeClr val="tx1"/>
                          </a:solidFill>
                        </a:rPr>
                        <a:t>(</a:t>
                      </a:r>
                      <a:r>
                        <a:rPr lang="ko-KR" altLang="en-US" sz="800" b="0" dirty="0">
                          <a:solidFill>
                            <a:schemeClr val="tx1"/>
                          </a:solidFill>
                        </a:rPr>
                        <a:t>가로 </a:t>
                      </a:r>
                      <a:r>
                        <a:rPr lang="en-US" altLang="ko-KR" sz="800" b="0" dirty="0">
                          <a:solidFill>
                            <a:schemeClr val="tx1"/>
                          </a:solidFill>
                        </a:rPr>
                        <a:t>000pixel)</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grpSp>
        <p:nvGrpSpPr>
          <p:cNvPr id="53" name="그룹 52">
            <a:extLst>
              <a:ext uri="{FF2B5EF4-FFF2-40B4-BE49-F238E27FC236}">
                <a16:creationId xmlns:a16="http://schemas.microsoft.com/office/drawing/2014/main" id="{A7890DAC-6D8F-45AC-9D54-C4DD4B415DEF}"/>
              </a:ext>
            </a:extLst>
          </p:cNvPr>
          <p:cNvGrpSpPr/>
          <p:nvPr/>
        </p:nvGrpSpPr>
        <p:grpSpPr>
          <a:xfrm>
            <a:off x="3795990" y="4957324"/>
            <a:ext cx="2089400" cy="145046"/>
            <a:chOff x="5148065" y="1124744"/>
            <a:chExt cx="2089400" cy="192328"/>
          </a:xfrm>
        </p:grpSpPr>
        <p:sp>
          <p:nvSpPr>
            <p:cNvPr id="54" name="직사각형 53">
              <a:extLst>
                <a:ext uri="{FF2B5EF4-FFF2-40B4-BE49-F238E27FC236}">
                  <a16:creationId xmlns:a16="http://schemas.microsoft.com/office/drawing/2014/main" id="{0D55A816-2980-4916-9C0A-8B4BC2285ACE}"/>
                </a:ext>
              </a:extLst>
            </p:cNvPr>
            <p:cNvSpPr/>
            <p:nvPr/>
          </p:nvSpPr>
          <p:spPr>
            <a:xfrm>
              <a:off x="5148065" y="1124744"/>
              <a:ext cx="1368151"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55" name="직사각형 54">
              <a:extLst>
                <a:ext uri="{FF2B5EF4-FFF2-40B4-BE49-F238E27FC236}">
                  <a16:creationId xmlns:a16="http://schemas.microsoft.com/office/drawing/2014/main" id="{7580A13A-5827-4082-B15E-7911B26C7390}"/>
                </a:ext>
              </a:extLst>
            </p:cNvPr>
            <p:cNvSpPr/>
            <p:nvPr/>
          </p:nvSpPr>
          <p:spPr>
            <a:xfrm>
              <a:off x="6516216" y="112474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찾아보기</a:t>
              </a:r>
              <a:endParaRPr lang="en-US" altLang="ko-KR" sz="800" dirty="0">
                <a:solidFill>
                  <a:schemeClr val="bg1"/>
                </a:solidFill>
              </a:endParaRPr>
            </a:p>
          </p:txBody>
        </p:sp>
      </p:grpSp>
      <p:grpSp>
        <p:nvGrpSpPr>
          <p:cNvPr id="56" name="그룹 55">
            <a:extLst>
              <a:ext uri="{FF2B5EF4-FFF2-40B4-BE49-F238E27FC236}">
                <a16:creationId xmlns:a16="http://schemas.microsoft.com/office/drawing/2014/main" id="{5957C704-B17A-44E7-A81E-CFDF48DAA3D7}"/>
              </a:ext>
            </a:extLst>
          </p:cNvPr>
          <p:cNvGrpSpPr/>
          <p:nvPr/>
        </p:nvGrpSpPr>
        <p:grpSpPr>
          <a:xfrm>
            <a:off x="3795990" y="5202422"/>
            <a:ext cx="2089400" cy="145046"/>
            <a:chOff x="5148065" y="1124744"/>
            <a:chExt cx="2089400" cy="192328"/>
          </a:xfrm>
        </p:grpSpPr>
        <p:sp>
          <p:nvSpPr>
            <p:cNvPr id="57" name="직사각형 56">
              <a:extLst>
                <a:ext uri="{FF2B5EF4-FFF2-40B4-BE49-F238E27FC236}">
                  <a16:creationId xmlns:a16="http://schemas.microsoft.com/office/drawing/2014/main" id="{D3BF7F2B-A340-48BF-B4E7-85818046B4C4}"/>
                </a:ext>
              </a:extLst>
            </p:cNvPr>
            <p:cNvSpPr/>
            <p:nvPr/>
          </p:nvSpPr>
          <p:spPr>
            <a:xfrm>
              <a:off x="5148065" y="1124744"/>
              <a:ext cx="1368151"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58" name="직사각형 57">
              <a:extLst>
                <a:ext uri="{FF2B5EF4-FFF2-40B4-BE49-F238E27FC236}">
                  <a16:creationId xmlns:a16="http://schemas.microsoft.com/office/drawing/2014/main" id="{2F3D2531-AE4D-43A8-8B3F-67AB25211F28}"/>
                </a:ext>
              </a:extLst>
            </p:cNvPr>
            <p:cNvSpPr/>
            <p:nvPr/>
          </p:nvSpPr>
          <p:spPr>
            <a:xfrm>
              <a:off x="6516216" y="112474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찾아보기</a:t>
              </a:r>
              <a:endParaRPr lang="en-US" altLang="ko-KR" sz="800" dirty="0">
                <a:solidFill>
                  <a:schemeClr val="bg1"/>
                </a:solidFill>
              </a:endParaRPr>
            </a:p>
          </p:txBody>
        </p:sp>
      </p:grpSp>
      <p:sp>
        <p:nvSpPr>
          <p:cNvPr id="59" name="TextBox 58">
            <a:extLst>
              <a:ext uri="{FF2B5EF4-FFF2-40B4-BE49-F238E27FC236}">
                <a16:creationId xmlns:a16="http://schemas.microsoft.com/office/drawing/2014/main" id="{F5661E88-D33E-4597-87D2-415FC36F1AFE}"/>
              </a:ext>
            </a:extLst>
          </p:cNvPr>
          <p:cNvSpPr txBox="1"/>
          <p:nvPr/>
        </p:nvSpPr>
        <p:spPr>
          <a:xfrm>
            <a:off x="502209" y="6218660"/>
            <a:ext cx="1574470"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공동구매상품 상세 설명</a:t>
            </a:r>
            <a:endParaRPr lang="ko-KR" altLang="en-US" sz="900" dirty="0"/>
          </a:p>
        </p:txBody>
      </p:sp>
      <p:graphicFrame>
        <p:nvGraphicFramePr>
          <p:cNvPr id="60" name="표 59">
            <a:extLst>
              <a:ext uri="{FF2B5EF4-FFF2-40B4-BE49-F238E27FC236}">
                <a16:creationId xmlns:a16="http://schemas.microsoft.com/office/drawing/2014/main" id="{E8364E0C-8B25-40D6-811A-4276BF4F5F11}"/>
              </a:ext>
            </a:extLst>
          </p:cNvPr>
          <p:cNvGraphicFramePr>
            <a:graphicFrameLocks noGrp="1"/>
          </p:cNvGraphicFramePr>
          <p:nvPr>
            <p:extLst>
              <p:ext uri="{D42A27DB-BD31-4B8C-83A1-F6EECF244321}">
                <p14:modId xmlns:p14="http://schemas.microsoft.com/office/powerpoint/2010/main" val="3997166636"/>
              </p:ext>
            </p:extLst>
          </p:nvPr>
        </p:nvGraphicFramePr>
        <p:xfrm>
          <a:off x="560566" y="6479698"/>
          <a:ext cx="8878259" cy="1889760"/>
        </p:xfrm>
        <a:graphic>
          <a:graphicData uri="http://schemas.openxmlformats.org/drawingml/2006/table">
            <a:tbl>
              <a:tblPr firstRow="1" bandRow="1">
                <a:tableStyleId>{5C22544A-7EE6-4342-B048-85BDC9FD1C3A}</a:tableStyleId>
              </a:tblPr>
              <a:tblGrid>
                <a:gridCol w="1186975">
                  <a:extLst>
                    <a:ext uri="{9D8B030D-6E8A-4147-A177-3AD203B41FA5}">
                      <a16:colId xmlns:a16="http://schemas.microsoft.com/office/drawing/2014/main" val="20000"/>
                    </a:ext>
                  </a:extLst>
                </a:gridCol>
                <a:gridCol w="7691284">
                  <a:extLst>
                    <a:ext uri="{9D8B030D-6E8A-4147-A177-3AD203B41FA5}">
                      <a16:colId xmlns:a16="http://schemas.microsoft.com/office/drawing/2014/main" val="20001"/>
                    </a:ext>
                  </a:extLst>
                </a:gridCol>
              </a:tblGrid>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상세정보 등록타입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이미지로 등록    </a:t>
                      </a:r>
                      <a:r>
                        <a:rPr lang="en-US" altLang="ko-KR" sz="800" b="0" dirty="0">
                          <a:solidFill>
                            <a:schemeClr val="tx1"/>
                          </a:solidFill>
                        </a:rPr>
                        <a:t>● </a:t>
                      </a:r>
                      <a:r>
                        <a:rPr lang="ko-KR" altLang="en-US" sz="800" b="0" dirty="0">
                          <a:solidFill>
                            <a:schemeClr val="tx1"/>
                          </a:solidFill>
                        </a:rPr>
                        <a:t>텍스트로 등록</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상세정보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grpSp>
        <p:nvGrpSpPr>
          <p:cNvPr id="61" name="그룹 60">
            <a:extLst>
              <a:ext uri="{FF2B5EF4-FFF2-40B4-BE49-F238E27FC236}">
                <a16:creationId xmlns:a16="http://schemas.microsoft.com/office/drawing/2014/main" id="{E8854DB3-7DFE-498F-85FA-BDAC245FF2EE}"/>
              </a:ext>
            </a:extLst>
          </p:cNvPr>
          <p:cNvGrpSpPr/>
          <p:nvPr/>
        </p:nvGrpSpPr>
        <p:grpSpPr>
          <a:xfrm>
            <a:off x="1854899" y="6809114"/>
            <a:ext cx="4950461" cy="218296"/>
            <a:chOff x="1557338" y="3290888"/>
            <a:chExt cx="6264166" cy="276225"/>
          </a:xfrm>
        </p:grpSpPr>
        <p:pic>
          <p:nvPicPr>
            <p:cNvPr id="62" name="Picture 2">
              <a:extLst>
                <a:ext uri="{FF2B5EF4-FFF2-40B4-BE49-F238E27FC236}">
                  <a16:creationId xmlns:a16="http://schemas.microsoft.com/office/drawing/2014/main" id="{EE97ABBA-8616-4F60-B576-BC1DDEF0B4D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57338" y="3290888"/>
              <a:ext cx="6029325" cy="2762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3" name="Picture 3">
              <a:extLst>
                <a:ext uri="{FF2B5EF4-FFF2-40B4-BE49-F238E27FC236}">
                  <a16:creationId xmlns:a16="http://schemas.microsoft.com/office/drawing/2014/main" id="{3E9B62B7-8393-4CAC-90DC-B07FBAF76AA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92904" y="3310319"/>
              <a:ext cx="228600" cy="2190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64" name="타원 63">
            <a:extLst>
              <a:ext uri="{FF2B5EF4-FFF2-40B4-BE49-F238E27FC236}">
                <a16:creationId xmlns:a16="http://schemas.microsoft.com/office/drawing/2014/main" id="{7A162529-0840-433B-BC2A-E7C2A2881CDA}"/>
              </a:ext>
            </a:extLst>
          </p:cNvPr>
          <p:cNvSpPr/>
          <p:nvPr/>
        </p:nvSpPr>
        <p:spPr>
          <a:xfrm>
            <a:off x="1902878" y="3612723"/>
            <a:ext cx="1002411" cy="397681"/>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5" name="타원 64">
            <a:extLst>
              <a:ext uri="{FF2B5EF4-FFF2-40B4-BE49-F238E27FC236}">
                <a16:creationId xmlns:a16="http://schemas.microsoft.com/office/drawing/2014/main" id="{F431921A-4C2C-46EB-AE2C-63D54BE23106}"/>
              </a:ext>
            </a:extLst>
          </p:cNvPr>
          <p:cNvSpPr/>
          <p:nvPr/>
        </p:nvSpPr>
        <p:spPr>
          <a:xfrm>
            <a:off x="2905290" y="3593900"/>
            <a:ext cx="1002412" cy="397681"/>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6" name="TextBox 65">
            <a:extLst>
              <a:ext uri="{FF2B5EF4-FFF2-40B4-BE49-F238E27FC236}">
                <a16:creationId xmlns:a16="http://schemas.microsoft.com/office/drawing/2014/main" id="{720103FF-85D1-4D72-BBCA-37FAC4A80B19}"/>
              </a:ext>
            </a:extLst>
          </p:cNvPr>
          <p:cNvSpPr txBox="1"/>
          <p:nvPr/>
        </p:nvSpPr>
        <p:spPr>
          <a:xfrm>
            <a:off x="1902877" y="3527682"/>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67" name="TextBox 66">
            <a:extLst>
              <a:ext uri="{FF2B5EF4-FFF2-40B4-BE49-F238E27FC236}">
                <a16:creationId xmlns:a16="http://schemas.microsoft.com/office/drawing/2014/main" id="{720103FF-85D1-4D72-BBCA-37FAC4A80B19}"/>
              </a:ext>
            </a:extLst>
          </p:cNvPr>
          <p:cNvSpPr txBox="1"/>
          <p:nvPr/>
        </p:nvSpPr>
        <p:spPr>
          <a:xfrm>
            <a:off x="3029896" y="3517555"/>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cxnSp>
        <p:nvCxnSpPr>
          <p:cNvPr id="69" name="직선 화살표 연결선 68">
            <a:extLst>
              <a:ext uri="{FF2B5EF4-FFF2-40B4-BE49-F238E27FC236}">
                <a16:creationId xmlns:a16="http://schemas.microsoft.com/office/drawing/2014/main" id="{FF0E1867-2A69-4043-8D51-EBF8CE800470}"/>
              </a:ext>
            </a:extLst>
          </p:cNvPr>
          <p:cNvCxnSpPr>
            <a:cxnSpLocks/>
          </p:cNvCxnSpPr>
          <p:nvPr/>
        </p:nvCxnSpPr>
        <p:spPr>
          <a:xfrm>
            <a:off x="2403019" y="4031105"/>
            <a:ext cx="0" cy="67056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70" name="직선 화살표 연결선 69">
            <a:extLst>
              <a:ext uri="{FF2B5EF4-FFF2-40B4-BE49-F238E27FC236}">
                <a16:creationId xmlns:a16="http://schemas.microsoft.com/office/drawing/2014/main" id="{160ABFD4-5431-4491-BAA5-499C28D78F37}"/>
              </a:ext>
            </a:extLst>
          </p:cNvPr>
          <p:cNvCxnSpPr>
            <a:cxnSpLocks/>
          </p:cNvCxnSpPr>
          <p:nvPr/>
        </p:nvCxnSpPr>
        <p:spPr>
          <a:xfrm>
            <a:off x="3405431" y="4012282"/>
            <a:ext cx="51800" cy="2457911"/>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71" name="TextBox 70">
            <a:extLst>
              <a:ext uri="{FF2B5EF4-FFF2-40B4-BE49-F238E27FC236}">
                <a16:creationId xmlns:a16="http://schemas.microsoft.com/office/drawing/2014/main" id="{720103FF-85D1-4D72-BBCA-37FAC4A80B19}"/>
              </a:ext>
            </a:extLst>
          </p:cNvPr>
          <p:cNvSpPr txBox="1"/>
          <p:nvPr/>
        </p:nvSpPr>
        <p:spPr>
          <a:xfrm>
            <a:off x="5758329" y="4847506"/>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
        <p:nvSpPr>
          <p:cNvPr id="74" name="직사각형 73">
            <a:extLst>
              <a:ext uri="{FF2B5EF4-FFF2-40B4-BE49-F238E27FC236}">
                <a16:creationId xmlns:a16="http://schemas.microsoft.com/office/drawing/2014/main" id="{9D91AAA8-844D-4E2B-BD00-482E5277B02A}"/>
              </a:ext>
            </a:extLst>
          </p:cNvPr>
          <p:cNvSpPr/>
          <p:nvPr/>
        </p:nvSpPr>
        <p:spPr>
          <a:xfrm>
            <a:off x="1854899" y="6783773"/>
            <a:ext cx="7465939" cy="1399268"/>
          </a:xfrm>
          <a:prstGeom prst="rect">
            <a:avLst/>
          </a:prstGeom>
          <a:no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5" name="직사각형 74">
            <a:extLst>
              <a:ext uri="{FF2B5EF4-FFF2-40B4-BE49-F238E27FC236}">
                <a16:creationId xmlns:a16="http://schemas.microsoft.com/office/drawing/2014/main" id="{1CBBEC54-344A-47D3-B188-0C43349D2DDC}"/>
              </a:ext>
            </a:extLst>
          </p:cNvPr>
          <p:cNvSpPr/>
          <p:nvPr/>
        </p:nvSpPr>
        <p:spPr>
          <a:xfrm>
            <a:off x="1375442" y="1986130"/>
            <a:ext cx="8573776" cy="156163"/>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68" name="TextBox 67">
            <a:extLst>
              <a:ext uri="{FF2B5EF4-FFF2-40B4-BE49-F238E27FC236}">
                <a16:creationId xmlns:a16="http://schemas.microsoft.com/office/drawing/2014/main" id="{720103FF-85D1-4D72-BBCA-37FAC4A80B19}"/>
              </a:ext>
            </a:extLst>
          </p:cNvPr>
          <p:cNvSpPr txBox="1"/>
          <p:nvPr/>
        </p:nvSpPr>
        <p:spPr>
          <a:xfrm>
            <a:off x="1714202" y="7057616"/>
            <a:ext cx="251992" cy="230832"/>
          </a:xfrm>
          <a:prstGeom prst="rect">
            <a:avLst/>
          </a:prstGeom>
          <a:solidFill>
            <a:srgbClr val="FF0000"/>
          </a:solidFill>
        </p:spPr>
        <p:txBody>
          <a:bodyPr wrap="none" rtlCol="0">
            <a:spAutoFit/>
          </a:bodyPr>
          <a:lstStyle/>
          <a:p>
            <a:r>
              <a:rPr lang="en-US" altLang="ko-KR" sz="900" b="1" dirty="0">
                <a:solidFill>
                  <a:schemeClr val="bg1"/>
                </a:solidFill>
              </a:rPr>
              <a:t>5</a:t>
            </a:r>
            <a:endParaRPr lang="ko-KR" altLang="en-US" sz="900" b="1" dirty="0">
              <a:solidFill>
                <a:schemeClr val="bg1"/>
              </a:solidFill>
            </a:endParaRPr>
          </a:p>
        </p:txBody>
      </p:sp>
      <p:sp>
        <p:nvSpPr>
          <p:cNvPr id="72" name="TextBox 71">
            <a:extLst>
              <a:ext uri="{FF2B5EF4-FFF2-40B4-BE49-F238E27FC236}">
                <a16:creationId xmlns:a16="http://schemas.microsoft.com/office/drawing/2014/main" id="{720103FF-85D1-4D72-BBCA-37FAC4A80B19}"/>
              </a:ext>
            </a:extLst>
          </p:cNvPr>
          <p:cNvSpPr txBox="1"/>
          <p:nvPr/>
        </p:nvSpPr>
        <p:spPr>
          <a:xfrm>
            <a:off x="1163448" y="2066114"/>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graphicFrame>
        <p:nvGraphicFramePr>
          <p:cNvPr id="73" name="표 72">
            <a:extLst>
              <a:ext uri="{FF2B5EF4-FFF2-40B4-BE49-F238E27FC236}">
                <a16:creationId xmlns:a16="http://schemas.microsoft.com/office/drawing/2014/main" id="{FB228592-47B4-4E60-BE82-336B0CF36DC6}"/>
              </a:ext>
            </a:extLst>
          </p:cNvPr>
          <p:cNvGraphicFramePr>
            <a:graphicFrameLocks noGrp="1"/>
          </p:cNvGraphicFramePr>
          <p:nvPr>
            <p:extLst>
              <p:ext uri="{D42A27DB-BD31-4B8C-83A1-F6EECF244321}">
                <p14:modId xmlns:p14="http://schemas.microsoft.com/office/powerpoint/2010/main" val="3488506509"/>
              </p:ext>
            </p:extLst>
          </p:nvPr>
        </p:nvGraphicFramePr>
        <p:xfrm>
          <a:off x="125632" y="728842"/>
          <a:ext cx="9943899" cy="85344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3780430">
                  <a:extLst>
                    <a:ext uri="{9D8B030D-6E8A-4147-A177-3AD203B41FA5}">
                      <a16:colId xmlns:a16="http://schemas.microsoft.com/office/drawing/2014/main" val="20001"/>
                    </a:ext>
                  </a:extLst>
                </a:gridCol>
                <a:gridCol w="1295703">
                  <a:extLst>
                    <a:ext uri="{9D8B030D-6E8A-4147-A177-3AD203B41FA5}">
                      <a16:colId xmlns:a16="http://schemas.microsoft.com/office/drawing/2014/main" val="4010982125"/>
                    </a:ext>
                  </a:extLst>
                </a:gridCol>
                <a:gridCol w="3662741">
                  <a:extLst>
                    <a:ext uri="{9D8B030D-6E8A-4147-A177-3AD203B41FA5}">
                      <a16:colId xmlns:a16="http://schemas.microsoft.com/office/drawing/2014/main" val="2646234070"/>
                    </a:ext>
                  </a:extLst>
                </a:gridCol>
              </a:tblGrid>
              <a:tr h="0">
                <a:tc>
                  <a:txBody>
                    <a:bodyPr/>
                    <a:lstStyle/>
                    <a:p>
                      <a:pPr latinLnBrk="1"/>
                      <a:r>
                        <a:rPr lang="ko-KR" altLang="en-US" sz="800" b="0" dirty="0">
                          <a:solidFill>
                            <a:schemeClr val="tx1"/>
                          </a:solidFill>
                        </a:rPr>
                        <a:t>공동구매상품 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Me9-2024-099833</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상품상태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대기  </a:t>
                      </a:r>
                      <a:r>
                        <a:rPr lang="en-US" altLang="ko-KR" sz="800" b="0" dirty="0">
                          <a:solidFill>
                            <a:schemeClr val="tx1"/>
                          </a:solidFill>
                        </a:rPr>
                        <a:t>○</a:t>
                      </a:r>
                      <a:r>
                        <a:rPr lang="ko-KR" altLang="en-US" sz="800" b="0" i="0" u="none" strike="noStrike" dirty="0">
                          <a:solidFill>
                            <a:srgbClr val="000000"/>
                          </a:solidFill>
                          <a:effectLst/>
                          <a:latin typeface="+mn-lt"/>
                        </a:rPr>
                        <a:t> 진행중 </a:t>
                      </a:r>
                      <a:r>
                        <a:rPr lang="ko-KR" altLang="en-US" sz="800" b="0" i="0" u="none" strike="noStrike" baseline="0" dirty="0">
                          <a:solidFill>
                            <a:srgbClr val="000000"/>
                          </a:solidFill>
                          <a:effectLst/>
                          <a:latin typeface="+mn-lt"/>
                        </a:rPr>
                        <a:t> </a:t>
                      </a:r>
                      <a:r>
                        <a:rPr lang="en-US" altLang="ko-KR" sz="800" b="0" dirty="0">
                          <a:solidFill>
                            <a:schemeClr val="tx1"/>
                          </a:solidFill>
                        </a:rPr>
                        <a:t>○</a:t>
                      </a:r>
                      <a:r>
                        <a:rPr lang="ko-KR" altLang="en-US" sz="800" b="0" i="0" u="none" strike="noStrike" dirty="0">
                          <a:solidFill>
                            <a:srgbClr val="000000"/>
                          </a:solidFill>
                          <a:effectLst/>
                          <a:latin typeface="+mn-lt"/>
                        </a:rPr>
                        <a:t> 마감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공동구매상품 분류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latinLnBrk="1"/>
                      <a:r>
                        <a:rPr lang="ko-KR" altLang="en-US" sz="800" b="0" dirty="0">
                          <a:solidFill>
                            <a:schemeClr val="tx1"/>
                          </a:solidFill>
                        </a:rPr>
                        <a:t>공동구매상품명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latinLnBrk="1"/>
                      <a:r>
                        <a:rPr lang="ko-KR" altLang="en-US" sz="800" b="0" dirty="0">
                          <a:solidFill>
                            <a:schemeClr val="tx1"/>
                          </a:solidFill>
                        </a:rPr>
                        <a:t>상품가격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기본금액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a:t>
                      </a:r>
                      <a:r>
                        <a:rPr lang="ko-KR" altLang="en-US" sz="800" b="0" i="0" u="none" strike="noStrike" dirty="0">
                          <a:solidFill>
                            <a:srgbClr val="000000"/>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021316242"/>
                  </a:ext>
                </a:extLst>
              </a:tr>
            </a:tbl>
          </a:graphicData>
        </a:graphic>
      </p:graphicFrame>
      <p:grpSp>
        <p:nvGrpSpPr>
          <p:cNvPr id="76" name="그룹 75">
            <a:extLst>
              <a:ext uri="{FF2B5EF4-FFF2-40B4-BE49-F238E27FC236}">
                <a16:creationId xmlns:a16="http://schemas.microsoft.com/office/drawing/2014/main" id="{A1296801-163B-4431-A66E-89E71C8E00BE}"/>
              </a:ext>
            </a:extLst>
          </p:cNvPr>
          <p:cNvGrpSpPr/>
          <p:nvPr/>
        </p:nvGrpSpPr>
        <p:grpSpPr>
          <a:xfrm>
            <a:off x="1414155" y="977395"/>
            <a:ext cx="3372978" cy="142974"/>
            <a:chOff x="889678" y="2192622"/>
            <a:chExt cx="2522315" cy="192328"/>
          </a:xfrm>
        </p:grpSpPr>
        <p:sp>
          <p:nvSpPr>
            <p:cNvPr id="77" name="직사각형 76">
              <a:extLst>
                <a:ext uri="{FF2B5EF4-FFF2-40B4-BE49-F238E27FC236}">
                  <a16:creationId xmlns:a16="http://schemas.microsoft.com/office/drawing/2014/main" id="{3239B653-EC7F-4A37-9E91-65613F6A6118}"/>
                </a:ext>
              </a:extLst>
            </p:cNvPr>
            <p:cNvSpPr/>
            <p:nvPr/>
          </p:nvSpPr>
          <p:spPr>
            <a:xfrm>
              <a:off x="889678"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78" name="직사각형 77">
              <a:extLst>
                <a:ext uri="{FF2B5EF4-FFF2-40B4-BE49-F238E27FC236}">
                  <a16:creationId xmlns:a16="http://schemas.microsoft.com/office/drawing/2014/main" id="{E7CD87FC-E7A3-40C3-9022-EA6DFF15D00D}"/>
                </a:ext>
              </a:extLst>
            </p:cNvPr>
            <p:cNvSpPr/>
            <p:nvPr/>
          </p:nvSpPr>
          <p:spPr>
            <a:xfrm>
              <a:off x="1751471"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sp>
          <p:nvSpPr>
            <p:cNvPr id="79" name="직사각형 78">
              <a:extLst>
                <a:ext uri="{FF2B5EF4-FFF2-40B4-BE49-F238E27FC236}">
                  <a16:creationId xmlns:a16="http://schemas.microsoft.com/office/drawing/2014/main" id="{8A1E96E6-92D6-4D6D-B9C1-64A8B0DF5E3D}"/>
                </a:ext>
              </a:extLst>
            </p:cNvPr>
            <p:cNvSpPr/>
            <p:nvPr/>
          </p:nvSpPr>
          <p:spPr>
            <a:xfrm>
              <a:off x="2619904"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소분류 ▼</a:t>
              </a:r>
              <a:endParaRPr lang="en-US" altLang="ko-KR" sz="800" dirty="0">
                <a:solidFill>
                  <a:schemeClr val="tx1">
                    <a:lumMod val="50000"/>
                    <a:lumOff val="50000"/>
                  </a:schemeClr>
                </a:solidFill>
              </a:endParaRPr>
            </a:p>
          </p:txBody>
        </p:sp>
      </p:grpSp>
      <p:sp>
        <p:nvSpPr>
          <p:cNvPr id="80" name="직사각형 79">
            <a:extLst>
              <a:ext uri="{FF2B5EF4-FFF2-40B4-BE49-F238E27FC236}">
                <a16:creationId xmlns:a16="http://schemas.microsoft.com/office/drawing/2014/main" id="{BB30271C-4BCB-4024-97DF-3DEC4F0E3D2A}"/>
              </a:ext>
            </a:extLst>
          </p:cNvPr>
          <p:cNvSpPr/>
          <p:nvPr/>
        </p:nvSpPr>
        <p:spPr>
          <a:xfrm>
            <a:off x="1414155" y="1177620"/>
            <a:ext cx="8535063"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81" name="직사각형 80">
            <a:extLst>
              <a:ext uri="{FF2B5EF4-FFF2-40B4-BE49-F238E27FC236}">
                <a16:creationId xmlns:a16="http://schemas.microsoft.com/office/drawing/2014/main" id="{B713B28B-3193-4426-A848-51DD9FB0A223}"/>
              </a:ext>
            </a:extLst>
          </p:cNvPr>
          <p:cNvSpPr/>
          <p:nvPr/>
        </p:nvSpPr>
        <p:spPr>
          <a:xfrm>
            <a:off x="1409301" y="1383512"/>
            <a:ext cx="1587689"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1,000</a:t>
            </a:r>
          </a:p>
        </p:txBody>
      </p:sp>
    </p:spTree>
    <p:extLst>
      <p:ext uri="{BB962C8B-B14F-4D97-AF65-F5344CB8AC3E}">
        <p14:creationId xmlns:p14="http://schemas.microsoft.com/office/powerpoint/2010/main" val="398644800"/>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17B64B9A-94B0-4C0D-B97D-9E481712FCA0}"/>
              </a:ext>
            </a:extLst>
          </p:cNvPr>
          <p:cNvGraphicFramePr>
            <a:graphicFrameLocks noGrp="1"/>
          </p:cNvGraphicFramePr>
          <p:nvPr/>
        </p:nvGraphicFramePr>
        <p:xfrm>
          <a:off x="125632" y="3007609"/>
          <a:ext cx="9943899" cy="21336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목록 이미지 </a:t>
                      </a:r>
                      <a:r>
                        <a:rPr lang="en-US" altLang="ko-KR" sz="800" b="0" dirty="0">
                          <a:solidFill>
                            <a:schemeClr val="tx1"/>
                          </a:solidFill>
                        </a:rPr>
                        <a:t>( Max 5 )</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grpSp>
        <p:nvGrpSpPr>
          <p:cNvPr id="4" name="그룹 3">
            <a:extLst>
              <a:ext uri="{FF2B5EF4-FFF2-40B4-BE49-F238E27FC236}">
                <a16:creationId xmlns:a16="http://schemas.microsoft.com/office/drawing/2014/main" id="{63E5762D-07FF-4E8D-B7BD-870440CAF62C}"/>
              </a:ext>
            </a:extLst>
          </p:cNvPr>
          <p:cNvGrpSpPr/>
          <p:nvPr/>
        </p:nvGrpSpPr>
        <p:grpSpPr>
          <a:xfrm>
            <a:off x="1419829" y="3058808"/>
            <a:ext cx="2089400" cy="120097"/>
            <a:chOff x="5148065" y="1124744"/>
            <a:chExt cx="2089400" cy="192328"/>
          </a:xfrm>
        </p:grpSpPr>
        <p:sp>
          <p:nvSpPr>
            <p:cNvPr id="5" name="직사각형 4">
              <a:extLst>
                <a:ext uri="{FF2B5EF4-FFF2-40B4-BE49-F238E27FC236}">
                  <a16:creationId xmlns:a16="http://schemas.microsoft.com/office/drawing/2014/main" id="{1CBBEC54-344A-47D3-B188-0C43349D2DDC}"/>
                </a:ext>
              </a:extLst>
            </p:cNvPr>
            <p:cNvSpPr/>
            <p:nvPr/>
          </p:nvSpPr>
          <p:spPr>
            <a:xfrm>
              <a:off x="5148065" y="1124744"/>
              <a:ext cx="1368151"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6" name="직사각형 5">
              <a:extLst>
                <a:ext uri="{FF2B5EF4-FFF2-40B4-BE49-F238E27FC236}">
                  <a16:creationId xmlns:a16="http://schemas.microsoft.com/office/drawing/2014/main" id="{50903B7E-625B-41C6-8BE2-72412B58FAC4}"/>
                </a:ext>
              </a:extLst>
            </p:cNvPr>
            <p:cNvSpPr/>
            <p:nvPr/>
          </p:nvSpPr>
          <p:spPr>
            <a:xfrm>
              <a:off x="6516216" y="112474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endParaRPr lang="en-US" altLang="ko-KR" sz="800" dirty="0">
                <a:solidFill>
                  <a:schemeClr val="bg1"/>
                </a:solidFill>
              </a:endParaRPr>
            </a:p>
          </p:txBody>
        </p:sp>
      </p:grpSp>
      <p:sp>
        <p:nvSpPr>
          <p:cNvPr id="7" name="TextBox 6">
            <a:extLst>
              <a:ext uri="{FF2B5EF4-FFF2-40B4-BE49-F238E27FC236}">
                <a16:creationId xmlns:a16="http://schemas.microsoft.com/office/drawing/2014/main" id="{7CAFE302-377F-426E-BBCA-6D5803F6CDFC}"/>
              </a:ext>
            </a:extLst>
          </p:cNvPr>
          <p:cNvSpPr txBox="1"/>
          <p:nvPr/>
        </p:nvSpPr>
        <p:spPr>
          <a:xfrm>
            <a:off x="3606788" y="3009276"/>
            <a:ext cx="1560042" cy="230832"/>
          </a:xfrm>
          <a:prstGeom prst="rect">
            <a:avLst/>
          </a:prstGeom>
          <a:noFill/>
        </p:spPr>
        <p:txBody>
          <a:bodyPr wrap="none" rtlCol="0">
            <a:spAutoFit/>
          </a:bodyPr>
          <a:lstStyle/>
          <a:p>
            <a:r>
              <a:rPr lang="ko-KR" altLang="en-US" sz="900" dirty="0"/>
              <a:t>최적사이즈 </a:t>
            </a:r>
            <a:r>
              <a:rPr lang="en-US" altLang="ko-KR" sz="900" dirty="0"/>
              <a:t>000px * 000px</a:t>
            </a:r>
            <a:endParaRPr lang="ko-KR" altLang="en-US" sz="900" dirty="0"/>
          </a:p>
        </p:txBody>
      </p:sp>
      <p:sp>
        <p:nvSpPr>
          <p:cNvPr id="8" name="TextBox 7">
            <a:extLst>
              <a:ext uri="{FF2B5EF4-FFF2-40B4-BE49-F238E27FC236}">
                <a16:creationId xmlns:a16="http://schemas.microsoft.com/office/drawing/2014/main" id="{495E566B-5BC8-471D-A29A-BA5C68BAC937}"/>
              </a:ext>
            </a:extLst>
          </p:cNvPr>
          <p:cNvSpPr txBox="1"/>
          <p:nvPr/>
        </p:nvSpPr>
        <p:spPr>
          <a:xfrm>
            <a:off x="67275" y="498010"/>
            <a:ext cx="1534394"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공동구매상품 기본정보</a:t>
            </a:r>
            <a:endParaRPr lang="ko-KR" altLang="en-US" sz="900" dirty="0"/>
          </a:p>
        </p:txBody>
      </p:sp>
      <p:sp>
        <p:nvSpPr>
          <p:cNvPr id="9" name="직사각형 8">
            <a:extLst>
              <a:ext uri="{FF2B5EF4-FFF2-40B4-BE49-F238E27FC236}">
                <a16:creationId xmlns:a16="http://schemas.microsoft.com/office/drawing/2014/main" id="{73FE292D-6445-4149-8025-7BB66E256F86}"/>
              </a:ext>
            </a:extLst>
          </p:cNvPr>
          <p:cNvSpPr/>
          <p:nvPr/>
        </p:nvSpPr>
        <p:spPr>
          <a:xfrm>
            <a:off x="5278037" y="3040192"/>
            <a:ext cx="721249" cy="154747"/>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추가하기</a:t>
            </a:r>
            <a:endParaRPr lang="en-US" altLang="ko-KR" sz="800" dirty="0">
              <a:solidFill>
                <a:schemeClr val="bg1"/>
              </a:solidFill>
            </a:endParaRPr>
          </a:p>
        </p:txBody>
      </p:sp>
      <p:sp>
        <p:nvSpPr>
          <p:cNvPr id="16" name="TextBox 15">
            <a:extLst>
              <a:ext uri="{FF2B5EF4-FFF2-40B4-BE49-F238E27FC236}">
                <a16:creationId xmlns:a16="http://schemas.microsoft.com/office/drawing/2014/main" id="{281ACFAA-6042-4F0B-A3F7-EC219B04D7F4}"/>
              </a:ext>
            </a:extLst>
          </p:cNvPr>
          <p:cNvSpPr txBox="1"/>
          <p:nvPr/>
        </p:nvSpPr>
        <p:spPr>
          <a:xfrm>
            <a:off x="67275" y="2747443"/>
            <a:ext cx="1689886"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공동구매상품 목록 이미지</a:t>
            </a:r>
            <a:endParaRPr lang="ko-KR" altLang="en-US" sz="900" dirty="0"/>
          </a:p>
        </p:txBody>
      </p:sp>
      <p:graphicFrame>
        <p:nvGraphicFramePr>
          <p:cNvPr id="17" name="표 16">
            <a:extLst>
              <a:ext uri="{FF2B5EF4-FFF2-40B4-BE49-F238E27FC236}">
                <a16:creationId xmlns:a16="http://schemas.microsoft.com/office/drawing/2014/main" id="{D81E1DA1-D1F3-4CB0-B17F-76EE802A7B9F}"/>
              </a:ext>
            </a:extLst>
          </p:cNvPr>
          <p:cNvGraphicFramePr>
            <a:graphicFrameLocks noGrp="1"/>
          </p:cNvGraphicFramePr>
          <p:nvPr/>
        </p:nvGraphicFramePr>
        <p:xfrm>
          <a:off x="125632" y="6597341"/>
          <a:ext cx="9943899" cy="128016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8738874">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과세구분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과세        ○면세         ○영세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425068108"/>
                  </a:ext>
                </a:extLst>
              </a:tr>
              <a:tr h="0">
                <a:tc rowSpan="5">
                  <a:txBody>
                    <a:bodyPr/>
                    <a:lstStyle/>
                    <a:p>
                      <a:pPr latinLnBrk="1"/>
                      <a:r>
                        <a:rPr lang="ko-KR" altLang="en-US" sz="800" b="0" dirty="0">
                          <a:solidFill>
                            <a:schemeClr val="tx1"/>
                          </a:solidFill>
                        </a:rPr>
                        <a:t>판매 혜택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판매 수량                                          혜택 금액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0991833"/>
                  </a:ext>
                </a:extLst>
              </a:tr>
              <a:tr h="0">
                <a:tc vMerge="1">
                  <a:txBody>
                    <a:bodyPr/>
                    <a:lstStyle/>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100</a:t>
                      </a:r>
                      <a:r>
                        <a:rPr lang="ko-KR" altLang="en-US" sz="800" b="0" i="0" u="none" strike="noStrike" dirty="0">
                          <a:solidFill>
                            <a:srgbClr val="000000"/>
                          </a:solidFill>
                          <a:effectLst/>
                          <a:latin typeface="+mn-lt"/>
                        </a:rPr>
                        <a:t>개 이상일 경우 </a:t>
                      </a:r>
                      <a:r>
                        <a:rPr lang="en-US" altLang="ko-KR" sz="800" b="0" i="0" u="none" strike="noStrike" dirty="0">
                          <a:solidFill>
                            <a:srgbClr val="000000"/>
                          </a:solidFill>
                          <a:effectLst/>
                          <a:latin typeface="+mn-lt"/>
                        </a:rPr>
                        <a:t>10,000</a:t>
                      </a:r>
                      <a:r>
                        <a:rPr lang="ko-KR" altLang="en-US" sz="800" b="0" i="0" u="none" strike="noStrike" dirty="0">
                          <a:solidFill>
                            <a:srgbClr val="000000"/>
                          </a:solidFill>
                          <a:effectLst/>
                          <a:latin typeface="+mn-lt"/>
                        </a:rPr>
                        <a:t>원 혜택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91147637"/>
                  </a:ext>
                </a:extLst>
              </a:tr>
              <a:tr h="0">
                <a:tc vMerge="1">
                  <a:txBody>
                    <a:bodyPr/>
                    <a:lstStyle/>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200</a:t>
                      </a:r>
                      <a:r>
                        <a:rPr lang="ko-KR" altLang="en-US" sz="800" b="0" i="0" u="none" strike="noStrike" dirty="0">
                          <a:solidFill>
                            <a:srgbClr val="000000"/>
                          </a:solidFill>
                          <a:effectLst/>
                          <a:latin typeface="+mn-lt"/>
                        </a:rPr>
                        <a:t>개 이상일 경우 </a:t>
                      </a:r>
                      <a:r>
                        <a:rPr lang="en-US" altLang="ko-KR" sz="800" b="0" i="0" u="none" strike="noStrike" dirty="0">
                          <a:solidFill>
                            <a:srgbClr val="000000"/>
                          </a:solidFill>
                          <a:effectLst/>
                          <a:latin typeface="+mn-lt"/>
                        </a:rPr>
                        <a:t>20,000</a:t>
                      </a:r>
                      <a:r>
                        <a:rPr lang="ko-KR" altLang="en-US" sz="800" b="0" i="0" u="none" strike="noStrike" dirty="0">
                          <a:solidFill>
                            <a:srgbClr val="000000"/>
                          </a:solidFill>
                          <a:effectLst/>
                          <a:latin typeface="+mn-lt"/>
                        </a:rPr>
                        <a:t>원 혜택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05656738"/>
                  </a:ext>
                </a:extLst>
              </a:tr>
              <a:tr h="0">
                <a:tc vMerge="1">
                  <a:txBody>
                    <a:bodyPr/>
                    <a:lstStyle/>
                    <a:p>
                      <a:pPr latinLnBrk="1"/>
                      <a:endParaRPr lang="ko-KR" altLang="en-US"/>
                    </a:p>
                  </a:txBody>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총 </a:t>
                      </a:r>
                      <a:r>
                        <a:rPr lang="en-US" altLang="ko-KR" sz="800" b="0" i="0" u="none" strike="noStrike" dirty="0">
                          <a:solidFill>
                            <a:srgbClr val="000000"/>
                          </a:solidFill>
                          <a:effectLst/>
                          <a:latin typeface="+mn-lt"/>
                        </a:rPr>
                        <a:t>300</a:t>
                      </a:r>
                      <a:r>
                        <a:rPr lang="ko-KR" altLang="en-US" sz="800" b="0" i="0" u="none" strike="noStrike" dirty="0">
                          <a:solidFill>
                            <a:srgbClr val="000000"/>
                          </a:solidFill>
                          <a:effectLst/>
                          <a:latin typeface="+mn-lt"/>
                        </a:rPr>
                        <a:t>개 이상일</a:t>
                      </a:r>
                      <a:r>
                        <a:rPr lang="ko-KR" altLang="en-US" sz="800" b="0" i="0" u="none" strike="noStrike" baseline="0" dirty="0">
                          <a:solidFill>
                            <a:srgbClr val="000000"/>
                          </a:solidFill>
                          <a:effectLst/>
                          <a:latin typeface="+mn-lt"/>
                        </a:rPr>
                        <a:t> 경우 </a:t>
                      </a:r>
                      <a:r>
                        <a:rPr lang="en-US" altLang="ko-KR" sz="800" b="0" i="0" u="none" strike="noStrike" baseline="0" dirty="0">
                          <a:solidFill>
                            <a:srgbClr val="000000"/>
                          </a:solidFill>
                          <a:effectLst/>
                          <a:latin typeface="+mn-lt"/>
                        </a:rPr>
                        <a:t>30,000</a:t>
                      </a:r>
                      <a:r>
                        <a:rPr lang="ko-KR" altLang="en-US" sz="800" b="0" i="0" u="none" strike="noStrike" baseline="0" dirty="0">
                          <a:solidFill>
                            <a:srgbClr val="000000"/>
                          </a:solidFill>
                          <a:effectLst/>
                          <a:latin typeface="+mn-lt"/>
                        </a:rPr>
                        <a:t>원 혜택</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80635641"/>
                  </a:ext>
                </a:extLst>
              </a:tr>
              <a:tr h="0">
                <a:tc vMerge="1">
                  <a:txBody>
                    <a:bodyPr/>
                    <a:lstStyle/>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FF0000"/>
                          </a:solidFill>
                          <a:effectLst/>
                          <a:latin typeface="+mn-lt"/>
                        </a:rPr>
                        <a:t>* </a:t>
                      </a:r>
                      <a:r>
                        <a:rPr lang="ko-KR" altLang="en-US" sz="800" b="0" i="0" u="none" strike="noStrike" dirty="0">
                          <a:solidFill>
                            <a:srgbClr val="FF0000"/>
                          </a:solidFill>
                          <a:effectLst/>
                          <a:latin typeface="+mn-lt"/>
                        </a:rPr>
                        <a:t>등록 후에는 수정이 불가능 합니다</a:t>
                      </a:r>
                      <a:r>
                        <a:rPr lang="en-US" altLang="ko-KR" sz="800" b="0" i="0" u="none" strike="noStrike" dirty="0">
                          <a:solidFill>
                            <a:srgbClr val="FF0000"/>
                          </a:solidFill>
                          <a:effectLst/>
                          <a:latin typeface="+mn-lt"/>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bl>
          </a:graphicData>
        </a:graphic>
      </p:graphicFrame>
      <p:sp>
        <p:nvSpPr>
          <p:cNvPr id="18" name="TextBox 17">
            <a:extLst>
              <a:ext uri="{FF2B5EF4-FFF2-40B4-BE49-F238E27FC236}">
                <a16:creationId xmlns:a16="http://schemas.microsoft.com/office/drawing/2014/main" id="{D7E52EC8-5B15-4228-A01A-E06D1F46102B}"/>
              </a:ext>
            </a:extLst>
          </p:cNvPr>
          <p:cNvSpPr txBox="1"/>
          <p:nvPr/>
        </p:nvSpPr>
        <p:spPr>
          <a:xfrm>
            <a:off x="67275" y="6269042"/>
            <a:ext cx="1343638"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 판매 혜택</a:t>
            </a:r>
            <a:endParaRPr lang="ko-KR" altLang="en-US" sz="900" dirty="0"/>
          </a:p>
        </p:txBody>
      </p:sp>
      <p:sp>
        <p:nvSpPr>
          <p:cNvPr id="22" name="TextBox 21">
            <a:extLst>
              <a:ext uri="{FF2B5EF4-FFF2-40B4-BE49-F238E27FC236}">
                <a16:creationId xmlns:a16="http://schemas.microsoft.com/office/drawing/2014/main" id="{16661C0A-70AA-4F2D-BE1A-E51F198614D3}"/>
              </a:ext>
            </a:extLst>
          </p:cNvPr>
          <p:cNvSpPr txBox="1"/>
          <p:nvPr/>
        </p:nvSpPr>
        <p:spPr>
          <a:xfrm>
            <a:off x="67274" y="3419378"/>
            <a:ext cx="1574470"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공동구매상품 상세 설명</a:t>
            </a:r>
            <a:endParaRPr lang="ko-KR" altLang="en-US" sz="900" dirty="0"/>
          </a:p>
        </p:txBody>
      </p:sp>
      <p:graphicFrame>
        <p:nvGraphicFramePr>
          <p:cNvPr id="23" name="표 22">
            <a:extLst>
              <a:ext uri="{FF2B5EF4-FFF2-40B4-BE49-F238E27FC236}">
                <a16:creationId xmlns:a16="http://schemas.microsoft.com/office/drawing/2014/main" id="{B7112AA7-2729-4CC2-A057-BDA64D81977F}"/>
              </a:ext>
            </a:extLst>
          </p:cNvPr>
          <p:cNvGraphicFramePr>
            <a:graphicFrameLocks noGrp="1"/>
          </p:cNvGraphicFramePr>
          <p:nvPr/>
        </p:nvGraphicFramePr>
        <p:xfrm>
          <a:off x="125631" y="3680416"/>
          <a:ext cx="9943899" cy="213360"/>
        </p:xfrm>
        <a:graphic>
          <a:graphicData uri="http://schemas.openxmlformats.org/drawingml/2006/table">
            <a:tbl>
              <a:tblPr firstRow="1" bandRow="1">
                <a:tableStyleId>{5C22544A-7EE6-4342-B048-85BDC9FD1C3A}</a:tableStyleId>
              </a:tblPr>
              <a:tblGrid>
                <a:gridCol w="1201724">
                  <a:extLst>
                    <a:ext uri="{9D8B030D-6E8A-4147-A177-3AD203B41FA5}">
                      <a16:colId xmlns:a16="http://schemas.microsoft.com/office/drawing/2014/main" val="20000"/>
                    </a:ext>
                  </a:extLst>
                </a:gridCol>
                <a:gridCol w="8742175">
                  <a:extLst>
                    <a:ext uri="{9D8B030D-6E8A-4147-A177-3AD203B41FA5}">
                      <a16:colId xmlns:a16="http://schemas.microsoft.com/office/drawing/2014/main" val="20001"/>
                    </a:ext>
                  </a:extLst>
                </a:gridCol>
              </a:tblGrid>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상세정보 등록타입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이미지로 등록    </a:t>
                      </a:r>
                      <a:r>
                        <a:rPr lang="en-US" altLang="ko-KR" sz="800" b="0" dirty="0">
                          <a:solidFill>
                            <a:schemeClr val="tx1"/>
                          </a:solidFill>
                        </a:rPr>
                        <a:t>○ </a:t>
                      </a:r>
                      <a:r>
                        <a:rPr lang="ko-KR" altLang="en-US" sz="800" b="0" dirty="0">
                          <a:solidFill>
                            <a:schemeClr val="tx1"/>
                          </a:solidFill>
                        </a:rPr>
                        <a:t>텍스트로 등록</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graphicFrame>
        <p:nvGraphicFramePr>
          <p:cNvPr id="24" name="표 23">
            <a:extLst>
              <a:ext uri="{FF2B5EF4-FFF2-40B4-BE49-F238E27FC236}">
                <a16:creationId xmlns:a16="http://schemas.microsoft.com/office/drawing/2014/main" id="{6C9BB480-1640-4C6F-8A05-5764C713B525}"/>
              </a:ext>
            </a:extLst>
          </p:cNvPr>
          <p:cNvGraphicFramePr>
            <a:graphicFrameLocks noGrp="1"/>
          </p:cNvGraphicFramePr>
          <p:nvPr/>
        </p:nvGraphicFramePr>
        <p:xfrm>
          <a:off x="143578" y="9208481"/>
          <a:ext cx="9913121" cy="213360"/>
        </p:xfrm>
        <a:graphic>
          <a:graphicData uri="http://schemas.openxmlformats.org/drawingml/2006/table">
            <a:tbl>
              <a:tblPr firstRow="1" bandRow="1">
                <a:tableStyleId>{5C22544A-7EE6-4342-B048-85BDC9FD1C3A}</a:tableStyleId>
              </a:tblPr>
              <a:tblGrid>
                <a:gridCol w="1178320">
                  <a:extLst>
                    <a:ext uri="{9D8B030D-6E8A-4147-A177-3AD203B41FA5}">
                      <a16:colId xmlns:a16="http://schemas.microsoft.com/office/drawing/2014/main" val="20000"/>
                    </a:ext>
                  </a:extLst>
                </a:gridCol>
                <a:gridCol w="8734801">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발주 담당자 설정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a:t>
                      </a:r>
                      <a:r>
                        <a:rPr lang="ko-KR" altLang="en-US" sz="800" b="0" i="0" u="none" strike="noStrike" dirty="0" err="1">
                          <a:solidFill>
                            <a:srgbClr val="000000"/>
                          </a:solidFill>
                          <a:effectLst/>
                          <a:latin typeface="+mn-lt"/>
                        </a:rPr>
                        <a:t>설정안함</a:t>
                      </a:r>
                      <a:r>
                        <a:rPr lang="ko-KR" altLang="en-US" sz="800" b="0" i="0" u="none" strike="noStrike" dirty="0">
                          <a:solidFill>
                            <a:srgbClr val="000000"/>
                          </a:solidFill>
                          <a:effectLst/>
                          <a:latin typeface="+mn-lt"/>
                        </a:rPr>
                        <a:t>   ○ 설정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sp>
        <p:nvSpPr>
          <p:cNvPr id="25" name="TextBox 24">
            <a:extLst>
              <a:ext uri="{FF2B5EF4-FFF2-40B4-BE49-F238E27FC236}">
                <a16:creationId xmlns:a16="http://schemas.microsoft.com/office/drawing/2014/main" id="{C4A636EB-8B44-4674-A2CC-B930AC46F5A2}"/>
              </a:ext>
            </a:extLst>
          </p:cNvPr>
          <p:cNvSpPr txBox="1"/>
          <p:nvPr/>
        </p:nvSpPr>
        <p:spPr>
          <a:xfrm>
            <a:off x="67274" y="8980966"/>
            <a:ext cx="1228221"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발주 담당자 정보</a:t>
            </a:r>
            <a:endParaRPr lang="ko-KR" altLang="en-US" sz="900" dirty="0"/>
          </a:p>
        </p:txBody>
      </p:sp>
      <p:sp>
        <p:nvSpPr>
          <p:cNvPr id="26" name="직사각형 25">
            <a:extLst>
              <a:ext uri="{FF2B5EF4-FFF2-40B4-BE49-F238E27FC236}">
                <a16:creationId xmlns:a16="http://schemas.microsoft.com/office/drawing/2014/main" id="{BFBE50C2-9B5E-4F4C-8FBA-9462EFE041E0}"/>
              </a:ext>
            </a:extLst>
          </p:cNvPr>
          <p:cNvSpPr/>
          <p:nvPr/>
        </p:nvSpPr>
        <p:spPr>
          <a:xfrm>
            <a:off x="4504328" y="9669596"/>
            <a:ext cx="721249" cy="192328"/>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등록</a:t>
            </a:r>
            <a:endParaRPr lang="en-US" altLang="ko-KR" sz="800" dirty="0">
              <a:solidFill>
                <a:schemeClr val="bg1"/>
              </a:solidFill>
            </a:endParaRPr>
          </a:p>
        </p:txBody>
      </p:sp>
      <p:sp>
        <p:nvSpPr>
          <p:cNvPr id="27" name="직사각형 26">
            <a:extLst>
              <a:ext uri="{FF2B5EF4-FFF2-40B4-BE49-F238E27FC236}">
                <a16:creationId xmlns:a16="http://schemas.microsoft.com/office/drawing/2014/main" id="{A5CFF3B8-997F-4FF2-B509-FCB330FC6286}"/>
              </a:ext>
            </a:extLst>
          </p:cNvPr>
          <p:cNvSpPr/>
          <p:nvPr/>
        </p:nvSpPr>
        <p:spPr>
          <a:xfrm>
            <a:off x="5374751" y="9663669"/>
            <a:ext cx="721249" cy="192328"/>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목록</a:t>
            </a:r>
            <a:endParaRPr lang="en-US" altLang="ko-KR" sz="800" dirty="0">
              <a:solidFill>
                <a:schemeClr val="bg1"/>
              </a:solidFill>
            </a:endParaRPr>
          </a:p>
        </p:txBody>
      </p:sp>
      <p:graphicFrame>
        <p:nvGraphicFramePr>
          <p:cNvPr id="28" name="표 27">
            <a:extLst>
              <a:ext uri="{FF2B5EF4-FFF2-40B4-BE49-F238E27FC236}">
                <a16:creationId xmlns:a16="http://schemas.microsoft.com/office/drawing/2014/main" id="{64627D56-EF63-45B9-B9A7-653A34C1AF1C}"/>
              </a:ext>
            </a:extLst>
          </p:cNvPr>
          <p:cNvGraphicFramePr>
            <a:graphicFrameLocks noGrp="1"/>
          </p:cNvGraphicFramePr>
          <p:nvPr/>
        </p:nvGraphicFramePr>
        <p:xfrm>
          <a:off x="125631" y="8364831"/>
          <a:ext cx="9943899" cy="21336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배송비 선택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29" name="직사각형 28">
            <a:extLst>
              <a:ext uri="{FF2B5EF4-FFF2-40B4-BE49-F238E27FC236}">
                <a16:creationId xmlns:a16="http://schemas.microsoft.com/office/drawing/2014/main" id="{57AB5E73-AD7D-4E6D-B53E-B1384FCA2C88}"/>
              </a:ext>
            </a:extLst>
          </p:cNvPr>
          <p:cNvSpPr/>
          <p:nvPr/>
        </p:nvSpPr>
        <p:spPr>
          <a:xfrm>
            <a:off x="1412543" y="8416224"/>
            <a:ext cx="1682050" cy="11779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무료배송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조건식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30" name="TextBox 29">
            <a:extLst>
              <a:ext uri="{FF2B5EF4-FFF2-40B4-BE49-F238E27FC236}">
                <a16:creationId xmlns:a16="http://schemas.microsoft.com/office/drawing/2014/main" id="{067C9517-8994-435C-BE60-F0BFA2F91C3B}"/>
              </a:ext>
            </a:extLst>
          </p:cNvPr>
          <p:cNvSpPr txBox="1"/>
          <p:nvPr/>
        </p:nvSpPr>
        <p:spPr>
          <a:xfrm>
            <a:off x="65663" y="8073055"/>
            <a:ext cx="95731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배송비 선택</a:t>
            </a:r>
            <a:endParaRPr lang="ko-KR" altLang="en-US" sz="900" dirty="0"/>
          </a:p>
        </p:txBody>
      </p:sp>
      <p:sp>
        <p:nvSpPr>
          <p:cNvPr id="32" name="TextBox 31">
            <a:extLst>
              <a:ext uri="{FF2B5EF4-FFF2-40B4-BE49-F238E27FC236}">
                <a16:creationId xmlns:a16="http://schemas.microsoft.com/office/drawing/2014/main" id="{A99EF944-E000-435C-8094-044F7E0C4658}"/>
              </a:ext>
            </a:extLst>
          </p:cNvPr>
          <p:cNvSpPr txBox="1"/>
          <p:nvPr/>
        </p:nvSpPr>
        <p:spPr>
          <a:xfrm>
            <a:off x="67274" y="4155784"/>
            <a:ext cx="1691489"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취소</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환불</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교환</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 안내 설정</a:t>
            </a:r>
            <a:endParaRPr lang="ko-KR" altLang="en-US" sz="900" dirty="0"/>
          </a:p>
        </p:txBody>
      </p:sp>
      <p:graphicFrame>
        <p:nvGraphicFramePr>
          <p:cNvPr id="33" name="표 32">
            <a:extLst>
              <a:ext uri="{FF2B5EF4-FFF2-40B4-BE49-F238E27FC236}">
                <a16:creationId xmlns:a16="http://schemas.microsoft.com/office/drawing/2014/main" id="{A4166E59-2C50-4BD7-9D19-82F778EC515C}"/>
              </a:ext>
            </a:extLst>
          </p:cNvPr>
          <p:cNvGraphicFramePr>
            <a:graphicFrameLocks noGrp="1"/>
          </p:cNvGraphicFramePr>
          <p:nvPr/>
        </p:nvGraphicFramePr>
        <p:xfrm>
          <a:off x="125631" y="4416822"/>
          <a:ext cx="9943899" cy="1767840"/>
        </p:xfrm>
        <a:graphic>
          <a:graphicData uri="http://schemas.openxmlformats.org/drawingml/2006/table">
            <a:tbl>
              <a:tblPr firstRow="1" bandRow="1">
                <a:tableStyleId>{5C22544A-7EE6-4342-B048-85BDC9FD1C3A}</a:tableStyleId>
              </a:tblPr>
              <a:tblGrid>
                <a:gridCol w="1201724">
                  <a:extLst>
                    <a:ext uri="{9D8B030D-6E8A-4147-A177-3AD203B41FA5}">
                      <a16:colId xmlns:a16="http://schemas.microsoft.com/office/drawing/2014/main" val="20000"/>
                    </a:ext>
                  </a:extLst>
                </a:gridCol>
                <a:gridCol w="8742175">
                  <a:extLst>
                    <a:ext uri="{9D8B030D-6E8A-4147-A177-3AD203B41FA5}">
                      <a16:colId xmlns:a16="http://schemas.microsoft.com/office/drawing/2014/main" val="20001"/>
                    </a:ext>
                  </a:extLst>
                </a:gridCol>
              </a:tblGrid>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설정 정보 선택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취소</a:t>
                      </a:r>
                      <a:r>
                        <a:rPr lang="en-US" altLang="ko-KR" sz="800" b="0" dirty="0">
                          <a:solidFill>
                            <a:schemeClr val="tx1"/>
                          </a:solidFill>
                        </a:rPr>
                        <a:t>/</a:t>
                      </a:r>
                      <a:r>
                        <a:rPr lang="ko-KR" altLang="en-US" sz="800" b="0" dirty="0">
                          <a:solidFill>
                            <a:schemeClr val="tx1"/>
                          </a:solidFill>
                        </a:rPr>
                        <a:t>환불</a:t>
                      </a:r>
                      <a:r>
                        <a:rPr lang="en-US" altLang="ko-KR" sz="800" b="0" dirty="0">
                          <a:solidFill>
                            <a:schemeClr val="tx1"/>
                          </a:solidFill>
                        </a:rPr>
                        <a:t>(</a:t>
                      </a:r>
                      <a:r>
                        <a:rPr lang="ko-KR" altLang="en-US" sz="800" b="0" dirty="0">
                          <a:solidFill>
                            <a:schemeClr val="tx1"/>
                          </a:solidFill>
                        </a:rPr>
                        <a:t>교환</a:t>
                      </a:r>
                      <a:r>
                        <a:rPr lang="en-US" altLang="ko-KR" sz="800" b="0" dirty="0">
                          <a:solidFill>
                            <a:schemeClr val="tx1"/>
                          </a:solidFill>
                        </a:rPr>
                        <a:t>)</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안내 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35177375"/>
                  </a:ext>
                </a:extLst>
              </a:tr>
            </a:tbl>
          </a:graphicData>
        </a:graphic>
      </p:graphicFrame>
      <p:sp>
        <p:nvSpPr>
          <p:cNvPr id="34" name="직사각형 33">
            <a:extLst>
              <a:ext uri="{FF2B5EF4-FFF2-40B4-BE49-F238E27FC236}">
                <a16:creationId xmlns:a16="http://schemas.microsoft.com/office/drawing/2014/main" id="{17972470-2F38-4ED5-8EFA-E7CBC130CBA6}"/>
              </a:ext>
            </a:extLst>
          </p:cNvPr>
          <p:cNvSpPr/>
          <p:nvPr/>
        </p:nvSpPr>
        <p:spPr>
          <a:xfrm>
            <a:off x="1402115" y="4448154"/>
            <a:ext cx="1682050" cy="15726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기본 정보                        ▼</a:t>
            </a:r>
            <a:endParaRPr lang="en-US" altLang="ko-KR" sz="800" dirty="0">
              <a:solidFill>
                <a:schemeClr val="tx1">
                  <a:lumMod val="50000"/>
                  <a:lumOff val="50000"/>
                </a:schemeClr>
              </a:solidFill>
            </a:endParaRPr>
          </a:p>
        </p:txBody>
      </p:sp>
      <p:grpSp>
        <p:nvGrpSpPr>
          <p:cNvPr id="35" name="그룹 34">
            <a:extLst>
              <a:ext uri="{FF2B5EF4-FFF2-40B4-BE49-F238E27FC236}">
                <a16:creationId xmlns:a16="http://schemas.microsoft.com/office/drawing/2014/main" id="{A727DDC4-670A-4C2E-98F2-70F0D7BF2A5D}"/>
              </a:ext>
            </a:extLst>
          </p:cNvPr>
          <p:cNvGrpSpPr/>
          <p:nvPr/>
        </p:nvGrpSpPr>
        <p:grpSpPr>
          <a:xfrm>
            <a:off x="1402115" y="4681594"/>
            <a:ext cx="4950461" cy="218296"/>
            <a:chOff x="1557338" y="3290888"/>
            <a:chExt cx="6264166" cy="276225"/>
          </a:xfrm>
        </p:grpSpPr>
        <p:pic>
          <p:nvPicPr>
            <p:cNvPr id="36" name="Picture 2">
              <a:extLst>
                <a:ext uri="{FF2B5EF4-FFF2-40B4-BE49-F238E27FC236}">
                  <a16:creationId xmlns:a16="http://schemas.microsoft.com/office/drawing/2014/main" id="{188FE28E-DCDC-4CAA-ACAD-06BE5B57645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57338" y="3290888"/>
              <a:ext cx="6029325" cy="2762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7" name="Picture 3">
              <a:extLst>
                <a:ext uri="{FF2B5EF4-FFF2-40B4-BE49-F238E27FC236}">
                  <a16:creationId xmlns:a16="http://schemas.microsoft.com/office/drawing/2014/main" id="{A9B172A2-737E-4653-8F3B-3A41F7DFC56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92904" y="3310319"/>
              <a:ext cx="228600" cy="2190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38" name="직사각형 37">
            <a:extLst>
              <a:ext uri="{FF2B5EF4-FFF2-40B4-BE49-F238E27FC236}">
                <a16:creationId xmlns:a16="http://schemas.microsoft.com/office/drawing/2014/main" id="{6EA8155B-2C33-4271-94E9-B727230964B8}"/>
              </a:ext>
            </a:extLst>
          </p:cNvPr>
          <p:cNvSpPr/>
          <p:nvPr/>
        </p:nvSpPr>
        <p:spPr>
          <a:xfrm>
            <a:off x="1402115" y="4681594"/>
            <a:ext cx="7465939" cy="1399268"/>
          </a:xfrm>
          <a:prstGeom prst="rect">
            <a:avLst/>
          </a:prstGeom>
          <a:no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39" name="표 38">
            <a:extLst>
              <a:ext uri="{FF2B5EF4-FFF2-40B4-BE49-F238E27FC236}">
                <a16:creationId xmlns:a16="http://schemas.microsoft.com/office/drawing/2014/main" id="{9E5F77A2-21CB-4397-B878-976E5663C9D5}"/>
              </a:ext>
            </a:extLst>
          </p:cNvPr>
          <p:cNvGraphicFramePr>
            <a:graphicFrameLocks noGrp="1"/>
          </p:cNvGraphicFramePr>
          <p:nvPr>
            <p:extLst>
              <p:ext uri="{D42A27DB-BD31-4B8C-83A1-F6EECF244321}">
                <p14:modId xmlns:p14="http://schemas.microsoft.com/office/powerpoint/2010/main" val="2714125543"/>
              </p:ext>
            </p:extLst>
          </p:nvPr>
        </p:nvGraphicFramePr>
        <p:xfrm>
          <a:off x="10171774" y="22159"/>
          <a:ext cx="1979018" cy="2515632"/>
        </p:xfrm>
        <a:graphic>
          <a:graphicData uri="http://schemas.openxmlformats.org/drawingml/2006/table">
            <a:tbl>
              <a:tblPr firstRow="1" bandRow="1">
                <a:tableStyleId>{5940675A-B579-460E-94D1-54222C63F5DA}</a:tableStyleId>
              </a:tblPr>
              <a:tblGrid>
                <a:gridCol w="543574">
                  <a:extLst>
                    <a:ext uri="{9D8B030D-6E8A-4147-A177-3AD203B41FA5}">
                      <a16:colId xmlns:a16="http://schemas.microsoft.com/office/drawing/2014/main" val="2768186151"/>
                    </a:ext>
                  </a:extLst>
                </a:gridCol>
                <a:gridCol w="281515">
                  <a:extLst>
                    <a:ext uri="{9D8B030D-6E8A-4147-A177-3AD203B41FA5}">
                      <a16:colId xmlns:a16="http://schemas.microsoft.com/office/drawing/2014/main" val="2121788362"/>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RF-02-06-02-3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공동구매관리 </a:t>
                      </a:r>
                      <a:r>
                        <a:rPr lang="en-US" altLang="ko-KR" sz="800" dirty="0"/>
                        <a:t>&gt; </a:t>
                      </a:r>
                      <a:r>
                        <a:rPr lang="ko-KR" altLang="en-US" sz="800" dirty="0"/>
                        <a:t>공동구매상품 등록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공동구매상품 등록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취소</a:t>
                      </a:r>
                      <a:r>
                        <a:rPr lang="en-US" altLang="ko-KR" sz="800" dirty="0"/>
                        <a:t>/</a:t>
                      </a:r>
                      <a:r>
                        <a:rPr lang="ko-KR" altLang="en-US" sz="800" dirty="0"/>
                        <a:t>환불</a:t>
                      </a:r>
                      <a:r>
                        <a:rPr lang="en-US" altLang="ko-KR" sz="800" dirty="0"/>
                        <a:t>(</a:t>
                      </a:r>
                      <a:r>
                        <a:rPr lang="ko-KR" altLang="en-US" sz="800" dirty="0"/>
                        <a:t>교환</a:t>
                      </a:r>
                      <a:r>
                        <a:rPr lang="en-US" altLang="ko-KR" sz="800" dirty="0"/>
                        <a:t>) </a:t>
                      </a:r>
                      <a:r>
                        <a:rPr lang="ko-KR" altLang="en-US" sz="800" dirty="0"/>
                        <a:t>안내 설정의 표시</a:t>
                      </a:r>
                      <a:endParaRPr lang="en-US" altLang="ko-KR" sz="800" dirty="0"/>
                    </a:p>
                    <a:p>
                      <a:pPr algn="l" latinLnBrk="1"/>
                      <a:r>
                        <a:rPr lang="ko-KR" altLang="en-US" sz="800" dirty="0"/>
                        <a:t>설정정보선택은 채널환경에서 설정한 정보가 출력 된다</a:t>
                      </a:r>
                      <a:r>
                        <a:rPr lang="en-US" altLang="ko-KR" sz="800" dirty="0"/>
                        <a:t>.</a:t>
                      </a:r>
                      <a:endParaRPr lang="ko-KR" altLang="en-US" sz="800" dirty="0"/>
                    </a:p>
                  </a:txBody>
                  <a:tcPr anchor="ctr">
                    <a:solidFill>
                      <a:schemeClr val="bg1"/>
                    </a:solidFill>
                  </a:tcPr>
                </a:tc>
                <a:tc hMerge="1">
                  <a:txBody>
                    <a:bodyPr/>
                    <a:lstStyle/>
                    <a:p>
                      <a:pPr latinLnBrk="1"/>
                      <a:endParaRPr lang="ko-KR" altLang="en-US"/>
                    </a:p>
                  </a:txBody>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취소</a:t>
                      </a:r>
                      <a:r>
                        <a:rPr lang="en-US" altLang="ko-KR" sz="800" b="0" dirty="0">
                          <a:solidFill>
                            <a:schemeClr val="tx1"/>
                          </a:solidFill>
                        </a:rPr>
                        <a:t>/</a:t>
                      </a:r>
                      <a:r>
                        <a:rPr lang="ko-KR" altLang="en-US" sz="800" b="0" dirty="0">
                          <a:solidFill>
                            <a:schemeClr val="tx1"/>
                          </a:solidFill>
                        </a:rPr>
                        <a:t>환불 안내 관리에서 등록한 내용이 표시된다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기본정보는 </a:t>
                      </a:r>
                      <a:r>
                        <a:rPr lang="en-US" altLang="ko-KR" sz="800" b="0" dirty="0">
                          <a:solidFill>
                            <a:schemeClr val="tx1"/>
                          </a:solidFill>
                        </a:rPr>
                        <a:t>Me9 </a:t>
                      </a:r>
                      <a:r>
                        <a:rPr lang="ko-KR" altLang="en-US" sz="800" b="0" dirty="0">
                          <a:solidFill>
                            <a:schemeClr val="tx1"/>
                          </a:solidFill>
                        </a:rPr>
                        <a:t>총관리자에서 등록한 기본 정보가 표시된다</a:t>
                      </a:r>
                      <a:r>
                        <a:rPr lang="en-US" altLang="ko-KR" sz="800" b="0" dirty="0">
                          <a:solidFill>
                            <a:schemeClr val="tx1"/>
                          </a:solidFill>
                        </a:rPr>
                        <a:t>.</a:t>
                      </a:r>
                    </a:p>
                  </a:txBody>
                  <a:tcPr anchor="ct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tc>
                <a:extLst>
                  <a:ext uri="{0D108BD9-81ED-4DB2-BD59-A6C34878D82A}">
                    <a16:rowId xmlns:a16="http://schemas.microsoft.com/office/drawing/2014/main" val="625060918"/>
                  </a:ext>
                </a:extLst>
              </a:tr>
            </a:tbl>
          </a:graphicData>
        </a:graphic>
      </p:graphicFrame>
      <p:sp>
        <p:nvSpPr>
          <p:cNvPr id="40" name="TextBox 39">
            <a:extLst>
              <a:ext uri="{FF2B5EF4-FFF2-40B4-BE49-F238E27FC236}">
                <a16:creationId xmlns:a16="http://schemas.microsoft.com/office/drawing/2014/main" id="{281ACFAA-6042-4F0B-A3F7-EC219B04D7F4}"/>
              </a:ext>
            </a:extLst>
          </p:cNvPr>
          <p:cNvSpPr txBox="1"/>
          <p:nvPr/>
        </p:nvSpPr>
        <p:spPr>
          <a:xfrm>
            <a:off x="65663" y="1690806"/>
            <a:ext cx="1343638"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 판매 정보</a:t>
            </a:r>
            <a:endParaRPr lang="ko-KR" altLang="en-US" sz="900" dirty="0"/>
          </a:p>
        </p:txBody>
      </p:sp>
      <p:graphicFrame>
        <p:nvGraphicFramePr>
          <p:cNvPr id="41" name="표 40">
            <a:extLst>
              <a:ext uri="{FF2B5EF4-FFF2-40B4-BE49-F238E27FC236}">
                <a16:creationId xmlns:a16="http://schemas.microsoft.com/office/drawing/2014/main" id="{9AA923D2-C687-4261-8D39-F501966C69DD}"/>
              </a:ext>
            </a:extLst>
          </p:cNvPr>
          <p:cNvGraphicFramePr>
            <a:graphicFrameLocks noGrp="1"/>
          </p:cNvGraphicFramePr>
          <p:nvPr>
            <p:extLst>
              <p:ext uri="{D42A27DB-BD31-4B8C-83A1-F6EECF244321}">
                <p14:modId xmlns:p14="http://schemas.microsoft.com/office/powerpoint/2010/main" val="1379879603"/>
              </p:ext>
            </p:extLst>
          </p:nvPr>
        </p:nvGraphicFramePr>
        <p:xfrm>
          <a:off x="125631" y="1952768"/>
          <a:ext cx="9943899" cy="64008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8738874">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공동구매상품</a:t>
                      </a:r>
                      <a:r>
                        <a:rPr lang="ko-KR" altLang="en-US" sz="800" b="0" baseline="0" dirty="0">
                          <a:solidFill>
                            <a:schemeClr val="tx1"/>
                          </a:solidFill>
                        </a:rPr>
                        <a:t> </a:t>
                      </a:r>
                      <a:r>
                        <a:rPr lang="ko-KR" altLang="en-US" sz="800" b="0" baseline="0" dirty="0" err="1">
                          <a:solidFill>
                            <a:schemeClr val="tx1"/>
                          </a:solidFill>
                        </a:rPr>
                        <a:t>판매명</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판매기간 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기간 설정     </a:t>
                      </a:r>
                      <a:r>
                        <a:rPr lang="en-US" altLang="ko-KR" sz="800" b="0" dirty="0">
                          <a:solidFill>
                            <a:schemeClr val="tx1"/>
                          </a:solidFill>
                        </a:rPr>
                        <a:t>● </a:t>
                      </a:r>
                      <a:r>
                        <a:rPr lang="ko-KR" altLang="en-US" sz="800" b="0" dirty="0">
                          <a:solidFill>
                            <a:schemeClr val="tx1"/>
                          </a:solidFill>
                        </a:rPr>
                        <a:t>기간 설정 없음</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latinLnBrk="1"/>
                      <a:r>
                        <a:rPr lang="ko-KR" altLang="en-US" sz="800" b="0" dirty="0">
                          <a:solidFill>
                            <a:schemeClr val="tx1"/>
                          </a:solidFill>
                        </a:rPr>
                        <a:t>판매 기간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a:t>
                      </a:r>
                      <a:r>
                        <a:rPr lang="en-US" altLang="ko-KR" sz="800" b="0" i="0" u="none" strike="noStrike" baseline="0" dirty="0">
                          <a:solidFill>
                            <a:srgbClr val="000000"/>
                          </a:solidFill>
                          <a:effectLst/>
                          <a:latin typeface="+mn-lt"/>
                        </a:rPr>
                        <a:t> </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42" name="직사각형 41">
            <a:extLst>
              <a:ext uri="{FF2B5EF4-FFF2-40B4-BE49-F238E27FC236}">
                <a16:creationId xmlns:a16="http://schemas.microsoft.com/office/drawing/2014/main" id="{1CBBEC54-344A-47D3-B188-0C43349D2DDC}"/>
              </a:ext>
            </a:extLst>
          </p:cNvPr>
          <p:cNvSpPr/>
          <p:nvPr/>
        </p:nvSpPr>
        <p:spPr>
          <a:xfrm>
            <a:off x="1398625" y="2439171"/>
            <a:ext cx="749772" cy="105075"/>
          </a:xfrm>
          <a:prstGeom prst="rect">
            <a:avLst/>
          </a:prstGeom>
          <a:solidFill>
            <a:schemeClr val="bg1">
              <a:lumMod val="95000"/>
            </a:schemeClr>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4" name="직사각형 43">
            <a:extLst>
              <a:ext uri="{FF2B5EF4-FFF2-40B4-BE49-F238E27FC236}">
                <a16:creationId xmlns:a16="http://schemas.microsoft.com/office/drawing/2014/main" id="{1CBBEC54-344A-47D3-B188-0C43349D2DDC}"/>
              </a:ext>
            </a:extLst>
          </p:cNvPr>
          <p:cNvSpPr/>
          <p:nvPr/>
        </p:nvSpPr>
        <p:spPr>
          <a:xfrm>
            <a:off x="2381078" y="2443204"/>
            <a:ext cx="749772" cy="105075"/>
          </a:xfrm>
          <a:prstGeom prst="rect">
            <a:avLst/>
          </a:prstGeom>
          <a:solidFill>
            <a:schemeClr val="bg1">
              <a:lumMod val="95000"/>
            </a:schemeClr>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5" name="직사각형 44">
            <a:extLst>
              <a:ext uri="{FF2B5EF4-FFF2-40B4-BE49-F238E27FC236}">
                <a16:creationId xmlns:a16="http://schemas.microsoft.com/office/drawing/2014/main" id="{1CBBEC54-344A-47D3-B188-0C43349D2DDC}"/>
              </a:ext>
            </a:extLst>
          </p:cNvPr>
          <p:cNvSpPr/>
          <p:nvPr/>
        </p:nvSpPr>
        <p:spPr>
          <a:xfrm>
            <a:off x="1918248" y="6841676"/>
            <a:ext cx="1296687" cy="146092"/>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6" name="직사각형 45">
            <a:extLst>
              <a:ext uri="{FF2B5EF4-FFF2-40B4-BE49-F238E27FC236}">
                <a16:creationId xmlns:a16="http://schemas.microsoft.com/office/drawing/2014/main" id="{1CBBEC54-344A-47D3-B188-0C43349D2DDC}"/>
              </a:ext>
            </a:extLst>
          </p:cNvPr>
          <p:cNvSpPr/>
          <p:nvPr/>
        </p:nvSpPr>
        <p:spPr>
          <a:xfrm>
            <a:off x="3870143" y="6840693"/>
            <a:ext cx="1296687" cy="146092"/>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7" name="직사각형 46">
            <a:extLst>
              <a:ext uri="{FF2B5EF4-FFF2-40B4-BE49-F238E27FC236}">
                <a16:creationId xmlns:a16="http://schemas.microsoft.com/office/drawing/2014/main" id="{73FE292D-6445-4149-8025-7BB66E256F86}"/>
              </a:ext>
            </a:extLst>
          </p:cNvPr>
          <p:cNvSpPr/>
          <p:nvPr/>
        </p:nvSpPr>
        <p:spPr>
          <a:xfrm>
            <a:off x="5374750" y="6840693"/>
            <a:ext cx="721249" cy="154747"/>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추가하기</a:t>
            </a:r>
            <a:endParaRPr lang="en-US" altLang="ko-KR" sz="800" dirty="0">
              <a:solidFill>
                <a:schemeClr val="bg1"/>
              </a:solidFill>
            </a:endParaRPr>
          </a:p>
        </p:txBody>
      </p:sp>
      <p:sp>
        <p:nvSpPr>
          <p:cNvPr id="48" name="직사각형 47">
            <a:extLst>
              <a:ext uri="{FF2B5EF4-FFF2-40B4-BE49-F238E27FC236}">
                <a16:creationId xmlns:a16="http://schemas.microsoft.com/office/drawing/2014/main" id="{73FE292D-6445-4149-8025-7BB66E256F86}"/>
              </a:ext>
            </a:extLst>
          </p:cNvPr>
          <p:cNvSpPr/>
          <p:nvPr/>
        </p:nvSpPr>
        <p:spPr>
          <a:xfrm>
            <a:off x="5372731" y="7059442"/>
            <a:ext cx="721249" cy="155098"/>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삭제</a:t>
            </a:r>
            <a:endParaRPr lang="en-US" altLang="ko-KR" sz="800" dirty="0">
              <a:solidFill>
                <a:schemeClr val="bg1"/>
              </a:solidFill>
            </a:endParaRPr>
          </a:p>
        </p:txBody>
      </p:sp>
      <p:sp>
        <p:nvSpPr>
          <p:cNvPr id="49" name="직사각형 48">
            <a:extLst>
              <a:ext uri="{FF2B5EF4-FFF2-40B4-BE49-F238E27FC236}">
                <a16:creationId xmlns:a16="http://schemas.microsoft.com/office/drawing/2014/main" id="{73FE292D-6445-4149-8025-7BB66E256F86}"/>
              </a:ext>
            </a:extLst>
          </p:cNvPr>
          <p:cNvSpPr/>
          <p:nvPr/>
        </p:nvSpPr>
        <p:spPr>
          <a:xfrm>
            <a:off x="5372730" y="7275349"/>
            <a:ext cx="721249" cy="155098"/>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삭제</a:t>
            </a:r>
            <a:endParaRPr lang="en-US" altLang="ko-KR" sz="800" dirty="0">
              <a:solidFill>
                <a:schemeClr val="bg1"/>
              </a:solidFill>
            </a:endParaRPr>
          </a:p>
        </p:txBody>
      </p:sp>
      <p:sp>
        <p:nvSpPr>
          <p:cNvPr id="50" name="직사각형 49">
            <a:extLst>
              <a:ext uri="{FF2B5EF4-FFF2-40B4-BE49-F238E27FC236}">
                <a16:creationId xmlns:a16="http://schemas.microsoft.com/office/drawing/2014/main" id="{AEEE68FC-D15C-4D24-B470-2BAF5FFE0EE5}"/>
              </a:ext>
            </a:extLst>
          </p:cNvPr>
          <p:cNvSpPr/>
          <p:nvPr/>
        </p:nvSpPr>
        <p:spPr>
          <a:xfrm>
            <a:off x="1397183" y="4628537"/>
            <a:ext cx="1672389" cy="90236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nSpc>
                <a:spcPct val="150000"/>
              </a:lnSpc>
            </a:pPr>
            <a:r>
              <a:rPr lang="ko-KR" altLang="en-US" sz="900" dirty="0">
                <a:solidFill>
                  <a:schemeClr val="tx1"/>
                </a:solidFill>
              </a:rPr>
              <a:t>기본 정보</a:t>
            </a:r>
            <a:endParaRPr lang="en-US" altLang="ko-KR" sz="900" dirty="0">
              <a:solidFill>
                <a:schemeClr val="tx1"/>
              </a:solidFill>
            </a:endParaRPr>
          </a:p>
          <a:p>
            <a:pPr>
              <a:lnSpc>
                <a:spcPct val="150000"/>
              </a:lnSpc>
            </a:pPr>
            <a:r>
              <a:rPr lang="ko-KR" altLang="en-US" sz="900" dirty="0">
                <a:solidFill>
                  <a:schemeClr val="tx1"/>
                </a:solidFill>
              </a:rPr>
              <a:t>취소</a:t>
            </a:r>
            <a:r>
              <a:rPr lang="en-US" altLang="ko-KR" sz="900" dirty="0">
                <a:solidFill>
                  <a:schemeClr val="tx1"/>
                </a:solidFill>
              </a:rPr>
              <a:t>/</a:t>
            </a:r>
            <a:r>
              <a:rPr lang="ko-KR" altLang="en-US" sz="900" dirty="0">
                <a:solidFill>
                  <a:schemeClr val="tx1"/>
                </a:solidFill>
              </a:rPr>
              <a:t>환불 정보</a:t>
            </a:r>
            <a:endParaRPr lang="en-US" altLang="ko-KR" sz="900" dirty="0">
              <a:solidFill>
                <a:schemeClr val="tx1"/>
              </a:solidFill>
            </a:endParaRPr>
          </a:p>
          <a:p>
            <a:pPr>
              <a:lnSpc>
                <a:spcPct val="150000"/>
              </a:lnSpc>
            </a:pPr>
            <a:r>
              <a:rPr lang="ko-KR" altLang="en-US" sz="900" dirty="0">
                <a:solidFill>
                  <a:schemeClr val="tx1"/>
                </a:solidFill>
              </a:rPr>
              <a:t>쇼핑몰 취소 정보</a:t>
            </a:r>
          </a:p>
        </p:txBody>
      </p:sp>
      <p:sp>
        <p:nvSpPr>
          <p:cNvPr id="51" name="직사각형 50">
            <a:extLst>
              <a:ext uri="{FF2B5EF4-FFF2-40B4-BE49-F238E27FC236}">
                <a16:creationId xmlns:a16="http://schemas.microsoft.com/office/drawing/2014/main" id="{635726F2-4D48-4692-B294-D14FD0D43A39}"/>
              </a:ext>
            </a:extLst>
          </p:cNvPr>
          <p:cNvSpPr/>
          <p:nvPr/>
        </p:nvSpPr>
        <p:spPr>
          <a:xfrm>
            <a:off x="1361087" y="4399935"/>
            <a:ext cx="1768642" cy="1215189"/>
          </a:xfrm>
          <a:prstGeom prst="rect">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2" name="TextBox 51">
            <a:extLst>
              <a:ext uri="{FF2B5EF4-FFF2-40B4-BE49-F238E27FC236}">
                <a16:creationId xmlns:a16="http://schemas.microsoft.com/office/drawing/2014/main" id="{A8AE54C7-2E56-4CCA-BDE4-F58376E3FDA5}"/>
              </a:ext>
            </a:extLst>
          </p:cNvPr>
          <p:cNvSpPr txBox="1"/>
          <p:nvPr/>
        </p:nvSpPr>
        <p:spPr>
          <a:xfrm>
            <a:off x="1235091" y="4296551"/>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53" name="직사각형 52">
            <a:extLst>
              <a:ext uri="{FF2B5EF4-FFF2-40B4-BE49-F238E27FC236}">
                <a16:creationId xmlns:a16="http://schemas.microsoft.com/office/drawing/2014/main" id="{1CBBEC54-344A-47D3-B188-0C43349D2DDC}"/>
              </a:ext>
            </a:extLst>
          </p:cNvPr>
          <p:cNvSpPr/>
          <p:nvPr/>
        </p:nvSpPr>
        <p:spPr>
          <a:xfrm>
            <a:off x="1375442" y="1986130"/>
            <a:ext cx="8573776" cy="156163"/>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graphicFrame>
        <p:nvGraphicFramePr>
          <p:cNvPr id="54" name="표 53">
            <a:extLst>
              <a:ext uri="{FF2B5EF4-FFF2-40B4-BE49-F238E27FC236}">
                <a16:creationId xmlns:a16="http://schemas.microsoft.com/office/drawing/2014/main" id="{BBB8747D-CB17-41DD-85A3-FBE40CDFEC59}"/>
              </a:ext>
            </a:extLst>
          </p:cNvPr>
          <p:cNvGraphicFramePr>
            <a:graphicFrameLocks noGrp="1"/>
          </p:cNvGraphicFramePr>
          <p:nvPr>
            <p:extLst>
              <p:ext uri="{D42A27DB-BD31-4B8C-83A1-F6EECF244321}">
                <p14:modId xmlns:p14="http://schemas.microsoft.com/office/powerpoint/2010/main" val="3488506509"/>
              </p:ext>
            </p:extLst>
          </p:nvPr>
        </p:nvGraphicFramePr>
        <p:xfrm>
          <a:off x="125632" y="728842"/>
          <a:ext cx="9943899" cy="85344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3780430">
                  <a:extLst>
                    <a:ext uri="{9D8B030D-6E8A-4147-A177-3AD203B41FA5}">
                      <a16:colId xmlns:a16="http://schemas.microsoft.com/office/drawing/2014/main" val="20001"/>
                    </a:ext>
                  </a:extLst>
                </a:gridCol>
                <a:gridCol w="1295703">
                  <a:extLst>
                    <a:ext uri="{9D8B030D-6E8A-4147-A177-3AD203B41FA5}">
                      <a16:colId xmlns:a16="http://schemas.microsoft.com/office/drawing/2014/main" val="4010982125"/>
                    </a:ext>
                  </a:extLst>
                </a:gridCol>
                <a:gridCol w="3662741">
                  <a:extLst>
                    <a:ext uri="{9D8B030D-6E8A-4147-A177-3AD203B41FA5}">
                      <a16:colId xmlns:a16="http://schemas.microsoft.com/office/drawing/2014/main" val="2646234070"/>
                    </a:ext>
                  </a:extLst>
                </a:gridCol>
              </a:tblGrid>
              <a:tr h="0">
                <a:tc>
                  <a:txBody>
                    <a:bodyPr/>
                    <a:lstStyle/>
                    <a:p>
                      <a:pPr latinLnBrk="1"/>
                      <a:r>
                        <a:rPr lang="ko-KR" altLang="en-US" sz="800" b="0" dirty="0">
                          <a:solidFill>
                            <a:schemeClr val="tx1"/>
                          </a:solidFill>
                        </a:rPr>
                        <a:t>공동구매상품 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Me9-2024-099833</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상품상태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대기  </a:t>
                      </a:r>
                      <a:r>
                        <a:rPr lang="en-US" altLang="ko-KR" sz="800" b="0" dirty="0">
                          <a:solidFill>
                            <a:schemeClr val="tx1"/>
                          </a:solidFill>
                        </a:rPr>
                        <a:t>○</a:t>
                      </a:r>
                      <a:r>
                        <a:rPr lang="ko-KR" altLang="en-US" sz="800" b="0" i="0" u="none" strike="noStrike" dirty="0">
                          <a:solidFill>
                            <a:srgbClr val="000000"/>
                          </a:solidFill>
                          <a:effectLst/>
                          <a:latin typeface="+mn-lt"/>
                        </a:rPr>
                        <a:t> 진행중 </a:t>
                      </a:r>
                      <a:r>
                        <a:rPr lang="ko-KR" altLang="en-US" sz="800" b="0" i="0" u="none" strike="noStrike" baseline="0" dirty="0">
                          <a:solidFill>
                            <a:srgbClr val="000000"/>
                          </a:solidFill>
                          <a:effectLst/>
                          <a:latin typeface="+mn-lt"/>
                        </a:rPr>
                        <a:t> </a:t>
                      </a:r>
                      <a:r>
                        <a:rPr lang="en-US" altLang="ko-KR" sz="800" b="0" dirty="0">
                          <a:solidFill>
                            <a:schemeClr val="tx1"/>
                          </a:solidFill>
                        </a:rPr>
                        <a:t>○</a:t>
                      </a:r>
                      <a:r>
                        <a:rPr lang="ko-KR" altLang="en-US" sz="800" b="0" i="0" u="none" strike="noStrike" dirty="0">
                          <a:solidFill>
                            <a:srgbClr val="000000"/>
                          </a:solidFill>
                          <a:effectLst/>
                          <a:latin typeface="+mn-lt"/>
                        </a:rPr>
                        <a:t> 마감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공동구매상품 분류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latinLnBrk="1"/>
                      <a:r>
                        <a:rPr lang="ko-KR" altLang="en-US" sz="800" b="0" dirty="0">
                          <a:solidFill>
                            <a:schemeClr val="tx1"/>
                          </a:solidFill>
                        </a:rPr>
                        <a:t>공동구매상품명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latinLnBrk="1"/>
                      <a:r>
                        <a:rPr lang="ko-KR" altLang="en-US" sz="800" b="0" dirty="0">
                          <a:solidFill>
                            <a:schemeClr val="tx1"/>
                          </a:solidFill>
                        </a:rPr>
                        <a:t>상품가격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기본금액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a:t>
                      </a:r>
                      <a:r>
                        <a:rPr lang="ko-KR" altLang="en-US" sz="800" b="0" i="0" u="none" strike="noStrike" dirty="0">
                          <a:solidFill>
                            <a:srgbClr val="000000"/>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021316242"/>
                  </a:ext>
                </a:extLst>
              </a:tr>
            </a:tbl>
          </a:graphicData>
        </a:graphic>
      </p:graphicFrame>
      <p:grpSp>
        <p:nvGrpSpPr>
          <p:cNvPr id="55" name="그룹 54">
            <a:extLst>
              <a:ext uri="{FF2B5EF4-FFF2-40B4-BE49-F238E27FC236}">
                <a16:creationId xmlns:a16="http://schemas.microsoft.com/office/drawing/2014/main" id="{9DAAABC9-2F0E-4878-B9A8-019BB4B761CB}"/>
              </a:ext>
            </a:extLst>
          </p:cNvPr>
          <p:cNvGrpSpPr/>
          <p:nvPr/>
        </p:nvGrpSpPr>
        <p:grpSpPr>
          <a:xfrm>
            <a:off x="1414155" y="977395"/>
            <a:ext cx="3372978" cy="142974"/>
            <a:chOff x="889678" y="2192622"/>
            <a:chExt cx="2522315" cy="192328"/>
          </a:xfrm>
        </p:grpSpPr>
        <p:sp>
          <p:nvSpPr>
            <p:cNvPr id="56" name="직사각형 55">
              <a:extLst>
                <a:ext uri="{FF2B5EF4-FFF2-40B4-BE49-F238E27FC236}">
                  <a16:creationId xmlns:a16="http://schemas.microsoft.com/office/drawing/2014/main" id="{E5646149-EFF4-4A88-BF63-EAE986200708}"/>
                </a:ext>
              </a:extLst>
            </p:cNvPr>
            <p:cNvSpPr/>
            <p:nvPr/>
          </p:nvSpPr>
          <p:spPr>
            <a:xfrm>
              <a:off x="889678"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57" name="직사각형 56">
              <a:extLst>
                <a:ext uri="{FF2B5EF4-FFF2-40B4-BE49-F238E27FC236}">
                  <a16:creationId xmlns:a16="http://schemas.microsoft.com/office/drawing/2014/main" id="{08AB1724-1757-4D8F-A41C-D7CA4D76430F}"/>
                </a:ext>
              </a:extLst>
            </p:cNvPr>
            <p:cNvSpPr/>
            <p:nvPr/>
          </p:nvSpPr>
          <p:spPr>
            <a:xfrm>
              <a:off x="1751471"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sp>
          <p:nvSpPr>
            <p:cNvPr id="58" name="직사각형 57">
              <a:extLst>
                <a:ext uri="{FF2B5EF4-FFF2-40B4-BE49-F238E27FC236}">
                  <a16:creationId xmlns:a16="http://schemas.microsoft.com/office/drawing/2014/main" id="{19B0A06F-CC46-4BE1-9756-92AB3FCD51F6}"/>
                </a:ext>
              </a:extLst>
            </p:cNvPr>
            <p:cNvSpPr/>
            <p:nvPr/>
          </p:nvSpPr>
          <p:spPr>
            <a:xfrm>
              <a:off x="2619904"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소분류 ▼</a:t>
              </a:r>
              <a:endParaRPr lang="en-US" altLang="ko-KR" sz="800" dirty="0">
                <a:solidFill>
                  <a:schemeClr val="tx1">
                    <a:lumMod val="50000"/>
                    <a:lumOff val="50000"/>
                  </a:schemeClr>
                </a:solidFill>
              </a:endParaRPr>
            </a:p>
          </p:txBody>
        </p:sp>
      </p:grpSp>
      <p:sp>
        <p:nvSpPr>
          <p:cNvPr id="59" name="직사각형 58">
            <a:extLst>
              <a:ext uri="{FF2B5EF4-FFF2-40B4-BE49-F238E27FC236}">
                <a16:creationId xmlns:a16="http://schemas.microsoft.com/office/drawing/2014/main" id="{23E52187-E105-47E9-91B4-73B92BD76F5C}"/>
              </a:ext>
            </a:extLst>
          </p:cNvPr>
          <p:cNvSpPr/>
          <p:nvPr/>
        </p:nvSpPr>
        <p:spPr>
          <a:xfrm>
            <a:off x="1414155" y="1177620"/>
            <a:ext cx="8535063"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60" name="직사각형 59">
            <a:extLst>
              <a:ext uri="{FF2B5EF4-FFF2-40B4-BE49-F238E27FC236}">
                <a16:creationId xmlns:a16="http://schemas.microsoft.com/office/drawing/2014/main" id="{B588D26F-8E3C-4F11-9BF5-523B21F56CE6}"/>
              </a:ext>
            </a:extLst>
          </p:cNvPr>
          <p:cNvSpPr/>
          <p:nvPr/>
        </p:nvSpPr>
        <p:spPr>
          <a:xfrm>
            <a:off x="1409301" y="1383512"/>
            <a:ext cx="1587689"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1,000</a:t>
            </a:r>
          </a:p>
        </p:txBody>
      </p:sp>
    </p:spTree>
    <p:extLst>
      <p:ext uri="{BB962C8B-B14F-4D97-AF65-F5344CB8AC3E}">
        <p14:creationId xmlns:p14="http://schemas.microsoft.com/office/powerpoint/2010/main" val="2747213430"/>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17B64B9A-94B0-4C0D-B97D-9E481712FCA0}"/>
              </a:ext>
            </a:extLst>
          </p:cNvPr>
          <p:cNvGraphicFramePr>
            <a:graphicFrameLocks noGrp="1"/>
          </p:cNvGraphicFramePr>
          <p:nvPr/>
        </p:nvGraphicFramePr>
        <p:xfrm>
          <a:off x="125632" y="3007609"/>
          <a:ext cx="9943899" cy="21336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목록 이미지 </a:t>
                      </a:r>
                      <a:r>
                        <a:rPr lang="en-US" altLang="ko-KR" sz="800" b="0" dirty="0">
                          <a:solidFill>
                            <a:schemeClr val="tx1"/>
                          </a:solidFill>
                        </a:rPr>
                        <a:t>( Max 5 )</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grpSp>
        <p:nvGrpSpPr>
          <p:cNvPr id="4" name="그룹 3">
            <a:extLst>
              <a:ext uri="{FF2B5EF4-FFF2-40B4-BE49-F238E27FC236}">
                <a16:creationId xmlns:a16="http://schemas.microsoft.com/office/drawing/2014/main" id="{63E5762D-07FF-4E8D-B7BD-870440CAF62C}"/>
              </a:ext>
            </a:extLst>
          </p:cNvPr>
          <p:cNvGrpSpPr/>
          <p:nvPr/>
        </p:nvGrpSpPr>
        <p:grpSpPr>
          <a:xfrm>
            <a:off x="1419829" y="3058808"/>
            <a:ext cx="2089400" cy="120097"/>
            <a:chOff x="5148065" y="1124744"/>
            <a:chExt cx="2089400" cy="192328"/>
          </a:xfrm>
        </p:grpSpPr>
        <p:sp>
          <p:nvSpPr>
            <p:cNvPr id="5" name="직사각형 4">
              <a:extLst>
                <a:ext uri="{FF2B5EF4-FFF2-40B4-BE49-F238E27FC236}">
                  <a16:creationId xmlns:a16="http://schemas.microsoft.com/office/drawing/2014/main" id="{1CBBEC54-344A-47D3-B188-0C43349D2DDC}"/>
                </a:ext>
              </a:extLst>
            </p:cNvPr>
            <p:cNvSpPr/>
            <p:nvPr/>
          </p:nvSpPr>
          <p:spPr>
            <a:xfrm>
              <a:off x="5148065" y="1124744"/>
              <a:ext cx="1368151"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6" name="직사각형 5">
              <a:extLst>
                <a:ext uri="{FF2B5EF4-FFF2-40B4-BE49-F238E27FC236}">
                  <a16:creationId xmlns:a16="http://schemas.microsoft.com/office/drawing/2014/main" id="{50903B7E-625B-41C6-8BE2-72412B58FAC4}"/>
                </a:ext>
              </a:extLst>
            </p:cNvPr>
            <p:cNvSpPr/>
            <p:nvPr/>
          </p:nvSpPr>
          <p:spPr>
            <a:xfrm>
              <a:off x="6516216" y="112474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endParaRPr lang="en-US" altLang="ko-KR" sz="800" dirty="0">
                <a:solidFill>
                  <a:schemeClr val="bg1"/>
                </a:solidFill>
              </a:endParaRPr>
            </a:p>
          </p:txBody>
        </p:sp>
      </p:grpSp>
      <p:sp>
        <p:nvSpPr>
          <p:cNvPr id="7" name="TextBox 6">
            <a:extLst>
              <a:ext uri="{FF2B5EF4-FFF2-40B4-BE49-F238E27FC236}">
                <a16:creationId xmlns:a16="http://schemas.microsoft.com/office/drawing/2014/main" id="{7CAFE302-377F-426E-BBCA-6D5803F6CDFC}"/>
              </a:ext>
            </a:extLst>
          </p:cNvPr>
          <p:cNvSpPr txBox="1"/>
          <p:nvPr/>
        </p:nvSpPr>
        <p:spPr>
          <a:xfrm>
            <a:off x="3606788" y="3009276"/>
            <a:ext cx="1560042" cy="230832"/>
          </a:xfrm>
          <a:prstGeom prst="rect">
            <a:avLst/>
          </a:prstGeom>
          <a:noFill/>
        </p:spPr>
        <p:txBody>
          <a:bodyPr wrap="none" rtlCol="0">
            <a:spAutoFit/>
          </a:bodyPr>
          <a:lstStyle/>
          <a:p>
            <a:r>
              <a:rPr lang="ko-KR" altLang="en-US" sz="900" dirty="0"/>
              <a:t>최적사이즈 </a:t>
            </a:r>
            <a:r>
              <a:rPr lang="en-US" altLang="ko-KR" sz="900" dirty="0"/>
              <a:t>000px * 000px</a:t>
            </a:r>
            <a:endParaRPr lang="ko-KR" altLang="en-US" sz="900" dirty="0"/>
          </a:p>
        </p:txBody>
      </p:sp>
      <p:sp>
        <p:nvSpPr>
          <p:cNvPr id="8" name="TextBox 7">
            <a:extLst>
              <a:ext uri="{FF2B5EF4-FFF2-40B4-BE49-F238E27FC236}">
                <a16:creationId xmlns:a16="http://schemas.microsoft.com/office/drawing/2014/main" id="{495E566B-5BC8-471D-A29A-BA5C68BAC937}"/>
              </a:ext>
            </a:extLst>
          </p:cNvPr>
          <p:cNvSpPr txBox="1"/>
          <p:nvPr/>
        </p:nvSpPr>
        <p:spPr>
          <a:xfrm>
            <a:off x="67275" y="498010"/>
            <a:ext cx="1534394"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공동구매상품 기본정보</a:t>
            </a:r>
            <a:endParaRPr lang="ko-KR" altLang="en-US" sz="900" dirty="0"/>
          </a:p>
        </p:txBody>
      </p:sp>
      <p:sp>
        <p:nvSpPr>
          <p:cNvPr id="9" name="직사각형 8">
            <a:extLst>
              <a:ext uri="{FF2B5EF4-FFF2-40B4-BE49-F238E27FC236}">
                <a16:creationId xmlns:a16="http://schemas.microsoft.com/office/drawing/2014/main" id="{73FE292D-6445-4149-8025-7BB66E256F86}"/>
              </a:ext>
            </a:extLst>
          </p:cNvPr>
          <p:cNvSpPr/>
          <p:nvPr/>
        </p:nvSpPr>
        <p:spPr>
          <a:xfrm>
            <a:off x="5278037" y="3040192"/>
            <a:ext cx="721249" cy="154747"/>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추가하기</a:t>
            </a:r>
            <a:endParaRPr lang="en-US" altLang="ko-KR" sz="800" dirty="0">
              <a:solidFill>
                <a:schemeClr val="bg1"/>
              </a:solidFill>
            </a:endParaRPr>
          </a:p>
        </p:txBody>
      </p:sp>
      <p:sp>
        <p:nvSpPr>
          <p:cNvPr id="16" name="TextBox 15">
            <a:extLst>
              <a:ext uri="{FF2B5EF4-FFF2-40B4-BE49-F238E27FC236}">
                <a16:creationId xmlns:a16="http://schemas.microsoft.com/office/drawing/2014/main" id="{281ACFAA-6042-4F0B-A3F7-EC219B04D7F4}"/>
              </a:ext>
            </a:extLst>
          </p:cNvPr>
          <p:cNvSpPr txBox="1"/>
          <p:nvPr/>
        </p:nvSpPr>
        <p:spPr>
          <a:xfrm>
            <a:off x="67275" y="2747443"/>
            <a:ext cx="1689886"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공동구매상품 목록 이미지</a:t>
            </a:r>
            <a:endParaRPr lang="ko-KR" altLang="en-US" sz="900" dirty="0"/>
          </a:p>
        </p:txBody>
      </p:sp>
      <p:graphicFrame>
        <p:nvGraphicFramePr>
          <p:cNvPr id="17" name="표 16">
            <a:extLst>
              <a:ext uri="{FF2B5EF4-FFF2-40B4-BE49-F238E27FC236}">
                <a16:creationId xmlns:a16="http://schemas.microsoft.com/office/drawing/2014/main" id="{D81E1DA1-D1F3-4CB0-B17F-76EE802A7B9F}"/>
              </a:ext>
            </a:extLst>
          </p:cNvPr>
          <p:cNvGraphicFramePr>
            <a:graphicFrameLocks noGrp="1"/>
          </p:cNvGraphicFramePr>
          <p:nvPr/>
        </p:nvGraphicFramePr>
        <p:xfrm>
          <a:off x="125632" y="6597341"/>
          <a:ext cx="9943899" cy="128016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8738874">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과세구분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과세        ○면세         ○영세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425068108"/>
                  </a:ext>
                </a:extLst>
              </a:tr>
              <a:tr h="0">
                <a:tc rowSpan="5">
                  <a:txBody>
                    <a:bodyPr/>
                    <a:lstStyle/>
                    <a:p>
                      <a:pPr latinLnBrk="1"/>
                      <a:r>
                        <a:rPr lang="ko-KR" altLang="en-US" sz="800" b="0" dirty="0">
                          <a:solidFill>
                            <a:schemeClr val="tx1"/>
                          </a:solidFill>
                        </a:rPr>
                        <a:t>판매 혜택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판매 수량                                          혜택 금액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0991833"/>
                  </a:ext>
                </a:extLst>
              </a:tr>
              <a:tr h="0">
                <a:tc vMerge="1">
                  <a:txBody>
                    <a:bodyPr/>
                    <a:lstStyle/>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100</a:t>
                      </a:r>
                      <a:r>
                        <a:rPr lang="ko-KR" altLang="en-US" sz="800" b="0" i="0" u="none" strike="noStrike" dirty="0">
                          <a:solidFill>
                            <a:srgbClr val="000000"/>
                          </a:solidFill>
                          <a:effectLst/>
                          <a:latin typeface="+mn-lt"/>
                        </a:rPr>
                        <a:t>개 이상일 경우 </a:t>
                      </a:r>
                      <a:r>
                        <a:rPr lang="en-US" altLang="ko-KR" sz="800" b="0" i="0" u="none" strike="noStrike" dirty="0">
                          <a:solidFill>
                            <a:srgbClr val="000000"/>
                          </a:solidFill>
                          <a:effectLst/>
                          <a:latin typeface="+mn-lt"/>
                        </a:rPr>
                        <a:t>10,000</a:t>
                      </a:r>
                      <a:r>
                        <a:rPr lang="ko-KR" altLang="en-US" sz="800" b="0" i="0" u="none" strike="noStrike" dirty="0">
                          <a:solidFill>
                            <a:srgbClr val="000000"/>
                          </a:solidFill>
                          <a:effectLst/>
                          <a:latin typeface="+mn-lt"/>
                        </a:rPr>
                        <a:t>원 혜택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91147637"/>
                  </a:ext>
                </a:extLst>
              </a:tr>
              <a:tr h="0">
                <a:tc vMerge="1">
                  <a:txBody>
                    <a:bodyPr/>
                    <a:lstStyle/>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200</a:t>
                      </a:r>
                      <a:r>
                        <a:rPr lang="ko-KR" altLang="en-US" sz="800" b="0" i="0" u="none" strike="noStrike" dirty="0">
                          <a:solidFill>
                            <a:srgbClr val="000000"/>
                          </a:solidFill>
                          <a:effectLst/>
                          <a:latin typeface="+mn-lt"/>
                        </a:rPr>
                        <a:t>개 이상일 경우 </a:t>
                      </a:r>
                      <a:r>
                        <a:rPr lang="en-US" altLang="ko-KR" sz="800" b="0" i="0" u="none" strike="noStrike" dirty="0">
                          <a:solidFill>
                            <a:srgbClr val="000000"/>
                          </a:solidFill>
                          <a:effectLst/>
                          <a:latin typeface="+mn-lt"/>
                        </a:rPr>
                        <a:t>20,000</a:t>
                      </a:r>
                      <a:r>
                        <a:rPr lang="ko-KR" altLang="en-US" sz="800" b="0" i="0" u="none" strike="noStrike" dirty="0">
                          <a:solidFill>
                            <a:srgbClr val="000000"/>
                          </a:solidFill>
                          <a:effectLst/>
                          <a:latin typeface="+mn-lt"/>
                        </a:rPr>
                        <a:t>원 혜택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05656738"/>
                  </a:ext>
                </a:extLst>
              </a:tr>
              <a:tr h="0">
                <a:tc vMerge="1">
                  <a:txBody>
                    <a:bodyPr/>
                    <a:lstStyle/>
                    <a:p>
                      <a:pPr latinLnBrk="1"/>
                      <a:endParaRPr lang="ko-KR" altLang="en-US"/>
                    </a:p>
                  </a:txBody>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총 </a:t>
                      </a:r>
                      <a:r>
                        <a:rPr lang="en-US" altLang="ko-KR" sz="800" b="0" i="0" u="none" strike="noStrike" dirty="0">
                          <a:solidFill>
                            <a:srgbClr val="000000"/>
                          </a:solidFill>
                          <a:effectLst/>
                          <a:latin typeface="+mn-lt"/>
                        </a:rPr>
                        <a:t>300</a:t>
                      </a:r>
                      <a:r>
                        <a:rPr lang="ko-KR" altLang="en-US" sz="800" b="0" i="0" u="none" strike="noStrike" dirty="0">
                          <a:solidFill>
                            <a:srgbClr val="000000"/>
                          </a:solidFill>
                          <a:effectLst/>
                          <a:latin typeface="+mn-lt"/>
                        </a:rPr>
                        <a:t>개 이상일</a:t>
                      </a:r>
                      <a:r>
                        <a:rPr lang="ko-KR" altLang="en-US" sz="800" b="0" i="0" u="none" strike="noStrike" baseline="0" dirty="0">
                          <a:solidFill>
                            <a:srgbClr val="000000"/>
                          </a:solidFill>
                          <a:effectLst/>
                          <a:latin typeface="+mn-lt"/>
                        </a:rPr>
                        <a:t> 경우 </a:t>
                      </a:r>
                      <a:r>
                        <a:rPr lang="en-US" altLang="ko-KR" sz="800" b="0" i="0" u="none" strike="noStrike" baseline="0" dirty="0">
                          <a:solidFill>
                            <a:srgbClr val="000000"/>
                          </a:solidFill>
                          <a:effectLst/>
                          <a:latin typeface="+mn-lt"/>
                        </a:rPr>
                        <a:t>30,000</a:t>
                      </a:r>
                      <a:r>
                        <a:rPr lang="ko-KR" altLang="en-US" sz="800" b="0" i="0" u="none" strike="noStrike" baseline="0" dirty="0">
                          <a:solidFill>
                            <a:srgbClr val="000000"/>
                          </a:solidFill>
                          <a:effectLst/>
                          <a:latin typeface="+mn-lt"/>
                        </a:rPr>
                        <a:t>원 혜택</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80635641"/>
                  </a:ext>
                </a:extLst>
              </a:tr>
              <a:tr h="0">
                <a:tc vMerge="1">
                  <a:txBody>
                    <a:bodyPr/>
                    <a:lstStyle/>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FF0000"/>
                          </a:solidFill>
                          <a:effectLst/>
                          <a:latin typeface="+mn-lt"/>
                        </a:rPr>
                        <a:t>* </a:t>
                      </a:r>
                      <a:r>
                        <a:rPr lang="ko-KR" altLang="en-US" sz="800" b="0" i="0" u="none" strike="noStrike" dirty="0">
                          <a:solidFill>
                            <a:srgbClr val="FF0000"/>
                          </a:solidFill>
                          <a:effectLst/>
                          <a:latin typeface="+mn-lt"/>
                        </a:rPr>
                        <a:t>등록 후에는 수정이 불가능 합니다</a:t>
                      </a:r>
                      <a:r>
                        <a:rPr lang="en-US" altLang="ko-KR" sz="800" b="0" i="0" u="none" strike="noStrike" dirty="0">
                          <a:solidFill>
                            <a:srgbClr val="FF0000"/>
                          </a:solidFill>
                          <a:effectLst/>
                          <a:latin typeface="+mn-lt"/>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bl>
          </a:graphicData>
        </a:graphic>
      </p:graphicFrame>
      <p:sp>
        <p:nvSpPr>
          <p:cNvPr id="18" name="TextBox 17">
            <a:extLst>
              <a:ext uri="{FF2B5EF4-FFF2-40B4-BE49-F238E27FC236}">
                <a16:creationId xmlns:a16="http://schemas.microsoft.com/office/drawing/2014/main" id="{D7E52EC8-5B15-4228-A01A-E06D1F46102B}"/>
              </a:ext>
            </a:extLst>
          </p:cNvPr>
          <p:cNvSpPr txBox="1"/>
          <p:nvPr/>
        </p:nvSpPr>
        <p:spPr>
          <a:xfrm>
            <a:off x="67275" y="6269042"/>
            <a:ext cx="1343638"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 판매 혜택</a:t>
            </a:r>
            <a:endParaRPr lang="ko-KR" altLang="en-US" sz="900" dirty="0"/>
          </a:p>
        </p:txBody>
      </p:sp>
      <p:sp>
        <p:nvSpPr>
          <p:cNvPr id="22" name="TextBox 21">
            <a:extLst>
              <a:ext uri="{FF2B5EF4-FFF2-40B4-BE49-F238E27FC236}">
                <a16:creationId xmlns:a16="http://schemas.microsoft.com/office/drawing/2014/main" id="{16661C0A-70AA-4F2D-BE1A-E51F198614D3}"/>
              </a:ext>
            </a:extLst>
          </p:cNvPr>
          <p:cNvSpPr txBox="1"/>
          <p:nvPr/>
        </p:nvSpPr>
        <p:spPr>
          <a:xfrm>
            <a:off x="67274" y="3419378"/>
            <a:ext cx="1574470"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공동구매상품 상세 설명</a:t>
            </a:r>
            <a:endParaRPr lang="ko-KR" altLang="en-US" sz="900" dirty="0"/>
          </a:p>
        </p:txBody>
      </p:sp>
      <p:graphicFrame>
        <p:nvGraphicFramePr>
          <p:cNvPr id="23" name="표 22">
            <a:extLst>
              <a:ext uri="{FF2B5EF4-FFF2-40B4-BE49-F238E27FC236}">
                <a16:creationId xmlns:a16="http://schemas.microsoft.com/office/drawing/2014/main" id="{B7112AA7-2729-4CC2-A057-BDA64D81977F}"/>
              </a:ext>
            </a:extLst>
          </p:cNvPr>
          <p:cNvGraphicFramePr>
            <a:graphicFrameLocks noGrp="1"/>
          </p:cNvGraphicFramePr>
          <p:nvPr/>
        </p:nvGraphicFramePr>
        <p:xfrm>
          <a:off x="125631" y="3680416"/>
          <a:ext cx="9943899" cy="213360"/>
        </p:xfrm>
        <a:graphic>
          <a:graphicData uri="http://schemas.openxmlformats.org/drawingml/2006/table">
            <a:tbl>
              <a:tblPr firstRow="1" bandRow="1">
                <a:tableStyleId>{5C22544A-7EE6-4342-B048-85BDC9FD1C3A}</a:tableStyleId>
              </a:tblPr>
              <a:tblGrid>
                <a:gridCol w="1201724">
                  <a:extLst>
                    <a:ext uri="{9D8B030D-6E8A-4147-A177-3AD203B41FA5}">
                      <a16:colId xmlns:a16="http://schemas.microsoft.com/office/drawing/2014/main" val="20000"/>
                    </a:ext>
                  </a:extLst>
                </a:gridCol>
                <a:gridCol w="8742175">
                  <a:extLst>
                    <a:ext uri="{9D8B030D-6E8A-4147-A177-3AD203B41FA5}">
                      <a16:colId xmlns:a16="http://schemas.microsoft.com/office/drawing/2014/main" val="20001"/>
                    </a:ext>
                  </a:extLst>
                </a:gridCol>
              </a:tblGrid>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상세정보 등록타입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이미지로 등록    </a:t>
                      </a:r>
                      <a:r>
                        <a:rPr lang="en-US" altLang="ko-KR" sz="800" b="0" dirty="0">
                          <a:solidFill>
                            <a:schemeClr val="tx1"/>
                          </a:solidFill>
                        </a:rPr>
                        <a:t>○ </a:t>
                      </a:r>
                      <a:r>
                        <a:rPr lang="ko-KR" altLang="en-US" sz="800" b="0" dirty="0">
                          <a:solidFill>
                            <a:schemeClr val="tx1"/>
                          </a:solidFill>
                        </a:rPr>
                        <a:t>텍스트로 등록</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graphicFrame>
        <p:nvGraphicFramePr>
          <p:cNvPr id="24" name="표 23">
            <a:extLst>
              <a:ext uri="{FF2B5EF4-FFF2-40B4-BE49-F238E27FC236}">
                <a16:creationId xmlns:a16="http://schemas.microsoft.com/office/drawing/2014/main" id="{6C9BB480-1640-4C6F-8A05-5764C713B525}"/>
              </a:ext>
            </a:extLst>
          </p:cNvPr>
          <p:cNvGraphicFramePr>
            <a:graphicFrameLocks noGrp="1"/>
          </p:cNvGraphicFramePr>
          <p:nvPr/>
        </p:nvGraphicFramePr>
        <p:xfrm>
          <a:off x="143578" y="9208481"/>
          <a:ext cx="9913121" cy="213360"/>
        </p:xfrm>
        <a:graphic>
          <a:graphicData uri="http://schemas.openxmlformats.org/drawingml/2006/table">
            <a:tbl>
              <a:tblPr firstRow="1" bandRow="1">
                <a:tableStyleId>{5C22544A-7EE6-4342-B048-85BDC9FD1C3A}</a:tableStyleId>
              </a:tblPr>
              <a:tblGrid>
                <a:gridCol w="1178320">
                  <a:extLst>
                    <a:ext uri="{9D8B030D-6E8A-4147-A177-3AD203B41FA5}">
                      <a16:colId xmlns:a16="http://schemas.microsoft.com/office/drawing/2014/main" val="20000"/>
                    </a:ext>
                  </a:extLst>
                </a:gridCol>
                <a:gridCol w="8734801">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발주 담당자 설정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a:t>
                      </a:r>
                      <a:r>
                        <a:rPr lang="ko-KR" altLang="en-US" sz="800" b="0" i="0" u="none" strike="noStrike" dirty="0" err="1">
                          <a:solidFill>
                            <a:srgbClr val="000000"/>
                          </a:solidFill>
                          <a:effectLst/>
                          <a:latin typeface="+mn-lt"/>
                        </a:rPr>
                        <a:t>설정안함</a:t>
                      </a:r>
                      <a:r>
                        <a:rPr lang="ko-KR" altLang="en-US" sz="800" b="0" i="0" u="none" strike="noStrike" dirty="0">
                          <a:solidFill>
                            <a:srgbClr val="000000"/>
                          </a:solidFill>
                          <a:effectLst/>
                          <a:latin typeface="+mn-lt"/>
                        </a:rPr>
                        <a:t>   ○ 설정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sp>
        <p:nvSpPr>
          <p:cNvPr id="25" name="TextBox 24">
            <a:extLst>
              <a:ext uri="{FF2B5EF4-FFF2-40B4-BE49-F238E27FC236}">
                <a16:creationId xmlns:a16="http://schemas.microsoft.com/office/drawing/2014/main" id="{C4A636EB-8B44-4674-A2CC-B930AC46F5A2}"/>
              </a:ext>
            </a:extLst>
          </p:cNvPr>
          <p:cNvSpPr txBox="1"/>
          <p:nvPr/>
        </p:nvSpPr>
        <p:spPr>
          <a:xfrm>
            <a:off x="67274" y="8980966"/>
            <a:ext cx="1228221"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발주 담당자 정보</a:t>
            </a:r>
            <a:endParaRPr lang="ko-KR" altLang="en-US" sz="900" dirty="0"/>
          </a:p>
        </p:txBody>
      </p:sp>
      <p:sp>
        <p:nvSpPr>
          <p:cNvPr id="26" name="직사각형 25">
            <a:extLst>
              <a:ext uri="{FF2B5EF4-FFF2-40B4-BE49-F238E27FC236}">
                <a16:creationId xmlns:a16="http://schemas.microsoft.com/office/drawing/2014/main" id="{BFBE50C2-9B5E-4F4C-8FBA-9462EFE041E0}"/>
              </a:ext>
            </a:extLst>
          </p:cNvPr>
          <p:cNvSpPr/>
          <p:nvPr/>
        </p:nvSpPr>
        <p:spPr>
          <a:xfrm>
            <a:off x="4504328" y="9669596"/>
            <a:ext cx="721249" cy="192328"/>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등록</a:t>
            </a:r>
            <a:endParaRPr lang="en-US" altLang="ko-KR" sz="800" dirty="0">
              <a:solidFill>
                <a:schemeClr val="bg1"/>
              </a:solidFill>
            </a:endParaRPr>
          </a:p>
        </p:txBody>
      </p:sp>
      <p:sp>
        <p:nvSpPr>
          <p:cNvPr id="27" name="직사각형 26">
            <a:extLst>
              <a:ext uri="{FF2B5EF4-FFF2-40B4-BE49-F238E27FC236}">
                <a16:creationId xmlns:a16="http://schemas.microsoft.com/office/drawing/2014/main" id="{A5CFF3B8-997F-4FF2-B509-FCB330FC6286}"/>
              </a:ext>
            </a:extLst>
          </p:cNvPr>
          <p:cNvSpPr/>
          <p:nvPr/>
        </p:nvSpPr>
        <p:spPr>
          <a:xfrm>
            <a:off x="5374751" y="9663669"/>
            <a:ext cx="721249" cy="192328"/>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목록</a:t>
            </a:r>
            <a:endParaRPr lang="en-US" altLang="ko-KR" sz="800" dirty="0">
              <a:solidFill>
                <a:schemeClr val="bg1"/>
              </a:solidFill>
            </a:endParaRPr>
          </a:p>
        </p:txBody>
      </p:sp>
      <p:graphicFrame>
        <p:nvGraphicFramePr>
          <p:cNvPr id="28" name="표 27">
            <a:extLst>
              <a:ext uri="{FF2B5EF4-FFF2-40B4-BE49-F238E27FC236}">
                <a16:creationId xmlns:a16="http://schemas.microsoft.com/office/drawing/2014/main" id="{64627D56-EF63-45B9-B9A7-653A34C1AF1C}"/>
              </a:ext>
            </a:extLst>
          </p:cNvPr>
          <p:cNvGraphicFramePr>
            <a:graphicFrameLocks noGrp="1"/>
          </p:cNvGraphicFramePr>
          <p:nvPr/>
        </p:nvGraphicFramePr>
        <p:xfrm>
          <a:off x="125631" y="8364831"/>
          <a:ext cx="9943899" cy="21336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배송비 선택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29" name="직사각형 28">
            <a:extLst>
              <a:ext uri="{FF2B5EF4-FFF2-40B4-BE49-F238E27FC236}">
                <a16:creationId xmlns:a16="http://schemas.microsoft.com/office/drawing/2014/main" id="{57AB5E73-AD7D-4E6D-B53E-B1384FCA2C88}"/>
              </a:ext>
            </a:extLst>
          </p:cNvPr>
          <p:cNvSpPr/>
          <p:nvPr/>
        </p:nvSpPr>
        <p:spPr>
          <a:xfrm>
            <a:off x="1412543" y="8416224"/>
            <a:ext cx="1682050" cy="11779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무료배송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조건식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30" name="TextBox 29">
            <a:extLst>
              <a:ext uri="{FF2B5EF4-FFF2-40B4-BE49-F238E27FC236}">
                <a16:creationId xmlns:a16="http://schemas.microsoft.com/office/drawing/2014/main" id="{067C9517-8994-435C-BE60-F0BFA2F91C3B}"/>
              </a:ext>
            </a:extLst>
          </p:cNvPr>
          <p:cNvSpPr txBox="1"/>
          <p:nvPr/>
        </p:nvSpPr>
        <p:spPr>
          <a:xfrm>
            <a:off x="65663" y="8073055"/>
            <a:ext cx="95731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배송비 선택</a:t>
            </a:r>
            <a:endParaRPr lang="ko-KR" altLang="en-US" sz="900" dirty="0"/>
          </a:p>
        </p:txBody>
      </p:sp>
      <p:sp>
        <p:nvSpPr>
          <p:cNvPr id="32" name="TextBox 31">
            <a:extLst>
              <a:ext uri="{FF2B5EF4-FFF2-40B4-BE49-F238E27FC236}">
                <a16:creationId xmlns:a16="http://schemas.microsoft.com/office/drawing/2014/main" id="{A99EF944-E000-435C-8094-044F7E0C4658}"/>
              </a:ext>
            </a:extLst>
          </p:cNvPr>
          <p:cNvSpPr txBox="1"/>
          <p:nvPr/>
        </p:nvSpPr>
        <p:spPr>
          <a:xfrm>
            <a:off x="67274" y="4155784"/>
            <a:ext cx="1691489"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취소</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환불</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교환</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 안내 설정</a:t>
            </a:r>
            <a:endParaRPr lang="ko-KR" altLang="en-US" sz="900" dirty="0"/>
          </a:p>
        </p:txBody>
      </p:sp>
      <p:graphicFrame>
        <p:nvGraphicFramePr>
          <p:cNvPr id="33" name="표 32">
            <a:extLst>
              <a:ext uri="{FF2B5EF4-FFF2-40B4-BE49-F238E27FC236}">
                <a16:creationId xmlns:a16="http://schemas.microsoft.com/office/drawing/2014/main" id="{A4166E59-2C50-4BD7-9D19-82F778EC515C}"/>
              </a:ext>
            </a:extLst>
          </p:cNvPr>
          <p:cNvGraphicFramePr>
            <a:graphicFrameLocks noGrp="1"/>
          </p:cNvGraphicFramePr>
          <p:nvPr/>
        </p:nvGraphicFramePr>
        <p:xfrm>
          <a:off x="125631" y="4416822"/>
          <a:ext cx="9943899" cy="1767840"/>
        </p:xfrm>
        <a:graphic>
          <a:graphicData uri="http://schemas.openxmlformats.org/drawingml/2006/table">
            <a:tbl>
              <a:tblPr firstRow="1" bandRow="1">
                <a:tableStyleId>{5C22544A-7EE6-4342-B048-85BDC9FD1C3A}</a:tableStyleId>
              </a:tblPr>
              <a:tblGrid>
                <a:gridCol w="1201724">
                  <a:extLst>
                    <a:ext uri="{9D8B030D-6E8A-4147-A177-3AD203B41FA5}">
                      <a16:colId xmlns:a16="http://schemas.microsoft.com/office/drawing/2014/main" val="20000"/>
                    </a:ext>
                  </a:extLst>
                </a:gridCol>
                <a:gridCol w="8742175">
                  <a:extLst>
                    <a:ext uri="{9D8B030D-6E8A-4147-A177-3AD203B41FA5}">
                      <a16:colId xmlns:a16="http://schemas.microsoft.com/office/drawing/2014/main" val="20001"/>
                    </a:ext>
                  </a:extLst>
                </a:gridCol>
              </a:tblGrid>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설정 정보 선택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취소</a:t>
                      </a:r>
                      <a:r>
                        <a:rPr lang="en-US" altLang="ko-KR" sz="800" b="0" dirty="0">
                          <a:solidFill>
                            <a:schemeClr val="tx1"/>
                          </a:solidFill>
                        </a:rPr>
                        <a:t>/</a:t>
                      </a:r>
                      <a:r>
                        <a:rPr lang="ko-KR" altLang="en-US" sz="800" b="0" dirty="0">
                          <a:solidFill>
                            <a:schemeClr val="tx1"/>
                          </a:solidFill>
                        </a:rPr>
                        <a:t>환불</a:t>
                      </a:r>
                      <a:r>
                        <a:rPr lang="en-US" altLang="ko-KR" sz="800" b="0" dirty="0">
                          <a:solidFill>
                            <a:schemeClr val="tx1"/>
                          </a:solidFill>
                        </a:rPr>
                        <a:t>(</a:t>
                      </a:r>
                      <a:r>
                        <a:rPr lang="ko-KR" altLang="en-US" sz="800" b="0" dirty="0">
                          <a:solidFill>
                            <a:schemeClr val="tx1"/>
                          </a:solidFill>
                        </a:rPr>
                        <a:t>교환</a:t>
                      </a:r>
                      <a:r>
                        <a:rPr lang="en-US" altLang="ko-KR" sz="800" b="0" dirty="0">
                          <a:solidFill>
                            <a:schemeClr val="tx1"/>
                          </a:solidFill>
                        </a:rPr>
                        <a:t>)</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안내 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35177375"/>
                  </a:ext>
                </a:extLst>
              </a:tr>
            </a:tbl>
          </a:graphicData>
        </a:graphic>
      </p:graphicFrame>
      <p:sp>
        <p:nvSpPr>
          <p:cNvPr id="34" name="직사각형 33">
            <a:extLst>
              <a:ext uri="{FF2B5EF4-FFF2-40B4-BE49-F238E27FC236}">
                <a16:creationId xmlns:a16="http://schemas.microsoft.com/office/drawing/2014/main" id="{17972470-2F38-4ED5-8EFA-E7CBC130CBA6}"/>
              </a:ext>
            </a:extLst>
          </p:cNvPr>
          <p:cNvSpPr/>
          <p:nvPr/>
        </p:nvSpPr>
        <p:spPr>
          <a:xfrm>
            <a:off x="1402115" y="4448154"/>
            <a:ext cx="1682050" cy="15726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기본 정보                        ▼</a:t>
            </a:r>
            <a:endParaRPr lang="en-US" altLang="ko-KR" sz="800" dirty="0">
              <a:solidFill>
                <a:schemeClr val="tx1">
                  <a:lumMod val="50000"/>
                  <a:lumOff val="50000"/>
                </a:schemeClr>
              </a:solidFill>
            </a:endParaRPr>
          </a:p>
        </p:txBody>
      </p:sp>
      <p:grpSp>
        <p:nvGrpSpPr>
          <p:cNvPr id="35" name="그룹 34">
            <a:extLst>
              <a:ext uri="{FF2B5EF4-FFF2-40B4-BE49-F238E27FC236}">
                <a16:creationId xmlns:a16="http://schemas.microsoft.com/office/drawing/2014/main" id="{A727DDC4-670A-4C2E-98F2-70F0D7BF2A5D}"/>
              </a:ext>
            </a:extLst>
          </p:cNvPr>
          <p:cNvGrpSpPr/>
          <p:nvPr/>
        </p:nvGrpSpPr>
        <p:grpSpPr>
          <a:xfrm>
            <a:off x="1402115" y="4681594"/>
            <a:ext cx="4950461" cy="218296"/>
            <a:chOff x="1557338" y="3290888"/>
            <a:chExt cx="6264166" cy="276225"/>
          </a:xfrm>
        </p:grpSpPr>
        <p:pic>
          <p:nvPicPr>
            <p:cNvPr id="36" name="Picture 2">
              <a:extLst>
                <a:ext uri="{FF2B5EF4-FFF2-40B4-BE49-F238E27FC236}">
                  <a16:creationId xmlns:a16="http://schemas.microsoft.com/office/drawing/2014/main" id="{188FE28E-DCDC-4CAA-ACAD-06BE5B57645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57338" y="3290888"/>
              <a:ext cx="6029325" cy="2762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7" name="Picture 3">
              <a:extLst>
                <a:ext uri="{FF2B5EF4-FFF2-40B4-BE49-F238E27FC236}">
                  <a16:creationId xmlns:a16="http://schemas.microsoft.com/office/drawing/2014/main" id="{A9B172A2-737E-4653-8F3B-3A41F7DFC56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92904" y="3310319"/>
              <a:ext cx="228600" cy="2190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38" name="직사각형 37">
            <a:extLst>
              <a:ext uri="{FF2B5EF4-FFF2-40B4-BE49-F238E27FC236}">
                <a16:creationId xmlns:a16="http://schemas.microsoft.com/office/drawing/2014/main" id="{6EA8155B-2C33-4271-94E9-B727230964B8}"/>
              </a:ext>
            </a:extLst>
          </p:cNvPr>
          <p:cNvSpPr/>
          <p:nvPr/>
        </p:nvSpPr>
        <p:spPr>
          <a:xfrm>
            <a:off x="1402115" y="4681594"/>
            <a:ext cx="7465939" cy="1399268"/>
          </a:xfrm>
          <a:prstGeom prst="rect">
            <a:avLst/>
          </a:prstGeom>
          <a:no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39" name="표 38">
            <a:extLst>
              <a:ext uri="{FF2B5EF4-FFF2-40B4-BE49-F238E27FC236}">
                <a16:creationId xmlns:a16="http://schemas.microsoft.com/office/drawing/2014/main" id="{9E5F77A2-21CB-4397-B878-976E5663C9D5}"/>
              </a:ext>
            </a:extLst>
          </p:cNvPr>
          <p:cNvGraphicFramePr>
            <a:graphicFrameLocks noGrp="1"/>
          </p:cNvGraphicFramePr>
          <p:nvPr>
            <p:extLst>
              <p:ext uri="{D42A27DB-BD31-4B8C-83A1-F6EECF244321}">
                <p14:modId xmlns:p14="http://schemas.microsoft.com/office/powerpoint/2010/main" val="661562846"/>
              </p:ext>
            </p:extLst>
          </p:nvPr>
        </p:nvGraphicFramePr>
        <p:xfrm>
          <a:off x="10171774" y="22159"/>
          <a:ext cx="1979018" cy="2485152"/>
        </p:xfrm>
        <a:graphic>
          <a:graphicData uri="http://schemas.openxmlformats.org/drawingml/2006/table">
            <a:tbl>
              <a:tblPr firstRow="1" bandRow="1">
                <a:tableStyleId>{5940675A-B579-460E-94D1-54222C63F5DA}</a:tableStyleId>
              </a:tblPr>
              <a:tblGrid>
                <a:gridCol w="667861">
                  <a:extLst>
                    <a:ext uri="{9D8B030D-6E8A-4147-A177-3AD203B41FA5}">
                      <a16:colId xmlns:a16="http://schemas.microsoft.com/office/drawing/2014/main" val="2768186151"/>
                    </a:ext>
                  </a:extLst>
                </a:gridCol>
                <a:gridCol w="157228">
                  <a:extLst>
                    <a:ext uri="{9D8B030D-6E8A-4147-A177-3AD203B41FA5}">
                      <a16:colId xmlns:a16="http://schemas.microsoft.com/office/drawing/2014/main" val="292607631"/>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RF-02-06-02-4</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공동구매관리 </a:t>
                      </a:r>
                      <a:r>
                        <a:rPr lang="en-US" altLang="ko-KR" sz="800" dirty="0"/>
                        <a:t>&gt; </a:t>
                      </a:r>
                      <a:r>
                        <a:rPr lang="ko-KR" altLang="en-US" sz="800" dirty="0"/>
                        <a:t>공동구매상품 등록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공동구매상품 등록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 혜택 추가 시 화면 표시</a:t>
                      </a:r>
                    </a:p>
                  </a:txBody>
                  <a:tcPr anchor="ctr">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버튼 클릭 시 입력한 판매</a:t>
                      </a:r>
                      <a:r>
                        <a:rPr lang="ko-KR" altLang="en-US" sz="800" b="0" baseline="0" dirty="0">
                          <a:solidFill>
                            <a:schemeClr val="tx1"/>
                          </a:solidFill>
                        </a:rPr>
                        <a:t> 수량과 혜택 금액이</a:t>
                      </a:r>
                      <a:r>
                        <a:rPr lang="ko-KR" altLang="en-US" sz="800" b="0" dirty="0">
                          <a:solidFill>
                            <a:schemeClr val="tx1"/>
                          </a:solidFill>
                        </a:rPr>
                        <a:t> 하단에 출력된다</a:t>
                      </a:r>
                      <a:r>
                        <a:rPr lang="en-US" altLang="ko-KR" sz="800" b="0" dirty="0">
                          <a:solidFill>
                            <a:schemeClr val="tx1"/>
                          </a:solidFill>
                        </a:rPr>
                        <a:t>. </a:t>
                      </a:r>
                      <a:r>
                        <a:rPr lang="ko-KR" altLang="en-US" sz="800" b="0" dirty="0">
                          <a:solidFill>
                            <a:schemeClr val="tx1"/>
                          </a:solidFill>
                        </a:rPr>
                        <a:t>값이 없을 경우에는 추가되지 않는다</a:t>
                      </a:r>
                      <a:r>
                        <a:rPr lang="en-US" altLang="ko-KR" sz="800" b="0" dirty="0">
                          <a:solidFill>
                            <a:schemeClr val="tx1"/>
                          </a:solidFill>
                        </a:rPr>
                        <a:t>.</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extLst>
                  <a:ext uri="{0D108BD9-81ED-4DB2-BD59-A6C34878D82A}">
                    <a16:rowId xmlns:a16="http://schemas.microsoft.com/office/drawing/2014/main" val="660531061"/>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버튼 클릭 시 출력된</a:t>
                      </a:r>
                      <a:r>
                        <a:rPr lang="ko-KR" altLang="en-US" sz="800" b="0" baseline="0" dirty="0">
                          <a:solidFill>
                            <a:schemeClr val="tx1"/>
                          </a:solidFill>
                        </a:rPr>
                        <a:t> 영역</a:t>
                      </a:r>
                      <a:r>
                        <a:rPr lang="ko-KR" altLang="en-US" sz="800" b="0" dirty="0">
                          <a:solidFill>
                            <a:schemeClr val="tx1"/>
                          </a:solidFill>
                        </a:rPr>
                        <a:t> 삭제</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759245075"/>
                  </a:ext>
                </a:extLst>
              </a:tr>
            </a:tbl>
          </a:graphicData>
        </a:graphic>
      </p:graphicFrame>
      <p:sp>
        <p:nvSpPr>
          <p:cNvPr id="40" name="TextBox 39">
            <a:extLst>
              <a:ext uri="{FF2B5EF4-FFF2-40B4-BE49-F238E27FC236}">
                <a16:creationId xmlns:a16="http://schemas.microsoft.com/office/drawing/2014/main" id="{281ACFAA-6042-4F0B-A3F7-EC219B04D7F4}"/>
              </a:ext>
            </a:extLst>
          </p:cNvPr>
          <p:cNvSpPr txBox="1"/>
          <p:nvPr/>
        </p:nvSpPr>
        <p:spPr>
          <a:xfrm>
            <a:off x="65663" y="1690806"/>
            <a:ext cx="1343638"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 판매 정보</a:t>
            </a:r>
            <a:endParaRPr lang="ko-KR" altLang="en-US" sz="900" dirty="0"/>
          </a:p>
        </p:txBody>
      </p:sp>
      <p:graphicFrame>
        <p:nvGraphicFramePr>
          <p:cNvPr id="41" name="표 40">
            <a:extLst>
              <a:ext uri="{FF2B5EF4-FFF2-40B4-BE49-F238E27FC236}">
                <a16:creationId xmlns:a16="http://schemas.microsoft.com/office/drawing/2014/main" id="{9AA923D2-C687-4261-8D39-F501966C69DD}"/>
              </a:ext>
            </a:extLst>
          </p:cNvPr>
          <p:cNvGraphicFramePr>
            <a:graphicFrameLocks noGrp="1"/>
          </p:cNvGraphicFramePr>
          <p:nvPr>
            <p:extLst>
              <p:ext uri="{D42A27DB-BD31-4B8C-83A1-F6EECF244321}">
                <p14:modId xmlns:p14="http://schemas.microsoft.com/office/powerpoint/2010/main" val="2273050468"/>
              </p:ext>
            </p:extLst>
          </p:nvPr>
        </p:nvGraphicFramePr>
        <p:xfrm>
          <a:off x="125631" y="1952768"/>
          <a:ext cx="9943899" cy="64008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8738874">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공동구매상품</a:t>
                      </a:r>
                      <a:r>
                        <a:rPr lang="ko-KR" altLang="en-US" sz="800" b="0" baseline="0" dirty="0">
                          <a:solidFill>
                            <a:schemeClr val="tx1"/>
                          </a:solidFill>
                        </a:rPr>
                        <a:t> </a:t>
                      </a:r>
                      <a:r>
                        <a:rPr lang="ko-KR" altLang="en-US" sz="800" b="0" baseline="0" dirty="0" err="1">
                          <a:solidFill>
                            <a:schemeClr val="tx1"/>
                          </a:solidFill>
                        </a:rPr>
                        <a:t>판매명</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판매기간 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기간 설정     </a:t>
                      </a:r>
                      <a:r>
                        <a:rPr lang="en-US" altLang="ko-KR" sz="800" b="0" dirty="0">
                          <a:solidFill>
                            <a:schemeClr val="tx1"/>
                          </a:solidFill>
                        </a:rPr>
                        <a:t>● </a:t>
                      </a:r>
                      <a:r>
                        <a:rPr lang="ko-KR" altLang="en-US" sz="800" b="0" dirty="0">
                          <a:solidFill>
                            <a:schemeClr val="tx1"/>
                          </a:solidFill>
                        </a:rPr>
                        <a:t>기간 설정 없음</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latinLnBrk="1"/>
                      <a:r>
                        <a:rPr lang="ko-KR" altLang="en-US" sz="800" b="0" dirty="0">
                          <a:solidFill>
                            <a:schemeClr val="tx1"/>
                          </a:solidFill>
                        </a:rPr>
                        <a:t>판매 기간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a:t>
                      </a:r>
                      <a:r>
                        <a:rPr lang="en-US" altLang="ko-KR" sz="800" b="0" i="0" u="none" strike="noStrike" baseline="0" dirty="0">
                          <a:solidFill>
                            <a:srgbClr val="000000"/>
                          </a:solidFill>
                          <a:effectLst/>
                          <a:latin typeface="+mn-lt"/>
                        </a:rPr>
                        <a:t> </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42" name="직사각형 41">
            <a:extLst>
              <a:ext uri="{FF2B5EF4-FFF2-40B4-BE49-F238E27FC236}">
                <a16:creationId xmlns:a16="http://schemas.microsoft.com/office/drawing/2014/main" id="{1CBBEC54-344A-47D3-B188-0C43349D2DDC}"/>
              </a:ext>
            </a:extLst>
          </p:cNvPr>
          <p:cNvSpPr/>
          <p:nvPr/>
        </p:nvSpPr>
        <p:spPr>
          <a:xfrm>
            <a:off x="1398625" y="2439171"/>
            <a:ext cx="749772" cy="105075"/>
          </a:xfrm>
          <a:prstGeom prst="rect">
            <a:avLst/>
          </a:prstGeom>
          <a:solidFill>
            <a:schemeClr val="bg1">
              <a:lumMod val="95000"/>
            </a:schemeClr>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4" name="직사각형 43">
            <a:extLst>
              <a:ext uri="{FF2B5EF4-FFF2-40B4-BE49-F238E27FC236}">
                <a16:creationId xmlns:a16="http://schemas.microsoft.com/office/drawing/2014/main" id="{1CBBEC54-344A-47D3-B188-0C43349D2DDC}"/>
              </a:ext>
            </a:extLst>
          </p:cNvPr>
          <p:cNvSpPr/>
          <p:nvPr/>
        </p:nvSpPr>
        <p:spPr>
          <a:xfrm>
            <a:off x="2381078" y="2443204"/>
            <a:ext cx="749772" cy="105075"/>
          </a:xfrm>
          <a:prstGeom prst="rect">
            <a:avLst/>
          </a:prstGeom>
          <a:solidFill>
            <a:schemeClr val="bg1">
              <a:lumMod val="95000"/>
            </a:schemeClr>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5" name="직사각형 44">
            <a:extLst>
              <a:ext uri="{FF2B5EF4-FFF2-40B4-BE49-F238E27FC236}">
                <a16:creationId xmlns:a16="http://schemas.microsoft.com/office/drawing/2014/main" id="{1CBBEC54-344A-47D3-B188-0C43349D2DDC}"/>
              </a:ext>
            </a:extLst>
          </p:cNvPr>
          <p:cNvSpPr/>
          <p:nvPr/>
        </p:nvSpPr>
        <p:spPr>
          <a:xfrm>
            <a:off x="1918248" y="6841676"/>
            <a:ext cx="1296687" cy="146092"/>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6" name="직사각형 45">
            <a:extLst>
              <a:ext uri="{FF2B5EF4-FFF2-40B4-BE49-F238E27FC236}">
                <a16:creationId xmlns:a16="http://schemas.microsoft.com/office/drawing/2014/main" id="{1CBBEC54-344A-47D3-B188-0C43349D2DDC}"/>
              </a:ext>
            </a:extLst>
          </p:cNvPr>
          <p:cNvSpPr/>
          <p:nvPr/>
        </p:nvSpPr>
        <p:spPr>
          <a:xfrm>
            <a:off x="3870143" y="6840693"/>
            <a:ext cx="1296687" cy="146092"/>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7" name="직사각형 46">
            <a:extLst>
              <a:ext uri="{FF2B5EF4-FFF2-40B4-BE49-F238E27FC236}">
                <a16:creationId xmlns:a16="http://schemas.microsoft.com/office/drawing/2014/main" id="{73FE292D-6445-4149-8025-7BB66E256F86}"/>
              </a:ext>
            </a:extLst>
          </p:cNvPr>
          <p:cNvSpPr/>
          <p:nvPr/>
        </p:nvSpPr>
        <p:spPr>
          <a:xfrm>
            <a:off x="5374750" y="6840693"/>
            <a:ext cx="721249" cy="154747"/>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추가하기</a:t>
            </a:r>
            <a:endParaRPr lang="en-US" altLang="ko-KR" sz="800" dirty="0">
              <a:solidFill>
                <a:schemeClr val="bg1"/>
              </a:solidFill>
            </a:endParaRPr>
          </a:p>
        </p:txBody>
      </p:sp>
      <p:sp>
        <p:nvSpPr>
          <p:cNvPr id="48" name="직사각형 47">
            <a:extLst>
              <a:ext uri="{FF2B5EF4-FFF2-40B4-BE49-F238E27FC236}">
                <a16:creationId xmlns:a16="http://schemas.microsoft.com/office/drawing/2014/main" id="{73FE292D-6445-4149-8025-7BB66E256F86}"/>
              </a:ext>
            </a:extLst>
          </p:cNvPr>
          <p:cNvSpPr/>
          <p:nvPr/>
        </p:nvSpPr>
        <p:spPr>
          <a:xfrm>
            <a:off x="5372731" y="7059442"/>
            <a:ext cx="721249" cy="155098"/>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삭제</a:t>
            </a:r>
            <a:endParaRPr lang="en-US" altLang="ko-KR" sz="800" dirty="0">
              <a:solidFill>
                <a:schemeClr val="bg1"/>
              </a:solidFill>
            </a:endParaRPr>
          </a:p>
        </p:txBody>
      </p:sp>
      <p:sp>
        <p:nvSpPr>
          <p:cNvPr id="49" name="직사각형 48">
            <a:extLst>
              <a:ext uri="{FF2B5EF4-FFF2-40B4-BE49-F238E27FC236}">
                <a16:creationId xmlns:a16="http://schemas.microsoft.com/office/drawing/2014/main" id="{73FE292D-6445-4149-8025-7BB66E256F86}"/>
              </a:ext>
            </a:extLst>
          </p:cNvPr>
          <p:cNvSpPr/>
          <p:nvPr/>
        </p:nvSpPr>
        <p:spPr>
          <a:xfrm>
            <a:off x="5372730" y="7275349"/>
            <a:ext cx="721249" cy="155098"/>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삭제</a:t>
            </a:r>
            <a:endParaRPr lang="en-US" altLang="ko-KR" sz="800" dirty="0">
              <a:solidFill>
                <a:schemeClr val="bg1"/>
              </a:solidFill>
            </a:endParaRPr>
          </a:p>
        </p:txBody>
      </p:sp>
      <p:sp>
        <p:nvSpPr>
          <p:cNvPr id="50" name="TextBox 49">
            <a:extLst>
              <a:ext uri="{FF2B5EF4-FFF2-40B4-BE49-F238E27FC236}">
                <a16:creationId xmlns:a16="http://schemas.microsoft.com/office/drawing/2014/main" id="{A8AE54C7-2E56-4CCA-BDE4-F58376E3FDA5}"/>
              </a:ext>
            </a:extLst>
          </p:cNvPr>
          <p:cNvSpPr txBox="1"/>
          <p:nvPr/>
        </p:nvSpPr>
        <p:spPr>
          <a:xfrm>
            <a:off x="6040989" y="6712328"/>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51" name="TextBox 50">
            <a:extLst>
              <a:ext uri="{FF2B5EF4-FFF2-40B4-BE49-F238E27FC236}">
                <a16:creationId xmlns:a16="http://schemas.microsoft.com/office/drawing/2014/main" id="{A8AE54C7-2E56-4CCA-BDE4-F58376E3FDA5}"/>
              </a:ext>
            </a:extLst>
          </p:cNvPr>
          <p:cNvSpPr txBox="1"/>
          <p:nvPr/>
        </p:nvSpPr>
        <p:spPr>
          <a:xfrm>
            <a:off x="6040989" y="7136991"/>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52" name="직사각형 51">
            <a:extLst>
              <a:ext uri="{FF2B5EF4-FFF2-40B4-BE49-F238E27FC236}">
                <a16:creationId xmlns:a16="http://schemas.microsoft.com/office/drawing/2014/main" id="{1CBBEC54-344A-47D3-B188-0C43349D2DDC}"/>
              </a:ext>
            </a:extLst>
          </p:cNvPr>
          <p:cNvSpPr/>
          <p:nvPr/>
        </p:nvSpPr>
        <p:spPr>
          <a:xfrm>
            <a:off x="1375442" y="1986130"/>
            <a:ext cx="8573776" cy="156163"/>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graphicFrame>
        <p:nvGraphicFramePr>
          <p:cNvPr id="53" name="표 52">
            <a:extLst>
              <a:ext uri="{FF2B5EF4-FFF2-40B4-BE49-F238E27FC236}">
                <a16:creationId xmlns:a16="http://schemas.microsoft.com/office/drawing/2014/main" id="{A21887E9-7ED5-4A8F-888D-0A3A890C4255}"/>
              </a:ext>
            </a:extLst>
          </p:cNvPr>
          <p:cNvGraphicFramePr>
            <a:graphicFrameLocks noGrp="1"/>
          </p:cNvGraphicFramePr>
          <p:nvPr>
            <p:extLst>
              <p:ext uri="{D42A27DB-BD31-4B8C-83A1-F6EECF244321}">
                <p14:modId xmlns:p14="http://schemas.microsoft.com/office/powerpoint/2010/main" val="3488506509"/>
              </p:ext>
            </p:extLst>
          </p:nvPr>
        </p:nvGraphicFramePr>
        <p:xfrm>
          <a:off x="125632" y="728842"/>
          <a:ext cx="9943899" cy="85344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3780430">
                  <a:extLst>
                    <a:ext uri="{9D8B030D-6E8A-4147-A177-3AD203B41FA5}">
                      <a16:colId xmlns:a16="http://schemas.microsoft.com/office/drawing/2014/main" val="20001"/>
                    </a:ext>
                  </a:extLst>
                </a:gridCol>
                <a:gridCol w="1295703">
                  <a:extLst>
                    <a:ext uri="{9D8B030D-6E8A-4147-A177-3AD203B41FA5}">
                      <a16:colId xmlns:a16="http://schemas.microsoft.com/office/drawing/2014/main" val="4010982125"/>
                    </a:ext>
                  </a:extLst>
                </a:gridCol>
                <a:gridCol w="3662741">
                  <a:extLst>
                    <a:ext uri="{9D8B030D-6E8A-4147-A177-3AD203B41FA5}">
                      <a16:colId xmlns:a16="http://schemas.microsoft.com/office/drawing/2014/main" val="2646234070"/>
                    </a:ext>
                  </a:extLst>
                </a:gridCol>
              </a:tblGrid>
              <a:tr h="0">
                <a:tc>
                  <a:txBody>
                    <a:bodyPr/>
                    <a:lstStyle/>
                    <a:p>
                      <a:pPr latinLnBrk="1"/>
                      <a:r>
                        <a:rPr lang="ko-KR" altLang="en-US" sz="800" b="0" dirty="0">
                          <a:solidFill>
                            <a:schemeClr val="tx1"/>
                          </a:solidFill>
                        </a:rPr>
                        <a:t>공동구매상품 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Me9-2024-099833</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상품상태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대기  </a:t>
                      </a:r>
                      <a:r>
                        <a:rPr lang="en-US" altLang="ko-KR" sz="800" b="0" dirty="0">
                          <a:solidFill>
                            <a:schemeClr val="tx1"/>
                          </a:solidFill>
                        </a:rPr>
                        <a:t>○</a:t>
                      </a:r>
                      <a:r>
                        <a:rPr lang="ko-KR" altLang="en-US" sz="800" b="0" i="0" u="none" strike="noStrike" dirty="0">
                          <a:solidFill>
                            <a:srgbClr val="000000"/>
                          </a:solidFill>
                          <a:effectLst/>
                          <a:latin typeface="+mn-lt"/>
                        </a:rPr>
                        <a:t> 진행중 </a:t>
                      </a:r>
                      <a:r>
                        <a:rPr lang="ko-KR" altLang="en-US" sz="800" b="0" i="0" u="none" strike="noStrike" baseline="0" dirty="0">
                          <a:solidFill>
                            <a:srgbClr val="000000"/>
                          </a:solidFill>
                          <a:effectLst/>
                          <a:latin typeface="+mn-lt"/>
                        </a:rPr>
                        <a:t> </a:t>
                      </a:r>
                      <a:r>
                        <a:rPr lang="en-US" altLang="ko-KR" sz="800" b="0" dirty="0">
                          <a:solidFill>
                            <a:schemeClr val="tx1"/>
                          </a:solidFill>
                        </a:rPr>
                        <a:t>○</a:t>
                      </a:r>
                      <a:r>
                        <a:rPr lang="ko-KR" altLang="en-US" sz="800" b="0" i="0" u="none" strike="noStrike" dirty="0">
                          <a:solidFill>
                            <a:srgbClr val="000000"/>
                          </a:solidFill>
                          <a:effectLst/>
                          <a:latin typeface="+mn-lt"/>
                        </a:rPr>
                        <a:t> 마감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공동구매상품 분류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latinLnBrk="1"/>
                      <a:r>
                        <a:rPr lang="ko-KR" altLang="en-US" sz="800" b="0" dirty="0">
                          <a:solidFill>
                            <a:schemeClr val="tx1"/>
                          </a:solidFill>
                        </a:rPr>
                        <a:t>공동구매상품명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latinLnBrk="1"/>
                      <a:r>
                        <a:rPr lang="ko-KR" altLang="en-US" sz="800" b="0" dirty="0">
                          <a:solidFill>
                            <a:schemeClr val="tx1"/>
                          </a:solidFill>
                        </a:rPr>
                        <a:t>상품가격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기본금액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a:t>
                      </a:r>
                      <a:r>
                        <a:rPr lang="ko-KR" altLang="en-US" sz="800" b="0" i="0" u="none" strike="noStrike" dirty="0">
                          <a:solidFill>
                            <a:srgbClr val="000000"/>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021316242"/>
                  </a:ext>
                </a:extLst>
              </a:tr>
            </a:tbl>
          </a:graphicData>
        </a:graphic>
      </p:graphicFrame>
      <p:grpSp>
        <p:nvGrpSpPr>
          <p:cNvPr id="54" name="그룹 53">
            <a:extLst>
              <a:ext uri="{FF2B5EF4-FFF2-40B4-BE49-F238E27FC236}">
                <a16:creationId xmlns:a16="http://schemas.microsoft.com/office/drawing/2014/main" id="{A909C7BC-19C9-4506-AB5C-03126FA6E391}"/>
              </a:ext>
            </a:extLst>
          </p:cNvPr>
          <p:cNvGrpSpPr/>
          <p:nvPr/>
        </p:nvGrpSpPr>
        <p:grpSpPr>
          <a:xfrm>
            <a:off x="1414155" y="977395"/>
            <a:ext cx="3372978" cy="142974"/>
            <a:chOff x="889678" y="2192622"/>
            <a:chExt cx="2522315" cy="192328"/>
          </a:xfrm>
        </p:grpSpPr>
        <p:sp>
          <p:nvSpPr>
            <p:cNvPr id="55" name="직사각형 54">
              <a:extLst>
                <a:ext uri="{FF2B5EF4-FFF2-40B4-BE49-F238E27FC236}">
                  <a16:creationId xmlns:a16="http://schemas.microsoft.com/office/drawing/2014/main" id="{3CF67995-FE8E-45E8-B311-95B68C596115}"/>
                </a:ext>
              </a:extLst>
            </p:cNvPr>
            <p:cNvSpPr/>
            <p:nvPr/>
          </p:nvSpPr>
          <p:spPr>
            <a:xfrm>
              <a:off x="889678"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56" name="직사각형 55">
              <a:extLst>
                <a:ext uri="{FF2B5EF4-FFF2-40B4-BE49-F238E27FC236}">
                  <a16:creationId xmlns:a16="http://schemas.microsoft.com/office/drawing/2014/main" id="{5CE8A8ED-A07D-4B00-9B82-637C47F5316A}"/>
                </a:ext>
              </a:extLst>
            </p:cNvPr>
            <p:cNvSpPr/>
            <p:nvPr/>
          </p:nvSpPr>
          <p:spPr>
            <a:xfrm>
              <a:off x="1751471"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sp>
          <p:nvSpPr>
            <p:cNvPr id="57" name="직사각형 56">
              <a:extLst>
                <a:ext uri="{FF2B5EF4-FFF2-40B4-BE49-F238E27FC236}">
                  <a16:creationId xmlns:a16="http://schemas.microsoft.com/office/drawing/2014/main" id="{9D28A64D-19BE-4FE4-865F-0B1574CB4CA3}"/>
                </a:ext>
              </a:extLst>
            </p:cNvPr>
            <p:cNvSpPr/>
            <p:nvPr/>
          </p:nvSpPr>
          <p:spPr>
            <a:xfrm>
              <a:off x="2619904"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소분류 ▼</a:t>
              </a:r>
              <a:endParaRPr lang="en-US" altLang="ko-KR" sz="800" dirty="0">
                <a:solidFill>
                  <a:schemeClr val="tx1">
                    <a:lumMod val="50000"/>
                    <a:lumOff val="50000"/>
                  </a:schemeClr>
                </a:solidFill>
              </a:endParaRPr>
            </a:p>
          </p:txBody>
        </p:sp>
      </p:grpSp>
      <p:sp>
        <p:nvSpPr>
          <p:cNvPr id="58" name="직사각형 57">
            <a:extLst>
              <a:ext uri="{FF2B5EF4-FFF2-40B4-BE49-F238E27FC236}">
                <a16:creationId xmlns:a16="http://schemas.microsoft.com/office/drawing/2014/main" id="{C0C6D13E-6AEC-4043-994C-263548FCB965}"/>
              </a:ext>
            </a:extLst>
          </p:cNvPr>
          <p:cNvSpPr/>
          <p:nvPr/>
        </p:nvSpPr>
        <p:spPr>
          <a:xfrm>
            <a:off x="1414155" y="1177620"/>
            <a:ext cx="8535063"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59" name="직사각형 58">
            <a:extLst>
              <a:ext uri="{FF2B5EF4-FFF2-40B4-BE49-F238E27FC236}">
                <a16:creationId xmlns:a16="http://schemas.microsoft.com/office/drawing/2014/main" id="{DFCFC7B6-21B1-4DF6-8E1B-E494ECA25381}"/>
              </a:ext>
            </a:extLst>
          </p:cNvPr>
          <p:cNvSpPr/>
          <p:nvPr/>
        </p:nvSpPr>
        <p:spPr>
          <a:xfrm>
            <a:off x="1409301" y="1383512"/>
            <a:ext cx="1587689"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1,000</a:t>
            </a:r>
          </a:p>
        </p:txBody>
      </p:sp>
    </p:spTree>
    <p:extLst>
      <p:ext uri="{BB962C8B-B14F-4D97-AF65-F5344CB8AC3E}">
        <p14:creationId xmlns:p14="http://schemas.microsoft.com/office/powerpoint/2010/main" val="2032847210"/>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17B64B9A-94B0-4C0D-B97D-9E481712FCA0}"/>
              </a:ext>
            </a:extLst>
          </p:cNvPr>
          <p:cNvGraphicFramePr>
            <a:graphicFrameLocks noGrp="1"/>
          </p:cNvGraphicFramePr>
          <p:nvPr/>
        </p:nvGraphicFramePr>
        <p:xfrm>
          <a:off x="125632" y="3007609"/>
          <a:ext cx="9943899" cy="21336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목록 이미지 </a:t>
                      </a:r>
                      <a:r>
                        <a:rPr lang="en-US" altLang="ko-KR" sz="800" b="0" dirty="0">
                          <a:solidFill>
                            <a:schemeClr val="tx1"/>
                          </a:solidFill>
                        </a:rPr>
                        <a:t>( Max 5 )</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grpSp>
        <p:nvGrpSpPr>
          <p:cNvPr id="4" name="그룹 3">
            <a:extLst>
              <a:ext uri="{FF2B5EF4-FFF2-40B4-BE49-F238E27FC236}">
                <a16:creationId xmlns:a16="http://schemas.microsoft.com/office/drawing/2014/main" id="{63E5762D-07FF-4E8D-B7BD-870440CAF62C}"/>
              </a:ext>
            </a:extLst>
          </p:cNvPr>
          <p:cNvGrpSpPr/>
          <p:nvPr/>
        </p:nvGrpSpPr>
        <p:grpSpPr>
          <a:xfrm>
            <a:off x="1419829" y="3058808"/>
            <a:ext cx="2089400" cy="120097"/>
            <a:chOff x="5148065" y="1124744"/>
            <a:chExt cx="2089400" cy="192328"/>
          </a:xfrm>
        </p:grpSpPr>
        <p:sp>
          <p:nvSpPr>
            <p:cNvPr id="5" name="직사각형 4">
              <a:extLst>
                <a:ext uri="{FF2B5EF4-FFF2-40B4-BE49-F238E27FC236}">
                  <a16:creationId xmlns:a16="http://schemas.microsoft.com/office/drawing/2014/main" id="{1CBBEC54-344A-47D3-B188-0C43349D2DDC}"/>
                </a:ext>
              </a:extLst>
            </p:cNvPr>
            <p:cNvSpPr/>
            <p:nvPr/>
          </p:nvSpPr>
          <p:spPr>
            <a:xfrm>
              <a:off x="5148065" y="1124744"/>
              <a:ext cx="1368151"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6" name="직사각형 5">
              <a:extLst>
                <a:ext uri="{FF2B5EF4-FFF2-40B4-BE49-F238E27FC236}">
                  <a16:creationId xmlns:a16="http://schemas.microsoft.com/office/drawing/2014/main" id="{50903B7E-625B-41C6-8BE2-72412B58FAC4}"/>
                </a:ext>
              </a:extLst>
            </p:cNvPr>
            <p:cNvSpPr/>
            <p:nvPr/>
          </p:nvSpPr>
          <p:spPr>
            <a:xfrm>
              <a:off x="6516216" y="112474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endParaRPr lang="en-US" altLang="ko-KR" sz="800" dirty="0">
                <a:solidFill>
                  <a:schemeClr val="bg1"/>
                </a:solidFill>
              </a:endParaRPr>
            </a:p>
          </p:txBody>
        </p:sp>
      </p:grpSp>
      <p:sp>
        <p:nvSpPr>
          <p:cNvPr id="7" name="TextBox 6">
            <a:extLst>
              <a:ext uri="{FF2B5EF4-FFF2-40B4-BE49-F238E27FC236}">
                <a16:creationId xmlns:a16="http://schemas.microsoft.com/office/drawing/2014/main" id="{7CAFE302-377F-426E-BBCA-6D5803F6CDFC}"/>
              </a:ext>
            </a:extLst>
          </p:cNvPr>
          <p:cNvSpPr txBox="1"/>
          <p:nvPr/>
        </p:nvSpPr>
        <p:spPr>
          <a:xfrm>
            <a:off x="3606788" y="3009276"/>
            <a:ext cx="1560042" cy="230832"/>
          </a:xfrm>
          <a:prstGeom prst="rect">
            <a:avLst/>
          </a:prstGeom>
          <a:noFill/>
        </p:spPr>
        <p:txBody>
          <a:bodyPr wrap="none" rtlCol="0">
            <a:spAutoFit/>
          </a:bodyPr>
          <a:lstStyle/>
          <a:p>
            <a:r>
              <a:rPr lang="ko-KR" altLang="en-US" sz="900" dirty="0"/>
              <a:t>최적사이즈 </a:t>
            </a:r>
            <a:r>
              <a:rPr lang="en-US" altLang="ko-KR" sz="900" dirty="0"/>
              <a:t>000px * 000px</a:t>
            </a:r>
            <a:endParaRPr lang="ko-KR" altLang="en-US" sz="900" dirty="0"/>
          </a:p>
        </p:txBody>
      </p:sp>
      <p:sp>
        <p:nvSpPr>
          <p:cNvPr id="8" name="TextBox 7">
            <a:extLst>
              <a:ext uri="{FF2B5EF4-FFF2-40B4-BE49-F238E27FC236}">
                <a16:creationId xmlns:a16="http://schemas.microsoft.com/office/drawing/2014/main" id="{495E566B-5BC8-471D-A29A-BA5C68BAC937}"/>
              </a:ext>
            </a:extLst>
          </p:cNvPr>
          <p:cNvSpPr txBox="1"/>
          <p:nvPr/>
        </p:nvSpPr>
        <p:spPr>
          <a:xfrm>
            <a:off x="67275" y="498010"/>
            <a:ext cx="1534394"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공동구매상품 기본정보</a:t>
            </a:r>
            <a:endParaRPr lang="ko-KR" altLang="en-US" sz="900" dirty="0"/>
          </a:p>
        </p:txBody>
      </p:sp>
      <p:sp>
        <p:nvSpPr>
          <p:cNvPr id="9" name="직사각형 8">
            <a:extLst>
              <a:ext uri="{FF2B5EF4-FFF2-40B4-BE49-F238E27FC236}">
                <a16:creationId xmlns:a16="http://schemas.microsoft.com/office/drawing/2014/main" id="{73FE292D-6445-4149-8025-7BB66E256F86}"/>
              </a:ext>
            </a:extLst>
          </p:cNvPr>
          <p:cNvSpPr/>
          <p:nvPr/>
        </p:nvSpPr>
        <p:spPr>
          <a:xfrm>
            <a:off x="5278037" y="3040192"/>
            <a:ext cx="721249" cy="154747"/>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추가하기</a:t>
            </a:r>
            <a:endParaRPr lang="en-US" altLang="ko-KR" sz="800" dirty="0">
              <a:solidFill>
                <a:schemeClr val="bg1"/>
              </a:solidFill>
            </a:endParaRPr>
          </a:p>
        </p:txBody>
      </p:sp>
      <p:sp>
        <p:nvSpPr>
          <p:cNvPr id="16" name="TextBox 15">
            <a:extLst>
              <a:ext uri="{FF2B5EF4-FFF2-40B4-BE49-F238E27FC236}">
                <a16:creationId xmlns:a16="http://schemas.microsoft.com/office/drawing/2014/main" id="{281ACFAA-6042-4F0B-A3F7-EC219B04D7F4}"/>
              </a:ext>
            </a:extLst>
          </p:cNvPr>
          <p:cNvSpPr txBox="1"/>
          <p:nvPr/>
        </p:nvSpPr>
        <p:spPr>
          <a:xfrm>
            <a:off x="67275" y="2747443"/>
            <a:ext cx="1689886"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공동구매상품 목록 이미지</a:t>
            </a:r>
            <a:endParaRPr lang="ko-KR" altLang="en-US" sz="900" dirty="0"/>
          </a:p>
        </p:txBody>
      </p:sp>
      <p:graphicFrame>
        <p:nvGraphicFramePr>
          <p:cNvPr id="17" name="표 16">
            <a:extLst>
              <a:ext uri="{FF2B5EF4-FFF2-40B4-BE49-F238E27FC236}">
                <a16:creationId xmlns:a16="http://schemas.microsoft.com/office/drawing/2014/main" id="{D81E1DA1-D1F3-4CB0-B17F-76EE802A7B9F}"/>
              </a:ext>
            </a:extLst>
          </p:cNvPr>
          <p:cNvGraphicFramePr>
            <a:graphicFrameLocks noGrp="1"/>
          </p:cNvGraphicFramePr>
          <p:nvPr/>
        </p:nvGraphicFramePr>
        <p:xfrm>
          <a:off x="125632" y="6597341"/>
          <a:ext cx="9943899" cy="128016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8738874">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과세구분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과세        ○면세         ○영세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425068108"/>
                  </a:ext>
                </a:extLst>
              </a:tr>
              <a:tr h="0">
                <a:tc rowSpan="5">
                  <a:txBody>
                    <a:bodyPr/>
                    <a:lstStyle/>
                    <a:p>
                      <a:pPr latinLnBrk="1"/>
                      <a:r>
                        <a:rPr lang="ko-KR" altLang="en-US" sz="800" b="0" dirty="0">
                          <a:solidFill>
                            <a:schemeClr val="tx1"/>
                          </a:solidFill>
                        </a:rPr>
                        <a:t>판매 혜택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판매 수량                                          혜택 금액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0991833"/>
                  </a:ext>
                </a:extLst>
              </a:tr>
              <a:tr h="0">
                <a:tc vMerge="1">
                  <a:txBody>
                    <a:bodyPr/>
                    <a:lstStyle/>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100</a:t>
                      </a:r>
                      <a:r>
                        <a:rPr lang="ko-KR" altLang="en-US" sz="800" b="0" i="0" u="none" strike="noStrike" dirty="0">
                          <a:solidFill>
                            <a:srgbClr val="000000"/>
                          </a:solidFill>
                          <a:effectLst/>
                          <a:latin typeface="+mn-lt"/>
                        </a:rPr>
                        <a:t>개 이상일 경우 </a:t>
                      </a:r>
                      <a:r>
                        <a:rPr lang="en-US" altLang="ko-KR" sz="800" b="0" i="0" u="none" strike="noStrike" dirty="0">
                          <a:solidFill>
                            <a:srgbClr val="000000"/>
                          </a:solidFill>
                          <a:effectLst/>
                          <a:latin typeface="+mn-lt"/>
                        </a:rPr>
                        <a:t>10,000</a:t>
                      </a:r>
                      <a:r>
                        <a:rPr lang="ko-KR" altLang="en-US" sz="800" b="0" i="0" u="none" strike="noStrike" dirty="0">
                          <a:solidFill>
                            <a:srgbClr val="000000"/>
                          </a:solidFill>
                          <a:effectLst/>
                          <a:latin typeface="+mn-lt"/>
                        </a:rPr>
                        <a:t>원 혜택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91147637"/>
                  </a:ext>
                </a:extLst>
              </a:tr>
              <a:tr h="0">
                <a:tc vMerge="1">
                  <a:txBody>
                    <a:bodyPr/>
                    <a:lstStyle/>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200</a:t>
                      </a:r>
                      <a:r>
                        <a:rPr lang="ko-KR" altLang="en-US" sz="800" b="0" i="0" u="none" strike="noStrike" dirty="0">
                          <a:solidFill>
                            <a:srgbClr val="000000"/>
                          </a:solidFill>
                          <a:effectLst/>
                          <a:latin typeface="+mn-lt"/>
                        </a:rPr>
                        <a:t>개 이상일 경우 </a:t>
                      </a:r>
                      <a:r>
                        <a:rPr lang="en-US" altLang="ko-KR" sz="800" b="0" i="0" u="none" strike="noStrike" dirty="0">
                          <a:solidFill>
                            <a:srgbClr val="000000"/>
                          </a:solidFill>
                          <a:effectLst/>
                          <a:latin typeface="+mn-lt"/>
                        </a:rPr>
                        <a:t>20,000</a:t>
                      </a:r>
                      <a:r>
                        <a:rPr lang="ko-KR" altLang="en-US" sz="800" b="0" i="0" u="none" strike="noStrike" dirty="0">
                          <a:solidFill>
                            <a:srgbClr val="000000"/>
                          </a:solidFill>
                          <a:effectLst/>
                          <a:latin typeface="+mn-lt"/>
                        </a:rPr>
                        <a:t>원 혜택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05656738"/>
                  </a:ext>
                </a:extLst>
              </a:tr>
              <a:tr h="0">
                <a:tc vMerge="1">
                  <a:txBody>
                    <a:bodyPr/>
                    <a:lstStyle/>
                    <a:p>
                      <a:pPr latinLnBrk="1"/>
                      <a:endParaRPr lang="ko-KR" altLang="en-US"/>
                    </a:p>
                  </a:txBody>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총 </a:t>
                      </a:r>
                      <a:r>
                        <a:rPr lang="en-US" altLang="ko-KR" sz="800" b="0" i="0" u="none" strike="noStrike" dirty="0">
                          <a:solidFill>
                            <a:srgbClr val="000000"/>
                          </a:solidFill>
                          <a:effectLst/>
                          <a:latin typeface="+mn-lt"/>
                        </a:rPr>
                        <a:t>300</a:t>
                      </a:r>
                      <a:r>
                        <a:rPr lang="ko-KR" altLang="en-US" sz="800" b="0" i="0" u="none" strike="noStrike" dirty="0">
                          <a:solidFill>
                            <a:srgbClr val="000000"/>
                          </a:solidFill>
                          <a:effectLst/>
                          <a:latin typeface="+mn-lt"/>
                        </a:rPr>
                        <a:t>개 이상일</a:t>
                      </a:r>
                      <a:r>
                        <a:rPr lang="ko-KR" altLang="en-US" sz="800" b="0" i="0" u="none" strike="noStrike" baseline="0" dirty="0">
                          <a:solidFill>
                            <a:srgbClr val="000000"/>
                          </a:solidFill>
                          <a:effectLst/>
                          <a:latin typeface="+mn-lt"/>
                        </a:rPr>
                        <a:t> 경우 </a:t>
                      </a:r>
                      <a:r>
                        <a:rPr lang="en-US" altLang="ko-KR" sz="800" b="0" i="0" u="none" strike="noStrike" baseline="0" dirty="0">
                          <a:solidFill>
                            <a:srgbClr val="000000"/>
                          </a:solidFill>
                          <a:effectLst/>
                          <a:latin typeface="+mn-lt"/>
                        </a:rPr>
                        <a:t>30,000</a:t>
                      </a:r>
                      <a:r>
                        <a:rPr lang="ko-KR" altLang="en-US" sz="800" b="0" i="0" u="none" strike="noStrike" baseline="0" dirty="0">
                          <a:solidFill>
                            <a:srgbClr val="000000"/>
                          </a:solidFill>
                          <a:effectLst/>
                          <a:latin typeface="+mn-lt"/>
                        </a:rPr>
                        <a:t>원 혜택</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80635641"/>
                  </a:ext>
                </a:extLst>
              </a:tr>
              <a:tr h="0">
                <a:tc vMerge="1">
                  <a:txBody>
                    <a:bodyPr/>
                    <a:lstStyle/>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FF0000"/>
                          </a:solidFill>
                          <a:effectLst/>
                          <a:latin typeface="+mn-lt"/>
                        </a:rPr>
                        <a:t>* </a:t>
                      </a:r>
                      <a:r>
                        <a:rPr lang="ko-KR" altLang="en-US" sz="800" b="0" i="0" u="none" strike="noStrike" dirty="0">
                          <a:solidFill>
                            <a:srgbClr val="FF0000"/>
                          </a:solidFill>
                          <a:effectLst/>
                          <a:latin typeface="+mn-lt"/>
                        </a:rPr>
                        <a:t>등록 후에는 수정이 불가능 합니다</a:t>
                      </a:r>
                      <a:r>
                        <a:rPr lang="en-US" altLang="ko-KR" sz="800" b="0" i="0" u="none" strike="noStrike" dirty="0">
                          <a:solidFill>
                            <a:srgbClr val="FF0000"/>
                          </a:solidFill>
                          <a:effectLst/>
                          <a:latin typeface="+mn-lt"/>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bl>
          </a:graphicData>
        </a:graphic>
      </p:graphicFrame>
      <p:sp>
        <p:nvSpPr>
          <p:cNvPr id="18" name="TextBox 17">
            <a:extLst>
              <a:ext uri="{FF2B5EF4-FFF2-40B4-BE49-F238E27FC236}">
                <a16:creationId xmlns:a16="http://schemas.microsoft.com/office/drawing/2014/main" id="{D7E52EC8-5B15-4228-A01A-E06D1F46102B}"/>
              </a:ext>
            </a:extLst>
          </p:cNvPr>
          <p:cNvSpPr txBox="1"/>
          <p:nvPr/>
        </p:nvSpPr>
        <p:spPr>
          <a:xfrm>
            <a:off x="67275" y="6269042"/>
            <a:ext cx="1343638"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 판매 혜택</a:t>
            </a:r>
            <a:endParaRPr lang="ko-KR" altLang="en-US" sz="900" dirty="0"/>
          </a:p>
        </p:txBody>
      </p:sp>
      <p:sp>
        <p:nvSpPr>
          <p:cNvPr id="22" name="TextBox 21">
            <a:extLst>
              <a:ext uri="{FF2B5EF4-FFF2-40B4-BE49-F238E27FC236}">
                <a16:creationId xmlns:a16="http://schemas.microsoft.com/office/drawing/2014/main" id="{16661C0A-70AA-4F2D-BE1A-E51F198614D3}"/>
              </a:ext>
            </a:extLst>
          </p:cNvPr>
          <p:cNvSpPr txBox="1"/>
          <p:nvPr/>
        </p:nvSpPr>
        <p:spPr>
          <a:xfrm>
            <a:off x="67274" y="3419378"/>
            <a:ext cx="1574470"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공동구매상품 상세 설명</a:t>
            </a:r>
            <a:endParaRPr lang="ko-KR" altLang="en-US" sz="900" dirty="0"/>
          </a:p>
        </p:txBody>
      </p:sp>
      <p:graphicFrame>
        <p:nvGraphicFramePr>
          <p:cNvPr id="23" name="표 22">
            <a:extLst>
              <a:ext uri="{FF2B5EF4-FFF2-40B4-BE49-F238E27FC236}">
                <a16:creationId xmlns:a16="http://schemas.microsoft.com/office/drawing/2014/main" id="{B7112AA7-2729-4CC2-A057-BDA64D81977F}"/>
              </a:ext>
            </a:extLst>
          </p:cNvPr>
          <p:cNvGraphicFramePr>
            <a:graphicFrameLocks noGrp="1"/>
          </p:cNvGraphicFramePr>
          <p:nvPr/>
        </p:nvGraphicFramePr>
        <p:xfrm>
          <a:off x="125631" y="3680416"/>
          <a:ext cx="9943899" cy="213360"/>
        </p:xfrm>
        <a:graphic>
          <a:graphicData uri="http://schemas.openxmlformats.org/drawingml/2006/table">
            <a:tbl>
              <a:tblPr firstRow="1" bandRow="1">
                <a:tableStyleId>{5C22544A-7EE6-4342-B048-85BDC9FD1C3A}</a:tableStyleId>
              </a:tblPr>
              <a:tblGrid>
                <a:gridCol w="1201724">
                  <a:extLst>
                    <a:ext uri="{9D8B030D-6E8A-4147-A177-3AD203B41FA5}">
                      <a16:colId xmlns:a16="http://schemas.microsoft.com/office/drawing/2014/main" val="20000"/>
                    </a:ext>
                  </a:extLst>
                </a:gridCol>
                <a:gridCol w="8742175">
                  <a:extLst>
                    <a:ext uri="{9D8B030D-6E8A-4147-A177-3AD203B41FA5}">
                      <a16:colId xmlns:a16="http://schemas.microsoft.com/office/drawing/2014/main" val="20001"/>
                    </a:ext>
                  </a:extLst>
                </a:gridCol>
              </a:tblGrid>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상세정보 등록타입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이미지로 등록    </a:t>
                      </a:r>
                      <a:r>
                        <a:rPr lang="en-US" altLang="ko-KR" sz="800" b="0" dirty="0">
                          <a:solidFill>
                            <a:schemeClr val="tx1"/>
                          </a:solidFill>
                        </a:rPr>
                        <a:t>○ </a:t>
                      </a:r>
                      <a:r>
                        <a:rPr lang="ko-KR" altLang="en-US" sz="800" b="0" dirty="0">
                          <a:solidFill>
                            <a:schemeClr val="tx1"/>
                          </a:solidFill>
                        </a:rPr>
                        <a:t>텍스트로 등록</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graphicFrame>
        <p:nvGraphicFramePr>
          <p:cNvPr id="24" name="표 23">
            <a:extLst>
              <a:ext uri="{FF2B5EF4-FFF2-40B4-BE49-F238E27FC236}">
                <a16:creationId xmlns:a16="http://schemas.microsoft.com/office/drawing/2014/main" id="{6C9BB480-1640-4C6F-8A05-5764C713B525}"/>
              </a:ext>
            </a:extLst>
          </p:cNvPr>
          <p:cNvGraphicFramePr>
            <a:graphicFrameLocks noGrp="1"/>
          </p:cNvGraphicFramePr>
          <p:nvPr/>
        </p:nvGraphicFramePr>
        <p:xfrm>
          <a:off x="143578" y="9208481"/>
          <a:ext cx="9913121" cy="213360"/>
        </p:xfrm>
        <a:graphic>
          <a:graphicData uri="http://schemas.openxmlformats.org/drawingml/2006/table">
            <a:tbl>
              <a:tblPr firstRow="1" bandRow="1">
                <a:tableStyleId>{5C22544A-7EE6-4342-B048-85BDC9FD1C3A}</a:tableStyleId>
              </a:tblPr>
              <a:tblGrid>
                <a:gridCol w="1178320">
                  <a:extLst>
                    <a:ext uri="{9D8B030D-6E8A-4147-A177-3AD203B41FA5}">
                      <a16:colId xmlns:a16="http://schemas.microsoft.com/office/drawing/2014/main" val="20000"/>
                    </a:ext>
                  </a:extLst>
                </a:gridCol>
                <a:gridCol w="8734801">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발주 담당자 설정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a:t>
                      </a:r>
                      <a:r>
                        <a:rPr lang="ko-KR" altLang="en-US" sz="800" b="0" i="0" u="none" strike="noStrike" dirty="0" err="1">
                          <a:solidFill>
                            <a:srgbClr val="000000"/>
                          </a:solidFill>
                          <a:effectLst/>
                          <a:latin typeface="+mn-lt"/>
                        </a:rPr>
                        <a:t>설정안함</a:t>
                      </a:r>
                      <a:r>
                        <a:rPr lang="ko-KR" altLang="en-US" sz="800" b="0" i="0" u="none" strike="noStrike" dirty="0">
                          <a:solidFill>
                            <a:srgbClr val="000000"/>
                          </a:solidFill>
                          <a:effectLst/>
                          <a:latin typeface="+mn-lt"/>
                        </a:rPr>
                        <a:t>   ○ 설정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sp>
        <p:nvSpPr>
          <p:cNvPr id="25" name="TextBox 24">
            <a:extLst>
              <a:ext uri="{FF2B5EF4-FFF2-40B4-BE49-F238E27FC236}">
                <a16:creationId xmlns:a16="http://schemas.microsoft.com/office/drawing/2014/main" id="{C4A636EB-8B44-4674-A2CC-B930AC46F5A2}"/>
              </a:ext>
            </a:extLst>
          </p:cNvPr>
          <p:cNvSpPr txBox="1"/>
          <p:nvPr/>
        </p:nvSpPr>
        <p:spPr>
          <a:xfrm>
            <a:off x="67274" y="8980966"/>
            <a:ext cx="1228221"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발주 담당자 정보</a:t>
            </a:r>
            <a:endParaRPr lang="ko-KR" altLang="en-US" sz="900" dirty="0"/>
          </a:p>
        </p:txBody>
      </p:sp>
      <p:sp>
        <p:nvSpPr>
          <p:cNvPr id="26" name="직사각형 25">
            <a:extLst>
              <a:ext uri="{FF2B5EF4-FFF2-40B4-BE49-F238E27FC236}">
                <a16:creationId xmlns:a16="http://schemas.microsoft.com/office/drawing/2014/main" id="{BFBE50C2-9B5E-4F4C-8FBA-9462EFE041E0}"/>
              </a:ext>
            </a:extLst>
          </p:cNvPr>
          <p:cNvSpPr/>
          <p:nvPr/>
        </p:nvSpPr>
        <p:spPr>
          <a:xfrm>
            <a:off x="4504328" y="9669596"/>
            <a:ext cx="721249" cy="192328"/>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등록</a:t>
            </a:r>
            <a:endParaRPr lang="en-US" altLang="ko-KR" sz="800" dirty="0">
              <a:solidFill>
                <a:schemeClr val="bg1"/>
              </a:solidFill>
            </a:endParaRPr>
          </a:p>
        </p:txBody>
      </p:sp>
      <p:sp>
        <p:nvSpPr>
          <p:cNvPr id="27" name="직사각형 26">
            <a:extLst>
              <a:ext uri="{FF2B5EF4-FFF2-40B4-BE49-F238E27FC236}">
                <a16:creationId xmlns:a16="http://schemas.microsoft.com/office/drawing/2014/main" id="{A5CFF3B8-997F-4FF2-B509-FCB330FC6286}"/>
              </a:ext>
            </a:extLst>
          </p:cNvPr>
          <p:cNvSpPr/>
          <p:nvPr/>
        </p:nvSpPr>
        <p:spPr>
          <a:xfrm>
            <a:off x="5374751" y="9663669"/>
            <a:ext cx="721249" cy="192328"/>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목록</a:t>
            </a:r>
            <a:endParaRPr lang="en-US" altLang="ko-KR" sz="800" dirty="0">
              <a:solidFill>
                <a:schemeClr val="bg1"/>
              </a:solidFill>
            </a:endParaRPr>
          </a:p>
        </p:txBody>
      </p:sp>
      <p:graphicFrame>
        <p:nvGraphicFramePr>
          <p:cNvPr id="28" name="표 27">
            <a:extLst>
              <a:ext uri="{FF2B5EF4-FFF2-40B4-BE49-F238E27FC236}">
                <a16:creationId xmlns:a16="http://schemas.microsoft.com/office/drawing/2014/main" id="{64627D56-EF63-45B9-B9A7-653A34C1AF1C}"/>
              </a:ext>
            </a:extLst>
          </p:cNvPr>
          <p:cNvGraphicFramePr>
            <a:graphicFrameLocks noGrp="1"/>
          </p:cNvGraphicFramePr>
          <p:nvPr/>
        </p:nvGraphicFramePr>
        <p:xfrm>
          <a:off x="125631" y="8364831"/>
          <a:ext cx="9943899" cy="21336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배송비 선택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29" name="직사각형 28">
            <a:extLst>
              <a:ext uri="{FF2B5EF4-FFF2-40B4-BE49-F238E27FC236}">
                <a16:creationId xmlns:a16="http://schemas.microsoft.com/office/drawing/2014/main" id="{57AB5E73-AD7D-4E6D-B53E-B1384FCA2C88}"/>
              </a:ext>
            </a:extLst>
          </p:cNvPr>
          <p:cNvSpPr/>
          <p:nvPr/>
        </p:nvSpPr>
        <p:spPr>
          <a:xfrm>
            <a:off x="1412543" y="8416224"/>
            <a:ext cx="1682050" cy="11779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무료배송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조건식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30" name="TextBox 29">
            <a:extLst>
              <a:ext uri="{FF2B5EF4-FFF2-40B4-BE49-F238E27FC236}">
                <a16:creationId xmlns:a16="http://schemas.microsoft.com/office/drawing/2014/main" id="{067C9517-8994-435C-BE60-F0BFA2F91C3B}"/>
              </a:ext>
            </a:extLst>
          </p:cNvPr>
          <p:cNvSpPr txBox="1"/>
          <p:nvPr/>
        </p:nvSpPr>
        <p:spPr>
          <a:xfrm>
            <a:off x="65663" y="8073055"/>
            <a:ext cx="95731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배송비 선택</a:t>
            </a:r>
            <a:endParaRPr lang="ko-KR" altLang="en-US" sz="900" dirty="0"/>
          </a:p>
        </p:txBody>
      </p:sp>
      <p:sp>
        <p:nvSpPr>
          <p:cNvPr id="32" name="TextBox 31">
            <a:extLst>
              <a:ext uri="{FF2B5EF4-FFF2-40B4-BE49-F238E27FC236}">
                <a16:creationId xmlns:a16="http://schemas.microsoft.com/office/drawing/2014/main" id="{A99EF944-E000-435C-8094-044F7E0C4658}"/>
              </a:ext>
            </a:extLst>
          </p:cNvPr>
          <p:cNvSpPr txBox="1"/>
          <p:nvPr/>
        </p:nvSpPr>
        <p:spPr>
          <a:xfrm>
            <a:off x="67274" y="4155784"/>
            <a:ext cx="1691489"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취소</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환불</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교환</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 안내 설정</a:t>
            </a:r>
            <a:endParaRPr lang="ko-KR" altLang="en-US" sz="900" dirty="0"/>
          </a:p>
        </p:txBody>
      </p:sp>
      <p:graphicFrame>
        <p:nvGraphicFramePr>
          <p:cNvPr id="33" name="표 32">
            <a:extLst>
              <a:ext uri="{FF2B5EF4-FFF2-40B4-BE49-F238E27FC236}">
                <a16:creationId xmlns:a16="http://schemas.microsoft.com/office/drawing/2014/main" id="{A4166E59-2C50-4BD7-9D19-82F778EC515C}"/>
              </a:ext>
            </a:extLst>
          </p:cNvPr>
          <p:cNvGraphicFramePr>
            <a:graphicFrameLocks noGrp="1"/>
          </p:cNvGraphicFramePr>
          <p:nvPr/>
        </p:nvGraphicFramePr>
        <p:xfrm>
          <a:off x="125631" y="4416822"/>
          <a:ext cx="9943899" cy="1767840"/>
        </p:xfrm>
        <a:graphic>
          <a:graphicData uri="http://schemas.openxmlformats.org/drawingml/2006/table">
            <a:tbl>
              <a:tblPr firstRow="1" bandRow="1">
                <a:tableStyleId>{5C22544A-7EE6-4342-B048-85BDC9FD1C3A}</a:tableStyleId>
              </a:tblPr>
              <a:tblGrid>
                <a:gridCol w="1201724">
                  <a:extLst>
                    <a:ext uri="{9D8B030D-6E8A-4147-A177-3AD203B41FA5}">
                      <a16:colId xmlns:a16="http://schemas.microsoft.com/office/drawing/2014/main" val="20000"/>
                    </a:ext>
                  </a:extLst>
                </a:gridCol>
                <a:gridCol w="8742175">
                  <a:extLst>
                    <a:ext uri="{9D8B030D-6E8A-4147-A177-3AD203B41FA5}">
                      <a16:colId xmlns:a16="http://schemas.microsoft.com/office/drawing/2014/main" val="20001"/>
                    </a:ext>
                  </a:extLst>
                </a:gridCol>
              </a:tblGrid>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설정 정보 선택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취소</a:t>
                      </a:r>
                      <a:r>
                        <a:rPr lang="en-US" altLang="ko-KR" sz="800" b="0" dirty="0">
                          <a:solidFill>
                            <a:schemeClr val="tx1"/>
                          </a:solidFill>
                        </a:rPr>
                        <a:t>/</a:t>
                      </a:r>
                      <a:r>
                        <a:rPr lang="ko-KR" altLang="en-US" sz="800" b="0" dirty="0">
                          <a:solidFill>
                            <a:schemeClr val="tx1"/>
                          </a:solidFill>
                        </a:rPr>
                        <a:t>환불</a:t>
                      </a:r>
                      <a:r>
                        <a:rPr lang="en-US" altLang="ko-KR" sz="800" b="0" dirty="0">
                          <a:solidFill>
                            <a:schemeClr val="tx1"/>
                          </a:solidFill>
                        </a:rPr>
                        <a:t>(</a:t>
                      </a:r>
                      <a:r>
                        <a:rPr lang="ko-KR" altLang="en-US" sz="800" b="0" dirty="0">
                          <a:solidFill>
                            <a:schemeClr val="tx1"/>
                          </a:solidFill>
                        </a:rPr>
                        <a:t>교환</a:t>
                      </a:r>
                      <a:r>
                        <a:rPr lang="en-US" altLang="ko-KR" sz="800" b="0" dirty="0">
                          <a:solidFill>
                            <a:schemeClr val="tx1"/>
                          </a:solidFill>
                        </a:rPr>
                        <a:t>)</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안내 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35177375"/>
                  </a:ext>
                </a:extLst>
              </a:tr>
            </a:tbl>
          </a:graphicData>
        </a:graphic>
      </p:graphicFrame>
      <p:sp>
        <p:nvSpPr>
          <p:cNvPr id="34" name="직사각형 33">
            <a:extLst>
              <a:ext uri="{FF2B5EF4-FFF2-40B4-BE49-F238E27FC236}">
                <a16:creationId xmlns:a16="http://schemas.microsoft.com/office/drawing/2014/main" id="{17972470-2F38-4ED5-8EFA-E7CBC130CBA6}"/>
              </a:ext>
            </a:extLst>
          </p:cNvPr>
          <p:cNvSpPr/>
          <p:nvPr/>
        </p:nvSpPr>
        <p:spPr>
          <a:xfrm>
            <a:off x="1402115" y="4448154"/>
            <a:ext cx="1682050" cy="15726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기본 정보                        ▼</a:t>
            </a:r>
            <a:endParaRPr lang="en-US" altLang="ko-KR" sz="800" dirty="0">
              <a:solidFill>
                <a:schemeClr val="tx1">
                  <a:lumMod val="50000"/>
                  <a:lumOff val="50000"/>
                </a:schemeClr>
              </a:solidFill>
            </a:endParaRPr>
          </a:p>
        </p:txBody>
      </p:sp>
      <p:grpSp>
        <p:nvGrpSpPr>
          <p:cNvPr id="35" name="그룹 34">
            <a:extLst>
              <a:ext uri="{FF2B5EF4-FFF2-40B4-BE49-F238E27FC236}">
                <a16:creationId xmlns:a16="http://schemas.microsoft.com/office/drawing/2014/main" id="{A727DDC4-670A-4C2E-98F2-70F0D7BF2A5D}"/>
              </a:ext>
            </a:extLst>
          </p:cNvPr>
          <p:cNvGrpSpPr/>
          <p:nvPr/>
        </p:nvGrpSpPr>
        <p:grpSpPr>
          <a:xfrm>
            <a:off x="1402115" y="4681594"/>
            <a:ext cx="4950461" cy="218296"/>
            <a:chOff x="1557338" y="3290888"/>
            <a:chExt cx="6264166" cy="276225"/>
          </a:xfrm>
        </p:grpSpPr>
        <p:pic>
          <p:nvPicPr>
            <p:cNvPr id="36" name="Picture 2">
              <a:extLst>
                <a:ext uri="{FF2B5EF4-FFF2-40B4-BE49-F238E27FC236}">
                  <a16:creationId xmlns:a16="http://schemas.microsoft.com/office/drawing/2014/main" id="{188FE28E-DCDC-4CAA-ACAD-06BE5B57645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57338" y="3290888"/>
              <a:ext cx="6029325" cy="2762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7" name="Picture 3">
              <a:extLst>
                <a:ext uri="{FF2B5EF4-FFF2-40B4-BE49-F238E27FC236}">
                  <a16:creationId xmlns:a16="http://schemas.microsoft.com/office/drawing/2014/main" id="{A9B172A2-737E-4653-8F3B-3A41F7DFC56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92904" y="3310319"/>
              <a:ext cx="228600" cy="2190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38" name="직사각형 37">
            <a:extLst>
              <a:ext uri="{FF2B5EF4-FFF2-40B4-BE49-F238E27FC236}">
                <a16:creationId xmlns:a16="http://schemas.microsoft.com/office/drawing/2014/main" id="{6EA8155B-2C33-4271-94E9-B727230964B8}"/>
              </a:ext>
            </a:extLst>
          </p:cNvPr>
          <p:cNvSpPr/>
          <p:nvPr/>
        </p:nvSpPr>
        <p:spPr>
          <a:xfrm>
            <a:off x="1402115" y="4681594"/>
            <a:ext cx="7465939" cy="1399268"/>
          </a:xfrm>
          <a:prstGeom prst="rect">
            <a:avLst/>
          </a:prstGeom>
          <a:no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39" name="표 38">
            <a:extLst>
              <a:ext uri="{FF2B5EF4-FFF2-40B4-BE49-F238E27FC236}">
                <a16:creationId xmlns:a16="http://schemas.microsoft.com/office/drawing/2014/main" id="{9E5F77A2-21CB-4397-B878-976E5663C9D5}"/>
              </a:ext>
            </a:extLst>
          </p:cNvPr>
          <p:cNvGraphicFramePr>
            <a:graphicFrameLocks noGrp="1"/>
          </p:cNvGraphicFramePr>
          <p:nvPr>
            <p:extLst>
              <p:ext uri="{D42A27DB-BD31-4B8C-83A1-F6EECF244321}">
                <p14:modId xmlns:p14="http://schemas.microsoft.com/office/powerpoint/2010/main" val="2816013810"/>
              </p:ext>
            </p:extLst>
          </p:nvPr>
        </p:nvGraphicFramePr>
        <p:xfrm>
          <a:off x="10171774" y="22159"/>
          <a:ext cx="1979018" cy="2911872"/>
        </p:xfrm>
        <a:graphic>
          <a:graphicData uri="http://schemas.openxmlformats.org/drawingml/2006/table">
            <a:tbl>
              <a:tblPr firstRow="1" bandRow="1">
                <a:tableStyleId>{5940675A-B579-460E-94D1-54222C63F5DA}</a:tableStyleId>
              </a:tblPr>
              <a:tblGrid>
                <a:gridCol w="481430">
                  <a:extLst>
                    <a:ext uri="{9D8B030D-6E8A-4147-A177-3AD203B41FA5}">
                      <a16:colId xmlns:a16="http://schemas.microsoft.com/office/drawing/2014/main" val="2768186151"/>
                    </a:ext>
                  </a:extLst>
                </a:gridCol>
                <a:gridCol w="343659">
                  <a:extLst>
                    <a:ext uri="{9D8B030D-6E8A-4147-A177-3AD203B41FA5}">
                      <a16:colId xmlns:a16="http://schemas.microsoft.com/office/drawing/2014/main" val="3323917203"/>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RF-02-06-02-5</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공동구매관리 </a:t>
                      </a:r>
                      <a:r>
                        <a:rPr lang="en-US" altLang="ko-KR" sz="800" dirty="0"/>
                        <a:t>&gt; </a:t>
                      </a:r>
                      <a:r>
                        <a:rPr lang="ko-KR" altLang="en-US" sz="800" dirty="0"/>
                        <a:t>공동구매상품 등록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공동구매상품 등록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발주 담당자 선택 시 등록 폼 변화 표시</a:t>
                      </a:r>
                    </a:p>
                  </a:txBody>
                  <a:tcPr anchor="ctr">
                    <a:solidFill>
                      <a:schemeClr val="bg1"/>
                    </a:solidFill>
                  </a:tcPr>
                </a:tc>
                <a:tc hMerge="1">
                  <a:txBody>
                    <a:bodyPr/>
                    <a:lstStyle/>
                    <a:p>
                      <a:pPr latinLnBrk="1"/>
                      <a:endParaRPr lang="ko-KR" altLang="en-US"/>
                    </a:p>
                  </a:txBody>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발주 담당자 설정을 설정으로 선택 시 발주 담당자 등록 영역 활성화</a:t>
                      </a:r>
                      <a:endParaRPr lang="en-US" altLang="ko-KR" sz="800" b="0" dirty="0">
                        <a:solidFill>
                          <a:schemeClr val="tx1"/>
                        </a:solidFill>
                      </a:endParaRPr>
                    </a:p>
                  </a:txBody>
                  <a:tcPr anchor="ct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tc>
                <a:extLst>
                  <a:ext uri="{0D108BD9-81ED-4DB2-BD59-A6C34878D82A}">
                    <a16:rowId xmlns:a16="http://schemas.microsoft.com/office/drawing/2014/main" val="1076136731"/>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발주 담당자 찾기 화면 생성</a:t>
                      </a:r>
                      <a:endParaRPr lang="en-US" altLang="ko-KR" sz="800" b="0" dirty="0">
                        <a:solidFill>
                          <a:schemeClr val="tx1"/>
                        </a:solidFill>
                      </a:endParaRPr>
                    </a:p>
                  </a:txBody>
                  <a:tcPr anchor="ct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tc>
                <a:extLst>
                  <a:ext uri="{0D108BD9-81ED-4DB2-BD59-A6C34878D82A}">
                    <a16:rowId xmlns:a16="http://schemas.microsoft.com/office/drawing/2014/main" val="1292718721"/>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담당자</a:t>
                      </a:r>
                      <a:r>
                        <a:rPr lang="ko-KR" altLang="en-US" sz="800" b="0" baseline="0" dirty="0">
                          <a:solidFill>
                            <a:schemeClr val="tx1"/>
                          </a:solidFill>
                        </a:rPr>
                        <a:t> 정보를 입력하면 정보에 맞는 담당자 목록이 표시된다</a:t>
                      </a:r>
                      <a:r>
                        <a:rPr lang="en-US" altLang="ko-KR" sz="800" b="0" baseline="0" dirty="0">
                          <a:solidFill>
                            <a:schemeClr val="tx1"/>
                          </a:solidFill>
                        </a:rPr>
                        <a:t>.</a:t>
                      </a:r>
                      <a:endParaRPr lang="en-US" altLang="ko-KR" sz="800" b="0" dirty="0">
                        <a:solidFill>
                          <a:schemeClr val="tx1"/>
                        </a:solidFill>
                      </a:endParaRPr>
                    </a:p>
                  </a:txBody>
                  <a:tcPr anchor="ctr"/>
                </a:tc>
                <a:tc hMerge="1">
                  <a:txBody>
                    <a:bodyPr/>
                    <a:lstStyle/>
                    <a:p>
                      <a:pPr algn="l" latinLnBrk="1"/>
                      <a:endParaRPr lang="en-US" altLang="ko-KR" sz="800" b="0" dirty="0">
                        <a:solidFill>
                          <a:schemeClr val="tx1"/>
                        </a:solidFill>
                      </a:endParaRPr>
                    </a:p>
                  </a:txBody>
                  <a:tcPr anchor="ctr"/>
                </a:tc>
                <a:extLst>
                  <a:ext uri="{0D108BD9-81ED-4DB2-BD59-A6C34878D82A}">
                    <a16:rowId xmlns:a16="http://schemas.microsoft.com/office/drawing/2014/main" val="3292218321"/>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선택 시 발주 담당자 정보가 등록된다</a:t>
                      </a:r>
                      <a:r>
                        <a:rPr lang="en-US" altLang="ko-KR" sz="800" b="0" dirty="0">
                          <a:solidFill>
                            <a:schemeClr val="tx1"/>
                          </a:solidFill>
                        </a:rPr>
                        <a:t>.</a:t>
                      </a:r>
                    </a:p>
                  </a:txBody>
                  <a:tcPr anchor="ctr"/>
                </a:tc>
                <a:tc hMerge="1">
                  <a:txBody>
                    <a:bodyPr/>
                    <a:lstStyle/>
                    <a:p>
                      <a:pPr algn="l" latinLnBrk="1"/>
                      <a:endParaRPr lang="en-US" altLang="ko-KR" sz="800" b="0" dirty="0">
                        <a:solidFill>
                          <a:schemeClr val="tx1"/>
                        </a:solidFill>
                      </a:endParaRPr>
                    </a:p>
                  </a:txBody>
                  <a:tcPr anchor="ctr"/>
                </a:tc>
                <a:extLst>
                  <a:ext uri="{0D108BD9-81ED-4DB2-BD59-A6C34878D82A}">
                    <a16:rowId xmlns:a16="http://schemas.microsoft.com/office/drawing/2014/main" val="1984236643"/>
                  </a:ext>
                </a:extLst>
              </a:tr>
            </a:tbl>
          </a:graphicData>
        </a:graphic>
      </p:graphicFrame>
      <p:sp>
        <p:nvSpPr>
          <p:cNvPr id="40" name="TextBox 39">
            <a:extLst>
              <a:ext uri="{FF2B5EF4-FFF2-40B4-BE49-F238E27FC236}">
                <a16:creationId xmlns:a16="http://schemas.microsoft.com/office/drawing/2014/main" id="{281ACFAA-6042-4F0B-A3F7-EC219B04D7F4}"/>
              </a:ext>
            </a:extLst>
          </p:cNvPr>
          <p:cNvSpPr txBox="1"/>
          <p:nvPr/>
        </p:nvSpPr>
        <p:spPr>
          <a:xfrm>
            <a:off x="65663" y="1690806"/>
            <a:ext cx="1343638"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 판매 정보</a:t>
            </a:r>
            <a:endParaRPr lang="ko-KR" altLang="en-US" sz="900" dirty="0"/>
          </a:p>
        </p:txBody>
      </p:sp>
      <p:graphicFrame>
        <p:nvGraphicFramePr>
          <p:cNvPr id="41" name="표 40">
            <a:extLst>
              <a:ext uri="{FF2B5EF4-FFF2-40B4-BE49-F238E27FC236}">
                <a16:creationId xmlns:a16="http://schemas.microsoft.com/office/drawing/2014/main" id="{9AA923D2-C687-4261-8D39-F501966C69DD}"/>
              </a:ext>
            </a:extLst>
          </p:cNvPr>
          <p:cNvGraphicFramePr>
            <a:graphicFrameLocks noGrp="1"/>
          </p:cNvGraphicFramePr>
          <p:nvPr>
            <p:extLst>
              <p:ext uri="{D42A27DB-BD31-4B8C-83A1-F6EECF244321}">
                <p14:modId xmlns:p14="http://schemas.microsoft.com/office/powerpoint/2010/main" val="1891099833"/>
              </p:ext>
            </p:extLst>
          </p:nvPr>
        </p:nvGraphicFramePr>
        <p:xfrm>
          <a:off x="125631" y="1952768"/>
          <a:ext cx="9943899" cy="64008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8738874">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공동구매상품</a:t>
                      </a:r>
                      <a:r>
                        <a:rPr lang="ko-KR" altLang="en-US" sz="800" b="0" baseline="0" dirty="0">
                          <a:solidFill>
                            <a:schemeClr val="tx1"/>
                          </a:solidFill>
                        </a:rPr>
                        <a:t> </a:t>
                      </a:r>
                      <a:r>
                        <a:rPr lang="ko-KR" altLang="en-US" sz="800" b="0" baseline="0" dirty="0" err="1">
                          <a:solidFill>
                            <a:schemeClr val="tx1"/>
                          </a:solidFill>
                        </a:rPr>
                        <a:t>판매명</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판매기간 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기간 설정     </a:t>
                      </a:r>
                      <a:r>
                        <a:rPr lang="en-US" altLang="ko-KR" sz="800" b="0" dirty="0">
                          <a:solidFill>
                            <a:schemeClr val="tx1"/>
                          </a:solidFill>
                        </a:rPr>
                        <a:t>● </a:t>
                      </a:r>
                      <a:r>
                        <a:rPr lang="ko-KR" altLang="en-US" sz="800" b="0" dirty="0">
                          <a:solidFill>
                            <a:schemeClr val="tx1"/>
                          </a:solidFill>
                        </a:rPr>
                        <a:t>기간 설정 없음</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latinLnBrk="1"/>
                      <a:r>
                        <a:rPr lang="ko-KR" altLang="en-US" sz="800" b="0" dirty="0">
                          <a:solidFill>
                            <a:schemeClr val="tx1"/>
                          </a:solidFill>
                        </a:rPr>
                        <a:t>판매 기간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a:t>
                      </a:r>
                      <a:r>
                        <a:rPr lang="en-US" altLang="ko-KR" sz="800" b="0" i="0" u="none" strike="noStrike" baseline="0" dirty="0">
                          <a:solidFill>
                            <a:srgbClr val="000000"/>
                          </a:solidFill>
                          <a:effectLst/>
                          <a:latin typeface="+mn-lt"/>
                        </a:rPr>
                        <a:t> </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42" name="직사각형 41">
            <a:extLst>
              <a:ext uri="{FF2B5EF4-FFF2-40B4-BE49-F238E27FC236}">
                <a16:creationId xmlns:a16="http://schemas.microsoft.com/office/drawing/2014/main" id="{1CBBEC54-344A-47D3-B188-0C43349D2DDC}"/>
              </a:ext>
            </a:extLst>
          </p:cNvPr>
          <p:cNvSpPr/>
          <p:nvPr/>
        </p:nvSpPr>
        <p:spPr>
          <a:xfrm>
            <a:off x="1398625" y="2439171"/>
            <a:ext cx="749772" cy="105075"/>
          </a:xfrm>
          <a:prstGeom prst="rect">
            <a:avLst/>
          </a:prstGeom>
          <a:solidFill>
            <a:schemeClr val="bg1">
              <a:lumMod val="95000"/>
            </a:schemeClr>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4" name="직사각형 43">
            <a:extLst>
              <a:ext uri="{FF2B5EF4-FFF2-40B4-BE49-F238E27FC236}">
                <a16:creationId xmlns:a16="http://schemas.microsoft.com/office/drawing/2014/main" id="{1CBBEC54-344A-47D3-B188-0C43349D2DDC}"/>
              </a:ext>
            </a:extLst>
          </p:cNvPr>
          <p:cNvSpPr/>
          <p:nvPr/>
        </p:nvSpPr>
        <p:spPr>
          <a:xfrm>
            <a:off x="2381078" y="2443204"/>
            <a:ext cx="749772" cy="105075"/>
          </a:xfrm>
          <a:prstGeom prst="rect">
            <a:avLst/>
          </a:prstGeom>
          <a:solidFill>
            <a:schemeClr val="bg1">
              <a:lumMod val="95000"/>
            </a:schemeClr>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5" name="직사각형 44">
            <a:extLst>
              <a:ext uri="{FF2B5EF4-FFF2-40B4-BE49-F238E27FC236}">
                <a16:creationId xmlns:a16="http://schemas.microsoft.com/office/drawing/2014/main" id="{1CBBEC54-344A-47D3-B188-0C43349D2DDC}"/>
              </a:ext>
            </a:extLst>
          </p:cNvPr>
          <p:cNvSpPr/>
          <p:nvPr/>
        </p:nvSpPr>
        <p:spPr>
          <a:xfrm>
            <a:off x="1918248" y="6841676"/>
            <a:ext cx="1296687" cy="146092"/>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6" name="직사각형 45">
            <a:extLst>
              <a:ext uri="{FF2B5EF4-FFF2-40B4-BE49-F238E27FC236}">
                <a16:creationId xmlns:a16="http://schemas.microsoft.com/office/drawing/2014/main" id="{1CBBEC54-344A-47D3-B188-0C43349D2DDC}"/>
              </a:ext>
            </a:extLst>
          </p:cNvPr>
          <p:cNvSpPr/>
          <p:nvPr/>
        </p:nvSpPr>
        <p:spPr>
          <a:xfrm>
            <a:off x="3870143" y="6840693"/>
            <a:ext cx="1296687" cy="146092"/>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7" name="직사각형 46">
            <a:extLst>
              <a:ext uri="{FF2B5EF4-FFF2-40B4-BE49-F238E27FC236}">
                <a16:creationId xmlns:a16="http://schemas.microsoft.com/office/drawing/2014/main" id="{73FE292D-6445-4149-8025-7BB66E256F86}"/>
              </a:ext>
            </a:extLst>
          </p:cNvPr>
          <p:cNvSpPr/>
          <p:nvPr/>
        </p:nvSpPr>
        <p:spPr>
          <a:xfrm>
            <a:off x="5374750" y="6840693"/>
            <a:ext cx="721249" cy="154747"/>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추가하기</a:t>
            </a:r>
            <a:endParaRPr lang="en-US" altLang="ko-KR" sz="800" dirty="0">
              <a:solidFill>
                <a:schemeClr val="bg1"/>
              </a:solidFill>
            </a:endParaRPr>
          </a:p>
        </p:txBody>
      </p:sp>
      <p:sp>
        <p:nvSpPr>
          <p:cNvPr id="48" name="직사각형 47">
            <a:extLst>
              <a:ext uri="{FF2B5EF4-FFF2-40B4-BE49-F238E27FC236}">
                <a16:creationId xmlns:a16="http://schemas.microsoft.com/office/drawing/2014/main" id="{73FE292D-6445-4149-8025-7BB66E256F86}"/>
              </a:ext>
            </a:extLst>
          </p:cNvPr>
          <p:cNvSpPr/>
          <p:nvPr/>
        </p:nvSpPr>
        <p:spPr>
          <a:xfrm>
            <a:off x="5372731" y="7059442"/>
            <a:ext cx="721249" cy="155098"/>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삭제</a:t>
            </a:r>
            <a:endParaRPr lang="en-US" altLang="ko-KR" sz="800" dirty="0">
              <a:solidFill>
                <a:schemeClr val="bg1"/>
              </a:solidFill>
            </a:endParaRPr>
          </a:p>
        </p:txBody>
      </p:sp>
      <p:sp>
        <p:nvSpPr>
          <p:cNvPr id="49" name="직사각형 48">
            <a:extLst>
              <a:ext uri="{FF2B5EF4-FFF2-40B4-BE49-F238E27FC236}">
                <a16:creationId xmlns:a16="http://schemas.microsoft.com/office/drawing/2014/main" id="{73FE292D-6445-4149-8025-7BB66E256F86}"/>
              </a:ext>
            </a:extLst>
          </p:cNvPr>
          <p:cNvSpPr/>
          <p:nvPr/>
        </p:nvSpPr>
        <p:spPr>
          <a:xfrm>
            <a:off x="5372730" y="7275349"/>
            <a:ext cx="721249" cy="155098"/>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삭제</a:t>
            </a:r>
            <a:endParaRPr lang="en-US" altLang="ko-KR" sz="800" dirty="0">
              <a:solidFill>
                <a:schemeClr val="bg1"/>
              </a:solidFill>
            </a:endParaRPr>
          </a:p>
        </p:txBody>
      </p:sp>
      <p:sp>
        <p:nvSpPr>
          <p:cNvPr id="50" name="직사각형 49">
            <a:extLst>
              <a:ext uri="{FF2B5EF4-FFF2-40B4-BE49-F238E27FC236}">
                <a16:creationId xmlns:a16="http://schemas.microsoft.com/office/drawing/2014/main" id="{B7B9AF7E-0BC7-4BB7-B974-34FB3F66A0E4}"/>
              </a:ext>
            </a:extLst>
          </p:cNvPr>
          <p:cNvSpPr/>
          <p:nvPr/>
        </p:nvSpPr>
        <p:spPr>
          <a:xfrm>
            <a:off x="271145" y="9623817"/>
            <a:ext cx="9785554" cy="3651459"/>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dirty="0"/>
          </a:p>
        </p:txBody>
      </p:sp>
      <p:graphicFrame>
        <p:nvGraphicFramePr>
          <p:cNvPr id="51" name="표 50">
            <a:extLst>
              <a:ext uri="{FF2B5EF4-FFF2-40B4-BE49-F238E27FC236}">
                <a16:creationId xmlns:a16="http://schemas.microsoft.com/office/drawing/2014/main" id="{97843047-3A95-4386-BAFE-F4BAECEEABF3}"/>
              </a:ext>
            </a:extLst>
          </p:cNvPr>
          <p:cNvGraphicFramePr>
            <a:graphicFrameLocks noGrp="1"/>
          </p:cNvGraphicFramePr>
          <p:nvPr>
            <p:extLst>
              <p:ext uri="{D42A27DB-BD31-4B8C-83A1-F6EECF244321}">
                <p14:modId xmlns:p14="http://schemas.microsoft.com/office/powerpoint/2010/main" val="394204964"/>
              </p:ext>
            </p:extLst>
          </p:nvPr>
        </p:nvGraphicFramePr>
        <p:xfrm>
          <a:off x="458969" y="10115680"/>
          <a:ext cx="9229022" cy="426720"/>
        </p:xfrm>
        <a:graphic>
          <a:graphicData uri="http://schemas.openxmlformats.org/drawingml/2006/table">
            <a:tbl>
              <a:tblPr firstRow="1" bandRow="1">
                <a:tableStyleId>{5C22544A-7EE6-4342-B048-85BDC9FD1C3A}</a:tableStyleId>
              </a:tblPr>
              <a:tblGrid>
                <a:gridCol w="1097005">
                  <a:extLst>
                    <a:ext uri="{9D8B030D-6E8A-4147-A177-3AD203B41FA5}">
                      <a16:colId xmlns:a16="http://schemas.microsoft.com/office/drawing/2014/main" val="20000"/>
                    </a:ext>
                  </a:extLst>
                </a:gridCol>
                <a:gridCol w="8132017">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발주 담당자 설정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a:t>
                      </a:r>
                      <a:r>
                        <a:rPr lang="ko-KR" altLang="en-US" sz="800" b="0" i="0" u="none" strike="noStrike" dirty="0" err="1">
                          <a:solidFill>
                            <a:srgbClr val="000000"/>
                          </a:solidFill>
                          <a:effectLst/>
                          <a:latin typeface="+mn-lt"/>
                        </a:rPr>
                        <a:t>설정안함</a:t>
                      </a:r>
                      <a:r>
                        <a:rPr lang="ko-KR" altLang="en-US" sz="800" b="0" i="0" u="none" strike="noStrike" dirty="0">
                          <a:solidFill>
                            <a:srgbClr val="000000"/>
                          </a:solidFill>
                          <a:effectLst/>
                          <a:latin typeface="+mn-lt"/>
                        </a:rPr>
                        <a:t>    ● 설정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발주 담당자 선택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023436917"/>
                  </a:ext>
                </a:extLst>
              </a:tr>
            </a:tbl>
          </a:graphicData>
        </a:graphic>
      </p:graphicFrame>
      <p:sp>
        <p:nvSpPr>
          <p:cNvPr id="52" name="TextBox 51">
            <a:extLst>
              <a:ext uri="{FF2B5EF4-FFF2-40B4-BE49-F238E27FC236}">
                <a16:creationId xmlns:a16="http://schemas.microsoft.com/office/drawing/2014/main" id="{8C865485-16D6-491E-B6D3-00DC8AE2E0BB}"/>
              </a:ext>
            </a:extLst>
          </p:cNvPr>
          <p:cNvSpPr txBox="1"/>
          <p:nvPr/>
        </p:nvSpPr>
        <p:spPr>
          <a:xfrm>
            <a:off x="382664" y="9888165"/>
            <a:ext cx="1228221"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발주 담당자 정보</a:t>
            </a:r>
            <a:endParaRPr lang="ko-KR" altLang="en-US" sz="900" dirty="0"/>
          </a:p>
        </p:txBody>
      </p:sp>
      <p:sp>
        <p:nvSpPr>
          <p:cNvPr id="53" name="직사각형 52">
            <a:extLst>
              <a:ext uri="{FF2B5EF4-FFF2-40B4-BE49-F238E27FC236}">
                <a16:creationId xmlns:a16="http://schemas.microsoft.com/office/drawing/2014/main" id="{6A2B15C6-39A7-4F2C-A1E6-FB7306E4C9D5}"/>
              </a:ext>
            </a:extLst>
          </p:cNvPr>
          <p:cNvSpPr/>
          <p:nvPr/>
        </p:nvSpPr>
        <p:spPr>
          <a:xfrm>
            <a:off x="3450427" y="10353886"/>
            <a:ext cx="721249" cy="154747"/>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담당찾기</a:t>
            </a:r>
            <a:endParaRPr lang="en-US" altLang="ko-KR" sz="800" dirty="0">
              <a:solidFill>
                <a:schemeClr val="bg1"/>
              </a:solidFill>
            </a:endParaRPr>
          </a:p>
        </p:txBody>
      </p:sp>
      <p:sp>
        <p:nvSpPr>
          <p:cNvPr id="54" name="직사각형 53">
            <a:extLst>
              <a:ext uri="{FF2B5EF4-FFF2-40B4-BE49-F238E27FC236}">
                <a16:creationId xmlns:a16="http://schemas.microsoft.com/office/drawing/2014/main" id="{CA13A4F2-9202-4A52-8445-3B4AB3ABB980}"/>
              </a:ext>
            </a:extLst>
          </p:cNvPr>
          <p:cNvSpPr/>
          <p:nvPr/>
        </p:nvSpPr>
        <p:spPr>
          <a:xfrm>
            <a:off x="1647755" y="10353886"/>
            <a:ext cx="1804610" cy="15168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홍길동 </a:t>
            </a:r>
            <a:r>
              <a:rPr lang="en-US" altLang="ko-KR" sz="800" dirty="0">
                <a:solidFill>
                  <a:schemeClr val="tx1"/>
                </a:solidFill>
              </a:rPr>
              <a:t>(abc@abc.co.kr)</a:t>
            </a:r>
          </a:p>
        </p:txBody>
      </p:sp>
      <p:sp>
        <p:nvSpPr>
          <p:cNvPr id="55" name="직사각형 54">
            <a:extLst>
              <a:ext uri="{FF2B5EF4-FFF2-40B4-BE49-F238E27FC236}">
                <a16:creationId xmlns:a16="http://schemas.microsoft.com/office/drawing/2014/main" id="{E309CBFD-743B-45E9-AD1D-05D115D4B95D}"/>
              </a:ext>
            </a:extLst>
          </p:cNvPr>
          <p:cNvSpPr/>
          <p:nvPr/>
        </p:nvSpPr>
        <p:spPr>
          <a:xfrm>
            <a:off x="5070621" y="10222361"/>
            <a:ext cx="3936396" cy="2212258"/>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dirty="0"/>
          </a:p>
        </p:txBody>
      </p:sp>
      <p:sp>
        <p:nvSpPr>
          <p:cNvPr id="56" name="직사각형 55">
            <a:extLst>
              <a:ext uri="{FF2B5EF4-FFF2-40B4-BE49-F238E27FC236}">
                <a16:creationId xmlns:a16="http://schemas.microsoft.com/office/drawing/2014/main" id="{A9878053-2877-4A59-9D9F-4538A337BC32}"/>
              </a:ext>
            </a:extLst>
          </p:cNvPr>
          <p:cNvSpPr/>
          <p:nvPr/>
        </p:nvSpPr>
        <p:spPr>
          <a:xfrm>
            <a:off x="5157343" y="10265348"/>
            <a:ext cx="1524776" cy="369332"/>
          </a:xfrm>
          <a:prstGeom prst="rect">
            <a:avLst/>
          </a:prstGeom>
        </p:spPr>
        <p:txBody>
          <a:bodyPr wrap="none">
            <a:spAutoFit/>
          </a:bodyPr>
          <a:lstStyle/>
          <a:p>
            <a:pPr>
              <a:lnSpc>
                <a:spcPct val="150000"/>
              </a:lnSpc>
            </a:pPr>
            <a:r>
              <a:rPr lang="ko-KR" altLang="en-US" sz="1200" b="1" dirty="0"/>
              <a:t>■ </a:t>
            </a:r>
            <a:r>
              <a:rPr lang="ko-KR" altLang="en-US" sz="1200" b="1" dirty="0" err="1"/>
              <a:t>발주담당자</a:t>
            </a:r>
            <a:r>
              <a:rPr lang="ko-KR" altLang="en-US" sz="1200" b="1" dirty="0"/>
              <a:t> 찾기</a:t>
            </a:r>
          </a:p>
        </p:txBody>
      </p:sp>
      <p:sp>
        <p:nvSpPr>
          <p:cNvPr id="57" name="직사각형 56">
            <a:extLst>
              <a:ext uri="{FF2B5EF4-FFF2-40B4-BE49-F238E27FC236}">
                <a16:creationId xmlns:a16="http://schemas.microsoft.com/office/drawing/2014/main" id="{7AE76F7E-076C-48EA-84C5-C3CF3DACCA60}"/>
              </a:ext>
            </a:extLst>
          </p:cNvPr>
          <p:cNvSpPr/>
          <p:nvPr/>
        </p:nvSpPr>
        <p:spPr>
          <a:xfrm>
            <a:off x="5229038" y="10905219"/>
            <a:ext cx="3116847" cy="238509"/>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담당자명</a:t>
            </a:r>
            <a:endParaRPr lang="en-US" altLang="ko-KR" sz="800" dirty="0">
              <a:solidFill>
                <a:schemeClr val="tx1">
                  <a:lumMod val="50000"/>
                  <a:lumOff val="50000"/>
                </a:schemeClr>
              </a:solidFill>
            </a:endParaRPr>
          </a:p>
        </p:txBody>
      </p:sp>
      <p:sp>
        <p:nvSpPr>
          <p:cNvPr id="58" name="TextBox 57">
            <a:extLst>
              <a:ext uri="{FF2B5EF4-FFF2-40B4-BE49-F238E27FC236}">
                <a16:creationId xmlns:a16="http://schemas.microsoft.com/office/drawing/2014/main" id="{8BFD327D-0D6E-461F-A2CD-BE0F685B8FB3}"/>
              </a:ext>
            </a:extLst>
          </p:cNvPr>
          <p:cNvSpPr txBox="1"/>
          <p:nvPr/>
        </p:nvSpPr>
        <p:spPr>
          <a:xfrm>
            <a:off x="8430560" y="10904392"/>
            <a:ext cx="415498" cy="230832"/>
          </a:xfrm>
          <a:prstGeom prst="rect">
            <a:avLst/>
          </a:prstGeom>
          <a:solidFill>
            <a:schemeClr val="tx1"/>
          </a:solidFill>
        </p:spPr>
        <p:txBody>
          <a:bodyPr wrap="none" rtlCol="0">
            <a:spAutoFit/>
          </a:bodyPr>
          <a:lstStyle/>
          <a:p>
            <a:r>
              <a:rPr lang="ko-KR" altLang="en-US" sz="900" dirty="0">
                <a:solidFill>
                  <a:schemeClr val="bg1"/>
                </a:solidFill>
              </a:rPr>
              <a:t>검색</a:t>
            </a:r>
            <a:endParaRPr lang="en-US" altLang="ko-KR" sz="900" dirty="0">
              <a:solidFill>
                <a:schemeClr val="bg1"/>
              </a:solidFill>
            </a:endParaRPr>
          </a:p>
        </p:txBody>
      </p:sp>
      <p:sp>
        <p:nvSpPr>
          <p:cNvPr id="59" name="직사각형 58">
            <a:extLst>
              <a:ext uri="{FF2B5EF4-FFF2-40B4-BE49-F238E27FC236}">
                <a16:creationId xmlns:a16="http://schemas.microsoft.com/office/drawing/2014/main" id="{05ADE6C4-0A9B-4E5E-BFED-C77F7BD8905C}"/>
              </a:ext>
            </a:extLst>
          </p:cNvPr>
          <p:cNvSpPr/>
          <p:nvPr/>
        </p:nvSpPr>
        <p:spPr>
          <a:xfrm>
            <a:off x="5229038" y="11227305"/>
            <a:ext cx="3618293" cy="81225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200000"/>
              </a:lnSpc>
            </a:pPr>
            <a:r>
              <a:rPr lang="ko-KR" altLang="en-US" sz="800" dirty="0">
                <a:solidFill>
                  <a:schemeClr val="tx1"/>
                </a:solidFill>
              </a:rPr>
              <a:t>홍길동 </a:t>
            </a:r>
            <a:r>
              <a:rPr lang="en-US" altLang="ko-KR" sz="800" dirty="0">
                <a:solidFill>
                  <a:schemeClr val="tx1"/>
                </a:solidFill>
              </a:rPr>
              <a:t>( abc@abc.co.kr )</a:t>
            </a:r>
          </a:p>
          <a:p>
            <a:pPr>
              <a:lnSpc>
                <a:spcPct val="200000"/>
              </a:lnSpc>
            </a:pPr>
            <a:r>
              <a:rPr lang="ko-KR" altLang="en-US" sz="800" dirty="0" err="1">
                <a:solidFill>
                  <a:schemeClr val="tx1"/>
                </a:solidFill>
              </a:rPr>
              <a:t>성춘향</a:t>
            </a:r>
            <a:r>
              <a:rPr lang="ko-KR" altLang="en-US" sz="800" dirty="0">
                <a:solidFill>
                  <a:schemeClr val="tx1"/>
                </a:solidFill>
              </a:rPr>
              <a:t> </a:t>
            </a:r>
            <a:r>
              <a:rPr lang="en-US" altLang="ko-KR" sz="800" dirty="0">
                <a:solidFill>
                  <a:schemeClr val="tx1"/>
                </a:solidFill>
              </a:rPr>
              <a:t>( test1234@naver.com</a:t>
            </a:r>
            <a:r>
              <a:rPr lang="ko-KR" altLang="en-US" sz="800" dirty="0">
                <a:solidFill>
                  <a:schemeClr val="tx1"/>
                </a:solidFill>
              </a:rPr>
              <a:t> </a:t>
            </a:r>
            <a:r>
              <a:rPr lang="en-US" altLang="ko-KR" sz="800" dirty="0">
                <a:solidFill>
                  <a:schemeClr val="tx1"/>
                </a:solidFill>
              </a:rPr>
              <a:t>)</a:t>
            </a:r>
          </a:p>
          <a:p>
            <a:pPr>
              <a:lnSpc>
                <a:spcPct val="200000"/>
              </a:lnSpc>
            </a:pPr>
            <a:r>
              <a:rPr lang="ko-KR" altLang="en-US" sz="800" dirty="0" err="1">
                <a:solidFill>
                  <a:schemeClr val="tx1"/>
                </a:solidFill>
              </a:rPr>
              <a:t>이목룡</a:t>
            </a:r>
            <a:r>
              <a:rPr lang="ko-KR" altLang="en-US" sz="800" dirty="0">
                <a:solidFill>
                  <a:schemeClr val="tx1"/>
                </a:solidFill>
              </a:rPr>
              <a:t> </a:t>
            </a:r>
            <a:r>
              <a:rPr lang="en-US" altLang="ko-KR" sz="800" dirty="0">
                <a:solidFill>
                  <a:schemeClr val="tx1"/>
                </a:solidFill>
              </a:rPr>
              <a:t>( dsdsfds@gmail.com )</a:t>
            </a:r>
          </a:p>
          <a:p>
            <a:endParaRPr lang="en-US" altLang="ko-KR" sz="800" dirty="0">
              <a:solidFill>
                <a:schemeClr val="tx1">
                  <a:lumMod val="50000"/>
                  <a:lumOff val="50000"/>
                </a:schemeClr>
              </a:solidFill>
            </a:endParaRPr>
          </a:p>
        </p:txBody>
      </p:sp>
      <p:sp>
        <p:nvSpPr>
          <p:cNvPr id="60" name="직사각형 59">
            <a:extLst>
              <a:ext uri="{FF2B5EF4-FFF2-40B4-BE49-F238E27FC236}">
                <a16:creationId xmlns:a16="http://schemas.microsoft.com/office/drawing/2014/main" id="{244279E1-BF42-4DFE-99DA-2F98E8A6B622}"/>
              </a:ext>
            </a:extLst>
          </p:cNvPr>
          <p:cNvSpPr/>
          <p:nvPr/>
        </p:nvSpPr>
        <p:spPr>
          <a:xfrm>
            <a:off x="8264769" y="11303036"/>
            <a:ext cx="510512" cy="145887"/>
          </a:xfrm>
          <a:prstGeom prst="rect">
            <a:avLst/>
          </a:prstGeom>
          <a:solidFill>
            <a:schemeClr val="tx1"/>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latin typeface="+mj-ea"/>
                <a:ea typeface="+mj-ea"/>
              </a:rPr>
              <a:t>선택</a:t>
            </a:r>
          </a:p>
        </p:txBody>
      </p:sp>
      <p:sp>
        <p:nvSpPr>
          <p:cNvPr id="61" name="직사각형 60">
            <a:extLst>
              <a:ext uri="{FF2B5EF4-FFF2-40B4-BE49-F238E27FC236}">
                <a16:creationId xmlns:a16="http://schemas.microsoft.com/office/drawing/2014/main" id="{50B69503-CEBB-432D-A015-32951B153994}"/>
              </a:ext>
            </a:extLst>
          </p:cNvPr>
          <p:cNvSpPr/>
          <p:nvPr/>
        </p:nvSpPr>
        <p:spPr>
          <a:xfrm>
            <a:off x="8264769" y="11545161"/>
            <a:ext cx="510512" cy="145887"/>
          </a:xfrm>
          <a:prstGeom prst="rect">
            <a:avLst/>
          </a:prstGeom>
          <a:solidFill>
            <a:schemeClr val="tx1"/>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latin typeface="+mj-ea"/>
                <a:ea typeface="+mj-ea"/>
              </a:rPr>
              <a:t>선택</a:t>
            </a:r>
            <a:endParaRPr lang="ko-KR" altLang="en-US" sz="800" dirty="0">
              <a:solidFill>
                <a:schemeClr val="bg1"/>
              </a:solidFill>
              <a:latin typeface="+mj-ea"/>
              <a:ea typeface="+mj-ea"/>
            </a:endParaRPr>
          </a:p>
        </p:txBody>
      </p:sp>
      <p:sp>
        <p:nvSpPr>
          <p:cNvPr id="62" name="직사각형 61">
            <a:extLst>
              <a:ext uri="{FF2B5EF4-FFF2-40B4-BE49-F238E27FC236}">
                <a16:creationId xmlns:a16="http://schemas.microsoft.com/office/drawing/2014/main" id="{5D4885A0-628F-415B-AFD1-26ED447D82CF}"/>
              </a:ext>
            </a:extLst>
          </p:cNvPr>
          <p:cNvSpPr/>
          <p:nvPr/>
        </p:nvSpPr>
        <p:spPr>
          <a:xfrm>
            <a:off x="8264769" y="11787286"/>
            <a:ext cx="510512" cy="145887"/>
          </a:xfrm>
          <a:prstGeom prst="rect">
            <a:avLst/>
          </a:prstGeom>
          <a:solidFill>
            <a:schemeClr val="tx1"/>
          </a:solidFill>
          <a:ln w="635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latin typeface="+mj-ea"/>
                <a:ea typeface="+mj-ea"/>
              </a:rPr>
              <a:t>선택</a:t>
            </a:r>
            <a:endParaRPr lang="ko-KR" altLang="en-US" sz="800" dirty="0">
              <a:solidFill>
                <a:schemeClr val="bg1"/>
              </a:solidFill>
              <a:latin typeface="+mj-ea"/>
              <a:ea typeface="+mj-ea"/>
            </a:endParaRPr>
          </a:p>
        </p:txBody>
      </p:sp>
      <p:grpSp>
        <p:nvGrpSpPr>
          <p:cNvPr id="63" name="Image">
            <a:extLst>
              <a:ext uri="{FF2B5EF4-FFF2-40B4-BE49-F238E27FC236}">
                <a16:creationId xmlns:a16="http://schemas.microsoft.com/office/drawing/2014/main" id="{473555EA-53AD-4333-8F0E-759DF681BB58}"/>
              </a:ext>
            </a:extLst>
          </p:cNvPr>
          <p:cNvGrpSpPr>
            <a:grpSpLocks/>
          </p:cNvGrpSpPr>
          <p:nvPr/>
        </p:nvGrpSpPr>
        <p:grpSpPr bwMode="auto">
          <a:xfrm>
            <a:off x="8638309" y="10324786"/>
            <a:ext cx="263570" cy="250457"/>
            <a:chOff x="508000" y="1397000"/>
            <a:chExt cx="1008112" cy="1008112"/>
          </a:xfrm>
        </p:grpSpPr>
        <p:sp>
          <p:nvSpPr>
            <p:cNvPr id="64" name="Border">
              <a:extLst>
                <a:ext uri="{FF2B5EF4-FFF2-40B4-BE49-F238E27FC236}">
                  <a16:creationId xmlns:a16="http://schemas.microsoft.com/office/drawing/2014/main" id="{322F535E-2E46-4D83-BD9D-2688506159FA}"/>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5" name="Line 2">
              <a:extLst>
                <a:ext uri="{FF2B5EF4-FFF2-40B4-BE49-F238E27FC236}">
                  <a16:creationId xmlns:a16="http://schemas.microsoft.com/office/drawing/2014/main" id="{A91DBF71-BC4C-4C52-B47D-EB2C0CCEE3FD}"/>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6" name="Line 1">
              <a:extLst>
                <a:ext uri="{FF2B5EF4-FFF2-40B4-BE49-F238E27FC236}">
                  <a16:creationId xmlns:a16="http://schemas.microsoft.com/office/drawing/2014/main" id="{3A30033F-24FC-4659-9219-A4C12285081D}"/>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67" name="타원 66">
            <a:extLst>
              <a:ext uri="{FF2B5EF4-FFF2-40B4-BE49-F238E27FC236}">
                <a16:creationId xmlns:a16="http://schemas.microsoft.com/office/drawing/2014/main" id="{DA3B9194-AC4E-4B6F-A31F-91E26483612A}"/>
              </a:ext>
            </a:extLst>
          </p:cNvPr>
          <p:cNvSpPr/>
          <p:nvPr/>
        </p:nvSpPr>
        <p:spPr>
          <a:xfrm>
            <a:off x="1167780" y="9107033"/>
            <a:ext cx="2104661" cy="397681"/>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68" name="직선 화살표 연결선 67">
            <a:extLst>
              <a:ext uri="{FF2B5EF4-FFF2-40B4-BE49-F238E27FC236}">
                <a16:creationId xmlns:a16="http://schemas.microsoft.com/office/drawing/2014/main" id="{E62CFCBA-D967-4BD0-8101-2261D93633EE}"/>
              </a:ext>
            </a:extLst>
          </p:cNvPr>
          <p:cNvCxnSpPr>
            <a:cxnSpLocks/>
          </p:cNvCxnSpPr>
          <p:nvPr/>
        </p:nvCxnSpPr>
        <p:spPr>
          <a:xfrm>
            <a:off x="2254201" y="9504714"/>
            <a:ext cx="0" cy="610966"/>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69" name="타원 68">
            <a:extLst>
              <a:ext uri="{FF2B5EF4-FFF2-40B4-BE49-F238E27FC236}">
                <a16:creationId xmlns:a16="http://schemas.microsoft.com/office/drawing/2014/main" id="{F40A367A-96D5-4680-8BDE-BC101600682E}"/>
              </a:ext>
            </a:extLst>
          </p:cNvPr>
          <p:cNvSpPr/>
          <p:nvPr/>
        </p:nvSpPr>
        <p:spPr>
          <a:xfrm>
            <a:off x="3193291" y="10222360"/>
            <a:ext cx="1185280" cy="397681"/>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0" name="직선 화살표 연결선 69">
            <a:extLst>
              <a:ext uri="{FF2B5EF4-FFF2-40B4-BE49-F238E27FC236}">
                <a16:creationId xmlns:a16="http://schemas.microsoft.com/office/drawing/2014/main" id="{3D7AF3DB-A128-46AD-8116-74C5B7946B74}"/>
              </a:ext>
            </a:extLst>
          </p:cNvPr>
          <p:cNvCxnSpPr>
            <a:cxnSpLocks/>
            <a:stCxn id="69" idx="6"/>
          </p:cNvCxnSpPr>
          <p:nvPr/>
        </p:nvCxnSpPr>
        <p:spPr>
          <a:xfrm>
            <a:off x="4378571" y="10421201"/>
            <a:ext cx="626806" cy="483191"/>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71" name="TextBox 70">
            <a:extLst>
              <a:ext uri="{FF2B5EF4-FFF2-40B4-BE49-F238E27FC236}">
                <a16:creationId xmlns:a16="http://schemas.microsoft.com/office/drawing/2014/main" id="{C1EE60A1-99F4-4A43-BF93-E34E1A510AAE}"/>
              </a:ext>
            </a:extLst>
          </p:cNvPr>
          <p:cNvSpPr txBox="1"/>
          <p:nvPr/>
        </p:nvSpPr>
        <p:spPr>
          <a:xfrm>
            <a:off x="1395763" y="8988556"/>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72" name="TextBox 71">
            <a:extLst>
              <a:ext uri="{FF2B5EF4-FFF2-40B4-BE49-F238E27FC236}">
                <a16:creationId xmlns:a16="http://schemas.microsoft.com/office/drawing/2014/main" id="{C1EE60A1-99F4-4A43-BF93-E34E1A510AAE}"/>
              </a:ext>
            </a:extLst>
          </p:cNvPr>
          <p:cNvSpPr txBox="1"/>
          <p:nvPr/>
        </p:nvSpPr>
        <p:spPr>
          <a:xfrm>
            <a:off x="4013603" y="10106944"/>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73" name="TextBox 72">
            <a:extLst>
              <a:ext uri="{FF2B5EF4-FFF2-40B4-BE49-F238E27FC236}">
                <a16:creationId xmlns:a16="http://schemas.microsoft.com/office/drawing/2014/main" id="{C1EE60A1-99F4-4A43-BF93-E34E1A510AAE}"/>
              </a:ext>
            </a:extLst>
          </p:cNvPr>
          <p:cNvSpPr txBox="1"/>
          <p:nvPr/>
        </p:nvSpPr>
        <p:spPr>
          <a:xfrm>
            <a:off x="8709509" y="10716829"/>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74" name="TextBox 73">
            <a:extLst>
              <a:ext uri="{FF2B5EF4-FFF2-40B4-BE49-F238E27FC236}">
                <a16:creationId xmlns:a16="http://schemas.microsoft.com/office/drawing/2014/main" id="{C1EE60A1-99F4-4A43-BF93-E34E1A510AAE}"/>
              </a:ext>
            </a:extLst>
          </p:cNvPr>
          <p:cNvSpPr txBox="1"/>
          <p:nvPr/>
        </p:nvSpPr>
        <p:spPr>
          <a:xfrm>
            <a:off x="8660583" y="11244539"/>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
        <p:nvSpPr>
          <p:cNvPr id="75" name="직사각형 74">
            <a:extLst>
              <a:ext uri="{FF2B5EF4-FFF2-40B4-BE49-F238E27FC236}">
                <a16:creationId xmlns:a16="http://schemas.microsoft.com/office/drawing/2014/main" id="{1CBBEC54-344A-47D3-B188-0C43349D2DDC}"/>
              </a:ext>
            </a:extLst>
          </p:cNvPr>
          <p:cNvSpPr/>
          <p:nvPr/>
        </p:nvSpPr>
        <p:spPr>
          <a:xfrm>
            <a:off x="1375442" y="1986130"/>
            <a:ext cx="8573776" cy="156163"/>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graphicFrame>
        <p:nvGraphicFramePr>
          <p:cNvPr id="76" name="표 75">
            <a:extLst>
              <a:ext uri="{FF2B5EF4-FFF2-40B4-BE49-F238E27FC236}">
                <a16:creationId xmlns:a16="http://schemas.microsoft.com/office/drawing/2014/main" id="{E9C67B67-16C8-4061-8877-F9A4925C911E}"/>
              </a:ext>
            </a:extLst>
          </p:cNvPr>
          <p:cNvGraphicFramePr>
            <a:graphicFrameLocks noGrp="1"/>
          </p:cNvGraphicFramePr>
          <p:nvPr>
            <p:extLst>
              <p:ext uri="{D42A27DB-BD31-4B8C-83A1-F6EECF244321}">
                <p14:modId xmlns:p14="http://schemas.microsoft.com/office/powerpoint/2010/main" val="3488506509"/>
              </p:ext>
            </p:extLst>
          </p:nvPr>
        </p:nvGraphicFramePr>
        <p:xfrm>
          <a:off x="125632" y="728842"/>
          <a:ext cx="9943899" cy="85344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3780430">
                  <a:extLst>
                    <a:ext uri="{9D8B030D-6E8A-4147-A177-3AD203B41FA5}">
                      <a16:colId xmlns:a16="http://schemas.microsoft.com/office/drawing/2014/main" val="20001"/>
                    </a:ext>
                  </a:extLst>
                </a:gridCol>
                <a:gridCol w="1295703">
                  <a:extLst>
                    <a:ext uri="{9D8B030D-6E8A-4147-A177-3AD203B41FA5}">
                      <a16:colId xmlns:a16="http://schemas.microsoft.com/office/drawing/2014/main" val="4010982125"/>
                    </a:ext>
                  </a:extLst>
                </a:gridCol>
                <a:gridCol w="3662741">
                  <a:extLst>
                    <a:ext uri="{9D8B030D-6E8A-4147-A177-3AD203B41FA5}">
                      <a16:colId xmlns:a16="http://schemas.microsoft.com/office/drawing/2014/main" val="2646234070"/>
                    </a:ext>
                  </a:extLst>
                </a:gridCol>
              </a:tblGrid>
              <a:tr h="0">
                <a:tc>
                  <a:txBody>
                    <a:bodyPr/>
                    <a:lstStyle/>
                    <a:p>
                      <a:pPr latinLnBrk="1"/>
                      <a:r>
                        <a:rPr lang="ko-KR" altLang="en-US" sz="800" b="0" dirty="0">
                          <a:solidFill>
                            <a:schemeClr val="tx1"/>
                          </a:solidFill>
                        </a:rPr>
                        <a:t>공동구매상품 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Me9-2024-099833</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상품상태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대기  </a:t>
                      </a:r>
                      <a:r>
                        <a:rPr lang="en-US" altLang="ko-KR" sz="800" b="0" dirty="0">
                          <a:solidFill>
                            <a:schemeClr val="tx1"/>
                          </a:solidFill>
                        </a:rPr>
                        <a:t>○</a:t>
                      </a:r>
                      <a:r>
                        <a:rPr lang="ko-KR" altLang="en-US" sz="800" b="0" i="0" u="none" strike="noStrike" dirty="0">
                          <a:solidFill>
                            <a:srgbClr val="000000"/>
                          </a:solidFill>
                          <a:effectLst/>
                          <a:latin typeface="+mn-lt"/>
                        </a:rPr>
                        <a:t> 진행중 </a:t>
                      </a:r>
                      <a:r>
                        <a:rPr lang="ko-KR" altLang="en-US" sz="800" b="0" i="0" u="none" strike="noStrike" baseline="0" dirty="0">
                          <a:solidFill>
                            <a:srgbClr val="000000"/>
                          </a:solidFill>
                          <a:effectLst/>
                          <a:latin typeface="+mn-lt"/>
                        </a:rPr>
                        <a:t> </a:t>
                      </a:r>
                      <a:r>
                        <a:rPr lang="en-US" altLang="ko-KR" sz="800" b="0" dirty="0">
                          <a:solidFill>
                            <a:schemeClr val="tx1"/>
                          </a:solidFill>
                        </a:rPr>
                        <a:t>○</a:t>
                      </a:r>
                      <a:r>
                        <a:rPr lang="ko-KR" altLang="en-US" sz="800" b="0" i="0" u="none" strike="noStrike" dirty="0">
                          <a:solidFill>
                            <a:srgbClr val="000000"/>
                          </a:solidFill>
                          <a:effectLst/>
                          <a:latin typeface="+mn-lt"/>
                        </a:rPr>
                        <a:t> 마감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공동구매상품 분류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latinLnBrk="1"/>
                      <a:r>
                        <a:rPr lang="ko-KR" altLang="en-US" sz="800" b="0" dirty="0">
                          <a:solidFill>
                            <a:schemeClr val="tx1"/>
                          </a:solidFill>
                        </a:rPr>
                        <a:t>공동구매상품명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latinLnBrk="1"/>
                      <a:r>
                        <a:rPr lang="ko-KR" altLang="en-US" sz="800" b="0" dirty="0">
                          <a:solidFill>
                            <a:schemeClr val="tx1"/>
                          </a:solidFill>
                        </a:rPr>
                        <a:t>상품가격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기본금액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a:t>
                      </a:r>
                      <a:r>
                        <a:rPr lang="ko-KR" altLang="en-US" sz="800" b="0" i="0" u="none" strike="noStrike" dirty="0">
                          <a:solidFill>
                            <a:srgbClr val="000000"/>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021316242"/>
                  </a:ext>
                </a:extLst>
              </a:tr>
            </a:tbl>
          </a:graphicData>
        </a:graphic>
      </p:graphicFrame>
      <p:grpSp>
        <p:nvGrpSpPr>
          <p:cNvPr id="77" name="그룹 76">
            <a:extLst>
              <a:ext uri="{FF2B5EF4-FFF2-40B4-BE49-F238E27FC236}">
                <a16:creationId xmlns:a16="http://schemas.microsoft.com/office/drawing/2014/main" id="{BD743AEB-EA9F-43D6-B025-50B7E315ACC0}"/>
              </a:ext>
            </a:extLst>
          </p:cNvPr>
          <p:cNvGrpSpPr/>
          <p:nvPr/>
        </p:nvGrpSpPr>
        <p:grpSpPr>
          <a:xfrm>
            <a:off x="1414155" y="977395"/>
            <a:ext cx="3372978" cy="142974"/>
            <a:chOff x="889678" y="2192622"/>
            <a:chExt cx="2522315" cy="192328"/>
          </a:xfrm>
        </p:grpSpPr>
        <p:sp>
          <p:nvSpPr>
            <p:cNvPr id="78" name="직사각형 77">
              <a:extLst>
                <a:ext uri="{FF2B5EF4-FFF2-40B4-BE49-F238E27FC236}">
                  <a16:creationId xmlns:a16="http://schemas.microsoft.com/office/drawing/2014/main" id="{B6465B3B-7268-4874-ADCD-2C21F3760CBD}"/>
                </a:ext>
              </a:extLst>
            </p:cNvPr>
            <p:cNvSpPr/>
            <p:nvPr/>
          </p:nvSpPr>
          <p:spPr>
            <a:xfrm>
              <a:off x="889678"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79" name="직사각형 78">
              <a:extLst>
                <a:ext uri="{FF2B5EF4-FFF2-40B4-BE49-F238E27FC236}">
                  <a16:creationId xmlns:a16="http://schemas.microsoft.com/office/drawing/2014/main" id="{419D3446-2B70-4ED5-9128-FD76F153CCF6}"/>
                </a:ext>
              </a:extLst>
            </p:cNvPr>
            <p:cNvSpPr/>
            <p:nvPr/>
          </p:nvSpPr>
          <p:spPr>
            <a:xfrm>
              <a:off x="1751471"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sp>
          <p:nvSpPr>
            <p:cNvPr id="80" name="직사각형 79">
              <a:extLst>
                <a:ext uri="{FF2B5EF4-FFF2-40B4-BE49-F238E27FC236}">
                  <a16:creationId xmlns:a16="http://schemas.microsoft.com/office/drawing/2014/main" id="{77145DA1-FF99-480C-BC4F-A4DD526359E0}"/>
                </a:ext>
              </a:extLst>
            </p:cNvPr>
            <p:cNvSpPr/>
            <p:nvPr/>
          </p:nvSpPr>
          <p:spPr>
            <a:xfrm>
              <a:off x="2619904"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소분류 ▼</a:t>
              </a:r>
              <a:endParaRPr lang="en-US" altLang="ko-KR" sz="800" dirty="0">
                <a:solidFill>
                  <a:schemeClr val="tx1">
                    <a:lumMod val="50000"/>
                    <a:lumOff val="50000"/>
                  </a:schemeClr>
                </a:solidFill>
              </a:endParaRPr>
            </a:p>
          </p:txBody>
        </p:sp>
      </p:grpSp>
      <p:sp>
        <p:nvSpPr>
          <p:cNvPr id="81" name="직사각형 80">
            <a:extLst>
              <a:ext uri="{FF2B5EF4-FFF2-40B4-BE49-F238E27FC236}">
                <a16:creationId xmlns:a16="http://schemas.microsoft.com/office/drawing/2014/main" id="{9EF03F93-21B4-45C5-A321-CF4FFEDB0BA5}"/>
              </a:ext>
            </a:extLst>
          </p:cNvPr>
          <p:cNvSpPr/>
          <p:nvPr/>
        </p:nvSpPr>
        <p:spPr>
          <a:xfrm>
            <a:off x="1414155" y="1177620"/>
            <a:ext cx="8535063"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82" name="직사각형 81">
            <a:extLst>
              <a:ext uri="{FF2B5EF4-FFF2-40B4-BE49-F238E27FC236}">
                <a16:creationId xmlns:a16="http://schemas.microsoft.com/office/drawing/2014/main" id="{94242597-9CE6-43B9-9229-A18D9D2ABFD2}"/>
              </a:ext>
            </a:extLst>
          </p:cNvPr>
          <p:cNvSpPr/>
          <p:nvPr/>
        </p:nvSpPr>
        <p:spPr>
          <a:xfrm>
            <a:off x="1409301" y="1383512"/>
            <a:ext cx="1587689"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1,000</a:t>
            </a:r>
          </a:p>
        </p:txBody>
      </p:sp>
    </p:spTree>
    <p:extLst>
      <p:ext uri="{BB962C8B-B14F-4D97-AF65-F5344CB8AC3E}">
        <p14:creationId xmlns:p14="http://schemas.microsoft.com/office/powerpoint/2010/main" val="335682942"/>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17B64B9A-94B0-4C0D-B97D-9E481712FCA0}"/>
              </a:ext>
            </a:extLst>
          </p:cNvPr>
          <p:cNvGraphicFramePr>
            <a:graphicFrameLocks noGrp="1"/>
          </p:cNvGraphicFramePr>
          <p:nvPr/>
        </p:nvGraphicFramePr>
        <p:xfrm>
          <a:off x="125632" y="3007609"/>
          <a:ext cx="9943899" cy="21336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목록 이미지 </a:t>
                      </a:r>
                      <a:r>
                        <a:rPr lang="en-US" altLang="ko-KR" sz="800" b="0" dirty="0">
                          <a:solidFill>
                            <a:schemeClr val="tx1"/>
                          </a:solidFill>
                        </a:rPr>
                        <a:t>( Max 5 )</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grpSp>
        <p:nvGrpSpPr>
          <p:cNvPr id="4" name="그룹 3">
            <a:extLst>
              <a:ext uri="{FF2B5EF4-FFF2-40B4-BE49-F238E27FC236}">
                <a16:creationId xmlns:a16="http://schemas.microsoft.com/office/drawing/2014/main" id="{63E5762D-07FF-4E8D-B7BD-870440CAF62C}"/>
              </a:ext>
            </a:extLst>
          </p:cNvPr>
          <p:cNvGrpSpPr/>
          <p:nvPr/>
        </p:nvGrpSpPr>
        <p:grpSpPr>
          <a:xfrm>
            <a:off x="1419829" y="3058808"/>
            <a:ext cx="2089400" cy="120097"/>
            <a:chOff x="5148065" y="1124744"/>
            <a:chExt cx="2089400" cy="192328"/>
          </a:xfrm>
        </p:grpSpPr>
        <p:sp>
          <p:nvSpPr>
            <p:cNvPr id="5" name="직사각형 4">
              <a:extLst>
                <a:ext uri="{FF2B5EF4-FFF2-40B4-BE49-F238E27FC236}">
                  <a16:creationId xmlns:a16="http://schemas.microsoft.com/office/drawing/2014/main" id="{1CBBEC54-344A-47D3-B188-0C43349D2DDC}"/>
                </a:ext>
              </a:extLst>
            </p:cNvPr>
            <p:cNvSpPr/>
            <p:nvPr/>
          </p:nvSpPr>
          <p:spPr>
            <a:xfrm>
              <a:off x="5148065" y="1124744"/>
              <a:ext cx="1368151"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6" name="직사각형 5">
              <a:extLst>
                <a:ext uri="{FF2B5EF4-FFF2-40B4-BE49-F238E27FC236}">
                  <a16:creationId xmlns:a16="http://schemas.microsoft.com/office/drawing/2014/main" id="{50903B7E-625B-41C6-8BE2-72412B58FAC4}"/>
                </a:ext>
              </a:extLst>
            </p:cNvPr>
            <p:cNvSpPr/>
            <p:nvPr/>
          </p:nvSpPr>
          <p:spPr>
            <a:xfrm>
              <a:off x="6516216" y="112474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endParaRPr lang="en-US" altLang="ko-KR" sz="800" dirty="0">
                <a:solidFill>
                  <a:schemeClr val="bg1"/>
                </a:solidFill>
              </a:endParaRPr>
            </a:p>
          </p:txBody>
        </p:sp>
      </p:grpSp>
      <p:sp>
        <p:nvSpPr>
          <p:cNvPr id="7" name="TextBox 6">
            <a:extLst>
              <a:ext uri="{FF2B5EF4-FFF2-40B4-BE49-F238E27FC236}">
                <a16:creationId xmlns:a16="http://schemas.microsoft.com/office/drawing/2014/main" id="{7CAFE302-377F-426E-BBCA-6D5803F6CDFC}"/>
              </a:ext>
            </a:extLst>
          </p:cNvPr>
          <p:cNvSpPr txBox="1"/>
          <p:nvPr/>
        </p:nvSpPr>
        <p:spPr>
          <a:xfrm>
            <a:off x="3606788" y="3009276"/>
            <a:ext cx="1560042" cy="230832"/>
          </a:xfrm>
          <a:prstGeom prst="rect">
            <a:avLst/>
          </a:prstGeom>
          <a:noFill/>
        </p:spPr>
        <p:txBody>
          <a:bodyPr wrap="none" rtlCol="0">
            <a:spAutoFit/>
          </a:bodyPr>
          <a:lstStyle/>
          <a:p>
            <a:r>
              <a:rPr lang="ko-KR" altLang="en-US" sz="900" dirty="0"/>
              <a:t>최적사이즈 </a:t>
            </a:r>
            <a:r>
              <a:rPr lang="en-US" altLang="ko-KR" sz="900" dirty="0"/>
              <a:t>000px * 000px</a:t>
            </a:r>
            <a:endParaRPr lang="ko-KR" altLang="en-US" sz="900" dirty="0"/>
          </a:p>
        </p:txBody>
      </p:sp>
      <p:sp>
        <p:nvSpPr>
          <p:cNvPr id="8" name="TextBox 7">
            <a:extLst>
              <a:ext uri="{FF2B5EF4-FFF2-40B4-BE49-F238E27FC236}">
                <a16:creationId xmlns:a16="http://schemas.microsoft.com/office/drawing/2014/main" id="{495E566B-5BC8-471D-A29A-BA5C68BAC937}"/>
              </a:ext>
            </a:extLst>
          </p:cNvPr>
          <p:cNvSpPr txBox="1"/>
          <p:nvPr/>
        </p:nvSpPr>
        <p:spPr>
          <a:xfrm>
            <a:off x="67275" y="498010"/>
            <a:ext cx="1534394"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공동구매상품 기본정보</a:t>
            </a:r>
            <a:endParaRPr lang="ko-KR" altLang="en-US" sz="900" dirty="0"/>
          </a:p>
        </p:txBody>
      </p:sp>
      <p:sp>
        <p:nvSpPr>
          <p:cNvPr id="9" name="직사각형 8">
            <a:extLst>
              <a:ext uri="{FF2B5EF4-FFF2-40B4-BE49-F238E27FC236}">
                <a16:creationId xmlns:a16="http://schemas.microsoft.com/office/drawing/2014/main" id="{73FE292D-6445-4149-8025-7BB66E256F86}"/>
              </a:ext>
            </a:extLst>
          </p:cNvPr>
          <p:cNvSpPr/>
          <p:nvPr/>
        </p:nvSpPr>
        <p:spPr>
          <a:xfrm>
            <a:off x="5278037" y="3040192"/>
            <a:ext cx="721249" cy="154747"/>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추가하기</a:t>
            </a:r>
            <a:endParaRPr lang="en-US" altLang="ko-KR" sz="800" dirty="0">
              <a:solidFill>
                <a:schemeClr val="bg1"/>
              </a:solidFill>
            </a:endParaRPr>
          </a:p>
        </p:txBody>
      </p:sp>
      <p:sp>
        <p:nvSpPr>
          <p:cNvPr id="16" name="TextBox 15">
            <a:extLst>
              <a:ext uri="{FF2B5EF4-FFF2-40B4-BE49-F238E27FC236}">
                <a16:creationId xmlns:a16="http://schemas.microsoft.com/office/drawing/2014/main" id="{281ACFAA-6042-4F0B-A3F7-EC219B04D7F4}"/>
              </a:ext>
            </a:extLst>
          </p:cNvPr>
          <p:cNvSpPr txBox="1"/>
          <p:nvPr/>
        </p:nvSpPr>
        <p:spPr>
          <a:xfrm>
            <a:off x="67275" y="2747443"/>
            <a:ext cx="1689886"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공동구매상품 목록 이미지</a:t>
            </a:r>
            <a:endParaRPr lang="ko-KR" altLang="en-US" sz="900" dirty="0"/>
          </a:p>
        </p:txBody>
      </p:sp>
      <p:graphicFrame>
        <p:nvGraphicFramePr>
          <p:cNvPr id="17" name="표 16">
            <a:extLst>
              <a:ext uri="{FF2B5EF4-FFF2-40B4-BE49-F238E27FC236}">
                <a16:creationId xmlns:a16="http://schemas.microsoft.com/office/drawing/2014/main" id="{D81E1DA1-D1F3-4CB0-B17F-76EE802A7B9F}"/>
              </a:ext>
            </a:extLst>
          </p:cNvPr>
          <p:cNvGraphicFramePr>
            <a:graphicFrameLocks noGrp="1"/>
          </p:cNvGraphicFramePr>
          <p:nvPr>
            <p:extLst>
              <p:ext uri="{D42A27DB-BD31-4B8C-83A1-F6EECF244321}">
                <p14:modId xmlns:p14="http://schemas.microsoft.com/office/powerpoint/2010/main" val="1437072723"/>
              </p:ext>
            </p:extLst>
          </p:nvPr>
        </p:nvGraphicFramePr>
        <p:xfrm>
          <a:off x="125632" y="6597341"/>
          <a:ext cx="9943899" cy="106680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8738874">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과세구분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과세        ○면세         ○영세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425068108"/>
                  </a:ext>
                </a:extLst>
              </a:tr>
              <a:tr h="0">
                <a:tc rowSpan="4">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판매 혜택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100</a:t>
                      </a:r>
                      <a:r>
                        <a:rPr lang="ko-KR" altLang="en-US" sz="800" b="0" i="0" u="none" strike="noStrike" dirty="0">
                          <a:solidFill>
                            <a:srgbClr val="000000"/>
                          </a:solidFill>
                          <a:effectLst/>
                          <a:latin typeface="+mn-lt"/>
                        </a:rPr>
                        <a:t>개 이상일 경우 </a:t>
                      </a:r>
                      <a:r>
                        <a:rPr lang="en-US" altLang="ko-KR" sz="800" b="0" i="0" u="none" strike="noStrike" dirty="0">
                          <a:solidFill>
                            <a:srgbClr val="000000"/>
                          </a:solidFill>
                          <a:effectLst/>
                          <a:latin typeface="+mn-lt"/>
                        </a:rPr>
                        <a:t>10,000</a:t>
                      </a:r>
                      <a:r>
                        <a:rPr lang="ko-KR" altLang="en-US" sz="800" b="0" i="0" u="none" strike="noStrike" dirty="0">
                          <a:solidFill>
                            <a:srgbClr val="000000"/>
                          </a:solidFill>
                          <a:effectLst/>
                          <a:latin typeface="+mn-lt"/>
                        </a:rPr>
                        <a:t>원 혜택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91147637"/>
                  </a:ext>
                </a:extLst>
              </a:tr>
              <a:tr h="0">
                <a:tc vMerge="1">
                  <a:txBody>
                    <a:bodyPr/>
                    <a:lstStyle/>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200</a:t>
                      </a:r>
                      <a:r>
                        <a:rPr lang="ko-KR" altLang="en-US" sz="800" b="0" i="0" u="none" strike="noStrike" dirty="0">
                          <a:solidFill>
                            <a:srgbClr val="000000"/>
                          </a:solidFill>
                          <a:effectLst/>
                          <a:latin typeface="+mn-lt"/>
                        </a:rPr>
                        <a:t>개 이상일 경우 </a:t>
                      </a:r>
                      <a:r>
                        <a:rPr lang="en-US" altLang="ko-KR" sz="800" b="0" i="0" u="none" strike="noStrike" dirty="0">
                          <a:solidFill>
                            <a:srgbClr val="000000"/>
                          </a:solidFill>
                          <a:effectLst/>
                          <a:latin typeface="+mn-lt"/>
                        </a:rPr>
                        <a:t>20,000</a:t>
                      </a:r>
                      <a:r>
                        <a:rPr lang="ko-KR" altLang="en-US" sz="800" b="0" i="0" u="none" strike="noStrike" dirty="0">
                          <a:solidFill>
                            <a:srgbClr val="000000"/>
                          </a:solidFill>
                          <a:effectLst/>
                          <a:latin typeface="+mn-lt"/>
                        </a:rPr>
                        <a:t>원 혜택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05656738"/>
                  </a:ext>
                </a:extLst>
              </a:tr>
              <a:tr h="0">
                <a:tc vMerge="1">
                  <a:txBody>
                    <a:bodyPr/>
                    <a:lstStyle/>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총 </a:t>
                      </a:r>
                      <a:r>
                        <a:rPr lang="en-US" altLang="ko-KR" sz="800" b="0" i="0" u="none" strike="noStrike" dirty="0">
                          <a:solidFill>
                            <a:srgbClr val="000000"/>
                          </a:solidFill>
                          <a:effectLst/>
                          <a:latin typeface="+mn-lt"/>
                        </a:rPr>
                        <a:t>300</a:t>
                      </a:r>
                      <a:r>
                        <a:rPr lang="ko-KR" altLang="en-US" sz="800" b="0" i="0" u="none" strike="noStrike" dirty="0">
                          <a:solidFill>
                            <a:srgbClr val="000000"/>
                          </a:solidFill>
                          <a:effectLst/>
                          <a:latin typeface="+mn-lt"/>
                        </a:rPr>
                        <a:t>개 이상일</a:t>
                      </a:r>
                      <a:r>
                        <a:rPr lang="ko-KR" altLang="en-US" sz="800" b="0" i="0" u="none" strike="noStrike" baseline="0" dirty="0">
                          <a:solidFill>
                            <a:srgbClr val="000000"/>
                          </a:solidFill>
                          <a:effectLst/>
                          <a:latin typeface="+mn-lt"/>
                        </a:rPr>
                        <a:t> 경우 </a:t>
                      </a:r>
                      <a:r>
                        <a:rPr lang="en-US" altLang="ko-KR" sz="800" b="0" i="0" u="none" strike="noStrike" baseline="0" dirty="0">
                          <a:solidFill>
                            <a:srgbClr val="000000"/>
                          </a:solidFill>
                          <a:effectLst/>
                          <a:latin typeface="+mn-lt"/>
                        </a:rPr>
                        <a:t>30,000</a:t>
                      </a:r>
                      <a:r>
                        <a:rPr lang="ko-KR" altLang="en-US" sz="800" b="0" i="0" u="none" strike="noStrike" baseline="0" dirty="0">
                          <a:solidFill>
                            <a:srgbClr val="000000"/>
                          </a:solidFill>
                          <a:effectLst/>
                          <a:latin typeface="+mn-lt"/>
                        </a:rPr>
                        <a:t>원 혜택</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80635641"/>
                  </a:ext>
                </a:extLst>
              </a:tr>
              <a:tr h="0">
                <a:tc vMerge="1">
                  <a:txBody>
                    <a:bodyPr/>
                    <a:lstStyle/>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FF0000"/>
                          </a:solidFill>
                          <a:effectLst/>
                          <a:latin typeface="+mn-lt"/>
                        </a:rPr>
                        <a:t>* </a:t>
                      </a:r>
                      <a:r>
                        <a:rPr lang="ko-KR" altLang="en-US" sz="800" b="0" i="0" u="none" strike="noStrike" dirty="0">
                          <a:solidFill>
                            <a:srgbClr val="FF0000"/>
                          </a:solidFill>
                          <a:effectLst/>
                          <a:latin typeface="+mn-lt"/>
                        </a:rPr>
                        <a:t>등록 후에는 수정이 불가능 합니다</a:t>
                      </a:r>
                      <a:r>
                        <a:rPr lang="en-US" altLang="ko-KR" sz="800" b="0" i="0" u="none" strike="noStrike" dirty="0">
                          <a:solidFill>
                            <a:srgbClr val="FF0000"/>
                          </a:solidFill>
                          <a:effectLst/>
                          <a:latin typeface="+mn-lt"/>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bl>
          </a:graphicData>
        </a:graphic>
      </p:graphicFrame>
      <p:sp>
        <p:nvSpPr>
          <p:cNvPr id="18" name="TextBox 17">
            <a:extLst>
              <a:ext uri="{FF2B5EF4-FFF2-40B4-BE49-F238E27FC236}">
                <a16:creationId xmlns:a16="http://schemas.microsoft.com/office/drawing/2014/main" id="{D7E52EC8-5B15-4228-A01A-E06D1F46102B}"/>
              </a:ext>
            </a:extLst>
          </p:cNvPr>
          <p:cNvSpPr txBox="1"/>
          <p:nvPr/>
        </p:nvSpPr>
        <p:spPr>
          <a:xfrm>
            <a:off x="67275" y="6269042"/>
            <a:ext cx="1343638"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 판매 혜택</a:t>
            </a:r>
            <a:endParaRPr lang="ko-KR" altLang="en-US" sz="900" dirty="0"/>
          </a:p>
        </p:txBody>
      </p:sp>
      <p:sp>
        <p:nvSpPr>
          <p:cNvPr id="22" name="TextBox 21">
            <a:extLst>
              <a:ext uri="{FF2B5EF4-FFF2-40B4-BE49-F238E27FC236}">
                <a16:creationId xmlns:a16="http://schemas.microsoft.com/office/drawing/2014/main" id="{16661C0A-70AA-4F2D-BE1A-E51F198614D3}"/>
              </a:ext>
            </a:extLst>
          </p:cNvPr>
          <p:cNvSpPr txBox="1"/>
          <p:nvPr/>
        </p:nvSpPr>
        <p:spPr>
          <a:xfrm>
            <a:off x="67274" y="3419378"/>
            <a:ext cx="1574470"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공동구매상품 상세 설명</a:t>
            </a:r>
            <a:endParaRPr lang="ko-KR" altLang="en-US" sz="900" dirty="0"/>
          </a:p>
        </p:txBody>
      </p:sp>
      <p:graphicFrame>
        <p:nvGraphicFramePr>
          <p:cNvPr id="23" name="표 22">
            <a:extLst>
              <a:ext uri="{FF2B5EF4-FFF2-40B4-BE49-F238E27FC236}">
                <a16:creationId xmlns:a16="http://schemas.microsoft.com/office/drawing/2014/main" id="{B7112AA7-2729-4CC2-A057-BDA64D81977F}"/>
              </a:ext>
            </a:extLst>
          </p:cNvPr>
          <p:cNvGraphicFramePr>
            <a:graphicFrameLocks noGrp="1"/>
          </p:cNvGraphicFramePr>
          <p:nvPr/>
        </p:nvGraphicFramePr>
        <p:xfrm>
          <a:off x="125631" y="3680416"/>
          <a:ext cx="9943899" cy="213360"/>
        </p:xfrm>
        <a:graphic>
          <a:graphicData uri="http://schemas.openxmlformats.org/drawingml/2006/table">
            <a:tbl>
              <a:tblPr firstRow="1" bandRow="1">
                <a:tableStyleId>{5C22544A-7EE6-4342-B048-85BDC9FD1C3A}</a:tableStyleId>
              </a:tblPr>
              <a:tblGrid>
                <a:gridCol w="1201724">
                  <a:extLst>
                    <a:ext uri="{9D8B030D-6E8A-4147-A177-3AD203B41FA5}">
                      <a16:colId xmlns:a16="http://schemas.microsoft.com/office/drawing/2014/main" val="20000"/>
                    </a:ext>
                  </a:extLst>
                </a:gridCol>
                <a:gridCol w="8742175">
                  <a:extLst>
                    <a:ext uri="{9D8B030D-6E8A-4147-A177-3AD203B41FA5}">
                      <a16:colId xmlns:a16="http://schemas.microsoft.com/office/drawing/2014/main" val="20001"/>
                    </a:ext>
                  </a:extLst>
                </a:gridCol>
              </a:tblGrid>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상세정보 등록타입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미사용     </a:t>
                      </a:r>
                      <a:r>
                        <a:rPr lang="en-US" altLang="ko-KR" sz="800" b="0" dirty="0">
                          <a:solidFill>
                            <a:schemeClr val="tx1"/>
                          </a:solidFill>
                        </a:rPr>
                        <a:t>○ </a:t>
                      </a:r>
                      <a:r>
                        <a:rPr lang="ko-KR" altLang="en-US" sz="800" b="0" dirty="0">
                          <a:solidFill>
                            <a:schemeClr val="tx1"/>
                          </a:solidFill>
                        </a:rPr>
                        <a:t>이미지로 등록    </a:t>
                      </a:r>
                      <a:r>
                        <a:rPr lang="en-US" altLang="ko-KR" sz="800" b="0" dirty="0">
                          <a:solidFill>
                            <a:schemeClr val="tx1"/>
                          </a:solidFill>
                        </a:rPr>
                        <a:t>○ </a:t>
                      </a:r>
                      <a:r>
                        <a:rPr lang="ko-KR" altLang="en-US" sz="800" b="0" dirty="0">
                          <a:solidFill>
                            <a:schemeClr val="tx1"/>
                          </a:solidFill>
                        </a:rPr>
                        <a:t>텍스트로 등록</a:t>
                      </a: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graphicFrame>
        <p:nvGraphicFramePr>
          <p:cNvPr id="24" name="표 23">
            <a:extLst>
              <a:ext uri="{FF2B5EF4-FFF2-40B4-BE49-F238E27FC236}">
                <a16:creationId xmlns:a16="http://schemas.microsoft.com/office/drawing/2014/main" id="{6C9BB480-1640-4C6F-8A05-5764C713B525}"/>
              </a:ext>
            </a:extLst>
          </p:cNvPr>
          <p:cNvGraphicFramePr>
            <a:graphicFrameLocks noGrp="1"/>
          </p:cNvGraphicFramePr>
          <p:nvPr>
            <p:extLst>
              <p:ext uri="{D42A27DB-BD31-4B8C-83A1-F6EECF244321}">
                <p14:modId xmlns:p14="http://schemas.microsoft.com/office/powerpoint/2010/main" val="4291915793"/>
              </p:ext>
            </p:extLst>
          </p:nvPr>
        </p:nvGraphicFramePr>
        <p:xfrm>
          <a:off x="143578" y="8924393"/>
          <a:ext cx="9913121" cy="213360"/>
        </p:xfrm>
        <a:graphic>
          <a:graphicData uri="http://schemas.openxmlformats.org/drawingml/2006/table">
            <a:tbl>
              <a:tblPr firstRow="1" bandRow="1">
                <a:tableStyleId>{5C22544A-7EE6-4342-B048-85BDC9FD1C3A}</a:tableStyleId>
              </a:tblPr>
              <a:tblGrid>
                <a:gridCol w="1178320">
                  <a:extLst>
                    <a:ext uri="{9D8B030D-6E8A-4147-A177-3AD203B41FA5}">
                      <a16:colId xmlns:a16="http://schemas.microsoft.com/office/drawing/2014/main" val="20000"/>
                    </a:ext>
                  </a:extLst>
                </a:gridCol>
                <a:gridCol w="8734801">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발주 담당자 설정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a:t>
                      </a:r>
                      <a:r>
                        <a:rPr lang="ko-KR" altLang="en-US" sz="800" b="0" i="0" u="none" strike="noStrike" dirty="0" err="1">
                          <a:solidFill>
                            <a:srgbClr val="000000"/>
                          </a:solidFill>
                          <a:effectLst/>
                          <a:latin typeface="+mn-lt"/>
                        </a:rPr>
                        <a:t>설정안함</a:t>
                      </a:r>
                      <a:r>
                        <a:rPr lang="ko-KR" altLang="en-US" sz="800" b="0" i="0" u="none" strike="noStrike" dirty="0">
                          <a:solidFill>
                            <a:srgbClr val="000000"/>
                          </a:solidFill>
                          <a:effectLst/>
                          <a:latin typeface="+mn-lt"/>
                        </a:rPr>
                        <a:t>   ○ 설정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sp>
        <p:nvSpPr>
          <p:cNvPr id="25" name="TextBox 24">
            <a:extLst>
              <a:ext uri="{FF2B5EF4-FFF2-40B4-BE49-F238E27FC236}">
                <a16:creationId xmlns:a16="http://schemas.microsoft.com/office/drawing/2014/main" id="{C4A636EB-8B44-4674-A2CC-B930AC46F5A2}"/>
              </a:ext>
            </a:extLst>
          </p:cNvPr>
          <p:cNvSpPr txBox="1"/>
          <p:nvPr/>
        </p:nvSpPr>
        <p:spPr>
          <a:xfrm>
            <a:off x="67274" y="8696878"/>
            <a:ext cx="1228221"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발주 담당자 정보</a:t>
            </a:r>
            <a:endParaRPr lang="ko-KR" altLang="en-US" sz="900" dirty="0"/>
          </a:p>
        </p:txBody>
      </p:sp>
      <p:sp>
        <p:nvSpPr>
          <p:cNvPr id="26" name="직사각형 25">
            <a:extLst>
              <a:ext uri="{FF2B5EF4-FFF2-40B4-BE49-F238E27FC236}">
                <a16:creationId xmlns:a16="http://schemas.microsoft.com/office/drawing/2014/main" id="{BFBE50C2-9B5E-4F4C-8FBA-9462EFE041E0}"/>
              </a:ext>
            </a:extLst>
          </p:cNvPr>
          <p:cNvSpPr/>
          <p:nvPr/>
        </p:nvSpPr>
        <p:spPr>
          <a:xfrm>
            <a:off x="4504328" y="9385508"/>
            <a:ext cx="721249" cy="192328"/>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등록</a:t>
            </a:r>
            <a:endParaRPr lang="en-US" altLang="ko-KR" sz="800" dirty="0">
              <a:solidFill>
                <a:schemeClr val="bg1"/>
              </a:solidFill>
            </a:endParaRPr>
          </a:p>
        </p:txBody>
      </p:sp>
      <p:sp>
        <p:nvSpPr>
          <p:cNvPr id="27" name="직사각형 26">
            <a:extLst>
              <a:ext uri="{FF2B5EF4-FFF2-40B4-BE49-F238E27FC236}">
                <a16:creationId xmlns:a16="http://schemas.microsoft.com/office/drawing/2014/main" id="{A5CFF3B8-997F-4FF2-B509-FCB330FC6286}"/>
              </a:ext>
            </a:extLst>
          </p:cNvPr>
          <p:cNvSpPr/>
          <p:nvPr/>
        </p:nvSpPr>
        <p:spPr>
          <a:xfrm>
            <a:off x="5374751" y="9379581"/>
            <a:ext cx="721249" cy="192328"/>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목록</a:t>
            </a:r>
            <a:endParaRPr lang="en-US" altLang="ko-KR" sz="800" dirty="0">
              <a:solidFill>
                <a:schemeClr val="bg1"/>
              </a:solidFill>
            </a:endParaRPr>
          </a:p>
        </p:txBody>
      </p:sp>
      <p:graphicFrame>
        <p:nvGraphicFramePr>
          <p:cNvPr id="28" name="표 27">
            <a:extLst>
              <a:ext uri="{FF2B5EF4-FFF2-40B4-BE49-F238E27FC236}">
                <a16:creationId xmlns:a16="http://schemas.microsoft.com/office/drawing/2014/main" id="{64627D56-EF63-45B9-B9A7-653A34C1AF1C}"/>
              </a:ext>
            </a:extLst>
          </p:cNvPr>
          <p:cNvGraphicFramePr>
            <a:graphicFrameLocks noGrp="1"/>
          </p:cNvGraphicFramePr>
          <p:nvPr>
            <p:extLst>
              <p:ext uri="{D42A27DB-BD31-4B8C-83A1-F6EECF244321}">
                <p14:modId xmlns:p14="http://schemas.microsoft.com/office/powerpoint/2010/main" val="2352100335"/>
              </p:ext>
            </p:extLst>
          </p:nvPr>
        </p:nvGraphicFramePr>
        <p:xfrm>
          <a:off x="125631" y="8080743"/>
          <a:ext cx="9943899" cy="213360"/>
        </p:xfrm>
        <a:graphic>
          <a:graphicData uri="http://schemas.openxmlformats.org/drawingml/2006/table">
            <a:tbl>
              <a:tblPr firstRow="1" bandRow="1">
                <a:tableStyleId>{5C22544A-7EE6-4342-B048-85BDC9FD1C3A}</a:tableStyleId>
              </a:tblPr>
              <a:tblGrid>
                <a:gridCol w="1211849">
                  <a:extLst>
                    <a:ext uri="{9D8B030D-6E8A-4147-A177-3AD203B41FA5}">
                      <a16:colId xmlns:a16="http://schemas.microsoft.com/office/drawing/2014/main" val="20000"/>
                    </a:ext>
                  </a:extLst>
                </a:gridCol>
                <a:gridCol w="8732050">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배송비 선택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29" name="직사각형 28">
            <a:extLst>
              <a:ext uri="{FF2B5EF4-FFF2-40B4-BE49-F238E27FC236}">
                <a16:creationId xmlns:a16="http://schemas.microsoft.com/office/drawing/2014/main" id="{57AB5E73-AD7D-4E6D-B53E-B1384FCA2C88}"/>
              </a:ext>
            </a:extLst>
          </p:cNvPr>
          <p:cNvSpPr/>
          <p:nvPr/>
        </p:nvSpPr>
        <p:spPr>
          <a:xfrm>
            <a:off x="1412543" y="8132136"/>
            <a:ext cx="1682050" cy="11779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무료배송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조건식 </a:t>
            </a:r>
            <a:r>
              <a:rPr lang="en-US" altLang="ko-KR" sz="800" dirty="0">
                <a:solidFill>
                  <a:schemeClr val="tx1">
                    <a:lumMod val="50000"/>
                    <a:lumOff val="50000"/>
                  </a:schemeClr>
                </a:solidFill>
              </a:rPr>
              <a:t>) </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30" name="TextBox 29">
            <a:extLst>
              <a:ext uri="{FF2B5EF4-FFF2-40B4-BE49-F238E27FC236}">
                <a16:creationId xmlns:a16="http://schemas.microsoft.com/office/drawing/2014/main" id="{067C9517-8994-435C-BE60-F0BFA2F91C3B}"/>
              </a:ext>
            </a:extLst>
          </p:cNvPr>
          <p:cNvSpPr txBox="1"/>
          <p:nvPr/>
        </p:nvSpPr>
        <p:spPr>
          <a:xfrm>
            <a:off x="65663" y="7788967"/>
            <a:ext cx="95731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배송비 선택</a:t>
            </a:r>
            <a:endParaRPr lang="ko-KR" altLang="en-US" sz="900" dirty="0"/>
          </a:p>
        </p:txBody>
      </p:sp>
      <p:sp>
        <p:nvSpPr>
          <p:cNvPr id="32" name="TextBox 31">
            <a:extLst>
              <a:ext uri="{FF2B5EF4-FFF2-40B4-BE49-F238E27FC236}">
                <a16:creationId xmlns:a16="http://schemas.microsoft.com/office/drawing/2014/main" id="{A99EF944-E000-435C-8094-044F7E0C4658}"/>
              </a:ext>
            </a:extLst>
          </p:cNvPr>
          <p:cNvSpPr txBox="1"/>
          <p:nvPr/>
        </p:nvSpPr>
        <p:spPr>
          <a:xfrm>
            <a:off x="67274" y="4155784"/>
            <a:ext cx="1691489"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취소</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환불</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교환</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 안내 설정</a:t>
            </a:r>
            <a:endParaRPr lang="ko-KR" altLang="en-US" sz="900" dirty="0"/>
          </a:p>
        </p:txBody>
      </p:sp>
      <p:graphicFrame>
        <p:nvGraphicFramePr>
          <p:cNvPr id="33" name="표 32">
            <a:extLst>
              <a:ext uri="{FF2B5EF4-FFF2-40B4-BE49-F238E27FC236}">
                <a16:creationId xmlns:a16="http://schemas.microsoft.com/office/drawing/2014/main" id="{A4166E59-2C50-4BD7-9D19-82F778EC515C}"/>
              </a:ext>
            </a:extLst>
          </p:cNvPr>
          <p:cNvGraphicFramePr>
            <a:graphicFrameLocks noGrp="1"/>
          </p:cNvGraphicFramePr>
          <p:nvPr/>
        </p:nvGraphicFramePr>
        <p:xfrm>
          <a:off x="125631" y="4416822"/>
          <a:ext cx="9943899" cy="1767840"/>
        </p:xfrm>
        <a:graphic>
          <a:graphicData uri="http://schemas.openxmlformats.org/drawingml/2006/table">
            <a:tbl>
              <a:tblPr firstRow="1" bandRow="1">
                <a:tableStyleId>{5C22544A-7EE6-4342-B048-85BDC9FD1C3A}</a:tableStyleId>
              </a:tblPr>
              <a:tblGrid>
                <a:gridCol w="1201724">
                  <a:extLst>
                    <a:ext uri="{9D8B030D-6E8A-4147-A177-3AD203B41FA5}">
                      <a16:colId xmlns:a16="http://schemas.microsoft.com/office/drawing/2014/main" val="20000"/>
                    </a:ext>
                  </a:extLst>
                </a:gridCol>
                <a:gridCol w="8742175">
                  <a:extLst>
                    <a:ext uri="{9D8B030D-6E8A-4147-A177-3AD203B41FA5}">
                      <a16:colId xmlns:a16="http://schemas.microsoft.com/office/drawing/2014/main" val="20001"/>
                    </a:ext>
                  </a:extLst>
                </a:gridCol>
              </a:tblGrid>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설정 정보 선택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취소</a:t>
                      </a:r>
                      <a:r>
                        <a:rPr lang="en-US" altLang="ko-KR" sz="800" b="0" dirty="0">
                          <a:solidFill>
                            <a:schemeClr val="tx1"/>
                          </a:solidFill>
                        </a:rPr>
                        <a:t>/</a:t>
                      </a:r>
                      <a:r>
                        <a:rPr lang="ko-KR" altLang="en-US" sz="800" b="0" dirty="0">
                          <a:solidFill>
                            <a:schemeClr val="tx1"/>
                          </a:solidFill>
                        </a:rPr>
                        <a:t>환불</a:t>
                      </a:r>
                      <a:r>
                        <a:rPr lang="en-US" altLang="ko-KR" sz="800" b="0" dirty="0">
                          <a:solidFill>
                            <a:schemeClr val="tx1"/>
                          </a:solidFill>
                        </a:rPr>
                        <a:t>(</a:t>
                      </a:r>
                      <a:r>
                        <a:rPr lang="ko-KR" altLang="en-US" sz="800" b="0" dirty="0">
                          <a:solidFill>
                            <a:schemeClr val="tx1"/>
                          </a:solidFill>
                        </a:rPr>
                        <a:t>교환</a:t>
                      </a:r>
                      <a:r>
                        <a:rPr lang="en-US" altLang="ko-KR" sz="800" b="0" dirty="0">
                          <a:solidFill>
                            <a:schemeClr val="tx1"/>
                          </a:solidFill>
                        </a:rPr>
                        <a:t>)</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a:solidFill>
                            <a:schemeClr val="tx1"/>
                          </a:solidFill>
                        </a:rPr>
                        <a:t>안내 정보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35177375"/>
                  </a:ext>
                </a:extLst>
              </a:tr>
            </a:tbl>
          </a:graphicData>
        </a:graphic>
      </p:graphicFrame>
      <p:sp>
        <p:nvSpPr>
          <p:cNvPr id="34" name="직사각형 33">
            <a:extLst>
              <a:ext uri="{FF2B5EF4-FFF2-40B4-BE49-F238E27FC236}">
                <a16:creationId xmlns:a16="http://schemas.microsoft.com/office/drawing/2014/main" id="{17972470-2F38-4ED5-8EFA-E7CBC130CBA6}"/>
              </a:ext>
            </a:extLst>
          </p:cNvPr>
          <p:cNvSpPr/>
          <p:nvPr/>
        </p:nvSpPr>
        <p:spPr>
          <a:xfrm>
            <a:off x="1402115" y="4448154"/>
            <a:ext cx="1682050" cy="15726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기본 정보                        ▼</a:t>
            </a:r>
            <a:endParaRPr lang="en-US" altLang="ko-KR" sz="800" dirty="0">
              <a:solidFill>
                <a:schemeClr val="tx1">
                  <a:lumMod val="50000"/>
                  <a:lumOff val="50000"/>
                </a:schemeClr>
              </a:solidFill>
            </a:endParaRPr>
          </a:p>
        </p:txBody>
      </p:sp>
      <p:grpSp>
        <p:nvGrpSpPr>
          <p:cNvPr id="35" name="그룹 34">
            <a:extLst>
              <a:ext uri="{FF2B5EF4-FFF2-40B4-BE49-F238E27FC236}">
                <a16:creationId xmlns:a16="http://schemas.microsoft.com/office/drawing/2014/main" id="{A727DDC4-670A-4C2E-98F2-70F0D7BF2A5D}"/>
              </a:ext>
            </a:extLst>
          </p:cNvPr>
          <p:cNvGrpSpPr/>
          <p:nvPr/>
        </p:nvGrpSpPr>
        <p:grpSpPr>
          <a:xfrm>
            <a:off x="1402115" y="4681594"/>
            <a:ext cx="4950461" cy="218296"/>
            <a:chOff x="1557338" y="3290888"/>
            <a:chExt cx="6264166" cy="276225"/>
          </a:xfrm>
        </p:grpSpPr>
        <p:pic>
          <p:nvPicPr>
            <p:cNvPr id="36" name="Picture 2">
              <a:extLst>
                <a:ext uri="{FF2B5EF4-FFF2-40B4-BE49-F238E27FC236}">
                  <a16:creationId xmlns:a16="http://schemas.microsoft.com/office/drawing/2014/main" id="{188FE28E-DCDC-4CAA-ACAD-06BE5B57645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57338" y="3290888"/>
              <a:ext cx="6029325" cy="2762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7" name="Picture 3">
              <a:extLst>
                <a:ext uri="{FF2B5EF4-FFF2-40B4-BE49-F238E27FC236}">
                  <a16:creationId xmlns:a16="http://schemas.microsoft.com/office/drawing/2014/main" id="{A9B172A2-737E-4653-8F3B-3A41F7DFC56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92904" y="3310319"/>
              <a:ext cx="228600" cy="2190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38" name="직사각형 37">
            <a:extLst>
              <a:ext uri="{FF2B5EF4-FFF2-40B4-BE49-F238E27FC236}">
                <a16:creationId xmlns:a16="http://schemas.microsoft.com/office/drawing/2014/main" id="{6EA8155B-2C33-4271-94E9-B727230964B8}"/>
              </a:ext>
            </a:extLst>
          </p:cNvPr>
          <p:cNvSpPr/>
          <p:nvPr/>
        </p:nvSpPr>
        <p:spPr>
          <a:xfrm>
            <a:off x="1402115" y="4681594"/>
            <a:ext cx="7465939" cy="1399268"/>
          </a:xfrm>
          <a:prstGeom prst="rect">
            <a:avLst/>
          </a:prstGeom>
          <a:no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39" name="표 38">
            <a:extLst>
              <a:ext uri="{FF2B5EF4-FFF2-40B4-BE49-F238E27FC236}">
                <a16:creationId xmlns:a16="http://schemas.microsoft.com/office/drawing/2014/main" id="{9E5F77A2-21CB-4397-B878-976E5663C9D5}"/>
              </a:ext>
            </a:extLst>
          </p:cNvPr>
          <p:cNvGraphicFramePr>
            <a:graphicFrameLocks noGrp="1"/>
          </p:cNvGraphicFramePr>
          <p:nvPr>
            <p:extLst>
              <p:ext uri="{D42A27DB-BD31-4B8C-83A1-F6EECF244321}">
                <p14:modId xmlns:p14="http://schemas.microsoft.com/office/powerpoint/2010/main" val="3449444210"/>
              </p:ext>
            </p:extLst>
          </p:nvPr>
        </p:nvGraphicFramePr>
        <p:xfrm>
          <a:off x="10171774" y="22159"/>
          <a:ext cx="1979018" cy="1784112"/>
        </p:xfrm>
        <a:graphic>
          <a:graphicData uri="http://schemas.openxmlformats.org/drawingml/2006/table">
            <a:tbl>
              <a:tblPr firstRow="1" bandRow="1">
                <a:tableStyleId>{5940675A-B579-460E-94D1-54222C63F5DA}</a:tableStyleId>
              </a:tblPr>
              <a:tblGrid>
                <a:gridCol w="632350">
                  <a:extLst>
                    <a:ext uri="{9D8B030D-6E8A-4147-A177-3AD203B41FA5}">
                      <a16:colId xmlns:a16="http://schemas.microsoft.com/office/drawing/2014/main" val="2768186151"/>
                    </a:ext>
                  </a:extLst>
                </a:gridCol>
                <a:gridCol w="192739">
                  <a:extLst>
                    <a:ext uri="{9D8B030D-6E8A-4147-A177-3AD203B41FA5}">
                      <a16:colId xmlns:a16="http://schemas.microsoft.com/office/drawing/2014/main" val="4245958259"/>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RF-02-06-03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공동구매관리 </a:t>
                      </a:r>
                      <a:r>
                        <a:rPr lang="en-US" altLang="ko-KR" sz="800" dirty="0"/>
                        <a:t>&gt; </a:t>
                      </a:r>
                      <a:r>
                        <a:rPr lang="ko-KR" altLang="en-US" sz="800" dirty="0"/>
                        <a:t>공동구매상품 수정</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공동구매상품 수정</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공동구매상품 수정</a:t>
                      </a:r>
                      <a:r>
                        <a:rPr lang="ko-KR" altLang="en-US" sz="800" baseline="0" dirty="0"/>
                        <a:t> 화면</a:t>
                      </a:r>
                      <a:endParaRPr lang="ko-KR" altLang="en-US" sz="800" dirty="0"/>
                    </a:p>
                  </a:txBody>
                  <a:tcPr anchor="ctr">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t>1</a:t>
                      </a:r>
                      <a:endParaRPr lang="ko-KR" altLang="en-US" sz="800" dirty="0"/>
                    </a:p>
                  </a:txBody>
                  <a:tcPr anchor="ctr">
                    <a:solidFill>
                      <a:schemeClr val="bg1">
                        <a:lumMod val="85000"/>
                      </a:schemeClr>
                    </a:solidFill>
                  </a:tcPr>
                </a:tc>
                <a:tc gridSpan="2">
                  <a:txBody>
                    <a:bodyPr/>
                    <a:lstStyle/>
                    <a:p>
                      <a:pPr latinLnBrk="1"/>
                      <a:r>
                        <a:rPr lang="ko-KR" altLang="en-US" sz="800" dirty="0"/>
                        <a:t>판매 혜택은 수정할 수 없다</a:t>
                      </a:r>
                      <a:r>
                        <a:rPr lang="en-US" altLang="ko-KR" sz="800" dirty="0"/>
                        <a:t>.</a:t>
                      </a:r>
                      <a:endParaRPr lang="ko-KR" altLang="en-US" sz="800" dirty="0"/>
                    </a:p>
                  </a:txBody>
                  <a:tcPr anchor="ctr">
                    <a:solidFill>
                      <a:schemeClr val="bg1"/>
                    </a:solidFill>
                  </a:tcPr>
                </a:tc>
                <a:tc hMerge="1">
                  <a:txBody>
                    <a:bodyPr/>
                    <a:lstStyle/>
                    <a:p>
                      <a:pPr latinLnBrk="1"/>
                      <a:endParaRPr lang="ko-KR" altLang="en-US" dirty="0"/>
                    </a:p>
                  </a:txBody>
                  <a:tcPr/>
                </a:tc>
                <a:extLst>
                  <a:ext uri="{0D108BD9-81ED-4DB2-BD59-A6C34878D82A}">
                    <a16:rowId xmlns:a16="http://schemas.microsoft.com/office/drawing/2014/main" val="1434418863"/>
                  </a:ext>
                </a:extLst>
              </a:tr>
            </a:tbl>
          </a:graphicData>
        </a:graphic>
      </p:graphicFrame>
      <p:sp>
        <p:nvSpPr>
          <p:cNvPr id="40" name="TextBox 39">
            <a:extLst>
              <a:ext uri="{FF2B5EF4-FFF2-40B4-BE49-F238E27FC236}">
                <a16:creationId xmlns:a16="http://schemas.microsoft.com/office/drawing/2014/main" id="{281ACFAA-6042-4F0B-A3F7-EC219B04D7F4}"/>
              </a:ext>
            </a:extLst>
          </p:cNvPr>
          <p:cNvSpPr txBox="1"/>
          <p:nvPr/>
        </p:nvSpPr>
        <p:spPr>
          <a:xfrm>
            <a:off x="65663" y="1690806"/>
            <a:ext cx="1343638"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공동구매 판매 정보</a:t>
            </a:r>
            <a:endParaRPr lang="ko-KR" altLang="en-US" sz="900" dirty="0"/>
          </a:p>
        </p:txBody>
      </p:sp>
      <p:graphicFrame>
        <p:nvGraphicFramePr>
          <p:cNvPr id="41" name="표 40">
            <a:extLst>
              <a:ext uri="{FF2B5EF4-FFF2-40B4-BE49-F238E27FC236}">
                <a16:creationId xmlns:a16="http://schemas.microsoft.com/office/drawing/2014/main" id="{9AA923D2-C687-4261-8D39-F501966C69DD}"/>
              </a:ext>
            </a:extLst>
          </p:cNvPr>
          <p:cNvGraphicFramePr>
            <a:graphicFrameLocks noGrp="1"/>
          </p:cNvGraphicFramePr>
          <p:nvPr>
            <p:extLst>
              <p:ext uri="{D42A27DB-BD31-4B8C-83A1-F6EECF244321}">
                <p14:modId xmlns:p14="http://schemas.microsoft.com/office/powerpoint/2010/main" val="3516571640"/>
              </p:ext>
            </p:extLst>
          </p:nvPr>
        </p:nvGraphicFramePr>
        <p:xfrm>
          <a:off x="125631" y="1952768"/>
          <a:ext cx="9943899" cy="64008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8738874">
                  <a:extLst>
                    <a:ext uri="{9D8B030D-6E8A-4147-A177-3AD203B41FA5}">
                      <a16:colId xmlns:a16="http://schemas.microsoft.com/office/drawing/2014/main" val="20001"/>
                    </a:ext>
                  </a:extLst>
                </a:gridCol>
              </a:tblGrid>
              <a:tr h="0">
                <a:tc>
                  <a:txBody>
                    <a:bodyPr/>
                    <a:lstStyle/>
                    <a:p>
                      <a:pPr latinLnBrk="1"/>
                      <a:r>
                        <a:rPr lang="ko-KR" altLang="en-US" sz="800" b="0" dirty="0">
                          <a:solidFill>
                            <a:schemeClr val="tx1"/>
                          </a:solidFill>
                        </a:rPr>
                        <a:t>공동구매상품</a:t>
                      </a:r>
                      <a:r>
                        <a:rPr lang="ko-KR" altLang="en-US" sz="800" b="0" baseline="0" dirty="0">
                          <a:solidFill>
                            <a:schemeClr val="tx1"/>
                          </a:solidFill>
                        </a:rPr>
                        <a:t> </a:t>
                      </a:r>
                      <a:r>
                        <a:rPr lang="ko-KR" altLang="en-US" sz="800" b="0" baseline="0" dirty="0" err="1">
                          <a:solidFill>
                            <a:schemeClr val="tx1"/>
                          </a:solidFill>
                        </a:rPr>
                        <a:t>판매명</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판매기간 여부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 </a:t>
                      </a:r>
                      <a:r>
                        <a:rPr lang="ko-KR" altLang="en-US" sz="800" b="0" dirty="0">
                          <a:solidFill>
                            <a:schemeClr val="tx1"/>
                          </a:solidFill>
                        </a:rPr>
                        <a:t>기간 설정     </a:t>
                      </a:r>
                      <a:r>
                        <a:rPr lang="en-US" altLang="ko-KR" sz="800" b="0" dirty="0">
                          <a:solidFill>
                            <a:schemeClr val="tx1"/>
                          </a:solidFill>
                        </a:rPr>
                        <a:t>● </a:t>
                      </a:r>
                      <a:r>
                        <a:rPr lang="ko-KR" altLang="en-US" sz="800" b="0" dirty="0">
                          <a:solidFill>
                            <a:schemeClr val="tx1"/>
                          </a:solidFill>
                        </a:rPr>
                        <a:t>기간 설정 없음</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latinLnBrk="1"/>
                      <a:r>
                        <a:rPr lang="ko-KR" altLang="en-US" sz="800" b="0" dirty="0">
                          <a:solidFill>
                            <a:schemeClr val="tx1"/>
                          </a:solidFill>
                        </a:rPr>
                        <a:t>판매 기간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a:t>
                      </a:r>
                      <a:r>
                        <a:rPr lang="en-US" altLang="ko-KR" sz="800" b="0" i="0" u="none" strike="noStrike" baseline="0" dirty="0">
                          <a:solidFill>
                            <a:srgbClr val="000000"/>
                          </a:solidFill>
                          <a:effectLst/>
                          <a:latin typeface="+mn-lt"/>
                        </a:rPr>
                        <a:t> </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42" name="직사각형 41">
            <a:extLst>
              <a:ext uri="{FF2B5EF4-FFF2-40B4-BE49-F238E27FC236}">
                <a16:creationId xmlns:a16="http://schemas.microsoft.com/office/drawing/2014/main" id="{1CBBEC54-344A-47D3-B188-0C43349D2DDC}"/>
              </a:ext>
            </a:extLst>
          </p:cNvPr>
          <p:cNvSpPr/>
          <p:nvPr/>
        </p:nvSpPr>
        <p:spPr>
          <a:xfrm>
            <a:off x="1398625" y="2439171"/>
            <a:ext cx="749772" cy="105075"/>
          </a:xfrm>
          <a:prstGeom prst="rect">
            <a:avLst/>
          </a:prstGeom>
          <a:solidFill>
            <a:schemeClr val="bg1">
              <a:lumMod val="95000"/>
            </a:schemeClr>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4" name="직사각형 43">
            <a:extLst>
              <a:ext uri="{FF2B5EF4-FFF2-40B4-BE49-F238E27FC236}">
                <a16:creationId xmlns:a16="http://schemas.microsoft.com/office/drawing/2014/main" id="{1CBBEC54-344A-47D3-B188-0C43349D2DDC}"/>
              </a:ext>
            </a:extLst>
          </p:cNvPr>
          <p:cNvSpPr/>
          <p:nvPr/>
        </p:nvSpPr>
        <p:spPr>
          <a:xfrm>
            <a:off x="2381078" y="2443204"/>
            <a:ext cx="749772" cy="105075"/>
          </a:xfrm>
          <a:prstGeom prst="rect">
            <a:avLst/>
          </a:prstGeom>
          <a:solidFill>
            <a:schemeClr val="bg1">
              <a:lumMod val="95000"/>
            </a:schemeClr>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5" name="직사각형 44">
            <a:extLst>
              <a:ext uri="{FF2B5EF4-FFF2-40B4-BE49-F238E27FC236}">
                <a16:creationId xmlns:a16="http://schemas.microsoft.com/office/drawing/2014/main" id="{1CBBEC54-344A-47D3-B188-0C43349D2DDC}"/>
              </a:ext>
            </a:extLst>
          </p:cNvPr>
          <p:cNvSpPr/>
          <p:nvPr/>
        </p:nvSpPr>
        <p:spPr>
          <a:xfrm>
            <a:off x="1375442" y="1986130"/>
            <a:ext cx="8573776" cy="156163"/>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6" name="직사각형 45">
            <a:extLst>
              <a:ext uri="{FF2B5EF4-FFF2-40B4-BE49-F238E27FC236}">
                <a16:creationId xmlns:a16="http://schemas.microsoft.com/office/drawing/2014/main" id="{635726F2-4D48-4692-B294-D14FD0D43A39}"/>
              </a:ext>
            </a:extLst>
          </p:cNvPr>
          <p:cNvSpPr/>
          <p:nvPr/>
        </p:nvSpPr>
        <p:spPr>
          <a:xfrm>
            <a:off x="1264076" y="6757942"/>
            <a:ext cx="3902754" cy="967144"/>
          </a:xfrm>
          <a:prstGeom prst="rect">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7" name="TextBox 46">
            <a:extLst>
              <a:ext uri="{FF2B5EF4-FFF2-40B4-BE49-F238E27FC236}">
                <a16:creationId xmlns:a16="http://schemas.microsoft.com/office/drawing/2014/main" id="{A8AE54C7-2E56-4CCA-BDE4-F58376E3FDA5}"/>
              </a:ext>
            </a:extLst>
          </p:cNvPr>
          <p:cNvSpPr txBox="1"/>
          <p:nvPr/>
        </p:nvSpPr>
        <p:spPr>
          <a:xfrm>
            <a:off x="1138080" y="6654557"/>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graphicFrame>
        <p:nvGraphicFramePr>
          <p:cNvPr id="43" name="표 42">
            <a:extLst>
              <a:ext uri="{FF2B5EF4-FFF2-40B4-BE49-F238E27FC236}">
                <a16:creationId xmlns:a16="http://schemas.microsoft.com/office/drawing/2014/main" id="{9A321547-CC01-4252-8338-E4B32C13CE18}"/>
              </a:ext>
            </a:extLst>
          </p:cNvPr>
          <p:cNvGraphicFramePr>
            <a:graphicFrameLocks noGrp="1"/>
          </p:cNvGraphicFramePr>
          <p:nvPr>
            <p:extLst>
              <p:ext uri="{D42A27DB-BD31-4B8C-83A1-F6EECF244321}">
                <p14:modId xmlns:p14="http://schemas.microsoft.com/office/powerpoint/2010/main" val="3488506509"/>
              </p:ext>
            </p:extLst>
          </p:nvPr>
        </p:nvGraphicFramePr>
        <p:xfrm>
          <a:off x="125632" y="728842"/>
          <a:ext cx="9943899" cy="853440"/>
        </p:xfrm>
        <a:graphic>
          <a:graphicData uri="http://schemas.openxmlformats.org/drawingml/2006/table">
            <a:tbl>
              <a:tblPr firstRow="1" bandRow="1">
                <a:tableStyleId>{5C22544A-7EE6-4342-B048-85BDC9FD1C3A}</a:tableStyleId>
              </a:tblPr>
              <a:tblGrid>
                <a:gridCol w="1205025">
                  <a:extLst>
                    <a:ext uri="{9D8B030D-6E8A-4147-A177-3AD203B41FA5}">
                      <a16:colId xmlns:a16="http://schemas.microsoft.com/office/drawing/2014/main" val="20000"/>
                    </a:ext>
                  </a:extLst>
                </a:gridCol>
                <a:gridCol w="3780430">
                  <a:extLst>
                    <a:ext uri="{9D8B030D-6E8A-4147-A177-3AD203B41FA5}">
                      <a16:colId xmlns:a16="http://schemas.microsoft.com/office/drawing/2014/main" val="20001"/>
                    </a:ext>
                  </a:extLst>
                </a:gridCol>
                <a:gridCol w="1295703">
                  <a:extLst>
                    <a:ext uri="{9D8B030D-6E8A-4147-A177-3AD203B41FA5}">
                      <a16:colId xmlns:a16="http://schemas.microsoft.com/office/drawing/2014/main" val="4010982125"/>
                    </a:ext>
                  </a:extLst>
                </a:gridCol>
                <a:gridCol w="3662741">
                  <a:extLst>
                    <a:ext uri="{9D8B030D-6E8A-4147-A177-3AD203B41FA5}">
                      <a16:colId xmlns:a16="http://schemas.microsoft.com/office/drawing/2014/main" val="2646234070"/>
                    </a:ext>
                  </a:extLst>
                </a:gridCol>
              </a:tblGrid>
              <a:tr h="0">
                <a:tc>
                  <a:txBody>
                    <a:bodyPr/>
                    <a:lstStyle/>
                    <a:p>
                      <a:pPr latinLnBrk="1"/>
                      <a:r>
                        <a:rPr lang="ko-KR" altLang="en-US" sz="800" b="0" dirty="0">
                          <a:solidFill>
                            <a:schemeClr val="tx1"/>
                          </a:solidFill>
                        </a:rPr>
                        <a:t>공동구매상품 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Me9-2024-099833</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상품상태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대기  </a:t>
                      </a:r>
                      <a:r>
                        <a:rPr lang="en-US" altLang="ko-KR" sz="800" b="0" dirty="0">
                          <a:solidFill>
                            <a:schemeClr val="tx1"/>
                          </a:solidFill>
                        </a:rPr>
                        <a:t>○</a:t>
                      </a:r>
                      <a:r>
                        <a:rPr lang="ko-KR" altLang="en-US" sz="800" b="0" i="0" u="none" strike="noStrike" dirty="0">
                          <a:solidFill>
                            <a:srgbClr val="000000"/>
                          </a:solidFill>
                          <a:effectLst/>
                          <a:latin typeface="+mn-lt"/>
                        </a:rPr>
                        <a:t> 진행중 </a:t>
                      </a:r>
                      <a:r>
                        <a:rPr lang="ko-KR" altLang="en-US" sz="800" b="0" i="0" u="none" strike="noStrike" baseline="0" dirty="0">
                          <a:solidFill>
                            <a:srgbClr val="000000"/>
                          </a:solidFill>
                          <a:effectLst/>
                          <a:latin typeface="+mn-lt"/>
                        </a:rPr>
                        <a:t> </a:t>
                      </a:r>
                      <a:r>
                        <a:rPr lang="en-US" altLang="ko-KR" sz="800" b="0" dirty="0">
                          <a:solidFill>
                            <a:schemeClr val="tx1"/>
                          </a:solidFill>
                        </a:rPr>
                        <a:t>○</a:t>
                      </a:r>
                      <a:r>
                        <a:rPr lang="ko-KR" altLang="en-US" sz="800" b="0" i="0" u="none" strike="noStrike" dirty="0">
                          <a:solidFill>
                            <a:srgbClr val="000000"/>
                          </a:solidFill>
                          <a:effectLst/>
                          <a:latin typeface="+mn-lt"/>
                        </a:rPr>
                        <a:t> 마감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a:solidFill>
                            <a:schemeClr val="tx1"/>
                          </a:solidFill>
                        </a:rPr>
                        <a:t>공동구매상품 분류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latinLnBrk="1"/>
                      <a:r>
                        <a:rPr lang="ko-KR" altLang="en-US" sz="800" b="0" dirty="0">
                          <a:solidFill>
                            <a:schemeClr val="tx1"/>
                          </a:solidFill>
                        </a:rPr>
                        <a:t>공동구매상품명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latinLnBrk="1"/>
                      <a:r>
                        <a:rPr lang="ko-KR" altLang="en-US" sz="800" b="0" dirty="0">
                          <a:solidFill>
                            <a:schemeClr val="tx1"/>
                          </a:solidFill>
                        </a:rPr>
                        <a:t>상품가격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기본금액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a:t>
                      </a:r>
                      <a:r>
                        <a:rPr lang="ko-KR" altLang="en-US" sz="800" b="0" i="0" u="none" strike="noStrike" dirty="0">
                          <a:solidFill>
                            <a:srgbClr val="000000"/>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021316242"/>
                  </a:ext>
                </a:extLst>
              </a:tr>
            </a:tbl>
          </a:graphicData>
        </a:graphic>
      </p:graphicFrame>
      <p:grpSp>
        <p:nvGrpSpPr>
          <p:cNvPr id="48" name="그룹 47">
            <a:extLst>
              <a:ext uri="{FF2B5EF4-FFF2-40B4-BE49-F238E27FC236}">
                <a16:creationId xmlns:a16="http://schemas.microsoft.com/office/drawing/2014/main" id="{4E816D75-5ECE-4F7F-81BF-012663B1C34D}"/>
              </a:ext>
            </a:extLst>
          </p:cNvPr>
          <p:cNvGrpSpPr/>
          <p:nvPr/>
        </p:nvGrpSpPr>
        <p:grpSpPr>
          <a:xfrm>
            <a:off x="1414155" y="977395"/>
            <a:ext cx="3372978" cy="142974"/>
            <a:chOff x="889678" y="2192622"/>
            <a:chExt cx="2522315" cy="192328"/>
          </a:xfrm>
        </p:grpSpPr>
        <p:sp>
          <p:nvSpPr>
            <p:cNvPr id="49" name="직사각형 48">
              <a:extLst>
                <a:ext uri="{FF2B5EF4-FFF2-40B4-BE49-F238E27FC236}">
                  <a16:creationId xmlns:a16="http://schemas.microsoft.com/office/drawing/2014/main" id="{E678A3E8-67C3-48FD-8F29-A522A985656D}"/>
                </a:ext>
              </a:extLst>
            </p:cNvPr>
            <p:cNvSpPr/>
            <p:nvPr/>
          </p:nvSpPr>
          <p:spPr>
            <a:xfrm>
              <a:off x="889678"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50" name="직사각형 49">
              <a:extLst>
                <a:ext uri="{FF2B5EF4-FFF2-40B4-BE49-F238E27FC236}">
                  <a16:creationId xmlns:a16="http://schemas.microsoft.com/office/drawing/2014/main" id="{1BFD0F3A-2AB2-4EB7-A023-77E6D9F96B2D}"/>
                </a:ext>
              </a:extLst>
            </p:cNvPr>
            <p:cNvSpPr/>
            <p:nvPr/>
          </p:nvSpPr>
          <p:spPr>
            <a:xfrm>
              <a:off x="1751471"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sp>
          <p:nvSpPr>
            <p:cNvPr id="51" name="직사각형 50">
              <a:extLst>
                <a:ext uri="{FF2B5EF4-FFF2-40B4-BE49-F238E27FC236}">
                  <a16:creationId xmlns:a16="http://schemas.microsoft.com/office/drawing/2014/main" id="{A7C02965-D45E-4B4D-9E9D-00ADFF616D24}"/>
                </a:ext>
              </a:extLst>
            </p:cNvPr>
            <p:cNvSpPr/>
            <p:nvPr/>
          </p:nvSpPr>
          <p:spPr>
            <a:xfrm>
              <a:off x="2619904" y="2192622"/>
              <a:ext cx="792089"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소분류 ▼</a:t>
              </a:r>
              <a:endParaRPr lang="en-US" altLang="ko-KR" sz="800" dirty="0">
                <a:solidFill>
                  <a:schemeClr val="tx1">
                    <a:lumMod val="50000"/>
                    <a:lumOff val="50000"/>
                  </a:schemeClr>
                </a:solidFill>
              </a:endParaRPr>
            </a:p>
          </p:txBody>
        </p:sp>
      </p:grpSp>
      <p:sp>
        <p:nvSpPr>
          <p:cNvPr id="52" name="직사각형 51">
            <a:extLst>
              <a:ext uri="{FF2B5EF4-FFF2-40B4-BE49-F238E27FC236}">
                <a16:creationId xmlns:a16="http://schemas.microsoft.com/office/drawing/2014/main" id="{6BCF8EA8-5089-4143-92E7-B664C1B61673}"/>
              </a:ext>
            </a:extLst>
          </p:cNvPr>
          <p:cNvSpPr/>
          <p:nvPr/>
        </p:nvSpPr>
        <p:spPr>
          <a:xfrm>
            <a:off x="1414155" y="1177620"/>
            <a:ext cx="8535063"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53" name="직사각형 52">
            <a:extLst>
              <a:ext uri="{FF2B5EF4-FFF2-40B4-BE49-F238E27FC236}">
                <a16:creationId xmlns:a16="http://schemas.microsoft.com/office/drawing/2014/main" id="{E3F88378-3F68-4D3D-9C33-FB006DD5B05F}"/>
              </a:ext>
            </a:extLst>
          </p:cNvPr>
          <p:cNvSpPr/>
          <p:nvPr/>
        </p:nvSpPr>
        <p:spPr>
          <a:xfrm>
            <a:off x="1409301" y="1383512"/>
            <a:ext cx="1587689" cy="16288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1,000</a:t>
            </a:r>
          </a:p>
        </p:txBody>
      </p:sp>
    </p:spTree>
    <p:extLst>
      <p:ext uri="{BB962C8B-B14F-4D97-AF65-F5344CB8AC3E}">
        <p14:creationId xmlns:p14="http://schemas.microsoft.com/office/powerpoint/2010/main" val="392855704"/>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6">
            <a:extLst>
              <a:ext uri="{FF2B5EF4-FFF2-40B4-BE49-F238E27FC236}">
                <a16:creationId xmlns:a16="http://schemas.microsoft.com/office/drawing/2014/main" id="{54DF5A36-7211-40EB-ABA6-38864B9DC34A}"/>
              </a:ext>
            </a:extLst>
          </p:cNvPr>
          <p:cNvGraphicFramePr>
            <a:graphicFrameLocks noGrp="1"/>
          </p:cNvGraphicFramePr>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endParaRPr lang="ko-KR" altLang="en-US" sz="1800" b="1" dirty="0">
                        <a:solidFill>
                          <a:schemeClr val="tx1"/>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b="1" dirty="0">
                          <a:solidFill>
                            <a:schemeClr val="tx1"/>
                          </a:solidFill>
                        </a:rPr>
                        <a:t>●  주문 관리</a:t>
                      </a:r>
                    </a:p>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2253417646"/>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직사각형 13">
            <a:extLst>
              <a:ext uri="{FF2B5EF4-FFF2-40B4-BE49-F238E27FC236}">
                <a16:creationId xmlns:a16="http://schemas.microsoft.com/office/drawing/2014/main" id="{98AC6DB8-7E61-4491-9527-D0AF166AA9FE}"/>
              </a:ext>
            </a:extLst>
          </p:cNvPr>
          <p:cNvSpPr/>
          <p:nvPr/>
        </p:nvSpPr>
        <p:spPr>
          <a:xfrm>
            <a:off x="320728" y="5088516"/>
            <a:ext cx="9363962" cy="2518908"/>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16" name="직사각형 15">
            <a:extLst>
              <a:ext uri="{FF2B5EF4-FFF2-40B4-BE49-F238E27FC236}">
                <a16:creationId xmlns:a16="http://schemas.microsoft.com/office/drawing/2014/main" id="{33146808-D40E-4266-B8C4-470CAC97A935}"/>
              </a:ext>
            </a:extLst>
          </p:cNvPr>
          <p:cNvSpPr/>
          <p:nvPr/>
        </p:nvSpPr>
        <p:spPr>
          <a:xfrm>
            <a:off x="8630596" y="5449575"/>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r>
              <a:rPr lang="ko-KR" altLang="en-US" sz="800" dirty="0">
                <a:solidFill>
                  <a:schemeClr val="bg1"/>
                </a:solidFill>
                <a:latin typeface="맑은 고딕" panose="020B0503020000020004" pitchFamily="50" charset="-127"/>
                <a:ea typeface="맑은 고딕" panose="020B0503020000020004" pitchFamily="50" charset="-127"/>
              </a:rPr>
              <a:t>▼</a:t>
            </a:r>
            <a:endParaRPr lang="en-US" altLang="ko-KR" sz="800" dirty="0">
              <a:solidFill>
                <a:schemeClr val="bg1"/>
              </a:solidFill>
            </a:endParaRPr>
          </a:p>
        </p:txBody>
      </p:sp>
      <p:graphicFrame>
        <p:nvGraphicFramePr>
          <p:cNvPr id="19" name="표 63">
            <a:extLst>
              <a:ext uri="{FF2B5EF4-FFF2-40B4-BE49-F238E27FC236}">
                <a16:creationId xmlns:a16="http://schemas.microsoft.com/office/drawing/2014/main" id="{FFD34742-632D-46DD-B1E9-C7A1AF2E778F}"/>
              </a:ext>
            </a:extLst>
          </p:cNvPr>
          <p:cNvGraphicFramePr>
            <a:graphicFrameLocks noGrp="1"/>
          </p:cNvGraphicFramePr>
          <p:nvPr>
            <p:extLst>
              <p:ext uri="{D42A27DB-BD31-4B8C-83A1-F6EECF244321}">
                <p14:modId xmlns:p14="http://schemas.microsoft.com/office/powerpoint/2010/main" val="3228486671"/>
              </p:ext>
            </p:extLst>
          </p:nvPr>
        </p:nvGraphicFramePr>
        <p:xfrm>
          <a:off x="631696" y="5433776"/>
          <a:ext cx="8750842" cy="1722120"/>
        </p:xfrm>
        <a:graphic>
          <a:graphicData uri="http://schemas.openxmlformats.org/drawingml/2006/table">
            <a:tbl>
              <a:tblPr firstRow="1" bandRow="1">
                <a:tableStyleId>{5940675A-B579-460E-94D1-54222C63F5DA}</a:tableStyleId>
              </a:tblPr>
              <a:tblGrid>
                <a:gridCol w="970446">
                  <a:extLst>
                    <a:ext uri="{9D8B030D-6E8A-4147-A177-3AD203B41FA5}">
                      <a16:colId xmlns:a16="http://schemas.microsoft.com/office/drawing/2014/main" val="3701388552"/>
                    </a:ext>
                  </a:extLst>
                </a:gridCol>
                <a:gridCol w="2548733">
                  <a:extLst>
                    <a:ext uri="{9D8B030D-6E8A-4147-A177-3AD203B41FA5}">
                      <a16:colId xmlns:a16="http://schemas.microsoft.com/office/drawing/2014/main" val="339215266"/>
                    </a:ext>
                  </a:extLst>
                </a:gridCol>
                <a:gridCol w="1015374">
                  <a:extLst>
                    <a:ext uri="{9D8B030D-6E8A-4147-A177-3AD203B41FA5}">
                      <a16:colId xmlns:a16="http://schemas.microsoft.com/office/drawing/2014/main" val="246205619"/>
                    </a:ext>
                  </a:extLst>
                </a:gridCol>
                <a:gridCol w="4216289">
                  <a:extLst>
                    <a:ext uri="{9D8B030D-6E8A-4147-A177-3AD203B41FA5}">
                      <a16:colId xmlns:a16="http://schemas.microsoft.com/office/drawing/2014/main" val="852871710"/>
                    </a:ext>
                  </a:extLst>
                </a:gridCol>
              </a:tblGrid>
              <a:tr h="0">
                <a:tc>
                  <a:txBody>
                    <a:bodyPr/>
                    <a:lstStyle/>
                    <a:p>
                      <a:pPr latinLnBrk="1"/>
                      <a:r>
                        <a:rPr lang="ko-KR" altLang="en-US" sz="900" dirty="0"/>
                        <a:t>검색구분</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a:txBody>
                    <a:bodyPr/>
                    <a:lstStyle/>
                    <a:p>
                      <a:pPr latinLnBrk="1"/>
                      <a:r>
                        <a:rPr lang="ko-KR" altLang="en-US" sz="900" dirty="0"/>
                        <a:t>주문기간</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944867"/>
                  </a:ext>
                </a:extLst>
              </a:tr>
              <a:tr h="0">
                <a:tc>
                  <a:txBody>
                    <a:bodyPr/>
                    <a:lstStyle/>
                    <a:p>
                      <a:pPr latinLnBrk="1"/>
                      <a:r>
                        <a:rPr lang="ko-KR" altLang="en-US" sz="900" dirty="0"/>
                        <a:t>주문상태</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r>
                        <a:rPr lang="en-US" altLang="ko-KR" sz="800" dirty="0"/>
                        <a:t> </a:t>
                      </a:r>
                      <a:r>
                        <a:rPr lang="ko-KR" altLang="en-US" sz="800" dirty="0"/>
                        <a:t>□ 결제대기중   □ 결제완료      □ 배송대기      □  </a:t>
                      </a:r>
                      <a:r>
                        <a:rPr lang="ko-KR" altLang="en-US" sz="800" dirty="0" err="1"/>
                        <a:t>배송중</a:t>
                      </a:r>
                      <a:r>
                        <a:rPr lang="ko-KR" altLang="en-US" sz="800" dirty="0"/>
                        <a:t>       □  구매확정      </a:t>
                      </a:r>
                      <a:endParaRPr lang="en-US" altLang="ko-KR" sz="800" dirty="0"/>
                    </a:p>
                    <a:p>
                      <a:pPr latinLnBrk="1"/>
                      <a:r>
                        <a:rPr lang="en-US" altLang="ko-KR" sz="800" dirty="0"/>
                        <a:t> </a:t>
                      </a:r>
                      <a:r>
                        <a:rPr lang="ko-KR" altLang="en-US" sz="800" dirty="0"/>
                        <a:t>□ 취소요청      □ 취소완료     </a:t>
                      </a:r>
                      <a:endParaRPr lang="en-US" altLang="ko-KR" sz="800" dirty="0"/>
                    </a:p>
                    <a:p>
                      <a:pPr latinLnBrk="1"/>
                      <a:r>
                        <a:rPr lang="en-US" altLang="ko-KR" sz="800" dirty="0"/>
                        <a:t> </a:t>
                      </a:r>
                      <a:r>
                        <a:rPr lang="ko-KR" altLang="en-US" sz="800" dirty="0"/>
                        <a:t>□ 반품신청      □ 반품완료     </a:t>
                      </a:r>
                      <a:endParaRPr lang="en-US" altLang="ko-KR" sz="800" dirty="0"/>
                    </a:p>
                    <a:p>
                      <a:pPr latinLnBrk="1"/>
                      <a:r>
                        <a:rPr lang="en-US" altLang="ko-KR" sz="800" dirty="0"/>
                        <a:t> </a:t>
                      </a:r>
                      <a:r>
                        <a:rPr lang="ko-KR" altLang="en-US" sz="800" dirty="0"/>
                        <a:t>□ 교환신청      □ 교환완료</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0059607"/>
                  </a:ext>
                </a:extLst>
              </a:tr>
              <a:tr h="0">
                <a:tc>
                  <a:txBody>
                    <a:bodyPr/>
                    <a:lstStyle/>
                    <a:p>
                      <a:pPr latinLnBrk="1"/>
                      <a:r>
                        <a:rPr lang="ko-KR" altLang="en-US" sz="900" dirty="0"/>
                        <a:t>주문자</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판매가격 범위</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r>
                        <a:rPr lang="en-US" altLang="ko-KR" sz="800" dirty="0"/>
                        <a:t>                           </a:t>
                      </a:r>
                      <a:r>
                        <a:rPr lang="ko-KR" altLang="en-US" sz="800" dirty="0"/>
                        <a:t>원  </a:t>
                      </a:r>
                      <a:r>
                        <a:rPr lang="en-US" altLang="ko-KR" sz="800" dirty="0"/>
                        <a:t>~                               </a:t>
                      </a:r>
                      <a:r>
                        <a:rPr lang="ko-KR" altLang="en-US" sz="800" dirty="0"/>
                        <a:t>원</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52891665"/>
                  </a:ext>
                </a:extLst>
              </a:tr>
              <a:tr h="0">
                <a:tc>
                  <a:txBody>
                    <a:bodyPr/>
                    <a:lstStyle/>
                    <a:p>
                      <a:pPr latinLnBrk="1"/>
                      <a:r>
                        <a:rPr lang="ko-KR" altLang="en-US" sz="900" dirty="0"/>
                        <a:t>주문 유형</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r>
                        <a:rPr lang="ko-KR" altLang="en-US" sz="800" dirty="0"/>
                        <a:t>□ 전체  □ 일반  □ 제휴</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59777806"/>
                  </a:ext>
                </a:extLst>
              </a:tr>
              <a:tr h="0">
                <a:tc gridSpan="4">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88622143"/>
                  </a:ext>
                </a:extLst>
              </a:tr>
            </a:tbl>
          </a:graphicData>
        </a:graphic>
      </p:graphicFrame>
      <p:sp>
        <p:nvSpPr>
          <p:cNvPr id="20" name="직사각형 19">
            <a:extLst>
              <a:ext uri="{FF2B5EF4-FFF2-40B4-BE49-F238E27FC236}">
                <a16:creationId xmlns:a16="http://schemas.microsoft.com/office/drawing/2014/main" id="{52225A1F-164E-4AF5-8383-FA9B9C6B3738}"/>
              </a:ext>
            </a:extLst>
          </p:cNvPr>
          <p:cNvSpPr/>
          <p:nvPr/>
        </p:nvSpPr>
        <p:spPr>
          <a:xfrm>
            <a:off x="8630595" y="694843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22" name="직사각형 21">
            <a:extLst>
              <a:ext uri="{FF2B5EF4-FFF2-40B4-BE49-F238E27FC236}">
                <a16:creationId xmlns:a16="http://schemas.microsoft.com/office/drawing/2014/main" id="{6C499D97-BBB9-4859-8A6A-7D43FCD7B681}"/>
              </a:ext>
            </a:extLst>
          </p:cNvPr>
          <p:cNvSpPr/>
          <p:nvPr/>
        </p:nvSpPr>
        <p:spPr>
          <a:xfrm>
            <a:off x="1674073" y="6501305"/>
            <a:ext cx="2325434" cy="16790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23" name="직사각형 22">
            <a:extLst>
              <a:ext uri="{FF2B5EF4-FFF2-40B4-BE49-F238E27FC236}">
                <a16:creationId xmlns:a16="http://schemas.microsoft.com/office/drawing/2014/main" id="{C1D7BE89-067D-49C6-8384-6B8D96657008}"/>
              </a:ext>
            </a:extLst>
          </p:cNvPr>
          <p:cNvSpPr/>
          <p:nvPr/>
        </p:nvSpPr>
        <p:spPr>
          <a:xfrm>
            <a:off x="5231116" y="6501305"/>
            <a:ext cx="98113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bg1">
                    <a:lumMod val="65000"/>
                  </a:schemeClr>
                </a:solidFill>
              </a:rPr>
              <a:t>10000</a:t>
            </a:r>
          </a:p>
        </p:txBody>
      </p:sp>
      <p:sp>
        <p:nvSpPr>
          <p:cNvPr id="24" name="직사각형 23">
            <a:extLst>
              <a:ext uri="{FF2B5EF4-FFF2-40B4-BE49-F238E27FC236}">
                <a16:creationId xmlns:a16="http://schemas.microsoft.com/office/drawing/2014/main" id="{7B6E8359-FF65-4AF1-A896-A10481315833}"/>
              </a:ext>
            </a:extLst>
          </p:cNvPr>
          <p:cNvSpPr/>
          <p:nvPr/>
        </p:nvSpPr>
        <p:spPr>
          <a:xfrm>
            <a:off x="6586090" y="6501305"/>
            <a:ext cx="98113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bg1">
                    <a:lumMod val="65000"/>
                  </a:schemeClr>
                </a:solidFill>
              </a:rPr>
              <a:t>50000</a:t>
            </a:r>
          </a:p>
        </p:txBody>
      </p:sp>
      <p:sp>
        <p:nvSpPr>
          <p:cNvPr id="25" name="직사각형 24">
            <a:extLst>
              <a:ext uri="{FF2B5EF4-FFF2-40B4-BE49-F238E27FC236}">
                <a16:creationId xmlns:a16="http://schemas.microsoft.com/office/drawing/2014/main" id="{822C3358-2D48-4905-A54D-B921AF69169D}"/>
              </a:ext>
            </a:extLst>
          </p:cNvPr>
          <p:cNvSpPr/>
          <p:nvPr/>
        </p:nvSpPr>
        <p:spPr>
          <a:xfrm>
            <a:off x="3253125" y="5461787"/>
            <a:ext cx="5262722" cy="16790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26" name="직사각형 25">
            <a:extLst>
              <a:ext uri="{FF2B5EF4-FFF2-40B4-BE49-F238E27FC236}">
                <a16:creationId xmlns:a16="http://schemas.microsoft.com/office/drawing/2014/main" id="{B5A71C4D-BD83-49AA-9077-98420D9DA585}"/>
              </a:ext>
            </a:extLst>
          </p:cNvPr>
          <p:cNvSpPr/>
          <p:nvPr/>
        </p:nvSpPr>
        <p:spPr>
          <a:xfrm>
            <a:off x="1669158" y="5463130"/>
            <a:ext cx="1531623" cy="17314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주문번호                      ▼</a:t>
            </a:r>
            <a:endParaRPr lang="en-US" altLang="ko-KR" sz="800" dirty="0">
              <a:solidFill>
                <a:schemeClr val="tx1"/>
              </a:solidFill>
            </a:endParaRPr>
          </a:p>
        </p:txBody>
      </p:sp>
      <p:sp>
        <p:nvSpPr>
          <p:cNvPr id="29" name="직사각형 28">
            <a:extLst>
              <a:ext uri="{FF2B5EF4-FFF2-40B4-BE49-F238E27FC236}">
                <a16:creationId xmlns:a16="http://schemas.microsoft.com/office/drawing/2014/main" id="{ABE98003-15C1-481D-AE4C-AC1D1B89FB67}"/>
              </a:ext>
            </a:extLst>
          </p:cNvPr>
          <p:cNvSpPr/>
          <p:nvPr/>
        </p:nvSpPr>
        <p:spPr>
          <a:xfrm>
            <a:off x="1669158" y="5677197"/>
            <a:ext cx="609315"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30" name="그림 29">
            <a:extLst>
              <a:ext uri="{FF2B5EF4-FFF2-40B4-BE49-F238E27FC236}">
                <a16:creationId xmlns:a16="http://schemas.microsoft.com/office/drawing/2014/main" id="{83D3CA9A-60DB-42A1-8A23-97A73CAA3B79}"/>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303875" y="5669266"/>
            <a:ext cx="200163" cy="207177"/>
          </a:xfrm>
          <a:prstGeom prst="rect">
            <a:avLst/>
          </a:prstGeom>
          <a:ln w="6350">
            <a:noFill/>
          </a:ln>
        </p:spPr>
      </p:pic>
      <p:sp>
        <p:nvSpPr>
          <p:cNvPr id="31" name="TextBox 30">
            <a:extLst>
              <a:ext uri="{FF2B5EF4-FFF2-40B4-BE49-F238E27FC236}">
                <a16:creationId xmlns:a16="http://schemas.microsoft.com/office/drawing/2014/main" id="{9E0A166E-8E59-483E-9785-E1511425E023}"/>
              </a:ext>
            </a:extLst>
          </p:cNvPr>
          <p:cNvSpPr txBox="1"/>
          <p:nvPr/>
        </p:nvSpPr>
        <p:spPr>
          <a:xfrm>
            <a:off x="2451596" y="5654000"/>
            <a:ext cx="264816" cy="230832"/>
          </a:xfrm>
          <a:prstGeom prst="rect">
            <a:avLst/>
          </a:prstGeom>
          <a:noFill/>
        </p:spPr>
        <p:txBody>
          <a:bodyPr wrap="square" rtlCol="0">
            <a:spAutoFit/>
          </a:bodyPr>
          <a:lstStyle/>
          <a:p>
            <a:r>
              <a:rPr lang="en-US" altLang="ko-KR" sz="900" dirty="0"/>
              <a:t>~</a:t>
            </a:r>
            <a:endParaRPr lang="ko-KR" altLang="en-US" sz="900" dirty="0"/>
          </a:p>
        </p:txBody>
      </p:sp>
      <p:sp>
        <p:nvSpPr>
          <p:cNvPr id="32" name="직사각형 31">
            <a:extLst>
              <a:ext uri="{FF2B5EF4-FFF2-40B4-BE49-F238E27FC236}">
                <a16:creationId xmlns:a16="http://schemas.microsoft.com/office/drawing/2014/main" id="{3F80ADB5-0769-4EE2-924D-50BBB90B5E3B}"/>
              </a:ext>
            </a:extLst>
          </p:cNvPr>
          <p:cNvSpPr/>
          <p:nvPr/>
        </p:nvSpPr>
        <p:spPr>
          <a:xfrm>
            <a:off x="2677946" y="5677197"/>
            <a:ext cx="606992"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33" name="그림 32">
            <a:extLst>
              <a:ext uri="{FF2B5EF4-FFF2-40B4-BE49-F238E27FC236}">
                <a16:creationId xmlns:a16="http://schemas.microsoft.com/office/drawing/2014/main" id="{F1C8EA3B-81AE-400C-8F44-594F87667CAB}"/>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312662" y="5669266"/>
            <a:ext cx="200163" cy="207177"/>
          </a:xfrm>
          <a:prstGeom prst="rect">
            <a:avLst/>
          </a:prstGeom>
          <a:ln w="6350">
            <a:noFill/>
          </a:ln>
        </p:spPr>
      </p:pic>
      <p:sp>
        <p:nvSpPr>
          <p:cNvPr id="35" name="타원 34">
            <a:extLst>
              <a:ext uri="{FF2B5EF4-FFF2-40B4-BE49-F238E27FC236}">
                <a16:creationId xmlns:a16="http://schemas.microsoft.com/office/drawing/2014/main" id="{9A6C2CE8-0999-4A4A-835B-8C1BD05886F2}"/>
              </a:ext>
            </a:extLst>
          </p:cNvPr>
          <p:cNvSpPr/>
          <p:nvPr/>
        </p:nvSpPr>
        <p:spPr>
          <a:xfrm>
            <a:off x="9117398" y="431418"/>
            <a:ext cx="966832"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6" name="직선 화살표 연결선 35">
            <a:extLst>
              <a:ext uri="{FF2B5EF4-FFF2-40B4-BE49-F238E27FC236}">
                <a16:creationId xmlns:a16="http://schemas.microsoft.com/office/drawing/2014/main" id="{EF48D4C7-94D6-4231-931A-BC102E0846D0}"/>
              </a:ext>
            </a:extLst>
          </p:cNvPr>
          <p:cNvCxnSpPr>
            <a:cxnSpLocks/>
            <a:stCxn id="35" idx="4"/>
          </p:cNvCxnSpPr>
          <p:nvPr/>
        </p:nvCxnSpPr>
        <p:spPr>
          <a:xfrm flipH="1">
            <a:off x="8942640" y="875042"/>
            <a:ext cx="658174" cy="4460283"/>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18" name="표 17">
            <a:extLst>
              <a:ext uri="{FF2B5EF4-FFF2-40B4-BE49-F238E27FC236}">
                <a16:creationId xmlns:a16="http://schemas.microsoft.com/office/drawing/2014/main" id="{E04F6A03-93E4-4323-9955-D519010076C6}"/>
              </a:ext>
            </a:extLst>
          </p:cNvPr>
          <p:cNvGraphicFramePr>
            <a:graphicFrameLocks noGrp="1"/>
          </p:cNvGraphicFramePr>
          <p:nvPr>
            <p:extLst>
              <p:ext uri="{D42A27DB-BD31-4B8C-83A1-F6EECF244321}">
                <p14:modId xmlns:p14="http://schemas.microsoft.com/office/powerpoint/2010/main" val="946445021"/>
              </p:ext>
            </p:extLst>
          </p:nvPr>
        </p:nvGraphicFramePr>
        <p:xfrm>
          <a:off x="10171774" y="22159"/>
          <a:ext cx="1979018" cy="18755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a:t>주문목록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목록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내 </a:t>
                      </a:r>
                      <a:r>
                        <a:rPr lang="en-US" altLang="ko-KR" sz="800" dirty="0"/>
                        <a:t>Shop </a:t>
                      </a:r>
                      <a:r>
                        <a:rPr lang="ko-KR" altLang="en-US" sz="800" dirty="0"/>
                        <a:t>채널 상품의 주문 목록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주문 항목이 좌우로 이동 가능</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버튼 클릭 시 상세 검색 영역이 표시된다</a:t>
                      </a:r>
                      <a:r>
                        <a:rPr lang="en-US" altLang="ko-KR" sz="80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964577276"/>
                  </a:ext>
                </a:extLst>
              </a:tr>
            </a:tbl>
          </a:graphicData>
        </a:graphic>
      </p:graphicFrame>
      <p:cxnSp>
        <p:nvCxnSpPr>
          <p:cNvPr id="3" name="직선 화살표 연결선 2">
            <a:extLst>
              <a:ext uri="{FF2B5EF4-FFF2-40B4-BE49-F238E27FC236}">
                <a16:creationId xmlns:a16="http://schemas.microsoft.com/office/drawing/2014/main" id="{CDCBC99C-8022-45C7-8FCF-69B95AC54C53}"/>
              </a:ext>
            </a:extLst>
          </p:cNvPr>
          <p:cNvCxnSpPr>
            <a:cxnSpLocks/>
          </p:cNvCxnSpPr>
          <p:nvPr/>
        </p:nvCxnSpPr>
        <p:spPr>
          <a:xfrm>
            <a:off x="117987" y="3620729"/>
            <a:ext cx="9966243" cy="0"/>
          </a:xfrm>
          <a:prstGeom prst="straightConnector1">
            <a:avLst/>
          </a:prstGeom>
          <a:ln w="28575">
            <a:solidFill>
              <a:srgbClr val="FF0000"/>
            </a:solidFill>
            <a:prstDash val="dash"/>
            <a:headEnd type="triangle"/>
            <a:tailEnd type="triangle"/>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D1346D98-FAB6-4FB3-BB6A-94FAA8A7C560}"/>
              </a:ext>
            </a:extLst>
          </p:cNvPr>
          <p:cNvSpPr txBox="1"/>
          <p:nvPr/>
        </p:nvSpPr>
        <p:spPr>
          <a:xfrm>
            <a:off x="5002709" y="3505313"/>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27" name="TextBox 26">
            <a:extLst>
              <a:ext uri="{FF2B5EF4-FFF2-40B4-BE49-F238E27FC236}">
                <a16:creationId xmlns:a16="http://schemas.microsoft.com/office/drawing/2014/main" id="{D1346D98-FAB6-4FB3-BB6A-94FAA8A7C560}"/>
              </a:ext>
            </a:extLst>
          </p:cNvPr>
          <p:cNvSpPr txBox="1"/>
          <p:nvPr/>
        </p:nvSpPr>
        <p:spPr>
          <a:xfrm>
            <a:off x="9832238" y="676879"/>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1658355955"/>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직사각형 12">
            <a:extLst>
              <a:ext uri="{FF2B5EF4-FFF2-40B4-BE49-F238E27FC236}">
                <a16:creationId xmlns:a16="http://schemas.microsoft.com/office/drawing/2014/main" id="{CCC1C4D0-24B2-49B4-B921-68CA3262AE91}"/>
              </a:ext>
            </a:extLst>
          </p:cNvPr>
          <p:cNvSpPr/>
          <p:nvPr/>
        </p:nvSpPr>
        <p:spPr>
          <a:xfrm>
            <a:off x="-8913412" y="3429000"/>
            <a:ext cx="18709420" cy="405423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aphicFrame>
        <p:nvGraphicFramePr>
          <p:cNvPr id="2" name="표 1">
            <a:extLst>
              <a:ext uri="{FF2B5EF4-FFF2-40B4-BE49-F238E27FC236}">
                <a16:creationId xmlns:a16="http://schemas.microsoft.com/office/drawing/2014/main" id="{F51C9E4D-051A-41C2-9211-E60281D93C84}"/>
              </a:ext>
            </a:extLst>
          </p:cNvPr>
          <p:cNvGraphicFramePr>
            <a:graphicFrameLocks noGrp="1"/>
          </p:cNvGraphicFramePr>
          <p:nvPr>
            <p:extLst>
              <p:ext uri="{D42A27DB-BD31-4B8C-83A1-F6EECF244321}">
                <p14:modId xmlns:p14="http://schemas.microsoft.com/office/powerpoint/2010/main" val="1000365714"/>
              </p:ext>
            </p:extLst>
          </p:nvPr>
        </p:nvGraphicFramePr>
        <p:xfrm>
          <a:off x="-8803470" y="3665451"/>
          <a:ext cx="18207572" cy="2987040"/>
        </p:xfrm>
        <a:graphic>
          <a:graphicData uri="http://schemas.openxmlformats.org/drawingml/2006/table">
            <a:tbl>
              <a:tblPr firstRow="1" bandRow="1">
                <a:tableStyleId>{5C22544A-7EE6-4342-B048-85BDC9FD1C3A}</a:tableStyleId>
              </a:tblPr>
              <a:tblGrid>
                <a:gridCol w="1160780">
                  <a:extLst>
                    <a:ext uri="{9D8B030D-6E8A-4147-A177-3AD203B41FA5}">
                      <a16:colId xmlns:a16="http://schemas.microsoft.com/office/drawing/2014/main" val="2964090962"/>
                    </a:ext>
                  </a:extLst>
                </a:gridCol>
                <a:gridCol w="824848">
                  <a:extLst>
                    <a:ext uri="{9D8B030D-6E8A-4147-A177-3AD203B41FA5}">
                      <a16:colId xmlns:a16="http://schemas.microsoft.com/office/drawing/2014/main" val="20000"/>
                    </a:ext>
                  </a:extLst>
                </a:gridCol>
                <a:gridCol w="408740">
                  <a:extLst>
                    <a:ext uri="{9D8B030D-6E8A-4147-A177-3AD203B41FA5}">
                      <a16:colId xmlns:a16="http://schemas.microsoft.com/office/drawing/2014/main" val="1728498013"/>
                    </a:ext>
                  </a:extLst>
                </a:gridCol>
                <a:gridCol w="709689">
                  <a:extLst>
                    <a:ext uri="{9D8B030D-6E8A-4147-A177-3AD203B41FA5}">
                      <a16:colId xmlns:a16="http://schemas.microsoft.com/office/drawing/2014/main" val="1072288192"/>
                    </a:ext>
                  </a:extLst>
                </a:gridCol>
                <a:gridCol w="709689">
                  <a:extLst>
                    <a:ext uri="{9D8B030D-6E8A-4147-A177-3AD203B41FA5}">
                      <a16:colId xmlns:a16="http://schemas.microsoft.com/office/drawing/2014/main" val="1191049528"/>
                    </a:ext>
                  </a:extLst>
                </a:gridCol>
                <a:gridCol w="769572">
                  <a:extLst>
                    <a:ext uri="{9D8B030D-6E8A-4147-A177-3AD203B41FA5}">
                      <a16:colId xmlns:a16="http://schemas.microsoft.com/office/drawing/2014/main" val="20003"/>
                    </a:ext>
                  </a:extLst>
                </a:gridCol>
                <a:gridCol w="605278">
                  <a:extLst>
                    <a:ext uri="{9D8B030D-6E8A-4147-A177-3AD203B41FA5}">
                      <a16:colId xmlns:a16="http://schemas.microsoft.com/office/drawing/2014/main" val="4095619003"/>
                    </a:ext>
                  </a:extLst>
                </a:gridCol>
                <a:gridCol w="507009">
                  <a:extLst>
                    <a:ext uri="{9D8B030D-6E8A-4147-A177-3AD203B41FA5}">
                      <a16:colId xmlns:a16="http://schemas.microsoft.com/office/drawing/2014/main" val="2489093445"/>
                    </a:ext>
                  </a:extLst>
                </a:gridCol>
                <a:gridCol w="640593">
                  <a:extLst>
                    <a:ext uri="{9D8B030D-6E8A-4147-A177-3AD203B41FA5}">
                      <a16:colId xmlns:a16="http://schemas.microsoft.com/office/drawing/2014/main" val="2426091821"/>
                    </a:ext>
                  </a:extLst>
                </a:gridCol>
                <a:gridCol w="640593">
                  <a:extLst>
                    <a:ext uri="{9D8B030D-6E8A-4147-A177-3AD203B41FA5}">
                      <a16:colId xmlns:a16="http://schemas.microsoft.com/office/drawing/2014/main" val="3580568890"/>
                    </a:ext>
                  </a:extLst>
                </a:gridCol>
                <a:gridCol w="1468755">
                  <a:extLst>
                    <a:ext uri="{9D8B030D-6E8A-4147-A177-3AD203B41FA5}">
                      <a16:colId xmlns:a16="http://schemas.microsoft.com/office/drawing/2014/main" val="20004"/>
                    </a:ext>
                  </a:extLst>
                </a:gridCol>
                <a:gridCol w="605278">
                  <a:extLst>
                    <a:ext uri="{9D8B030D-6E8A-4147-A177-3AD203B41FA5}">
                      <a16:colId xmlns:a16="http://schemas.microsoft.com/office/drawing/2014/main" val="20005"/>
                    </a:ext>
                  </a:extLst>
                </a:gridCol>
                <a:gridCol w="694055">
                  <a:extLst>
                    <a:ext uri="{9D8B030D-6E8A-4147-A177-3AD203B41FA5}">
                      <a16:colId xmlns:a16="http://schemas.microsoft.com/office/drawing/2014/main" val="20006"/>
                    </a:ext>
                  </a:extLst>
                </a:gridCol>
                <a:gridCol w="625793">
                  <a:extLst>
                    <a:ext uri="{9D8B030D-6E8A-4147-A177-3AD203B41FA5}">
                      <a16:colId xmlns:a16="http://schemas.microsoft.com/office/drawing/2014/main" val="20009"/>
                    </a:ext>
                  </a:extLst>
                </a:gridCol>
                <a:gridCol w="625793">
                  <a:extLst>
                    <a:ext uri="{9D8B030D-6E8A-4147-A177-3AD203B41FA5}">
                      <a16:colId xmlns:a16="http://schemas.microsoft.com/office/drawing/2014/main" val="2721139772"/>
                    </a:ext>
                  </a:extLst>
                </a:gridCol>
                <a:gridCol w="625793">
                  <a:extLst>
                    <a:ext uri="{9D8B030D-6E8A-4147-A177-3AD203B41FA5}">
                      <a16:colId xmlns:a16="http://schemas.microsoft.com/office/drawing/2014/main" val="4044106512"/>
                    </a:ext>
                  </a:extLst>
                </a:gridCol>
                <a:gridCol w="625793">
                  <a:extLst>
                    <a:ext uri="{9D8B030D-6E8A-4147-A177-3AD203B41FA5}">
                      <a16:colId xmlns:a16="http://schemas.microsoft.com/office/drawing/2014/main" val="2056109714"/>
                    </a:ext>
                  </a:extLst>
                </a:gridCol>
                <a:gridCol w="625793">
                  <a:extLst>
                    <a:ext uri="{9D8B030D-6E8A-4147-A177-3AD203B41FA5}">
                      <a16:colId xmlns:a16="http://schemas.microsoft.com/office/drawing/2014/main" val="2912470077"/>
                    </a:ext>
                  </a:extLst>
                </a:gridCol>
                <a:gridCol w="655948">
                  <a:extLst>
                    <a:ext uri="{9D8B030D-6E8A-4147-A177-3AD203B41FA5}">
                      <a16:colId xmlns:a16="http://schemas.microsoft.com/office/drawing/2014/main" val="983732852"/>
                    </a:ext>
                  </a:extLst>
                </a:gridCol>
                <a:gridCol w="703548">
                  <a:extLst>
                    <a:ext uri="{9D8B030D-6E8A-4147-A177-3AD203B41FA5}">
                      <a16:colId xmlns:a16="http://schemas.microsoft.com/office/drawing/2014/main" val="3017944777"/>
                    </a:ext>
                  </a:extLst>
                </a:gridCol>
                <a:gridCol w="635987">
                  <a:extLst>
                    <a:ext uri="{9D8B030D-6E8A-4147-A177-3AD203B41FA5}">
                      <a16:colId xmlns:a16="http://schemas.microsoft.com/office/drawing/2014/main" val="4255377130"/>
                    </a:ext>
                  </a:extLst>
                </a:gridCol>
                <a:gridCol w="582246">
                  <a:extLst>
                    <a:ext uri="{9D8B030D-6E8A-4147-A177-3AD203B41FA5}">
                      <a16:colId xmlns:a16="http://schemas.microsoft.com/office/drawing/2014/main" val="1062420576"/>
                    </a:ext>
                  </a:extLst>
                </a:gridCol>
                <a:gridCol w="625793">
                  <a:extLst>
                    <a:ext uri="{9D8B030D-6E8A-4147-A177-3AD203B41FA5}">
                      <a16:colId xmlns:a16="http://schemas.microsoft.com/office/drawing/2014/main" val="103667317"/>
                    </a:ext>
                  </a:extLst>
                </a:gridCol>
                <a:gridCol w="774178">
                  <a:extLst>
                    <a:ext uri="{9D8B030D-6E8A-4147-A177-3AD203B41FA5}">
                      <a16:colId xmlns:a16="http://schemas.microsoft.com/office/drawing/2014/main" val="2504136417"/>
                    </a:ext>
                  </a:extLst>
                </a:gridCol>
                <a:gridCol w="605885">
                  <a:extLst>
                    <a:ext uri="{9D8B030D-6E8A-4147-A177-3AD203B41FA5}">
                      <a16:colId xmlns:a16="http://schemas.microsoft.com/office/drawing/2014/main" val="3866255794"/>
                    </a:ext>
                  </a:extLst>
                </a:gridCol>
                <a:gridCol w="750143">
                  <a:extLst>
                    <a:ext uri="{9D8B030D-6E8A-4147-A177-3AD203B41FA5}">
                      <a16:colId xmlns:a16="http://schemas.microsoft.com/office/drawing/2014/main" val="1566990735"/>
                    </a:ext>
                  </a:extLst>
                </a:gridCol>
              </a:tblGrid>
              <a:tr h="0">
                <a:tc rowSpan="2">
                  <a:txBody>
                    <a:bodyPr/>
                    <a:lstStyle/>
                    <a:p>
                      <a:pPr algn="ctr" latinLnBrk="1"/>
                      <a:r>
                        <a:rPr lang="ko-KR" altLang="en-US" sz="800" b="1" dirty="0">
                          <a:solidFill>
                            <a:schemeClr val="tx1"/>
                          </a:solidFill>
                        </a:rPr>
                        <a:t>주문일시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주문번호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순번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상품등록</a:t>
                      </a:r>
                      <a:r>
                        <a:rPr lang="en-US" altLang="ko-KR" sz="800" b="1" dirty="0">
                          <a:solidFill>
                            <a:schemeClr val="tx1"/>
                          </a:solidFill>
                        </a:rPr>
                        <a:t>ID</a:t>
                      </a:r>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공유판매</a:t>
                      </a:r>
                      <a:r>
                        <a:rPr lang="en-US" altLang="ko-KR" sz="800" b="1" dirty="0">
                          <a:solidFill>
                            <a:schemeClr val="tx1"/>
                          </a:solidFill>
                        </a:rPr>
                        <a:t>ID</a:t>
                      </a:r>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en-US" altLang="ko-KR" sz="800" b="1" dirty="0">
                          <a:solidFill>
                            <a:schemeClr val="tx1"/>
                          </a:solidFill>
                        </a:rPr>
                        <a:t>Shop</a:t>
                      </a:r>
                      <a:r>
                        <a:rPr lang="ko-KR" altLang="en-US" sz="800" b="1" dirty="0">
                          <a:solidFill>
                            <a:schemeClr val="tx1"/>
                          </a:solidFill>
                        </a:rPr>
                        <a:t>채널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주문상태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주문자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주문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상품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주문수량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취소수량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반품수량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교환수량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판매형태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algn="ctr" latinLnBrk="1"/>
                      <a:r>
                        <a:rPr lang="ko-KR" altLang="en-US" sz="800" b="1" dirty="0">
                          <a:solidFill>
                            <a:schemeClr val="tx1"/>
                          </a:solidFill>
                        </a:rPr>
                        <a:t>결제비용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algn="ctr" latinLnBrk="1"/>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algn="ctr" latinLnBrk="1"/>
                      <a:r>
                        <a:rPr lang="ko-KR" altLang="en-US" sz="800" b="1" dirty="0">
                          <a:solidFill>
                            <a:schemeClr val="tx1"/>
                          </a:solidFill>
                        </a:rPr>
                        <a:t>채널매출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algn="ctr" latinLnBrk="1"/>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algn="ctr" latinLnBrk="1"/>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algn="ctr" latinLnBrk="1"/>
                      <a:r>
                        <a:rPr lang="ko-KR" altLang="en-US" sz="800" b="1" dirty="0">
                          <a:solidFill>
                            <a:schemeClr val="tx1"/>
                          </a:solidFill>
                        </a:rPr>
                        <a:t>채널매입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algn="ctr" latinLnBrk="1"/>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제공포인트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436570051"/>
                  </a:ext>
                </a:extLst>
              </a:tr>
              <a:tr h="0">
                <a:tc vMerge="1">
                  <a:txBody>
                    <a:bodyPr/>
                    <a:lstStyle/>
                    <a:p>
                      <a:pPr algn="ctr" latinLnBrk="1"/>
                      <a:r>
                        <a:rPr lang="ko-KR" altLang="en-US" sz="800" b="1" dirty="0">
                          <a:solidFill>
                            <a:schemeClr val="tx1"/>
                          </a:solidFill>
                        </a:rPr>
                        <a:t>주문일시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algn="ctr" latinLnBrk="1"/>
                      <a:r>
                        <a:rPr lang="ko-KR" altLang="en-US" sz="800" b="1" dirty="0">
                          <a:solidFill>
                            <a:schemeClr val="tx1"/>
                          </a:solidFill>
                        </a:rPr>
                        <a:t>주문번호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algn="ctr" latinLnBrk="1"/>
                      <a:r>
                        <a:rPr lang="ko-KR" altLang="en-US" sz="800" b="1" dirty="0">
                          <a:solidFill>
                            <a:schemeClr val="tx1"/>
                          </a:solidFill>
                        </a:rPr>
                        <a:t>순번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tc>
                <a:tc vMerge="1">
                  <a:txBody>
                    <a:bodyPr/>
                    <a:lstStyle/>
                    <a:p>
                      <a:pPr latinLnBrk="1"/>
                      <a:endParaRPr lang="ko-KR" altLang="en-US"/>
                    </a:p>
                  </a:txBody>
                  <a:tcPr/>
                </a:tc>
                <a:tc vMerge="1">
                  <a:txBody>
                    <a:bodyPr/>
                    <a:lstStyle/>
                    <a:p>
                      <a:pPr algn="ctr" latinLnBrk="1"/>
                      <a:r>
                        <a:rPr lang="en-US" altLang="ko-KR" sz="800" b="1" dirty="0">
                          <a:solidFill>
                            <a:schemeClr val="tx1"/>
                          </a:solidFill>
                        </a:rPr>
                        <a:t>Shop</a:t>
                      </a:r>
                      <a:r>
                        <a:rPr lang="ko-KR" altLang="en-US" sz="800" b="1" dirty="0">
                          <a:solidFill>
                            <a:schemeClr val="tx1"/>
                          </a:solidFill>
                        </a:rPr>
                        <a:t>채널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algn="ctr" latinLnBrk="1"/>
                      <a:r>
                        <a:rPr lang="ko-KR" altLang="en-US" sz="800" b="1" dirty="0">
                          <a:solidFill>
                            <a:schemeClr val="tx1"/>
                          </a:solidFill>
                        </a:rPr>
                        <a:t>주문상태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algn="ctr" latinLnBrk="1"/>
                      <a:r>
                        <a:rPr lang="ko-KR" altLang="en-US" sz="800" b="1" dirty="0">
                          <a:solidFill>
                            <a:schemeClr val="tx1"/>
                          </a:solidFill>
                        </a:rPr>
                        <a:t>주문자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algn="ctr" latinLnBrk="1"/>
                      <a:r>
                        <a:rPr lang="ko-KR" altLang="en-US" sz="800" b="1" dirty="0">
                          <a:solidFill>
                            <a:schemeClr val="tx1"/>
                          </a:solidFill>
                        </a:rPr>
                        <a:t>주문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algn="ctr" latinLnBrk="1"/>
                      <a:r>
                        <a:rPr lang="ko-KR" altLang="en-US" sz="800" b="1" dirty="0">
                          <a:solidFill>
                            <a:schemeClr val="tx1"/>
                          </a:solidFill>
                        </a:rPr>
                        <a:t>상품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algn="ctr" latinLnBrk="1"/>
                      <a:r>
                        <a:rPr lang="ko-KR" altLang="en-US" sz="800" b="1" dirty="0">
                          <a:solidFill>
                            <a:schemeClr val="tx1"/>
                          </a:solidFill>
                        </a:rPr>
                        <a:t>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algn="ctr" latinLnBrk="1"/>
                      <a:r>
                        <a:rPr lang="ko-KR" altLang="en-US" sz="800" b="1" dirty="0">
                          <a:solidFill>
                            <a:schemeClr val="tx1"/>
                          </a:solidFill>
                        </a:rPr>
                        <a:t>주문수량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algn="ctr" latinLnBrk="1"/>
                      <a:r>
                        <a:rPr lang="ko-KR" altLang="en-US" sz="800" b="1" dirty="0">
                          <a:solidFill>
                            <a:schemeClr val="tx1"/>
                          </a:solidFill>
                        </a:rPr>
                        <a:t>취소수량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algn="ctr" latinLnBrk="1"/>
                      <a:r>
                        <a:rPr lang="ko-KR" altLang="en-US" sz="800" b="1" dirty="0">
                          <a:solidFill>
                            <a:schemeClr val="tx1"/>
                          </a:solidFill>
                        </a:rPr>
                        <a:t>반품수량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algn="ctr" latinLnBrk="1"/>
                      <a:r>
                        <a:rPr lang="ko-KR" altLang="en-US" sz="800" b="1" dirty="0">
                          <a:solidFill>
                            <a:schemeClr val="tx1"/>
                          </a:solidFill>
                        </a:rPr>
                        <a:t>교환수량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algn="ctr" latinLnBrk="1"/>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800" b="1" dirty="0">
                          <a:solidFill>
                            <a:schemeClr val="tx1"/>
                          </a:solidFill>
                        </a:rPr>
                        <a:t>PG </a:t>
                      </a:r>
                      <a:r>
                        <a:rPr lang="ko-KR" altLang="en-US" sz="800" b="1" dirty="0">
                          <a:solidFill>
                            <a:schemeClr val="tx1"/>
                          </a:solidFill>
                        </a:rPr>
                        <a:t>결제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포인트결제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err="1">
                          <a:solidFill>
                            <a:schemeClr val="tx1"/>
                          </a:solidFill>
                        </a:rPr>
                        <a:t>상품가</a:t>
                      </a:r>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할인비용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a:t>
                      </a:r>
                      <a:r>
                        <a:rPr lang="en-US" altLang="ko-KR" sz="800" b="1" dirty="0">
                          <a:solidFill>
                            <a:schemeClr val="tx1"/>
                          </a:solidFill>
                        </a:rPr>
                        <a:t>+</a:t>
                      </a:r>
                      <a:r>
                        <a:rPr lang="ko-KR" altLang="en-US" sz="800" b="1" dirty="0">
                          <a:solidFill>
                            <a:schemeClr val="tx1"/>
                          </a:solidFill>
                        </a:rPr>
                        <a:t>수수료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제공포인트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u="sng" dirty="0">
                          <a:solidFill>
                            <a:schemeClr val="accent2">
                              <a:lumMod val="75000"/>
                            </a:schemeClr>
                          </a:solidFill>
                        </a:rPr>
                        <a:t>Me9-0002329</a:t>
                      </a:r>
                      <a:endParaRPr lang="ko-KR" altLang="en-US" sz="800" b="0" u="sng" dirty="0">
                        <a:solidFill>
                          <a:schemeClr val="accent2">
                            <a:lumMod val="75000"/>
                          </a:schemeClr>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AAA</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공동구매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상품판매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39,000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2,000</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32,170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Me9-0002328</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AAA</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CCC</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일반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위탁판매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32,170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AAA</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CCC</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제휴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WT/S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33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위탁판매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32,170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Me9-0002326</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AAA</a:t>
                      </a:r>
                      <a:endParaRPr kumimoji="0" lang="ko-KR" altLang="en-US" sz="800" b="0" i="0" u="none" strike="noStrike" kern="1200" cap="none" spc="0" normalizeH="0" baseline="0" noProof="0" dirty="0">
                        <a:ln>
                          <a:noFill/>
                        </a:ln>
                        <a:solidFill>
                          <a:prstClr val="black"/>
                        </a:solidFill>
                        <a:effectLst/>
                        <a:uLnTx/>
                        <a:uFillTx/>
                        <a:latin typeface="+mn-lt"/>
                        <a:ea typeface="+mn-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상품판매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32,170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679275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Me9-0002325</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EEE</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AAA</a:t>
                      </a:r>
                      <a:endParaRPr kumimoji="0" lang="ko-KR" altLang="en-US" sz="800" b="0" i="0" u="none" strike="noStrike" kern="1200" cap="none" spc="0" normalizeH="0" baseline="0" noProof="0" dirty="0">
                        <a:ln>
                          <a:noFill/>
                        </a:ln>
                        <a:solidFill>
                          <a:prstClr val="black"/>
                        </a:solidFill>
                        <a:effectLst/>
                        <a:uLnTx/>
                        <a:uFillTx/>
                        <a:latin typeface="+mn-lt"/>
                        <a:ea typeface="+mn-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상품판매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32,170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60545407"/>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Me9-0002300</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AAA</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CCC</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제휴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BK/L</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상품판매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32,170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7300093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Me9-0002300</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AAA</a:t>
                      </a:r>
                      <a:endParaRPr kumimoji="0" lang="ko-KR" altLang="en-US" sz="800" b="0" i="0" u="none" strike="noStrike" kern="1200" cap="none" spc="0" normalizeH="0" baseline="0" noProof="0" dirty="0">
                        <a:ln>
                          <a:noFill/>
                        </a:ln>
                        <a:solidFill>
                          <a:prstClr val="black"/>
                        </a:solidFill>
                        <a:effectLst/>
                        <a:uLnTx/>
                        <a:uFillTx/>
                        <a:latin typeface="+mn-lt"/>
                        <a:ea typeface="+mn-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공동구매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상품판매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5,000</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32,170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1477464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Me9-0007777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3</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AAA</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CCC</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위탁판매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32,170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40055972"/>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mn-lt"/>
                          <a:ea typeface="+mn-ea"/>
                          <a:cs typeface="+mn-cs"/>
                        </a:rPr>
                        <a:t>Me9-0007777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AAA</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CCC</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제휴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WT/S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33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위탁판매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32,170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6475764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mn-lt"/>
                          <a:ea typeface="+mn-ea"/>
                          <a:cs typeface="+mn-cs"/>
                        </a:rPr>
                        <a:t>Me9-0007777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AAA</a:t>
                      </a:r>
                      <a:endParaRPr kumimoji="0" lang="ko-KR" altLang="en-US" sz="800" b="0" i="0" u="none" strike="noStrike" kern="1200" cap="none" spc="0" normalizeH="0" baseline="0" noProof="0" dirty="0">
                        <a:ln>
                          <a:noFill/>
                        </a:ln>
                        <a:solidFill>
                          <a:prstClr val="black"/>
                        </a:solidFill>
                        <a:effectLst/>
                        <a:uLnTx/>
                        <a:uFillTx/>
                        <a:latin typeface="+mn-lt"/>
                        <a:ea typeface="+mn-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상품판매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32,170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9408690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Me9-0002324</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CCC</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AAA</a:t>
                      </a:r>
                      <a:endParaRPr kumimoji="0" lang="ko-KR" altLang="en-US" sz="800" b="0" i="0" u="none" strike="noStrike" kern="1200" cap="none" spc="0" normalizeH="0" baseline="0" noProof="0" dirty="0">
                        <a:ln>
                          <a:noFill/>
                        </a:ln>
                        <a:solidFill>
                          <a:prstClr val="black"/>
                        </a:solidFill>
                        <a:effectLst/>
                        <a:uLnTx/>
                        <a:uFillTx/>
                        <a:latin typeface="+mn-lt"/>
                        <a:ea typeface="+mn-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상품판매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32,170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61936248"/>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Me9-0002322</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AAA</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CCC</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제휴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val="tx"/>
                              </a:ext>
                            </a:extLst>
                          </a:hlinkClick>
                        </a:rPr>
                        <a:t>Silver nihil </a:t>
                      </a:r>
                      <a:r>
                        <a:rPr lang="en-US" sz="800" b="0" u="sng" strike="noStrike" dirty="0" err="1">
                          <a:solidFill>
                            <a:schemeClr val="accent2">
                              <a:lumMod val="75000"/>
                            </a:schemeClr>
                          </a:solidFill>
                          <a:effectLst/>
                          <a:latin typeface="+mj-ea"/>
                          <a:ea typeface="+mj-ea"/>
                          <a:hlinkClick r:id="rId4" tooltip="새 창 열림">
                            <a:extLst>
                              <a:ext uri="{A12FA001-AC4F-418D-AE19-62706E023703}">
                                <ahyp:hlinkClr xmlns:ahyp="http://schemas.microsoft.com/office/drawing/2018/hyperlinkcolor"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BK/L</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위탁판매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32,170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83094304"/>
                  </a:ext>
                </a:extLst>
              </a:tr>
            </a:tbl>
          </a:graphicData>
        </a:graphic>
      </p:graphicFrame>
      <p:sp>
        <p:nvSpPr>
          <p:cNvPr id="11" name="TextBox 10">
            <a:extLst>
              <a:ext uri="{FF2B5EF4-FFF2-40B4-BE49-F238E27FC236}">
                <a16:creationId xmlns:a16="http://schemas.microsoft.com/office/drawing/2014/main" id="{2CE4E02A-4908-4FDB-B1A3-C449AA8AACCC}"/>
              </a:ext>
            </a:extLst>
          </p:cNvPr>
          <p:cNvSpPr txBox="1"/>
          <p:nvPr/>
        </p:nvSpPr>
        <p:spPr>
          <a:xfrm>
            <a:off x="-7305416" y="3914146"/>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12" name="TextBox 11">
            <a:extLst>
              <a:ext uri="{FF2B5EF4-FFF2-40B4-BE49-F238E27FC236}">
                <a16:creationId xmlns:a16="http://schemas.microsoft.com/office/drawing/2014/main" id="{D5922240-6831-440D-9D19-977F65000274}"/>
              </a:ext>
            </a:extLst>
          </p:cNvPr>
          <p:cNvSpPr txBox="1"/>
          <p:nvPr/>
        </p:nvSpPr>
        <p:spPr>
          <a:xfrm>
            <a:off x="-1014656" y="3914146"/>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graphicFrame>
        <p:nvGraphicFramePr>
          <p:cNvPr id="6" name="표 5">
            <a:extLst>
              <a:ext uri="{FF2B5EF4-FFF2-40B4-BE49-F238E27FC236}">
                <a16:creationId xmlns:a16="http://schemas.microsoft.com/office/drawing/2014/main" id="{73373EB3-B039-402C-BE3F-93E7C254BA4B}"/>
              </a:ext>
            </a:extLst>
          </p:cNvPr>
          <p:cNvGraphicFramePr>
            <a:graphicFrameLocks noGrp="1"/>
          </p:cNvGraphicFramePr>
          <p:nvPr>
            <p:extLst>
              <p:ext uri="{D42A27DB-BD31-4B8C-83A1-F6EECF244321}">
                <p14:modId xmlns:p14="http://schemas.microsoft.com/office/powerpoint/2010/main" val="367249643"/>
              </p:ext>
            </p:extLst>
          </p:nvPr>
        </p:nvGraphicFramePr>
        <p:xfrm>
          <a:off x="10171774" y="22159"/>
          <a:ext cx="1979018" cy="26680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RF-02-07-01-1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a:t>주문목록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목록 항목</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주문 목록 상세 항목</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주문 항목이 좌우로 이동</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주문 항목 전체 모습</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주문번호 클릭 시 주문</a:t>
                      </a:r>
                      <a:r>
                        <a:rPr lang="ko-KR" altLang="en-US" sz="800" b="0" baseline="0" dirty="0">
                          <a:solidFill>
                            <a:schemeClr val="tx1"/>
                          </a:solidFill>
                        </a:rPr>
                        <a:t> 상세 보기 화면이 생성 된다</a:t>
                      </a:r>
                      <a:r>
                        <a:rPr lang="en-US" altLang="ko-KR" sz="800" b="0" baseline="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RF-02-07-02 </a:t>
                      </a:r>
                      <a:r>
                        <a:rPr lang="ko-KR" altLang="en-US" sz="800" dirty="0"/>
                        <a:t>참고</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상품명을 클릭 시 상품 상세 화면</a:t>
                      </a:r>
                      <a:r>
                        <a:rPr lang="ko-KR" altLang="en-US" sz="800" baseline="0" dirty="0"/>
                        <a:t>이 생성된다</a:t>
                      </a:r>
                      <a:r>
                        <a:rPr lang="en-US" altLang="ko-KR" sz="800" baseline="0" dirty="0"/>
                        <a:t>.</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RF-02-07-06-10 </a:t>
                      </a:r>
                      <a:r>
                        <a:rPr lang="ko-KR" altLang="en-US" sz="800" dirty="0"/>
                        <a:t>참고</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82562567"/>
                  </a:ext>
                </a:extLst>
              </a:tr>
            </a:tbl>
          </a:graphicData>
        </a:graphic>
      </p:graphicFrame>
      <p:cxnSp>
        <p:nvCxnSpPr>
          <p:cNvPr id="8" name="직선 화살표 연결선 7">
            <a:extLst>
              <a:ext uri="{FF2B5EF4-FFF2-40B4-BE49-F238E27FC236}">
                <a16:creationId xmlns:a16="http://schemas.microsoft.com/office/drawing/2014/main" id="{DE6E37C9-081A-493B-AB42-B6E60B9B8796}"/>
              </a:ext>
            </a:extLst>
          </p:cNvPr>
          <p:cNvCxnSpPr>
            <a:cxnSpLocks/>
          </p:cNvCxnSpPr>
          <p:nvPr/>
        </p:nvCxnSpPr>
        <p:spPr>
          <a:xfrm>
            <a:off x="95693" y="2691581"/>
            <a:ext cx="10007335" cy="0"/>
          </a:xfrm>
          <a:prstGeom prst="straightConnector1">
            <a:avLst/>
          </a:prstGeom>
          <a:ln w="28575">
            <a:solidFill>
              <a:srgbClr val="FF0000"/>
            </a:solidFill>
            <a:prstDash val="dash"/>
            <a:headEnd type="triangle"/>
            <a:tailEnd type="triangle"/>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8DF00981-DEAB-4D21-B6A9-33AC34ADD742}"/>
              </a:ext>
            </a:extLst>
          </p:cNvPr>
          <p:cNvSpPr txBox="1"/>
          <p:nvPr/>
        </p:nvSpPr>
        <p:spPr>
          <a:xfrm>
            <a:off x="4973364" y="2576165"/>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9" name="TextBox 8">
            <a:extLst>
              <a:ext uri="{FF2B5EF4-FFF2-40B4-BE49-F238E27FC236}">
                <a16:creationId xmlns:a16="http://schemas.microsoft.com/office/drawing/2014/main" id="{7DBC2A72-270B-4BDC-BC64-0740D257F117}"/>
              </a:ext>
            </a:extLst>
          </p:cNvPr>
          <p:cNvSpPr txBox="1"/>
          <p:nvPr/>
        </p:nvSpPr>
        <p:spPr>
          <a:xfrm>
            <a:off x="-8803470" y="3517159"/>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3847285223"/>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E38AFE2D-7B7E-4324-845D-60B4C59D2D4D}"/>
              </a:ext>
            </a:extLst>
          </p:cNvPr>
          <p:cNvSpPr/>
          <p:nvPr/>
        </p:nvSpPr>
        <p:spPr>
          <a:xfrm>
            <a:off x="175029" y="212796"/>
            <a:ext cx="9795551" cy="8907350"/>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3" name="Image">
            <a:extLst>
              <a:ext uri="{FF2B5EF4-FFF2-40B4-BE49-F238E27FC236}">
                <a16:creationId xmlns:a16="http://schemas.microsoft.com/office/drawing/2014/main" id="{54C371C7-08EE-4E23-B56F-B071832DA81E}"/>
              </a:ext>
            </a:extLst>
          </p:cNvPr>
          <p:cNvGrpSpPr>
            <a:grpSpLocks/>
          </p:cNvGrpSpPr>
          <p:nvPr/>
        </p:nvGrpSpPr>
        <p:grpSpPr bwMode="auto">
          <a:xfrm>
            <a:off x="9558528" y="376749"/>
            <a:ext cx="263570" cy="250457"/>
            <a:chOff x="508000" y="1397000"/>
            <a:chExt cx="1008112" cy="1008112"/>
          </a:xfrm>
        </p:grpSpPr>
        <p:sp>
          <p:nvSpPr>
            <p:cNvPr id="4" name="Border">
              <a:extLst>
                <a:ext uri="{FF2B5EF4-FFF2-40B4-BE49-F238E27FC236}">
                  <a16:creationId xmlns:a16="http://schemas.microsoft.com/office/drawing/2014/main" id="{6066F59E-3C9B-481B-9B13-E0EE94206F46}"/>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 name="Line 2">
              <a:extLst>
                <a:ext uri="{FF2B5EF4-FFF2-40B4-BE49-F238E27FC236}">
                  <a16:creationId xmlns:a16="http://schemas.microsoft.com/office/drawing/2014/main" id="{C0B5950D-4C63-4394-8F0E-DB4A57F9496B}"/>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 name="Line 1">
              <a:extLst>
                <a:ext uri="{FF2B5EF4-FFF2-40B4-BE49-F238E27FC236}">
                  <a16:creationId xmlns:a16="http://schemas.microsoft.com/office/drawing/2014/main" id="{5DBF1425-A97B-453C-88A4-58893AF345CF}"/>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8" name="TextBox 7">
            <a:extLst>
              <a:ext uri="{FF2B5EF4-FFF2-40B4-BE49-F238E27FC236}">
                <a16:creationId xmlns:a16="http://schemas.microsoft.com/office/drawing/2014/main" id="{7D8B408A-C62B-4314-BC53-9F1EC6C773E2}"/>
              </a:ext>
            </a:extLst>
          </p:cNvPr>
          <p:cNvSpPr txBox="1"/>
          <p:nvPr/>
        </p:nvSpPr>
        <p:spPr>
          <a:xfrm>
            <a:off x="324842" y="386561"/>
            <a:ext cx="1217000" cy="246221"/>
          </a:xfrm>
          <a:prstGeom prst="rect">
            <a:avLst/>
          </a:prstGeom>
          <a:noFill/>
        </p:spPr>
        <p:txBody>
          <a:bodyPr wrap="none" rtlCol="0">
            <a:spAutoFit/>
          </a:bodyPr>
          <a:lstStyle/>
          <a:p>
            <a:r>
              <a:rPr lang="ko-KR" altLang="en-US" sz="1000" b="1" dirty="0">
                <a:latin typeface="맑은 고딕" panose="020B0503020000020004" pitchFamily="50" charset="-127"/>
                <a:ea typeface="맑은 고딕" panose="020B0503020000020004" pitchFamily="50" charset="-127"/>
              </a:rPr>
              <a:t>○ 주문 상세보기</a:t>
            </a:r>
            <a:endParaRPr lang="ko-KR" altLang="en-US" sz="1000" dirty="0"/>
          </a:p>
        </p:txBody>
      </p:sp>
      <p:graphicFrame>
        <p:nvGraphicFramePr>
          <p:cNvPr id="9" name="표 4">
            <a:extLst>
              <a:ext uri="{FF2B5EF4-FFF2-40B4-BE49-F238E27FC236}">
                <a16:creationId xmlns:a16="http://schemas.microsoft.com/office/drawing/2014/main" id="{14AA278E-652F-4849-9897-245B863C19D8}"/>
              </a:ext>
            </a:extLst>
          </p:cNvPr>
          <p:cNvGraphicFramePr>
            <a:graphicFrameLocks noGrp="1"/>
          </p:cNvGraphicFramePr>
          <p:nvPr>
            <p:extLst>
              <p:ext uri="{D42A27DB-BD31-4B8C-83A1-F6EECF244321}">
                <p14:modId xmlns:p14="http://schemas.microsoft.com/office/powerpoint/2010/main" val="3709441992"/>
              </p:ext>
            </p:extLst>
          </p:nvPr>
        </p:nvGraphicFramePr>
        <p:xfrm>
          <a:off x="372134" y="916257"/>
          <a:ext cx="9449965" cy="246221"/>
        </p:xfrm>
        <a:graphic>
          <a:graphicData uri="http://schemas.openxmlformats.org/drawingml/2006/table">
            <a:tbl>
              <a:tblPr firstRow="1" bandRow="1">
                <a:tableStyleId>{5940675A-B579-460E-94D1-54222C63F5DA}</a:tableStyleId>
              </a:tblPr>
              <a:tblGrid>
                <a:gridCol w="1889993">
                  <a:extLst>
                    <a:ext uri="{9D8B030D-6E8A-4147-A177-3AD203B41FA5}">
                      <a16:colId xmlns:a16="http://schemas.microsoft.com/office/drawing/2014/main" val="3306315618"/>
                    </a:ext>
                  </a:extLst>
                </a:gridCol>
                <a:gridCol w="1889993">
                  <a:extLst>
                    <a:ext uri="{9D8B030D-6E8A-4147-A177-3AD203B41FA5}">
                      <a16:colId xmlns:a16="http://schemas.microsoft.com/office/drawing/2014/main" val="3684204346"/>
                    </a:ext>
                  </a:extLst>
                </a:gridCol>
                <a:gridCol w="1889993">
                  <a:extLst>
                    <a:ext uri="{9D8B030D-6E8A-4147-A177-3AD203B41FA5}">
                      <a16:colId xmlns:a16="http://schemas.microsoft.com/office/drawing/2014/main" val="1934738033"/>
                    </a:ext>
                  </a:extLst>
                </a:gridCol>
                <a:gridCol w="1889993">
                  <a:extLst>
                    <a:ext uri="{9D8B030D-6E8A-4147-A177-3AD203B41FA5}">
                      <a16:colId xmlns:a16="http://schemas.microsoft.com/office/drawing/2014/main" val="189309699"/>
                    </a:ext>
                  </a:extLst>
                </a:gridCol>
                <a:gridCol w="1889993">
                  <a:extLst>
                    <a:ext uri="{9D8B030D-6E8A-4147-A177-3AD203B41FA5}">
                      <a16:colId xmlns:a16="http://schemas.microsoft.com/office/drawing/2014/main" val="3675772040"/>
                    </a:ext>
                  </a:extLst>
                </a:gridCol>
              </a:tblGrid>
              <a:tr h="246221">
                <a:tc>
                  <a:txBody>
                    <a:bodyPr/>
                    <a:lstStyle/>
                    <a:p>
                      <a:pPr algn="ctr" latinLnBrk="1"/>
                      <a:r>
                        <a:rPr lang="ko-KR" altLang="en-US" sz="900" b="1" dirty="0">
                          <a:solidFill>
                            <a:schemeClr val="bg1"/>
                          </a:solidFill>
                        </a:rPr>
                        <a:t>주문 정보</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900" b="0" dirty="0">
                          <a:solidFill>
                            <a:schemeClr val="tx1"/>
                          </a:solidFill>
                        </a:rPr>
                        <a:t>정상 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900" dirty="0"/>
                        <a:t>취소 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900" dirty="0"/>
                        <a:t>반품 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900" dirty="0"/>
                        <a:t>교환 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25709569"/>
                  </a:ext>
                </a:extLst>
              </a:tr>
            </a:tbl>
          </a:graphicData>
        </a:graphic>
      </p:graphicFrame>
      <p:graphicFrame>
        <p:nvGraphicFramePr>
          <p:cNvPr id="10" name="표 4">
            <a:extLst>
              <a:ext uri="{FF2B5EF4-FFF2-40B4-BE49-F238E27FC236}">
                <a16:creationId xmlns:a16="http://schemas.microsoft.com/office/drawing/2014/main" id="{57765032-D86E-481B-A9B7-B3731E13976B}"/>
              </a:ext>
            </a:extLst>
          </p:cNvPr>
          <p:cNvGraphicFramePr>
            <a:graphicFrameLocks noGrp="1"/>
          </p:cNvGraphicFramePr>
          <p:nvPr>
            <p:extLst>
              <p:ext uri="{D42A27DB-BD31-4B8C-83A1-F6EECF244321}">
                <p14:modId xmlns:p14="http://schemas.microsoft.com/office/powerpoint/2010/main" val="453163779"/>
              </p:ext>
            </p:extLst>
          </p:nvPr>
        </p:nvGraphicFramePr>
        <p:xfrm>
          <a:off x="372132" y="1445954"/>
          <a:ext cx="9449964" cy="640080"/>
        </p:xfrm>
        <a:graphic>
          <a:graphicData uri="http://schemas.openxmlformats.org/drawingml/2006/table">
            <a:tbl>
              <a:tblPr firstRow="1" bandRow="1">
                <a:tableStyleId>{5940675A-B579-460E-94D1-54222C63F5DA}</a:tableStyleId>
              </a:tblPr>
              <a:tblGrid>
                <a:gridCol w="1353301">
                  <a:extLst>
                    <a:ext uri="{9D8B030D-6E8A-4147-A177-3AD203B41FA5}">
                      <a16:colId xmlns:a16="http://schemas.microsoft.com/office/drawing/2014/main" val="3684204346"/>
                    </a:ext>
                  </a:extLst>
                </a:gridCol>
                <a:gridCol w="3371681">
                  <a:extLst>
                    <a:ext uri="{9D8B030D-6E8A-4147-A177-3AD203B41FA5}">
                      <a16:colId xmlns:a16="http://schemas.microsoft.com/office/drawing/2014/main" val="1934738033"/>
                    </a:ext>
                  </a:extLst>
                </a:gridCol>
                <a:gridCol w="1637641">
                  <a:extLst>
                    <a:ext uri="{9D8B030D-6E8A-4147-A177-3AD203B41FA5}">
                      <a16:colId xmlns:a16="http://schemas.microsoft.com/office/drawing/2014/main" val="189309699"/>
                    </a:ext>
                  </a:extLst>
                </a:gridCol>
                <a:gridCol w="3087341">
                  <a:extLst>
                    <a:ext uri="{9D8B030D-6E8A-4147-A177-3AD203B41FA5}">
                      <a16:colId xmlns:a16="http://schemas.microsoft.com/office/drawing/2014/main" val="3675772040"/>
                    </a:ext>
                  </a:extLst>
                </a:gridCol>
              </a:tblGrid>
              <a:tr h="0">
                <a:tc>
                  <a:txBody>
                    <a:bodyPr/>
                    <a:lstStyle/>
                    <a:p>
                      <a:pPr algn="ctr" latinLnBrk="1"/>
                      <a:r>
                        <a:rPr lang="ko-KR" altLang="en-US" sz="800" b="0" dirty="0">
                          <a:solidFill>
                            <a:schemeClr val="tx1"/>
                          </a:solidFill>
                        </a:rPr>
                        <a:t>주문번호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Me9-000939393</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주문일시</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2024-10-01 09:02:12</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25709569"/>
                  </a:ext>
                </a:extLst>
              </a:tr>
              <a:tr h="0">
                <a:tc>
                  <a:txBody>
                    <a:bodyPr/>
                    <a:lstStyle/>
                    <a:p>
                      <a:pPr algn="ctr" latinLnBrk="1"/>
                      <a:r>
                        <a:rPr lang="ko-KR" altLang="en-US" sz="800" b="0" dirty="0">
                          <a:solidFill>
                            <a:schemeClr val="tx1"/>
                          </a:solidFill>
                        </a:rPr>
                        <a:t>판매처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Shop</a:t>
                      </a:r>
                      <a:r>
                        <a:rPr lang="ko-KR" altLang="en-US" sz="800" dirty="0" err="1"/>
                        <a:t>채널명</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결제일시</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2024-10-01 10:02:12</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801681561"/>
                  </a:ext>
                </a:extLst>
              </a:tr>
              <a:tr h="0">
                <a:tc>
                  <a:txBody>
                    <a:bodyPr/>
                    <a:lstStyle/>
                    <a:p>
                      <a:pPr algn="ctr" latinLnBrk="1"/>
                      <a:r>
                        <a:rPr lang="ko-KR" altLang="en-US" sz="800" b="0" dirty="0">
                          <a:solidFill>
                            <a:schemeClr val="tx1"/>
                          </a:solidFill>
                        </a:rPr>
                        <a:t>원 주문번호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1" u="sng" dirty="0">
                          <a:solidFill>
                            <a:schemeClr val="accent2">
                              <a:lumMod val="75000"/>
                            </a:schemeClr>
                          </a:solidFill>
                        </a:rPr>
                        <a:t>Me9-088776768</a:t>
                      </a:r>
                      <a:endParaRPr lang="ko-KR" altLang="en-US" sz="800" b="1" u="sng" dirty="0">
                        <a:solidFill>
                          <a:schemeClr val="accent2">
                            <a:lumMod val="75000"/>
                          </a:schemeClr>
                        </a:solidFill>
                      </a:endParaRP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hMerge="1">
                  <a:txBody>
                    <a:bodyPr/>
                    <a:lstStyle/>
                    <a:p>
                      <a:pPr algn="ctr" latinLnBrk="1"/>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hMerge="1">
                  <a:txBody>
                    <a:bodyPr/>
                    <a:lstStyle/>
                    <a:p>
                      <a:pPr algn="l" latinLnBrk="1"/>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579109784"/>
                  </a:ext>
                </a:extLst>
              </a:tr>
            </a:tbl>
          </a:graphicData>
        </a:graphic>
      </p:graphicFrame>
      <p:sp>
        <p:nvSpPr>
          <p:cNvPr id="11" name="TextBox 10">
            <a:extLst>
              <a:ext uri="{FF2B5EF4-FFF2-40B4-BE49-F238E27FC236}">
                <a16:creationId xmlns:a16="http://schemas.microsoft.com/office/drawing/2014/main" id="{926636CA-3B00-4466-8C6E-8FD0EBE374A5}"/>
              </a:ext>
            </a:extLst>
          </p:cNvPr>
          <p:cNvSpPr txBox="1"/>
          <p:nvPr/>
        </p:nvSpPr>
        <p:spPr>
          <a:xfrm>
            <a:off x="417014" y="2254094"/>
            <a:ext cx="1072730"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주문상품목록</a:t>
            </a:r>
            <a:endParaRPr lang="ko-KR" altLang="en-US" sz="900" dirty="0"/>
          </a:p>
        </p:txBody>
      </p:sp>
      <p:sp>
        <p:nvSpPr>
          <p:cNvPr id="13" name="직사각형 12">
            <a:extLst>
              <a:ext uri="{FF2B5EF4-FFF2-40B4-BE49-F238E27FC236}">
                <a16:creationId xmlns:a16="http://schemas.microsoft.com/office/drawing/2014/main" id="{35A4BDB0-1298-4467-9037-67544BB2E70F}"/>
              </a:ext>
            </a:extLst>
          </p:cNvPr>
          <p:cNvSpPr/>
          <p:nvPr/>
        </p:nvSpPr>
        <p:spPr>
          <a:xfrm>
            <a:off x="417014" y="3219246"/>
            <a:ext cx="9405082" cy="145541"/>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 name="직사각형 13">
            <a:extLst>
              <a:ext uri="{FF2B5EF4-FFF2-40B4-BE49-F238E27FC236}">
                <a16:creationId xmlns:a16="http://schemas.microsoft.com/office/drawing/2014/main" id="{C7012FFA-2701-4F8F-BC6A-58DD5D831F2D}"/>
              </a:ext>
            </a:extLst>
          </p:cNvPr>
          <p:cNvSpPr/>
          <p:nvPr/>
        </p:nvSpPr>
        <p:spPr>
          <a:xfrm>
            <a:off x="463155" y="3265731"/>
            <a:ext cx="2733270" cy="57506"/>
          </a:xfrm>
          <a:prstGeom prst="rect">
            <a:avLst/>
          </a:prstGeom>
          <a:solidFill>
            <a:srgbClr val="000000"/>
          </a:solid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 name="직사각형 14">
            <a:extLst>
              <a:ext uri="{FF2B5EF4-FFF2-40B4-BE49-F238E27FC236}">
                <a16:creationId xmlns:a16="http://schemas.microsoft.com/office/drawing/2014/main" id="{B55BC45E-9BFA-4CF3-B9FE-24E078DEBE02}"/>
              </a:ext>
            </a:extLst>
          </p:cNvPr>
          <p:cNvSpPr/>
          <p:nvPr/>
        </p:nvSpPr>
        <p:spPr>
          <a:xfrm>
            <a:off x="417014" y="2527865"/>
            <a:ext cx="9405082" cy="686565"/>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12" name="표 11">
            <a:extLst>
              <a:ext uri="{FF2B5EF4-FFF2-40B4-BE49-F238E27FC236}">
                <a16:creationId xmlns:a16="http://schemas.microsoft.com/office/drawing/2014/main" id="{04F8FB6B-D2DD-4324-9DF2-4E03737D1964}"/>
              </a:ext>
            </a:extLst>
          </p:cNvPr>
          <p:cNvGraphicFramePr>
            <a:graphicFrameLocks noGrp="1"/>
          </p:cNvGraphicFramePr>
          <p:nvPr>
            <p:extLst>
              <p:ext uri="{D42A27DB-BD31-4B8C-83A1-F6EECF244321}">
                <p14:modId xmlns:p14="http://schemas.microsoft.com/office/powerpoint/2010/main" val="1132716231"/>
              </p:ext>
            </p:extLst>
          </p:nvPr>
        </p:nvGraphicFramePr>
        <p:xfrm>
          <a:off x="439302" y="2554787"/>
          <a:ext cx="9358485" cy="640080"/>
        </p:xfrm>
        <a:graphic>
          <a:graphicData uri="http://schemas.openxmlformats.org/drawingml/2006/table">
            <a:tbl>
              <a:tblPr firstRow="1" bandRow="1">
                <a:tableStyleId>{5C22544A-7EE6-4342-B048-85BDC9FD1C3A}</a:tableStyleId>
              </a:tblPr>
              <a:tblGrid>
                <a:gridCol w="670599">
                  <a:extLst>
                    <a:ext uri="{9D8B030D-6E8A-4147-A177-3AD203B41FA5}">
                      <a16:colId xmlns:a16="http://schemas.microsoft.com/office/drawing/2014/main" val="3580568890"/>
                    </a:ext>
                  </a:extLst>
                </a:gridCol>
                <a:gridCol w="1487148">
                  <a:extLst>
                    <a:ext uri="{9D8B030D-6E8A-4147-A177-3AD203B41FA5}">
                      <a16:colId xmlns:a16="http://schemas.microsoft.com/office/drawing/2014/main" val="20004"/>
                    </a:ext>
                  </a:extLst>
                </a:gridCol>
                <a:gridCol w="633630">
                  <a:extLst>
                    <a:ext uri="{9D8B030D-6E8A-4147-A177-3AD203B41FA5}">
                      <a16:colId xmlns:a16="http://schemas.microsoft.com/office/drawing/2014/main" val="20005"/>
                    </a:ext>
                  </a:extLst>
                </a:gridCol>
                <a:gridCol w="477713">
                  <a:extLst>
                    <a:ext uri="{9D8B030D-6E8A-4147-A177-3AD203B41FA5}">
                      <a16:colId xmlns:a16="http://schemas.microsoft.com/office/drawing/2014/main" val="20006"/>
                    </a:ext>
                  </a:extLst>
                </a:gridCol>
                <a:gridCol w="633630">
                  <a:extLst>
                    <a:ext uri="{9D8B030D-6E8A-4147-A177-3AD203B41FA5}">
                      <a16:colId xmlns:a16="http://schemas.microsoft.com/office/drawing/2014/main" val="20009"/>
                    </a:ext>
                  </a:extLst>
                </a:gridCol>
                <a:gridCol w="633630">
                  <a:extLst>
                    <a:ext uri="{9D8B030D-6E8A-4147-A177-3AD203B41FA5}">
                      <a16:colId xmlns:a16="http://schemas.microsoft.com/office/drawing/2014/main" val="2721139772"/>
                    </a:ext>
                  </a:extLst>
                </a:gridCol>
                <a:gridCol w="633630">
                  <a:extLst>
                    <a:ext uri="{9D8B030D-6E8A-4147-A177-3AD203B41FA5}">
                      <a16:colId xmlns:a16="http://schemas.microsoft.com/office/drawing/2014/main" val="4044106512"/>
                    </a:ext>
                  </a:extLst>
                </a:gridCol>
                <a:gridCol w="633630">
                  <a:extLst>
                    <a:ext uri="{9D8B030D-6E8A-4147-A177-3AD203B41FA5}">
                      <a16:colId xmlns:a16="http://schemas.microsoft.com/office/drawing/2014/main" val="2056109714"/>
                    </a:ext>
                  </a:extLst>
                </a:gridCol>
                <a:gridCol w="736363">
                  <a:extLst>
                    <a:ext uri="{9D8B030D-6E8A-4147-A177-3AD203B41FA5}">
                      <a16:colId xmlns:a16="http://schemas.microsoft.com/office/drawing/2014/main" val="983732852"/>
                    </a:ext>
                  </a:extLst>
                </a:gridCol>
                <a:gridCol w="700807">
                  <a:extLst>
                    <a:ext uri="{9D8B030D-6E8A-4147-A177-3AD203B41FA5}">
                      <a16:colId xmlns:a16="http://schemas.microsoft.com/office/drawing/2014/main" val="3017944777"/>
                    </a:ext>
                  </a:extLst>
                </a:gridCol>
                <a:gridCol w="684130">
                  <a:extLst>
                    <a:ext uri="{9D8B030D-6E8A-4147-A177-3AD203B41FA5}">
                      <a16:colId xmlns:a16="http://schemas.microsoft.com/office/drawing/2014/main" val="3778572038"/>
                    </a:ext>
                  </a:extLst>
                </a:gridCol>
                <a:gridCol w="715396">
                  <a:extLst>
                    <a:ext uri="{9D8B030D-6E8A-4147-A177-3AD203B41FA5}">
                      <a16:colId xmlns:a16="http://schemas.microsoft.com/office/drawing/2014/main" val="4255377130"/>
                    </a:ext>
                  </a:extLst>
                </a:gridCol>
                <a:gridCol w="718179">
                  <a:extLst>
                    <a:ext uri="{9D8B030D-6E8A-4147-A177-3AD203B41FA5}">
                      <a16:colId xmlns:a16="http://schemas.microsoft.com/office/drawing/2014/main" val="1062420576"/>
                    </a:ext>
                  </a:extLst>
                </a:gridCol>
              </a:tblGrid>
              <a:tr h="118354">
                <a:tc>
                  <a:txBody>
                    <a:bodyPr/>
                    <a:lstStyle/>
                    <a:p>
                      <a:pPr algn="ctr" latinLnBrk="1"/>
                      <a:r>
                        <a:rPr lang="ko-KR" altLang="en-US" sz="800" b="1" dirty="0">
                          <a:solidFill>
                            <a:schemeClr val="tx1"/>
                          </a:solidFill>
                        </a:rPr>
                        <a:t>상품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취소수량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반품수량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교환수량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판매금액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이익금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판매이익</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17,500</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17,500</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sp>
        <p:nvSpPr>
          <p:cNvPr id="16" name="TextBox 15">
            <a:extLst>
              <a:ext uri="{FF2B5EF4-FFF2-40B4-BE49-F238E27FC236}">
                <a16:creationId xmlns:a16="http://schemas.microsoft.com/office/drawing/2014/main" id="{BBEA6EB0-6E58-4AC1-B198-42839F7A9D50}"/>
              </a:ext>
            </a:extLst>
          </p:cNvPr>
          <p:cNvSpPr txBox="1"/>
          <p:nvPr/>
        </p:nvSpPr>
        <p:spPr>
          <a:xfrm>
            <a:off x="417014" y="3637958"/>
            <a:ext cx="1430200"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주문자 </a:t>
            </a:r>
            <a:r>
              <a:rPr lang="en-US" altLang="ko-KR" sz="900" dirty="0">
                <a:latin typeface="맑은 고딕" panose="020B0503020000020004" pitchFamily="50" charset="-127"/>
                <a:ea typeface="맑은 고딕" panose="020B0503020000020004" pitchFamily="50" charset="-127"/>
              </a:rPr>
              <a:t>/ </a:t>
            </a:r>
            <a:r>
              <a:rPr lang="ko-KR" altLang="en-US" sz="900" dirty="0">
                <a:latin typeface="맑은 고딕" panose="020B0503020000020004" pitchFamily="50" charset="-127"/>
                <a:ea typeface="맑은 고딕" panose="020B0503020000020004" pitchFamily="50" charset="-127"/>
              </a:rPr>
              <a:t>수취인 정보</a:t>
            </a:r>
            <a:endParaRPr lang="ko-KR" altLang="en-US" sz="900" dirty="0"/>
          </a:p>
        </p:txBody>
      </p:sp>
      <p:graphicFrame>
        <p:nvGraphicFramePr>
          <p:cNvPr id="17" name="표 4">
            <a:extLst>
              <a:ext uri="{FF2B5EF4-FFF2-40B4-BE49-F238E27FC236}">
                <a16:creationId xmlns:a16="http://schemas.microsoft.com/office/drawing/2014/main" id="{4BE912FB-3C99-43A4-9210-9F688A066A62}"/>
              </a:ext>
            </a:extLst>
          </p:cNvPr>
          <p:cNvGraphicFramePr>
            <a:graphicFrameLocks noGrp="1"/>
          </p:cNvGraphicFramePr>
          <p:nvPr>
            <p:extLst>
              <p:ext uri="{D42A27DB-BD31-4B8C-83A1-F6EECF244321}">
                <p14:modId xmlns:p14="http://schemas.microsoft.com/office/powerpoint/2010/main" val="2779074430"/>
              </p:ext>
            </p:extLst>
          </p:nvPr>
        </p:nvGraphicFramePr>
        <p:xfrm>
          <a:off x="372132" y="3901614"/>
          <a:ext cx="9449964" cy="868680"/>
        </p:xfrm>
        <a:graphic>
          <a:graphicData uri="http://schemas.openxmlformats.org/drawingml/2006/table">
            <a:tbl>
              <a:tblPr firstRow="1" bandRow="1">
                <a:tableStyleId>{5940675A-B579-460E-94D1-54222C63F5DA}</a:tableStyleId>
              </a:tblPr>
              <a:tblGrid>
                <a:gridCol w="1353301">
                  <a:extLst>
                    <a:ext uri="{9D8B030D-6E8A-4147-A177-3AD203B41FA5}">
                      <a16:colId xmlns:a16="http://schemas.microsoft.com/office/drawing/2014/main" val="3684204346"/>
                    </a:ext>
                  </a:extLst>
                </a:gridCol>
                <a:gridCol w="3371681">
                  <a:extLst>
                    <a:ext uri="{9D8B030D-6E8A-4147-A177-3AD203B41FA5}">
                      <a16:colId xmlns:a16="http://schemas.microsoft.com/office/drawing/2014/main" val="1934738033"/>
                    </a:ext>
                  </a:extLst>
                </a:gridCol>
                <a:gridCol w="1637641">
                  <a:extLst>
                    <a:ext uri="{9D8B030D-6E8A-4147-A177-3AD203B41FA5}">
                      <a16:colId xmlns:a16="http://schemas.microsoft.com/office/drawing/2014/main" val="189309699"/>
                    </a:ext>
                  </a:extLst>
                </a:gridCol>
                <a:gridCol w="3087341">
                  <a:extLst>
                    <a:ext uri="{9D8B030D-6E8A-4147-A177-3AD203B41FA5}">
                      <a16:colId xmlns:a16="http://schemas.microsoft.com/office/drawing/2014/main" val="3675772040"/>
                    </a:ext>
                  </a:extLst>
                </a:gridCol>
              </a:tblGrid>
              <a:tr h="0">
                <a:tc>
                  <a:txBody>
                    <a:bodyPr/>
                    <a:lstStyle/>
                    <a:p>
                      <a:pPr algn="ctr" latinLnBrk="1"/>
                      <a:r>
                        <a:rPr lang="ko-KR" altLang="en-US" sz="800" b="0" dirty="0">
                          <a:solidFill>
                            <a:schemeClr val="tx1"/>
                          </a:solidFill>
                        </a:rPr>
                        <a:t>회원정보</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hlinkClick r:id="rId4"/>
                        </a:rPr>
                        <a:t>user@domain.com</a:t>
                      </a:r>
                      <a:r>
                        <a:rPr lang="en-US" altLang="ko-KR" sz="800" dirty="0"/>
                        <a:t>  ( A992029202 )</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주문자명</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ko-KR" altLang="en-US" sz="800" dirty="0"/>
                        <a:t>홍길동</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25709569"/>
                  </a:ext>
                </a:extLst>
              </a:tr>
              <a:tr h="0">
                <a:tc>
                  <a:txBody>
                    <a:bodyPr/>
                    <a:lstStyle/>
                    <a:p>
                      <a:pPr algn="ctr" latinLnBrk="1"/>
                      <a:r>
                        <a:rPr lang="ko-KR" altLang="en-US" sz="800" b="0" dirty="0">
                          <a:solidFill>
                            <a:schemeClr val="tx1"/>
                          </a:solidFill>
                        </a:rPr>
                        <a:t>주문자 연락처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010-1122-3344</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주문자 이메일</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hlinkClick r:id="rId4"/>
                        </a:rPr>
                        <a:t>user@domain.com</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801681561"/>
                  </a:ext>
                </a:extLst>
              </a:tr>
              <a:tr h="0">
                <a:tc>
                  <a:txBody>
                    <a:bodyPr/>
                    <a:lstStyle/>
                    <a:p>
                      <a:pPr algn="ctr" latinLnBrk="1"/>
                      <a:r>
                        <a:rPr lang="ko-KR" altLang="en-US" sz="800" b="0" dirty="0">
                          <a:solidFill>
                            <a:schemeClr val="tx1"/>
                          </a:solidFill>
                        </a:rPr>
                        <a:t>수취인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ko-KR" altLang="en-US" sz="800" dirty="0"/>
                        <a:t>홍길동</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수취인 연락처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010-1122-3344</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801374252"/>
                  </a:ext>
                </a:extLst>
              </a:tr>
              <a:tr h="0">
                <a:tc>
                  <a:txBody>
                    <a:bodyPr/>
                    <a:lstStyle/>
                    <a:p>
                      <a:pPr algn="ctr" latinLnBrk="1"/>
                      <a:r>
                        <a:rPr lang="ko-KR" altLang="en-US" sz="800" b="0" dirty="0" err="1">
                          <a:solidFill>
                            <a:schemeClr val="tx1"/>
                          </a:solidFill>
                        </a:rPr>
                        <a:t>배송지</a:t>
                      </a:r>
                      <a:r>
                        <a:rPr lang="ko-KR" altLang="en-US" sz="800" b="0" dirty="0">
                          <a:solidFill>
                            <a:schemeClr val="tx1"/>
                          </a:solidFill>
                        </a:rPr>
                        <a:t> 주소</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gridSpan="3">
                  <a:txBody>
                    <a:bodyPr/>
                    <a:lstStyle/>
                    <a:p>
                      <a:pPr algn="l" latinLnBrk="1"/>
                      <a:r>
                        <a:rPr lang="en-US" altLang="ko-KR" sz="900" b="0" i="0" kern="1200" dirty="0">
                          <a:solidFill>
                            <a:schemeClr val="tx1"/>
                          </a:solidFill>
                          <a:effectLst/>
                          <a:latin typeface="+mn-lt"/>
                          <a:ea typeface="+mn-ea"/>
                          <a:cs typeface="+mn-cs"/>
                        </a:rPr>
                        <a:t>[06151] </a:t>
                      </a:r>
                      <a:r>
                        <a:rPr lang="ko-KR" altLang="en-US" sz="900" b="0" i="0" kern="1200" dirty="0">
                          <a:solidFill>
                            <a:schemeClr val="tx1"/>
                          </a:solidFill>
                          <a:effectLst/>
                          <a:latin typeface="+mn-lt"/>
                          <a:ea typeface="+mn-ea"/>
                          <a:cs typeface="+mn-cs"/>
                        </a:rPr>
                        <a:t>서울특별시 강남구 테헤란로 </a:t>
                      </a:r>
                      <a:r>
                        <a:rPr lang="en-US" altLang="ko-KR" sz="900" b="0" i="0" kern="1200" dirty="0">
                          <a:solidFill>
                            <a:schemeClr val="tx1"/>
                          </a:solidFill>
                          <a:effectLst/>
                          <a:latin typeface="+mn-lt"/>
                          <a:ea typeface="+mn-ea"/>
                          <a:cs typeface="+mn-cs"/>
                        </a:rPr>
                        <a:t>112233 (</a:t>
                      </a:r>
                      <a:r>
                        <a:rPr lang="ko-KR" altLang="en-US" sz="900" b="0" i="0" kern="1200" dirty="0">
                          <a:solidFill>
                            <a:schemeClr val="tx1"/>
                          </a:solidFill>
                          <a:effectLst/>
                          <a:latin typeface="+mn-lt"/>
                          <a:ea typeface="+mn-ea"/>
                          <a:cs typeface="+mn-cs"/>
                        </a:rPr>
                        <a:t>역삼동</a:t>
                      </a:r>
                      <a:r>
                        <a:rPr lang="en-US" altLang="ko-KR" sz="900" b="0" i="0" kern="1200" dirty="0">
                          <a:solidFill>
                            <a:schemeClr val="tx1"/>
                          </a:solidFill>
                          <a:effectLst/>
                          <a:latin typeface="+mn-lt"/>
                          <a:ea typeface="+mn-ea"/>
                          <a:cs typeface="+mn-cs"/>
                        </a:rPr>
                        <a:t>) 132435</a:t>
                      </a:r>
                      <a:endParaRPr lang="ko-KR" altLang="en-US" sz="9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hMerge="1">
                  <a:txBody>
                    <a:bodyPr/>
                    <a:lstStyle/>
                    <a:p>
                      <a:pPr algn="ctr" latinLnBrk="1"/>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3928620"/>
                  </a:ext>
                </a:extLst>
              </a:tr>
            </a:tbl>
          </a:graphicData>
        </a:graphic>
      </p:graphicFrame>
      <p:sp>
        <p:nvSpPr>
          <p:cNvPr id="18" name="TextBox 17">
            <a:extLst>
              <a:ext uri="{FF2B5EF4-FFF2-40B4-BE49-F238E27FC236}">
                <a16:creationId xmlns:a16="http://schemas.microsoft.com/office/drawing/2014/main" id="{CD40B440-004F-4104-98C0-9810B15CB94D}"/>
              </a:ext>
            </a:extLst>
          </p:cNvPr>
          <p:cNvSpPr txBox="1"/>
          <p:nvPr/>
        </p:nvSpPr>
        <p:spPr>
          <a:xfrm>
            <a:off x="417014" y="5060129"/>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주문 결제 정보</a:t>
            </a:r>
            <a:endParaRPr lang="ko-KR" altLang="en-US" sz="900" dirty="0"/>
          </a:p>
        </p:txBody>
      </p:sp>
      <p:graphicFrame>
        <p:nvGraphicFramePr>
          <p:cNvPr id="19" name="표 4">
            <a:extLst>
              <a:ext uri="{FF2B5EF4-FFF2-40B4-BE49-F238E27FC236}">
                <a16:creationId xmlns:a16="http://schemas.microsoft.com/office/drawing/2014/main" id="{FEA32796-6703-4872-8B94-E3F8C25B551A}"/>
              </a:ext>
            </a:extLst>
          </p:cNvPr>
          <p:cNvGraphicFramePr>
            <a:graphicFrameLocks noGrp="1"/>
          </p:cNvGraphicFramePr>
          <p:nvPr>
            <p:extLst>
              <p:ext uri="{D42A27DB-BD31-4B8C-83A1-F6EECF244321}">
                <p14:modId xmlns:p14="http://schemas.microsoft.com/office/powerpoint/2010/main" val="3225461480"/>
              </p:ext>
            </p:extLst>
          </p:nvPr>
        </p:nvGraphicFramePr>
        <p:xfrm>
          <a:off x="372132" y="5323785"/>
          <a:ext cx="9449964" cy="1066800"/>
        </p:xfrm>
        <a:graphic>
          <a:graphicData uri="http://schemas.openxmlformats.org/drawingml/2006/table">
            <a:tbl>
              <a:tblPr firstRow="1" bandRow="1">
                <a:tableStyleId>{5940675A-B579-460E-94D1-54222C63F5DA}</a:tableStyleId>
              </a:tblPr>
              <a:tblGrid>
                <a:gridCol w="1353301">
                  <a:extLst>
                    <a:ext uri="{9D8B030D-6E8A-4147-A177-3AD203B41FA5}">
                      <a16:colId xmlns:a16="http://schemas.microsoft.com/office/drawing/2014/main" val="3684204346"/>
                    </a:ext>
                  </a:extLst>
                </a:gridCol>
                <a:gridCol w="3371681">
                  <a:extLst>
                    <a:ext uri="{9D8B030D-6E8A-4147-A177-3AD203B41FA5}">
                      <a16:colId xmlns:a16="http://schemas.microsoft.com/office/drawing/2014/main" val="1934738033"/>
                    </a:ext>
                  </a:extLst>
                </a:gridCol>
                <a:gridCol w="1637641">
                  <a:extLst>
                    <a:ext uri="{9D8B030D-6E8A-4147-A177-3AD203B41FA5}">
                      <a16:colId xmlns:a16="http://schemas.microsoft.com/office/drawing/2014/main" val="189309699"/>
                    </a:ext>
                  </a:extLst>
                </a:gridCol>
                <a:gridCol w="3087341">
                  <a:extLst>
                    <a:ext uri="{9D8B030D-6E8A-4147-A177-3AD203B41FA5}">
                      <a16:colId xmlns:a16="http://schemas.microsoft.com/office/drawing/2014/main" val="3675772040"/>
                    </a:ext>
                  </a:extLst>
                </a:gridCol>
              </a:tblGrid>
              <a:tr h="0">
                <a:tc>
                  <a:txBody>
                    <a:bodyPr/>
                    <a:lstStyle/>
                    <a:p>
                      <a:pPr algn="ctr" latinLnBrk="1"/>
                      <a:r>
                        <a:rPr lang="ko-KR" altLang="en-US" sz="800" b="0" dirty="0">
                          <a:solidFill>
                            <a:schemeClr val="tx1"/>
                          </a:solidFill>
                        </a:rPr>
                        <a:t>총 상품 판매가</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90,000 </a:t>
                      </a:r>
                      <a:r>
                        <a:rPr lang="ko-KR" altLang="en-US" sz="800" dirty="0"/>
                        <a:t>원</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총 상품 </a:t>
                      </a:r>
                      <a:r>
                        <a:rPr lang="ko-KR" altLang="en-US" sz="800" dirty="0" err="1"/>
                        <a:t>기본가</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50,000 </a:t>
                      </a:r>
                      <a:r>
                        <a:rPr lang="ko-KR" altLang="en-US" sz="800" dirty="0"/>
                        <a:t>원</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25709569"/>
                  </a:ext>
                </a:extLst>
              </a:tr>
              <a:tr h="0">
                <a:tc>
                  <a:txBody>
                    <a:bodyPr/>
                    <a:lstStyle/>
                    <a:p>
                      <a:pPr algn="ctr" latinLnBrk="1"/>
                      <a:r>
                        <a:rPr lang="ko-KR" altLang="en-US" sz="800" b="0" dirty="0">
                          <a:solidFill>
                            <a:schemeClr val="tx1"/>
                          </a:solidFill>
                        </a:rPr>
                        <a:t>총 이익금</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5,000 </a:t>
                      </a:r>
                      <a:r>
                        <a:rPr lang="ko-KR" altLang="en-US" sz="800" dirty="0"/>
                        <a:t>원</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총 판매이익금</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35,000 </a:t>
                      </a:r>
                      <a:r>
                        <a:rPr lang="ko-KR" altLang="en-US" sz="800" dirty="0"/>
                        <a:t>원</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11016834"/>
                  </a:ext>
                </a:extLst>
              </a:tr>
              <a:tr h="0">
                <a:tc>
                  <a:txBody>
                    <a:bodyPr/>
                    <a:lstStyle/>
                    <a:p>
                      <a:pPr algn="ctr" latinLnBrk="1"/>
                      <a:r>
                        <a:rPr lang="ko-KR" altLang="en-US" sz="800" b="0" dirty="0">
                          <a:solidFill>
                            <a:schemeClr val="tx1"/>
                          </a:solidFill>
                        </a:rPr>
                        <a:t>총 배송비</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gridSpan="3">
                  <a:txBody>
                    <a:bodyPr/>
                    <a:lstStyle/>
                    <a:p>
                      <a:pPr algn="l" latinLnBrk="1"/>
                      <a:r>
                        <a:rPr lang="en-US" altLang="ko-KR" sz="800" dirty="0"/>
                        <a:t>0 </a:t>
                      </a:r>
                      <a:r>
                        <a:rPr lang="ko-KR" altLang="en-US" sz="800" dirty="0"/>
                        <a:t>원</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hMerge="1">
                  <a:txBody>
                    <a:bodyPr/>
                    <a:lstStyle/>
                    <a:p>
                      <a:pPr algn="ctr" latinLnBrk="1"/>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801681561"/>
                  </a:ext>
                </a:extLst>
              </a:tr>
              <a:tr h="0">
                <a:tc>
                  <a:txBody>
                    <a:bodyPr/>
                    <a:lstStyle/>
                    <a:p>
                      <a:pPr algn="ctr" latinLnBrk="1"/>
                      <a:r>
                        <a:rPr lang="ko-KR" altLang="en-US" sz="800" b="0" dirty="0">
                          <a:solidFill>
                            <a:schemeClr val="tx1"/>
                          </a:solidFill>
                        </a:rPr>
                        <a:t>총 사용 포인트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3,000 point</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총 적립 포인트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90 point</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801374252"/>
                  </a:ext>
                </a:extLst>
              </a:tr>
              <a:tr h="0">
                <a:tc>
                  <a:txBody>
                    <a:bodyPr/>
                    <a:lstStyle/>
                    <a:p>
                      <a:pPr algn="ctr" latinLnBrk="1"/>
                      <a:r>
                        <a:rPr lang="ko-KR" altLang="en-US" sz="800" b="0" dirty="0">
                          <a:solidFill>
                            <a:schemeClr val="tx1"/>
                          </a:solidFill>
                        </a:rPr>
                        <a:t>최종 결제가</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87,000 </a:t>
                      </a:r>
                      <a:r>
                        <a:rPr lang="ko-KR" altLang="en-US" sz="800" dirty="0"/>
                        <a:t>원</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결제 수단</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카드 </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801187854"/>
                  </a:ext>
                </a:extLst>
              </a:tr>
            </a:tbl>
          </a:graphicData>
        </a:graphic>
      </p:graphicFrame>
      <p:sp>
        <p:nvSpPr>
          <p:cNvPr id="20" name="직사각형 19">
            <a:extLst>
              <a:ext uri="{FF2B5EF4-FFF2-40B4-BE49-F238E27FC236}">
                <a16:creationId xmlns:a16="http://schemas.microsoft.com/office/drawing/2014/main" id="{FEA6FCAF-F7EE-4AD8-B217-54575C02C333}"/>
              </a:ext>
            </a:extLst>
          </p:cNvPr>
          <p:cNvSpPr/>
          <p:nvPr/>
        </p:nvSpPr>
        <p:spPr>
          <a:xfrm>
            <a:off x="7203880" y="6209967"/>
            <a:ext cx="731519" cy="140860"/>
          </a:xfrm>
          <a:prstGeom prst="rect">
            <a:avLst/>
          </a:prstGeom>
          <a:no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accent2">
                    <a:lumMod val="75000"/>
                  </a:schemeClr>
                </a:solidFill>
              </a:rPr>
              <a:t>연동 로그</a:t>
            </a:r>
          </a:p>
        </p:txBody>
      </p:sp>
      <p:sp>
        <p:nvSpPr>
          <p:cNvPr id="22" name="TextBox 21">
            <a:extLst>
              <a:ext uri="{FF2B5EF4-FFF2-40B4-BE49-F238E27FC236}">
                <a16:creationId xmlns:a16="http://schemas.microsoft.com/office/drawing/2014/main" id="{1C2CC46F-D1CE-471F-AD61-16AA220F182C}"/>
              </a:ext>
            </a:extLst>
          </p:cNvPr>
          <p:cNvSpPr txBox="1"/>
          <p:nvPr/>
        </p:nvSpPr>
        <p:spPr>
          <a:xfrm>
            <a:off x="417014" y="6742584"/>
            <a:ext cx="1383712"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주문 상태 변경 정보</a:t>
            </a:r>
            <a:endParaRPr lang="ko-KR" altLang="en-US" sz="900" dirty="0"/>
          </a:p>
        </p:txBody>
      </p:sp>
      <p:graphicFrame>
        <p:nvGraphicFramePr>
          <p:cNvPr id="23" name="표 4">
            <a:extLst>
              <a:ext uri="{FF2B5EF4-FFF2-40B4-BE49-F238E27FC236}">
                <a16:creationId xmlns:a16="http://schemas.microsoft.com/office/drawing/2014/main" id="{1E869C72-7853-4601-AA14-0B01D0BEF7E4}"/>
              </a:ext>
            </a:extLst>
          </p:cNvPr>
          <p:cNvGraphicFramePr>
            <a:graphicFrameLocks noGrp="1"/>
          </p:cNvGraphicFramePr>
          <p:nvPr>
            <p:extLst>
              <p:ext uri="{D42A27DB-BD31-4B8C-83A1-F6EECF244321}">
                <p14:modId xmlns:p14="http://schemas.microsoft.com/office/powerpoint/2010/main" val="949442098"/>
              </p:ext>
            </p:extLst>
          </p:nvPr>
        </p:nvGraphicFramePr>
        <p:xfrm>
          <a:off x="347823" y="7082223"/>
          <a:ext cx="9449964" cy="1120140"/>
        </p:xfrm>
        <a:graphic>
          <a:graphicData uri="http://schemas.openxmlformats.org/drawingml/2006/table">
            <a:tbl>
              <a:tblPr firstRow="1" bandRow="1">
                <a:tableStyleId>{5940675A-B579-460E-94D1-54222C63F5DA}</a:tableStyleId>
              </a:tblPr>
              <a:tblGrid>
                <a:gridCol w="1353301">
                  <a:extLst>
                    <a:ext uri="{9D8B030D-6E8A-4147-A177-3AD203B41FA5}">
                      <a16:colId xmlns:a16="http://schemas.microsoft.com/office/drawing/2014/main" val="3684204346"/>
                    </a:ext>
                  </a:extLst>
                </a:gridCol>
                <a:gridCol w="8096663">
                  <a:extLst>
                    <a:ext uri="{9D8B030D-6E8A-4147-A177-3AD203B41FA5}">
                      <a16:colId xmlns:a16="http://schemas.microsoft.com/office/drawing/2014/main" val="1934738033"/>
                    </a:ext>
                  </a:extLst>
                </a:gridCol>
              </a:tblGrid>
              <a:tr h="0">
                <a:tc>
                  <a:txBody>
                    <a:bodyPr/>
                    <a:lstStyle/>
                    <a:p>
                      <a:pPr algn="ctr" latinLnBrk="1"/>
                      <a:r>
                        <a:rPr lang="ko-KR" altLang="en-US" sz="800" b="0" dirty="0">
                          <a:solidFill>
                            <a:schemeClr val="tx1"/>
                          </a:solidFill>
                        </a:rPr>
                        <a:t>변경 내역</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fontAlgn="t">
                        <a:lnSpc>
                          <a:spcPct val="150000"/>
                        </a:lnSpc>
                      </a:pPr>
                      <a:r>
                        <a:rPr lang="en-US" altLang="ko-KR" sz="900" b="0" i="0" kern="1200" dirty="0">
                          <a:solidFill>
                            <a:schemeClr val="tx1"/>
                          </a:solidFill>
                          <a:effectLst/>
                          <a:latin typeface="+mn-lt"/>
                          <a:ea typeface="+mn-ea"/>
                          <a:cs typeface="+mn-cs"/>
                        </a:rPr>
                        <a:t>2024-09-28 12:17:16 </a:t>
                      </a:r>
                      <a:r>
                        <a:rPr lang="ko-KR" altLang="en-US" sz="900" b="0" i="0" kern="1200" dirty="0">
                          <a:solidFill>
                            <a:schemeClr val="tx1"/>
                          </a:solidFill>
                          <a:effectLst/>
                          <a:latin typeface="+mn-lt"/>
                          <a:ea typeface="+mn-ea"/>
                          <a:cs typeface="+mn-cs"/>
                        </a:rPr>
                        <a:t>반품요청 </a:t>
                      </a:r>
                      <a:r>
                        <a:rPr lang="en-US" altLang="ko-KR" sz="900" b="0" i="0" kern="1200" dirty="0">
                          <a:solidFill>
                            <a:schemeClr val="tx1"/>
                          </a:solidFill>
                          <a:effectLst/>
                          <a:latin typeface="+mn-lt"/>
                          <a:ea typeface="+mn-ea"/>
                          <a:cs typeface="+mn-cs"/>
                        </a:rPr>
                        <a:t>/ </a:t>
                      </a:r>
                      <a:r>
                        <a:rPr lang="ko-KR" altLang="en-US" sz="900" b="0" i="0" kern="1200" dirty="0" err="1">
                          <a:solidFill>
                            <a:schemeClr val="tx1"/>
                          </a:solidFill>
                          <a:effectLst/>
                          <a:latin typeface="+mn-lt"/>
                          <a:ea typeface="+mn-ea"/>
                          <a:cs typeface="+mn-cs"/>
                        </a:rPr>
                        <a:t>브롬톤런던</a:t>
                      </a:r>
                      <a:r>
                        <a:rPr lang="ko-KR" altLang="en-US" sz="900" b="0" i="0" kern="1200" dirty="0">
                          <a:solidFill>
                            <a:schemeClr val="tx1"/>
                          </a:solidFill>
                          <a:effectLst/>
                          <a:latin typeface="+mn-lt"/>
                          <a:ea typeface="+mn-ea"/>
                          <a:cs typeface="+mn-cs"/>
                        </a:rPr>
                        <a:t> 티셔츠 </a:t>
                      </a:r>
                      <a:r>
                        <a:rPr lang="en-US" altLang="ko-KR" sz="900" b="0" i="0" kern="1200" dirty="0">
                          <a:solidFill>
                            <a:schemeClr val="tx1"/>
                          </a:solidFill>
                          <a:effectLst/>
                          <a:latin typeface="+mn-lt"/>
                          <a:ea typeface="+mn-ea"/>
                          <a:cs typeface="+mn-cs"/>
                        </a:rPr>
                        <a:t>/ admin(</a:t>
                      </a:r>
                      <a:r>
                        <a:rPr lang="ko-KR" altLang="en-US" sz="900" b="0" i="0" kern="1200" dirty="0">
                          <a:solidFill>
                            <a:schemeClr val="tx1"/>
                          </a:solidFill>
                          <a:effectLst/>
                          <a:latin typeface="+mn-lt"/>
                          <a:ea typeface="+mn-ea"/>
                          <a:cs typeface="+mn-cs"/>
                        </a:rPr>
                        <a:t>최고관리자</a:t>
                      </a:r>
                      <a:r>
                        <a:rPr lang="en-US" altLang="ko-KR" sz="900" b="0" i="0" kern="1200" dirty="0">
                          <a:solidFill>
                            <a:schemeClr val="tx1"/>
                          </a:solidFill>
                          <a:effectLst/>
                          <a:latin typeface="+mn-lt"/>
                          <a:ea typeface="+mn-ea"/>
                          <a:cs typeface="+mn-cs"/>
                        </a:rPr>
                        <a:t>)</a:t>
                      </a:r>
                    </a:p>
                    <a:p>
                      <a:pPr fontAlgn="t">
                        <a:lnSpc>
                          <a:spcPct val="150000"/>
                        </a:lnSpc>
                      </a:pPr>
                      <a:r>
                        <a:rPr lang="en-US" altLang="ko-KR" sz="900" b="0" i="0" kern="1200" dirty="0">
                          <a:solidFill>
                            <a:schemeClr val="tx1"/>
                          </a:solidFill>
                          <a:effectLst/>
                          <a:latin typeface="+mn-lt"/>
                          <a:ea typeface="+mn-ea"/>
                          <a:cs typeface="+mn-cs"/>
                        </a:rPr>
                        <a:t>2024-09-28 12:16:18 </a:t>
                      </a:r>
                      <a:r>
                        <a:rPr lang="ko-KR" altLang="en-US" sz="900" b="0" i="0" kern="1200" dirty="0">
                          <a:solidFill>
                            <a:schemeClr val="tx1"/>
                          </a:solidFill>
                          <a:effectLst/>
                          <a:latin typeface="+mn-lt"/>
                          <a:ea typeface="+mn-ea"/>
                          <a:cs typeface="+mn-cs"/>
                        </a:rPr>
                        <a:t>배송완료 </a:t>
                      </a:r>
                      <a:r>
                        <a:rPr lang="en-US" altLang="ko-KR" sz="900" b="0" i="0" kern="1200" dirty="0">
                          <a:solidFill>
                            <a:schemeClr val="tx1"/>
                          </a:solidFill>
                          <a:effectLst/>
                          <a:latin typeface="+mn-lt"/>
                          <a:ea typeface="+mn-ea"/>
                          <a:cs typeface="+mn-cs"/>
                        </a:rPr>
                        <a:t>/ </a:t>
                      </a:r>
                      <a:r>
                        <a:rPr lang="ko-KR" altLang="en-US" sz="900" b="0" i="0" kern="1200" dirty="0" err="1">
                          <a:solidFill>
                            <a:schemeClr val="tx1"/>
                          </a:solidFill>
                          <a:effectLst/>
                          <a:latin typeface="+mn-lt"/>
                          <a:ea typeface="+mn-ea"/>
                          <a:cs typeface="+mn-cs"/>
                        </a:rPr>
                        <a:t>브롬톤런던</a:t>
                      </a:r>
                      <a:r>
                        <a:rPr lang="ko-KR" altLang="en-US" sz="900" b="0" i="0" kern="1200" dirty="0">
                          <a:solidFill>
                            <a:schemeClr val="tx1"/>
                          </a:solidFill>
                          <a:effectLst/>
                          <a:latin typeface="+mn-lt"/>
                          <a:ea typeface="+mn-ea"/>
                          <a:cs typeface="+mn-cs"/>
                        </a:rPr>
                        <a:t> 티셔츠 </a:t>
                      </a:r>
                      <a:r>
                        <a:rPr lang="en-US" altLang="ko-KR" sz="900" b="0" i="0" kern="1200" dirty="0">
                          <a:solidFill>
                            <a:schemeClr val="tx1"/>
                          </a:solidFill>
                          <a:effectLst/>
                          <a:latin typeface="+mn-lt"/>
                          <a:ea typeface="+mn-ea"/>
                          <a:cs typeface="+mn-cs"/>
                        </a:rPr>
                        <a:t>/ admin(</a:t>
                      </a:r>
                      <a:r>
                        <a:rPr lang="ko-KR" altLang="en-US" sz="900" b="0" i="0" kern="1200" dirty="0">
                          <a:solidFill>
                            <a:schemeClr val="tx1"/>
                          </a:solidFill>
                          <a:effectLst/>
                          <a:latin typeface="+mn-lt"/>
                          <a:ea typeface="+mn-ea"/>
                          <a:cs typeface="+mn-cs"/>
                        </a:rPr>
                        <a:t>최고관리자</a:t>
                      </a:r>
                      <a:r>
                        <a:rPr lang="en-US" altLang="ko-KR" sz="900" b="0" i="0" kern="1200" dirty="0">
                          <a:solidFill>
                            <a:schemeClr val="tx1"/>
                          </a:solidFill>
                          <a:effectLst/>
                          <a:latin typeface="+mn-lt"/>
                          <a:ea typeface="+mn-ea"/>
                          <a:cs typeface="+mn-cs"/>
                        </a:rPr>
                        <a:t>)</a:t>
                      </a:r>
                    </a:p>
                    <a:p>
                      <a:pPr fontAlgn="t">
                        <a:lnSpc>
                          <a:spcPct val="150000"/>
                        </a:lnSpc>
                      </a:pPr>
                      <a:r>
                        <a:rPr lang="en-US" altLang="ko-KR" sz="900" b="0" i="0" kern="1200" dirty="0">
                          <a:solidFill>
                            <a:schemeClr val="tx1"/>
                          </a:solidFill>
                          <a:effectLst/>
                          <a:latin typeface="+mn-lt"/>
                          <a:ea typeface="+mn-ea"/>
                          <a:cs typeface="+mn-cs"/>
                        </a:rPr>
                        <a:t>2024-09-28 12:16:14 </a:t>
                      </a:r>
                      <a:r>
                        <a:rPr lang="ko-KR" altLang="en-US" sz="900" b="0" i="0" kern="1200" dirty="0" err="1">
                          <a:solidFill>
                            <a:schemeClr val="tx1"/>
                          </a:solidFill>
                          <a:effectLst/>
                          <a:latin typeface="+mn-lt"/>
                          <a:ea typeface="+mn-ea"/>
                          <a:cs typeface="+mn-cs"/>
                        </a:rPr>
                        <a:t>배송중</a:t>
                      </a:r>
                      <a:r>
                        <a:rPr lang="ko-KR" altLang="en-US" sz="900" b="0" i="0" kern="1200" dirty="0">
                          <a:solidFill>
                            <a:schemeClr val="tx1"/>
                          </a:solidFill>
                          <a:effectLst/>
                          <a:latin typeface="+mn-lt"/>
                          <a:ea typeface="+mn-ea"/>
                          <a:cs typeface="+mn-cs"/>
                        </a:rPr>
                        <a:t> </a:t>
                      </a:r>
                      <a:r>
                        <a:rPr lang="en-US" altLang="ko-KR" sz="900" b="0" i="0" kern="1200" dirty="0">
                          <a:solidFill>
                            <a:schemeClr val="tx1"/>
                          </a:solidFill>
                          <a:effectLst/>
                          <a:latin typeface="+mn-lt"/>
                          <a:ea typeface="+mn-ea"/>
                          <a:cs typeface="+mn-cs"/>
                        </a:rPr>
                        <a:t>/ </a:t>
                      </a:r>
                      <a:r>
                        <a:rPr lang="ko-KR" altLang="en-US" sz="900" b="0" i="0" kern="1200" dirty="0" err="1">
                          <a:solidFill>
                            <a:schemeClr val="tx1"/>
                          </a:solidFill>
                          <a:effectLst/>
                          <a:latin typeface="+mn-lt"/>
                          <a:ea typeface="+mn-ea"/>
                          <a:cs typeface="+mn-cs"/>
                        </a:rPr>
                        <a:t>브롬톤런던</a:t>
                      </a:r>
                      <a:r>
                        <a:rPr lang="ko-KR" altLang="en-US" sz="900" b="0" i="0" kern="1200" dirty="0">
                          <a:solidFill>
                            <a:schemeClr val="tx1"/>
                          </a:solidFill>
                          <a:effectLst/>
                          <a:latin typeface="+mn-lt"/>
                          <a:ea typeface="+mn-ea"/>
                          <a:cs typeface="+mn-cs"/>
                        </a:rPr>
                        <a:t> 티셔츠 </a:t>
                      </a:r>
                      <a:r>
                        <a:rPr lang="en-US" altLang="ko-KR" sz="900" b="0" i="0" kern="1200" dirty="0">
                          <a:solidFill>
                            <a:schemeClr val="tx1"/>
                          </a:solidFill>
                          <a:effectLst/>
                          <a:latin typeface="+mn-lt"/>
                          <a:ea typeface="+mn-ea"/>
                          <a:cs typeface="+mn-cs"/>
                        </a:rPr>
                        <a:t>/ admin(</a:t>
                      </a:r>
                      <a:r>
                        <a:rPr lang="ko-KR" altLang="en-US" sz="900" b="0" i="0" kern="1200" dirty="0">
                          <a:solidFill>
                            <a:schemeClr val="tx1"/>
                          </a:solidFill>
                          <a:effectLst/>
                          <a:latin typeface="+mn-lt"/>
                          <a:ea typeface="+mn-ea"/>
                          <a:cs typeface="+mn-cs"/>
                        </a:rPr>
                        <a:t>최고관리자</a:t>
                      </a:r>
                      <a:r>
                        <a:rPr lang="en-US" altLang="ko-KR" sz="900" b="0" i="0" kern="1200" dirty="0">
                          <a:solidFill>
                            <a:schemeClr val="tx1"/>
                          </a:solidFill>
                          <a:effectLst/>
                          <a:latin typeface="+mn-lt"/>
                          <a:ea typeface="+mn-ea"/>
                          <a:cs typeface="+mn-cs"/>
                        </a:rPr>
                        <a:t>)</a:t>
                      </a:r>
                    </a:p>
                    <a:p>
                      <a:pPr fontAlgn="t">
                        <a:lnSpc>
                          <a:spcPct val="150000"/>
                        </a:lnSpc>
                      </a:pPr>
                      <a:r>
                        <a:rPr lang="en-US" altLang="ko-KR" sz="900" b="0" i="0" kern="1200" dirty="0">
                          <a:solidFill>
                            <a:schemeClr val="tx1"/>
                          </a:solidFill>
                          <a:effectLst/>
                          <a:latin typeface="+mn-lt"/>
                          <a:ea typeface="+mn-ea"/>
                          <a:cs typeface="+mn-cs"/>
                        </a:rPr>
                        <a:t>2024-09-28 12:16:04 </a:t>
                      </a:r>
                      <a:r>
                        <a:rPr lang="ko-KR" altLang="en-US" sz="900" b="0" i="0" kern="1200" dirty="0" err="1">
                          <a:solidFill>
                            <a:schemeClr val="tx1"/>
                          </a:solidFill>
                          <a:effectLst/>
                          <a:latin typeface="+mn-lt"/>
                          <a:ea typeface="+mn-ea"/>
                          <a:cs typeface="+mn-cs"/>
                        </a:rPr>
                        <a:t>배송준비중</a:t>
                      </a:r>
                      <a:r>
                        <a:rPr lang="ko-KR" altLang="en-US" sz="900" b="0" i="0" kern="1200" dirty="0">
                          <a:solidFill>
                            <a:schemeClr val="tx1"/>
                          </a:solidFill>
                          <a:effectLst/>
                          <a:latin typeface="+mn-lt"/>
                          <a:ea typeface="+mn-ea"/>
                          <a:cs typeface="+mn-cs"/>
                        </a:rPr>
                        <a:t> </a:t>
                      </a:r>
                      <a:r>
                        <a:rPr lang="en-US" altLang="ko-KR" sz="900" b="0" i="0" kern="1200" dirty="0">
                          <a:solidFill>
                            <a:schemeClr val="tx1"/>
                          </a:solidFill>
                          <a:effectLst/>
                          <a:latin typeface="+mn-lt"/>
                          <a:ea typeface="+mn-ea"/>
                          <a:cs typeface="+mn-cs"/>
                        </a:rPr>
                        <a:t>/ </a:t>
                      </a:r>
                      <a:r>
                        <a:rPr lang="ko-KR" altLang="en-US" sz="900" b="0" i="0" kern="1200" dirty="0" err="1">
                          <a:solidFill>
                            <a:schemeClr val="tx1"/>
                          </a:solidFill>
                          <a:effectLst/>
                          <a:latin typeface="+mn-lt"/>
                          <a:ea typeface="+mn-ea"/>
                          <a:cs typeface="+mn-cs"/>
                        </a:rPr>
                        <a:t>브롬톤런던</a:t>
                      </a:r>
                      <a:r>
                        <a:rPr lang="ko-KR" altLang="en-US" sz="900" b="0" i="0" kern="1200" dirty="0">
                          <a:solidFill>
                            <a:schemeClr val="tx1"/>
                          </a:solidFill>
                          <a:effectLst/>
                          <a:latin typeface="+mn-lt"/>
                          <a:ea typeface="+mn-ea"/>
                          <a:cs typeface="+mn-cs"/>
                        </a:rPr>
                        <a:t> 티셔츠 </a:t>
                      </a:r>
                      <a:r>
                        <a:rPr lang="en-US" altLang="ko-KR" sz="900" b="0" i="0" kern="1200" dirty="0">
                          <a:solidFill>
                            <a:schemeClr val="tx1"/>
                          </a:solidFill>
                          <a:effectLst/>
                          <a:latin typeface="+mn-lt"/>
                          <a:ea typeface="+mn-ea"/>
                          <a:cs typeface="+mn-cs"/>
                        </a:rPr>
                        <a:t>/ admin(</a:t>
                      </a:r>
                      <a:r>
                        <a:rPr lang="ko-KR" altLang="en-US" sz="900" b="0" i="0" kern="1200" dirty="0">
                          <a:solidFill>
                            <a:schemeClr val="tx1"/>
                          </a:solidFill>
                          <a:effectLst/>
                          <a:latin typeface="+mn-lt"/>
                          <a:ea typeface="+mn-ea"/>
                          <a:cs typeface="+mn-cs"/>
                        </a:rPr>
                        <a:t>최고관리자</a:t>
                      </a:r>
                      <a:r>
                        <a:rPr lang="en-US" altLang="ko-KR" sz="900" b="0" i="0" kern="1200" dirty="0">
                          <a:solidFill>
                            <a:schemeClr val="tx1"/>
                          </a:solidFill>
                          <a:effectLst/>
                          <a:latin typeface="+mn-lt"/>
                          <a:ea typeface="+mn-ea"/>
                          <a:cs typeface="+mn-cs"/>
                        </a:rPr>
                        <a:t>)</a:t>
                      </a:r>
                    </a:p>
                    <a:p>
                      <a:pPr fontAlgn="t">
                        <a:lnSpc>
                          <a:spcPct val="150000"/>
                        </a:lnSpc>
                      </a:pPr>
                      <a:endParaRPr lang="en-US" altLang="ko-KR" sz="900" b="0" i="0" kern="1200" dirty="0">
                        <a:solidFill>
                          <a:schemeClr val="tx1"/>
                        </a:solidFill>
                        <a:effectLst/>
                        <a:latin typeface="+mn-lt"/>
                        <a:ea typeface="+mn-ea"/>
                        <a:cs typeface="+mn-cs"/>
                      </a:endParaRP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25709569"/>
                  </a:ext>
                </a:extLst>
              </a:tr>
            </a:tbl>
          </a:graphicData>
        </a:graphic>
      </p:graphicFrame>
      <p:sp>
        <p:nvSpPr>
          <p:cNvPr id="24" name="직사각형 23">
            <a:extLst>
              <a:ext uri="{FF2B5EF4-FFF2-40B4-BE49-F238E27FC236}">
                <a16:creationId xmlns:a16="http://schemas.microsoft.com/office/drawing/2014/main" id="{80C5A648-D9FF-4875-BFF1-52124B8F4084}"/>
              </a:ext>
            </a:extLst>
          </p:cNvPr>
          <p:cNvSpPr/>
          <p:nvPr/>
        </p:nvSpPr>
        <p:spPr>
          <a:xfrm>
            <a:off x="4552846" y="8495519"/>
            <a:ext cx="1021019" cy="27550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b="1" dirty="0" err="1">
                <a:solidFill>
                  <a:schemeClr val="bg1"/>
                </a:solidFill>
              </a:rPr>
              <a:t>창닫기</a:t>
            </a:r>
            <a:endParaRPr lang="en-US" altLang="ko-KR" sz="1000" b="1" dirty="0">
              <a:solidFill>
                <a:schemeClr val="bg1"/>
              </a:solidFill>
            </a:endParaRPr>
          </a:p>
        </p:txBody>
      </p:sp>
      <p:graphicFrame>
        <p:nvGraphicFramePr>
          <p:cNvPr id="27" name="표 26">
            <a:extLst>
              <a:ext uri="{FF2B5EF4-FFF2-40B4-BE49-F238E27FC236}">
                <a16:creationId xmlns:a16="http://schemas.microsoft.com/office/drawing/2014/main" id="{D93CEE07-CD9A-4397-A50C-8C2A19F92DF1}"/>
              </a:ext>
            </a:extLst>
          </p:cNvPr>
          <p:cNvGraphicFramePr>
            <a:graphicFrameLocks noGrp="1"/>
          </p:cNvGraphicFramePr>
          <p:nvPr>
            <p:extLst>
              <p:ext uri="{D42A27DB-BD31-4B8C-83A1-F6EECF244321}">
                <p14:modId xmlns:p14="http://schemas.microsoft.com/office/powerpoint/2010/main" val="1876258207"/>
              </p:ext>
            </p:extLst>
          </p:nvPr>
        </p:nvGraphicFramePr>
        <p:xfrm>
          <a:off x="10171774" y="22159"/>
          <a:ext cx="1979018" cy="2027952"/>
        </p:xfrm>
        <a:graphic>
          <a:graphicData uri="http://schemas.openxmlformats.org/drawingml/2006/table">
            <a:tbl>
              <a:tblPr firstRow="1" bandRow="1">
                <a:tableStyleId>{5940675A-B579-460E-94D1-54222C63F5DA}</a:tableStyleId>
              </a:tblPr>
              <a:tblGrid>
                <a:gridCol w="632350">
                  <a:extLst>
                    <a:ext uri="{9D8B030D-6E8A-4147-A177-3AD203B41FA5}">
                      <a16:colId xmlns:a16="http://schemas.microsoft.com/office/drawing/2014/main" val="2768186151"/>
                    </a:ext>
                  </a:extLst>
                </a:gridCol>
                <a:gridCol w="192739">
                  <a:extLst>
                    <a:ext uri="{9D8B030D-6E8A-4147-A177-3AD203B41FA5}">
                      <a16:colId xmlns:a16="http://schemas.microsoft.com/office/drawing/2014/main" val="4245958259"/>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a:t>주문목록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상세 보기 </a:t>
                      </a:r>
                      <a:r>
                        <a:rPr lang="en-US" altLang="ko-KR" sz="800" dirty="0"/>
                        <a:t>&gt; </a:t>
                      </a:r>
                      <a:r>
                        <a:rPr lang="ko-KR" altLang="en-US" sz="800" dirty="0"/>
                        <a:t>주문 목록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주문 상세보기의 주문 정보 화면</a:t>
                      </a:r>
                    </a:p>
                  </a:txBody>
                  <a:tcPr anchor="ctr">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주문상품목록의 표시항목에서 금액관련한 부분은 </a:t>
                      </a:r>
                      <a:r>
                        <a:rPr lang="en-US" altLang="ko-KR" sz="800" dirty="0"/>
                        <a:t>RF-02-07-01-1 </a:t>
                      </a:r>
                      <a:r>
                        <a:rPr lang="ko-KR" altLang="en-US" sz="800" dirty="0"/>
                        <a:t>을 기준으로 항목을 표시한다</a:t>
                      </a:r>
                      <a:r>
                        <a:rPr lang="en-US" altLang="ko-KR" sz="800" dirty="0"/>
                        <a:t>.</a:t>
                      </a:r>
                      <a:endParaRPr lang="ko-KR" altLang="en-US" sz="800" dirty="0"/>
                    </a:p>
                  </a:txBody>
                  <a:tcPr anchor="ctr">
                    <a:solidFill>
                      <a:schemeClr val="bg1"/>
                    </a:solidFill>
                  </a:tcPr>
                </a:tc>
                <a:tc hMerge="1">
                  <a:txBody>
                    <a:bodyPr/>
                    <a:lstStyle/>
                    <a:p>
                      <a:pPr latinLnBrk="1"/>
                      <a:endParaRPr lang="ko-KR" altLang="en-US" dirty="0"/>
                    </a:p>
                  </a:txBody>
                  <a:tcPr/>
                </a:tc>
                <a:extLst>
                  <a:ext uri="{0D108BD9-81ED-4DB2-BD59-A6C34878D82A}">
                    <a16:rowId xmlns:a16="http://schemas.microsoft.com/office/drawing/2014/main" val="1434418863"/>
                  </a:ext>
                </a:extLst>
              </a:tr>
            </a:tbl>
          </a:graphicData>
        </a:graphic>
      </p:graphicFrame>
      <p:sp>
        <p:nvSpPr>
          <p:cNvPr id="31" name="직사각형 30">
            <a:extLst>
              <a:ext uri="{FF2B5EF4-FFF2-40B4-BE49-F238E27FC236}">
                <a16:creationId xmlns:a16="http://schemas.microsoft.com/office/drawing/2014/main" id="{4F844634-BB0D-43BF-80FA-BFCD944BC900}"/>
              </a:ext>
            </a:extLst>
          </p:cNvPr>
          <p:cNvSpPr/>
          <p:nvPr/>
        </p:nvSpPr>
        <p:spPr>
          <a:xfrm>
            <a:off x="6193946" y="2508647"/>
            <a:ext cx="3707505" cy="757084"/>
          </a:xfrm>
          <a:prstGeom prst="rect">
            <a:avLst/>
          </a:prstGeom>
          <a:no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3" name="직선 화살표 연결선 32">
            <a:extLst>
              <a:ext uri="{FF2B5EF4-FFF2-40B4-BE49-F238E27FC236}">
                <a16:creationId xmlns:a16="http://schemas.microsoft.com/office/drawing/2014/main" id="{8482852A-9DDA-4A8A-8537-EC5392575589}"/>
              </a:ext>
            </a:extLst>
          </p:cNvPr>
          <p:cNvCxnSpPr>
            <a:stCxn id="31" idx="2"/>
          </p:cNvCxnSpPr>
          <p:nvPr/>
        </p:nvCxnSpPr>
        <p:spPr>
          <a:xfrm>
            <a:off x="8047699" y="3265731"/>
            <a:ext cx="291083" cy="41069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E1E7CD4A-E220-48E2-AD20-6E68A22FB136}"/>
              </a:ext>
            </a:extLst>
          </p:cNvPr>
          <p:cNvSpPr txBox="1"/>
          <p:nvPr/>
        </p:nvSpPr>
        <p:spPr>
          <a:xfrm>
            <a:off x="6067950" y="2399402"/>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grpSp>
        <p:nvGrpSpPr>
          <p:cNvPr id="35" name="그룹 34">
            <a:extLst>
              <a:ext uri="{FF2B5EF4-FFF2-40B4-BE49-F238E27FC236}">
                <a16:creationId xmlns:a16="http://schemas.microsoft.com/office/drawing/2014/main" id="{8F4901F7-1FC2-4B76-AEFE-919A80F510C5}"/>
              </a:ext>
            </a:extLst>
          </p:cNvPr>
          <p:cNvGrpSpPr/>
          <p:nvPr/>
        </p:nvGrpSpPr>
        <p:grpSpPr>
          <a:xfrm>
            <a:off x="6720642" y="3676424"/>
            <a:ext cx="6202908" cy="784132"/>
            <a:chOff x="6720642" y="3676424"/>
            <a:chExt cx="6202908" cy="784132"/>
          </a:xfrm>
        </p:grpSpPr>
        <p:sp>
          <p:nvSpPr>
            <p:cNvPr id="29" name="직사각형 28">
              <a:extLst>
                <a:ext uri="{FF2B5EF4-FFF2-40B4-BE49-F238E27FC236}">
                  <a16:creationId xmlns:a16="http://schemas.microsoft.com/office/drawing/2014/main" id="{9011FF7C-72E3-4E3D-9F6C-721B0000EDF5}"/>
                </a:ext>
              </a:extLst>
            </p:cNvPr>
            <p:cNvSpPr/>
            <p:nvPr/>
          </p:nvSpPr>
          <p:spPr>
            <a:xfrm>
              <a:off x="6720642" y="3676424"/>
              <a:ext cx="6202908" cy="784132"/>
            </a:xfrm>
            <a:prstGeom prst="rect">
              <a:avLst/>
            </a:prstGeom>
            <a:solidFill>
              <a:schemeClr val="bg1"/>
            </a:solid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pic>
          <p:nvPicPr>
            <p:cNvPr id="34" name="그림 33">
              <a:extLst>
                <a:ext uri="{FF2B5EF4-FFF2-40B4-BE49-F238E27FC236}">
                  <a16:creationId xmlns:a16="http://schemas.microsoft.com/office/drawing/2014/main" id="{D674301B-BD54-4F87-9BF3-E8CF037B8399}"/>
                </a:ext>
              </a:extLst>
            </p:cNvPr>
            <p:cNvPicPr>
              <a:picLocks noChangeAspect="1"/>
            </p:cNvPicPr>
            <p:nvPr/>
          </p:nvPicPr>
          <p:blipFill>
            <a:blip r:embed="rId5"/>
            <a:stretch>
              <a:fillRect/>
            </a:stretch>
          </p:blipFill>
          <p:spPr>
            <a:xfrm>
              <a:off x="6764141" y="3717853"/>
              <a:ext cx="6121128" cy="713318"/>
            </a:xfrm>
            <a:prstGeom prst="rect">
              <a:avLst/>
            </a:prstGeom>
          </p:spPr>
        </p:pic>
      </p:grpSp>
    </p:spTree>
    <p:extLst>
      <p:ext uri="{BB962C8B-B14F-4D97-AF65-F5344CB8AC3E}">
        <p14:creationId xmlns:p14="http://schemas.microsoft.com/office/powerpoint/2010/main" val="1633365239"/>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E38AFE2D-7B7E-4324-845D-60B4C59D2D4D}"/>
              </a:ext>
            </a:extLst>
          </p:cNvPr>
          <p:cNvSpPr/>
          <p:nvPr/>
        </p:nvSpPr>
        <p:spPr>
          <a:xfrm>
            <a:off x="175029" y="212796"/>
            <a:ext cx="9795551" cy="8907350"/>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3" name="Image">
            <a:extLst>
              <a:ext uri="{FF2B5EF4-FFF2-40B4-BE49-F238E27FC236}">
                <a16:creationId xmlns:a16="http://schemas.microsoft.com/office/drawing/2014/main" id="{54C371C7-08EE-4E23-B56F-B071832DA81E}"/>
              </a:ext>
            </a:extLst>
          </p:cNvPr>
          <p:cNvGrpSpPr>
            <a:grpSpLocks/>
          </p:cNvGrpSpPr>
          <p:nvPr/>
        </p:nvGrpSpPr>
        <p:grpSpPr bwMode="auto">
          <a:xfrm>
            <a:off x="9558528" y="376749"/>
            <a:ext cx="263570" cy="250457"/>
            <a:chOff x="508000" y="1397000"/>
            <a:chExt cx="1008112" cy="1008112"/>
          </a:xfrm>
        </p:grpSpPr>
        <p:sp>
          <p:nvSpPr>
            <p:cNvPr id="4" name="Border">
              <a:extLst>
                <a:ext uri="{FF2B5EF4-FFF2-40B4-BE49-F238E27FC236}">
                  <a16:creationId xmlns:a16="http://schemas.microsoft.com/office/drawing/2014/main" id="{6066F59E-3C9B-481B-9B13-E0EE94206F46}"/>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 name="Line 2">
              <a:extLst>
                <a:ext uri="{FF2B5EF4-FFF2-40B4-BE49-F238E27FC236}">
                  <a16:creationId xmlns:a16="http://schemas.microsoft.com/office/drawing/2014/main" id="{C0B5950D-4C63-4394-8F0E-DB4A57F9496B}"/>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 name="Line 1">
              <a:extLst>
                <a:ext uri="{FF2B5EF4-FFF2-40B4-BE49-F238E27FC236}">
                  <a16:creationId xmlns:a16="http://schemas.microsoft.com/office/drawing/2014/main" id="{5DBF1425-A97B-453C-88A4-58893AF345CF}"/>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8" name="TextBox 7">
            <a:extLst>
              <a:ext uri="{FF2B5EF4-FFF2-40B4-BE49-F238E27FC236}">
                <a16:creationId xmlns:a16="http://schemas.microsoft.com/office/drawing/2014/main" id="{7D8B408A-C62B-4314-BC53-9F1EC6C773E2}"/>
              </a:ext>
            </a:extLst>
          </p:cNvPr>
          <p:cNvSpPr txBox="1"/>
          <p:nvPr/>
        </p:nvSpPr>
        <p:spPr>
          <a:xfrm>
            <a:off x="324842" y="386561"/>
            <a:ext cx="1217000" cy="246221"/>
          </a:xfrm>
          <a:prstGeom prst="rect">
            <a:avLst/>
          </a:prstGeom>
          <a:noFill/>
        </p:spPr>
        <p:txBody>
          <a:bodyPr wrap="none" rtlCol="0">
            <a:spAutoFit/>
          </a:bodyPr>
          <a:lstStyle/>
          <a:p>
            <a:r>
              <a:rPr lang="ko-KR" altLang="en-US" sz="1000" b="1" dirty="0">
                <a:latin typeface="맑은 고딕" panose="020B0503020000020004" pitchFamily="50" charset="-127"/>
                <a:ea typeface="맑은 고딕" panose="020B0503020000020004" pitchFamily="50" charset="-127"/>
              </a:rPr>
              <a:t>○ 주문 상세보기</a:t>
            </a:r>
            <a:endParaRPr lang="ko-KR" altLang="en-US" sz="1000" dirty="0"/>
          </a:p>
        </p:txBody>
      </p:sp>
      <p:graphicFrame>
        <p:nvGraphicFramePr>
          <p:cNvPr id="9" name="표 4">
            <a:extLst>
              <a:ext uri="{FF2B5EF4-FFF2-40B4-BE49-F238E27FC236}">
                <a16:creationId xmlns:a16="http://schemas.microsoft.com/office/drawing/2014/main" id="{14AA278E-652F-4849-9897-245B863C19D8}"/>
              </a:ext>
            </a:extLst>
          </p:cNvPr>
          <p:cNvGraphicFramePr>
            <a:graphicFrameLocks noGrp="1"/>
          </p:cNvGraphicFramePr>
          <p:nvPr>
            <p:extLst>
              <p:ext uri="{D42A27DB-BD31-4B8C-83A1-F6EECF244321}">
                <p14:modId xmlns:p14="http://schemas.microsoft.com/office/powerpoint/2010/main" val="3190089157"/>
              </p:ext>
            </p:extLst>
          </p:nvPr>
        </p:nvGraphicFramePr>
        <p:xfrm>
          <a:off x="372134" y="916257"/>
          <a:ext cx="9449965" cy="246221"/>
        </p:xfrm>
        <a:graphic>
          <a:graphicData uri="http://schemas.openxmlformats.org/drawingml/2006/table">
            <a:tbl>
              <a:tblPr firstRow="1" bandRow="1">
                <a:tableStyleId>{5940675A-B579-460E-94D1-54222C63F5DA}</a:tableStyleId>
              </a:tblPr>
              <a:tblGrid>
                <a:gridCol w="1889993">
                  <a:extLst>
                    <a:ext uri="{9D8B030D-6E8A-4147-A177-3AD203B41FA5}">
                      <a16:colId xmlns:a16="http://schemas.microsoft.com/office/drawing/2014/main" val="3306315618"/>
                    </a:ext>
                  </a:extLst>
                </a:gridCol>
                <a:gridCol w="1889993">
                  <a:extLst>
                    <a:ext uri="{9D8B030D-6E8A-4147-A177-3AD203B41FA5}">
                      <a16:colId xmlns:a16="http://schemas.microsoft.com/office/drawing/2014/main" val="3684204346"/>
                    </a:ext>
                  </a:extLst>
                </a:gridCol>
                <a:gridCol w="1889993">
                  <a:extLst>
                    <a:ext uri="{9D8B030D-6E8A-4147-A177-3AD203B41FA5}">
                      <a16:colId xmlns:a16="http://schemas.microsoft.com/office/drawing/2014/main" val="1934738033"/>
                    </a:ext>
                  </a:extLst>
                </a:gridCol>
                <a:gridCol w="1889993">
                  <a:extLst>
                    <a:ext uri="{9D8B030D-6E8A-4147-A177-3AD203B41FA5}">
                      <a16:colId xmlns:a16="http://schemas.microsoft.com/office/drawing/2014/main" val="189309699"/>
                    </a:ext>
                  </a:extLst>
                </a:gridCol>
                <a:gridCol w="1889993">
                  <a:extLst>
                    <a:ext uri="{9D8B030D-6E8A-4147-A177-3AD203B41FA5}">
                      <a16:colId xmlns:a16="http://schemas.microsoft.com/office/drawing/2014/main" val="3675772040"/>
                    </a:ext>
                  </a:extLst>
                </a:gridCol>
              </a:tblGrid>
              <a:tr h="246221">
                <a:tc>
                  <a:txBody>
                    <a:bodyPr/>
                    <a:lstStyle/>
                    <a:p>
                      <a:pPr algn="ctr" latinLnBrk="1"/>
                      <a:r>
                        <a:rPr lang="ko-KR" altLang="en-US" sz="900" b="1" dirty="0">
                          <a:solidFill>
                            <a:schemeClr val="bg1"/>
                          </a:solidFill>
                        </a:rPr>
                        <a:t>주문 정보</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900" b="0" dirty="0">
                          <a:solidFill>
                            <a:schemeClr val="tx1"/>
                          </a:solidFill>
                        </a:rPr>
                        <a:t>정상 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900" dirty="0"/>
                        <a:t>취소 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900" dirty="0"/>
                        <a:t>반품 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900" dirty="0"/>
                        <a:t>교환 주문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25709569"/>
                  </a:ext>
                </a:extLst>
              </a:tr>
            </a:tbl>
          </a:graphicData>
        </a:graphic>
      </p:graphicFrame>
      <p:graphicFrame>
        <p:nvGraphicFramePr>
          <p:cNvPr id="10" name="표 4">
            <a:extLst>
              <a:ext uri="{FF2B5EF4-FFF2-40B4-BE49-F238E27FC236}">
                <a16:creationId xmlns:a16="http://schemas.microsoft.com/office/drawing/2014/main" id="{57765032-D86E-481B-A9B7-B3731E13976B}"/>
              </a:ext>
            </a:extLst>
          </p:cNvPr>
          <p:cNvGraphicFramePr>
            <a:graphicFrameLocks noGrp="1"/>
          </p:cNvGraphicFramePr>
          <p:nvPr/>
        </p:nvGraphicFramePr>
        <p:xfrm>
          <a:off x="372132" y="1445954"/>
          <a:ext cx="9449964" cy="640080"/>
        </p:xfrm>
        <a:graphic>
          <a:graphicData uri="http://schemas.openxmlformats.org/drawingml/2006/table">
            <a:tbl>
              <a:tblPr firstRow="1" bandRow="1">
                <a:tableStyleId>{5940675A-B579-460E-94D1-54222C63F5DA}</a:tableStyleId>
              </a:tblPr>
              <a:tblGrid>
                <a:gridCol w="1353301">
                  <a:extLst>
                    <a:ext uri="{9D8B030D-6E8A-4147-A177-3AD203B41FA5}">
                      <a16:colId xmlns:a16="http://schemas.microsoft.com/office/drawing/2014/main" val="3684204346"/>
                    </a:ext>
                  </a:extLst>
                </a:gridCol>
                <a:gridCol w="3371681">
                  <a:extLst>
                    <a:ext uri="{9D8B030D-6E8A-4147-A177-3AD203B41FA5}">
                      <a16:colId xmlns:a16="http://schemas.microsoft.com/office/drawing/2014/main" val="1934738033"/>
                    </a:ext>
                  </a:extLst>
                </a:gridCol>
                <a:gridCol w="1637641">
                  <a:extLst>
                    <a:ext uri="{9D8B030D-6E8A-4147-A177-3AD203B41FA5}">
                      <a16:colId xmlns:a16="http://schemas.microsoft.com/office/drawing/2014/main" val="189309699"/>
                    </a:ext>
                  </a:extLst>
                </a:gridCol>
                <a:gridCol w="3087341">
                  <a:extLst>
                    <a:ext uri="{9D8B030D-6E8A-4147-A177-3AD203B41FA5}">
                      <a16:colId xmlns:a16="http://schemas.microsoft.com/office/drawing/2014/main" val="3675772040"/>
                    </a:ext>
                  </a:extLst>
                </a:gridCol>
              </a:tblGrid>
              <a:tr h="0">
                <a:tc>
                  <a:txBody>
                    <a:bodyPr/>
                    <a:lstStyle/>
                    <a:p>
                      <a:pPr algn="ctr" latinLnBrk="1"/>
                      <a:r>
                        <a:rPr lang="ko-KR" altLang="en-US" sz="800" b="0" dirty="0">
                          <a:solidFill>
                            <a:schemeClr val="tx1"/>
                          </a:solidFill>
                        </a:rPr>
                        <a:t>주문번호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Me9-000939393</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주문일시</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2024-10-01 09:02:12</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25709569"/>
                  </a:ext>
                </a:extLst>
              </a:tr>
              <a:tr h="0">
                <a:tc>
                  <a:txBody>
                    <a:bodyPr/>
                    <a:lstStyle/>
                    <a:p>
                      <a:pPr algn="ctr" latinLnBrk="1"/>
                      <a:r>
                        <a:rPr lang="ko-KR" altLang="en-US" sz="800" b="0" dirty="0">
                          <a:solidFill>
                            <a:schemeClr val="tx1"/>
                          </a:solidFill>
                        </a:rPr>
                        <a:t>판매처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Shop</a:t>
                      </a:r>
                      <a:r>
                        <a:rPr lang="ko-KR" altLang="en-US" sz="800" dirty="0" err="1"/>
                        <a:t>채널명</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결제일시</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2024-10-01 10:02:12</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801681561"/>
                  </a:ext>
                </a:extLst>
              </a:tr>
              <a:tr h="0">
                <a:tc>
                  <a:txBody>
                    <a:bodyPr/>
                    <a:lstStyle/>
                    <a:p>
                      <a:pPr algn="ctr" latinLnBrk="1"/>
                      <a:r>
                        <a:rPr lang="ko-KR" altLang="en-US" sz="800" b="0" dirty="0">
                          <a:solidFill>
                            <a:schemeClr val="tx1"/>
                          </a:solidFill>
                        </a:rPr>
                        <a:t>원 주문번호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1" u="sng" dirty="0">
                          <a:solidFill>
                            <a:schemeClr val="accent2">
                              <a:lumMod val="75000"/>
                            </a:schemeClr>
                          </a:solidFill>
                        </a:rPr>
                        <a:t>Me9-088776768</a:t>
                      </a:r>
                      <a:endParaRPr lang="ko-KR" altLang="en-US" sz="800" b="1" u="sng" dirty="0">
                        <a:solidFill>
                          <a:schemeClr val="accent2">
                            <a:lumMod val="75000"/>
                          </a:schemeClr>
                        </a:solidFill>
                      </a:endParaRP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hMerge="1">
                  <a:txBody>
                    <a:bodyPr/>
                    <a:lstStyle/>
                    <a:p>
                      <a:pPr algn="ctr" latinLnBrk="1"/>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hMerge="1">
                  <a:txBody>
                    <a:bodyPr/>
                    <a:lstStyle/>
                    <a:p>
                      <a:pPr algn="l" latinLnBrk="1"/>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579109784"/>
                  </a:ext>
                </a:extLst>
              </a:tr>
            </a:tbl>
          </a:graphicData>
        </a:graphic>
      </p:graphicFrame>
      <p:sp>
        <p:nvSpPr>
          <p:cNvPr id="11" name="TextBox 10">
            <a:extLst>
              <a:ext uri="{FF2B5EF4-FFF2-40B4-BE49-F238E27FC236}">
                <a16:creationId xmlns:a16="http://schemas.microsoft.com/office/drawing/2014/main" id="{926636CA-3B00-4466-8C6E-8FD0EBE374A5}"/>
              </a:ext>
            </a:extLst>
          </p:cNvPr>
          <p:cNvSpPr txBox="1"/>
          <p:nvPr/>
        </p:nvSpPr>
        <p:spPr>
          <a:xfrm>
            <a:off x="417014" y="2254094"/>
            <a:ext cx="1072730"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주문상품목록</a:t>
            </a:r>
            <a:endParaRPr lang="ko-KR" altLang="en-US" sz="900" dirty="0"/>
          </a:p>
        </p:txBody>
      </p:sp>
      <p:sp>
        <p:nvSpPr>
          <p:cNvPr id="16" name="TextBox 15">
            <a:extLst>
              <a:ext uri="{FF2B5EF4-FFF2-40B4-BE49-F238E27FC236}">
                <a16:creationId xmlns:a16="http://schemas.microsoft.com/office/drawing/2014/main" id="{BBEA6EB0-6E58-4AC1-B198-42839F7A9D50}"/>
              </a:ext>
            </a:extLst>
          </p:cNvPr>
          <p:cNvSpPr txBox="1"/>
          <p:nvPr/>
        </p:nvSpPr>
        <p:spPr>
          <a:xfrm>
            <a:off x="417014" y="3637958"/>
            <a:ext cx="1430200"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주문자 </a:t>
            </a:r>
            <a:r>
              <a:rPr lang="en-US" altLang="ko-KR" sz="900" dirty="0">
                <a:latin typeface="맑은 고딕" panose="020B0503020000020004" pitchFamily="50" charset="-127"/>
                <a:ea typeface="맑은 고딕" panose="020B0503020000020004" pitchFamily="50" charset="-127"/>
              </a:rPr>
              <a:t>/ </a:t>
            </a:r>
            <a:r>
              <a:rPr lang="ko-KR" altLang="en-US" sz="900" dirty="0">
                <a:latin typeface="맑은 고딕" panose="020B0503020000020004" pitchFamily="50" charset="-127"/>
                <a:ea typeface="맑은 고딕" panose="020B0503020000020004" pitchFamily="50" charset="-127"/>
              </a:rPr>
              <a:t>수취인 정보</a:t>
            </a:r>
            <a:endParaRPr lang="ko-KR" altLang="en-US" sz="900" dirty="0"/>
          </a:p>
        </p:txBody>
      </p:sp>
      <p:graphicFrame>
        <p:nvGraphicFramePr>
          <p:cNvPr id="17" name="표 4">
            <a:extLst>
              <a:ext uri="{FF2B5EF4-FFF2-40B4-BE49-F238E27FC236}">
                <a16:creationId xmlns:a16="http://schemas.microsoft.com/office/drawing/2014/main" id="{4BE912FB-3C99-43A4-9210-9F688A066A62}"/>
              </a:ext>
            </a:extLst>
          </p:cNvPr>
          <p:cNvGraphicFramePr>
            <a:graphicFrameLocks noGrp="1"/>
          </p:cNvGraphicFramePr>
          <p:nvPr/>
        </p:nvGraphicFramePr>
        <p:xfrm>
          <a:off x="372132" y="3901614"/>
          <a:ext cx="9449964" cy="868680"/>
        </p:xfrm>
        <a:graphic>
          <a:graphicData uri="http://schemas.openxmlformats.org/drawingml/2006/table">
            <a:tbl>
              <a:tblPr firstRow="1" bandRow="1">
                <a:tableStyleId>{5940675A-B579-460E-94D1-54222C63F5DA}</a:tableStyleId>
              </a:tblPr>
              <a:tblGrid>
                <a:gridCol w="1353301">
                  <a:extLst>
                    <a:ext uri="{9D8B030D-6E8A-4147-A177-3AD203B41FA5}">
                      <a16:colId xmlns:a16="http://schemas.microsoft.com/office/drawing/2014/main" val="3684204346"/>
                    </a:ext>
                  </a:extLst>
                </a:gridCol>
                <a:gridCol w="3371681">
                  <a:extLst>
                    <a:ext uri="{9D8B030D-6E8A-4147-A177-3AD203B41FA5}">
                      <a16:colId xmlns:a16="http://schemas.microsoft.com/office/drawing/2014/main" val="1934738033"/>
                    </a:ext>
                  </a:extLst>
                </a:gridCol>
                <a:gridCol w="1637641">
                  <a:extLst>
                    <a:ext uri="{9D8B030D-6E8A-4147-A177-3AD203B41FA5}">
                      <a16:colId xmlns:a16="http://schemas.microsoft.com/office/drawing/2014/main" val="189309699"/>
                    </a:ext>
                  </a:extLst>
                </a:gridCol>
                <a:gridCol w="3087341">
                  <a:extLst>
                    <a:ext uri="{9D8B030D-6E8A-4147-A177-3AD203B41FA5}">
                      <a16:colId xmlns:a16="http://schemas.microsoft.com/office/drawing/2014/main" val="3675772040"/>
                    </a:ext>
                  </a:extLst>
                </a:gridCol>
              </a:tblGrid>
              <a:tr h="0">
                <a:tc>
                  <a:txBody>
                    <a:bodyPr/>
                    <a:lstStyle/>
                    <a:p>
                      <a:pPr algn="ctr" latinLnBrk="1"/>
                      <a:r>
                        <a:rPr lang="ko-KR" altLang="en-US" sz="800" b="0" dirty="0">
                          <a:solidFill>
                            <a:schemeClr val="tx1"/>
                          </a:solidFill>
                        </a:rPr>
                        <a:t>회원정보</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hlinkClick r:id="rId2"/>
                        </a:rPr>
                        <a:t>user@domain.com</a:t>
                      </a:r>
                      <a:r>
                        <a:rPr lang="en-US" altLang="ko-KR" sz="800" dirty="0"/>
                        <a:t>  ( A992029202 )</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주문자명</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ko-KR" altLang="en-US" sz="800" dirty="0"/>
                        <a:t>홍길동</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25709569"/>
                  </a:ext>
                </a:extLst>
              </a:tr>
              <a:tr h="0">
                <a:tc>
                  <a:txBody>
                    <a:bodyPr/>
                    <a:lstStyle/>
                    <a:p>
                      <a:pPr algn="ctr" latinLnBrk="1"/>
                      <a:r>
                        <a:rPr lang="ko-KR" altLang="en-US" sz="800" b="0" dirty="0">
                          <a:solidFill>
                            <a:schemeClr val="tx1"/>
                          </a:solidFill>
                        </a:rPr>
                        <a:t>주문자 연락처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010-1122-3344</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주문자 이메일</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hlinkClick r:id="rId2"/>
                        </a:rPr>
                        <a:t>user@domain.com</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801681561"/>
                  </a:ext>
                </a:extLst>
              </a:tr>
              <a:tr h="0">
                <a:tc>
                  <a:txBody>
                    <a:bodyPr/>
                    <a:lstStyle/>
                    <a:p>
                      <a:pPr algn="ctr" latinLnBrk="1"/>
                      <a:r>
                        <a:rPr lang="ko-KR" altLang="en-US" sz="800" b="0" dirty="0">
                          <a:solidFill>
                            <a:schemeClr val="tx1"/>
                          </a:solidFill>
                        </a:rPr>
                        <a:t>수취인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ko-KR" altLang="en-US" sz="800" dirty="0"/>
                        <a:t>홍길동</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수취인 연락처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010-1122-3344</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801374252"/>
                  </a:ext>
                </a:extLst>
              </a:tr>
              <a:tr h="0">
                <a:tc>
                  <a:txBody>
                    <a:bodyPr/>
                    <a:lstStyle/>
                    <a:p>
                      <a:pPr algn="ctr" latinLnBrk="1"/>
                      <a:r>
                        <a:rPr lang="ko-KR" altLang="en-US" sz="800" b="0" dirty="0" err="1">
                          <a:solidFill>
                            <a:schemeClr val="tx1"/>
                          </a:solidFill>
                        </a:rPr>
                        <a:t>배송지</a:t>
                      </a:r>
                      <a:r>
                        <a:rPr lang="ko-KR" altLang="en-US" sz="800" b="0" dirty="0">
                          <a:solidFill>
                            <a:schemeClr val="tx1"/>
                          </a:solidFill>
                        </a:rPr>
                        <a:t> 주소</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gridSpan="3">
                  <a:txBody>
                    <a:bodyPr/>
                    <a:lstStyle/>
                    <a:p>
                      <a:pPr algn="l" latinLnBrk="1"/>
                      <a:r>
                        <a:rPr lang="en-US" altLang="ko-KR" sz="900" b="0" i="0" kern="1200" dirty="0">
                          <a:solidFill>
                            <a:schemeClr val="tx1"/>
                          </a:solidFill>
                          <a:effectLst/>
                          <a:latin typeface="+mn-lt"/>
                          <a:ea typeface="+mn-ea"/>
                          <a:cs typeface="+mn-cs"/>
                        </a:rPr>
                        <a:t>[06151] </a:t>
                      </a:r>
                      <a:r>
                        <a:rPr lang="ko-KR" altLang="en-US" sz="900" b="0" i="0" kern="1200" dirty="0">
                          <a:solidFill>
                            <a:schemeClr val="tx1"/>
                          </a:solidFill>
                          <a:effectLst/>
                          <a:latin typeface="+mn-lt"/>
                          <a:ea typeface="+mn-ea"/>
                          <a:cs typeface="+mn-cs"/>
                        </a:rPr>
                        <a:t>서울특별시 강남구 테헤란로 </a:t>
                      </a:r>
                      <a:r>
                        <a:rPr lang="en-US" altLang="ko-KR" sz="900" b="0" i="0" kern="1200" dirty="0">
                          <a:solidFill>
                            <a:schemeClr val="tx1"/>
                          </a:solidFill>
                          <a:effectLst/>
                          <a:latin typeface="+mn-lt"/>
                          <a:ea typeface="+mn-ea"/>
                          <a:cs typeface="+mn-cs"/>
                        </a:rPr>
                        <a:t>112233 (</a:t>
                      </a:r>
                      <a:r>
                        <a:rPr lang="ko-KR" altLang="en-US" sz="900" b="0" i="0" kern="1200" dirty="0">
                          <a:solidFill>
                            <a:schemeClr val="tx1"/>
                          </a:solidFill>
                          <a:effectLst/>
                          <a:latin typeface="+mn-lt"/>
                          <a:ea typeface="+mn-ea"/>
                          <a:cs typeface="+mn-cs"/>
                        </a:rPr>
                        <a:t>역삼동</a:t>
                      </a:r>
                      <a:r>
                        <a:rPr lang="en-US" altLang="ko-KR" sz="900" b="0" i="0" kern="1200" dirty="0">
                          <a:solidFill>
                            <a:schemeClr val="tx1"/>
                          </a:solidFill>
                          <a:effectLst/>
                          <a:latin typeface="+mn-lt"/>
                          <a:ea typeface="+mn-ea"/>
                          <a:cs typeface="+mn-cs"/>
                        </a:rPr>
                        <a:t>) 132435</a:t>
                      </a:r>
                      <a:endParaRPr lang="ko-KR" altLang="en-US" sz="9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hMerge="1">
                  <a:txBody>
                    <a:bodyPr/>
                    <a:lstStyle/>
                    <a:p>
                      <a:pPr algn="ctr" latinLnBrk="1"/>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3928620"/>
                  </a:ext>
                </a:extLst>
              </a:tr>
            </a:tbl>
          </a:graphicData>
        </a:graphic>
      </p:graphicFrame>
      <p:sp>
        <p:nvSpPr>
          <p:cNvPr id="18" name="TextBox 17">
            <a:extLst>
              <a:ext uri="{FF2B5EF4-FFF2-40B4-BE49-F238E27FC236}">
                <a16:creationId xmlns:a16="http://schemas.microsoft.com/office/drawing/2014/main" id="{CD40B440-004F-4104-98C0-9810B15CB94D}"/>
              </a:ext>
            </a:extLst>
          </p:cNvPr>
          <p:cNvSpPr txBox="1"/>
          <p:nvPr/>
        </p:nvSpPr>
        <p:spPr>
          <a:xfrm>
            <a:off x="417014" y="5060129"/>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주문 결제 정보</a:t>
            </a:r>
            <a:endParaRPr lang="ko-KR" altLang="en-US" sz="900" dirty="0"/>
          </a:p>
        </p:txBody>
      </p:sp>
      <p:graphicFrame>
        <p:nvGraphicFramePr>
          <p:cNvPr id="19" name="표 4">
            <a:extLst>
              <a:ext uri="{FF2B5EF4-FFF2-40B4-BE49-F238E27FC236}">
                <a16:creationId xmlns:a16="http://schemas.microsoft.com/office/drawing/2014/main" id="{FEA32796-6703-4872-8B94-E3F8C25B551A}"/>
              </a:ext>
            </a:extLst>
          </p:cNvPr>
          <p:cNvGraphicFramePr>
            <a:graphicFrameLocks noGrp="1"/>
          </p:cNvGraphicFramePr>
          <p:nvPr/>
        </p:nvGraphicFramePr>
        <p:xfrm>
          <a:off x="372132" y="5323785"/>
          <a:ext cx="9449964" cy="1066800"/>
        </p:xfrm>
        <a:graphic>
          <a:graphicData uri="http://schemas.openxmlformats.org/drawingml/2006/table">
            <a:tbl>
              <a:tblPr firstRow="1" bandRow="1">
                <a:tableStyleId>{5940675A-B579-460E-94D1-54222C63F5DA}</a:tableStyleId>
              </a:tblPr>
              <a:tblGrid>
                <a:gridCol w="1353301">
                  <a:extLst>
                    <a:ext uri="{9D8B030D-6E8A-4147-A177-3AD203B41FA5}">
                      <a16:colId xmlns:a16="http://schemas.microsoft.com/office/drawing/2014/main" val="3684204346"/>
                    </a:ext>
                  </a:extLst>
                </a:gridCol>
                <a:gridCol w="3371681">
                  <a:extLst>
                    <a:ext uri="{9D8B030D-6E8A-4147-A177-3AD203B41FA5}">
                      <a16:colId xmlns:a16="http://schemas.microsoft.com/office/drawing/2014/main" val="1934738033"/>
                    </a:ext>
                  </a:extLst>
                </a:gridCol>
                <a:gridCol w="1637641">
                  <a:extLst>
                    <a:ext uri="{9D8B030D-6E8A-4147-A177-3AD203B41FA5}">
                      <a16:colId xmlns:a16="http://schemas.microsoft.com/office/drawing/2014/main" val="189309699"/>
                    </a:ext>
                  </a:extLst>
                </a:gridCol>
                <a:gridCol w="3087341">
                  <a:extLst>
                    <a:ext uri="{9D8B030D-6E8A-4147-A177-3AD203B41FA5}">
                      <a16:colId xmlns:a16="http://schemas.microsoft.com/office/drawing/2014/main" val="3675772040"/>
                    </a:ext>
                  </a:extLst>
                </a:gridCol>
              </a:tblGrid>
              <a:tr h="0">
                <a:tc>
                  <a:txBody>
                    <a:bodyPr/>
                    <a:lstStyle/>
                    <a:p>
                      <a:pPr algn="ctr" latinLnBrk="1"/>
                      <a:r>
                        <a:rPr lang="ko-KR" altLang="en-US" sz="800" b="0" dirty="0">
                          <a:solidFill>
                            <a:schemeClr val="tx1"/>
                          </a:solidFill>
                        </a:rPr>
                        <a:t>총 상품 판매가</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90,000 </a:t>
                      </a:r>
                      <a:r>
                        <a:rPr lang="ko-KR" altLang="en-US" sz="800" dirty="0"/>
                        <a:t>원</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총 상품 </a:t>
                      </a:r>
                      <a:r>
                        <a:rPr lang="ko-KR" altLang="en-US" sz="800" dirty="0" err="1"/>
                        <a:t>기본가</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50,000 </a:t>
                      </a:r>
                      <a:r>
                        <a:rPr lang="ko-KR" altLang="en-US" sz="800" dirty="0"/>
                        <a:t>원</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25709569"/>
                  </a:ext>
                </a:extLst>
              </a:tr>
              <a:tr h="0">
                <a:tc>
                  <a:txBody>
                    <a:bodyPr/>
                    <a:lstStyle/>
                    <a:p>
                      <a:pPr algn="ctr" latinLnBrk="1"/>
                      <a:r>
                        <a:rPr lang="ko-KR" altLang="en-US" sz="800" b="0" dirty="0">
                          <a:solidFill>
                            <a:schemeClr val="tx1"/>
                          </a:solidFill>
                        </a:rPr>
                        <a:t>총 이익금</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5,000 </a:t>
                      </a:r>
                      <a:r>
                        <a:rPr lang="ko-KR" altLang="en-US" sz="800" dirty="0"/>
                        <a:t>원</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총 판매이익금</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35,000 </a:t>
                      </a:r>
                      <a:r>
                        <a:rPr lang="ko-KR" altLang="en-US" sz="800" dirty="0"/>
                        <a:t>원</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11016834"/>
                  </a:ext>
                </a:extLst>
              </a:tr>
              <a:tr h="0">
                <a:tc>
                  <a:txBody>
                    <a:bodyPr/>
                    <a:lstStyle/>
                    <a:p>
                      <a:pPr algn="ctr" latinLnBrk="1"/>
                      <a:r>
                        <a:rPr lang="ko-KR" altLang="en-US" sz="800" b="0" dirty="0">
                          <a:solidFill>
                            <a:schemeClr val="tx1"/>
                          </a:solidFill>
                        </a:rPr>
                        <a:t>총 배송비</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gridSpan="3">
                  <a:txBody>
                    <a:bodyPr/>
                    <a:lstStyle/>
                    <a:p>
                      <a:pPr algn="l" latinLnBrk="1"/>
                      <a:r>
                        <a:rPr lang="en-US" altLang="ko-KR" sz="800" dirty="0"/>
                        <a:t>0 </a:t>
                      </a:r>
                      <a:r>
                        <a:rPr lang="ko-KR" altLang="en-US" sz="800" dirty="0"/>
                        <a:t>원</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hMerge="1">
                  <a:txBody>
                    <a:bodyPr/>
                    <a:lstStyle/>
                    <a:p>
                      <a:pPr algn="ctr" latinLnBrk="1"/>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801681561"/>
                  </a:ext>
                </a:extLst>
              </a:tr>
              <a:tr h="0">
                <a:tc>
                  <a:txBody>
                    <a:bodyPr/>
                    <a:lstStyle/>
                    <a:p>
                      <a:pPr algn="ctr" latinLnBrk="1"/>
                      <a:r>
                        <a:rPr lang="ko-KR" altLang="en-US" sz="800" b="0" dirty="0">
                          <a:solidFill>
                            <a:schemeClr val="tx1"/>
                          </a:solidFill>
                        </a:rPr>
                        <a:t>총 사용 포인트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3,000 point</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총 적립 포인트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90 point</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801374252"/>
                  </a:ext>
                </a:extLst>
              </a:tr>
              <a:tr h="0">
                <a:tc>
                  <a:txBody>
                    <a:bodyPr/>
                    <a:lstStyle/>
                    <a:p>
                      <a:pPr algn="ctr" latinLnBrk="1"/>
                      <a:r>
                        <a:rPr lang="ko-KR" altLang="en-US" sz="800" b="0" dirty="0">
                          <a:solidFill>
                            <a:schemeClr val="tx1"/>
                          </a:solidFill>
                        </a:rPr>
                        <a:t>최종 결제가</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87,000 </a:t>
                      </a:r>
                      <a:r>
                        <a:rPr lang="ko-KR" altLang="en-US" sz="800" dirty="0"/>
                        <a:t>원</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결제 수단</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카드 </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801187854"/>
                  </a:ext>
                </a:extLst>
              </a:tr>
            </a:tbl>
          </a:graphicData>
        </a:graphic>
      </p:graphicFrame>
      <p:sp>
        <p:nvSpPr>
          <p:cNvPr id="20" name="직사각형 19">
            <a:extLst>
              <a:ext uri="{FF2B5EF4-FFF2-40B4-BE49-F238E27FC236}">
                <a16:creationId xmlns:a16="http://schemas.microsoft.com/office/drawing/2014/main" id="{FEA6FCAF-F7EE-4AD8-B217-54575C02C333}"/>
              </a:ext>
            </a:extLst>
          </p:cNvPr>
          <p:cNvSpPr/>
          <p:nvPr/>
        </p:nvSpPr>
        <p:spPr>
          <a:xfrm>
            <a:off x="7203880" y="6209967"/>
            <a:ext cx="731519" cy="140860"/>
          </a:xfrm>
          <a:prstGeom prst="rect">
            <a:avLst/>
          </a:prstGeom>
          <a:no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accent2">
                    <a:lumMod val="75000"/>
                  </a:schemeClr>
                </a:solidFill>
              </a:rPr>
              <a:t>연동 로그</a:t>
            </a:r>
          </a:p>
        </p:txBody>
      </p:sp>
      <p:graphicFrame>
        <p:nvGraphicFramePr>
          <p:cNvPr id="23" name="표 4">
            <a:extLst>
              <a:ext uri="{FF2B5EF4-FFF2-40B4-BE49-F238E27FC236}">
                <a16:creationId xmlns:a16="http://schemas.microsoft.com/office/drawing/2014/main" id="{1E869C72-7853-4601-AA14-0B01D0BEF7E4}"/>
              </a:ext>
            </a:extLst>
          </p:cNvPr>
          <p:cNvGraphicFramePr>
            <a:graphicFrameLocks noGrp="1"/>
          </p:cNvGraphicFramePr>
          <p:nvPr/>
        </p:nvGraphicFramePr>
        <p:xfrm>
          <a:off x="347823" y="7082223"/>
          <a:ext cx="9449964" cy="1120140"/>
        </p:xfrm>
        <a:graphic>
          <a:graphicData uri="http://schemas.openxmlformats.org/drawingml/2006/table">
            <a:tbl>
              <a:tblPr firstRow="1" bandRow="1">
                <a:tableStyleId>{5940675A-B579-460E-94D1-54222C63F5DA}</a:tableStyleId>
              </a:tblPr>
              <a:tblGrid>
                <a:gridCol w="1353301">
                  <a:extLst>
                    <a:ext uri="{9D8B030D-6E8A-4147-A177-3AD203B41FA5}">
                      <a16:colId xmlns:a16="http://schemas.microsoft.com/office/drawing/2014/main" val="3684204346"/>
                    </a:ext>
                  </a:extLst>
                </a:gridCol>
                <a:gridCol w="8096663">
                  <a:extLst>
                    <a:ext uri="{9D8B030D-6E8A-4147-A177-3AD203B41FA5}">
                      <a16:colId xmlns:a16="http://schemas.microsoft.com/office/drawing/2014/main" val="1934738033"/>
                    </a:ext>
                  </a:extLst>
                </a:gridCol>
              </a:tblGrid>
              <a:tr h="0">
                <a:tc>
                  <a:txBody>
                    <a:bodyPr/>
                    <a:lstStyle/>
                    <a:p>
                      <a:pPr algn="ctr" latinLnBrk="1"/>
                      <a:r>
                        <a:rPr lang="ko-KR" altLang="en-US" sz="800" b="0" dirty="0">
                          <a:solidFill>
                            <a:schemeClr val="tx1"/>
                          </a:solidFill>
                        </a:rPr>
                        <a:t>변경 내역</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fontAlgn="t">
                        <a:lnSpc>
                          <a:spcPct val="150000"/>
                        </a:lnSpc>
                      </a:pPr>
                      <a:r>
                        <a:rPr lang="en-US" altLang="ko-KR" sz="900" b="0" i="0" kern="1200" dirty="0">
                          <a:solidFill>
                            <a:schemeClr val="tx1"/>
                          </a:solidFill>
                          <a:effectLst/>
                          <a:latin typeface="+mn-lt"/>
                          <a:ea typeface="+mn-ea"/>
                          <a:cs typeface="+mn-cs"/>
                        </a:rPr>
                        <a:t>2024-09-28 12:17:16 </a:t>
                      </a:r>
                      <a:r>
                        <a:rPr lang="ko-KR" altLang="en-US" sz="900" b="0" i="0" kern="1200" dirty="0">
                          <a:solidFill>
                            <a:schemeClr val="tx1"/>
                          </a:solidFill>
                          <a:effectLst/>
                          <a:latin typeface="+mn-lt"/>
                          <a:ea typeface="+mn-ea"/>
                          <a:cs typeface="+mn-cs"/>
                        </a:rPr>
                        <a:t>반품요청 </a:t>
                      </a:r>
                      <a:r>
                        <a:rPr lang="en-US" altLang="ko-KR" sz="900" b="0" i="0" kern="1200" dirty="0">
                          <a:solidFill>
                            <a:schemeClr val="tx1"/>
                          </a:solidFill>
                          <a:effectLst/>
                          <a:latin typeface="+mn-lt"/>
                          <a:ea typeface="+mn-ea"/>
                          <a:cs typeface="+mn-cs"/>
                        </a:rPr>
                        <a:t>/ </a:t>
                      </a:r>
                      <a:r>
                        <a:rPr lang="ko-KR" altLang="en-US" sz="900" b="0" i="0" kern="1200" dirty="0" err="1">
                          <a:solidFill>
                            <a:schemeClr val="tx1"/>
                          </a:solidFill>
                          <a:effectLst/>
                          <a:latin typeface="+mn-lt"/>
                          <a:ea typeface="+mn-ea"/>
                          <a:cs typeface="+mn-cs"/>
                        </a:rPr>
                        <a:t>브롬톤런던</a:t>
                      </a:r>
                      <a:r>
                        <a:rPr lang="ko-KR" altLang="en-US" sz="900" b="0" i="0" kern="1200" dirty="0">
                          <a:solidFill>
                            <a:schemeClr val="tx1"/>
                          </a:solidFill>
                          <a:effectLst/>
                          <a:latin typeface="+mn-lt"/>
                          <a:ea typeface="+mn-ea"/>
                          <a:cs typeface="+mn-cs"/>
                        </a:rPr>
                        <a:t> 티셔츠 </a:t>
                      </a:r>
                      <a:r>
                        <a:rPr lang="en-US" altLang="ko-KR" sz="900" b="0" i="0" kern="1200" dirty="0">
                          <a:solidFill>
                            <a:schemeClr val="tx1"/>
                          </a:solidFill>
                          <a:effectLst/>
                          <a:latin typeface="+mn-lt"/>
                          <a:ea typeface="+mn-ea"/>
                          <a:cs typeface="+mn-cs"/>
                        </a:rPr>
                        <a:t>/ admin(</a:t>
                      </a:r>
                      <a:r>
                        <a:rPr lang="ko-KR" altLang="en-US" sz="900" b="0" i="0" kern="1200" dirty="0">
                          <a:solidFill>
                            <a:schemeClr val="tx1"/>
                          </a:solidFill>
                          <a:effectLst/>
                          <a:latin typeface="+mn-lt"/>
                          <a:ea typeface="+mn-ea"/>
                          <a:cs typeface="+mn-cs"/>
                        </a:rPr>
                        <a:t>최고관리자</a:t>
                      </a:r>
                      <a:r>
                        <a:rPr lang="en-US" altLang="ko-KR" sz="900" b="0" i="0" kern="1200" dirty="0">
                          <a:solidFill>
                            <a:schemeClr val="tx1"/>
                          </a:solidFill>
                          <a:effectLst/>
                          <a:latin typeface="+mn-lt"/>
                          <a:ea typeface="+mn-ea"/>
                          <a:cs typeface="+mn-cs"/>
                        </a:rPr>
                        <a:t>)</a:t>
                      </a:r>
                    </a:p>
                    <a:p>
                      <a:pPr fontAlgn="t">
                        <a:lnSpc>
                          <a:spcPct val="150000"/>
                        </a:lnSpc>
                      </a:pPr>
                      <a:r>
                        <a:rPr lang="en-US" altLang="ko-KR" sz="900" b="0" i="0" kern="1200" dirty="0">
                          <a:solidFill>
                            <a:schemeClr val="tx1"/>
                          </a:solidFill>
                          <a:effectLst/>
                          <a:latin typeface="+mn-lt"/>
                          <a:ea typeface="+mn-ea"/>
                          <a:cs typeface="+mn-cs"/>
                        </a:rPr>
                        <a:t>2024-09-28 12:16:18 </a:t>
                      </a:r>
                      <a:r>
                        <a:rPr lang="ko-KR" altLang="en-US" sz="900" b="0" i="0" kern="1200" dirty="0">
                          <a:solidFill>
                            <a:schemeClr val="tx1"/>
                          </a:solidFill>
                          <a:effectLst/>
                          <a:latin typeface="+mn-lt"/>
                          <a:ea typeface="+mn-ea"/>
                          <a:cs typeface="+mn-cs"/>
                        </a:rPr>
                        <a:t>배송완료 </a:t>
                      </a:r>
                      <a:r>
                        <a:rPr lang="en-US" altLang="ko-KR" sz="900" b="0" i="0" kern="1200" dirty="0">
                          <a:solidFill>
                            <a:schemeClr val="tx1"/>
                          </a:solidFill>
                          <a:effectLst/>
                          <a:latin typeface="+mn-lt"/>
                          <a:ea typeface="+mn-ea"/>
                          <a:cs typeface="+mn-cs"/>
                        </a:rPr>
                        <a:t>/ </a:t>
                      </a:r>
                      <a:r>
                        <a:rPr lang="ko-KR" altLang="en-US" sz="900" b="0" i="0" kern="1200" dirty="0" err="1">
                          <a:solidFill>
                            <a:schemeClr val="tx1"/>
                          </a:solidFill>
                          <a:effectLst/>
                          <a:latin typeface="+mn-lt"/>
                          <a:ea typeface="+mn-ea"/>
                          <a:cs typeface="+mn-cs"/>
                        </a:rPr>
                        <a:t>브롬톤런던</a:t>
                      </a:r>
                      <a:r>
                        <a:rPr lang="ko-KR" altLang="en-US" sz="900" b="0" i="0" kern="1200" dirty="0">
                          <a:solidFill>
                            <a:schemeClr val="tx1"/>
                          </a:solidFill>
                          <a:effectLst/>
                          <a:latin typeface="+mn-lt"/>
                          <a:ea typeface="+mn-ea"/>
                          <a:cs typeface="+mn-cs"/>
                        </a:rPr>
                        <a:t> 티셔츠 </a:t>
                      </a:r>
                      <a:r>
                        <a:rPr lang="en-US" altLang="ko-KR" sz="900" b="0" i="0" kern="1200" dirty="0">
                          <a:solidFill>
                            <a:schemeClr val="tx1"/>
                          </a:solidFill>
                          <a:effectLst/>
                          <a:latin typeface="+mn-lt"/>
                          <a:ea typeface="+mn-ea"/>
                          <a:cs typeface="+mn-cs"/>
                        </a:rPr>
                        <a:t>/ admin(</a:t>
                      </a:r>
                      <a:r>
                        <a:rPr lang="ko-KR" altLang="en-US" sz="900" b="0" i="0" kern="1200" dirty="0">
                          <a:solidFill>
                            <a:schemeClr val="tx1"/>
                          </a:solidFill>
                          <a:effectLst/>
                          <a:latin typeface="+mn-lt"/>
                          <a:ea typeface="+mn-ea"/>
                          <a:cs typeface="+mn-cs"/>
                        </a:rPr>
                        <a:t>최고관리자</a:t>
                      </a:r>
                      <a:r>
                        <a:rPr lang="en-US" altLang="ko-KR" sz="900" b="0" i="0" kern="1200" dirty="0">
                          <a:solidFill>
                            <a:schemeClr val="tx1"/>
                          </a:solidFill>
                          <a:effectLst/>
                          <a:latin typeface="+mn-lt"/>
                          <a:ea typeface="+mn-ea"/>
                          <a:cs typeface="+mn-cs"/>
                        </a:rPr>
                        <a:t>)</a:t>
                      </a:r>
                    </a:p>
                    <a:p>
                      <a:pPr fontAlgn="t">
                        <a:lnSpc>
                          <a:spcPct val="150000"/>
                        </a:lnSpc>
                      </a:pPr>
                      <a:r>
                        <a:rPr lang="en-US" altLang="ko-KR" sz="900" b="0" i="0" kern="1200" dirty="0">
                          <a:solidFill>
                            <a:schemeClr val="tx1"/>
                          </a:solidFill>
                          <a:effectLst/>
                          <a:latin typeface="+mn-lt"/>
                          <a:ea typeface="+mn-ea"/>
                          <a:cs typeface="+mn-cs"/>
                        </a:rPr>
                        <a:t>2024-09-28 12:16:14 </a:t>
                      </a:r>
                      <a:r>
                        <a:rPr lang="ko-KR" altLang="en-US" sz="900" b="0" i="0" kern="1200" dirty="0" err="1">
                          <a:solidFill>
                            <a:schemeClr val="tx1"/>
                          </a:solidFill>
                          <a:effectLst/>
                          <a:latin typeface="+mn-lt"/>
                          <a:ea typeface="+mn-ea"/>
                          <a:cs typeface="+mn-cs"/>
                        </a:rPr>
                        <a:t>배송중</a:t>
                      </a:r>
                      <a:r>
                        <a:rPr lang="ko-KR" altLang="en-US" sz="900" b="0" i="0" kern="1200" dirty="0">
                          <a:solidFill>
                            <a:schemeClr val="tx1"/>
                          </a:solidFill>
                          <a:effectLst/>
                          <a:latin typeface="+mn-lt"/>
                          <a:ea typeface="+mn-ea"/>
                          <a:cs typeface="+mn-cs"/>
                        </a:rPr>
                        <a:t> </a:t>
                      </a:r>
                      <a:r>
                        <a:rPr lang="en-US" altLang="ko-KR" sz="900" b="0" i="0" kern="1200" dirty="0">
                          <a:solidFill>
                            <a:schemeClr val="tx1"/>
                          </a:solidFill>
                          <a:effectLst/>
                          <a:latin typeface="+mn-lt"/>
                          <a:ea typeface="+mn-ea"/>
                          <a:cs typeface="+mn-cs"/>
                        </a:rPr>
                        <a:t>/ </a:t>
                      </a:r>
                      <a:r>
                        <a:rPr lang="ko-KR" altLang="en-US" sz="900" b="0" i="0" kern="1200" dirty="0" err="1">
                          <a:solidFill>
                            <a:schemeClr val="tx1"/>
                          </a:solidFill>
                          <a:effectLst/>
                          <a:latin typeface="+mn-lt"/>
                          <a:ea typeface="+mn-ea"/>
                          <a:cs typeface="+mn-cs"/>
                        </a:rPr>
                        <a:t>브롬톤런던</a:t>
                      </a:r>
                      <a:r>
                        <a:rPr lang="ko-KR" altLang="en-US" sz="900" b="0" i="0" kern="1200" dirty="0">
                          <a:solidFill>
                            <a:schemeClr val="tx1"/>
                          </a:solidFill>
                          <a:effectLst/>
                          <a:latin typeface="+mn-lt"/>
                          <a:ea typeface="+mn-ea"/>
                          <a:cs typeface="+mn-cs"/>
                        </a:rPr>
                        <a:t> 티셔츠 </a:t>
                      </a:r>
                      <a:r>
                        <a:rPr lang="en-US" altLang="ko-KR" sz="900" b="0" i="0" kern="1200" dirty="0">
                          <a:solidFill>
                            <a:schemeClr val="tx1"/>
                          </a:solidFill>
                          <a:effectLst/>
                          <a:latin typeface="+mn-lt"/>
                          <a:ea typeface="+mn-ea"/>
                          <a:cs typeface="+mn-cs"/>
                        </a:rPr>
                        <a:t>/ admin(</a:t>
                      </a:r>
                      <a:r>
                        <a:rPr lang="ko-KR" altLang="en-US" sz="900" b="0" i="0" kern="1200" dirty="0">
                          <a:solidFill>
                            <a:schemeClr val="tx1"/>
                          </a:solidFill>
                          <a:effectLst/>
                          <a:latin typeface="+mn-lt"/>
                          <a:ea typeface="+mn-ea"/>
                          <a:cs typeface="+mn-cs"/>
                        </a:rPr>
                        <a:t>최고관리자</a:t>
                      </a:r>
                      <a:r>
                        <a:rPr lang="en-US" altLang="ko-KR" sz="900" b="0" i="0" kern="1200" dirty="0">
                          <a:solidFill>
                            <a:schemeClr val="tx1"/>
                          </a:solidFill>
                          <a:effectLst/>
                          <a:latin typeface="+mn-lt"/>
                          <a:ea typeface="+mn-ea"/>
                          <a:cs typeface="+mn-cs"/>
                        </a:rPr>
                        <a:t>)</a:t>
                      </a:r>
                    </a:p>
                    <a:p>
                      <a:pPr fontAlgn="t">
                        <a:lnSpc>
                          <a:spcPct val="150000"/>
                        </a:lnSpc>
                      </a:pPr>
                      <a:r>
                        <a:rPr lang="en-US" altLang="ko-KR" sz="900" b="0" i="0" kern="1200" dirty="0">
                          <a:solidFill>
                            <a:schemeClr val="tx1"/>
                          </a:solidFill>
                          <a:effectLst/>
                          <a:latin typeface="+mn-lt"/>
                          <a:ea typeface="+mn-ea"/>
                          <a:cs typeface="+mn-cs"/>
                        </a:rPr>
                        <a:t>2024-09-28 12:16:04 </a:t>
                      </a:r>
                      <a:r>
                        <a:rPr lang="ko-KR" altLang="en-US" sz="900" b="0" i="0" kern="1200" dirty="0" err="1">
                          <a:solidFill>
                            <a:schemeClr val="tx1"/>
                          </a:solidFill>
                          <a:effectLst/>
                          <a:latin typeface="+mn-lt"/>
                          <a:ea typeface="+mn-ea"/>
                          <a:cs typeface="+mn-cs"/>
                        </a:rPr>
                        <a:t>배송준비중</a:t>
                      </a:r>
                      <a:r>
                        <a:rPr lang="ko-KR" altLang="en-US" sz="900" b="0" i="0" kern="1200" dirty="0">
                          <a:solidFill>
                            <a:schemeClr val="tx1"/>
                          </a:solidFill>
                          <a:effectLst/>
                          <a:latin typeface="+mn-lt"/>
                          <a:ea typeface="+mn-ea"/>
                          <a:cs typeface="+mn-cs"/>
                        </a:rPr>
                        <a:t> </a:t>
                      </a:r>
                      <a:r>
                        <a:rPr lang="en-US" altLang="ko-KR" sz="900" b="0" i="0" kern="1200" dirty="0">
                          <a:solidFill>
                            <a:schemeClr val="tx1"/>
                          </a:solidFill>
                          <a:effectLst/>
                          <a:latin typeface="+mn-lt"/>
                          <a:ea typeface="+mn-ea"/>
                          <a:cs typeface="+mn-cs"/>
                        </a:rPr>
                        <a:t>/ </a:t>
                      </a:r>
                      <a:r>
                        <a:rPr lang="ko-KR" altLang="en-US" sz="900" b="0" i="0" kern="1200" dirty="0" err="1">
                          <a:solidFill>
                            <a:schemeClr val="tx1"/>
                          </a:solidFill>
                          <a:effectLst/>
                          <a:latin typeface="+mn-lt"/>
                          <a:ea typeface="+mn-ea"/>
                          <a:cs typeface="+mn-cs"/>
                        </a:rPr>
                        <a:t>브롬톤런던</a:t>
                      </a:r>
                      <a:r>
                        <a:rPr lang="ko-KR" altLang="en-US" sz="900" b="0" i="0" kern="1200" dirty="0">
                          <a:solidFill>
                            <a:schemeClr val="tx1"/>
                          </a:solidFill>
                          <a:effectLst/>
                          <a:latin typeface="+mn-lt"/>
                          <a:ea typeface="+mn-ea"/>
                          <a:cs typeface="+mn-cs"/>
                        </a:rPr>
                        <a:t> 티셔츠 </a:t>
                      </a:r>
                      <a:r>
                        <a:rPr lang="en-US" altLang="ko-KR" sz="900" b="0" i="0" kern="1200" dirty="0">
                          <a:solidFill>
                            <a:schemeClr val="tx1"/>
                          </a:solidFill>
                          <a:effectLst/>
                          <a:latin typeface="+mn-lt"/>
                          <a:ea typeface="+mn-ea"/>
                          <a:cs typeface="+mn-cs"/>
                        </a:rPr>
                        <a:t>/ admin(</a:t>
                      </a:r>
                      <a:r>
                        <a:rPr lang="ko-KR" altLang="en-US" sz="900" b="0" i="0" kern="1200" dirty="0">
                          <a:solidFill>
                            <a:schemeClr val="tx1"/>
                          </a:solidFill>
                          <a:effectLst/>
                          <a:latin typeface="+mn-lt"/>
                          <a:ea typeface="+mn-ea"/>
                          <a:cs typeface="+mn-cs"/>
                        </a:rPr>
                        <a:t>최고관리자</a:t>
                      </a:r>
                      <a:r>
                        <a:rPr lang="en-US" altLang="ko-KR" sz="900" b="0" i="0" kern="1200" dirty="0">
                          <a:solidFill>
                            <a:schemeClr val="tx1"/>
                          </a:solidFill>
                          <a:effectLst/>
                          <a:latin typeface="+mn-lt"/>
                          <a:ea typeface="+mn-ea"/>
                          <a:cs typeface="+mn-cs"/>
                        </a:rPr>
                        <a:t>)</a:t>
                      </a:r>
                    </a:p>
                    <a:p>
                      <a:pPr fontAlgn="t">
                        <a:lnSpc>
                          <a:spcPct val="150000"/>
                        </a:lnSpc>
                      </a:pPr>
                      <a:endParaRPr lang="en-US" altLang="ko-KR" sz="900" b="0" i="0" kern="1200" dirty="0">
                        <a:solidFill>
                          <a:schemeClr val="tx1"/>
                        </a:solidFill>
                        <a:effectLst/>
                        <a:latin typeface="+mn-lt"/>
                        <a:ea typeface="+mn-ea"/>
                        <a:cs typeface="+mn-cs"/>
                      </a:endParaRP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25709569"/>
                  </a:ext>
                </a:extLst>
              </a:tr>
            </a:tbl>
          </a:graphicData>
        </a:graphic>
      </p:graphicFrame>
      <p:sp>
        <p:nvSpPr>
          <p:cNvPr id="25" name="직사각형 24">
            <a:extLst>
              <a:ext uri="{FF2B5EF4-FFF2-40B4-BE49-F238E27FC236}">
                <a16:creationId xmlns:a16="http://schemas.microsoft.com/office/drawing/2014/main" id="{724C586A-CB89-4A6F-AD69-DC3B69E6FD4F}"/>
              </a:ext>
            </a:extLst>
          </p:cNvPr>
          <p:cNvSpPr/>
          <p:nvPr/>
        </p:nvSpPr>
        <p:spPr>
          <a:xfrm>
            <a:off x="-4953663" y="3720004"/>
            <a:ext cx="14512191" cy="1424490"/>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aphicFrame>
        <p:nvGraphicFramePr>
          <p:cNvPr id="12" name="표 11">
            <a:extLst>
              <a:ext uri="{FF2B5EF4-FFF2-40B4-BE49-F238E27FC236}">
                <a16:creationId xmlns:a16="http://schemas.microsoft.com/office/drawing/2014/main" id="{04F8FB6B-D2DD-4324-9DF2-4E03737D1964}"/>
              </a:ext>
            </a:extLst>
          </p:cNvPr>
          <p:cNvGraphicFramePr>
            <a:graphicFrameLocks noGrp="1"/>
          </p:cNvGraphicFramePr>
          <p:nvPr>
            <p:extLst>
              <p:ext uri="{D42A27DB-BD31-4B8C-83A1-F6EECF244321}">
                <p14:modId xmlns:p14="http://schemas.microsoft.com/office/powerpoint/2010/main" val="294633507"/>
              </p:ext>
            </p:extLst>
          </p:nvPr>
        </p:nvGraphicFramePr>
        <p:xfrm>
          <a:off x="-4724570" y="4060043"/>
          <a:ext cx="14054004" cy="640080"/>
        </p:xfrm>
        <a:graphic>
          <a:graphicData uri="http://schemas.openxmlformats.org/drawingml/2006/table">
            <a:tbl>
              <a:tblPr firstRow="1" bandRow="1">
                <a:tableStyleId>{5C22544A-7EE6-4342-B048-85BDC9FD1C3A}</a:tableStyleId>
              </a:tblPr>
              <a:tblGrid>
                <a:gridCol w="662305">
                  <a:extLst>
                    <a:ext uri="{9D8B030D-6E8A-4147-A177-3AD203B41FA5}">
                      <a16:colId xmlns:a16="http://schemas.microsoft.com/office/drawing/2014/main" val="3580568890"/>
                    </a:ext>
                  </a:extLst>
                </a:gridCol>
                <a:gridCol w="1468755">
                  <a:extLst>
                    <a:ext uri="{9D8B030D-6E8A-4147-A177-3AD203B41FA5}">
                      <a16:colId xmlns:a16="http://schemas.microsoft.com/office/drawing/2014/main" val="20004"/>
                    </a:ext>
                  </a:extLst>
                </a:gridCol>
                <a:gridCol w="625793">
                  <a:extLst>
                    <a:ext uri="{9D8B030D-6E8A-4147-A177-3AD203B41FA5}">
                      <a16:colId xmlns:a16="http://schemas.microsoft.com/office/drawing/2014/main" val="20005"/>
                    </a:ext>
                  </a:extLst>
                </a:gridCol>
                <a:gridCol w="471805">
                  <a:extLst>
                    <a:ext uri="{9D8B030D-6E8A-4147-A177-3AD203B41FA5}">
                      <a16:colId xmlns:a16="http://schemas.microsoft.com/office/drawing/2014/main" val="20006"/>
                    </a:ext>
                  </a:extLst>
                </a:gridCol>
                <a:gridCol w="625793">
                  <a:extLst>
                    <a:ext uri="{9D8B030D-6E8A-4147-A177-3AD203B41FA5}">
                      <a16:colId xmlns:a16="http://schemas.microsoft.com/office/drawing/2014/main" val="20009"/>
                    </a:ext>
                  </a:extLst>
                </a:gridCol>
                <a:gridCol w="625793">
                  <a:extLst>
                    <a:ext uri="{9D8B030D-6E8A-4147-A177-3AD203B41FA5}">
                      <a16:colId xmlns:a16="http://schemas.microsoft.com/office/drawing/2014/main" val="2721139772"/>
                    </a:ext>
                  </a:extLst>
                </a:gridCol>
                <a:gridCol w="625793">
                  <a:extLst>
                    <a:ext uri="{9D8B030D-6E8A-4147-A177-3AD203B41FA5}">
                      <a16:colId xmlns:a16="http://schemas.microsoft.com/office/drawing/2014/main" val="4044106512"/>
                    </a:ext>
                  </a:extLst>
                </a:gridCol>
                <a:gridCol w="625793">
                  <a:extLst>
                    <a:ext uri="{9D8B030D-6E8A-4147-A177-3AD203B41FA5}">
                      <a16:colId xmlns:a16="http://schemas.microsoft.com/office/drawing/2014/main" val="2056109714"/>
                    </a:ext>
                  </a:extLst>
                </a:gridCol>
                <a:gridCol w="727255">
                  <a:extLst>
                    <a:ext uri="{9D8B030D-6E8A-4147-A177-3AD203B41FA5}">
                      <a16:colId xmlns:a16="http://schemas.microsoft.com/office/drawing/2014/main" val="983732852"/>
                    </a:ext>
                  </a:extLst>
                </a:gridCol>
                <a:gridCol w="692139">
                  <a:extLst>
                    <a:ext uri="{9D8B030D-6E8A-4147-A177-3AD203B41FA5}">
                      <a16:colId xmlns:a16="http://schemas.microsoft.com/office/drawing/2014/main" val="3017944777"/>
                    </a:ext>
                  </a:extLst>
                </a:gridCol>
                <a:gridCol w="675669">
                  <a:extLst>
                    <a:ext uri="{9D8B030D-6E8A-4147-A177-3AD203B41FA5}">
                      <a16:colId xmlns:a16="http://schemas.microsoft.com/office/drawing/2014/main" val="3778572038"/>
                    </a:ext>
                  </a:extLst>
                </a:gridCol>
                <a:gridCol w="706548">
                  <a:extLst>
                    <a:ext uri="{9D8B030D-6E8A-4147-A177-3AD203B41FA5}">
                      <a16:colId xmlns:a16="http://schemas.microsoft.com/office/drawing/2014/main" val="4255377130"/>
                    </a:ext>
                  </a:extLst>
                </a:gridCol>
                <a:gridCol w="709296">
                  <a:extLst>
                    <a:ext uri="{9D8B030D-6E8A-4147-A177-3AD203B41FA5}">
                      <a16:colId xmlns:a16="http://schemas.microsoft.com/office/drawing/2014/main" val="1062420576"/>
                    </a:ext>
                  </a:extLst>
                </a:gridCol>
                <a:gridCol w="790662">
                  <a:extLst>
                    <a:ext uri="{9D8B030D-6E8A-4147-A177-3AD203B41FA5}">
                      <a16:colId xmlns:a16="http://schemas.microsoft.com/office/drawing/2014/main" val="2504136417"/>
                    </a:ext>
                  </a:extLst>
                </a:gridCol>
                <a:gridCol w="824305">
                  <a:extLst>
                    <a:ext uri="{9D8B030D-6E8A-4147-A177-3AD203B41FA5}">
                      <a16:colId xmlns:a16="http://schemas.microsoft.com/office/drawing/2014/main" val="3866255794"/>
                    </a:ext>
                  </a:extLst>
                </a:gridCol>
                <a:gridCol w="799075">
                  <a:extLst>
                    <a:ext uri="{9D8B030D-6E8A-4147-A177-3AD203B41FA5}">
                      <a16:colId xmlns:a16="http://schemas.microsoft.com/office/drawing/2014/main" val="1566990735"/>
                    </a:ext>
                  </a:extLst>
                </a:gridCol>
                <a:gridCol w="799075">
                  <a:extLst>
                    <a:ext uri="{9D8B030D-6E8A-4147-A177-3AD203B41FA5}">
                      <a16:colId xmlns:a16="http://schemas.microsoft.com/office/drawing/2014/main" val="2541579602"/>
                    </a:ext>
                  </a:extLst>
                </a:gridCol>
                <a:gridCol w="799075">
                  <a:extLst>
                    <a:ext uri="{9D8B030D-6E8A-4147-A177-3AD203B41FA5}">
                      <a16:colId xmlns:a16="http://schemas.microsoft.com/office/drawing/2014/main" val="2068506663"/>
                    </a:ext>
                  </a:extLst>
                </a:gridCol>
                <a:gridCol w="799075">
                  <a:extLst>
                    <a:ext uri="{9D8B030D-6E8A-4147-A177-3AD203B41FA5}">
                      <a16:colId xmlns:a16="http://schemas.microsoft.com/office/drawing/2014/main" val="2588889143"/>
                    </a:ext>
                  </a:extLst>
                </a:gridCol>
              </a:tblGrid>
              <a:tr h="0">
                <a:tc>
                  <a:txBody>
                    <a:bodyPr/>
                    <a:lstStyle/>
                    <a:p>
                      <a:pPr algn="ctr" latinLnBrk="1"/>
                      <a:r>
                        <a:rPr lang="ko-KR" altLang="en-US" sz="800" b="1" dirty="0">
                          <a:solidFill>
                            <a:schemeClr val="tx1"/>
                          </a:solidFill>
                        </a:rPr>
                        <a:t>상품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취소수량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반품수량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교환수량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판매금액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이익금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판매이익</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사용포인트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결제금액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적립포인트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주문상태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solidFill>
                            <a:schemeClr val="tx1"/>
                          </a:solidFill>
                        </a:rPr>
                        <a:t>택배사</a:t>
                      </a:r>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송장번호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17,500</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구매확정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CJ </a:t>
                      </a:r>
                      <a:r>
                        <a:rPr lang="ko-KR" altLang="en-US" sz="800" b="0" dirty="0">
                          <a:solidFill>
                            <a:schemeClr val="tx1"/>
                          </a:solidFill>
                        </a:rPr>
                        <a:t>대한통운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1" u="sng" dirty="0">
                          <a:solidFill>
                            <a:schemeClr val="accent2">
                              <a:lumMod val="75000"/>
                            </a:schemeClr>
                          </a:solidFill>
                        </a:rPr>
                        <a:t>11827321</a:t>
                      </a:r>
                      <a:endParaRPr lang="ko-KR" altLang="en-US" sz="800" b="1" u="sng" dirty="0">
                        <a:solidFill>
                          <a:schemeClr val="accent2">
                            <a:lumMod val="75000"/>
                          </a:schemeClr>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17,500</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취소완료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rPr>
                        <a:t>한진택배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1" u="sng" dirty="0">
                          <a:solidFill>
                            <a:schemeClr val="accent2">
                              <a:lumMod val="75000"/>
                            </a:schemeClr>
                          </a:solidFill>
                        </a:rPr>
                        <a:t>99383728</a:t>
                      </a:r>
                      <a:endParaRPr lang="ko-KR" altLang="en-US" sz="800" b="1" u="sng" dirty="0">
                        <a:solidFill>
                          <a:schemeClr val="accent2">
                            <a:lumMod val="75000"/>
                          </a:schemeClr>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sp>
        <p:nvSpPr>
          <p:cNvPr id="26" name="직사각형 25">
            <a:extLst>
              <a:ext uri="{FF2B5EF4-FFF2-40B4-BE49-F238E27FC236}">
                <a16:creationId xmlns:a16="http://schemas.microsoft.com/office/drawing/2014/main" id="{3B720448-6319-4C69-8810-2BBD6FE03059}"/>
              </a:ext>
            </a:extLst>
          </p:cNvPr>
          <p:cNvSpPr/>
          <p:nvPr/>
        </p:nvSpPr>
        <p:spPr>
          <a:xfrm>
            <a:off x="417014" y="3219246"/>
            <a:ext cx="9405082" cy="145541"/>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 name="직사각형 26">
            <a:extLst>
              <a:ext uri="{FF2B5EF4-FFF2-40B4-BE49-F238E27FC236}">
                <a16:creationId xmlns:a16="http://schemas.microsoft.com/office/drawing/2014/main" id="{36247C03-4D36-4DD7-9824-1B01D8575EED}"/>
              </a:ext>
            </a:extLst>
          </p:cNvPr>
          <p:cNvSpPr/>
          <p:nvPr/>
        </p:nvSpPr>
        <p:spPr>
          <a:xfrm>
            <a:off x="463155" y="3265731"/>
            <a:ext cx="2733270" cy="57506"/>
          </a:xfrm>
          <a:prstGeom prst="rect">
            <a:avLst/>
          </a:prstGeom>
          <a:solidFill>
            <a:srgbClr val="000000"/>
          </a:solid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 name="직사각형 27">
            <a:extLst>
              <a:ext uri="{FF2B5EF4-FFF2-40B4-BE49-F238E27FC236}">
                <a16:creationId xmlns:a16="http://schemas.microsoft.com/office/drawing/2014/main" id="{E0AD10D3-0B18-442F-83AE-C6B203045031}"/>
              </a:ext>
            </a:extLst>
          </p:cNvPr>
          <p:cNvSpPr/>
          <p:nvPr/>
        </p:nvSpPr>
        <p:spPr>
          <a:xfrm>
            <a:off x="417014" y="2527865"/>
            <a:ext cx="9405082" cy="686565"/>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29" name="표 28">
            <a:extLst>
              <a:ext uri="{FF2B5EF4-FFF2-40B4-BE49-F238E27FC236}">
                <a16:creationId xmlns:a16="http://schemas.microsoft.com/office/drawing/2014/main" id="{2E50AF83-2051-40D6-9155-A2268A012B36}"/>
              </a:ext>
            </a:extLst>
          </p:cNvPr>
          <p:cNvGraphicFramePr>
            <a:graphicFrameLocks noGrp="1"/>
          </p:cNvGraphicFramePr>
          <p:nvPr>
            <p:extLst>
              <p:ext uri="{D42A27DB-BD31-4B8C-83A1-F6EECF244321}">
                <p14:modId xmlns:p14="http://schemas.microsoft.com/office/powerpoint/2010/main" val="1377519109"/>
              </p:ext>
            </p:extLst>
          </p:nvPr>
        </p:nvGraphicFramePr>
        <p:xfrm>
          <a:off x="439302" y="2554787"/>
          <a:ext cx="9358485" cy="640080"/>
        </p:xfrm>
        <a:graphic>
          <a:graphicData uri="http://schemas.openxmlformats.org/drawingml/2006/table">
            <a:tbl>
              <a:tblPr firstRow="1" bandRow="1">
                <a:tableStyleId>{5C22544A-7EE6-4342-B048-85BDC9FD1C3A}</a:tableStyleId>
              </a:tblPr>
              <a:tblGrid>
                <a:gridCol w="670599">
                  <a:extLst>
                    <a:ext uri="{9D8B030D-6E8A-4147-A177-3AD203B41FA5}">
                      <a16:colId xmlns:a16="http://schemas.microsoft.com/office/drawing/2014/main" val="3580568890"/>
                    </a:ext>
                  </a:extLst>
                </a:gridCol>
                <a:gridCol w="1487148">
                  <a:extLst>
                    <a:ext uri="{9D8B030D-6E8A-4147-A177-3AD203B41FA5}">
                      <a16:colId xmlns:a16="http://schemas.microsoft.com/office/drawing/2014/main" val="20004"/>
                    </a:ext>
                  </a:extLst>
                </a:gridCol>
                <a:gridCol w="633630">
                  <a:extLst>
                    <a:ext uri="{9D8B030D-6E8A-4147-A177-3AD203B41FA5}">
                      <a16:colId xmlns:a16="http://schemas.microsoft.com/office/drawing/2014/main" val="20005"/>
                    </a:ext>
                  </a:extLst>
                </a:gridCol>
                <a:gridCol w="477713">
                  <a:extLst>
                    <a:ext uri="{9D8B030D-6E8A-4147-A177-3AD203B41FA5}">
                      <a16:colId xmlns:a16="http://schemas.microsoft.com/office/drawing/2014/main" val="20006"/>
                    </a:ext>
                  </a:extLst>
                </a:gridCol>
                <a:gridCol w="633630">
                  <a:extLst>
                    <a:ext uri="{9D8B030D-6E8A-4147-A177-3AD203B41FA5}">
                      <a16:colId xmlns:a16="http://schemas.microsoft.com/office/drawing/2014/main" val="20009"/>
                    </a:ext>
                  </a:extLst>
                </a:gridCol>
                <a:gridCol w="633630">
                  <a:extLst>
                    <a:ext uri="{9D8B030D-6E8A-4147-A177-3AD203B41FA5}">
                      <a16:colId xmlns:a16="http://schemas.microsoft.com/office/drawing/2014/main" val="2721139772"/>
                    </a:ext>
                  </a:extLst>
                </a:gridCol>
                <a:gridCol w="633630">
                  <a:extLst>
                    <a:ext uri="{9D8B030D-6E8A-4147-A177-3AD203B41FA5}">
                      <a16:colId xmlns:a16="http://schemas.microsoft.com/office/drawing/2014/main" val="4044106512"/>
                    </a:ext>
                  </a:extLst>
                </a:gridCol>
                <a:gridCol w="633630">
                  <a:extLst>
                    <a:ext uri="{9D8B030D-6E8A-4147-A177-3AD203B41FA5}">
                      <a16:colId xmlns:a16="http://schemas.microsoft.com/office/drawing/2014/main" val="2056109714"/>
                    </a:ext>
                  </a:extLst>
                </a:gridCol>
                <a:gridCol w="736363">
                  <a:extLst>
                    <a:ext uri="{9D8B030D-6E8A-4147-A177-3AD203B41FA5}">
                      <a16:colId xmlns:a16="http://schemas.microsoft.com/office/drawing/2014/main" val="983732852"/>
                    </a:ext>
                  </a:extLst>
                </a:gridCol>
                <a:gridCol w="700807">
                  <a:extLst>
                    <a:ext uri="{9D8B030D-6E8A-4147-A177-3AD203B41FA5}">
                      <a16:colId xmlns:a16="http://schemas.microsoft.com/office/drawing/2014/main" val="3017944777"/>
                    </a:ext>
                  </a:extLst>
                </a:gridCol>
                <a:gridCol w="684130">
                  <a:extLst>
                    <a:ext uri="{9D8B030D-6E8A-4147-A177-3AD203B41FA5}">
                      <a16:colId xmlns:a16="http://schemas.microsoft.com/office/drawing/2014/main" val="3778572038"/>
                    </a:ext>
                  </a:extLst>
                </a:gridCol>
                <a:gridCol w="715396">
                  <a:extLst>
                    <a:ext uri="{9D8B030D-6E8A-4147-A177-3AD203B41FA5}">
                      <a16:colId xmlns:a16="http://schemas.microsoft.com/office/drawing/2014/main" val="4255377130"/>
                    </a:ext>
                  </a:extLst>
                </a:gridCol>
                <a:gridCol w="718179">
                  <a:extLst>
                    <a:ext uri="{9D8B030D-6E8A-4147-A177-3AD203B41FA5}">
                      <a16:colId xmlns:a16="http://schemas.microsoft.com/office/drawing/2014/main" val="1062420576"/>
                    </a:ext>
                  </a:extLst>
                </a:gridCol>
              </a:tblGrid>
              <a:tr h="0">
                <a:tc>
                  <a:txBody>
                    <a:bodyPr/>
                    <a:lstStyle/>
                    <a:p>
                      <a:pPr algn="ctr" latinLnBrk="1"/>
                      <a:r>
                        <a:rPr lang="ko-KR" altLang="en-US" sz="800" b="1" dirty="0">
                          <a:solidFill>
                            <a:schemeClr val="tx1"/>
                          </a:solidFill>
                        </a:rPr>
                        <a:t>상품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취소수량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반품수량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교환수량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판매금액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이익금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판매이익</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17,500</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45,000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17,500</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sp>
        <p:nvSpPr>
          <p:cNvPr id="30" name="직사각형 29">
            <a:extLst>
              <a:ext uri="{FF2B5EF4-FFF2-40B4-BE49-F238E27FC236}">
                <a16:creationId xmlns:a16="http://schemas.microsoft.com/office/drawing/2014/main" id="{C7956D2E-DE56-4912-8215-FDBC55DF0E83}"/>
              </a:ext>
            </a:extLst>
          </p:cNvPr>
          <p:cNvSpPr/>
          <p:nvPr/>
        </p:nvSpPr>
        <p:spPr>
          <a:xfrm>
            <a:off x="-572494" y="5697985"/>
            <a:ext cx="6814269" cy="412562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aphicFrame>
        <p:nvGraphicFramePr>
          <p:cNvPr id="31" name="표 30">
            <a:extLst>
              <a:ext uri="{FF2B5EF4-FFF2-40B4-BE49-F238E27FC236}">
                <a16:creationId xmlns:a16="http://schemas.microsoft.com/office/drawing/2014/main" id="{6D8B2C2E-0378-4A5F-BE0F-80A595E8592A}"/>
              </a:ext>
            </a:extLst>
          </p:cNvPr>
          <p:cNvGraphicFramePr>
            <a:graphicFrameLocks noGrp="1"/>
          </p:cNvGraphicFramePr>
          <p:nvPr>
            <p:extLst>
              <p:ext uri="{D42A27DB-BD31-4B8C-83A1-F6EECF244321}">
                <p14:modId xmlns:p14="http://schemas.microsoft.com/office/powerpoint/2010/main" val="762563407"/>
              </p:ext>
            </p:extLst>
          </p:nvPr>
        </p:nvGraphicFramePr>
        <p:xfrm>
          <a:off x="-251852" y="6315932"/>
          <a:ext cx="6244485" cy="2621280"/>
        </p:xfrm>
        <a:graphic>
          <a:graphicData uri="http://schemas.openxmlformats.org/drawingml/2006/table">
            <a:tbl>
              <a:tblPr firstRow="1" bandRow="1">
                <a:tableStyleId>{5C22544A-7EE6-4342-B048-85BDC9FD1C3A}</a:tableStyleId>
              </a:tblPr>
              <a:tblGrid>
                <a:gridCol w="1198057">
                  <a:extLst>
                    <a:ext uri="{9D8B030D-6E8A-4147-A177-3AD203B41FA5}">
                      <a16:colId xmlns:a16="http://schemas.microsoft.com/office/drawing/2014/main" val="20005"/>
                    </a:ext>
                  </a:extLst>
                </a:gridCol>
                <a:gridCol w="882595">
                  <a:extLst>
                    <a:ext uri="{9D8B030D-6E8A-4147-A177-3AD203B41FA5}">
                      <a16:colId xmlns:a16="http://schemas.microsoft.com/office/drawing/2014/main" val="20006"/>
                    </a:ext>
                  </a:extLst>
                </a:gridCol>
                <a:gridCol w="2500381">
                  <a:extLst>
                    <a:ext uri="{9D8B030D-6E8A-4147-A177-3AD203B41FA5}">
                      <a16:colId xmlns:a16="http://schemas.microsoft.com/office/drawing/2014/main" val="20009"/>
                    </a:ext>
                  </a:extLst>
                </a:gridCol>
                <a:gridCol w="1663452">
                  <a:extLst>
                    <a:ext uri="{9D8B030D-6E8A-4147-A177-3AD203B41FA5}">
                      <a16:colId xmlns:a16="http://schemas.microsoft.com/office/drawing/2014/main" val="2721139772"/>
                    </a:ext>
                  </a:extLst>
                </a:gridCol>
              </a:tblGrid>
              <a:tr h="0">
                <a:tc>
                  <a:txBody>
                    <a:bodyPr/>
                    <a:lstStyle/>
                    <a:p>
                      <a:pPr algn="ctr" latinLnBrk="1"/>
                      <a:r>
                        <a:rPr lang="ko-KR" altLang="en-US" sz="800" b="1" dirty="0">
                          <a:solidFill>
                            <a:schemeClr val="tx1"/>
                          </a:solidFill>
                        </a:rPr>
                        <a:t>결제 수단</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결제 타입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결과 로그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연동일시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ea"/>
                          <a:ea typeface="+mn-ea"/>
                          <a:cs typeface="+mn-cs"/>
                        </a:rPr>
                        <a:t>신용</a:t>
                      </a:r>
                      <a:r>
                        <a:rPr kumimoji="0" lang="en-US" altLang="ko-KR" sz="800" b="0" i="0" u="none" strike="noStrike" kern="1200" cap="none" spc="0" normalizeH="0" baseline="0" noProof="0" dirty="0">
                          <a:ln>
                            <a:noFill/>
                          </a:ln>
                          <a:solidFill>
                            <a:prstClr val="black"/>
                          </a:solidFill>
                          <a:effectLst/>
                          <a:uLnTx/>
                          <a:uFillTx/>
                          <a:latin typeface="+mn-ea"/>
                          <a:ea typeface="+mn-ea"/>
                          <a:cs typeface="+mn-cs"/>
                        </a:rPr>
                        <a:t>/</a:t>
                      </a:r>
                      <a:r>
                        <a:rPr kumimoji="0" lang="ko-KR" altLang="en-US" sz="800" b="0" i="0" u="none" strike="noStrike" kern="1200" cap="none" spc="0" normalizeH="0" baseline="0" noProof="0" dirty="0">
                          <a:ln>
                            <a:noFill/>
                          </a:ln>
                          <a:solidFill>
                            <a:prstClr val="black"/>
                          </a:solidFill>
                          <a:effectLst/>
                          <a:uLnTx/>
                          <a:uFillTx/>
                          <a:latin typeface="+mn-ea"/>
                          <a:ea typeface="+mn-ea"/>
                          <a:cs typeface="+mn-cs"/>
                        </a:rPr>
                        <a:t>체크 카드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ko-KR" altLang="en-US" sz="800" b="0" dirty="0">
                          <a:solidFill>
                            <a:schemeClr val="tx1"/>
                          </a:solidFill>
                          <a:latin typeface="+mn-ea"/>
                          <a:ea typeface="+mn-ea"/>
                        </a:rPr>
                        <a:t>결제 </a:t>
                      </a:r>
                      <a:r>
                        <a:rPr lang="en-US" altLang="ko-KR" sz="800" b="0" dirty="0">
                          <a:solidFill>
                            <a:schemeClr val="tx1"/>
                          </a:solidFill>
                          <a:latin typeface="+mn-ea"/>
                          <a:ea typeface="+mn-ea"/>
                        </a:rPr>
                        <a:t>(</a:t>
                      </a:r>
                      <a:r>
                        <a:rPr lang="ko-KR" altLang="en-US" sz="800" b="0" dirty="0">
                          <a:solidFill>
                            <a:schemeClr val="tx1"/>
                          </a:solidFill>
                          <a:latin typeface="+mn-ea"/>
                          <a:ea typeface="+mn-ea"/>
                        </a:rPr>
                        <a:t>승인</a:t>
                      </a:r>
                      <a:r>
                        <a:rPr lang="en-US" altLang="ko-KR" sz="800" b="0" dirty="0">
                          <a:solidFill>
                            <a:schemeClr val="tx1"/>
                          </a:solidFill>
                          <a:latin typeface="+mn-ea"/>
                          <a:ea typeface="+mn-ea"/>
                        </a:rPr>
                        <a:t>)</a:t>
                      </a:r>
                      <a:endParaRPr lang="ko-KR" altLang="en-US" sz="800" b="0" dirty="0">
                        <a:solidFill>
                          <a:schemeClr val="tx1"/>
                        </a:solidFill>
                        <a:latin typeface="+mn-ea"/>
                        <a:ea typeface="+mn-ea"/>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ko-KR" altLang="en-US" sz="800" dirty="0">
                          <a:effectLst/>
                          <a:latin typeface="+mn-ea"/>
                          <a:ea typeface="+mn-ea"/>
                        </a:rPr>
                        <a:t>결과 코드 </a:t>
                      </a:r>
                      <a:r>
                        <a:rPr lang="en-US" altLang="ko-KR" sz="800" dirty="0">
                          <a:effectLst/>
                          <a:latin typeface="+mn-ea"/>
                          <a:ea typeface="+mn-ea"/>
                        </a:rPr>
                        <a:t>: 0000</a:t>
                      </a:r>
                      <a:br>
                        <a:rPr lang="en-US" altLang="ko-KR" sz="800" dirty="0">
                          <a:effectLst/>
                          <a:latin typeface="+mn-ea"/>
                          <a:ea typeface="+mn-ea"/>
                        </a:rPr>
                      </a:br>
                      <a:r>
                        <a:rPr lang="ko-KR" altLang="en-US" sz="800" dirty="0">
                          <a:effectLst/>
                          <a:latin typeface="+mn-ea"/>
                          <a:ea typeface="+mn-ea"/>
                        </a:rPr>
                        <a:t>결과 </a:t>
                      </a:r>
                      <a:r>
                        <a:rPr lang="ko-KR" altLang="en-US" sz="800" dirty="0" err="1">
                          <a:effectLst/>
                          <a:latin typeface="+mn-ea"/>
                          <a:ea typeface="+mn-ea"/>
                        </a:rPr>
                        <a:t>메세지</a:t>
                      </a:r>
                      <a:r>
                        <a:rPr lang="ko-KR" altLang="en-US" sz="800" dirty="0">
                          <a:effectLst/>
                          <a:latin typeface="+mn-ea"/>
                          <a:ea typeface="+mn-ea"/>
                        </a:rPr>
                        <a:t> </a:t>
                      </a:r>
                      <a:r>
                        <a:rPr lang="en-US" altLang="ko-KR" sz="800" dirty="0">
                          <a:effectLst/>
                          <a:latin typeface="+mn-ea"/>
                          <a:ea typeface="+mn-ea"/>
                        </a:rPr>
                        <a:t>: </a:t>
                      </a:r>
                      <a:r>
                        <a:rPr lang="ko-KR" altLang="en-US" sz="800" dirty="0">
                          <a:effectLst/>
                          <a:latin typeface="+mn-ea"/>
                          <a:ea typeface="+mn-ea"/>
                        </a:rPr>
                        <a:t>정상처리</a:t>
                      </a:r>
                      <a:br>
                        <a:rPr lang="ko-KR" altLang="en-US" sz="800" dirty="0">
                          <a:effectLst/>
                          <a:latin typeface="+mn-ea"/>
                          <a:ea typeface="+mn-ea"/>
                        </a:rPr>
                      </a:br>
                      <a:r>
                        <a:rPr lang="ko-KR" altLang="en-US" sz="800" dirty="0">
                          <a:effectLst/>
                          <a:latin typeface="+mn-ea"/>
                          <a:ea typeface="+mn-ea"/>
                        </a:rPr>
                        <a:t>주문번호 </a:t>
                      </a:r>
                      <a:r>
                        <a:rPr lang="en-US" altLang="ko-KR" sz="800" dirty="0">
                          <a:effectLst/>
                          <a:latin typeface="+mn-ea"/>
                          <a:ea typeface="+mn-ea"/>
                        </a:rPr>
                        <a:t>: 2308281213370046142</a:t>
                      </a:r>
                      <a:br>
                        <a:rPr lang="en-US" altLang="ko-KR" sz="800" dirty="0">
                          <a:effectLst/>
                          <a:latin typeface="+mn-ea"/>
                          <a:ea typeface="+mn-ea"/>
                        </a:rPr>
                      </a:br>
                      <a:r>
                        <a:rPr lang="ko-KR" altLang="en-US" sz="800" dirty="0">
                          <a:effectLst/>
                          <a:latin typeface="+mn-ea"/>
                          <a:ea typeface="+mn-ea"/>
                        </a:rPr>
                        <a:t>거래번호 </a:t>
                      </a:r>
                      <a:r>
                        <a:rPr lang="en-US" altLang="ko-KR" sz="800" dirty="0">
                          <a:effectLst/>
                          <a:latin typeface="+mn-ea"/>
                          <a:ea typeface="+mn-ea"/>
                        </a:rPr>
                        <a:t>: 23870922232121</a:t>
                      </a:r>
                      <a:br>
                        <a:rPr lang="en-US" altLang="ko-KR" sz="800" dirty="0">
                          <a:effectLst/>
                          <a:latin typeface="+mn-ea"/>
                          <a:ea typeface="+mn-ea"/>
                        </a:rPr>
                      </a:br>
                      <a:r>
                        <a:rPr lang="ko-KR" altLang="en-US" sz="800" dirty="0">
                          <a:effectLst/>
                          <a:latin typeface="+mn-ea"/>
                          <a:ea typeface="+mn-ea"/>
                        </a:rPr>
                        <a:t>승인 번호 </a:t>
                      </a:r>
                      <a:r>
                        <a:rPr lang="en-US" altLang="ko-KR" sz="800" dirty="0">
                          <a:effectLst/>
                          <a:latin typeface="+mn-ea"/>
                          <a:ea typeface="+mn-ea"/>
                        </a:rPr>
                        <a:t>: 309878887</a:t>
                      </a:r>
                      <a:br>
                        <a:rPr lang="en-US" altLang="ko-KR" sz="800" dirty="0">
                          <a:effectLst/>
                          <a:latin typeface="+mn-ea"/>
                          <a:ea typeface="+mn-ea"/>
                        </a:rPr>
                      </a:br>
                      <a:r>
                        <a:rPr lang="ko-KR" altLang="en-US" sz="800" dirty="0">
                          <a:effectLst/>
                          <a:latin typeface="+mn-ea"/>
                          <a:ea typeface="+mn-ea"/>
                        </a:rPr>
                        <a:t>결제 금액 </a:t>
                      </a:r>
                      <a:r>
                        <a:rPr lang="en-US" altLang="ko-KR" sz="800" dirty="0">
                          <a:effectLst/>
                          <a:latin typeface="+mn-ea"/>
                          <a:ea typeface="+mn-ea"/>
                        </a:rPr>
                        <a:t>: 10,000</a:t>
                      </a:r>
                      <a:br>
                        <a:rPr lang="en-US" altLang="ko-KR" sz="800" dirty="0">
                          <a:effectLst/>
                          <a:latin typeface="+mn-ea"/>
                          <a:ea typeface="+mn-ea"/>
                        </a:rPr>
                      </a:br>
                      <a:r>
                        <a:rPr lang="ko-KR" altLang="en-US" sz="800" dirty="0">
                          <a:effectLst/>
                          <a:latin typeface="+mn-ea"/>
                          <a:ea typeface="+mn-ea"/>
                        </a:rPr>
                        <a:t>공급가 </a:t>
                      </a:r>
                      <a:r>
                        <a:rPr lang="en-US" altLang="ko-KR" sz="800" dirty="0">
                          <a:effectLst/>
                          <a:latin typeface="+mn-ea"/>
                          <a:ea typeface="+mn-ea"/>
                        </a:rPr>
                        <a:t>: 9,090</a:t>
                      </a:r>
                      <a:br>
                        <a:rPr lang="en-US" altLang="ko-KR" sz="800" dirty="0">
                          <a:effectLst/>
                          <a:latin typeface="+mn-ea"/>
                          <a:ea typeface="+mn-ea"/>
                        </a:rPr>
                      </a:br>
                      <a:r>
                        <a:rPr lang="ko-KR" altLang="en-US" sz="800" dirty="0">
                          <a:effectLst/>
                          <a:latin typeface="+mn-ea"/>
                          <a:ea typeface="+mn-ea"/>
                        </a:rPr>
                        <a:t>면세 </a:t>
                      </a:r>
                      <a:r>
                        <a:rPr lang="en-US" altLang="ko-KR" sz="800" dirty="0">
                          <a:effectLst/>
                          <a:latin typeface="+mn-ea"/>
                          <a:ea typeface="+mn-ea"/>
                        </a:rPr>
                        <a:t>: 0</a:t>
                      </a:r>
                      <a:br>
                        <a:rPr lang="en-US" altLang="ko-KR" sz="800" dirty="0">
                          <a:effectLst/>
                          <a:latin typeface="+mn-ea"/>
                          <a:ea typeface="+mn-ea"/>
                        </a:rPr>
                      </a:br>
                      <a:r>
                        <a:rPr lang="ko-KR" altLang="en-US" sz="800" dirty="0">
                          <a:effectLst/>
                          <a:latin typeface="+mn-ea"/>
                          <a:ea typeface="+mn-ea"/>
                        </a:rPr>
                        <a:t>부가세 </a:t>
                      </a:r>
                      <a:r>
                        <a:rPr lang="en-US" altLang="ko-KR" sz="800" dirty="0">
                          <a:effectLst/>
                          <a:latin typeface="+mn-ea"/>
                          <a:ea typeface="+mn-ea"/>
                        </a:rPr>
                        <a:t>: 910</a:t>
                      </a:r>
                      <a:br>
                        <a:rPr lang="en-US" altLang="ko-KR" sz="800" dirty="0">
                          <a:effectLst/>
                          <a:latin typeface="+mn-ea"/>
                          <a:ea typeface="+mn-ea"/>
                        </a:rPr>
                      </a:br>
                      <a:r>
                        <a:rPr lang="ko-KR" altLang="en-US" sz="800" dirty="0">
                          <a:effectLst/>
                          <a:latin typeface="+mn-ea"/>
                          <a:ea typeface="+mn-ea"/>
                        </a:rPr>
                        <a:t>카드 결제 금액 </a:t>
                      </a:r>
                      <a:r>
                        <a:rPr lang="en-US" altLang="ko-KR" sz="800" dirty="0">
                          <a:effectLst/>
                          <a:latin typeface="+mn-ea"/>
                          <a:ea typeface="+mn-ea"/>
                        </a:rPr>
                        <a:t>: 10,000</a:t>
                      </a:r>
                      <a:br>
                        <a:rPr lang="en-US" altLang="ko-KR" sz="800" dirty="0">
                          <a:effectLst/>
                          <a:latin typeface="+mn-ea"/>
                          <a:ea typeface="+mn-ea"/>
                        </a:rPr>
                      </a:br>
                      <a:r>
                        <a:rPr lang="ko-KR" altLang="en-US" sz="800" dirty="0">
                          <a:effectLst/>
                          <a:latin typeface="+mn-ea"/>
                          <a:ea typeface="+mn-ea"/>
                        </a:rPr>
                        <a:t>카드사 코드 </a:t>
                      </a:r>
                      <a:r>
                        <a:rPr lang="en-US" altLang="ko-KR" sz="800" dirty="0">
                          <a:effectLst/>
                          <a:latin typeface="+mn-ea"/>
                          <a:ea typeface="+mn-ea"/>
                        </a:rPr>
                        <a:t>: CCKM</a:t>
                      </a:r>
                      <a:br>
                        <a:rPr lang="en-US" altLang="ko-KR" sz="800" dirty="0">
                          <a:effectLst/>
                          <a:latin typeface="+mn-ea"/>
                          <a:ea typeface="+mn-ea"/>
                        </a:rPr>
                      </a:br>
                      <a:r>
                        <a:rPr lang="ko-KR" altLang="en-US" sz="800" dirty="0">
                          <a:effectLst/>
                          <a:latin typeface="+mn-ea"/>
                          <a:ea typeface="+mn-ea"/>
                        </a:rPr>
                        <a:t>카드사명 </a:t>
                      </a:r>
                      <a:r>
                        <a:rPr lang="en-US" altLang="ko-KR" sz="800" dirty="0">
                          <a:effectLst/>
                          <a:latin typeface="+mn-ea"/>
                          <a:ea typeface="+mn-ea"/>
                        </a:rPr>
                        <a:t>: </a:t>
                      </a:r>
                      <a:r>
                        <a:rPr lang="ko-KR" altLang="en-US" sz="800" dirty="0">
                          <a:effectLst/>
                          <a:latin typeface="+mn-ea"/>
                          <a:ea typeface="+mn-ea"/>
                        </a:rPr>
                        <a:t>국민카드</a:t>
                      </a:r>
                      <a:br>
                        <a:rPr lang="ko-KR" altLang="en-US" sz="800" dirty="0">
                          <a:effectLst/>
                          <a:latin typeface="+mn-ea"/>
                          <a:ea typeface="+mn-ea"/>
                        </a:rPr>
                      </a:br>
                      <a:r>
                        <a:rPr lang="ko-KR" altLang="en-US" sz="800" dirty="0">
                          <a:effectLst/>
                          <a:latin typeface="+mn-ea"/>
                          <a:ea typeface="+mn-ea"/>
                        </a:rPr>
                        <a:t>할부 개월 수 </a:t>
                      </a:r>
                      <a:r>
                        <a:rPr lang="en-US" altLang="ko-KR" sz="800" dirty="0">
                          <a:effectLst/>
                          <a:latin typeface="+mn-ea"/>
                          <a:ea typeface="+mn-ea"/>
                        </a:rPr>
                        <a:t>: 00</a:t>
                      </a:r>
                      <a:br>
                        <a:rPr lang="en-US" altLang="ko-KR" sz="800" dirty="0">
                          <a:effectLst/>
                          <a:latin typeface="+mn-ea"/>
                          <a:ea typeface="+mn-ea"/>
                        </a:rPr>
                      </a:br>
                      <a:r>
                        <a:rPr lang="ko-KR" altLang="en-US" sz="800" dirty="0">
                          <a:effectLst/>
                          <a:latin typeface="+mn-ea"/>
                          <a:ea typeface="+mn-ea"/>
                        </a:rPr>
                        <a:t>무이자 여부 </a:t>
                      </a:r>
                      <a:r>
                        <a:rPr lang="en-US" altLang="ko-KR" sz="800" dirty="0">
                          <a:effectLst/>
                          <a:latin typeface="+mn-ea"/>
                          <a:ea typeface="+mn-ea"/>
                        </a:rPr>
                        <a:t>: N</a:t>
                      </a:r>
                      <a:br>
                        <a:rPr lang="en-US" altLang="ko-KR" sz="800" dirty="0">
                          <a:effectLst/>
                          <a:latin typeface="+mn-ea"/>
                          <a:ea typeface="+mn-ea"/>
                        </a:rPr>
                      </a:br>
                      <a:r>
                        <a:rPr lang="ko-KR" altLang="en-US" sz="800" dirty="0">
                          <a:effectLst/>
                          <a:latin typeface="+mn-ea"/>
                          <a:ea typeface="+mn-ea"/>
                        </a:rPr>
                        <a:t>부분 취소 가능 여부 </a:t>
                      </a:r>
                      <a:r>
                        <a:rPr lang="en-US" altLang="ko-KR" sz="800" dirty="0">
                          <a:effectLst/>
                          <a:latin typeface="+mn-ea"/>
                          <a:ea typeface="+mn-ea"/>
                        </a:rPr>
                        <a:t>: Y</a:t>
                      </a:r>
                      <a:br>
                        <a:rPr lang="en-US" altLang="ko-KR" sz="800" dirty="0">
                          <a:effectLst/>
                          <a:latin typeface="+mn-ea"/>
                          <a:ea typeface="+mn-ea"/>
                        </a:rPr>
                      </a:br>
                      <a:r>
                        <a:rPr lang="ko-KR" altLang="en-US" sz="800" dirty="0">
                          <a:effectLst/>
                          <a:latin typeface="+mn-ea"/>
                          <a:ea typeface="+mn-ea"/>
                        </a:rPr>
                        <a:t>카드 구분 정보</a:t>
                      </a:r>
                      <a:r>
                        <a:rPr lang="en-US" altLang="ko-KR" sz="800" dirty="0">
                          <a:effectLst/>
                          <a:latin typeface="+mn-ea"/>
                          <a:ea typeface="+mn-ea"/>
                        </a:rPr>
                        <a:t>1 (</a:t>
                      </a:r>
                      <a:r>
                        <a:rPr lang="ko-KR" altLang="en-US" sz="800" dirty="0">
                          <a:effectLst/>
                          <a:latin typeface="+mn-ea"/>
                          <a:ea typeface="+mn-ea"/>
                        </a:rPr>
                        <a:t>개인</a:t>
                      </a:r>
                      <a:r>
                        <a:rPr lang="en-US" altLang="ko-KR" sz="800" dirty="0">
                          <a:effectLst/>
                          <a:latin typeface="+mn-ea"/>
                          <a:ea typeface="+mn-ea"/>
                        </a:rPr>
                        <a:t>: 0, </a:t>
                      </a:r>
                      <a:r>
                        <a:rPr lang="ko-KR" altLang="en-US" sz="800" dirty="0">
                          <a:effectLst/>
                          <a:latin typeface="+mn-ea"/>
                          <a:ea typeface="+mn-ea"/>
                        </a:rPr>
                        <a:t>법인</a:t>
                      </a:r>
                      <a:r>
                        <a:rPr lang="en-US" altLang="ko-KR" sz="800" dirty="0">
                          <a:effectLst/>
                          <a:latin typeface="+mn-ea"/>
                          <a:ea typeface="+mn-ea"/>
                        </a:rPr>
                        <a:t>: 1) : 0</a:t>
                      </a:r>
                      <a:br>
                        <a:rPr lang="en-US" altLang="ko-KR" sz="800" dirty="0">
                          <a:effectLst/>
                          <a:latin typeface="+mn-ea"/>
                          <a:ea typeface="+mn-ea"/>
                        </a:rPr>
                      </a:br>
                      <a:r>
                        <a:rPr lang="ko-KR" altLang="en-US" sz="800" dirty="0">
                          <a:effectLst/>
                          <a:latin typeface="+mn-ea"/>
                          <a:ea typeface="+mn-ea"/>
                        </a:rPr>
                        <a:t>카드 구분 정보</a:t>
                      </a:r>
                      <a:r>
                        <a:rPr lang="en-US" altLang="ko-KR" sz="800" dirty="0">
                          <a:effectLst/>
                          <a:latin typeface="+mn-ea"/>
                          <a:ea typeface="+mn-ea"/>
                        </a:rPr>
                        <a:t>2 (</a:t>
                      </a:r>
                      <a:r>
                        <a:rPr lang="ko-KR" altLang="en-US" sz="800" dirty="0">
                          <a:effectLst/>
                          <a:latin typeface="+mn-ea"/>
                          <a:ea typeface="+mn-ea"/>
                        </a:rPr>
                        <a:t>일반</a:t>
                      </a:r>
                      <a:r>
                        <a:rPr lang="en-US" altLang="ko-KR" sz="800" dirty="0">
                          <a:effectLst/>
                          <a:latin typeface="+mn-ea"/>
                          <a:ea typeface="+mn-ea"/>
                        </a:rPr>
                        <a:t>: 0, </a:t>
                      </a:r>
                      <a:r>
                        <a:rPr lang="ko-KR" altLang="en-US" sz="800" dirty="0">
                          <a:effectLst/>
                          <a:latin typeface="+mn-ea"/>
                          <a:ea typeface="+mn-ea"/>
                        </a:rPr>
                        <a:t>체크</a:t>
                      </a:r>
                      <a:r>
                        <a:rPr lang="en-US" altLang="ko-KR" sz="800" dirty="0">
                          <a:effectLst/>
                          <a:latin typeface="+mn-ea"/>
                          <a:ea typeface="+mn-ea"/>
                        </a:rPr>
                        <a:t>: 1) : 0</a:t>
                      </a:r>
                      <a:br>
                        <a:rPr lang="en-US" altLang="ko-KR" sz="800" dirty="0">
                          <a:effectLst/>
                          <a:latin typeface="+mn-ea"/>
                          <a:ea typeface="+mn-ea"/>
                        </a:rPr>
                      </a:br>
                      <a:r>
                        <a:rPr lang="ko-KR" altLang="en-US" sz="800" dirty="0" err="1">
                          <a:effectLst/>
                          <a:latin typeface="+mn-ea"/>
                          <a:ea typeface="+mn-ea"/>
                        </a:rPr>
                        <a:t>에스크로</a:t>
                      </a:r>
                      <a:r>
                        <a:rPr lang="ko-KR" altLang="en-US" sz="800" dirty="0">
                          <a:effectLst/>
                          <a:latin typeface="+mn-ea"/>
                          <a:ea typeface="+mn-ea"/>
                        </a:rPr>
                        <a:t> 결제 여부 </a:t>
                      </a:r>
                      <a:r>
                        <a:rPr lang="en-US" altLang="ko-KR" sz="800" dirty="0">
                          <a:effectLst/>
                          <a:latin typeface="+mn-ea"/>
                          <a:ea typeface="+mn-ea"/>
                        </a:rPr>
                        <a:t>: N</a:t>
                      </a:r>
                      <a:br>
                        <a:rPr lang="en-US" altLang="ko-KR" sz="800" dirty="0">
                          <a:effectLst/>
                          <a:latin typeface="+mn-ea"/>
                          <a:ea typeface="+mn-ea"/>
                        </a:rPr>
                      </a:br>
                      <a:r>
                        <a:rPr lang="ko-KR" altLang="en-US" sz="800" dirty="0">
                          <a:effectLst/>
                          <a:latin typeface="+mn-ea"/>
                          <a:ea typeface="+mn-ea"/>
                        </a:rPr>
                        <a:t>승인 일시 </a:t>
                      </a:r>
                      <a:r>
                        <a:rPr lang="en-US" altLang="ko-KR" sz="800" dirty="0">
                          <a:effectLst/>
                          <a:latin typeface="+mn-ea"/>
                          <a:ea typeface="+mn-ea"/>
                        </a:rPr>
                        <a:t>: 20241001121413</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2024-10-01 10:02:12</a:t>
                      </a:r>
                      <a:endParaRPr lang="ko-KR" altLang="en-US" sz="800" dirty="0">
                        <a:latin typeface="+mn-ea"/>
                        <a:ea typeface="+mn-ea"/>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32" name="TextBox 31">
            <a:extLst>
              <a:ext uri="{FF2B5EF4-FFF2-40B4-BE49-F238E27FC236}">
                <a16:creationId xmlns:a16="http://schemas.microsoft.com/office/drawing/2014/main" id="{B38B5DE7-6C0B-4572-8B50-2776D9704E14}"/>
              </a:ext>
            </a:extLst>
          </p:cNvPr>
          <p:cNvSpPr txBox="1"/>
          <p:nvPr/>
        </p:nvSpPr>
        <p:spPr>
          <a:xfrm>
            <a:off x="-384852" y="5880763"/>
            <a:ext cx="1132041" cy="246221"/>
          </a:xfrm>
          <a:prstGeom prst="rect">
            <a:avLst/>
          </a:prstGeom>
          <a:noFill/>
        </p:spPr>
        <p:txBody>
          <a:bodyPr wrap="none" rtlCol="0">
            <a:spAutoFit/>
          </a:bodyPr>
          <a:lstStyle/>
          <a:p>
            <a:r>
              <a:rPr lang="ko-KR" altLang="en-US" sz="1000" b="1" dirty="0">
                <a:latin typeface="맑은 고딕" panose="020B0503020000020004" pitchFamily="50" charset="-127"/>
                <a:ea typeface="맑은 고딕" panose="020B0503020000020004" pitchFamily="50" charset="-127"/>
              </a:rPr>
              <a:t>○ </a:t>
            </a:r>
            <a:r>
              <a:rPr lang="en-US" altLang="ko-KR" sz="1000" b="1" dirty="0">
                <a:latin typeface="맑은 고딕" panose="020B0503020000020004" pitchFamily="50" charset="-127"/>
                <a:ea typeface="맑은 고딕" panose="020B0503020000020004" pitchFamily="50" charset="-127"/>
              </a:rPr>
              <a:t>PG </a:t>
            </a:r>
            <a:r>
              <a:rPr lang="ko-KR" altLang="en-US" sz="1000" b="1" dirty="0">
                <a:latin typeface="맑은 고딕" panose="020B0503020000020004" pitchFamily="50" charset="-127"/>
                <a:ea typeface="맑은 고딕" panose="020B0503020000020004" pitchFamily="50" charset="-127"/>
              </a:rPr>
              <a:t>연동 로그</a:t>
            </a:r>
            <a:endParaRPr lang="ko-KR" altLang="en-US" sz="1000" dirty="0"/>
          </a:p>
        </p:txBody>
      </p:sp>
      <p:grpSp>
        <p:nvGrpSpPr>
          <p:cNvPr id="33" name="Image">
            <a:extLst>
              <a:ext uri="{FF2B5EF4-FFF2-40B4-BE49-F238E27FC236}">
                <a16:creationId xmlns:a16="http://schemas.microsoft.com/office/drawing/2014/main" id="{6E650509-79B2-45E1-9B98-9F2EB2690E18}"/>
              </a:ext>
            </a:extLst>
          </p:cNvPr>
          <p:cNvGrpSpPr>
            <a:grpSpLocks/>
          </p:cNvGrpSpPr>
          <p:nvPr/>
        </p:nvGrpSpPr>
        <p:grpSpPr bwMode="auto">
          <a:xfrm>
            <a:off x="5739664" y="5868505"/>
            <a:ext cx="263570" cy="250457"/>
            <a:chOff x="508000" y="1397000"/>
            <a:chExt cx="1008112" cy="1008112"/>
          </a:xfrm>
        </p:grpSpPr>
        <p:sp>
          <p:nvSpPr>
            <p:cNvPr id="34" name="Border">
              <a:extLst>
                <a:ext uri="{FF2B5EF4-FFF2-40B4-BE49-F238E27FC236}">
                  <a16:creationId xmlns:a16="http://schemas.microsoft.com/office/drawing/2014/main" id="{FBD568DE-64DF-48F1-83E7-3AE69834649A}"/>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5" name="Line 2">
              <a:extLst>
                <a:ext uri="{FF2B5EF4-FFF2-40B4-BE49-F238E27FC236}">
                  <a16:creationId xmlns:a16="http://schemas.microsoft.com/office/drawing/2014/main" id="{E665A11E-1200-4964-AE32-659E63F74D56}"/>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6" name="Line 1">
              <a:extLst>
                <a:ext uri="{FF2B5EF4-FFF2-40B4-BE49-F238E27FC236}">
                  <a16:creationId xmlns:a16="http://schemas.microsoft.com/office/drawing/2014/main" id="{D24B28D3-186D-4E9A-9A8F-001223CD10AD}"/>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37" name="직사각형 36">
            <a:extLst>
              <a:ext uri="{FF2B5EF4-FFF2-40B4-BE49-F238E27FC236}">
                <a16:creationId xmlns:a16="http://schemas.microsoft.com/office/drawing/2014/main" id="{B893F576-B7D8-4C21-85F3-FA6C8D73A520}"/>
              </a:ext>
            </a:extLst>
          </p:cNvPr>
          <p:cNvSpPr/>
          <p:nvPr/>
        </p:nvSpPr>
        <p:spPr>
          <a:xfrm>
            <a:off x="2324130" y="9337611"/>
            <a:ext cx="1021019" cy="27550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b="1" dirty="0" err="1">
                <a:solidFill>
                  <a:schemeClr val="bg1"/>
                </a:solidFill>
              </a:rPr>
              <a:t>창닫기</a:t>
            </a:r>
            <a:endParaRPr lang="en-US" altLang="ko-KR" sz="1000" b="1" dirty="0">
              <a:solidFill>
                <a:schemeClr val="bg1"/>
              </a:solidFill>
            </a:endParaRPr>
          </a:p>
        </p:txBody>
      </p:sp>
      <p:sp>
        <p:nvSpPr>
          <p:cNvPr id="38" name="타원 37">
            <a:extLst>
              <a:ext uri="{FF2B5EF4-FFF2-40B4-BE49-F238E27FC236}">
                <a16:creationId xmlns:a16="http://schemas.microsoft.com/office/drawing/2014/main" id="{B98AE497-0CCC-46F6-A28E-0F94CDE59477}"/>
              </a:ext>
            </a:extLst>
          </p:cNvPr>
          <p:cNvSpPr/>
          <p:nvPr/>
        </p:nvSpPr>
        <p:spPr>
          <a:xfrm>
            <a:off x="7119293" y="6060277"/>
            <a:ext cx="966832"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9" name="직선 화살표 연결선 38">
            <a:extLst>
              <a:ext uri="{FF2B5EF4-FFF2-40B4-BE49-F238E27FC236}">
                <a16:creationId xmlns:a16="http://schemas.microsoft.com/office/drawing/2014/main" id="{60A60603-1526-457E-857B-EFDB1803022B}"/>
              </a:ext>
            </a:extLst>
          </p:cNvPr>
          <p:cNvCxnSpPr>
            <a:cxnSpLocks/>
          </p:cNvCxnSpPr>
          <p:nvPr/>
        </p:nvCxnSpPr>
        <p:spPr>
          <a:xfrm flipH="1">
            <a:off x="6003234" y="6288723"/>
            <a:ext cx="1116059" cy="5727"/>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41" name="표 40">
            <a:extLst>
              <a:ext uri="{FF2B5EF4-FFF2-40B4-BE49-F238E27FC236}">
                <a16:creationId xmlns:a16="http://schemas.microsoft.com/office/drawing/2014/main" id="{0F494D3F-E597-461A-BB5F-1039AF0F8558}"/>
              </a:ext>
            </a:extLst>
          </p:cNvPr>
          <p:cNvGraphicFramePr>
            <a:graphicFrameLocks noGrp="1"/>
          </p:cNvGraphicFramePr>
          <p:nvPr>
            <p:extLst>
              <p:ext uri="{D42A27DB-BD31-4B8C-83A1-F6EECF244321}">
                <p14:modId xmlns:p14="http://schemas.microsoft.com/office/powerpoint/2010/main" val="215093063"/>
              </p:ext>
            </p:extLst>
          </p:nvPr>
        </p:nvGraphicFramePr>
        <p:xfrm>
          <a:off x="10171774" y="22159"/>
          <a:ext cx="1979018" cy="28204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RF-02-07-02-1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a:t>주문목록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상세 보기 </a:t>
                      </a:r>
                      <a:r>
                        <a:rPr lang="en-US" altLang="ko-KR" sz="800" dirty="0"/>
                        <a:t>&gt; </a:t>
                      </a:r>
                      <a:r>
                        <a:rPr lang="ko-KR" altLang="en-US" sz="800" dirty="0"/>
                        <a:t>주문 목록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주문 정보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항목이 많아서 좌우로 스크롤이 가능함</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주문상품목록의 모든 항목</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&gt;&gt; </a:t>
                      </a:r>
                      <a:r>
                        <a:rPr lang="ko-KR" altLang="en-US" sz="800" dirty="0"/>
                        <a:t>표시항목에서 금액관련한 부분은 </a:t>
                      </a:r>
                      <a:r>
                        <a:rPr lang="en-US" altLang="ko-KR" sz="800" dirty="0"/>
                        <a:t>RF-02-07-01-1 </a:t>
                      </a:r>
                      <a:r>
                        <a:rPr lang="ko-KR" altLang="en-US" sz="800" dirty="0"/>
                        <a:t>을 기준으로 항목을 표시한다</a:t>
                      </a:r>
                      <a:r>
                        <a:rPr lang="en-US" altLang="ko-KR" sz="80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카드 결제일 경우 카드결제 정보를 확인가능</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bl>
          </a:graphicData>
        </a:graphic>
      </p:graphicFrame>
      <p:cxnSp>
        <p:nvCxnSpPr>
          <p:cNvPr id="42" name="직선 화살표 연결선 41">
            <a:extLst>
              <a:ext uri="{FF2B5EF4-FFF2-40B4-BE49-F238E27FC236}">
                <a16:creationId xmlns:a16="http://schemas.microsoft.com/office/drawing/2014/main" id="{8EC87028-BED0-4C15-9893-37CEEE9BE49D}"/>
              </a:ext>
            </a:extLst>
          </p:cNvPr>
          <p:cNvCxnSpPr>
            <a:cxnSpLocks/>
          </p:cNvCxnSpPr>
          <p:nvPr/>
        </p:nvCxnSpPr>
        <p:spPr>
          <a:xfrm>
            <a:off x="2751151" y="2975183"/>
            <a:ext cx="4031312" cy="0"/>
          </a:xfrm>
          <a:prstGeom prst="straightConnector1">
            <a:avLst/>
          </a:prstGeom>
          <a:ln w="28575">
            <a:solidFill>
              <a:srgbClr val="FF0000"/>
            </a:solidFill>
            <a:prstDash val="dash"/>
            <a:headEnd type="triangle"/>
            <a:tailEnd type="triangle"/>
          </a:ln>
        </p:spPr>
        <p:style>
          <a:lnRef idx="1">
            <a:schemeClr val="accent1"/>
          </a:lnRef>
          <a:fillRef idx="0">
            <a:schemeClr val="accent1"/>
          </a:fillRef>
          <a:effectRef idx="0">
            <a:schemeClr val="accent1"/>
          </a:effectRef>
          <a:fontRef idx="minor">
            <a:schemeClr val="tx1"/>
          </a:fontRef>
        </p:style>
      </p:cxnSp>
      <p:sp>
        <p:nvSpPr>
          <p:cNvPr id="43" name="TextBox 42">
            <a:extLst>
              <a:ext uri="{FF2B5EF4-FFF2-40B4-BE49-F238E27FC236}">
                <a16:creationId xmlns:a16="http://schemas.microsoft.com/office/drawing/2014/main" id="{7D187241-B42C-4211-910A-66F07278BBE5}"/>
              </a:ext>
            </a:extLst>
          </p:cNvPr>
          <p:cNvSpPr txBox="1"/>
          <p:nvPr/>
        </p:nvSpPr>
        <p:spPr>
          <a:xfrm>
            <a:off x="4866552" y="2853509"/>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44" name="TextBox 43">
            <a:extLst>
              <a:ext uri="{FF2B5EF4-FFF2-40B4-BE49-F238E27FC236}">
                <a16:creationId xmlns:a16="http://schemas.microsoft.com/office/drawing/2014/main" id="{99C7A104-CDE3-445C-A77B-390F88C4BCF3}"/>
              </a:ext>
            </a:extLst>
          </p:cNvPr>
          <p:cNvSpPr txBox="1"/>
          <p:nvPr/>
        </p:nvSpPr>
        <p:spPr>
          <a:xfrm>
            <a:off x="-4874419" y="3802882"/>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45" name="TextBox 44">
            <a:extLst>
              <a:ext uri="{FF2B5EF4-FFF2-40B4-BE49-F238E27FC236}">
                <a16:creationId xmlns:a16="http://schemas.microsoft.com/office/drawing/2014/main" id="{2499C25B-070D-4861-ADEC-B728E4474C9C}"/>
              </a:ext>
            </a:extLst>
          </p:cNvPr>
          <p:cNvSpPr txBox="1"/>
          <p:nvPr/>
        </p:nvSpPr>
        <p:spPr>
          <a:xfrm>
            <a:off x="7443643" y="5922313"/>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47" name="타원 46">
            <a:extLst>
              <a:ext uri="{FF2B5EF4-FFF2-40B4-BE49-F238E27FC236}">
                <a16:creationId xmlns:a16="http://schemas.microsoft.com/office/drawing/2014/main" id="{F09559F9-659B-40CD-964F-317FBA1A2092}"/>
              </a:ext>
            </a:extLst>
          </p:cNvPr>
          <p:cNvSpPr/>
          <p:nvPr/>
        </p:nvSpPr>
        <p:spPr>
          <a:xfrm>
            <a:off x="308966" y="2399887"/>
            <a:ext cx="1072729" cy="1022566"/>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8" name="직선 화살표 연결선 47">
            <a:extLst>
              <a:ext uri="{FF2B5EF4-FFF2-40B4-BE49-F238E27FC236}">
                <a16:creationId xmlns:a16="http://schemas.microsoft.com/office/drawing/2014/main" id="{7BB934CA-8945-41CA-AD21-20BBF580C72C}"/>
              </a:ext>
            </a:extLst>
          </p:cNvPr>
          <p:cNvCxnSpPr>
            <a:cxnSpLocks/>
            <a:stCxn id="47" idx="4"/>
          </p:cNvCxnSpPr>
          <p:nvPr/>
        </p:nvCxnSpPr>
        <p:spPr>
          <a:xfrm flipH="1">
            <a:off x="830387" y="3422453"/>
            <a:ext cx="14944" cy="560281"/>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56" name="직사각형 55">
            <a:extLst>
              <a:ext uri="{FF2B5EF4-FFF2-40B4-BE49-F238E27FC236}">
                <a16:creationId xmlns:a16="http://schemas.microsoft.com/office/drawing/2014/main" id="{D539EAEF-D43B-41CF-A3EF-1448A0FAD419}"/>
              </a:ext>
            </a:extLst>
          </p:cNvPr>
          <p:cNvSpPr/>
          <p:nvPr/>
        </p:nvSpPr>
        <p:spPr>
          <a:xfrm>
            <a:off x="941696" y="4010804"/>
            <a:ext cx="6018662" cy="757084"/>
          </a:xfrm>
          <a:prstGeom prst="rect">
            <a:avLst/>
          </a:prstGeom>
          <a:no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57" name="직선 화살표 연결선 56">
            <a:extLst>
              <a:ext uri="{FF2B5EF4-FFF2-40B4-BE49-F238E27FC236}">
                <a16:creationId xmlns:a16="http://schemas.microsoft.com/office/drawing/2014/main" id="{11FC69D6-7818-4A13-A32B-82C09747ED33}"/>
              </a:ext>
            </a:extLst>
          </p:cNvPr>
          <p:cNvCxnSpPr>
            <a:cxnSpLocks/>
          </p:cNvCxnSpPr>
          <p:nvPr/>
        </p:nvCxnSpPr>
        <p:spPr>
          <a:xfrm>
            <a:off x="6960358" y="4371977"/>
            <a:ext cx="1380193" cy="41069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nvGrpSpPr>
          <p:cNvPr id="52" name="그룹 51">
            <a:extLst>
              <a:ext uri="{FF2B5EF4-FFF2-40B4-BE49-F238E27FC236}">
                <a16:creationId xmlns:a16="http://schemas.microsoft.com/office/drawing/2014/main" id="{147364B9-103B-4320-BF88-1F292F65B593}"/>
              </a:ext>
            </a:extLst>
          </p:cNvPr>
          <p:cNvGrpSpPr/>
          <p:nvPr/>
        </p:nvGrpSpPr>
        <p:grpSpPr>
          <a:xfrm>
            <a:off x="7016955" y="4867667"/>
            <a:ext cx="6202908" cy="784132"/>
            <a:chOff x="6720642" y="3676424"/>
            <a:chExt cx="6202908" cy="784132"/>
          </a:xfrm>
        </p:grpSpPr>
        <p:sp>
          <p:nvSpPr>
            <p:cNvPr id="58" name="직사각형 57">
              <a:extLst>
                <a:ext uri="{FF2B5EF4-FFF2-40B4-BE49-F238E27FC236}">
                  <a16:creationId xmlns:a16="http://schemas.microsoft.com/office/drawing/2014/main" id="{AEAAB90F-BC1A-41C6-8B85-476B414D15F2}"/>
                </a:ext>
              </a:extLst>
            </p:cNvPr>
            <p:cNvSpPr/>
            <p:nvPr/>
          </p:nvSpPr>
          <p:spPr>
            <a:xfrm>
              <a:off x="6720642" y="3676424"/>
              <a:ext cx="6202908" cy="784132"/>
            </a:xfrm>
            <a:prstGeom prst="rect">
              <a:avLst/>
            </a:prstGeom>
            <a:solidFill>
              <a:schemeClr val="bg1"/>
            </a:solid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pic>
          <p:nvPicPr>
            <p:cNvPr id="59" name="그림 58">
              <a:extLst>
                <a:ext uri="{FF2B5EF4-FFF2-40B4-BE49-F238E27FC236}">
                  <a16:creationId xmlns:a16="http://schemas.microsoft.com/office/drawing/2014/main" id="{B76F730F-0D42-4D59-B82D-16853CCFD2CC}"/>
                </a:ext>
              </a:extLst>
            </p:cNvPr>
            <p:cNvPicPr>
              <a:picLocks noChangeAspect="1"/>
            </p:cNvPicPr>
            <p:nvPr/>
          </p:nvPicPr>
          <p:blipFill>
            <a:blip r:embed="rId5"/>
            <a:stretch>
              <a:fillRect/>
            </a:stretch>
          </p:blipFill>
          <p:spPr>
            <a:xfrm>
              <a:off x="6764141" y="3717853"/>
              <a:ext cx="6121128" cy="713318"/>
            </a:xfrm>
            <a:prstGeom prst="rect">
              <a:avLst/>
            </a:prstGeom>
          </p:spPr>
        </p:pic>
      </p:grpSp>
    </p:spTree>
    <p:extLst>
      <p:ext uri="{BB962C8B-B14F-4D97-AF65-F5344CB8AC3E}">
        <p14:creationId xmlns:p14="http://schemas.microsoft.com/office/powerpoint/2010/main" val="779880383"/>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TextBox 38">
            <a:extLst>
              <a:ext uri="{FF2B5EF4-FFF2-40B4-BE49-F238E27FC236}">
                <a16:creationId xmlns:a16="http://schemas.microsoft.com/office/drawing/2014/main" id="{FAAAD993-D16E-43B0-90A1-740978546910}"/>
              </a:ext>
            </a:extLst>
          </p:cNvPr>
          <p:cNvSpPr txBox="1"/>
          <p:nvPr/>
        </p:nvSpPr>
        <p:spPr>
          <a:xfrm>
            <a:off x="262623" y="2217149"/>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40" name="TextBox 39">
            <a:extLst>
              <a:ext uri="{FF2B5EF4-FFF2-40B4-BE49-F238E27FC236}">
                <a16:creationId xmlns:a16="http://schemas.microsoft.com/office/drawing/2014/main" id="{9D744650-5B9B-4873-8F0D-3EB45E146445}"/>
              </a:ext>
            </a:extLst>
          </p:cNvPr>
          <p:cNvSpPr txBox="1"/>
          <p:nvPr/>
        </p:nvSpPr>
        <p:spPr>
          <a:xfrm>
            <a:off x="262623" y="3066102"/>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graphicFrame>
        <p:nvGraphicFramePr>
          <p:cNvPr id="4" name="표 3">
            <a:extLst>
              <a:ext uri="{FF2B5EF4-FFF2-40B4-BE49-F238E27FC236}">
                <a16:creationId xmlns:a16="http://schemas.microsoft.com/office/drawing/2014/main" id="{0CDD4A8E-CDAB-49E5-B505-04E790B34D57}"/>
              </a:ext>
            </a:extLst>
          </p:cNvPr>
          <p:cNvGraphicFramePr>
            <a:graphicFrameLocks noGrp="1"/>
          </p:cNvGraphicFramePr>
          <p:nvPr>
            <p:extLst>
              <p:ext uri="{D42A27DB-BD31-4B8C-83A1-F6EECF244321}">
                <p14:modId xmlns:p14="http://schemas.microsoft.com/office/powerpoint/2010/main" val="1457216486"/>
              </p:ext>
            </p:extLst>
          </p:nvPr>
        </p:nvGraphicFramePr>
        <p:xfrm>
          <a:off x="10171774" y="22159"/>
          <a:ext cx="1979018" cy="257659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a:t>주문목록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상세 보기 </a:t>
                      </a:r>
                      <a:r>
                        <a:rPr lang="en-US" altLang="ko-KR" sz="800" dirty="0"/>
                        <a:t>&gt; </a:t>
                      </a:r>
                      <a:r>
                        <a:rPr lang="ko-KR" altLang="en-US" sz="800" dirty="0"/>
                        <a:t>정상 주문</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주문 상세보기의 정상 주문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항목이 많아서 좌우로 스크롤이 가능함</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주문의 상태</a:t>
                      </a:r>
                      <a:r>
                        <a:rPr lang="en-US" altLang="ko-KR" sz="800" b="0" dirty="0">
                          <a:solidFill>
                            <a:schemeClr val="tx1"/>
                          </a:solidFill>
                        </a:rPr>
                        <a:t>, </a:t>
                      </a:r>
                      <a:r>
                        <a:rPr lang="ko-KR" altLang="en-US" sz="800" b="0" dirty="0">
                          <a:solidFill>
                            <a:schemeClr val="tx1"/>
                          </a:solidFill>
                        </a:rPr>
                        <a:t>타입을 변경 하는 버튼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표시항목에서 금액관련한 부분은 </a:t>
                      </a:r>
                      <a:r>
                        <a:rPr lang="en-US" altLang="ko-KR" sz="800" dirty="0"/>
                        <a:t>RF-02-07-01-1 </a:t>
                      </a:r>
                      <a:r>
                        <a:rPr lang="ko-KR" altLang="en-US" sz="800" dirty="0"/>
                        <a:t>을 기준으로 항목을 표시한다</a:t>
                      </a:r>
                      <a:r>
                        <a:rPr lang="en-US" altLang="ko-KR" sz="800" dirty="0"/>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022576573"/>
                  </a:ext>
                </a:extLst>
              </a:tr>
            </a:tbl>
          </a:graphicData>
        </a:graphic>
      </p:graphicFrame>
      <p:cxnSp>
        <p:nvCxnSpPr>
          <p:cNvPr id="5" name="직선 화살표 연결선 4">
            <a:extLst>
              <a:ext uri="{FF2B5EF4-FFF2-40B4-BE49-F238E27FC236}">
                <a16:creationId xmlns:a16="http://schemas.microsoft.com/office/drawing/2014/main" id="{5641EC3E-7511-480F-8B75-81125B6A8F28}"/>
              </a:ext>
            </a:extLst>
          </p:cNvPr>
          <p:cNvCxnSpPr>
            <a:cxnSpLocks/>
          </p:cNvCxnSpPr>
          <p:nvPr/>
        </p:nvCxnSpPr>
        <p:spPr>
          <a:xfrm>
            <a:off x="2934031" y="2781385"/>
            <a:ext cx="4031312" cy="0"/>
          </a:xfrm>
          <a:prstGeom prst="straightConnector1">
            <a:avLst/>
          </a:prstGeom>
          <a:ln w="28575">
            <a:solidFill>
              <a:srgbClr val="FF0000"/>
            </a:solidFill>
            <a:prstDash val="dash"/>
            <a:headEnd type="triangle"/>
            <a:tailEnd type="triangle"/>
          </a:ln>
        </p:spPr>
        <p:style>
          <a:lnRef idx="1">
            <a:schemeClr val="accent1"/>
          </a:lnRef>
          <a:fillRef idx="0">
            <a:schemeClr val="accent1"/>
          </a:fillRef>
          <a:effectRef idx="0">
            <a:schemeClr val="accent1"/>
          </a:effectRef>
          <a:fontRef idx="minor">
            <a:schemeClr val="tx1"/>
          </a:fontRef>
        </p:style>
      </p:cxnSp>
      <p:sp>
        <p:nvSpPr>
          <p:cNvPr id="10" name="직사각형 9">
            <a:extLst>
              <a:ext uri="{FF2B5EF4-FFF2-40B4-BE49-F238E27FC236}">
                <a16:creationId xmlns:a16="http://schemas.microsoft.com/office/drawing/2014/main" id="{A641B68A-57C9-4142-A538-D1FFC66C6C8C}"/>
              </a:ext>
            </a:extLst>
          </p:cNvPr>
          <p:cNvSpPr/>
          <p:nvPr/>
        </p:nvSpPr>
        <p:spPr>
          <a:xfrm>
            <a:off x="6439606" y="2326394"/>
            <a:ext cx="3427725" cy="757084"/>
          </a:xfrm>
          <a:prstGeom prst="rect">
            <a:avLst/>
          </a:prstGeom>
          <a:no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 name="직선 화살표 연결선 10">
            <a:extLst>
              <a:ext uri="{FF2B5EF4-FFF2-40B4-BE49-F238E27FC236}">
                <a16:creationId xmlns:a16="http://schemas.microsoft.com/office/drawing/2014/main" id="{BD15A886-43D1-4A2D-9FA2-A38C04B3CC86}"/>
              </a:ext>
            </a:extLst>
          </p:cNvPr>
          <p:cNvCxnSpPr>
            <a:cxnSpLocks/>
            <a:stCxn id="10" idx="2"/>
          </p:cNvCxnSpPr>
          <p:nvPr/>
        </p:nvCxnSpPr>
        <p:spPr>
          <a:xfrm>
            <a:off x="8153469" y="3083478"/>
            <a:ext cx="430973" cy="41069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4C286FA0-3F13-4A3B-BB1F-0C0B1FA295DF}"/>
              </a:ext>
            </a:extLst>
          </p:cNvPr>
          <p:cNvSpPr txBox="1"/>
          <p:nvPr/>
        </p:nvSpPr>
        <p:spPr>
          <a:xfrm>
            <a:off x="6313610" y="2217149"/>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grpSp>
        <p:nvGrpSpPr>
          <p:cNvPr id="15" name="그룹 14">
            <a:extLst>
              <a:ext uri="{FF2B5EF4-FFF2-40B4-BE49-F238E27FC236}">
                <a16:creationId xmlns:a16="http://schemas.microsoft.com/office/drawing/2014/main" id="{A0E7AC92-073E-4D7D-AB84-70D3182A5B82}"/>
              </a:ext>
            </a:extLst>
          </p:cNvPr>
          <p:cNvGrpSpPr/>
          <p:nvPr/>
        </p:nvGrpSpPr>
        <p:grpSpPr>
          <a:xfrm>
            <a:off x="6765877" y="3538469"/>
            <a:ext cx="6202908" cy="784132"/>
            <a:chOff x="6720642" y="3676424"/>
            <a:chExt cx="6202908" cy="784132"/>
          </a:xfrm>
        </p:grpSpPr>
        <p:sp>
          <p:nvSpPr>
            <p:cNvPr id="16" name="직사각형 15">
              <a:extLst>
                <a:ext uri="{FF2B5EF4-FFF2-40B4-BE49-F238E27FC236}">
                  <a16:creationId xmlns:a16="http://schemas.microsoft.com/office/drawing/2014/main" id="{F7F3D272-93CB-4F3F-9C02-E4C48F7B0174}"/>
                </a:ext>
              </a:extLst>
            </p:cNvPr>
            <p:cNvSpPr/>
            <p:nvPr/>
          </p:nvSpPr>
          <p:spPr>
            <a:xfrm>
              <a:off x="6720642" y="3676424"/>
              <a:ext cx="6202908" cy="784132"/>
            </a:xfrm>
            <a:prstGeom prst="rect">
              <a:avLst/>
            </a:prstGeom>
            <a:solidFill>
              <a:schemeClr val="bg1"/>
            </a:solid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pic>
          <p:nvPicPr>
            <p:cNvPr id="17" name="그림 16">
              <a:extLst>
                <a:ext uri="{FF2B5EF4-FFF2-40B4-BE49-F238E27FC236}">
                  <a16:creationId xmlns:a16="http://schemas.microsoft.com/office/drawing/2014/main" id="{D518A179-5C73-4BA9-8B02-1675EB2E870F}"/>
                </a:ext>
              </a:extLst>
            </p:cNvPr>
            <p:cNvPicPr>
              <a:picLocks noChangeAspect="1"/>
            </p:cNvPicPr>
            <p:nvPr/>
          </p:nvPicPr>
          <p:blipFill>
            <a:blip r:embed="rId2"/>
            <a:stretch>
              <a:fillRect/>
            </a:stretch>
          </p:blipFill>
          <p:spPr>
            <a:xfrm>
              <a:off x="6764141" y="3717853"/>
              <a:ext cx="6121128" cy="713318"/>
            </a:xfrm>
            <a:prstGeom prst="rect">
              <a:avLst/>
            </a:prstGeom>
          </p:spPr>
        </p:pic>
      </p:grpSp>
    </p:spTree>
    <p:extLst>
      <p:ext uri="{BB962C8B-B14F-4D97-AF65-F5344CB8AC3E}">
        <p14:creationId xmlns:p14="http://schemas.microsoft.com/office/powerpoint/2010/main" val="2419514622"/>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Window Outer">
            <a:extLst>
              <a:ext uri="{FF2B5EF4-FFF2-40B4-BE49-F238E27FC236}">
                <a16:creationId xmlns:a16="http://schemas.microsoft.com/office/drawing/2014/main" id="{D6A3499F-CCA1-4CB3-9A52-45129BC8F716}"/>
              </a:ext>
            </a:extLst>
          </p:cNvPr>
          <p:cNvSpPr/>
          <p:nvPr>
            <p:custDataLst>
              <p:tags r:id="rId1"/>
            </p:custDataLst>
          </p:nvPr>
        </p:nvSpPr>
        <p:spPr>
          <a:xfrm>
            <a:off x="407035" y="4032249"/>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sz="1000" b="1" dirty="0">
                <a:solidFill>
                  <a:schemeClr val="bg1"/>
                </a:solidFill>
                <a:latin typeface="Calibri" pitchFamily="34" charset="0"/>
                <a:cs typeface="Calibri" pitchFamily="34" charset="0"/>
              </a:rPr>
              <a:t>Confirm</a:t>
            </a:r>
          </a:p>
        </p:txBody>
      </p:sp>
      <p:sp>
        <p:nvSpPr>
          <p:cNvPr id="19" name="Window Inner">
            <a:extLst>
              <a:ext uri="{FF2B5EF4-FFF2-40B4-BE49-F238E27FC236}">
                <a16:creationId xmlns:a16="http://schemas.microsoft.com/office/drawing/2014/main" id="{6931F6CC-5660-4396-A275-FB50C62D9FE3}"/>
              </a:ext>
            </a:extLst>
          </p:cNvPr>
          <p:cNvSpPr/>
          <p:nvPr>
            <p:custDataLst>
              <p:tags r:id="rId2"/>
            </p:custDataLst>
          </p:nvPr>
        </p:nvSpPr>
        <p:spPr>
          <a:xfrm>
            <a:off x="447251" y="4238624"/>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20" name="TextBox 19">
            <a:extLst>
              <a:ext uri="{FF2B5EF4-FFF2-40B4-BE49-F238E27FC236}">
                <a16:creationId xmlns:a16="http://schemas.microsoft.com/office/drawing/2014/main" id="{02CF94BF-4CAF-4449-BA0A-D71FE23D4F7C}"/>
              </a:ext>
            </a:extLst>
          </p:cNvPr>
          <p:cNvSpPr txBox="1"/>
          <p:nvPr/>
        </p:nvSpPr>
        <p:spPr>
          <a:xfrm>
            <a:off x="1225801" y="4506600"/>
            <a:ext cx="1846979" cy="248273"/>
          </a:xfrm>
          <a:prstGeom prst="rect">
            <a:avLst/>
          </a:prstGeom>
          <a:noFill/>
        </p:spPr>
        <p:txBody>
          <a:bodyPr wrap="none" rtlCol="0">
            <a:spAutoFit/>
          </a:bodyPr>
          <a:lstStyle/>
          <a:p>
            <a:pPr algn="ctr">
              <a:lnSpc>
                <a:spcPct val="150000"/>
              </a:lnSpc>
            </a:pPr>
            <a:r>
              <a:rPr lang="ko-KR" altLang="en-US" sz="800" dirty="0">
                <a:latin typeface="나눔고딕" charset="0"/>
                <a:ea typeface="나눔고딕" charset="0"/>
              </a:rPr>
              <a:t>결제완료 상태로 </a:t>
            </a:r>
            <a:r>
              <a:rPr lang="ko-KR" altLang="en-US" sz="800" dirty="0" err="1">
                <a:latin typeface="나눔고딕" charset="0"/>
                <a:ea typeface="나눔고딕" charset="0"/>
              </a:rPr>
              <a:t>전환하시겠습니까</a:t>
            </a:r>
            <a:r>
              <a:rPr lang="en-US" altLang="ko-KR" sz="800" dirty="0">
                <a:latin typeface="나눔고딕" charset="0"/>
                <a:ea typeface="나눔고딕" charset="0"/>
              </a:rPr>
              <a:t>?</a:t>
            </a:r>
            <a:endParaRPr lang="ko-KR" altLang="en-US" sz="800" dirty="0">
              <a:latin typeface="나눔고딕" charset="0"/>
              <a:ea typeface="나눔고딕" charset="0"/>
            </a:endParaRPr>
          </a:p>
        </p:txBody>
      </p:sp>
      <p:sp>
        <p:nvSpPr>
          <p:cNvPr id="21" name="직사각형 20">
            <a:extLst>
              <a:ext uri="{FF2B5EF4-FFF2-40B4-BE49-F238E27FC236}">
                <a16:creationId xmlns:a16="http://schemas.microsoft.com/office/drawing/2014/main" id="{16776AA2-E950-466E-84CD-3043E86F107A}"/>
              </a:ext>
            </a:extLst>
          </p:cNvPr>
          <p:cNvSpPr/>
          <p:nvPr/>
        </p:nvSpPr>
        <p:spPr>
          <a:xfrm>
            <a:off x="2210647" y="5024119"/>
            <a:ext cx="632460" cy="273050"/>
          </a:xfrm>
          <a:prstGeom prst="rect">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취소</a:t>
            </a:r>
          </a:p>
        </p:txBody>
      </p:sp>
      <p:sp>
        <p:nvSpPr>
          <p:cNvPr id="22" name="직사각형 21">
            <a:extLst>
              <a:ext uri="{FF2B5EF4-FFF2-40B4-BE49-F238E27FC236}">
                <a16:creationId xmlns:a16="http://schemas.microsoft.com/office/drawing/2014/main" id="{C2203C63-F945-45A4-ADC9-1D2C8266F007}"/>
              </a:ext>
            </a:extLst>
          </p:cNvPr>
          <p:cNvSpPr/>
          <p:nvPr/>
        </p:nvSpPr>
        <p:spPr>
          <a:xfrm>
            <a:off x="1518497" y="5025389"/>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28" name="타원 27">
            <a:extLst>
              <a:ext uri="{FF2B5EF4-FFF2-40B4-BE49-F238E27FC236}">
                <a16:creationId xmlns:a16="http://schemas.microsoft.com/office/drawing/2014/main" id="{11DED7AE-2D5E-4D70-BDB6-149A55991724}"/>
              </a:ext>
            </a:extLst>
          </p:cNvPr>
          <p:cNvSpPr/>
          <p:nvPr/>
        </p:nvSpPr>
        <p:spPr>
          <a:xfrm>
            <a:off x="338667" y="3075122"/>
            <a:ext cx="1075266"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9" name="직선 화살표 연결선 28">
            <a:extLst>
              <a:ext uri="{FF2B5EF4-FFF2-40B4-BE49-F238E27FC236}">
                <a16:creationId xmlns:a16="http://schemas.microsoft.com/office/drawing/2014/main" id="{05B4F3A2-49AD-47CA-9B94-E8F49BF0CDCC}"/>
              </a:ext>
            </a:extLst>
          </p:cNvPr>
          <p:cNvCxnSpPr>
            <a:cxnSpLocks/>
            <a:stCxn id="28" idx="4"/>
          </p:cNvCxnSpPr>
          <p:nvPr/>
        </p:nvCxnSpPr>
        <p:spPr>
          <a:xfrm>
            <a:off x="876300" y="3518746"/>
            <a:ext cx="0" cy="608753"/>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34" name="Window Outer">
            <a:extLst>
              <a:ext uri="{FF2B5EF4-FFF2-40B4-BE49-F238E27FC236}">
                <a16:creationId xmlns:a16="http://schemas.microsoft.com/office/drawing/2014/main" id="{0A9D8004-6147-4A29-9BBC-7FB781744D6F}"/>
              </a:ext>
            </a:extLst>
          </p:cNvPr>
          <p:cNvSpPr/>
          <p:nvPr>
            <p:custDataLst>
              <p:tags r:id="rId3"/>
            </p:custDataLst>
          </p:nvPr>
        </p:nvSpPr>
        <p:spPr>
          <a:xfrm>
            <a:off x="407035" y="5925818"/>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1000" b="1" dirty="0">
                <a:solidFill>
                  <a:schemeClr val="bg1"/>
                </a:solidFill>
                <a:latin typeface="Calibri" pitchFamily="34" charset="0"/>
                <a:cs typeface="Calibri" pitchFamily="34" charset="0"/>
              </a:rPr>
              <a:t>Alert</a:t>
            </a:r>
          </a:p>
        </p:txBody>
      </p:sp>
      <p:sp>
        <p:nvSpPr>
          <p:cNvPr id="35" name="Window Inner">
            <a:extLst>
              <a:ext uri="{FF2B5EF4-FFF2-40B4-BE49-F238E27FC236}">
                <a16:creationId xmlns:a16="http://schemas.microsoft.com/office/drawing/2014/main" id="{9A6F21B0-5466-4085-9529-4C984DDBA644}"/>
              </a:ext>
            </a:extLst>
          </p:cNvPr>
          <p:cNvSpPr/>
          <p:nvPr>
            <p:custDataLst>
              <p:tags r:id="rId4"/>
            </p:custDataLst>
          </p:nvPr>
        </p:nvSpPr>
        <p:spPr>
          <a:xfrm>
            <a:off x="447251" y="6132193"/>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36" name="TextBox 35">
            <a:extLst>
              <a:ext uri="{FF2B5EF4-FFF2-40B4-BE49-F238E27FC236}">
                <a16:creationId xmlns:a16="http://schemas.microsoft.com/office/drawing/2014/main" id="{3DFE14F2-76DE-42B6-AF16-06EE614ABA41}"/>
              </a:ext>
            </a:extLst>
          </p:cNvPr>
          <p:cNvSpPr txBox="1"/>
          <p:nvPr/>
        </p:nvSpPr>
        <p:spPr>
          <a:xfrm>
            <a:off x="759226" y="6381760"/>
            <a:ext cx="2848857" cy="248273"/>
          </a:xfrm>
          <a:prstGeom prst="rect">
            <a:avLst/>
          </a:prstGeom>
          <a:noFill/>
        </p:spPr>
        <p:txBody>
          <a:bodyPr wrap="none" rtlCol="0">
            <a:spAutoFit/>
          </a:bodyPr>
          <a:lstStyle/>
          <a:p>
            <a:pPr algn="ctr">
              <a:lnSpc>
                <a:spcPct val="150000"/>
              </a:lnSpc>
            </a:pPr>
            <a:r>
              <a:rPr lang="ko-KR" altLang="en-US" sz="800" dirty="0">
                <a:latin typeface="나눔고딕" charset="0"/>
                <a:ea typeface="나눔고딕" charset="0"/>
              </a:rPr>
              <a:t>입금대기 상태에서만 결제완료 상태로 전환이 가능합니다</a:t>
            </a:r>
            <a:r>
              <a:rPr lang="en-US" altLang="ko-KR" sz="800" dirty="0">
                <a:latin typeface="나눔고딕" charset="0"/>
                <a:ea typeface="나눔고딕" charset="0"/>
              </a:rPr>
              <a:t>.</a:t>
            </a:r>
          </a:p>
        </p:txBody>
      </p:sp>
      <p:sp>
        <p:nvSpPr>
          <p:cNvPr id="38" name="직사각형 37">
            <a:extLst>
              <a:ext uri="{FF2B5EF4-FFF2-40B4-BE49-F238E27FC236}">
                <a16:creationId xmlns:a16="http://schemas.microsoft.com/office/drawing/2014/main" id="{5DB5F50A-11C0-40FC-A513-7A69F11AB8D6}"/>
              </a:ext>
            </a:extLst>
          </p:cNvPr>
          <p:cNvSpPr/>
          <p:nvPr/>
        </p:nvSpPr>
        <p:spPr>
          <a:xfrm>
            <a:off x="1834727" y="6915781"/>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39" name="TextBox 38">
            <a:extLst>
              <a:ext uri="{FF2B5EF4-FFF2-40B4-BE49-F238E27FC236}">
                <a16:creationId xmlns:a16="http://schemas.microsoft.com/office/drawing/2014/main" id="{FAAAD993-D16E-43B0-90A1-740978546910}"/>
              </a:ext>
            </a:extLst>
          </p:cNvPr>
          <p:cNvSpPr txBox="1"/>
          <p:nvPr/>
        </p:nvSpPr>
        <p:spPr>
          <a:xfrm>
            <a:off x="281039" y="3859683"/>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40" name="TextBox 39">
            <a:extLst>
              <a:ext uri="{FF2B5EF4-FFF2-40B4-BE49-F238E27FC236}">
                <a16:creationId xmlns:a16="http://schemas.microsoft.com/office/drawing/2014/main" id="{9D744650-5B9B-4873-8F0D-3EB45E146445}"/>
              </a:ext>
            </a:extLst>
          </p:cNvPr>
          <p:cNvSpPr txBox="1"/>
          <p:nvPr/>
        </p:nvSpPr>
        <p:spPr>
          <a:xfrm>
            <a:off x="281039" y="5753252"/>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graphicFrame>
        <p:nvGraphicFramePr>
          <p:cNvPr id="15" name="표 14">
            <a:extLst>
              <a:ext uri="{FF2B5EF4-FFF2-40B4-BE49-F238E27FC236}">
                <a16:creationId xmlns:a16="http://schemas.microsoft.com/office/drawing/2014/main" id="{A097BC6A-9B43-4DE8-BA22-37C986EF2FD6}"/>
              </a:ext>
            </a:extLst>
          </p:cNvPr>
          <p:cNvGraphicFramePr>
            <a:graphicFrameLocks noGrp="1"/>
          </p:cNvGraphicFramePr>
          <p:nvPr>
            <p:extLst>
              <p:ext uri="{D42A27DB-BD31-4B8C-83A1-F6EECF244321}">
                <p14:modId xmlns:p14="http://schemas.microsoft.com/office/powerpoint/2010/main" val="3953319432"/>
              </p:ext>
            </p:extLst>
          </p:nvPr>
        </p:nvGraphicFramePr>
        <p:xfrm>
          <a:off x="10171774" y="22159"/>
          <a:ext cx="1979018" cy="28204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RF-02-07-03-1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a:t>주문목록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상세 보기 </a:t>
                      </a:r>
                      <a:r>
                        <a:rPr lang="en-US" altLang="ko-KR" sz="800" dirty="0"/>
                        <a:t>&gt; </a:t>
                      </a:r>
                      <a:r>
                        <a:rPr lang="ko-KR" altLang="en-US" sz="800" dirty="0"/>
                        <a:t>정상 주문</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주문상태를 결제완료로 전환 처리하는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결제완료 상태로 변경할 경우 보여지는 메시지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주문이 입금 대기 상태일 경우에만 결제완료 상태로 전환이 가능함</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표시항목에서 금액관련한 부분은 </a:t>
                      </a:r>
                      <a:r>
                        <a:rPr lang="en-US" altLang="ko-KR" sz="800" dirty="0"/>
                        <a:t>RF-02-07-01-1 </a:t>
                      </a:r>
                      <a:r>
                        <a:rPr lang="ko-KR" altLang="en-US" sz="800" dirty="0"/>
                        <a:t>을 기준으로 항목을 표시한다</a:t>
                      </a:r>
                      <a:r>
                        <a:rPr lang="en-US" altLang="ko-KR" sz="800" dirty="0"/>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26846650"/>
                  </a:ext>
                </a:extLst>
              </a:tr>
            </a:tbl>
          </a:graphicData>
        </a:graphic>
      </p:graphicFrame>
      <p:sp>
        <p:nvSpPr>
          <p:cNvPr id="24" name="직사각형 23">
            <a:extLst>
              <a:ext uri="{FF2B5EF4-FFF2-40B4-BE49-F238E27FC236}">
                <a16:creationId xmlns:a16="http://schemas.microsoft.com/office/drawing/2014/main" id="{6CBED1BC-55A7-48CC-A53E-F96A616DE4D3}"/>
              </a:ext>
            </a:extLst>
          </p:cNvPr>
          <p:cNvSpPr/>
          <p:nvPr/>
        </p:nvSpPr>
        <p:spPr>
          <a:xfrm>
            <a:off x="6439606" y="2326394"/>
            <a:ext cx="3427725" cy="757084"/>
          </a:xfrm>
          <a:prstGeom prst="rect">
            <a:avLst/>
          </a:prstGeom>
          <a:no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5" name="직선 화살표 연결선 24">
            <a:extLst>
              <a:ext uri="{FF2B5EF4-FFF2-40B4-BE49-F238E27FC236}">
                <a16:creationId xmlns:a16="http://schemas.microsoft.com/office/drawing/2014/main" id="{BB777572-A06E-4EDD-BED5-FF6D7417BAD8}"/>
              </a:ext>
            </a:extLst>
          </p:cNvPr>
          <p:cNvCxnSpPr>
            <a:cxnSpLocks/>
            <a:stCxn id="24" idx="2"/>
          </p:cNvCxnSpPr>
          <p:nvPr/>
        </p:nvCxnSpPr>
        <p:spPr>
          <a:xfrm>
            <a:off x="8153469" y="3083478"/>
            <a:ext cx="430973" cy="41069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469E2154-19CF-49B0-B9C8-D6443A8BD852}"/>
              </a:ext>
            </a:extLst>
          </p:cNvPr>
          <p:cNvSpPr txBox="1"/>
          <p:nvPr/>
        </p:nvSpPr>
        <p:spPr>
          <a:xfrm>
            <a:off x="6313610" y="2217149"/>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grpSp>
        <p:nvGrpSpPr>
          <p:cNvPr id="32" name="그룹 31">
            <a:extLst>
              <a:ext uri="{FF2B5EF4-FFF2-40B4-BE49-F238E27FC236}">
                <a16:creationId xmlns:a16="http://schemas.microsoft.com/office/drawing/2014/main" id="{2306C048-D018-40CD-905E-DDCADF2F63CA}"/>
              </a:ext>
            </a:extLst>
          </p:cNvPr>
          <p:cNvGrpSpPr/>
          <p:nvPr/>
        </p:nvGrpSpPr>
        <p:grpSpPr>
          <a:xfrm>
            <a:off x="6696737" y="3518746"/>
            <a:ext cx="6202908" cy="784132"/>
            <a:chOff x="6720642" y="3676424"/>
            <a:chExt cx="6202908" cy="784132"/>
          </a:xfrm>
        </p:grpSpPr>
        <p:sp>
          <p:nvSpPr>
            <p:cNvPr id="33" name="직사각형 32">
              <a:extLst>
                <a:ext uri="{FF2B5EF4-FFF2-40B4-BE49-F238E27FC236}">
                  <a16:creationId xmlns:a16="http://schemas.microsoft.com/office/drawing/2014/main" id="{599D8F26-632C-408F-89C1-7E6616B10A3C}"/>
                </a:ext>
              </a:extLst>
            </p:cNvPr>
            <p:cNvSpPr/>
            <p:nvPr/>
          </p:nvSpPr>
          <p:spPr>
            <a:xfrm>
              <a:off x="6720642" y="3676424"/>
              <a:ext cx="6202908" cy="784132"/>
            </a:xfrm>
            <a:prstGeom prst="rect">
              <a:avLst/>
            </a:prstGeom>
            <a:solidFill>
              <a:schemeClr val="bg1"/>
            </a:solid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pic>
          <p:nvPicPr>
            <p:cNvPr id="37" name="그림 36">
              <a:extLst>
                <a:ext uri="{FF2B5EF4-FFF2-40B4-BE49-F238E27FC236}">
                  <a16:creationId xmlns:a16="http://schemas.microsoft.com/office/drawing/2014/main" id="{5B6A406B-6717-4D2C-9D19-D2A3090C752F}"/>
                </a:ext>
              </a:extLst>
            </p:cNvPr>
            <p:cNvPicPr>
              <a:picLocks noChangeAspect="1"/>
            </p:cNvPicPr>
            <p:nvPr/>
          </p:nvPicPr>
          <p:blipFill>
            <a:blip r:embed="rId6"/>
            <a:stretch>
              <a:fillRect/>
            </a:stretch>
          </p:blipFill>
          <p:spPr>
            <a:xfrm>
              <a:off x="6764141" y="3717853"/>
              <a:ext cx="6121128" cy="713318"/>
            </a:xfrm>
            <a:prstGeom prst="rect">
              <a:avLst/>
            </a:prstGeom>
          </p:spPr>
        </p:pic>
      </p:grpSp>
    </p:spTree>
    <p:extLst>
      <p:ext uri="{BB962C8B-B14F-4D97-AF65-F5344CB8AC3E}">
        <p14:creationId xmlns:p14="http://schemas.microsoft.com/office/powerpoint/2010/main" val="3617320637"/>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직사각형 69">
            <a:extLst>
              <a:ext uri="{FF2B5EF4-FFF2-40B4-BE49-F238E27FC236}">
                <a16:creationId xmlns:a16="http://schemas.microsoft.com/office/drawing/2014/main" id="{5D5A33EE-4FFC-4340-8D24-4849617D6F85}"/>
              </a:ext>
            </a:extLst>
          </p:cNvPr>
          <p:cNvSpPr/>
          <p:nvPr/>
        </p:nvSpPr>
        <p:spPr>
          <a:xfrm>
            <a:off x="1481500" y="4527754"/>
            <a:ext cx="6231194" cy="4365523"/>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76" name="Image">
            <a:extLst>
              <a:ext uri="{FF2B5EF4-FFF2-40B4-BE49-F238E27FC236}">
                <a16:creationId xmlns:a16="http://schemas.microsoft.com/office/drawing/2014/main" id="{CD8BE690-B520-410B-8FBF-8324C031043C}"/>
              </a:ext>
            </a:extLst>
          </p:cNvPr>
          <p:cNvGrpSpPr>
            <a:grpSpLocks/>
          </p:cNvGrpSpPr>
          <p:nvPr/>
        </p:nvGrpSpPr>
        <p:grpSpPr bwMode="auto">
          <a:xfrm>
            <a:off x="7367768" y="4647950"/>
            <a:ext cx="263570" cy="250457"/>
            <a:chOff x="508000" y="1397000"/>
            <a:chExt cx="1008112" cy="1008112"/>
          </a:xfrm>
        </p:grpSpPr>
        <p:sp>
          <p:nvSpPr>
            <p:cNvPr id="77" name="Border">
              <a:extLst>
                <a:ext uri="{FF2B5EF4-FFF2-40B4-BE49-F238E27FC236}">
                  <a16:creationId xmlns:a16="http://schemas.microsoft.com/office/drawing/2014/main" id="{1240C61F-0934-409F-96A7-CD07506A4731}"/>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5F5F5F"/>
                </a:solidFill>
                <a:latin typeface="Segoe UI" panose="020B0502040204020203" pitchFamily="34" charset="0"/>
                <a:cs typeface="Segoe UI" panose="020B0502040204020203" pitchFamily="34" charset="0"/>
              </a:endParaRPr>
            </a:p>
          </p:txBody>
        </p:sp>
        <p:sp>
          <p:nvSpPr>
            <p:cNvPr id="78" name="Line 2">
              <a:extLst>
                <a:ext uri="{FF2B5EF4-FFF2-40B4-BE49-F238E27FC236}">
                  <a16:creationId xmlns:a16="http://schemas.microsoft.com/office/drawing/2014/main" id="{53BC26C4-C79E-4E38-958D-A38F29B2B0BB}"/>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9" name="Line 1">
              <a:extLst>
                <a:ext uri="{FF2B5EF4-FFF2-40B4-BE49-F238E27FC236}">
                  <a16:creationId xmlns:a16="http://schemas.microsoft.com/office/drawing/2014/main" id="{3538F93E-51B7-4613-9934-80FA6512BCE1}"/>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80" name="TextBox 79">
            <a:extLst>
              <a:ext uri="{FF2B5EF4-FFF2-40B4-BE49-F238E27FC236}">
                <a16:creationId xmlns:a16="http://schemas.microsoft.com/office/drawing/2014/main" id="{3BF738E5-E169-49A1-9C84-6961FCA3B365}"/>
              </a:ext>
            </a:extLst>
          </p:cNvPr>
          <p:cNvSpPr txBox="1"/>
          <p:nvPr/>
        </p:nvSpPr>
        <p:spPr>
          <a:xfrm>
            <a:off x="1600575" y="4635643"/>
            <a:ext cx="1473480" cy="246221"/>
          </a:xfrm>
          <a:prstGeom prst="rect">
            <a:avLst/>
          </a:prstGeom>
          <a:noFill/>
        </p:spPr>
        <p:txBody>
          <a:bodyPr wrap="none" rtlCol="0">
            <a:spAutoFit/>
          </a:bodyPr>
          <a:lstStyle/>
          <a:p>
            <a:r>
              <a:rPr lang="ko-KR" altLang="en-US" sz="1000" b="1" dirty="0">
                <a:latin typeface="맑은 고딕" panose="020B0503020000020004" pitchFamily="50" charset="-127"/>
                <a:ea typeface="맑은 고딕" panose="020B0503020000020004" pitchFamily="50" charset="-127"/>
              </a:rPr>
              <a:t>○ 주문 배송정보 관리</a:t>
            </a:r>
            <a:endParaRPr lang="ko-KR" altLang="en-US" sz="1000" dirty="0"/>
          </a:p>
        </p:txBody>
      </p:sp>
      <p:graphicFrame>
        <p:nvGraphicFramePr>
          <p:cNvPr id="82" name="표 81">
            <a:extLst>
              <a:ext uri="{FF2B5EF4-FFF2-40B4-BE49-F238E27FC236}">
                <a16:creationId xmlns:a16="http://schemas.microsoft.com/office/drawing/2014/main" id="{C9CE2CFE-14A7-45E5-B193-E5DCF1B8E576}"/>
              </a:ext>
            </a:extLst>
          </p:cNvPr>
          <p:cNvGraphicFramePr>
            <a:graphicFrameLocks noGrp="1"/>
          </p:cNvGraphicFramePr>
          <p:nvPr/>
        </p:nvGraphicFramePr>
        <p:xfrm>
          <a:off x="1694642" y="6206857"/>
          <a:ext cx="5804911" cy="640080"/>
        </p:xfrm>
        <a:graphic>
          <a:graphicData uri="http://schemas.openxmlformats.org/drawingml/2006/table">
            <a:tbl>
              <a:tblPr firstRow="1" bandRow="1">
                <a:tableStyleId>{5C22544A-7EE6-4342-B048-85BDC9FD1C3A}</a:tableStyleId>
              </a:tblPr>
              <a:tblGrid>
                <a:gridCol w="435606">
                  <a:extLst>
                    <a:ext uri="{9D8B030D-6E8A-4147-A177-3AD203B41FA5}">
                      <a16:colId xmlns:a16="http://schemas.microsoft.com/office/drawing/2014/main" val="1403106609"/>
                    </a:ext>
                  </a:extLst>
                </a:gridCol>
                <a:gridCol w="952924">
                  <a:extLst>
                    <a:ext uri="{9D8B030D-6E8A-4147-A177-3AD203B41FA5}">
                      <a16:colId xmlns:a16="http://schemas.microsoft.com/office/drawing/2014/main" val="3580568890"/>
                    </a:ext>
                  </a:extLst>
                </a:gridCol>
                <a:gridCol w="2126524">
                  <a:extLst>
                    <a:ext uri="{9D8B030D-6E8A-4147-A177-3AD203B41FA5}">
                      <a16:colId xmlns:a16="http://schemas.microsoft.com/office/drawing/2014/main" val="20004"/>
                    </a:ext>
                  </a:extLst>
                </a:gridCol>
                <a:gridCol w="879229">
                  <a:extLst>
                    <a:ext uri="{9D8B030D-6E8A-4147-A177-3AD203B41FA5}">
                      <a16:colId xmlns:a16="http://schemas.microsoft.com/office/drawing/2014/main" val="20005"/>
                    </a:ext>
                  </a:extLst>
                </a:gridCol>
                <a:gridCol w="606362">
                  <a:extLst>
                    <a:ext uri="{9D8B030D-6E8A-4147-A177-3AD203B41FA5}">
                      <a16:colId xmlns:a16="http://schemas.microsoft.com/office/drawing/2014/main" val="20006"/>
                    </a:ext>
                  </a:extLst>
                </a:gridCol>
                <a:gridCol w="804266">
                  <a:extLst>
                    <a:ext uri="{9D8B030D-6E8A-4147-A177-3AD203B41FA5}">
                      <a16:colId xmlns:a16="http://schemas.microsoft.com/office/drawing/2014/main" val="20009"/>
                    </a:ext>
                  </a:extLst>
                </a:gridCol>
              </a:tblGrid>
              <a:tr h="0">
                <a:tc>
                  <a:txBody>
                    <a:bodyPr/>
                    <a:lstStyle/>
                    <a:p>
                      <a:pPr algn="ctr" latinLnBrk="1"/>
                      <a:r>
                        <a:rPr lang="ko-KR" altLang="en-US" sz="800" b="1"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배송대기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배송대기</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graphicFrame>
        <p:nvGraphicFramePr>
          <p:cNvPr id="83" name="표 82">
            <a:extLst>
              <a:ext uri="{FF2B5EF4-FFF2-40B4-BE49-F238E27FC236}">
                <a16:creationId xmlns:a16="http://schemas.microsoft.com/office/drawing/2014/main" id="{CAEEBE45-96E6-496D-8440-BA7806DF43A2}"/>
              </a:ext>
            </a:extLst>
          </p:cNvPr>
          <p:cNvGraphicFramePr>
            <a:graphicFrameLocks noGrp="1"/>
          </p:cNvGraphicFramePr>
          <p:nvPr/>
        </p:nvGraphicFramePr>
        <p:xfrm>
          <a:off x="1694643" y="7379330"/>
          <a:ext cx="5804910" cy="517680"/>
        </p:xfrm>
        <a:graphic>
          <a:graphicData uri="http://schemas.openxmlformats.org/drawingml/2006/table">
            <a:tbl>
              <a:tblPr firstRow="1" bandRow="1">
                <a:tableStyleId>{5C22544A-7EE6-4342-B048-85BDC9FD1C3A}</a:tableStyleId>
              </a:tblPr>
              <a:tblGrid>
                <a:gridCol w="908447">
                  <a:extLst>
                    <a:ext uri="{9D8B030D-6E8A-4147-A177-3AD203B41FA5}">
                      <a16:colId xmlns:a16="http://schemas.microsoft.com/office/drawing/2014/main" val="3580568890"/>
                    </a:ext>
                  </a:extLst>
                </a:gridCol>
                <a:gridCol w="4896463">
                  <a:extLst>
                    <a:ext uri="{9D8B030D-6E8A-4147-A177-3AD203B41FA5}">
                      <a16:colId xmlns:a16="http://schemas.microsoft.com/office/drawing/2014/main" val="20004"/>
                    </a:ext>
                  </a:extLst>
                </a:gridCol>
              </a:tblGrid>
              <a:tr h="258840">
                <a:tc>
                  <a:txBody>
                    <a:bodyPr/>
                    <a:lstStyle/>
                    <a:p>
                      <a:pPr algn="ctr" latinLnBrk="1"/>
                      <a:r>
                        <a:rPr lang="ko-KR" altLang="en-US" sz="800" b="0" dirty="0" err="1">
                          <a:solidFill>
                            <a:schemeClr val="tx1"/>
                          </a:solidFill>
                        </a:rPr>
                        <a:t>택배사</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l" latinLnBrk="1"/>
                      <a:endParaRPr lang="ko-KR" altLang="en-US" sz="800" b="0" u="none"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25884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송장번호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schemeClr val="tx1"/>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84" name="TextBox 83">
            <a:extLst>
              <a:ext uri="{FF2B5EF4-FFF2-40B4-BE49-F238E27FC236}">
                <a16:creationId xmlns:a16="http://schemas.microsoft.com/office/drawing/2014/main" id="{A8696BBF-2624-4DD7-9395-AF67E9CF0990}"/>
              </a:ext>
            </a:extLst>
          </p:cNvPr>
          <p:cNvSpPr txBox="1"/>
          <p:nvPr/>
        </p:nvSpPr>
        <p:spPr>
          <a:xfrm>
            <a:off x="1600575" y="5915637"/>
            <a:ext cx="1072730"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주문상품목록</a:t>
            </a:r>
            <a:endParaRPr lang="ko-KR" altLang="en-US" sz="900" dirty="0"/>
          </a:p>
        </p:txBody>
      </p:sp>
      <p:sp>
        <p:nvSpPr>
          <p:cNvPr id="85" name="TextBox 84">
            <a:extLst>
              <a:ext uri="{FF2B5EF4-FFF2-40B4-BE49-F238E27FC236}">
                <a16:creationId xmlns:a16="http://schemas.microsoft.com/office/drawing/2014/main" id="{FDD4696E-AF40-4038-A0B6-222A63C534CE}"/>
              </a:ext>
            </a:extLst>
          </p:cNvPr>
          <p:cNvSpPr txBox="1"/>
          <p:nvPr/>
        </p:nvSpPr>
        <p:spPr>
          <a:xfrm>
            <a:off x="1600575" y="7104683"/>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배송정보</a:t>
            </a:r>
            <a:endParaRPr lang="ko-KR" altLang="en-US" sz="900" dirty="0"/>
          </a:p>
        </p:txBody>
      </p:sp>
      <p:sp>
        <p:nvSpPr>
          <p:cNvPr id="86" name="직사각형 85">
            <a:extLst>
              <a:ext uri="{FF2B5EF4-FFF2-40B4-BE49-F238E27FC236}">
                <a16:creationId xmlns:a16="http://schemas.microsoft.com/office/drawing/2014/main" id="{9010944B-E42E-49AA-BE7F-64FDDE91E46B}"/>
              </a:ext>
            </a:extLst>
          </p:cNvPr>
          <p:cNvSpPr/>
          <p:nvPr/>
        </p:nvSpPr>
        <p:spPr>
          <a:xfrm>
            <a:off x="4086587" y="8289295"/>
            <a:ext cx="1021019" cy="27550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b="1" dirty="0">
                <a:solidFill>
                  <a:schemeClr val="bg1"/>
                </a:solidFill>
              </a:rPr>
              <a:t>변경하기</a:t>
            </a:r>
            <a:endParaRPr lang="en-US" altLang="ko-KR" sz="1000" b="1" dirty="0">
              <a:solidFill>
                <a:schemeClr val="bg1"/>
              </a:solidFill>
            </a:endParaRPr>
          </a:p>
        </p:txBody>
      </p:sp>
      <p:sp>
        <p:nvSpPr>
          <p:cNvPr id="87" name="직사각형 86">
            <a:extLst>
              <a:ext uri="{FF2B5EF4-FFF2-40B4-BE49-F238E27FC236}">
                <a16:creationId xmlns:a16="http://schemas.microsoft.com/office/drawing/2014/main" id="{E75C7710-52AE-4F40-AFF5-766CF81F04DA}"/>
              </a:ext>
            </a:extLst>
          </p:cNvPr>
          <p:cNvSpPr/>
          <p:nvPr/>
        </p:nvSpPr>
        <p:spPr>
          <a:xfrm>
            <a:off x="2673305" y="7419777"/>
            <a:ext cx="1758935"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직접배송                             ▼</a:t>
            </a:r>
            <a:endParaRPr lang="en-US" altLang="ko-KR" sz="800" dirty="0">
              <a:solidFill>
                <a:schemeClr val="tx1">
                  <a:lumMod val="50000"/>
                  <a:lumOff val="50000"/>
                </a:schemeClr>
              </a:solidFill>
            </a:endParaRPr>
          </a:p>
        </p:txBody>
      </p:sp>
      <p:sp>
        <p:nvSpPr>
          <p:cNvPr id="88" name="직사각형 87">
            <a:extLst>
              <a:ext uri="{FF2B5EF4-FFF2-40B4-BE49-F238E27FC236}">
                <a16:creationId xmlns:a16="http://schemas.microsoft.com/office/drawing/2014/main" id="{0ED03CC0-B4A7-496D-975D-F312EB52A2FA}"/>
              </a:ext>
            </a:extLst>
          </p:cNvPr>
          <p:cNvSpPr/>
          <p:nvPr/>
        </p:nvSpPr>
        <p:spPr>
          <a:xfrm>
            <a:off x="2673305" y="7675082"/>
            <a:ext cx="4694463"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89" name="직사각형 88">
            <a:extLst>
              <a:ext uri="{FF2B5EF4-FFF2-40B4-BE49-F238E27FC236}">
                <a16:creationId xmlns:a16="http://schemas.microsoft.com/office/drawing/2014/main" id="{6324C8FE-8B31-4AC0-9D31-DBFF0B1AF78A}"/>
              </a:ext>
            </a:extLst>
          </p:cNvPr>
          <p:cNvSpPr/>
          <p:nvPr/>
        </p:nvSpPr>
        <p:spPr>
          <a:xfrm>
            <a:off x="1694642" y="5098536"/>
            <a:ext cx="5804911" cy="600834"/>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1450" indent="-171450">
              <a:lnSpc>
                <a:spcPct val="150000"/>
              </a:lnSpc>
              <a:buFontTx/>
              <a:buChar char="-"/>
            </a:pPr>
            <a:r>
              <a:rPr lang="ko-KR" altLang="en-US" sz="800" dirty="0">
                <a:solidFill>
                  <a:schemeClr val="tx1"/>
                </a:solidFill>
              </a:rPr>
              <a:t>배송대기 </a:t>
            </a:r>
            <a:r>
              <a:rPr lang="en-US" altLang="ko-KR" sz="800" dirty="0">
                <a:solidFill>
                  <a:schemeClr val="tx1"/>
                </a:solidFill>
              </a:rPr>
              <a:t>/ </a:t>
            </a:r>
            <a:r>
              <a:rPr lang="ko-KR" altLang="en-US" sz="800" dirty="0" err="1">
                <a:solidFill>
                  <a:schemeClr val="tx1"/>
                </a:solidFill>
              </a:rPr>
              <a:t>배송중</a:t>
            </a:r>
            <a:r>
              <a:rPr lang="ko-KR" altLang="en-US" sz="800" dirty="0">
                <a:solidFill>
                  <a:schemeClr val="tx1"/>
                </a:solidFill>
              </a:rPr>
              <a:t> 상품만 배송정보를 관리 할 수 있습니다</a:t>
            </a:r>
            <a:r>
              <a:rPr lang="en-US" altLang="ko-KR" sz="800" dirty="0">
                <a:solidFill>
                  <a:schemeClr val="tx1"/>
                </a:solidFill>
              </a:rPr>
              <a:t>.</a:t>
            </a:r>
          </a:p>
          <a:p>
            <a:pPr marL="171450" indent="-171450">
              <a:lnSpc>
                <a:spcPct val="150000"/>
              </a:lnSpc>
              <a:buFontTx/>
              <a:buChar char="-"/>
            </a:pPr>
            <a:r>
              <a:rPr lang="ko-KR" altLang="en-US" sz="800" dirty="0">
                <a:solidFill>
                  <a:schemeClr val="tx1"/>
                </a:solidFill>
              </a:rPr>
              <a:t>변경하기가 완료되면 </a:t>
            </a:r>
            <a:r>
              <a:rPr lang="ko-KR" altLang="en-US" sz="800" dirty="0" err="1">
                <a:solidFill>
                  <a:schemeClr val="tx1"/>
                </a:solidFill>
              </a:rPr>
              <a:t>배송중으로</a:t>
            </a:r>
            <a:r>
              <a:rPr lang="ko-KR" altLang="en-US" sz="800" dirty="0">
                <a:solidFill>
                  <a:schemeClr val="tx1"/>
                </a:solidFill>
              </a:rPr>
              <a:t> 상태가 변경됩니다</a:t>
            </a:r>
            <a:r>
              <a:rPr lang="en-US" altLang="ko-KR" sz="800" dirty="0">
                <a:solidFill>
                  <a:schemeClr val="tx1"/>
                </a:solidFill>
              </a:rPr>
              <a:t>.</a:t>
            </a:r>
            <a:endParaRPr lang="ko-KR" altLang="en-US" sz="800" dirty="0">
              <a:solidFill>
                <a:schemeClr val="tx1"/>
              </a:solidFill>
            </a:endParaRPr>
          </a:p>
        </p:txBody>
      </p:sp>
      <p:sp>
        <p:nvSpPr>
          <p:cNvPr id="90" name="타원 89">
            <a:extLst>
              <a:ext uri="{FF2B5EF4-FFF2-40B4-BE49-F238E27FC236}">
                <a16:creationId xmlns:a16="http://schemas.microsoft.com/office/drawing/2014/main" id="{1FC95D65-6C54-4465-8E1A-5B51EF444780}"/>
              </a:ext>
            </a:extLst>
          </p:cNvPr>
          <p:cNvSpPr/>
          <p:nvPr/>
        </p:nvSpPr>
        <p:spPr>
          <a:xfrm>
            <a:off x="1301054" y="3066355"/>
            <a:ext cx="2046829"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1" name="직선 화살표 연결선 90">
            <a:extLst>
              <a:ext uri="{FF2B5EF4-FFF2-40B4-BE49-F238E27FC236}">
                <a16:creationId xmlns:a16="http://schemas.microsoft.com/office/drawing/2014/main" id="{8F8061E2-984C-4947-B24B-322D9EF560E1}"/>
              </a:ext>
            </a:extLst>
          </p:cNvPr>
          <p:cNvCxnSpPr>
            <a:cxnSpLocks/>
            <a:stCxn id="90" idx="4"/>
          </p:cNvCxnSpPr>
          <p:nvPr/>
        </p:nvCxnSpPr>
        <p:spPr>
          <a:xfrm>
            <a:off x="2324469" y="3509979"/>
            <a:ext cx="0" cy="1017775"/>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18" name="표 17">
            <a:extLst>
              <a:ext uri="{FF2B5EF4-FFF2-40B4-BE49-F238E27FC236}">
                <a16:creationId xmlns:a16="http://schemas.microsoft.com/office/drawing/2014/main" id="{66650527-6237-44F5-AACB-9DEABEDD8BD1}"/>
              </a:ext>
            </a:extLst>
          </p:cNvPr>
          <p:cNvGraphicFramePr>
            <a:graphicFrameLocks noGrp="1"/>
          </p:cNvGraphicFramePr>
          <p:nvPr>
            <p:extLst>
              <p:ext uri="{D42A27DB-BD31-4B8C-83A1-F6EECF244321}">
                <p14:modId xmlns:p14="http://schemas.microsoft.com/office/powerpoint/2010/main" val="1612652058"/>
              </p:ext>
            </p:extLst>
          </p:nvPr>
        </p:nvGraphicFramePr>
        <p:xfrm>
          <a:off x="10171774" y="22159"/>
          <a:ext cx="1979018" cy="269851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RF-02-07-03-2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a:t>주문목록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상세 보기 </a:t>
                      </a:r>
                      <a:r>
                        <a:rPr lang="en-US" altLang="ko-KR" sz="800" dirty="0"/>
                        <a:t>&gt; </a:t>
                      </a:r>
                      <a:r>
                        <a:rPr lang="ko-KR" altLang="en-US" sz="800" dirty="0"/>
                        <a:t>정상 주문</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주문상태를 배송대기에서 </a:t>
                      </a:r>
                      <a:r>
                        <a:rPr lang="ko-KR" altLang="en-US" sz="800" dirty="0" err="1"/>
                        <a:t>배송중으로</a:t>
                      </a:r>
                      <a:r>
                        <a:rPr lang="ko-KR" altLang="en-US" sz="800" dirty="0"/>
                        <a:t> </a:t>
                      </a:r>
                      <a:r>
                        <a:rPr lang="ko-KR" altLang="en-US" sz="800" dirty="0" err="1"/>
                        <a:t>전환시</a:t>
                      </a:r>
                      <a:r>
                        <a:rPr lang="ko-KR" altLang="en-US" sz="800" dirty="0"/>
                        <a:t> 택배정보를 입력하여 진행하는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주문 배송정보 관리 화면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변경하기 클릭 시 </a:t>
                      </a:r>
                      <a:r>
                        <a:rPr lang="ko-KR" altLang="en-US" sz="800" b="0" dirty="0" err="1">
                          <a:solidFill>
                            <a:schemeClr val="tx1"/>
                          </a:solidFill>
                        </a:rPr>
                        <a:t>배송대기</a:t>
                      </a:r>
                      <a:r>
                        <a:rPr lang="ko-KR" altLang="en-US" sz="800" b="0" dirty="0">
                          <a:solidFill>
                            <a:schemeClr val="tx1"/>
                          </a:solidFill>
                        </a:rPr>
                        <a:t> 상태를 </a:t>
                      </a:r>
                      <a:r>
                        <a:rPr lang="ko-KR" altLang="en-US" sz="800" b="0" dirty="0" err="1">
                          <a:solidFill>
                            <a:schemeClr val="tx1"/>
                          </a:solidFill>
                        </a:rPr>
                        <a:t>배송중으로</a:t>
                      </a:r>
                      <a:r>
                        <a:rPr lang="ko-KR" altLang="en-US" sz="800" b="0" dirty="0">
                          <a:solidFill>
                            <a:schemeClr val="tx1"/>
                          </a:solidFill>
                        </a:rPr>
                        <a:t> 변경한다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표시항목에서 금액관련한 부분은 </a:t>
                      </a:r>
                      <a:r>
                        <a:rPr lang="en-US" altLang="ko-KR" sz="800" dirty="0"/>
                        <a:t>RF-02-07-01-1 </a:t>
                      </a:r>
                      <a:r>
                        <a:rPr lang="ko-KR" altLang="en-US" sz="800" dirty="0"/>
                        <a:t>을 기준으로 항목을 표시한다</a:t>
                      </a:r>
                      <a:r>
                        <a:rPr lang="en-US" altLang="ko-KR" sz="800" dirty="0"/>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4194661100"/>
                  </a:ext>
                </a:extLst>
              </a:tr>
            </a:tbl>
          </a:graphicData>
        </a:graphic>
      </p:graphicFrame>
      <p:sp>
        <p:nvSpPr>
          <p:cNvPr id="19" name="TextBox 18">
            <a:extLst>
              <a:ext uri="{FF2B5EF4-FFF2-40B4-BE49-F238E27FC236}">
                <a16:creationId xmlns:a16="http://schemas.microsoft.com/office/drawing/2014/main" id="{FAAAD993-D16E-43B0-90A1-740978546910}"/>
              </a:ext>
            </a:extLst>
          </p:cNvPr>
          <p:cNvSpPr txBox="1"/>
          <p:nvPr/>
        </p:nvSpPr>
        <p:spPr>
          <a:xfrm>
            <a:off x="2150406" y="3297048"/>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20" name="TextBox 19">
            <a:extLst>
              <a:ext uri="{FF2B5EF4-FFF2-40B4-BE49-F238E27FC236}">
                <a16:creationId xmlns:a16="http://schemas.microsoft.com/office/drawing/2014/main" id="{FAAAD993-D16E-43B0-90A1-740978546910}"/>
              </a:ext>
            </a:extLst>
          </p:cNvPr>
          <p:cNvSpPr txBox="1"/>
          <p:nvPr/>
        </p:nvSpPr>
        <p:spPr>
          <a:xfrm>
            <a:off x="4981610" y="8236733"/>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24" name="직사각형 23">
            <a:extLst>
              <a:ext uri="{FF2B5EF4-FFF2-40B4-BE49-F238E27FC236}">
                <a16:creationId xmlns:a16="http://schemas.microsoft.com/office/drawing/2014/main" id="{FFA3479B-C592-47FD-B072-26370F98A009}"/>
              </a:ext>
            </a:extLst>
          </p:cNvPr>
          <p:cNvSpPr/>
          <p:nvPr/>
        </p:nvSpPr>
        <p:spPr>
          <a:xfrm>
            <a:off x="6439606" y="2326394"/>
            <a:ext cx="3427725" cy="757084"/>
          </a:xfrm>
          <a:prstGeom prst="rect">
            <a:avLst/>
          </a:prstGeom>
          <a:no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5" name="직선 화살표 연결선 24">
            <a:extLst>
              <a:ext uri="{FF2B5EF4-FFF2-40B4-BE49-F238E27FC236}">
                <a16:creationId xmlns:a16="http://schemas.microsoft.com/office/drawing/2014/main" id="{7511B7BA-8A45-426B-B5B9-B221C09FB541}"/>
              </a:ext>
            </a:extLst>
          </p:cNvPr>
          <p:cNvCxnSpPr>
            <a:cxnSpLocks/>
            <a:stCxn id="24" idx="2"/>
          </p:cNvCxnSpPr>
          <p:nvPr/>
        </p:nvCxnSpPr>
        <p:spPr>
          <a:xfrm>
            <a:off x="8153469" y="3083478"/>
            <a:ext cx="430973" cy="41069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1DA78EEB-1369-4880-966E-DF4C6B7B9BFB}"/>
              </a:ext>
            </a:extLst>
          </p:cNvPr>
          <p:cNvSpPr txBox="1"/>
          <p:nvPr/>
        </p:nvSpPr>
        <p:spPr>
          <a:xfrm>
            <a:off x="6313610" y="2217149"/>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grpSp>
        <p:nvGrpSpPr>
          <p:cNvPr id="30" name="그룹 29">
            <a:extLst>
              <a:ext uri="{FF2B5EF4-FFF2-40B4-BE49-F238E27FC236}">
                <a16:creationId xmlns:a16="http://schemas.microsoft.com/office/drawing/2014/main" id="{DFE38FA3-E06C-46DA-AF81-E04D34DCE6CF}"/>
              </a:ext>
            </a:extLst>
          </p:cNvPr>
          <p:cNvGrpSpPr/>
          <p:nvPr/>
        </p:nvGrpSpPr>
        <p:grpSpPr>
          <a:xfrm>
            <a:off x="6765877" y="3554559"/>
            <a:ext cx="6202908" cy="784132"/>
            <a:chOff x="6720642" y="3676424"/>
            <a:chExt cx="6202908" cy="784132"/>
          </a:xfrm>
        </p:grpSpPr>
        <p:sp>
          <p:nvSpPr>
            <p:cNvPr id="31" name="직사각형 30">
              <a:extLst>
                <a:ext uri="{FF2B5EF4-FFF2-40B4-BE49-F238E27FC236}">
                  <a16:creationId xmlns:a16="http://schemas.microsoft.com/office/drawing/2014/main" id="{3A6403BF-A663-4893-A333-89390368699C}"/>
                </a:ext>
              </a:extLst>
            </p:cNvPr>
            <p:cNvSpPr/>
            <p:nvPr/>
          </p:nvSpPr>
          <p:spPr>
            <a:xfrm>
              <a:off x="6720642" y="3676424"/>
              <a:ext cx="6202908" cy="784132"/>
            </a:xfrm>
            <a:prstGeom prst="rect">
              <a:avLst/>
            </a:prstGeom>
            <a:solidFill>
              <a:schemeClr val="bg1"/>
            </a:solid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pic>
          <p:nvPicPr>
            <p:cNvPr id="32" name="그림 31">
              <a:extLst>
                <a:ext uri="{FF2B5EF4-FFF2-40B4-BE49-F238E27FC236}">
                  <a16:creationId xmlns:a16="http://schemas.microsoft.com/office/drawing/2014/main" id="{F056ADD6-47C4-42EF-8490-24ACC8B20118}"/>
                </a:ext>
              </a:extLst>
            </p:cNvPr>
            <p:cNvPicPr>
              <a:picLocks noChangeAspect="1"/>
            </p:cNvPicPr>
            <p:nvPr/>
          </p:nvPicPr>
          <p:blipFill>
            <a:blip r:embed="rId4"/>
            <a:stretch>
              <a:fillRect/>
            </a:stretch>
          </p:blipFill>
          <p:spPr>
            <a:xfrm>
              <a:off x="6764141" y="3717853"/>
              <a:ext cx="6121128" cy="713318"/>
            </a:xfrm>
            <a:prstGeom prst="rect">
              <a:avLst/>
            </a:prstGeom>
          </p:spPr>
        </p:pic>
      </p:grpSp>
    </p:spTree>
    <p:extLst>
      <p:ext uri="{BB962C8B-B14F-4D97-AF65-F5344CB8AC3E}">
        <p14:creationId xmlns:p14="http://schemas.microsoft.com/office/powerpoint/2010/main" val="4293305539"/>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직사각형 69">
            <a:extLst>
              <a:ext uri="{FF2B5EF4-FFF2-40B4-BE49-F238E27FC236}">
                <a16:creationId xmlns:a16="http://schemas.microsoft.com/office/drawing/2014/main" id="{5D5A33EE-4FFC-4340-8D24-4849617D6F85}"/>
              </a:ext>
            </a:extLst>
          </p:cNvPr>
          <p:cNvSpPr/>
          <p:nvPr/>
        </p:nvSpPr>
        <p:spPr>
          <a:xfrm>
            <a:off x="180177" y="3782962"/>
            <a:ext cx="6231194" cy="6732638"/>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76" name="Image">
            <a:extLst>
              <a:ext uri="{FF2B5EF4-FFF2-40B4-BE49-F238E27FC236}">
                <a16:creationId xmlns:a16="http://schemas.microsoft.com/office/drawing/2014/main" id="{CD8BE690-B520-410B-8FBF-8324C031043C}"/>
              </a:ext>
            </a:extLst>
          </p:cNvPr>
          <p:cNvGrpSpPr>
            <a:grpSpLocks/>
          </p:cNvGrpSpPr>
          <p:nvPr/>
        </p:nvGrpSpPr>
        <p:grpSpPr bwMode="auto">
          <a:xfrm>
            <a:off x="6066445" y="3903158"/>
            <a:ext cx="263570" cy="250457"/>
            <a:chOff x="508000" y="1397000"/>
            <a:chExt cx="1008112" cy="1008112"/>
          </a:xfrm>
        </p:grpSpPr>
        <p:sp>
          <p:nvSpPr>
            <p:cNvPr id="77" name="Border">
              <a:extLst>
                <a:ext uri="{FF2B5EF4-FFF2-40B4-BE49-F238E27FC236}">
                  <a16:creationId xmlns:a16="http://schemas.microsoft.com/office/drawing/2014/main" id="{1240C61F-0934-409F-96A7-CD07506A4731}"/>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5F5F5F"/>
                </a:solidFill>
                <a:latin typeface="Segoe UI" panose="020B0502040204020203" pitchFamily="34" charset="0"/>
                <a:cs typeface="Segoe UI" panose="020B0502040204020203" pitchFamily="34" charset="0"/>
              </a:endParaRPr>
            </a:p>
          </p:txBody>
        </p:sp>
        <p:sp>
          <p:nvSpPr>
            <p:cNvPr id="78" name="Line 2">
              <a:extLst>
                <a:ext uri="{FF2B5EF4-FFF2-40B4-BE49-F238E27FC236}">
                  <a16:creationId xmlns:a16="http://schemas.microsoft.com/office/drawing/2014/main" id="{53BC26C4-C79E-4E38-958D-A38F29B2B0BB}"/>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9" name="Line 1">
              <a:extLst>
                <a:ext uri="{FF2B5EF4-FFF2-40B4-BE49-F238E27FC236}">
                  <a16:creationId xmlns:a16="http://schemas.microsoft.com/office/drawing/2014/main" id="{3538F93E-51B7-4613-9934-80FA6512BCE1}"/>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80" name="TextBox 79">
            <a:extLst>
              <a:ext uri="{FF2B5EF4-FFF2-40B4-BE49-F238E27FC236}">
                <a16:creationId xmlns:a16="http://schemas.microsoft.com/office/drawing/2014/main" id="{3BF738E5-E169-49A1-9C84-6961FCA3B365}"/>
              </a:ext>
            </a:extLst>
          </p:cNvPr>
          <p:cNvSpPr txBox="1"/>
          <p:nvPr/>
        </p:nvSpPr>
        <p:spPr>
          <a:xfrm>
            <a:off x="299252" y="3890851"/>
            <a:ext cx="870751" cy="246221"/>
          </a:xfrm>
          <a:prstGeom prst="rect">
            <a:avLst/>
          </a:prstGeom>
          <a:noFill/>
        </p:spPr>
        <p:txBody>
          <a:bodyPr wrap="none" rtlCol="0">
            <a:spAutoFit/>
          </a:bodyPr>
          <a:lstStyle/>
          <a:p>
            <a:r>
              <a:rPr lang="ko-KR" altLang="en-US" sz="1000" b="1" dirty="0">
                <a:latin typeface="맑은 고딕" panose="020B0503020000020004" pitchFamily="50" charset="-127"/>
                <a:ea typeface="맑은 고딕" panose="020B0503020000020004" pitchFamily="50" charset="-127"/>
              </a:rPr>
              <a:t>○ 반품요청</a:t>
            </a:r>
            <a:endParaRPr lang="ko-KR" altLang="en-US" sz="1000" dirty="0"/>
          </a:p>
        </p:txBody>
      </p:sp>
      <p:graphicFrame>
        <p:nvGraphicFramePr>
          <p:cNvPr id="82" name="표 81">
            <a:extLst>
              <a:ext uri="{FF2B5EF4-FFF2-40B4-BE49-F238E27FC236}">
                <a16:creationId xmlns:a16="http://schemas.microsoft.com/office/drawing/2014/main" id="{C9CE2CFE-14A7-45E5-B193-E5DCF1B8E576}"/>
              </a:ext>
            </a:extLst>
          </p:cNvPr>
          <p:cNvGraphicFramePr>
            <a:graphicFrameLocks noGrp="1"/>
          </p:cNvGraphicFramePr>
          <p:nvPr>
            <p:extLst>
              <p:ext uri="{D42A27DB-BD31-4B8C-83A1-F6EECF244321}">
                <p14:modId xmlns:p14="http://schemas.microsoft.com/office/powerpoint/2010/main" val="129085887"/>
              </p:ext>
            </p:extLst>
          </p:nvPr>
        </p:nvGraphicFramePr>
        <p:xfrm>
          <a:off x="393319" y="5794312"/>
          <a:ext cx="5804911" cy="640080"/>
        </p:xfrm>
        <a:graphic>
          <a:graphicData uri="http://schemas.openxmlformats.org/drawingml/2006/table">
            <a:tbl>
              <a:tblPr firstRow="1" bandRow="1">
                <a:tableStyleId>{5C22544A-7EE6-4342-B048-85BDC9FD1C3A}</a:tableStyleId>
              </a:tblPr>
              <a:tblGrid>
                <a:gridCol w="435606">
                  <a:extLst>
                    <a:ext uri="{9D8B030D-6E8A-4147-A177-3AD203B41FA5}">
                      <a16:colId xmlns:a16="http://schemas.microsoft.com/office/drawing/2014/main" val="1403106609"/>
                    </a:ext>
                  </a:extLst>
                </a:gridCol>
                <a:gridCol w="952924">
                  <a:extLst>
                    <a:ext uri="{9D8B030D-6E8A-4147-A177-3AD203B41FA5}">
                      <a16:colId xmlns:a16="http://schemas.microsoft.com/office/drawing/2014/main" val="3580568890"/>
                    </a:ext>
                  </a:extLst>
                </a:gridCol>
                <a:gridCol w="2126524">
                  <a:extLst>
                    <a:ext uri="{9D8B030D-6E8A-4147-A177-3AD203B41FA5}">
                      <a16:colId xmlns:a16="http://schemas.microsoft.com/office/drawing/2014/main" val="20004"/>
                    </a:ext>
                  </a:extLst>
                </a:gridCol>
                <a:gridCol w="879229">
                  <a:extLst>
                    <a:ext uri="{9D8B030D-6E8A-4147-A177-3AD203B41FA5}">
                      <a16:colId xmlns:a16="http://schemas.microsoft.com/office/drawing/2014/main" val="20005"/>
                    </a:ext>
                  </a:extLst>
                </a:gridCol>
                <a:gridCol w="606362">
                  <a:extLst>
                    <a:ext uri="{9D8B030D-6E8A-4147-A177-3AD203B41FA5}">
                      <a16:colId xmlns:a16="http://schemas.microsoft.com/office/drawing/2014/main" val="20006"/>
                    </a:ext>
                  </a:extLst>
                </a:gridCol>
                <a:gridCol w="804266">
                  <a:extLst>
                    <a:ext uri="{9D8B030D-6E8A-4147-A177-3AD203B41FA5}">
                      <a16:colId xmlns:a16="http://schemas.microsoft.com/office/drawing/2014/main" val="20009"/>
                    </a:ext>
                  </a:extLst>
                </a:gridCol>
              </a:tblGrid>
              <a:tr h="0">
                <a:tc>
                  <a:txBody>
                    <a:bodyPr/>
                    <a:lstStyle/>
                    <a:p>
                      <a:pPr algn="ctr" latinLnBrk="1"/>
                      <a:r>
                        <a:rPr lang="ko-KR" altLang="en-US" sz="800" b="1"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배송중</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배송중</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graphicFrame>
        <p:nvGraphicFramePr>
          <p:cNvPr id="83" name="표 82">
            <a:extLst>
              <a:ext uri="{FF2B5EF4-FFF2-40B4-BE49-F238E27FC236}">
                <a16:creationId xmlns:a16="http://schemas.microsoft.com/office/drawing/2014/main" id="{CAEEBE45-96E6-496D-8440-BA7806DF43A2}"/>
              </a:ext>
            </a:extLst>
          </p:cNvPr>
          <p:cNvGraphicFramePr>
            <a:graphicFrameLocks noGrp="1"/>
          </p:cNvGraphicFramePr>
          <p:nvPr>
            <p:extLst>
              <p:ext uri="{D42A27DB-BD31-4B8C-83A1-F6EECF244321}">
                <p14:modId xmlns:p14="http://schemas.microsoft.com/office/powerpoint/2010/main" val="87155728"/>
              </p:ext>
            </p:extLst>
          </p:nvPr>
        </p:nvGraphicFramePr>
        <p:xfrm>
          <a:off x="393320" y="6922808"/>
          <a:ext cx="5804910" cy="2535802"/>
        </p:xfrm>
        <a:graphic>
          <a:graphicData uri="http://schemas.openxmlformats.org/drawingml/2006/table">
            <a:tbl>
              <a:tblPr firstRow="1" bandRow="1">
                <a:tableStyleId>{5C22544A-7EE6-4342-B048-85BDC9FD1C3A}</a:tableStyleId>
              </a:tblPr>
              <a:tblGrid>
                <a:gridCol w="1078054">
                  <a:extLst>
                    <a:ext uri="{9D8B030D-6E8A-4147-A177-3AD203B41FA5}">
                      <a16:colId xmlns:a16="http://schemas.microsoft.com/office/drawing/2014/main" val="3580568890"/>
                    </a:ext>
                  </a:extLst>
                </a:gridCol>
                <a:gridCol w="4726856">
                  <a:extLst>
                    <a:ext uri="{9D8B030D-6E8A-4147-A177-3AD203B41FA5}">
                      <a16:colId xmlns:a16="http://schemas.microsoft.com/office/drawing/2014/main" val="20004"/>
                    </a:ext>
                  </a:extLst>
                </a:gridCol>
              </a:tblGrid>
              <a:tr h="258840">
                <a:tc>
                  <a:txBody>
                    <a:bodyPr/>
                    <a:lstStyle/>
                    <a:p>
                      <a:pPr algn="l" latinLnBrk="1"/>
                      <a:r>
                        <a:rPr lang="ko-KR" altLang="en-US" sz="800" b="0" dirty="0" err="1">
                          <a:solidFill>
                            <a:schemeClr val="tx1"/>
                          </a:solidFill>
                        </a:rPr>
                        <a:t>반품지</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b="0" i="0" kern="1200" dirty="0">
                          <a:solidFill>
                            <a:schemeClr val="tx1"/>
                          </a:solidFill>
                          <a:effectLst/>
                          <a:latin typeface="+mn-ea"/>
                          <a:ea typeface="+mn-ea"/>
                          <a:cs typeface="+mn-cs"/>
                        </a:rPr>
                        <a:t>(06236) </a:t>
                      </a:r>
                      <a:r>
                        <a:rPr lang="ko-KR" altLang="en-US" sz="800" b="0" i="0" kern="1200" dirty="0">
                          <a:solidFill>
                            <a:schemeClr val="tx1"/>
                          </a:solidFill>
                          <a:effectLst/>
                          <a:latin typeface="+mn-ea"/>
                          <a:ea typeface="+mn-ea"/>
                          <a:cs typeface="+mn-cs"/>
                        </a:rPr>
                        <a:t>서울특별시 강남구 테헤란로 </a:t>
                      </a:r>
                      <a:r>
                        <a:rPr lang="en-US" altLang="ko-KR" sz="800" b="0" i="0" kern="1200" dirty="0">
                          <a:solidFill>
                            <a:schemeClr val="tx1"/>
                          </a:solidFill>
                          <a:effectLst/>
                          <a:latin typeface="+mn-ea"/>
                          <a:ea typeface="+mn-ea"/>
                          <a:cs typeface="+mn-cs"/>
                        </a:rPr>
                        <a:t>152(</a:t>
                      </a:r>
                      <a:r>
                        <a:rPr lang="ko-KR" altLang="en-US" sz="800" b="0" i="0" kern="1200" dirty="0">
                          <a:solidFill>
                            <a:schemeClr val="tx1"/>
                          </a:solidFill>
                          <a:effectLst/>
                          <a:latin typeface="+mn-ea"/>
                          <a:ea typeface="+mn-ea"/>
                          <a:cs typeface="+mn-cs"/>
                        </a:rPr>
                        <a:t>역삼동</a:t>
                      </a:r>
                      <a:r>
                        <a:rPr lang="en-US" altLang="ko-KR" sz="800" b="0" i="0" kern="1200" dirty="0">
                          <a:solidFill>
                            <a:schemeClr val="tx1"/>
                          </a:solidFill>
                          <a:effectLst/>
                          <a:latin typeface="+mn-ea"/>
                          <a:ea typeface="+mn-ea"/>
                          <a:cs typeface="+mn-cs"/>
                        </a:rPr>
                        <a:t>) test</a:t>
                      </a:r>
                      <a:endParaRPr lang="ko-KR" altLang="en-US" sz="800" b="0" u="none" dirty="0">
                        <a:solidFill>
                          <a:schemeClr val="tx1"/>
                        </a:solidFill>
                        <a:latin typeface="+mn-ea"/>
                        <a:ea typeface="+mn-ea"/>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25884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반품 사유</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schemeClr val="tx1"/>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25884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회수 방법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schemeClr val="tx1"/>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535613029"/>
                  </a:ext>
                </a:extLst>
              </a:tr>
              <a:tr h="25884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반품상품 결제금액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mj-ea"/>
                          <a:ea typeface="+mj-ea"/>
                          <a:cs typeface="+mn-cs"/>
                        </a:rPr>
                        <a:t>90,000 </a:t>
                      </a:r>
                      <a:r>
                        <a:rPr kumimoji="0" lang="ko-KR" altLang="en-US" sz="800" b="0" i="0" u="none" strike="noStrike" kern="1200" cap="none" spc="0" normalizeH="0" baseline="0" noProof="0" dirty="0">
                          <a:ln>
                            <a:noFill/>
                          </a:ln>
                          <a:solidFill>
                            <a:schemeClr val="tx1"/>
                          </a:solidFill>
                          <a:effectLst/>
                          <a:uLnTx/>
                          <a:uFillTx/>
                          <a:latin typeface="+mj-ea"/>
                          <a:ea typeface="+mj-ea"/>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015061593"/>
                  </a:ext>
                </a:extLst>
              </a:tr>
              <a:tr h="25884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차감 내역</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mj-ea"/>
                          <a:ea typeface="+mj-ea"/>
                          <a:cs typeface="+mn-cs"/>
                        </a:rPr>
                        <a:t>0 </a:t>
                      </a:r>
                      <a:r>
                        <a:rPr kumimoji="0" lang="ko-KR" altLang="en-US" sz="800" b="0" i="0" u="none" strike="noStrike" kern="1200" cap="none" spc="0" normalizeH="0" baseline="0" noProof="0" dirty="0">
                          <a:ln>
                            <a:noFill/>
                          </a:ln>
                          <a:solidFill>
                            <a:schemeClr val="tx1"/>
                          </a:solidFill>
                          <a:effectLst/>
                          <a:uLnTx/>
                          <a:uFillTx/>
                          <a:latin typeface="+mj-ea"/>
                          <a:ea typeface="+mj-ea"/>
                          <a:cs typeface="+mn-cs"/>
                        </a:rPr>
                        <a:t>원</a:t>
                      </a: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5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chemeClr val="tx1"/>
                          </a:solidFill>
                          <a:effectLst/>
                          <a:uLnTx/>
                          <a:uFillTx/>
                          <a:latin typeface="+mj-ea"/>
                          <a:ea typeface="+mj-ea"/>
                          <a:cs typeface="+mn-cs"/>
                        </a:rPr>
                        <a:t>반품 배송비                        원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297182302"/>
                  </a:ext>
                </a:extLst>
              </a:tr>
              <a:tr h="25884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환불 예상 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mj-ea"/>
                          <a:ea typeface="+mj-ea"/>
                          <a:cs typeface="+mn-cs"/>
                        </a:rPr>
                        <a:t>90,000 </a:t>
                      </a:r>
                      <a:r>
                        <a:rPr kumimoji="0" lang="ko-KR" altLang="en-US" sz="800" b="0" i="0" u="none" strike="noStrike" kern="1200" cap="none" spc="0" normalizeH="0" baseline="0" noProof="0" dirty="0">
                          <a:ln>
                            <a:noFill/>
                          </a:ln>
                          <a:solidFill>
                            <a:schemeClr val="tx1"/>
                          </a:solidFill>
                          <a:effectLst/>
                          <a:uLnTx/>
                          <a:uFillTx/>
                          <a:latin typeface="+mj-ea"/>
                          <a:ea typeface="+mj-ea"/>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530444941"/>
                  </a:ext>
                </a:extLst>
              </a:tr>
            </a:tbl>
          </a:graphicData>
        </a:graphic>
      </p:graphicFrame>
      <p:sp>
        <p:nvSpPr>
          <p:cNvPr id="84" name="TextBox 83">
            <a:extLst>
              <a:ext uri="{FF2B5EF4-FFF2-40B4-BE49-F238E27FC236}">
                <a16:creationId xmlns:a16="http://schemas.microsoft.com/office/drawing/2014/main" id="{A8696BBF-2624-4DD7-9395-AF67E9CF0990}"/>
              </a:ext>
            </a:extLst>
          </p:cNvPr>
          <p:cNvSpPr txBox="1"/>
          <p:nvPr/>
        </p:nvSpPr>
        <p:spPr>
          <a:xfrm>
            <a:off x="299252" y="4950295"/>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주문정보</a:t>
            </a:r>
            <a:endParaRPr lang="ko-KR" altLang="en-US" sz="900" dirty="0"/>
          </a:p>
        </p:txBody>
      </p:sp>
      <p:sp>
        <p:nvSpPr>
          <p:cNvPr id="85" name="TextBox 84">
            <a:extLst>
              <a:ext uri="{FF2B5EF4-FFF2-40B4-BE49-F238E27FC236}">
                <a16:creationId xmlns:a16="http://schemas.microsoft.com/office/drawing/2014/main" id="{FDD4696E-AF40-4038-A0B6-222A63C534CE}"/>
              </a:ext>
            </a:extLst>
          </p:cNvPr>
          <p:cNvSpPr txBox="1"/>
          <p:nvPr/>
        </p:nvSpPr>
        <p:spPr>
          <a:xfrm>
            <a:off x="299252" y="6648161"/>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반품정보</a:t>
            </a:r>
            <a:endParaRPr lang="ko-KR" altLang="en-US" sz="900" dirty="0"/>
          </a:p>
        </p:txBody>
      </p:sp>
      <p:sp>
        <p:nvSpPr>
          <p:cNvPr id="86" name="직사각형 85">
            <a:extLst>
              <a:ext uri="{FF2B5EF4-FFF2-40B4-BE49-F238E27FC236}">
                <a16:creationId xmlns:a16="http://schemas.microsoft.com/office/drawing/2014/main" id="{9010944B-E42E-49AA-BE7F-64FDDE91E46B}"/>
              </a:ext>
            </a:extLst>
          </p:cNvPr>
          <p:cNvSpPr/>
          <p:nvPr/>
        </p:nvSpPr>
        <p:spPr>
          <a:xfrm>
            <a:off x="2719495" y="9692064"/>
            <a:ext cx="1152558" cy="27550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b="1" dirty="0">
                <a:solidFill>
                  <a:schemeClr val="bg1"/>
                </a:solidFill>
              </a:rPr>
              <a:t>반품요청하기</a:t>
            </a:r>
            <a:endParaRPr lang="en-US" altLang="ko-KR" sz="1000" b="1" dirty="0">
              <a:solidFill>
                <a:schemeClr val="bg1"/>
              </a:solidFill>
            </a:endParaRPr>
          </a:p>
        </p:txBody>
      </p:sp>
      <p:sp>
        <p:nvSpPr>
          <p:cNvPr id="87" name="직사각형 86">
            <a:extLst>
              <a:ext uri="{FF2B5EF4-FFF2-40B4-BE49-F238E27FC236}">
                <a16:creationId xmlns:a16="http://schemas.microsoft.com/office/drawing/2014/main" id="{E75C7710-52AE-4F40-AFF5-766CF81F04DA}"/>
              </a:ext>
            </a:extLst>
          </p:cNvPr>
          <p:cNvSpPr/>
          <p:nvPr/>
        </p:nvSpPr>
        <p:spPr>
          <a:xfrm>
            <a:off x="1536838" y="7221352"/>
            <a:ext cx="4529607" cy="1749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반품사유를 선택하세요                                                                                       ▼</a:t>
            </a:r>
            <a:endParaRPr lang="en-US" altLang="ko-KR" sz="800" dirty="0">
              <a:solidFill>
                <a:schemeClr val="tx1">
                  <a:lumMod val="50000"/>
                  <a:lumOff val="50000"/>
                </a:schemeClr>
              </a:solidFill>
            </a:endParaRPr>
          </a:p>
        </p:txBody>
      </p:sp>
      <p:sp>
        <p:nvSpPr>
          <p:cNvPr id="88" name="직사각형 87">
            <a:extLst>
              <a:ext uri="{FF2B5EF4-FFF2-40B4-BE49-F238E27FC236}">
                <a16:creationId xmlns:a16="http://schemas.microsoft.com/office/drawing/2014/main" id="{0ED03CC0-B4A7-496D-975D-F312EB52A2FA}"/>
              </a:ext>
            </a:extLst>
          </p:cNvPr>
          <p:cNvSpPr/>
          <p:nvPr/>
        </p:nvSpPr>
        <p:spPr>
          <a:xfrm>
            <a:off x="1536838" y="7461124"/>
            <a:ext cx="4529607" cy="70948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상세 사유를 입력해 주세요 </a:t>
            </a:r>
            <a:r>
              <a:rPr lang="en-US" altLang="ko-KR" sz="800" dirty="0">
                <a:solidFill>
                  <a:schemeClr val="tx1">
                    <a:lumMod val="50000"/>
                    <a:lumOff val="50000"/>
                  </a:schemeClr>
                </a:solidFill>
              </a:rPr>
              <a:t>(</a:t>
            </a:r>
            <a:r>
              <a:rPr lang="ko-KR" altLang="en-US" sz="800" dirty="0">
                <a:solidFill>
                  <a:schemeClr val="tx1">
                    <a:lumMod val="50000"/>
                    <a:lumOff val="50000"/>
                  </a:schemeClr>
                </a:solidFill>
              </a:rPr>
              <a:t>필수</a:t>
            </a:r>
            <a:r>
              <a:rPr lang="en-US" altLang="ko-KR" sz="800" dirty="0">
                <a:solidFill>
                  <a:schemeClr val="tx1">
                    <a:lumMod val="50000"/>
                    <a:lumOff val="50000"/>
                  </a:schemeClr>
                </a:solidFill>
              </a:rPr>
              <a:t>)</a:t>
            </a:r>
          </a:p>
          <a:p>
            <a:endParaRPr lang="en-US" altLang="ko-KR" sz="800" dirty="0">
              <a:solidFill>
                <a:schemeClr val="tx1">
                  <a:lumMod val="50000"/>
                  <a:lumOff val="50000"/>
                </a:schemeClr>
              </a:solidFill>
            </a:endParaRPr>
          </a:p>
          <a:p>
            <a:endParaRPr lang="en-US" altLang="ko-KR" sz="800" dirty="0">
              <a:solidFill>
                <a:schemeClr val="tx1">
                  <a:lumMod val="50000"/>
                  <a:lumOff val="50000"/>
                </a:schemeClr>
              </a:solidFill>
            </a:endParaRPr>
          </a:p>
          <a:p>
            <a:endParaRPr lang="en-US" altLang="ko-KR" sz="800" dirty="0">
              <a:solidFill>
                <a:schemeClr val="tx1">
                  <a:lumMod val="50000"/>
                  <a:lumOff val="50000"/>
                </a:schemeClr>
              </a:solidFill>
            </a:endParaRPr>
          </a:p>
          <a:p>
            <a:endParaRPr lang="en-US" altLang="ko-KR" sz="800" dirty="0">
              <a:solidFill>
                <a:schemeClr val="tx1">
                  <a:lumMod val="50000"/>
                  <a:lumOff val="50000"/>
                </a:schemeClr>
              </a:solidFill>
            </a:endParaRPr>
          </a:p>
        </p:txBody>
      </p:sp>
      <p:sp>
        <p:nvSpPr>
          <p:cNvPr id="89" name="직사각형 88">
            <a:extLst>
              <a:ext uri="{FF2B5EF4-FFF2-40B4-BE49-F238E27FC236}">
                <a16:creationId xmlns:a16="http://schemas.microsoft.com/office/drawing/2014/main" id="{6324C8FE-8B31-4AC0-9D31-DBFF0B1AF78A}"/>
              </a:ext>
            </a:extLst>
          </p:cNvPr>
          <p:cNvSpPr/>
          <p:nvPr/>
        </p:nvSpPr>
        <p:spPr>
          <a:xfrm>
            <a:off x="393319" y="4265986"/>
            <a:ext cx="5804911" cy="484962"/>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1450" indent="-171450">
              <a:lnSpc>
                <a:spcPct val="150000"/>
              </a:lnSpc>
              <a:buFontTx/>
              <a:buChar char="-"/>
            </a:pPr>
            <a:r>
              <a:rPr lang="ko-KR" altLang="en-US" sz="800" dirty="0" err="1">
                <a:solidFill>
                  <a:schemeClr val="tx1"/>
                </a:solidFill>
              </a:rPr>
              <a:t>배송중</a:t>
            </a:r>
            <a:r>
              <a:rPr lang="ko-KR" altLang="en-US" sz="800" dirty="0">
                <a:solidFill>
                  <a:schemeClr val="tx1"/>
                </a:solidFill>
              </a:rPr>
              <a:t> 상품만 반품요청으로 관리 할 수 있습니다</a:t>
            </a:r>
            <a:r>
              <a:rPr lang="en-US" altLang="ko-KR" sz="800" dirty="0">
                <a:solidFill>
                  <a:schemeClr val="tx1"/>
                </a:solidFill>
              </a:rPr>
              <a:t>.</a:t>
            </a:r>
          </a:p>
          <a:p>
            <a:pPr marL="171450" indent="-171450">
              <a:lnSpc>
                <a:spcPct val="150000"/>
              </a:lnSpc>
              <a:buFontTx/>
              <a:buChar char="-"/>
            </a:pPr>
            <a:r>
              <a:rPr lang="ko-KR" altLang="en-US" sz="800" dirty="0">
                <a:solidFill>
                  <a:schemeClr val="tx1"/>
                </a:solidFill>
              </a:rPr>
              <a:t>반품요청을 진행하면 새로운 주문번호가 생성되면서 반품이 진행됩니다</a:t>
            </a:r>
            <a:r>
              <a:rPr lang="en-US" altLang="ko-KR" sz="800" dirty="0">
                <a:solidFill>
                  <a:schemeClr val="tx1"/>
                </a:solidFill>
              </a:rPr>
              <a:t>.</a:t>
            </a:r>
            <a:endParaRPr lang="ko-KR" altLang="en-US" sz="800" dirty="0">
              <a:solidFill>
                <a:schemeClr val="tx1"/>
              </a:solidFill>
            </a:endParaRPr>
          </a:p>
        </p:txBody>
      </p:sp>
      <p:graphicFrame>
        <p:nvGraphicFramePr>
          <p:cNvPr id="17" name="표 4">
            <a:extLst>
              <a:ext uri="{FF2B5EF4-FFF2-40B4-BE49-F238E27FC236}">
                <a16:creationId xmlns:a16="http://schemas.microsoft.com/office/drawing/2014/main" id="{5DFFB616-5BA7-4E67-A456-5EAAF34B8FB2}"/>
              </a:ext>
            </a:extLst>
          </p:cNvPr>
          <p:cNvGraphicFramePr>
            <a:graphicFrameLocks noGrp="1"/>
          </p:cNvGraphicFramePr>
          <p:nvPr>
            <p:extLst>
              <p:ext uri="{D42A27DB-BD31-4B8C-83A1-F6EECF244321}">
                <p14:modId xmlns:p14="http://schemas.microsoft.com/office/powerpoint/2010/main" val="510585745"/>
              </p:ext>
            </p:extLst>
          </p:nvPr>
        </p:nvGraphicFramePr>
        <p:xfrm>
          <a:off x="393319" y="5283775"/>
          <a:ext cx="5804912" cy="426720"/>
        </p:xfrm>
        <a:graphic>
          <a:graphicData uri="http://schemas.openxmlformats.org/drawingml/2006/table">
            <a:tbl>
              <a:tblPr firstRow="1" bandRow="1">
                <a:tableStyleId>{5940675A-B579-460E-94D1-54222C63F5DA}</a:tableStyleId>
              </a:tblPr>
              <a:tblGrid>
                <a:gridCol w="831304">
                  <a:extLst>
                    <a:ext uri="{9D8B030D-6E8A-4147-A177-3AD203B41FA5}">
                      <a16:colId xmlns:a16="http://schemas.microsoft.com/office/drawing/2014/main" val="3684204346"/>
                    </a:ext>
                  </a:extLst>
                </a:gridCol>
                <a:gridCol w="2071152">
                  <a:extLst>
                    <a:ext uri="{9D8B030D-6E8A-4147-A177-3AD203B41FA5}">
                      <a16:colId xmlns:a16="http://schemas.microsoft.com/office/drawing/2014/main" val="1934738033"/>
                    </a:ext>
                  </a:extLst>
                </a:gridCol>
                <a:gridCol w="1005968">
                  <a:extLst>
                    <a:ext uri="{9D8B030D-6E8A-4147-A177-3AD203B41FA5}">
                      <a16:colId xmlns:a16="http://schemas.microsoft.com/office/drawing/2014/main" val="189309699"/>
                    </a:ext>
                  </a:extLst>
                </a:gridCol>
                <a:gridCol w="1896488">
                  <a:extLst>
                    <a:ext uri="{9D8B030D-6E8A-4147-A177-3AD203B41FA5}">
                      <a16:colId xmlns:a16="http://schemas.microsoft.com/office/drawing/2014/main" val="3675772040"/>
                    </a:ext>
                  </a:extLst>
                </a:gridCol>
              </a:tblGrid>
              <a:tr h="0">
                <a:tc>
                  <a:txBody>
                    <a:bodyPr/>
                    <a:lstStyle/>
                    <a:p>
                      <a:pPr algn="ctr" latinLnBrk="1"/>
                      <a:r>
                        <a:rPr lang="ko-KR" altLang="en-US" sz="800" b="0" dirty="0">
                          <a:solidFill>
                            <a:schemeClr val="tx1"/>
                          </a:solidFill>
                        </a:rPr>
                        <a:t>주문번호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Me9-000939393</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주문일시</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2024-10-01 09:02:12</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25709569"/>
                  </a:ext>
                </a:extLst>
              </a:tr>
              <a:tr h="0">
                <a:tc>
                  <a:txBody>
                    <a:bodyPr/>
                    <a:lstStyle/>
                    <a:p>
                      <a:pPr algn="ctr" latinLnBrk="1"/>
                      <a:r>
                        <a:rPr lang="ko-KR" altLang="en-US" sz="800" b="0" dirty="0">
                          <a:solidFill>
                            <a:schemeClr val="tx1"/>
                          </a:solidFill>
                        </a:rPr>
                        <a:t>판매처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Shop</a:t>
                      </a:r>
                      <a:r>
                        <a:rPr lang="ko-KR" altLang="en-US" sz="800" dirty="0" err="1"/>
                        <a:t>채널명</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결제일시</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2024-10-01 10:02:12</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801681561"/>
                  </a:ext>
                </a:extLst>
              </a:tr>
            </a:tbl>
          </a:graphicData>
        </a:graphic>
      </p:graphicFrame>
      <p:sp>
        <p:nvSpPr>
          <p:cNvPr id="18" name="타원 17">
            <a:extLst>
              <a:ext uri="{FF2B5EF4-FFF2-40B4-BE49-F238E27FC236}">
                <a16:creationId xmlns:a16="http://schemas.microsoft.com/office/drawing/2014/main" id="{B1BC45B1-91C8-4163-B2D3-6620C7DE6595}"/>
              </a:ext>
            </a:extLst>
          </p:cNvPr>
          <p:cNvSpPr/>
          <p:nvPr/>
        </p:nvSpPr>
        <p:spPr>
          <a:xfrm>
            <a:off x="3004491" y="3066355"/>
            <a:ext cx="1317735"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9" name="직선 화살표 연결선 18">
            <a:extLst>
              <a:ext uri="{FF2B5EF4-FFF2-40B4-BE49-F238E27FC236}">
                <a16:creationId xmlns:a16="http://schemas.microsoft.com/office/drawing/2014/main" id="{93F3A7FA-ADB8-4EF5-848A-AF7DB8C91BF0}"/>
              </a:ext>
            </a:extLst>
          </p:cNvPr>
          <p:cNvCxnSpPr>
            <a:cxnSpLocks/>
            <a:stCxn id="18" idx="4"/>
          </p:cNvCxnSpPr>
          <p:nvPr/>
        </p:nvCxnSpPr>
        <p:spPr>
          <a:xfrm>
            <a:off x="3663359" y="3509979"/>
            <a:ext cx="0" cy="483024"/>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pSp>
        <p:nvGrpSpPr>
          <p:cNvPr id="5" name="그룹 4">
            <a:extLst>
              <a:ext uri="{FF2B5EF4-FFF2-40B4-BE49-F238E27FC236}">
                <a16:creationId xmlns:a16="http://schemas.microsoft.com/office/drawing/2014/main" id="{D6BB1E5A-C3CC-424C-8BDE-67E96D39B2E7}"/>
              </a:ext>
            </a:extLst>
          </p:cNvPr>
          <p:cNvGrpSpPr/>
          <p:nvPr/>
        </p:nvGrpSpPr>
        <p:grpSpPr>
          <a:xfrm>
            <a:off x="5874883" y="7437081"/>
            <a:ext cx="274434" cy="738664"/>
            <a:chOff x="7596535" y="7960647"/>
            <a:chExt cx="274434" cy="738664"/>
          </a:xfrm>
        </p:grpSpPr>
        <p:sp>
          <p:nvSpPr>
            <p:cNvPr id="21" name="직사각형 20">
              <a:extLst>
                <a:ext uri="{FF2B5EF4-FFF2-40B4-BE49-F238E27FC236}">
                  <a16:creationId xmlns:a16="http://schemas.microsoft.com/office/drawing/2014/main" id="{B8F5D46C-0A5B-4921-9B3F-B37A7F961DEB}"/>
                </a:ext>
              </a:extLst>
            </p:cNvPr>
            <p:cNvSpPr/>
            <p:nvPr/>
          </p:nvSpPr>
          <p:spPr>
            <a:xfrm>
              <a:off x="7662735" y="7984690"/>
              <a:ext cx="125362" cy="709483"/>
            </a:xfrm>
            <a:prstGeom prst="rect">
              <a:avLst/>
            </a:prstGeom>
            <a:solidFill>
              <a:schemeClr val="bg1">
                <a:lumMod val="85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600" dirty="0">
                <a:solidFill>
                  <a:schemeClr val="tx1">
                    <a:lumMod val="50000"/>
                    <a:lumOff val="50000"/>
                  </a:schemeClr>
                </a:solidFill>
              </a:endParaRPr>
            </a:p>
          </p:txBody>
        </p:sp>
        <p:sp>
          <p:nvSpPr>
            <p:cNvPr id="4" name="TextBox 3">
              <a:extLst>
                <a:ext uri="{FF2B5EF4-FFF2-40B4-BE49-F238E27FC236}">
                  <a16:creationId xmlns:a16="http://schemas.microsoft.com/office/drawing/2014/main" id="{ED601344-C6A7-48BC-BF30-9802BC82C6B7}"/>
                </a:ext>
              </a:extLst>
            </p:cNvPr>
            <p:cNvSpPr txBox="1"/>
            <p:nvPr/>
          </p:nvSpPr>
          <p:spPr>
            <a:xfrm>
              <a:off x="7596535" y="7960647"/>
              <a:ext cx="274434" cy="738664"/>
            </a:xfrm>
            <a:prstGeom prst="rect">
              <a:avLst/>
            </a:prstGeom>
            <a:noFill/>
          </p:spPr>
          <p:txBody>
            <a:bodyPr wrap="none" rtlCol="0">
              <a:spAutoFit/>
            </a:bodyPr>
            <a:lstStyle/>
            <a:p>
              <a:r>
                <a:rPr lang="ko-KR" altLang="en-US" sz="700" dirty="0">
                  <a:solidFill>
                    <a:schemeClr val="tx1">
                      <a:lumMod val="50000"/>
                      <a:lumOff val="50000"/>
                    </a:schemeClr>
                  </a:solidFill>
                </a:rPr>
                <a:t>▲</a:t>
              </a:r>
              <a:endParaRPr lang="en-US" altLang="ko-KR" sz="700" dirty="0">
                <a:solidFill>
                  <a:schemeClr val="tx1">
                    <a:lumMod val="50000"/>
                    <a:lumOff val="50000"/>
                  </a:schemeClr>
                </a:solidFill>
              </a:endParaRPr>
            </a:p>
            <a:p>
              <a:endParaRPr lang="en-US" altLang="ko-KR" sz="700" dirty="0">
                <a:solidFill>
                  <a:schemeClr val="tx1">
                    <a:lumMod val="50000"/>
                    <a:lumOff val="50000"/>
                  </a:schemeClr>
                </a:solidFill>
              </a:endParaRPr>
            </a:p>
            <a:p>
              <a:endParaRPr lang="en-US" altLang="ko-KR" sz="700" dirty="0">
                <a:solidFill>
                  <a:schemeClr val="tx1">
                    <a:lumMod val="50000"/>
                    <a:lumOff val="50000"/>
                  </a:schemeClr>
                </a:solidFill>
              </a:endParaRPr>
            </a:p>
            <a:p>
              <a:endParaRPr lang="en-US" altLang="ko-KR" sz="700" dirty="0">
                <a:solidFill>
                  <a:schemeClr val="tx1">
                    <a:lumMod val="50000"/>
                    <a:lumOff val="50000"/>
                  </a:schemeClr>
                </a:solidFill>
              </a:endParaRPr>
            </a:p>
            <a:p>
              <a:endParaRPr lang="en-US" altLang="ko-KR" sz="700" dirty="0">
                <a:solidFill>
                  <a:schemeClr val="tx1">
                    <a:lumMod val="50000"/>
                    <a:lumOff val="50000"/>
                  </a:schemeClr>
                </a:solidFill>
              </a:endParaRPr>
            </a:p>
            <a:p>
              <a:r>
                <a:rPr lang="ko-KR" altLang="en-US" sz="700" dirty="0">
                  <a:solidFill>
                    <a:schemeClr val="tx1">
                      <a:lumMod val="50000"/>
                      <a:lumOff val="50000"/>
                    </a:schemeClr>
                  </a:solidFill>
                </a:rPr>
                <a:t>▼</a:t>
              </a:r>
              <a:endParaRPr lang="ko-KR" altLang="en-US" sz="700" dirty="0"/>
            </a:p>
          </p:txBody>
        </p:sp>
      </p:grpSp>
      <p:sp>
        <p:nvSpPr>
          <p:cNvPr id="24" name="직사각형 23">
            <a:extLst>
              <a:ext uri="{FF2B5EF4-FFF2-40B4-BE49-F238E27FC236}">
                <a16:creationId xmlns:a16="http://schemas.microsoft.com/office/drawing/2014/main" id="{32E50909-C79D-4CC3-91EE-3DFF04D18FE0}"/>
              </a:ext>
            </a:extLst>
          </p:cNvPr>
          <p:cNvSpPr/>
          <p:nvPr/>
        </p:nvSpPr>
        <p:spPr>
          <a:xfrm>
            <a:off x="1536838" y="8294448"/>
            <a:ext cx="4529607" cy="1749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회수 방법을 선택하세요                                                                                      ▼</a:t>
            </a:r>
            <a:endParaRPr lang="en-US" altLang="ko-KR" sz="800" dirty="0">
              <a:solidFill>
                <a:schemeClr val="tx1">
                  <a:lumMod val="50000"/>
                  <a:lumOff val="50000"/>
                </a:schemeClr>
              </a:solidFill>
            </a:endParaRPr>
          </a:p>
        </p:txBody>
      </p:sp>
      <p:sp>
        <p:nvSpPr>
          <p:cNvPr id="25" name="직사각형 24">
            <a:extLst>
              <a:ext uri="{FF2B5EF4-FFF2-40B4-BE49-F238E27FC236}">
                <a16:creationId xmlns:a16="http://schemas.microsoft.com/office/drawing/2014/main" id="{F688A7DC-1099-4F5E-A85E-C2B3D5E54C96}"/>
              </a:ext>
            </a:extLst>
          </p:cNvPr>
          <p:cNvSpPr/>
          <p:nvPr/>
        </p:nvSpPr>
        <p:spPr>
          <a:xfrm>
            <a:off x="2191479" y="9014101"/>
            <a:ext cx="736077" cy="14046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0 </a:t>
            </a:r>
          </a:p>
        </p:txBody>
      </p:sp>
      <p:sp>
        <p:nvSpPr>
          <p:cNvPr id="26" name="직사각형 25">
            <a:extLst>
              <a:ext uri="{FF2B5EF4-FFF2-40B4-BE49-F238E27FC236}">
                <a16:creationId xmlns:a16="http://schemas.microsoft.com/office/drawing/2014/main" id="{DA1AB4C4-B9B1-4E1C-B86C-0410A6F994F2}"/>
              </a:ext>
            </a:extLst>
          </p:cNvPr>
          <p:cNvSpPr/>
          <p:nvPr/>
        </p:nvSpPr>
        <p:spPr>
          <a:xfrm>
            <a:off x="3140699" y="9014100"/>
            <a:ext cx="591671" cy="140463"/>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solidFill>
                  <a:schemeClr val="bg1"/>
                </a:solidFill>
              </a:rPr>
              <a:t>적용</a:t>
            </a:r>
            <a:endParaRPr lang="en-US" altLang="ko-KR" sz="700" b="1" dirty="0">
              <a:solidFill>
                <a:schemeClr val="bg1"/>
              </a:solidFill>
            </a:endParaRPr>
          </a:p>
        </p:txBody>
      </p:sp>
      <p:sp>
        <p:nvSpPr>
          <p:cNvPr id="32" name="직사각형 31">
            <a:extLst>
              <a:ext uri="{FF2B5EF4-FFF2-40B4-BE49-F238E27FC236}">
                <a16:creationId xmlns:a16="http://schemas.microsoft.com/office/drawing/2014/main" id="{44268A61-D70F-4D8F-94CC-7A8FC2E910C9}"/>
              </a:ext>
            </a:extLst>
          </p:cNvPr>
          <p:cNvSpPr/>
          <p:nvPr/>
        </p:nvSpPr>
        <p:spPr>
          <a:xfrm>
            <a:off x="6762992" y="5294047"/>
            <a:ext cx="3205290" cy="2024051"/>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33" name="직사각형 32">
            <a:extLst>
              <a:ext uri="{FF2B5EF4-FFF2-40B4-BE49-F238E27FC236}">
                <a16:creationId xmlns:a16="http://schemas.microsoft.com/office/drawing/2014/main" id="{58E28BD4-C326-4F5F-B9C0-A3296317BB2B}"/>
              </a:ext>
            </a:extLst>
          </p:cNvPr>
          <p:cNvSpPr/>
          <p:nvPr/>
        </p:nvSpPr>
        <p:spPr>
          <a:xfrm>
            <a:off x="6909507" y="5537634"/>
            <a:ext cx="2912261" cy="202899"/>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반품사유를 선택하세요                                          ▼</a:t>
            </a:r>
            <a:endParaRPr lang="en-US" altLang="ko-KR" sz="800" dirty="0">
              <a:solidFill>
                <a:schemeClr val="tx1">
                  <a:lumMod val="50000"/>
                  <a:lumOff val="50000"/>
                </a:schemeClr>
              </a:solidFill>
            </a:endParaRPr>
          </a:p>
        </p:txBody>
      </p:sp>
      <p:sp>
        <p:nvSpPr>
          <p:cNvPr id="34" name="직사각형 33">
            <a:extLst>
              <a:ext uri="{FF2B5EF4-FFF2-40B4-BE49-F238E27FC236}">
                <a16:creationId xmlns:a16="http://schemas.microsoft.com/office/drawing/2014/main" id="{0EB20453-05BD-4AA2-B222-D026F4FCC289}"/>
              </a:ext>
            </a:extLst>
          </p:cNvPr>
          <p:cNvSpPr/>
          <p:nvPr/>
        </p:nvSpPr>
        <p:spPr>
          <a:xfrm>
            <a:off x="6909507" y="5743548"/>
            <a:ext cx="2912261" cy="101477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nSpc>
                <a:spcPct val="150000"/>
              </a:lnSpc>
            </a:pPr>
            <a:r>
              <a:rPr lang="ko-KR" altLang="en-US" sz="800" dirty="0">
                <a:solidFill>
                  <a:schemeClr val="tx1">
                    <a:lumMod val="50000"/>
                    <a:lumOff val="50000"/>
                  </a:schemeClr>
                </a:solidFill>
              </a:rPr>
              <a:t>반품사유를 선택하세요</a:t>
            </a:r>
            <a:endParaRPr lang="en-US" altLang="ko-KR" sz="800" dirty="0">
              <a:solidFill>
                <a:schemeClr val="tx1">
                  <a:lumMod val="50000"/>
                  <a:lumOff val="50000"/>
                </a:schemeClr>
              </a:solidFill>
            </a:endParaRPr>
          </a:p>
          <a:p>
            <a:pPr>
              <a:lnSpc>
                <a:spcPct val="150000"/>
              </a:lnSpc>
            </a:pPr>
            <a:r>
              <a:rPr lang="ko-KR" altLang="en-US" sz="800" dirty="0">
                <a:solidFill>
                  <a:schemeClr val="tx1">
                    <a:lumMod val="50000"/>
                    <a:lumOff val="50000"/>
                  </a:schemeClr>
                </a:solidFill>
              </a:rPr>
              <a:t>마음이 변했어요</a:t>
            </a:r>
            <a:endParaRPr lang="en-US" altLang="ko-KR" sz="800" dirty="0">
              <a:solidFill>
                <a:schemeClr val="tx1">
                  <a:lumMod val="50000"/>
                  <a:lumOff val="50000"/>
                </a:schemeClr>
              </a:solidFill>
            </a:endParaRPr>
          </a:p>
          <a:p>
            <a:pPr>
              <a:lnSpc>
                <a:spcPct val="150000"/>
              </a:lnSpc>
            </a:pPr>
            <a:r>
              <a:rPr lang="ko-KR" altLang="en-US" sz="800" dirty="0">
                <a:solidFill>
                  <a:schemeClr val="tx1">
                    <a:lumMod val="50000"/>
                    <a:lumOff val="50000"/>
                  </a:schemeClr>
                </a:solidFill>
              </a:rPr>
              <a:t>상품에 하자가 있어요</a:t>
            </a:r>
            <a:r>
              <a:rPr lang="en-US" altLang="ko-KR" sz="800" dirty="0">
                <a:solidFill>
                  <a:schemeClr val="tx1">
                    <a:lumMod val="50000"/>
                    <a:lumOff val="50000"/>
                  </a:schemeClr>
                </a:solidFill>
              </a:rPr>
              <a:t>(</a:t>
            </a:r>
            <a:r>
              <a:rPr lang="ko-KR" altLang="en-US" sz="800" dirty="0">
                <a:solidFill>
                  <a:schemeClr val="tx1">
                    <a:lumMod val="50000"/>
                    <a:lumOff val="50000"/>
                  </a:schemeClr>
                </a:solidFill>
              </a:rPr>
              <a:t>상세 사유 필요</a:t>
            </a:r>
            <a:r>
              <a:rPr lang="en-US" altLang="ko-KR" sz="800" dirty="0">
                <a:solidFill>
                  <a:schemeClr val="tx1">
                    <a:lumMod val="50000"/>
                    <a:lumOff val="50000"/>
                  </a:schemeClr>
                </a:solidFill>
              </a:rPr>
              <a:t>)</a:t>
            </a:r>
          </a:p>
          <a:p>
            <a:pPr>
              <a:lnSpc>
                <a:spcPct val="150000"/>
              </a:lnSpc>
            </a:pPr>
            <a:r>
              <a:rPr lang="ko-KR" altLang="en-US" sz="800" dirty="0">
                <a:solidFill>
                  <a:schemeClr val="tx1">
                    <a:lumMod val="50000"/>
                    <a:lumOff val="50000"/>
                  </a:schemeClr>
                </a:solidFill>
              </a:rPr>
              <a:t>다른 상품이 배송됐어요</a:t>
            </a:r>
            <a:r>
              <a:rPr lang="en-US" altLang="ko-KR" sz="800" dirty="0">
                <a:solidFill>
                  <a:schemeClr val="tx1">
                    <a:lumMod val="50000"/>
                    <a:lumOff val="50000"/>
                  </a:schemeClr>
                </a:solidFill>
              </a:rPr>
              <a:t>(</a:t>
            </a:r>
            <a:r>
              <a:rPr lang="ko-KR" altLang="en-US" sz="800" dirty="0">
                <a:solidFill>
                  <a:schemeClr val="tx1">
                    <a:lumMod val="50000"/>
                    <a:lumOff val="50000"/>
                  </a:schemeClr>
                </a:solidFill>
              </a:rPr>
              <a:t>상세 사유 필요</a:t>
            </a:r>
            <a:r>
              <a:rPr lang="en-US" altLang="ko-KR" sz="800" dirty="0">
                <a:solidFill>
                  <a:schemeClr val="tx1">
                    <a:lumMod val="50000"/>
                    <a:lumOff val="50000"/>
                  </a:schemeClr>
                </a:solidFill>
              </a:rPr>
              <a:t>)</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35" name="타원 34">
            <a:extLst>
              <a:ext uri="{FF2B5EF4-FFF2-40B4-BE49-F238E27FC236}">
                <a16:creationId xmlns:a16="http://schemas.microsoft.com/office/drawing/2014/main" id="{5FB91704-3EDF-470B-B016-78DF62CCF728}"/>
              </a:ext>
            </a:extLst>
          </p:cNvPr>
          <p:cNvSpPr/>
          <p:nvPr/>
        </p:nvSpPr>
        <p:spPr>
          <a:xfrm>
            <a:off x="5614224" y="7081926"/>
            <a:ext cx="464402"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6" name="직선 화살표 연결선 35">
            <a:extLst>
              <a:ext uri="{FF2B5EF4-FFF2-40B4-BE49-F238E27FC236}">
                <a16:creationId xmlns:a16="http://schemas.microsoft.com/office/drawing/2014/main" id="{53261764-40FB-477C-A755-659071A0CC55}"/>
              </a:ext>
            </a:extLst>
          </p:cNvPr>
          <p:cNvCxnSpPr>
            <a:cxnSpLocks/>
            <a:stCxn id="35" idx="7"/>
          </p:cNvCxnSpPr>
          <p:nvPr/>
        </p:nvCxnSpPr>
        <p:spPr>
          <a:xfrm flipV="1">
            <a:off x="6010616" y="6358029"/>
            <a:ext cx="898891" cy="788864"/>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E83119CA-0434-4921-94EE-5F128DABD04B}"/>
              </a:ext>
            </a:extLst>
          </p:cNvPr>
          <p:cNvSpPr/>
          <p:nvPr/>
        </p:nvSpPr>
        <p:spPr>
          <a:xfrm>
            <a:off x="6735856" y="7871542"/>
            <a:ext cx="6482506" cy="2794439"/>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38" name="타원 37">
            <a:extLst>
              <a:ext uri="{FF2B5EF4-FFF2-40B4-BE49-F238E27FC236}">
                <a16:creationId xmlns:a16="http://schemas.microsoft.com/office/drawing/2014/main" id="{BA0053DE-23D0-49C3-BEF3-AFD5BAA8AD8D}"/>
              </a:ext>
            </a:extLst>
          </p:cNvPr>
          <p:cNvSpPr/>
          <p:nvPr/>
        </p:nvSpPr>
        <p:spPr>
          <a:xfrm>
            <a:off x="5678906" y="8166719"/>
            <a:ext cx="464402"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9" name="직선 화살표 연결선 38">
            <a:extLst>
              <a:ext uri="{FF2B5EF4-FFF2-40B4-BE49-F238E27FC236}">
                <a16:creationId xmlns:a16="http://schemas.microsoft.com/office/drawing/2014/main" id="{E1D9D881-01DF-485A-B470-76030093F430}"/>
              </a:ext>
            </a:extLst>
          </p:cNvPr>
          <p:cNvCxnSpPr>
            <a:cxnSpLocks/>
          </p:cNvCxnSpPr>
          <p:nvPr/>
        </p:nvCxnSpPr>
        <p:spPr>
          <a:xfrm flipV="1">
            <a:off x="6144116" y="8355127"/>
            <a:ext cx="765391" cy="26953"/>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40" name="표 39">
            <a:extLst>
              <a:ext uri="{FF2B5EF4-FFF2-40B4-BE49-F238E27FC236}">
                <a16:creationId xmlns:a16="http://schemas.microsoft.com/office/drawing/2014/main" id="{C3115EA4-EFC2-4748-8C45-C73260245CAA}"/>
              </a:ext>
            </a:extLst>
          </p:cNvPr>
          <p:cNvGraphicFramePr>
            <a:graphicFrameLocks noGrp="1"/>
          </p:cNvGraphicFramePr>
          <p:nvPr>
            <p:extLst>
              <p:ext uri="{D42A27DB-BD31-4B8C-83A1-F6EECF244321}">
                <p14:modId xmlns:p14="http://schemas.microsoft.com/office/powerpoint/2010/main" val="3066650145"/>
              </p:ext>
            </p:extLst>
          </p:nvPr>
        </p:nvGraphicFramePr>
        <p:xfrm>
          <a:off x="6919313" y="8119058"/>
          <a:ext cx="6181062" cy="517680"/>
        </p:xfrm>
        <a:graphic>
          <a:graphicData uri="http://schemas.openxmlformats.org/drawingml/2006/table">
            <a:tbl>
              <a:tblPr firstRow="1" bandRow="1">
                <a:tableStyleId>{5C22544A-7EE6-4342-B048-85BDC9FD1C3A}</a:tableStyleId>
              </a:tblPr>
              <a:tblGrid>
                <a:gridCol w="1070746">
                  <a:extLst>
                    <a:ext uri="{9D8B030D-6E8A-4147-A177-3AD203B41FA5}">
                      <a16:colId xmlns:a16="http://schemas.microsoft.com/office/drawing/2014/main" val="3580568890"/>
                    </a:ext>
                  </a:extLst>
                </a:gridCol>
                <a:gridCol w="5110316">
                  <a:extLst>
                    <a:ext uri="{9D8B030D-6E8A-4147-A177-3AD203B41FA5}">
                      <a16:colId xmlns:a16="http://schemas.microsoft.com/office/drawing/2014/main" val="20004"/>
                    </a:ext>
                  </a:extLst>
                </a:gridCol>
              </a:tblGrid>
              <a:tr h="258840">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회수 방법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schemeClr val="tx1"/>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535613029"/>
                  </a:ext>
                </a:extLst>
              </a:tr>
              <a:tr h="258840">
                <a:tc v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schemeClr val="tx1"/>
                          </a:solidFill>
                          <a:effectLst/>
                          <a:uLnTx/>
                          <a:uFillTx/>
                          <a:latin typeface="+mj-ea"/>
                          <a:ea typeface="+mj-ea"/>
                          <a:cs typeface="+mn-cs"/>
                        </a:rPr>
                        <a:t>택배사</a:t>
                      </a:r>
                      <a:r>
                        <a:rPr kumimoji="0" lang="ko-KR" altLang="en-US" sz="800" b="0" i="0" u="none" strike="noStrike" kern="1200" cap="none" spc="0" normalizeH="0" baseline="0" noProof="0" dirty="0">
                          <a:ln>
                            <a:noFill/>
                          </a:ln>
                          <a:solidFill>
                            <a:schemeClr val="tx1"/>
                          </a:solidFill>
                          <a:effectLst/>
                          <a:uLnTx/>
                          <a:uFillTx/>
                          <a:latin typeface="+mj-ea"/>
                          <a:ea typeface="+mj-ea"/>
                          <a:cs typeface="+mn-cs"/>
                        </a:rPr>
                        <a:t> 정보</a:t>
                      </a: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297182302"/>
                  </a:ext>
                </a:extLst>
              </a:tr>
            </a:tbl>
          </a:graphicData>
        </a:graphic>
      </p:graphicFrame>
      <p:sp>
        <p:nvSpPr>
          <p:cNvPr id="41" name="직사각형 40">
            <a:extLst>
              <a:ext uri="{FF2B5EF4-FFF2-40B4-BE49-F238E27FC236}">
                <a16:creationId xmlns:a16="http://schemas.microsoft.com/office/drawing/2014/main" id="{1556F264-CA1E-4E69-B295-063B6F307385}"/>
              </a:ext>
            </a:extLst>
          </p:cNvPr>
          <p:cNvSpPr/>
          <p:nvPr/>
        </p:nvSpPr>
        <p:spPr>
          <a:xfrm>
            <a:off x="8039410" y="8161274"/>
            <a:ext cx="4529607" cy="1749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고객 직접 회수                                                                                                 ▼</a:t>
            </a:r>
            <a:endParaRPr lang="en-US" altLang="ko-KR" sz="800" dirty="0">
              <a:solidFill>
                <a:schemeClr val="tx1">
                  <a:lumMod val="50000"/>
                  <a:lumOff val="50000"/>
                </a:schemeClr>
              </a:solidFill>
            </a:endParaRPr>
          </a:p>
        </p:txBody>
      </p:sp>
      <p:sp>
        <p:nvSpPr>
          <p:cNvPr id="42" name="직사각형 41">
            <a:extLst>
              <a:ext uri="{FF2B5EF4-FFF2-40B4-BE49-F238E27FC236}">
                <a16:creationId xmlns:a16="http://schemas.microsoft.com/office/drawing/2014/main" id="{696EBE01-332C-48A6-B650-9CB0217F4F5E}"/>
              </a:ext>
            </a:extLst>
          </p:cNvPr>
          <p:cNvSpPr/>
          <p:nvPr/>
        </p:nvSpPr>
        <p:spPr>
          <a:xfrm>
            <a:off x="8717361" y="8410017"/>
            <a:ext cx="1051270" cy="1749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a:solidFill>
                  <a:schemeClr val="tx1">
                    <a:lumMod val="50000"/>
                    <a:lumOff val="50000"/>
                  </a:schemeClr>
                </a:solidFill>
              </a:rPr>
              <a:t>택배사</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43" name="직사각형 42">
            <a:extLst>
              <a:ext uri="{FF2B5EF4-FFF2-40B4-BE49-F238E27FC236}">
                <a16:creationId xmlns:a16="http://schemas.microsoft.com/office/drawing/2014/main" id="{4730BFDD-96DB-4D6D-8F67-826282CD7B3C}"/>
              </a:ext>
            </a:extLst>
          </p:cNvPr>
          <p:cNvSpPr/>
          <p:nvPr/>
        </p:nvSpPr>
        <p:spPr>
          <a:xfrm>
            <a:off x="9821768" y="8410017"/>
            <a:ext cx="2747249" cy="17249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graphicFrame>
        <p:nvGraphicFramePr>
          <p:cNvPr id="44" name="표 43">
            <a:extLst>
              <a:ext uri="{FF2B5EF4-FFF2-40B4-BE49-F238E27FC236}">
                <a16:creationId xmlns:a16="http://schemas.microsoft.com/office/drawing/2014/main" id="{2DB4B4FF-72D9-4371-90B5-C7659342268A}"/>
              </a:ext>
            </a:extLst>
          </p:cNvPr>
          <p:cNvGraphicFramePr>
            <a:graphicFrameLocks noGrp="1"/>
          </p:cNvGraphicFramePr>
          <p:nvPr>
            <p:extLst>
              <p:ext uri="{D42A27DB-BD31-4B8C-83A1-F6EECF244321}">
                <p14:modId xmlns:p14="http://schemas.microsoft.com/office/powerpoint/2010/main" val="746425230"/>
              </p:ext>
            </p:extLst>
          </p:nvPr>
        </p:nvGraphicFramePr>
        <p:xfrm>
          <a:off x="6919312" y="8933630"/>
          <a:ext cx="6181061" cy="1575922"/>
        </p:xfrm>
        <a:graphic>
          <a:graphicData uri="http://schemas.openxmlformats.org/drawingml/2006/table">
            <a:tbl>
              <a:tblPr firstRow="1" bandRow="1">
                <a:tableStyleId>{5C22544A-7EE6-4342-B048-85BDC9FD1C3A}</a:tableStyleId>
              </a:tblPr>
              <a:tblGrid>
                <a:gridCol w="1063373">
                  <a:extLst>
                    <a:ext uri="{9D8B030D-6E8A-4147-A177-3AD203B41FA5}">
                      <a16:colId xmlns:a16="http://schemas.microsoft.com/office/drawing/2014/main" val="3580568890"/>
                    </a:ext>
                  </a:extLst>
                </a:gridCol>
                <a:gridCol w="759542">
                  <a:extLst>
                    <a:ext uri="{9D8B030D-6E8A-4147-A177-3AD203B41FA5}">
                      <a16:colId xmlns:a16="http://schemas.microsoft.com/office/drawing/2014/main" val="20004"/>
                    </a:ext>
                  </a:extLst>
                </a:gridCol>
                <a:gridCol w="4358146">
                  <a:extLst>
                    <a:ext uri="{9D8B030D-6E8A-4147-A177-3AD203B41FA5}">
                      <a16:colId xmlns:a16="http://schemas.microsoft.com/office/drawing/2014/main" val="1576342841"/>
                    </a:ext>
                  </a:extLst>
                </a:gridCol>
              </a:tblGrid>
              <a:tr h="258840">
                <a:tc rowSpan="4">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회수 방법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schemeClr val="tx1"/>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extLst>
                  <a:ext uri="{0D108BD9-81ED-4DB2-BD59-A6C34878D82A}">
                    <a16:rowId xmlns:a16="http://schemas.microsoft.com/office/drawing/2014/main" val="2535613029"/>
                  </a:ext>
                </a:extLst>
              </a:tr>
              <a:tr h="258840">
                <a:tc v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chemeClr val="tx1"/>
                          </a:solidFill>
                          <a:effectLst/>
                          <a:uLnTx/>
                          <a:uFillTx/>
                          <a:latin typeface="+mj-ea"/>
                          <a:ea typeface="+mj-ea"/>
                          <a:cs typeface="+mn-cs"/>
                        </a:rPr>
                        <a:t>주문자</a:t>
                      </a: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txBody>
                  <a:tcPr anchor="ctr">
                    <a:lnL w="6350" cap="flat" cmpd="sng" algn="ctr">
                      <a:solidFill>
                        <a:schemeClr val="bg1">
                          <a:lumMod val="7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txBody>
                  <a:tcPr anchor="ctr">
                    <a:lnL w="3175" cap="flat" cmpd="sng" algn="ctr">
                      <a:solidFill>
                        <a:schemeClr val="bg1">
                          <a:lumMod val="6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297182302"/>
                  </a:ext>
                </a:extLst>
              </a:tr>
              <a:tr h="258840">
                <a:tc v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chemeClr val="tx1"/>
                          </a:solidFill>
                          <a:effectLst/>
                          <a:uLnTx/>
                          <a:uFillTx/>
                          <a:latin typeface="+mj-ea"/>
                          <a:ea typeface="+mj-ea"/>
                          <a:cs typeface="+mn-cs"/>
                        </a:rPr>
                        <a:t>연락처</a:t>
                      </a: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txBody>
                  <a:tcPr anchor="ctr">
                    <a:lnL w="6350" cap="flat" cmpd="sng" algn="ctr">
                      <a:solidFill>
                        <a:schemeClr val="bg1">
                          <a:lumMod val="7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txBody>
                  <a:tcPr anchor="ctr">
                    <a:lnL w="3175" cap="flat" cmpd="sng" algn="ctr">
                      <a:solidFill>
                        <a:schemeClr val="bg1">
                          <a:lumMod val="6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870898190"/>
                  </a:ext>
                </a:extLst>
              </a:tr>
              <a:tr h="258840">
                <a:tc v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chemeClr val="tx1"/>
                          </a:solidFill>
                          <a:effectLst/>
                          <a:uLnTx/>
                          <a:uFillTx/>
                          <a:latin typeface="+mj-ea"/>
                          <a:ea typeface="+mj-ea"/>
                          <a:cs typeface="+mn-cs"/>
                        </a:rPr>
                        <a:t>교환 </a:t>
                      </a:r>
                      <a:r>
                        <a:rPr kumimoji="0" lang="ko-KR" altLang="en-US" sz="800" b="0" i="0" u="none" strike="noStrike" kern="1200" cap="none" spc="0" normalizeH="0" baseline="0" noProof="0" dirty="0" err="1">
                          <a:ln>
                            <a:noFill/>
                          </a:ln>
                          <a:solidFill>
                            <a:schemeClr val="tx1"/>
                          </a:solidFill>
                          <a:effectLst/>
                          <a:uLnTx/>
                          <a:uFillTx/>
                          <a:latin typeface="+mj-ea"/>
                          <a:ea typeface="+mj-ea"/>
                          <a:cs typeface="+mn-cs"/>
                        </a:rPr>
                        <a:t>수거지</a:t>
                      </a: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txBody>
                  <a:tcPr anchor="ctr">
                    <a:lnL w="6350" cap="flat" cmpd="sng" algn="ctr">
                      <a:solidFill>
                        <a:schemeClr val="bg1">
                          <a:lumMod val="7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5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5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5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txBody>
                  <a:tcPr anchor="ctr">
                    <a:lnL w="3175" cap="flat" cmpd="sng" algn="ctr">
                      <a:solidFill>
                        <a:schemeClr val="bg1">
                          <a:lumMod val="6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812976287"/>
                  </a:ext>
                </a:extLst>
              </a:tr>
            </a:tbl>
          </a:graphicData>
        </a:graphic>
      </p:graphicFrame>
      <p:sp>
        <p:nvSpPr>
          <p:cNvPr id="45" name="직사각형 44">
            <a:extLst>
              <a:ext uri="{FF2B5EF4-FFF2-40B4-BE49-F238E27FC236}">
                <a16:creationId xmlns:a16="http://schemas.microsoft.com/office/drawing/2014/main" id="{A6595FD4-699C-49A8-8FAE-A4C96003D753}"/>
              </a:ext>
            </a:extLst>
          </p:cNvPr>
          <p:cNvSpPr/>
          <p:nvPr/>
        </p:nvSpPr>
        <p:spPr>
          <a:xfrm>
            <a:off x="8039410" y="8975846"/>
            <a:ext cx="4529607" cy="1749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업체 회수                                                                                                        ▼</a:t>
            </a:r>
            <a:endParaRPr lang="en-US" altLang="ko-KR" sz="800" dirty="0">
              <a:solidFill>
                <a:schemeClr val="tx1">
                  <a:lumMod val="50000"/>
                  <a:lumOff val="50000"/>
                </a:schemeClr>
              </a:solidFill>
            </a:endParaRPr>
          </a:p>
        </p:txBody>
      </p:sp>
      <p:sp>
        <p:nvSpPr>
          <p:cNvPr id="46" name="직사각형 45">
            <a:extLst>
              <a:ext uri="{FF2B5EF4-FFF2-40B4-BE49-F238E27FC236}">
                <a16:creationId xmlns:a16="http://schemas.microsoft.com/office/drawing/2014/main" id="{E71C5A8E-0052-4221-8133-2D71835A4741}"/>
              </a:ext>
            </a:extLst>
          </p:cNvPr>
          <p:cNvSpPr/>
          <p:nvPr/>
        </p:nvSpPr>
        <p:spPr>
          <a:xfrm>
            <a:off x="8862688" y="9233479"/>
            <a:ext cx="3937059" cy="1749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주문자 명</a:t>
            </a:r>
            <a:endParaRPr lang="en-US" altLang="ko-KR" sz="800" dirty="0">
              <a:solidFill>
                <a:schemeClr val="tx1">
                  <a:lumMod val="50000"/>
                  <a:lumOff val="50000"/>
                </a:schemeClr>
              </a:solidFill>
            </a:endParaRPr>
          </a:p>
        </p:txBody>
      </p:sp>
      <p:sp>
        <p:nvSpPr>
          <p:cNvPr id="47" name="직사각형 46">
            <a:extLst>
              <a:ext uri="{FF2B5EF4-FFF2-40B4-BE49-F238E27FC236}">
                <a16:creationId xmlns:a16="http://schemas.microsoft.com/office/drawing/2014/main" id="{58ED4F13-7650-4BB5-8CF4-F7BB632C03F7}"/>
              </a:ext>
            </a:extLst>
          </p:cNvPr>
          <p:cNvSpPr/>
          <p:nvPr/>
        </p:nvSpPr>
        <p:spPr>
          <a:xfrm>
            <a:off x="8863635" y="9489535"/>
            <a:ext cx="3937059" cy="1749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01099988877</a:t>
            </a:r>
          </a:p>
        </p:txBody>
      </p:sp>
      <p:sp>
        <p:nvSpPr>
          <p:cNvPr id="48" name="직사각형 47">
            <a:extLst>
              <a:ext uri="{FF2B5EF4-FFF2-40B4-BE49-F238E27FC236}">
                <a16:creationId xmlns:a16="http://schemas.microsoft.com/office/drawing/2014/main" id="{F681F25B-E20E-4D69-9EEA-404935AC2363}"/>
              </a:ext>
            </a:extLst>
          </p:cNvPr>
          <p:cNvSpPr/>
          <p:nvPr/>
        </p:nvSpPr>
        <p:spPr>
          <a:xfrm>
            <a:off x="8862688" y="9772316"/>
            <a:ext cx="732488" cy="1749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13543</a:t>
            </a:r>
          </a:p>
        </p:txBody>
      </p:sp>
      <p:sp>
        <p:nvSpPr>
          <p:cNvPr id="49" name="직사각형 48">
            <a:extLst>
              <a:ext uri="{FF2B5EF4-FFF2-40B4-BE49-F238E27FC236}">
                <a16:creationId xmlns:a16="http://schemas.microsoft.com/office/drawing/2014/main" id="{A129A53F-E85E-4EEA-94A1-D543583F1348}"/>
              </a:ext>
            </a:extLst>
          </p:cNvPr>
          <p:cNvSpPr/>
          <p:nvPr/>
        </p:nvSpPr>
        <p:spPr>
          <a:xfrm>
            <a:off x="9630543" y="9772316"/>
            <a:ext cx="902178" cy="174966"/>
          </a:xfrm>
          <a:prstGeom prst="rect">
            <a:avLst/>
          </a:prstGeom>
          <a:solidFill>
            <a:schemeClr val="bg1"/>
          </a:solidFill>
          <a:ln w="6350">
            <a:solidFill>
              <a:schemeClr val="tx1">
                <a:lumMod val="50000"/>
                <a:lumOff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solidFill>
                  <a:schemeClr val="tx1"/>
                </a:solidFill>
              </a:rPr>
              <a:t>우편번호 찾기</a:t>
            </a:r>
            <a:endParaRPr lang="en-US" altLang="ko-KR" sz="700" b="1" dirty="0">
              <a:solidFill>
                <a:schemeClr val="tx1"/>
              </a:solidFill>
            </a:endParaRPr>
          </a:p>
        </p:txBody>
      </p:sp>
      <p:sp>
        <p:nvSpPr>
          <p:cNvPr id="50" name="직사각형 49">
            <a:extLst>
              <a:ext uri="{FF2B5EF4-FFF2-40B4-BE49-F238E27FC236}">
                <a16:creationId xmlns:a16="http://schemas.microsoft.com/office/drawing/2014/main" id="{D11C2CBD-18BF-45C0-A1D3-FB7088F4364A}"/>
              </a:ext>
            </a:extLst>
          </p:cNvPr>
          <p:cNvSpPr/>
          <p:nvPr/>
        </p:nvSpPr>
        <p:spPr>
          <a:xfrm>
            <a:off x="8862687" y="10010606"/>
            <a:ext cx="3937059" cy="1749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주문시</a:t>
            </a:r>
            <a:r>
              <a:rPr lang="ko-KR" altLang="en-US" sz="800" dirty="0">
                <a:solidFill>
                  <a:schemeClr val="tx1">
                    <a:lumMod val="50000"/>
                    <a:lumOff val="50000"/>
                  </a:schemeClr>
                </a:solidFill>
              </a:rPr>
              <a:t> </a:t>
            </a:r>
            <a:r>
              <a:rPr lang="ko-KR" altLang="en-US" sz="800" dirty="0" err="1">
                <a:solidFill>
                  <a:schemeClr val="tx1">
                    <a:lumMod val="50000"/>
                    <a:lumOff val="50000"/>
                  </a:schemeClr>
                </a:solidFill>
              </a:rPr>
              <a:t>배송지</a:t>
            </a:r>
            <a:r>
              <a:rPr lang="ko-KR" altLang="en-US" sz="800" dirty="0">
                <a:solidFill>
                  <a:schemeClr val="tx1">
                    <a:lumMod val="50000"/>
                    <a:lumOff val="50000"/>
                  </a:schemeClr>
                </a:solidFill>
              </a:rPr>
              <a:t> 주소</a:t>
            </a:r>
            <a:endParaRPr lang="en-US" altLang="ko-KR" sz="800" dirty="0">
              <a:solidFill>
                <a:schemeClr val="tx1">
                  <a:lumMod val="50000"/>
                  <a:lumOff val="50000"/>
                </a:schemeClr>
              </a:solidFill>
            </a:endParaRPr>
          </a:p>
        </p:txBody>
      </p:sp>
      <p:sp>
        <p:nvSpPr>
          <p:cNvPr id="51" name="직사각형 50">
            <a:extLst>
              <a:ext uri="{FF2B5EF4-FFF2-40B4-BE49-F238E27FC236}">
                <a16:creationId xmlns:a16="http://schemas.microsoft.com/office/drawing/2014/main" id="{EE7B8FDF-ED3A-4E41-BD5D-87BC7C3698EE}"/>
              </a:ext>
            </a:extLst>
          </p:cNvPr>
          <p:cNvSpPr/>
          <p:nvPr/>
        </p:nvSpPr>
        <p:spPr>
          <a:xfrm>
            <a:off x="8862686" y="10253086"/>
            <a:ext cx="3937059" cy="1749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주문시</a:t>
            </a:r>
            <a:r>
              <a:rPr lang="ko-KR" altLang="en-US" sz="800" dirty="0">
                <a:solidFill>
                  <a:schemeClr val="tx1">
                    <a:lumMod val="50000"/>
                    <a:lumOff val="50000"/>
                  </a:schemeClr>
                </a:solidFill>
              </a:rPr>
              <a:t> </a:t>
            </a:r>
            <a:r>
              <a:rPr lang="ko-KR" altLang="en-US" sz="800" dirty="0" err="1">
                <a:solidFill>
                  <a:schemeClr val="tx1">
                    <a:lumMod val="50000"/>
                    <a:lumOff val="50000"/>
                  </a:schemeClr>
                </a:solidFill>
              </a:rPr>
              <a:t>배송지</a:t>
            </a:r>
            <a:r>
              <a:rPr lang="ko-KR" altLang="en-US" sz="800" dirty="0">
                <a:solidFill>
                  <a:schemeClr val="tx1">
                    <a:lumMod val="50000"/>
                    <a:lumOff val="50000"/>
                  </a:schemeClr>
                </a:solidFill>
              </a:rPr>
              <a:t> 상세 주소</a:t>
            </a:r>
            <a:endParaRPr lang="en-US" altLang="ko-KR" sz="800" dirty="0">
              <a:solidFill>
                <a:schemeClr val="tx1">
                  <a:lumMod val="50000"/>
                  <a:lumOff val="50000"/>
                </a:schemeClr>
              </a:solidFill>
            </a:endParaRPr>
          </a:p>
        </p:txBody>
      </p:sp>
      <p:graphicFrame>
        <p:nvGraphicFramePr>
          <p:cNvPr id="52" name="표 51">
            <a:extLst>
              <a:ext uri="{FF2B5EF4-FFF2-40B4-BE49-F238E27FC236}">
                <a16:creationId xmlns:a16="http://schemas.microsoft.com/office/drawing/2014/main" id="{5E3761A8-C4D1-4FB3-9CCC-50D8F7233C99}"/>
              </a:ext>
            </a:extLst>
          </p:cNvPr>
          <p:cNvGraphicFramePr>
            <a:graphicFrameLocks noGrp="1"/>
          </p:cNvGraphicFramePr>
          <p:nvPr>
            <p:extLst>
              <p:ext uri="{D42A27DB-BD31-4B8C-83A1-F6EECF244321}">
                <p14:modId xmlns:p14="http://schemas.microsoft.com/office/powerpoint/2010/main" val="566010029"/>
              </p:ext>
            </p:extLst>
          </p:nvPr>
        </p:nvGraphicFramePr>
        <p:xfrm>
          <a:off x="10171774" y="22159"/>
          <a:ext cx="1979018" cy="349099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RF-02-07-03-3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a:t>주문목록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상세 보기 </a:t>
                      </a:r>
                      <a:r>
                        <a:rPr lang="en-US" altLang="ko-KR" sz="800" dirty="0"/>
                        <a:t>&gt; </a:t>
                      </a:r>
                      <a:r>
                        <a:rPr lang="ko-KR" altLang="en-US" sz="800" dirty="0"/>
                        <a:t>정상 주문</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주문상태를 반품요청으로 변경하는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반품 요청 화면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반품 사유 리스트</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회수 방법 선택 시 필요한 정보를 입력하는 영역을 활성화 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반품 </a:t>
                      </a:r>
                      <a:r>
                        <a:rPr lang="ko-KR" altLang="en-US" sz="800" b="0" dirty="0" err="1">
                          <a:solidFill>
                            <a:schemeClr val="tx1"/>
                          </a:solidFill>
                        </a:rPr>
                        <a:t>배송비를</a:t>
                      </a:r>
                      <a:r>
                        <a:rPr lang="ko-KR" altLang="en-US" sz="800" b="0" dirty="0">
                          <a:solidFill>
                            <a:schemeClr val="tx1"/>
                          </a:solidFill>
                        </a:rPr>
                        <a:t> 입력 후 적용 버튼 클릭 시 차감 내역의 금액은 증가하고 환불 예상 금액은 차감된다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189019563"/>
                  </a:ext>
                </a:extLst>
              </a:tr>
              <a:tr h="140746">
                <a:tc>
                  <a:txBody>
                    <a:bodyPr/>
                    <a:lstStyle/>
                    <a:p>
                      <a:pPr algn="ctr" latinLnBrk="1"/>
                      <a:r>
                        <a:rPr lang="en-US" altLang="ko-KR" sz="800" dirty="0"/>
                        <a:t>5</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표시항목에서 금액관련한 부분은 </a:t>
                      </a:r>
                      <a:r>
                        <a:rPr lang="en-US" altLang="ko-KR" sz="800" dirty="0"/>
                        <a:t>RF-02-07-01-1 </a:t>
                      </a:r>
                      <a:r>
                        <a:rPr lang="ko-KR" altLang="en-US" sz="800" dirty="0"/>
                        <a:t>을 기준으로 항목을 표시한다</a:t>
                      </a:r>
                      <a:r>
                        <a:rPr lang="en-US" altLang="ko-KR" sz="800" dirty="0"/>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169450363"/>
                  </a:ext>
                </a:extLst>
              </a:tr>
            </a:tbl>
          </a:graphicData>
        </a:graphic>
      </p:graphicFrame>
      <p:sp>
        <p:nvSpPr>
          <p:cNvPr id="53" name="TextBox 52">
            <a:extLst>
              <a:ext uri="{FF2B5EF4-FFF2-40B4-BE49-F238E27FC236}">
                <a16:creationId xmlns:a16="http://schemas.microsoft.com/office/drawing/2014/main" id="{FAAAD993-D16E-43B0-90A1-740978546910}"/>
              </a:ext>
            </a:extLst>
          </p:cNvPr>
          <p:cNvSpPr txBox="1"/>
          <p:nvPr/>
        </p:nvSpPr>
        <p:spPr>
          <a:xfrm>
            <a:off x="3801641" y="3362964"/>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54" name="TextBox 53">
            <a:extLst>
              <a:ext uri="{FF2B5EF4-FFF2-40B4-BE49-F238E27FC236}">
                <a16:creationId xmlns:a16="http://schemas.microsoft.com/office/drawing/2014/main" id="{FAAAD993-D16E-43B0-90A1-740978546910}"/>
              </a:ext>
            </a:extLst>
          </p:cNvPr>
          <p:cNvSpPr txBox="1"/>
          <p:nvPr/>
        </p:nvSpPr>
        <p:spPr>
          <a:xfrm>
            <a:off x="5863351" y="6955362"/>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55" name="TextBox 54">
            <a:extLst>
              <a:ext uri="{FF2B5EF4-FFF2-40B4-BE49-F238E27FC236}">
                <a16:creationId xmlns:a16="http://schemas.microsoft.com/office/drawing/2014/main" id="{FAAAD993-D16E-43B0-90A1-740978546910}"/>
              </a:ext>
            </a:extLst>
          </p:cNvPr>
          <p:cNvSpPr txBox="1"/>
          <p:nvPr/>
        </p:nvSpPr>
        <p:spPr>
          <a:xfrm>
            <a:off x="6057420" y="8175745"/>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56" name="TextBox 55">
            <a:extLst>
              <a:ext uri="{FF2B5EF4-FFF2-40B4-BE49-F238E27FC236}">
                <a16:creationId xmlns:a16="http://schemas.microsoft.com/office/drawing/2014/main" id="{FAAAD993-D16E-43B0-90A1-740978546910}"/>
              </a:ext>
            </a:extLst>
          </p:cNvPr>
          <p:cNvSpPr txBox="1"/>
          <p:nvPr/>
        </p:nvSpPr>
        <p:spPr>
          <a:xfrm>
            <a:off x="3626605" y="8875199"/>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
        <p:nvSpPr>
          <p:cNvPr id="60" name="직사각형 59">
            <a:extLst>
              <a:ext uri="{FF2B5EF4-FFF2-40B4-BE49-F238E27FC236}">
                <a16:creationId xmlns:a16="http://schemas.microsoft.com/office/drawing/2014/main" id="{9F294E11-D662-479D-BDF4-3BC112BA4F3E}"/>
              </a:ext>
            </a:extLst>
          </p:cNvPr>
          <p:cNvSpPr/>
          <p:nvPr/>
        </p:nvSpPr>
        <p:spPr>
          <a:xfrm>
            <a:off x="6439606" y="2326394"/>
            <a:ext cx="3427725" cy="757084"/>
          </a:xfrm>
          <a:prstGeom prst="rect">
            <a:avLst/>
          </a:prstGeom>
          <a:no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61" name="직선 화살표 연결선 60">
            <a:extLst>
              <a:ext uri="{FF2B5EF4-FFF2-40B4-BE49-F238E27FC236}">
                <a16:creationId xmlns:a16="http://schemas.microsoft.com/office/drawing/2014/main" id="{D604FD9C-D48F-404E-94D1-A8D17AF47008}"/>
              </a:ext>
            </a:extLst>
          </p:cNvPr>
          <p:cNvCxnSpPr>
            <a:cxnSpLocks/>
            <a:stCxn id="60" idx="2"/>
          </p:cNvCxnSpPr>
          <p:nvPr/>
        </p:nvCxnSpPr>
        <p:spPr>
          <a:xfrm>
            <a:off x="8153469" y="3083478"/>
            <a:ext cx="301319" cy="564307"/>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62" name="TextBox 61">
            <a:extLst>
              <a:ext uri="{FF2B5EF4-FFF2-40B4-BE49-F238E27FC236}">
                <a16:creationId xmlns:a16="http://schemas.microsoft.com/office/drawing/2014/main" id="{7F105720-9E36-401F-AE98-4868D8F162B8}"/>
              </a:ext>
            </a:extLst>
          </p:cNvPr>
          <p:cNvSpPr txBox="1"/>
          <p:nvPr/>
        </p:nvSpPr>
        <p:spPr>
          <a:xfrm>
            <a:off x="6313610" y="2217149"/>
            <a:ext cx="251992" cy="230832"/>
          </a:xfrm>
          <a:prstGeom prst="rect">
            <a:avLst/>
          </a:prstGeom>
          <a:solidFill>
            <a:srgbClr val="FF0000"/>
          </a:solidFill>
        </p:spPr>
        <p:txBody>
          <a:bodyPr wrap="none" rtlCol="0">
            <a:spAutoFit/>
          </a:bodyPr>
          <a:lstStyle/>
          <a:p>
            <a:r>
              <a:rPr lang="en-US" altLang="ko-KR" sz="900" b="1" dirty="0">
                <a:solidFill>
                  <a:schemeClr val="bg1"/>
                </a:solidFill>
              </a:rPr>
              <a:t>5</a:t>
            </a:r>
            <a:endParaRPr lang="ko-KR" altLang="en-US" sz="900" b="1" dirty="0">
              <a:solidFill>
                <a:schemeClr val="bg1"/>
              </a:solidFill>
            </a:endParaRPr>
          </a:p>
        </p:txBody>
      </p:sp>
      <p:grpSp>
        <p:nvGrpSpPr>
          <p:cNvPr id="66" name="그룹 65">
            <a:extLst>
              <a:ext uri="{FF2B5EF4-FFF2-40B4-BE49-F238E27FC236}">
                <a16:creationId xmlns:a16="http://schemas.microsoft.com/office/drawing/2014/main" id="{8E570573-7D98-4D7F-AC78-0881BE2B2F10}"/>
              </a:ext>
            </a:extLst>
          </p:cNvPr>
          <p:cNvGrpSpPr/>
          <p:nvPr/>
        </p:nvGrpSpPr>
        <p:grpSpPr>
          <a:xfrm>
            <a:off x="6720642" y="3676424"/>
            <a:ext cx="6202908" cy="784132"/>
            <a:chOff x="6720642" y="3676424"/>
            <a:chExt cx="6202908" cy="784132"/>
          </a:xfrm>
        </p:grpSpPr>
        <p:sp>
          <p:nvSpPr>
            <p:cNvPr id="67" name="직사각형 66">
              <a:extLst>
                <a:ext uri="{FF2B5EF4-FFF2-40B4-BE49-F238E27FC236}">
                  <a16:creationId xmlns:a16="http://schemas.microsoft.com/office/drawing/2014/main" id="{13727E9E-7E30-4BE3-9D46-7EE81ABD6688}"/>
                </a:ext>
              </a:extLst>
            </p:cNvPr>
            <p:cNvSpPr/>
            <p:nvPr/>
          </p:nvSpPr>
          <p:spPr>
            <a:xfrm>
              <a:off x="6720642" y="3676424"/>
              <a:ext cx="6202908" cy="784132"/>
            </a:xfrm>
            <a:prstGeom prst="rect">
              <a:avLst/>
            </a:prstGeom>
            <a:solidFill>
              <a:schemeClr val="bg1"/>
            </a:solid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pic>
          <p:nvPicPr>
            <p:cNvPr id="68" name="그림 67">
              <a:extLst>
                <a:ext uri="{FF2B5EF4-FFF2-40B4-BE49-F238E27FC236}">
                  <a16:creationId xmlns:a16="http://schemas.microsoft.com/office/drawing/2014/main" id="{68D2809F-CC1C-4281-9DF9-315C51CCAA2A}"/>
                </a:ext>
              </a:extLst>
            </p:cNvPr>
            <p:cNvPicPr>
              <a:picLocks noChangeAspect="1"/>
            </p:cNvPicPr>
            <p:nvPr/>
          </p:nvPicPr>
          <p:blipFill>
            <a:blip r:embed="rId4"/>
            <a:stretch>
              <a:fillRect/>
            </a:stretch>
          </p:blipFill>
          <p:spPr>
            <a:xfrm>
              <a:off x="6764141" y="3717853"/>
              <a:ext cx="6121128" cy="713318"/>
            </a:xfrm>
            <a:prstGeom prst="rect">
              <a:avLst/>
            </a:prstGeom>
          </p:spPr>
        </p:pic>
      </p:grpSp>
    </p:spTree>
    <p:extLst>
      <p:ext uri="{BB962C8B-B14F-4D97-AF65-F5344CB8AC3E}">
        <p14:creationId xmlns:p14="http://schemas.microsoft.com/office/powerpoint/2010/main" val="3925806400"/>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직사각형 69">
            <a:extLst>
              <a:ext uri="{FF2B5EF4-FFF2-40B4-BE49-F238E27FC236}">
                <a16:creationId xmlns:a16="http://schemas.microsoft.com/office/drawing/2014/main" id="{5D5A33EE-4FFC-4340-8D24-4849617D6F85}"/>
              </a:ext>
            </a:extLst>
          </p:cNvPr>
          <p:cNvSpPr/>
          <p:nvPr/>
        </p:nvSpPr>
        <p:spPr>
          <a:xfrm>
            <a:off x="180174" y="3731342"/>
            <a:ext cx="6231194" cy="7197213"/>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76" name="Image">
            <a:extLst>
              <a:ext uri="{FF2B5EF4-FFF2-40B4-BE49-F238E27FC236}">
                <a16:creationId xmlns:a16="http://schemas.microsoft.com/office/drawing/2014/main" id="{CD8BE690-B520-410B-8FBF-8324C031043C}"/>
              </a:ext>
            </a:extLst>
          </p:cNvPr>
          <p:cNvGrpSpPr>
            <a:grpSpLocks/>
          </p:cNvGrpSpPr>
          <p:nvPr/>
        </p:nvGrpSpPr>
        <p:grpSpPr bwMode="auto">
          <a:xfrm>
            <a:off x="6066442" y="3851538"/>
            <a:ext cx="263570" cy="250457"/>
            <a:chOff x="508000" y="1397000"/>
            <a:chExt cx="1008112" cy="1008112"/>
          </a:xfrm>
        </p:grpSpPr>
        <p:sp>
          <p:nvSpPr>
            <p:cNvPr id="77" name="Border">
              <a:extLst>
                <a:ext uri="{FF2B5EF4-FFF2-40B4-BE49-F238E27FC236}">
                  <a16:creationId xmlns:a16="http://schemas.microsoft.com/office/drawing/2014/main" id="{1240C61F-0934-409F-96A7-CD07506A4731}"/>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5F5F5F"/>
                </a:solidFill>
                <a:latin typeface="Segoe UI" panose="020B0502040204020203" pitchFamily="34" charset="0"/>
                <a:cs typeface="Segoe UI" panose="020B0502040204020203" pitchFamily="34" charset="0"/>
              </a:endParaRPr>
            </a:p>
          </p:txBody>
        </p:sp>
        <p:sp>
          <p:nvSpPr>
            <p:cNvPr id="78" name="Line 2">
              <a:extLst>
                <a:ext uri="{FF2B5EF4-FFF2-40B4-BE49-F238E27FC236}">
                  <a16:creationId xmlns:a16="http://schemas.microsoft.com/office/drawing/2014/main" id="{53BC26C4-C79E-4E38-958D-A38F29B2B0BB}"/>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9" name="Line 1">
              <a:extLst>
                <a:ext uri="{FF2B5EF4-FFF2-40B4-BE49-F238E27FC236}">
                  <a16:creationId xmlns:a16="http://schemas.microsoft.com/office/drawing/2014/main" id="{3538F93E-51B7-4613-9934-80FA6512BCE1}"/>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80" name="TextBox 79">
            <a:extLst>
              <a:ext uri="{FF2B5EF4-FFF2-40B4-BE49-F238E27FC236}">
                <a16:creationId xmlns:a16="http://schemas.microsoft.com/office/drawing/2014/main" id="{3BF738E5-E169-49A1-9C84-6961FCA3B365}"/>
              </a:ext>
            </a:extLst>
          </p:cNvPr>
          <p:cNvSpPr txBox="1"/>
          <p:nvPr/>
        </p:nvSpPr>
        <p:spPr>
          <a:xfrm>
            <a:off x="299249" y="3839231"/>
            <a:ext cx="870751" cy="246221"/>
          </a:xfrm>
          <a:prstGeom prst="rect">
            <a:avLst/>
          </a:prstGeom>
          <a:noFill/>
        </p:spPr>
        <p:txBody>
          <a:bodyPr wrap="none" rtlCol="0">
            <a:spAutoFit/>
          </a:bodyPr>
          <a:lstStyle/>
          <a:p>
            <a:r>
              <a:rPr lang="ko-KR" altLang="en-US" sz="1000" b="1" dirty="0">
                <a:latin typeface="맑은 고딕" panose="020B0503020000020004" pitchFamily="50" charset="-127"/>
                <a:ea typeface="맑은 고딕" panose="020B0503020000020004" pitchFamily="50" charset="-127"/>
              </a:rPr>
              <a:t>○ 교환요청</a:t>
            </a:r>
            <a:endParaRPr lang="ko-KR" altLang="en-US" sz="1000" dirty="0"/>
          </a:p>
        </p:txBody>
      </p:sp>
      <p:graphicFrame>
        <p:nvGraphicFramePr>
          <p:cNvPr id="82" name="표 81">
            <a:extLst>
              <a:ext uri="{FF2B5EF4-FFF2-40B4-BE49-F238E27FC236}">
                <a16:creationId xmlns:a16="http://schemas.microsoft.com/office/drawing/2014/main" id="{C9CE2CFE-14A7-45E5-B193-E5DCF1B8E576}"/>
              </a:ext>
            </a:extLst>
          </p:cNvPr>
          <p:cNvGraphicFramePr>
            <a:graphicFrameLocks noGrp="1"/>
          </p:cNvGraphicFramePr>
          <p:nvPr>
            <p:extLst>
              <p:ext uri="{D42A27DB-BD31-4B8C-83A1-F6EECF244321}">
                <p14:modId xmlns:p14="http://schemas.microsoft.com/office/powerpoint/2010/main" val="1069245239"/>
              </p:ext>
            </p:extLst>
          </p:nvPr>
        </p:nvGraphicFramePr>
        <p:xfrm>
          <a:off x="393316" y="5742692"/>
          <a:ext cx="5804910" cy="640080"/>
        </p:xfrm>
        <a:graphic>
          <a:graphicData uri="http://schemas.openxmlformats.org/drawingml/2006/table">
            <a:tbl>
              <a:tblPr firstRow="1" bandRow="1">
                <a:tableStyleId>{5C22544A-7EE6-4342-B048-85BDC9FD1C3A}</a:tableStyleId>
              </a:tblPr>
              <a:tblGrid>
                <a:gridCol w="331399">
                  <a:extLst>
                    <a:ext uri="{9D8B030D-6E8A-4147-A177-3AD203B41FA5}">
                      <a16:colId xmlns:a16="http://schemas.microsoft.com/office/drawing/2014/main" val="1403106609"/>
                    </a:ext>
                  </a:extLst>
                </a:gridCol>
                <a:gridCol w="735375">
                  <a:extLst>
                    <a:ext uri="{9D8B030D-6E8A-4147-A177-3AD203B41FA5}">
                      <a16:colId xmlns:a16="http://schemas.microsoft.com/office/drawing/2014/main" val="3580568890"/>
                    </a:ext>
                  </a:extLst>
                </a:gridCol>
                <a:gridCol w="1460090">
                  <a:extLst>
                    <a:ext uri="{9D8B030D-6E8A-4147-A177-3AD203B41FA5}">
                      <a16:colId xmlns:a16="http://schemas.microsoft.com/office/drawing/2014/main" val="20004"/>
                    </a:ext>
                  </a:extLst>
                </a:gridCol>
                <a:gridCol w="597310">
                  <a:extLst>
                    <a:ext uri="{9D8B030D-6E8A-4147-A177-3AD203B41FA5}">
                      <a16:colId xmlns:a16="http://schemas.microsoft.com/office/drawing/2014/main" val="20005"/>
                    </a:ext>
                  </a:extLst>
                </a:gridCol>
                <a:gridCol w="494071">
                  <a:extLst>
                    <a:ext uri="{9D8B030D-6E8A-4147-A177-3AD203B41FA5}">
                      <a16:colId xmlns:a16="http://schemas.microsoft.com/office/drawing/2014/main" val="20006"/>
                    </a:ext>
                  </a:extLst>
                </a:gridCol>
                <a:gridCol w="634180">
                  <a:extLst>
                    <a:ext uri="{9D8B030D-6E8A-4147-A177-3AD203B41FA5}">
                      <a16:colId xmlns:a16="http://schemas.microsoft.com/office/drawing/2014/main" val="20009"/>
                    </a:ext>
                  </a:extLst>
                </a:gridCol>
                <a:gridCol w="1552485">
                  <a:extLst>
                    <a:ext uri="{9D8B030D-6E8A-4147-A177-3AD203B41FA5}">
                      <a16:colId xmlns:a16="http://schemas.microsoft.com/office/drawing/2014/main" val="1865291211"/>
                    </a:ext>
                  </a:extLst>
                </a:gridCol>
              </a:tblGrid>
              <a:tr h="0">
                <a:tc>
                  <a:txBody>
                    <a:bodyPr/>
                    <a:lstStyle/>
                    <a:p>
                      <a:pPr algn="ctr" latinLnBrk="1"/>
                      <a:r>
                        <a:rPr lang="ko-KR" altLang="en-US" sz="800" b="1"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배송중</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배송중</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graphicFrame>
        <p:nvGraphicFramePr>
          <p:cNvPr id="83" name="표 82">
            <a:extLst>
              <a:ext uri="{FF2B5EF4-FFF2-40B4-BE49-F238E27FC236}">
                <a16:creationId xmlns:a16="http://schemas.microsoft.com/office/drawing/2014/main" id="{CAEEBE45-96E6-496D-8440-BA7806DF43A2}"/>
              </a:ext>
            </a:extLst>
          </p:cNvPr>
          <p:cNvGraphicFramePr>
            <a:graphicFrameLocks noGrp="1"/>
          </p:cNvGraphicFramePr>
          <p:nvPr>
            <p:extLst>
              <p:ext uri="{D42A27DB-BD31-4B8C-83A1-F6EECF244321}">
                <p14:modId xmlns:p14="http://schemas.microsoft.com/office/powerpoint/2010/main" val="4280196616"/>
              </p:ext>
            </p:extLst>
          </p:nvPr>
        </p:nvGraphicFramePr>
        <p:xfrm>
          <a:off x="393317" y="6871188"/>
          <a:ext cx="5804911" cy="3335204"/>
        </p:xfrm>
        <a:graphic>
          <a:graphicData uri="http://schemas.openxmlformats.org/drawingml/2006/table">
            <a:tbl>
              <a:tblPr firstRow="1" bandRow="1">
                <a:tableStyleId>{5C22544A-7EE6-4342-B048-85BDC9FD1C3A}</a:tableStyleId>
              </a:tblPr>
              <a:tblGrid>
                <a:gridCol w="1078054">
                  <a:extLst>
                    <a:ext uri="{9D8B030D-6E8A-4147-A177-3AD203B41FA5}">
                      <a16:colId xmlns:a16="http://schemas.microsoft.com/office/drawing/2014/main" val="3580568890"/>
                    </a:ext>
                  </a:extLst>
                </a:gridCol>
                <a:gridCol w="652397">
                  <a:extLst>
                    <a:ext uri="{9D8B030D-6E8A-4147-A177-3AD203B41FA5}">
                      <a16:colId xmlns:a16="http://schemas.microsoft.com/office/drawing/2014/main" val="20004"/>
                    </a:ext>
                  </a:extLst>
                </a:gridCol>
                <a:gridCol w="4074460">
                  <a:extLst>
                    <a:ext uri="{9D8B030D-6E8A-4147-A177-3AD203B41FA5}">
                      <a16:colId xmlns:a16="http://schemas.microsoft.com/office/drawing/2014/main" val="1518381964"/>
                    </a:ext>
                  </a:extLst>
                </a:gridCol>
              </a:tblGrid>
              <a:tr h="258840">
                <a:tc>
                  <a:txBody>
                    <a:bodyPr/>
                    <a:lstStyle/>
                    <a:p>
                      <a:pPr algn="l" latinLnBrk="1"/>
                      <a:r>
                        <a:rPr lang="ko-KR" altLang="en-US" sz="800" b="0" dirty="0" err="1">
                          <a:solidFill>
                            <a:schemeClr val="tx1"/>
                          </a:solidFill>
                        </a:rPr>
                        <a:t>교환지</a:t>
                      </a:r>
                      <a:endParaRPr lang="ko-KR" altLang="en-US" sz="800" b="0" dirty="0">
                        <a:solidFill>
                          <a:schemeClr val="tx1"/>
                        </a:solidFill>
                      </a:endParaRPr>
                    </a:p>
                  </a:txBody>
                  <a:tcP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2">
                  <a:txBody>
                    <a:bodyPr/>
                    <a:lstStyle/>
                    <a:p>
                      <a:pPr algn="l" latinLnBrk="1"/>
                      <a:r>
                        <a:rPr lang="en-US" altLang="ko-KR" sz="800" b="0" i="0" kern="1200" dirty="0">
                          <a:solidFill>
                            <a:schemeClr val="tx1"/>
                          </a:solidFill>
                          <a:effectLst/>
                          <a:latin typeface="+mn-ea"/>
                          <a:ea typeface="+mn-ea"/>
                          <a:cs typeface="+mn-cs"/>
                        </a:rPr>
                        <a:t>(06236) </a:t>
                      </a:r>
                      <a:r>
                        <a:rPr lang="ko-KR" altLang="en-US" sz="800" b="0" i="0" kern="1200" dirty="0">
                          <a:solidFill>
                            <a:schemeClr val="tx1"/>
                          </a:solidFill>
                          <a:effectLst/>
                          <a:latin typeface="+mn-ea"/>
                          <a:ea typeface="+mn-ea"/>
                          <a:cs typeface="+mn-cs"/>
                        </a:rPr>
                        <a:t>서울특별시 강남구 테헤란로 </a:t>
                      </a:r>
                      <a:r>
                        <a:rPr lang="en-US" altLang="ko-KR" sz="800" b="0" i="0" kern="1200" dirty="0">
                          <a:solidFill>
                            <a:schemeClr val="tx1"/>
                          </a:solidFill>
                          <a:effectLst/>
                          <a:latin typeface="+mn-ea"/>
                          <a:ea typeface="+mn-ea"/>
                          <a:cs typeface="+mn-cs"/>
                        </a:rPr>
                        <a:t>152(</a:t>
                      </a:r>
                      <a:r>
                        <a:rPr lang="ko-KR" altLang="en-US" sz="800" b="0" i="0" kern="1200" dirty="0">
                          <a:solidFill>
                            <a:schemeClr val="tx1"/>
                          </a:solidFill>
                          <a:effectLst/>
                          <a:latin typeface="+mn-ea"/>
                          <a:ea typeface="+mn-ea"/>
                          <a:cs typeface="+mn-cs"/>
                        </a:rPr>
                        <a:t>역삼동</a:t>
                      </a:r>
                      <a:r>
                        <a:rPr lang="en-US" altLang="ko-KR" sz="800" b="0" i="0" kern="1200" dirty="0">
                          <a:solidFill>
                            <a:schemeClr val="tx1"/>
                          </a:solidFill>
                          <a:effectLst/>
                          <a:latin typeface="+mn-ea"/>
                          <a:ea typeface="+mn-ea"/>
                          <a:cs typeface="+mn-cs"/>
                        </a:rPr>
                        <a:t>) test</a:t>
                      </a:r>
                      <a:endParaRPr lang="ko-KR" altLang="en-US" sz="800" b="0" u="none" dirty="0">
                        <a:solidFill>
                          <a:schemeClr val="tx1"/>
                        </a:solidFill>
                        <a:latin typeface="+mn-ea"/>
                        <a:ea typeface="+mn-ea"/>
                      </a:endParaRPr>
                    </a:p>
                  </a:txBody>
                  <a:tcP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0000"/>
                  </a:ext>
                </a:extLst>
              </a:tr>
              <a:tr h="25884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교환 사유</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schemeClr val="tx1"/>
                        </a:solidFill>
                        <a:effectLst/>
                        <a:uLnTx/>
                        <a:uFillTx/>
                        <a:latin typeface="+mj-ea"/>
                        <a:ea typeface="+mj-ea"/>
                        <a:cs typeface="+mn-cs"/>
                      </a:endParaRPr>
                    </a:p>
                  </a:txBody>
                  <a:tcP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0001"/>
                  </a:ext>
                </a:extLst>
              </a:tr>
              <a:tr h="25884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회수 방법</a:t>
                      </a:r>
                    </a:p>
                  </a:txBody>
                  <a:tcP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schemeClr val="tx1"/>
                        </a:solidFill>
                        <a:effectLst/>
                        <a:uLnTx/>
                        <a:uFillTx/>
                        <a:latin typeface="+mj-ea"/>
                        <a:ea typeface="+mj-ea"/>
                        <a:cs typeface="+mn-cs"/>
                      </a:endParaRPr>
                    </a:p>
                  </a:txBody>
                  <a:tcP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35613029"/>
                  </a:ext>
                </a:extLst>
              </a:tr>
              <a:tr h="25884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추가 결제 금액</a:t>
                      </a:r>
                    </a:p>
                  </a:txBody>
                  <a:tcP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2">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mj-ea"/>
                          <a:ea typeface="+mj-ea"/>
                          <a:cs typeface="+mn-cs"/>
                        </a:rPr>
                        <a:t>0 </a:t>
                      </a:r>
                      <a:r>
                        <a:rPr kumimoji="0" lang="ko-KR" altLang="en-US" sz="800" b="0" i="0" u="none" strike="noStrike" kern="1200" cap="none" spc="0" normalizeH="0" baseline="0" noProof="0" dirty="0">
                          <a:ln>
                            <a:noFill/>
                          </a:ln>
                          <a:solidFill>
                            <a:schemeClr val="tx1"/>
                          </a:solidFill>
                          <a:effectLst/>
                          <a:uLnTx/>
                          <a:uFillTx/>
                          <a:latin typeface="+mj-ea"/>
                          <a:ea typeface="+mj-ea"/>
                          <a:cs typeface="+mn-cs"/>
                        </a:rPr>
                        <a:t>원</a:t>
                      </a: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5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chemeClr val="tx1"/>
                          </a:solidFill>
                          <a:effectLst/>
                          <a:uLnTx/>
                          <a:uFillTx/>
                          <a:latin typeface="+mj-ea"/>
                          <a:ea typeface="+mj-ea"/>
                          <a:cs typeface="+mn-cs"/>
                        </a:rPr>
                        <a:t>추가 결제비용                        원 </a:t>
                      </a: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txBody>
                  <a:tcP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297182302"/>
                  </a:ext>
                </a:extLst>
              </a:tr>
              <a:tr h="258840">
                <a:tc row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교환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배송지</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chemeClr val="tx1"/>
                          </a:solidFill>
                          <a:effectLst/>
                          <a:uLnTx/>
                          <a:uFillTx/>
                          <a:latin typeface="+mj-ea"/>
                          <a:ea typeface="+mj-ea"/>
                          <a:cs typeface="+mn-cs"/>
                        </a:rPr>
                        <a:t>주문자</a:t>
                      </a: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txBody>
                  <a:tcPr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txBody>
                  <a:tcPr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336651691"/>
                  </a:ext>
                </a:extLst>
              </a:tr>
              <a:tr h="258840">
                <a:tc v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chemeClr val="tx1"/>
                          </a:solidFill>
                          <a:effectLst/>
                          <a:uLnTx/>
                          <a:uFillTx/>
                          <a:latin typeface="+mj-ea"/>
                          <a:ea typeface="+mj-ea"/>
                          <a:cs typeface="+mn-cs"/>
                        </a:rPr>
                        <a:t>연락처</a:t>
                      </a: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txBody>
                  <a:tcPr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txBody>
                  <a:tcPr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53216497"/>
                  </a:ext>
                </a:extLst>
              </a:tr>
              <a:tr h="258840">
                <a:tc v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chemeClr val="tx1"/>
                          </a:solidFill>
                          <a:effectLst/>
                          <a:uLnTx/>
                          <a:uFillTx/>
                          <a:latin typeface="+mj-ea"/>
                          <a:ea typeface="+mj-ea"/>
                          <a:cs typeface="+mn-cs"/>
                        </a:rPr>
                        <a:t>주소</a:t>
                      </a: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txBody>
                  <a:tcPr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5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5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5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txBody>
                  <a:tcPr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2409788"/>
                  </a:ext>
                </a:extLst>
              </a:tr>
            </a:tbl>
          </a:graphicData>
        </a:graphic>
      </p:graphicFrame>
      <p:sp>
        <p:nvSpPr>
          <p:cNvPr id="84" name="TextBox 83">
            <a:extLst>
              <a:ext uri="{FF2B5EF4-FFF2-40B4-BE49-F238E27FC236}">
                <a16:creationId xmlns:a16="http://schemas.microsoft.com/office/drawing/2014/main" id="{A8696BBF-2624-4DD7-9395-AF67E9CF0990}"/>
              </a:ext>
            </a:extLst>
          </p:cNvPr>
          <p:cNvSpPr txBox="1"/>
          <p:nvPr/>
        </p:nvSpPr>
        <p:spPr>
          <a:xfrm>
            <a:off x="299249" y="4898675"/>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주문정보</a:t>
            </a:r>
            <a:endParaRPr lang="ko-KR" altLang="en-US" sz="900" dirty="0"/>
          </a:p>
        </p:txBody>
      </p:sp>
      <p:sp>
        <p:nvSpPr>
          <p:cNvPr id="85" name="TextBox 84">
            <a:extLst>
              <a:ext uri="{FF2B5EF4-FFF2-40B4-BE49-F238E27FC236}">
                <a16:creationId xmlns:a16="http://schemas.microsoft.com/office/drawing/2014/main" id="{FDD4696E-AF40-4038-A0B6-222A63C534CE}"/>
              </a:ext>
            </a:extLst>
          </p:cNvPr>
          <p:cNvSpPr txBox="1"/>
          <p:nvPr/>
        </p:nvSpPr>
        <p:spPr>
          <a:xfrm>
            <a:off x="299249" y="6596541"/>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반품정보</a:t>
            </a:r>
            <a:endParaRPr lang="ko-KR" altLang="en-US" sz="900" dirty="0"/>
          </a:p>
        </p:txBody>
      </p:sp>
      <p:sp>
        <p:nvSpPr>
          <p:cNvPr id="86" name="직사각형 85">
            <a:extLst>
              <a:ext uri="{FF2B5EF4-FFF2-40B4-BE49-F238E27FC236}">
                <a16:creationId xmlns:a16="http://schemas.microsoft.com/office/drawing/2014/main" id="{9010944B-E42E-49AA-BE7F-64FDDE91E46B}"/>
              </a:ext>
            </a:extLst>
          </p:cNvPr>
          <p:cNvSpPr/>
          <p:nvPr/>
        </p:nvSpPr>
        <p:spPr>
          <a:xfrm>
            <a:off x="2719492" y="10419305"/>
            <a:ext cx="1152558" cy="27550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b="1" dirty="0">
                <a:solidFill>
                  <a:schemeClr val="bg1"/>
                </a:solidFill>
              </a:rPr>
              <a:t>교환요청하기</a:t>
            </a:r>
            <a:endParaRPr lang="en-US" altLang="ko-KR" sz="1000" b="1" dirty="0">
              <a:solidFill>
                <a:schemeClr val="bg1"/>
              </a:solidFill>
            </a:endParaRPr>
          </a:p>
        </p:txBody>
      </p:sp>
      <p:sp>
        <p:nvSpPr>
          <p:cNvPr id="87" name="직사각형 86">
            <a:extLst>
              <a:ext uri="{FF2B5EF4-FFF2-40B4-BE49-F238E27FC236}">
                <a16:creationId xmlns:a16="http://schemas.microsoft.com/office/drawing/2014/main" id="{E75C7710-52AE-4F40-AFF5-766CF81F04DA}"/>
              </a:ext>
            </a:extLst>
          </p:cNvPr>
          <p:cNvSpPr/>
          <p:nvPr/>
        </p:nvSpPr>
        <p:spPr>
          <a:xfrm>
            <a:off x="1536835" y="7169732"/>
            <a:ext cx="4529607" cy="1749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교환사유를 선택하세요                                                                                       ▼</a:t>
            </a:r>
            <a:endParaRPr lang="en-US" altLang="ko-KR" sz="800" dirty="0">
              <a:solidFill>
                <a:schemeClr val="tx1">
                  <a:lumMod val="50000"/>
                  <a:lumOff val="50000"/>
                </a:schemeClr>
              </a:solidFill>
            </a:endParaRPr>
          </a:p>
        </p:txBody>
      </p:sp>
      <p:sp>
        <p:nvSpPr>
          <p:cNvPr id="88" name="직사각형 87">
            <a:extLst>
              <a:ext uri="{FF2B5EF4-FFF2-40B4-BE49-F238E27FC236}">
                <a16:creationId xmlns:a16="http://schemas.microsoft.com/office/drawing/2014/main" id="{0ED03CC0-B4A7-496D-975D-F312EB52A2FA}"/>
              </a:ext>
            </a:extLst>
          </p:cNvPr>
          <p:cNvSpPr/>
          <p:nvPr/>
        </p:nvSpPr>
        <p:spPr>
          <a:xfrm>
            <a:off x="1536835" y="7409504"/>
            <a:ext cx="4529607" cy="70948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상세 사유를 입력해 주세요 </a:t>
            </a:r>
            <a:r>
              <a:rPr lang="en-US" altLang="ko-KR" sz="800" dirty="0">
                <a:solidFill>
                  <a:schemeClr val="tx1">
                    <a:lumMod val="50000"/>
                    <a:lumOff val="50000"/>
                  </a:schemeClr>
                </a:solidFill>
              </a:rPr>
              <a:t>(</a:t>
            </a:r>
            <a:r>
              <a:rPr lang="ko-KR" altLang="en-US" sz="800" dirty="0">
                <a:solidFill>
                  <a:schemeClr val="tx1">
                    <a:lumMod val="50000"/>
                    <a:lumOff val="50000"/>
                  </a:schemeClr>
                </a:solidFill>
              </a:rPr>
              <a:t>필수</a:t>
            </a:r>
            <a:r>
              <a:rPr lang="en-US" altLang="ko-KR" sz="800" dirty="0">
                <a:solidFill>
                  <a:schemeClr val="tx1">
                    <a:lumMod val="50000"/>
                    <a:lumOff val="50000"/>
                  </a:schemeClr>
                </a:solidFill>
              </a:rPr>
              <a:t>)</a:t>
            </a:r>
          </a:p>
          <a:p>
            <a:endParaRPr lang="en-US" altLang="ko-KR" sz="800" dirty="0">
              <a:solidFill>
                <a:schemeClr val="tx1">
                  <a:lumMod val="50000"/>
                  <a:lumOff val="50000"/>
                </a:schemeClr>
              </a:solidFill>
            </a:endParaRPr>
          </a:p>
          <a:p>
            <a:endParaRPr lang="en-US" altLang="ko-KR" sz="800" dirty="0">
              <a:solidFill>
                <a:schemeClr val="tx1">
                  <a:lumMod val="50000"/>
                  <a:lumOff val="50000"/>
                </a:schemeClr>
              </a:solidFill>
            </a:endParaRPr>
          </a:p>
          <a:p>
            <a:endParaRPr lang="en-US" altLang="ko-KR" sz="800" dirty="0">
              <a:solidFill>
                <a:schemeClr val="tx1">
                  <a:lumMod val="50000"/>
                  <a:lumOff val="50000"/>
                </a:schemeClr>
              </a:solidFill>
            </a:endParaRPr>
          </a:p>
          <a:p>
            <a:endParaRPr lang="en-US" altLang="ko-KR" sz="800" dirty="0">
              <a:solidFill>
                <a:schemeClr val="tx1">
                  <a:lumMod val="50000"/>
                  <a:lumOff val="50000"/>
                </a:schemeClr>
              </a:solidFill>
            </a:endParaRPr>
          </a:p>
        </p:txBody>
      </p:sp>
      <p:sp>
        <p:nvSpPr>
          <p:cNvPr id="89" name="직사각형 88">
            <a:extLst>
              <a:ext uri="{FF2B5EF4-FFF2-40B4-BE49-F238E27FC236}">
                <a16:creationId xmlns:a16="http://schemas.microsoft.com/office/drawing/2014/main" id="{6324C8FE-8B31-4AC0-9D31-DBFF0B1AF78A}"/>
              </a:ext>
            </a:extLst>
          </p:cNvPr>
          <p:cNvSpPr/>
          <p:nvPr/>
        </p:nvSpPr>
        <p:spPr>
          <a:xfrm>
            <a:off x="393316" y="4214366"/>
            <a:ext cx="5804911" cy="484962"/>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1450" indent="-171450">
              <a:lnSpc>
                <a:spcPct val="150000"/>
              </a:lnSpc>
              <a:buFontTx/>
              <a:buChar char="-"/>
            </a:pPr>
            <a:r>
              <a:rPr lang="ko-KR" altLang="en-US" sz="800" dirty="0" err="1">
                <a:solidFill>
                  <a:schemeClr val="tx1"/>
                </a:solidFill>
              </a:rPr>
              <a:t>배송중</a:t>
            </a:r>
            <a:r>
              <a:rPr lang="ko-KR" altLang="en-US" sz="800" dirty="0">
                <a:solidFill>
                  <a:schemeClr val="tx1"/>
                </a:solidFill>
              </a:rPr>
              <a:t> 상품만 교환요청으로 관리 할 수 있습니다</a:t>
            </a:r>
            <a:r>
              <a:rPr lang="en-US" altLang="ko-KR" sz="800" dirty="0">
                <a:solidFill>
                  <a:schemeClr val="tx1"/>
                </a:solidFill>
              </a:rPr>
              <a:t>.</a:t>
            </a:r>
          </a:p>
          <a:p>
            <a:pPr marL="171450" indent="-171450">
              <a:lnSpc>
                <a:spcPct val="150000"/>
              </a:lnSpc>
              <a:buFontTx/>
              <a:buChar char="-"/>
            </a:pPr>
            <a:r>
              <a:rPr lang="ko-KR" altLang="en-US" sz="800" dirty="0">
                <a:solidFill>
                  <a:schemeClr val="tx1"/>
                </a:solidFill>
              </a:rPr>
              <a:t>교환요청을 진행하면 새로운 주문번호가 생성되면서 교환이 진행됩니다</a:t>
            </a:r>
            <a:r>
              <a:rPr lang="en-US" altLang="ko-KR" sz="800" dirty="0">
                <a:solidFill>
                  <a:schemeClr val="tx1"/>
                </a:solidFill>
              </a:rPr>
              <a:t>.</a:t>
            </a:r>
            <a:endParaRPr lang="ko-KR" altLang="en-US" sz="800" dirty="0">
              <a:solidFill>
                <a:schemeClr val="tx1"/>
              </a:solidFill>
            </a:endParaRPr>
          </a:p>
        </p:txBody>
      </p:sp>
      <p:graphicFrame>
        <p:nvGraphicFramePr>
          <p:cNvPr id="17" name="표 4">
            <a:extLst>
              <a:ext uri="{FF2B5EF4-FFF2-40B4-BE49-F238E27FC236}">
                <a16:creationId xmlns:a16="http://schemas.microsoft.com/office/drawing/2014/main" id="{5DFFB616-5BA7-4E67-A456-5EAAF34B8FB2}"/>
              </a:ext>
            </a:extLst>
          </p:cNvPr>
          <p:cNvGraphicFramePr>
            <a:graphicFrameLocks noGrp="1"/>
          </p:cNvGraphicFramePr>
          <p:nvPr>
            <p:extLst>
              <p:ext uri="{D42A27DB-BD31-4B8C-83A1-F6EECF244321}">
                <p14:modId xmlns:p14="http://schemas.microsoft.com/office/powerpoint/2010/main" val="341516678"/>
              </p:ext>
            </p:extLst>
          </p:nvPr>
        </p:nvGraphicFramePr>
        <p:xfrm>
          <a:off x="393316" y="5232155"/>
          <a:ext cx="5804912" cy="426720"/>
        </p:xfrm>
        <a:graphic>
          <a:graphicData uri="http://schemas.openxmlformats.org/drawingml/2006/table">
            <a:tbl>
              <a:tblPr firstRow="1" bandRow="1">
                <a:tableStyleId>{5940675A-B579-460E-94D1-54222C63F5DA}</a:tableStyleId>
              </a:tblPr>
              <a:tblGrid>
                <a:gridCol w="831304">
                  <a:extLst>
                    <a:ext uri="{9D8B030D-6E8A-4147-A177-3AD203B41FA5}">
                      <a16:colId xmlns:a16="http://schemas.microsoft.com/office/drawing/2014/main" val="3684204346"/>
                    </a:ext>
                  </a:extLst>
                </a:gridCol>
                <a:gridCol w="2071152">
                  <a:extLst>
                    <a:ext uri="{9D8B030D-6E8A-4147-A177-3AD203B41FA5}">
                      <a16:colId xmlns:a16="http://schemas.microsoft.com/office/drawing/2014/main" val="1934738033"/>
                    </a:ext>
                  </a:extLst>
                </a:gridCol>
                <a:gridCol w="1005968">
                  <a:extLst>
                    <a:ext uri="{9D8B030D-6E8A-4147-A177-3AD203B41FA5}">
                      <a16:colId xmlns:a16="http://schemas.microsoft.com/office/drawing/2014/main" val="189309699"/>
                    </a:ext>
                  </a:extLst>
                </a:gridCol>
                <a:gridCol w="1896488">
                  <a:extLst>
                    <a:ext uri="{9D8B030D-6E8A-4147-A177-3AD203B41FA5}">
                      <a16:colId xmlns:a16="http://schemas.microsoft.com/office/drawing/2014/main" val="3675772040"/>
                    </a:ext>
                  </a:extLst>
                </a:gridCol>
              </a:tblGrid>
              <a:tr h="0">
                <a:tc>
                  <a:txBody>
                    <a:bodyPr/>
                    <a:lstStyle/>
                    <a:p>
                      <a:pPr algn="ctr" latinLnBrk="1"/>
                      <a:r>
                        <a:rPr lang="ko-KR" altLang="en-US" sz="800" b="0" dirty="0">
                          <a:solidFill>
                            <a:schemeClr val="tx1"/>
                          </a:solidFill>
                        </a:rPr>
                        <a:t>주문번호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Me9-000939393</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주문일시</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2024-10-01 09:02:12</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25709569"/>
                  </a:ext>
                </a:extLst>
              </a:tr>
              <a:tr h="0">
                <a:tc>
                  <a:txBody>
                    <a:bodyPr/>
                    <a:lstStyle/>
                    <a:p>
                      <a:pPr algn="ctr" latinLnBrk="1"/>
                      <a:r>
                        <a:rPr lang="ko-KR" altLang="en-US" sz="800" b="0" dirty="0">
                          <a:solidFill>
                            <a:schemeClr val="tx1"/>
                          </a:solidFill>
                        </a:rPr>
                        <a:t>판매처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Shop</a:t>
                      </a:r>
                      <a:r>
                        <a:rPr lang="ko-KR" altLang="en-US" sz="800" dirty="0" err="1"/>
                        <a:t>채널명</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결제일시</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2024-10-01 10:02:12</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801681561"/>
                  </a:ext>
                </a:extLst>
              </a:tr>
            </a:tbl>
          </a:graphicData>
        </a:graphic>
      </p:graphicFrame>
      <p:sp>
        <p:nvSpPr>
          <p:cNvPr id="18" name="타원 17">
            <a:extLst>
              <a:ext uri="{FF2B5EF4-FFF2-40B4-BE49-F238E27FC236}">
                <a16:creationId xmlns:a16="http://schemas.microsoft.com/office/drawing/2014/main" id="{B1BC45B1-91C8-4163-B2D3-6620C7DE6595}"/>
              </a:ext>
            </a:extLst>
          </p:cNvPr>
          <p:cNvSpPr/>
          <p:nvPr/>
        </p:nvSpPr>
        <p:spPr>
          <a:xfrm>
            <a:off x="3941012" y="3066355"/>
            <a:ext cx="1317735"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9" name="직선 화살표 연결선 18">
            <a:extLst>
              <a:ext uri="{FF2B5EF4-FFF2-40B4-BE49-F238E27FC236}">
                <a16:creationId xmlns:a16="http://schemas.microsoft.com/office/drawing/2014/main" id="{93F3A7FA-ADB8-4EF5-848A-AF7DB8C91BF0}"/>
              </a:ext>
            </a:extLst>
          </p:cNvPr>
          <p:cNvCxnSpPr>
            <a:cxnSpLocks/>
            <a:stCxn id="18" idx="4"/>
          </p:cNvCxnSpPr>
          <p:nvPr/>
        </p:nvCxnSpPr>
        <p:spPr>
          <a:xfrm>
            <a:off x="4599880" y="3509979"/>
            <a:ext cx="0" cy="483024"/>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pSp>
        <p:nvGrpSpPr>
          <p:cNvPr id="5" name="그룹 4">
            <a:extLst>
              <a:ext uri="{FF2B5EF4-FFF2-40B4-BE49-F238E27FC236}">
                <a16:creationId xmlns:a16="http://schemas.microsoft.com/office/drawing/2014/main" id="{D6BB1E5A-C3CC-424C-8BDE-67E96D39B2E7}"/>
              </a:ext>
            </a:extLst>
          </p:cNvPr>
          <p:cNvGrpSpPr/>
          <p:nvPr/>
        </p:nvGrpSpPr>
        <p:grpSpPr>
          <a:xfrm>
            <a:off x="5874880" y="7385461"/>
            <a:ext cx="274434" cy="738664"/>
            <a:chOff x="7596535" y="7960647"/>
            <a:chExt cx="274434" cy="738664"/>
          </a:xfrm>
        </p:grpSpPr>
        <p:sp>
          <p:nvSpPr>
            <p:cNvPr id="21" name="직사각형 20">
              <a:extLst>
                <a:ext uri="{FF2B5EF4-FFF2-40B4-BE49-F238E27FC236}">
                  <a16:creationId xmlns:a16="http://schemas.microsoft.com/office/drawing/2014/main" id="{B8F5D46C-0A5B-4921-9B3F-B37A7F961DEB}"/>
                </a:ext>
              </a:extLst>
            </p:cNvPr>
            <p:cNvSpPr/>
            <p:nvPr/>
          </p:nvSpPr>
          <p:spPr>
            <a:xfrm>
              <a:off x="7662735" y="7984690"/>
              <a:ext cx="125362" cy="709483"/>
            </a:xfrm>
            <a:prstGeom prst="rect">
              <a:avLst/>
            </a:prstGeom>
            <a:solidFill>
              <a:schemeClr val="bg1">
                <a:lumMod val="85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600" dirty="0">
                <a:solidFill>
                  <a:schemeClr val="tx1">
                    <a:lumMod val="50000"/>
                    <a:lumOff val="50000"/>
                  </a:schemeClr>
                </a:solidFill>
              </a:endParaRPr>
            </a:p>
          </p:txBody>
        </p:sp>
        <p:sp>
          <p:nvSpPr>
            <p:cNvPr id="4" name="TextBox 3">
              <a:extLst>
                <a:ext uri="{FF2B5EF4-FFF2-40B4-BE49-F238E27FC236}">
                  <a16:creationId xmlns:a16="http://schemas.microsoft.com/office/drawing/2014/main" id="{ED601344-C6A7-48BC-BF30-9802BC82C6B7}"/>
                </a:ext>
              </a:extLst>
            </p:cNvPr>
            <p:cNvSpPr txBox="1"/>
            <p:nvPr/>
          </p:nvSpPr>
          <p:spPr>
            <a:xfrm>
              <a:off x="7596535" y="7960647"/>
              <a:ext cx="274434" cy="738664"/>
            </a:xfrm>
            <a:prstGeom prst="rect">
              <a:avLst/>
            </a:prstGeom>
            <a:noFill/>
          </p:spPr>
          <p:txBody>
            <a:bodyPr wrap="none" rtlCol="0">
              <a:spAutoFit/>
            </a:bodyPr>
            <a:lstStyle/>
            <a:p>
              <a:r>
                <a:rPr lang="ko-KR" altLang="en-US" sz="700" dirty="0">
                  <a:solidFill>
                    <a:schemeClr val="tx1">
                      <a:lumMod val="50000"/>
                      <a:lumOff val="50000"/>
                    </a:schemeClr>
                  </a:solidFill>
                </a:rPr>
                <a:t>▲</a:t>
              </a:r>
              <a:endParaRPr lang="en-US" altLang="ko-KR" sz="700" dirty="0">
                <a:solidFill>
                  <a:schemeClr val="tx1">
                    <a:lumMod val="50000"/>
                    <a:lumOff val="50000"/>
                  </a:schemeClr>
                </a:solidFill>
              </a:endParaRPr>
            </a:p>
            <a:p>
              <a:endParaRPr lang="en-US" altLang="ko-KR" sz="700" dirty="0">
                <a:solidFill>
                  <a:schemeClr val="tx1">
                    <a:lumMod val="50000"/>
                    <a:lumOff val="50000"/>
                  </a:schemeClr>
                </a:solidFill>
              </a:endParaRPr>
            </a:p>
            <a:p>
              <a:endParaRPr lang="en-US" altLang="ko-KR" sz="700" dirty="0">
                <a:solidFill>
                  <a:schemeClr val="tx1">
                    <a:lumMod val="50000"/>
                    <a:lumOff val="50000"/>
                  </a:schemeClr>
                </a:solidFill>
              </a:endParaRPr>
            </a:p>
            <a:p>
              <a:endParaRPr lang="en-US" altLang="ko-KR" sz="700" dirty="0">
                <a:solidFill>
                  <a:schemeClr val="tx1">
                    <a:lumMod val="50000"/>
                    <a:lumOff val="50000"/>
                  </a:schemeClr>
                </a:solidFill>
              </a:endParaRPr>
            </a:p>
            <a:p>
              <a:endParaRPr lang="en-US" altLang="ko-KR" sz="700" dirty="0">
                <a:solidFill>
                  <a:schemeClr val="tx1">
                    <a:lumMod val="50000"/>
                    <a:lumOff val="50000"/>
                  </a:schemeClr>
                </a:solidFill>
              </a:endParaRPr>
            </a:p>
            <a:p>
              <a:r>
                <a:rPr lang="ko-KR" altLang="en-US" sz="700" dirty="0">
                  <a:solidFill>
                    <a:schemeClr val="tx1">
                      <a:lumMod val="50000"/>
                      <a:lumOff val="50000"/>
                    </a:schemeClr>
                  </a:solidFill>
                </a:rPr>
                <a:t>▼</a:t>
              </a:r>
              <a:endParaRPr lang="ko-KR" altLang="en-US" sz="700" dirty="0"/>
            </a:p>
          </p:txBody>
        </p:sp>
      </p:grpSp>
      <p:sp>
        <p:nvSpPr>
          <p:cNvPr id="24" name="직사각형 23">
            <a:extLst>
              <a:ext uri="{FF2B5EF4-FFF2-40B4-BE49-F238E27FC236}">
                <a16:creationId xmlns:a16="http://schemas.microsoft.com/office/drawing/2014/main" id="{32E50909-C79D-4CC3-91EE-3DFF04D18FE0}"/>
              </a:ext>
            </a:extLst>
          </p:cNvPr>
          <p:cNvSpPr/>
          <p:nvPr/>
        </p:nvSpPr>
        <p:spPr>
          <a:xfrm>
            <a:off x="1536835" y="8242828"/>
            <a:ext cx="4529607" cy="1749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회수 방법을 선택하세요                                                                                      ▼</a:t>
            </a:r>
            <a:endParaRPr lang="en-US" altLang="ko-KR" sz="800" dirty="0">
              <a:solidFill>
                <a:schemeClr val="tx1">
                  <a:lumMod val="50000"/>
                  <a:lumOff val="50000"/>
                </a:schemeClr>
              </a:solidFill>
            </a:endParaRPr>
          </a:p>
        </p:txBody>
      </p:sp>
      <p:sp>
        <p:nvSpPr>
          <p:cNvPr id="25" name="직사각형 24">
            <a:extLst>
              <a:ext uri="{FF2B5EF4-FFF2-40B4-BE49-F238E27FC236}">
                <a16:creationId xmlns:a16="http://schemas.microsoft.com/office/drawing/2014/main" id="{F688A7DC-1099-4F5E-A85E-C2B3D5E54C96}"/>
              </a:ext>
            </a:extLst>
          </p:cNvPr>
          <p:cNvSpPr/>
          <p:nvPr/>
        </p:nvSpPr>
        <p:spPr>
          <a:xfrm>
            <a:off x="2316835" y="8711758"/>
            <a:ext cx="736077" cy="14046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0 </a:t>
            </a:r>
          </a:p>
        </p:txBody>
      </p:sp>
      <p:sp>
        <p:nvSpPr>
          <p:cNvPr id="26" name="직사각형 25">
            <a:extLst>
              <a:ext uri="{FF2B5EF4-FFF2-40B4-BE49-F238E27FC236}">
                <a16:creationId xmlns:a16="http://schemas.microsoft.com/office/drawing/2014/main" id="{DA1AB4C4-B9B1-4E1C-B86C-0410A6F994F2}"/>
              </a:ext>
            </a:extLst>
          </p:cNvPr>
          <p:cNvSpPr/>
          <p:nvPr/>
        </p:nvSpPr>
        <p:spPr>
          <a:xfrm>
            <a:off x="3266055" y="8711757"/>
            <a:ext cx="591671" cy="140463"/>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solidFill>
                  <a:schemeClr val="bg1"/>
                </a:solidFill>
              </a:rPr>
              <a:t>적용</a:t>
            </a:r>
            <a:endParaRPr lang="en-US" altLang="ko-KR" sz="700" b="1" dirty="0">
              <a:solidFill>
                <a:schemeClr val="bg1"/>
              </a:solidFill>
            </a:endParaRPr>
          </a:p>
        </p:txBody>
      </p:sp>
      <p:sp>
        <p:nvSpPr>
          <p:cNvPr id="27" name="직사각형 26">
            <a:extLst>
              <a:ext uri="{FF2B5EF4-FFF2-40B4-BE49-F238E27FC236}">
                <a16:creationId xmlns:a16="http://schemas.microsoft.com/office/drawing/2014/main" id="{F2605BFF-7730-4C46-A50C-D569510D55A7}"/>
              </a:ext>
            </a:extLst>
          </p:cNvPr>
          <p:cNvSpPr/>
          <p:nvPr/>
        </p:nvSpPr>
        <p:spPr>
          <a:xfrm>
            <a:off x="4675783" y="5975249"/>
            <a:ext cx="1473531" cy="17204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변경 옵션                    ▼</a:t>
            </a:r>
            <a:endParaRPr lang="en-US" altLang="ko-KR" sz="800" dirty="0">
              <a:solidFill>
                <a:schemeClr val="tx1">
                  <a:lumMod val="50000"/>
                  <a:lumOff val="50000"/>
                </a:schemeClr>
              </a:solidFill>
            </a:endParaRPr>
          </a:p>
        </p:txBody>
      </p:sp>
      <p:sp>
        <p:nvSpPr>
          <p:cNvPr id="28" name="직사각형 27">
            <a:extLst>
              <a:ext uri="{FF2B5EF4-FFF2-40B4-BE49-F238E27FC236}">
                <a16:creationId xmlns:a16="http://schemas.microsoft.com/office/drawing/2014/main" id="{7F5FD642-72D8-4873-82C5-EEBFCC37023E}"/>
              </a:ext>
            </a:extLst>
          </p:cNvPr>
          <p:cNvSpPr/>
          <p:nvPr/>
        </p:nvSpPr>
        <p:spPr>
          <a:xfrm>
            <a:off x="4675782" y="6186191"/>
            <a:ext cx="1473531" cy="17204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변경 옵션                    ▼</a:t>
            </a:r>
            <a:endParaRPr lang="en-US" altLang="ko-KR" sz="800" dirty="0">
              <a:solidFill>
                <a:schemeClr val="tx1">
                  <a:lumMod val="50000"/>
                  <a:lumOff val="50000"/>
                </a:schemeClr>
              </a:solidFill>
            </a:endParaRPr>
          </a:p>
        </p:txBody>
      </p:sp>
      <p:sp>
        <p:nvSpPr>
          <p:cNvPr id="29" name="직사각형 28">
            <a:extLst>
              <a:ext uri="{FF2B5EF4-FFF2-40B4-BE49-F238E27FC236}">
                <a16:creationId xmlns:a16="http://schemas.microsoft.com/office/drawing/2014/main" id="{38586A15-8F06-4035-87A0-9C840E958833}"/>
              </a:ext>
            </a:extLst>
          </p:cNvPr>
          <p:cNvSpPr/>
          <p:nvPr/>
        </p:nvSpPr>
        <p:spPr>
          <a:xfrm>
            <a:off x="6744436" y="5232155"/>
            <a:ext cx="3205290" cy="2024051"/>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30" name="직사각형 29">
            <a:extLst>
              <a:ext uri="{FF2B5EF4-FFF2-40B4-BE49-F238E27FC236}">
                <a16:creationId xmlns:a16="http://schemas.microsoft.com/office/drawing/2014/main" id="{752E88E1-9179-4793-96D3-0713A21C0A42}"/>
              </a:ext>
            </a:extLst>
          </p:cNvPr>
          <p:cNvSpPr/>
          <p:nvPr/>
        </p:nvSpPr>
        <p:spPr>
          <a:xfrm>
            <a:off x="6890951" y="5475742"/>
            <a:ext cx="2912261" cy="202899"/>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교환사유를 선택하세요                                          ▼</a:t>
            </a:r>
            <a:endParaRPr lang="en-US" altLang="ko-KR" sz="800" dirty="0">
              <a:solidFill>
                <a:schemeClr val="tx1">
                  <a:lumMod val="50000"/>
                  <a:lumOff val="50000"/>
                </a:schemeClr>
              </a:solidFill>
            </a:endParaRPr>
          </a:p>
        </p:txBody>
      </p:sp>
      <p:sp>
        <p:nvSpPr>
          <p:cNvPr id="31" name="직사각형 30">
            <a:extLst>
              <a:ext uri="{FF2B5EF4-FFF2-40B4-BE49-F238E27FC236}">
                <a16:creationId xmlns:a16="http://schemas.microsoft.com/office/drawing/2014/main" id="{8E3F1574-6691-4E18-A376-6295418C2EC7}"/>
              </a:ext>
            </a:extLst>
          </p:cNvPr>
          <p:cNvSpPr/>
          <p:nvPr/>
        </p:nvSpPr>
        <p:spPr>
          <a:xfrm>
            <a:off x="6890951" y="5681656"/>
            <a:ext cx="2912261" cy="101477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nSpc>
                <a:spcPct val="150000"/>
              </a:lnSpc>
            </a:pPr>
            <a:r>
              <a:rPr lang="ko-KR" altLang="en-US" sz="800" dirty="0">
                <a:solidFill>
                  <a:schemeClr val="tx1">
                    <a:lumMod val="50000"/>
                    <a:lumOff val="50000"/>
                  </a:schemeClr>
                </a:solidFill>
              </a:rPr>
              <a:t>교환사유를 선택하세요</a:t>
            </a:r>
            <a:endParaRPr lang="en-US" altLang="ko-KR" sz="800" dirty="0">
              <a:solidFill>
                <a:schemeClr val="tx1">
                  <a:lumMod val="50000"/>
                  <a:lumOff val="50000"/>
                </a:schemeClr>
              </a:solidFill>
            </a:endParaRPr>
          </a:p>
          <a:p>
            <a:pPr>
              <a:lnSpc>
                <a:spcPct val="150000"/>
              </a:lnSpc>
            </a:pPr>
            <a:r>
              <a:rPr lang="ko-KR" altLang="en-US" sz="800" dirty="0">
                <a:solidFill>
                  <a:schemeClr val="tx1">
                    <a:lumMod val="50000"/>
                    <a:lumOff val="50000"/>
                  </a:schemeClr>
                </a:solidFill>
              </a:rPr>
              <a:t>마음이 변했어요</a:t>
            </a:r>
            <a:endParaRPr lang="en-US" altLang="ko-KR" sz="800" dirty="0">
              <a:solidFill>
                <a:schemeClr val="tx1">
                  <a:lumMod val="50000"/>
                  <a:lumOff val="50000"/>
                </a:schemeClr>
              </a:solidFill>
            </a:endParaRPr>
          </a:p>
          <a:p>
            <a:pPr>
              <a:lnSpc>
                <a:spcPct val="150000"/>
              </a:lnSpc>
            </a:pPr>
            <a:r>
              <a:rPr lang="ko-KR" altLang="en-US" sz="800" dirty="0">
                <a:solidFill>
                  <a:schemeClr val="tx1">
                    <a:lumMod val="50000"/>
                    <a:lumOff val="50000"/>
                  </a:schemeClr>
                </a:solidFill>
              </a:rPr>
              <a:t>상품에 하자가 있어요</a:t>
            </a:r>
            <a:r>
              <a:rPr lang="en-US" altLang="ko-KR" sz="800" dirty="0">
                <a:solidFill>
                  <a:schemeClr val="tx1">
                    <a:lumMod val="50000"/>
                    <a:lumOff val="50000"/>
                  </a:schemeClr>
                </a:solidFill>
              </a:rPr>
              <a:t>(</a:t>
            </a:r>
            <a:r>
              <a:rPr lang="ko-KR" altLang="en-US" sz="800" dirty="0">
                <a:solidFill>
                  <a:schemeClr val="tx1">
                    <a:lumMod val="50000"/>
                    <a:lumOff val="50000"/>
                  </a:schemeClr>
                </a:solidFill>
              </a:rPr>
              <a:t>상세 사유 필요</a:t>
            </a:r>
            <a:r>
              <a:rPr lang="en-US" altLang="ko-KR" sz="800" dirty="0">
                <a:solidFill>
                  <a:schemeClr val="tx1">
                    <a:lumMod val="50000"/>
                    <a:lumOff val="50000"/>
                  </a:schemeClr>
                </a:solidFill>
              </a:rPr>
              <a:t>)</a:t>
            </a:r>
          </a:p>
          <a:p>
            <a:pPr>
              <a:lnSpc>
                <a:spcPct val="150000"/>
              </a:lnSpc>
            </a:pPr>
            <a:r>
              <a:rPr lang="ko-KR" altLang="en-US" sz="800" dirty="0">
                <a:solidFill>
                  <a:schemeClr val="tx1">
                    <a:lumMod val="50000"/>
                    <a:lumOff val="50000"/>
                  </a:schemeClr>
                </a:solidFill>
              </a:rPr>
              <a:t>다른 상품이 배송됐어요</a:t>
            </a:r>
            <a:r>
              <a:rPr lang="en-US" altLang="ko-KR" sz="800" dirty="0">
                <a:solidFill>
                  <a:schemeClr val="tx1">
                    <a:lumMod val="50000"/>
                    <a:lumOff val="50000"/>
                  </a:schemeClr>
                </a:solidFill>
              </a:rPr>
              <a:t>(</a:t>
            </a:r>
            <a:r>
              <a:rPr lang="ko-KR" altLang="en-US" sz="800" dirty="0">
                <a:solidFill>
                  <a:schemeClr val="tx1">
                    <a:lumMod val="50000"/>
                    <a:lumOff val="50000"/>
                  </a:schemeClr>
                </a:solidFill>
              </a:rPr>
              <a:t>상세 사유 필요</a:t>
            </a:r>
            <a:r>
              <a:rPr lang="en-US" altLang="ko-KR" sz="800" dirty="0">
                <a:solidFill>
                  <a:schemeClr val="tx1">
                    <a:lumMod val="50000"/>
                    <a:lumOff val="50000"/>
                  </a:schemeClr>
                </a:solidFill>
              </a:rPr>
              <a:t>)</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32" name="타원 31">
            <a:extLst>
              <a:ext uri="{FF2B5EF4-FFF2-40B4-BE49-F238E27FC236}">
                <a16:creationId xmlns:a16="http://schemas.microsoft.com/office/drawing/2014/main" id="{638921ED-A716-42FA-8E62-FAA905B7232C}"/>
              </a:ext>
            </a:extLst>
          </p:cNvPr>
          <p:cNvSpPr/>
          <p:nvPr/>
        </p:nvSpPr>
        <p:spPr>
          <a:xfrm>
            <a:off x="5595668" y="7020034"/>
            <a:ext cx="464402"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3" name="직선 화살표 연결선 32">
            <a:extLst>
              <a:ext uri="{FF2B5EF4-FFF2-40B4-BE49-F238E27FC236}">
                <a16:creationId xmlns:a16="http://schemas.microsoft.com/office/drawing/2014/main" id="{38139452-DDF4-46C6-9873-D3EAA51F865B}"/>
              </a:ext>
            </a:extLst>
          </p:cNvPr>
          <p:cNvCxnSpPr>
            <a:cxnSpLocks/>
            <a:stCxn id="32" idx="7"/>
          </p:cNvCxnSpPr>
          <p:nvPr/>
        </p:nvCxnSpPr>
        <p:spPr>
          <a:xfrm flipV="1">
            <a:off x="5992060" y="6296137"/>
            <a:ext cx="898891" cy="788864"/>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B7764F86-AF11-4450-868E-D095676003A1}"/>
              </a:ext>
            </a:extLst>
          </p:cNvPr>
          <p:cNvSpPr/>
          <p:nvPr/>
        </p:nvSpPr>
        <p:spPr>
          <a:xfrm>
            <a:off x="6717300" y="7809650"/>
            <a:ext cx="6482506" cy="2794439"/>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40" name="타원 39">
            <a:extLst>
              <a:ext uri="{FF2B5EF4-FFF2-40B4-BE49-F238E27FC236}">
                <a16:creationId xmlns:a16="http://schemas.microsoft.com/office/drawing/2014/main" id="{60FE3E53-D98F-4469-BE41-D7A3097522AC}"/>
              </a:ext>
            </a:extLst>
          </p:cNvPr>
          <p:cNvSpPr/>
          <p:nvPr/>
        </p:nvSpPr>
        <p:spPr>
          <a:xfrm>
            <a:off x="5660350" y="8104827"/>
            <a:ext cx="464402"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1" name="직선 화살표 연결선 40">
            <a:extLst>
              <a:ext uri="{FF2B5EF4-FFF2-40B4-BE49-F238E27FC236}">
                <a16:creationId xmlns:a16="http://schemas.microsoft.com/office/drawing/2014/main" id="{F888575F-F1AB-4216-ACF2-93A2C8D29FB2}"/>
              </a:ext>
            </a:extLst>
          </p:cNvPr>
          <p:cNvCxnSpPr>
            <a:cxnSpLocks/>
          </p:cNvCxnSpPr>
          <p:nvPr/>
        </p:nvCxnSpPr>
        <p:spPr>
          <a:xfrm flipV="1">
            <a:off x="6125560" y="8293235"/>
            <a:ext cx="765391" cy="26953"/>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44" name="표 43">
            <a:extLst>
              <a:ext uri="{FF2B5EF4-FFF2-40B4-BE49-F238E27FC236}">
                <a16:creationId xmlns:a16="http://schemas.microsoft.com/office/drawing/2014/main" id="{D713D751-C1FB-40CA-8320-E756BB0B6731}"/>
              </a:ext>
            </a:extLst>
          </p:cNvPr>
          <p:cNvGraphicFramePr>
            <a:graphicFrameLocks noGrp="1"/>
          </p:cNvGraphicFramePr>
          <p:nvPr>
            <p:extLst>
              <p:ext uri="{D42A27DB-BD31-4B8C-83A1-F6EECF244321}">
                <p14:modId xmlns:p14="http://schemas.microsoft.com/office/powerpoint/2010/main" val="1874740011"/>
              </p:ext>
            </p:extLst>
          </p:nvPr>
        </p:nvGraphicFramePr>
        <p:xfrm>
          <a:off x="6900757" y="8057166"/>
          <a:ext cx="6181062" cy="517680"/>
        </p:xfrm>
        <a:graphic>
          <a:graphicData uri="http://schemas.openxmlformats.org/drawingml/2006/table">
            <a:tbl>
              <a:tblPr firstRow="1" bandRow="1">
                <a:tableStyleId>{5C22544A-7EE6-4342-B048-85BDC9FD1C3A}</a:tableStyleId>
              </a:tblPr>
              <a:tblGrid>
                <a:gridCol w="1070746">
                  <a:extLst>
                    <a:ext uri="{9D8B030D-6E8A-4147-A177-3AD203B41FA5}">
                      <a16:colId xmlns:a16="http://schemas.microsoft.com/office/drawing/2014/main" val="3580568890"/>
                    </a:ext>
                  </a:extLst>
                </a:gridCol>
                <a:gridCol w="5110316">
                  <a:extLst>
                    <a:ext uri="{9D8B030D-6E8A-4147-A177-3AD203B41FA5}">
                      <a16:colId xmlns:a16="http://schemas.microsoft.com/office/drawing/2014/main" val="20004"/>
                    </a:ext>
                  </a:extLst>
                </a:gridCol>
              </a:tblGrid>
              <a:tr h="258840">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회수 방법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schemeClr val="tx1"/>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535613029"/>
                  </a:ext>
                </a:extLst>
              </a:tr>
              <a:tr h="258840">
                <a:tc v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schemeClr val="tx1"/>
                          </a:solidFill>
                          <a:effectLst/>
                          <a:uLnTx/>
                          <a:uFillTx/>
                          <a:latin typeface="+mj-ea"/>
                          <a:ea typeface="+mj-ea"/>
                          <a:cs typeface="+mn-cs"/>
                        </a:rPr>
                        <a:t>택배사</a:t>
                      </a:r>
                      <a:r>
                        <a:rPr kumimoji="0" lang="ko-KR" altLang="en-US" sz="800" b="0" i="0" u="none" strike="noStrike" kern="1200" cap="none" spc="0" normalizeH="0" baseline="0" noProof="0" dirty="0">
                          <a:ln>
                            <a:noFill/>
                          </a:ln>
                          <a:solidFill>
                            <a:schemeClr val="tx1"/>
                          </a:solidFill>
                          <a:effectLst/>
                          <a:uLnTx/>
                          <a:uFillTx/>
                          <a:latin typeface="+mj-ea"/>
                          <a:ea typeface="+mj-ea"/>
                          <a:cs typeface="+mn-cs"/>
                        </a:rPr>
                        <a:t> 정보</a:t>
                      </a: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297182302"/>
                  </a:ext>
                </a:extLst>
              </a:tr>
            </a:tbl>
          </a:graphicData>
        </a:graphic>
      </p:graphicFrame>
      <p:sp>
        <p:nvSpPr>
          <p:cNvPr id="51" name="직사각형 50">
            <a:extLst>
              <a:ext uri="{FF2B5EF4-FFF2-40B4-BE49-F238E27FC236}">
                <a16:creationId xmlns:a16="http://schemas.microsoft.com/office/drawing/2014/main" id="{AD90A9EF-1B83-4631-836E-B15C08DEB1FC}"/>
              </a:ext>
            </a:extLst>
          </p:cNvPr>
          <p:cNvSpPr/>
          <p:nvPr/>
        </p:nvSpPr>
        <p:spPr>
          <a:xfrm>
            <a:off x="8020854" y="8099382"/>
            <a:ext cx="4529607" cy="1749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고객 직접 회수                                                                                                 ▼</a:t>
            </a:r>
            <a:endParaRPr lang="en-US" altLang="ko-KR" sz="800" dirty="0">
              <a:solidFill>
                <a:schemeClr val="tx1">
                  <a:lumMod val="50000"/>
                  <a:lumOff val="50000"/>
                </a:schemeClr>
              </a:solidFill>
            </a:endParaRPr>
          </a:p>
        </p:txBody>
      </p:sp>
      <p:sp>
        <p:nvSpPr>
          <p:cNvPr id="56" name="직사각형 55">
            <a:extLst>
              <a:ext uri="{FF2B5EF4-FFF2-40B4-BE49-F238E27FC236}">
                <a16:creationId xmlns:a16="http://schemas.microsoft.com/office/drawing/2014/main" id="{63B84732-7746-4ADC-83CE-03C741194934}"/>
              </a:ext>
            </a:extLst>
          </p:cNvPr>
          <p:cNvSpPr/>
          <p:nvPr/>
        </p:nvSpPr>
        <p:spPr>
          <a:xfrm>
            <a:off x="2187693" y="8930279"/>
            <a:ext cx="3937059" cy="1749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주문자 명</a:t>
            </a:r>
            <a:endParaRPr lang="en-US" altLang="ko-KR" sz="800" dirty="0">
              <a:solidFill>
                <a:schemeClr val="tx1">
                  <a:lumMod val="50000"/>
                  <a:lumOff val="50000"/>
                </a:schemeClr>
              </a:solidFill>
            </a:endParaRPr>
          </a:p>
        </p:txBody>
      </p:sp>
      <p:sp>
        <p:nvSpPr>
          <p:cNvPr id="57" name="직사각형 56">
            <a:extLst>
              <a:ext uri="{FF2B5EF4-FFF2-40B4-BE49-F238E27FC236}">
                <a16:creationId xmlns:a16="http://schemas.microsoft.com/office/drawing/2014/main" id="{29BF83CE-50C8-4F63-9316-1302AE3E76E1}"/>
              </a:ext>
            </a:extLst>
          </p:cNvPr>
          <p:cNvSpPr/>
          <p:nvPr/>
        </p:nvSpPr>
        <p:spPr>
          <a:xfrm>
            <a:off x="2188640" y="9186335"/>
            <a:ext cx="3937059" cy="1749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01099988877</a:t>
            </a:r>
          </a:p>
        </p:txBody>
      </p:sp>
      <p:sp>
        <p:nvSpPr>
          <p:cNvPr id="58" name="직사각형 57">
            <a:extLst>
              <a:ext uri="{FF2B5EF4-FFF2-40B4-BE49-F238E27FC236}">
                <a16:creationId xmlns:a16="http://schemas.microsoft.com/office/drawing/2014/main" id="{3CA94F87-EC5F-4E39-8A51-4598F15C2C61}"/>
              </a:ext>
            </a:extLst>
          </p:cNvPr>
          <p:cNvSpPr/>
          <p:nvPr/>
        </p:nvSpPr>
        <p:spPr>
          <a:xfrm>
            <a:off x="2187693" y="9469116"/>
            <a:ext cx="732488" cy="1749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13543</a:t>
            </a:r>
          </a:p>
        </p:txBody>
      </p:sp>
      <p:sp>
        <p:nvSpPr>
          <p:cNvPr id="59" name="직사각형 58">
            <a:extLst>
              <a:ext uri="{FF2B5EF4-FFF2-40B4-BE49-F238E27FC236}">
                <a16:creationId xmlns:a16="http://schemas.microsoft.com/office/drawing/2014/main" id="{C4624B1E-C46C-4A58-AC0B-7B56BC18E232}"/>
              </a:ext>
            </a:extLst>
          </p:cNvPr>
          <p:cNvSpPr/>
          <p:nvPr/>
        </p:nvSpPr>
        <p:spPr>
          <a:xfrm>
            <a:off x="2955548" y="9469116"/>
            <a:ext cx="902178" cy="174966"/>
          </a:xfrm>
          <a:prstGeom prst="rect">
            <a:avLst/>
          </a:prstGeom>
          <a:solidFill>
            <a:schemeClr val="bg1"/>
          </a:solidFill>
          <a:ln w="6350">
            <a:solidFill>
              <a:schemeClr val="tx1">
                <a:lumMod val="50000"/>
                <a:lumOff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solidFill>
                  <a:schemeClr val="tx1"/>
                </a:solidFill>
              </a:rPr>
              <a:t>우편번호 찾기</a:t>
            </a:r>
            <a:endParaRPr lang="en-US" altLang="ko-KR" sz="700" b="1" dirty="0">
              <a:solidFill>
                <a:schemeClr val="tx1"/>
              </a:solidFill>
            </a:endParaRPr>
          </a:p>
        </p:txBody>
      </p:sp>
      <p:sp>
        <p:nvSpPr>
          <p:cNvPr id="60" name="직사각형 59">
            <a:extLst>
              <a:ext uri="{FF2B5EF4-FFF2-40B4-BE49-F238E27FC236}">
                <a16:creationId xmlns:a16="http://schemas.microsoft.com/office/drawing/2014/main" id="{572D93E5-5420-412C-A24C-3A290FBB9C28}"/>
              </a:ext>
            </a:extLst>
          </p:cNvPr>
          <p:cNvSpPr/>
          <p:nvPr/>
        </p:nvSpPr>
        <p:spPr>
          <a:xfrm>
            <a:off x="2187692" y="9707406"/>
            <a:ext cx="3937059" cy="1749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주문시</a:t>
            </a:r>
            <a:r>
              <a:rPr lang="ko-KR" altLang="en-US" sz="800" dirty="0">
                <a:solidFill>
                  <a:schemeClr val="tx1">
                    <a:lumMod val="50000"/>
                    <a:lumOff val="50000"/>
                  </a:schemeClr>
                </a:solidFill>
              </a:rPr>
              <a:t> </a:t>
            </a:r>
            <a:r>
              <a:rPr lang="ko-KR" altLang="en-US" sz="800" dirty="0" err="1">
                <a:solidFill>
                  <a:schemeClr val="tx1">
                    <a:lumMod val="50000"/>
                    <a:lumOff val="50000"/>
                  </a:schemeClr>
                </a:solidFill>
              </a:rPr>
              <a:t>배송지</a:t>
            </a:r>
            <a:r>
              <a:rPr lang="ko-KR" altLang="en-US" sz="800" dirty="0">
                <a:solidFill>
                  <a:schemeClr val="tx1">
                    <a:lumMod val="50000"/>
                    <a:lumOff val="50000"/>
                  </a:schemeClr>
                </a:solidFill>
              </a:rPr>
              <a:t> 주소</a:t>
            </a:r>
            <a:endParaRPr lang="en-US" altLang="ko-KR" sz="800" dirty="0">
              <a:solidFill>
                <a:schemeClr val="tx1">
                  <a:lumMod val="50000"/>
                  <a:lumOff val="50000"/>
                </a:schemeClr>
              </a:solidFill>
            </a:endParaRPr>
          </a:p>
        </p:txBody>
      </p:sp>
      <p:sp>
        <p:nvSpPr>
          <p:cNvPr id="61" name="직사각형 60">
            <a:extLst>
              <a:ext uri="{FF2B5EF4-FFF2-40B4-BE49-F238E27FC236}">
                <a16:creationId xmlns:a16="http://schemas.microsoft.com/office/drawing/2014/main" id="{148DF353-1F67-48FA-BE7D-17B23C474999}"/>
              </a:ext>
            </a:extLst>
          </p:cNvPr>
          <p:cNvSpPr/>
          <p:nvPr/>
        </p:nvSpPr>
        <p:spPr>
          <a:xfrm>
            <a:off x="2187691" y="9949886"/>
            <a:ext cx="3937059" cy="1749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주문시</a:t>
            </a:r>
            <a:r>
              <a:rPr lang="ko-KR" altLang="en-US" sz="800" dirty="0">
                <a:solidFill>
                  <a:schemeClr val="tx1">
                    <a:lumMod val="50000"/>
                    <a:lumOff val="50000"/>
                  </a:schemeClr>
                </a:solidFill>
              </a:rPr>
              <a:t> </a:t>
            </a:r>
            <a:r>
              <a:rPr lang="ko-KR" altLang="en-US" sz="800" dirty="0" err="1">
                <a:solidFill>
                  <a:schemeClr val="tx1">
                    <a:lumMod val="50000"/>
                    <a:lumOff val="50000"/>
                  </a:schemeClr>
                </a:solidFill>
              </a:rPr>
              <a:t>배송지</a:t>
            </a:r>
            <a:r>
              <a:rPr lang="ko-KR" altLang="en-US" sz="800" dirty="0">
                <a:solidFill>
                  <a:schemeClr val="tx1">
                    <a:lumMod val="50000"/>
                    <a:lumOff val="50000"/>
                  </a:schemeClr>
                </a:solidFill>
              </a:rPr>
              <a:t> 상세 주소</a:t>
            </a:r>
            <a:endParaRPr lang="en-US" altLang="ko-KR" sz="800" dirty="0">
              <a:solidFill>
                <a:schemeClr val="tx1">
                  <a:lumMod val="50000"/>
                  <a:lumOff val="50000"/>
                </a:schemeClr>
              </a:solidFill>
            </a:endParaRPr>
          </a:p>
        </p:txBody>
      </p:sp>
      <p:sp>
        <p:nvSpPr>
          <p:cNvPr id="67" name="직사각형 66">
            <a:extLst>
              <a:ext uri="{FF2B5EF4-FFF2-40B4-BE49-F238E27FC236}">
                <a16:creationId xmlns:a16="http://schemas.microsoft.com/office/drawing/2014/main" id="{0B936ADA-9C84-4331-8C3A-2BA637D45555}"/>
              </a:ext>
            </a:extLst>
          </p:cNvPr>
          <p:cNvSpPr/>
          <p:nvPr/>
        </p:nvSpPr>
        <p:spPr>
          <a:xfrm>
            <a:off x="8698805" y="8348125"/>
            <a:ext cx="1051270" cy="1749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a:solidFill>
                  <a:schemeClr val="tx1">
                    <a:lumMod val="50000"/>
                    <a:lumOff val="50000"/>
                  </a:schemeClr>
                </a:solidFill>
              </a:rPr>
              <a:t>택배사</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68" name="직사각형 67">
            <a:extLst>
              <a:ext uri="{FF2B5EF4-FFF2-40B4-BE49-F238E27FC236}">
                <a16:creationId xmlns:a16="http://schemas.microsoft.com/office/drawing/2014/main" id="{40F66F61-814B-43DE-A767-860482AF583B}"/>
              </a:ext>
            </a:extLst>
          </p:cNvPr>
          <p:cNvSpPr/>
          <p:nvPr/>
        </p:nvSpPr>
        <p:spPr>
          <a:xfrm>
            <a:off x="9803212" y="8348125"/>
            <a:ext cx="2747249" cy="17249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graphicFrame>
        <p:nvGraphicFramePr>
          <p:cNvPr id="69" name="표 68">
            <a:extLst>
              <a:ext uri="{FF2B5EF4-FFF2-40B4-BE49-F238E27FC236}">
                <a16:creationId xmlns:a16="http://schemas.microsoft.com/office/drawing/2014/main" id="{E4CE8D9F-D24B-469D-86C6-4BCD3ED0E056}"/>
              </a:ext>
            </a:extLst>
          </p:cNvPr>
          <p:cNvGraphicFramePr>
            <a:graphicFrameLocks noGrp="1"/>
          </p:cNvGraphicFramePr>
          <p:nvPr>
            <p:extLst>
              <p:ext uri="{D42A27DB-BD31-4B8C-83A1-F6EECF244321}">
                <p14:modId xmlns:p14="http://schemas.microsoft.com/office/powerpoint/2010/main" val="1131688311"/>
              </p:ext>
            </p:extLst>
          </p:nvPr>
        </p:nvGraphicFramePr>
        <p:xfrm>
          <a:off x="6900756" y="8871738"/>
          <a:ext cx="6181061" cy="1575922"/>
        </p:xfrm>
        <a:graphic>
          <a:graphicData uri="http://schemas.openxmlformats.org/drawingml/2006/table">
            <a:tbl>
              <a:tblPr firstRow="1" bandRow="1">
                <a:tableStyleId>{5C22544A-7EE6-4342-B048-85BDC9FD1C3A}</a:tableStyleId>
              </a:tblPr>
              <a:tblGrid>
                <a:gridCol w="1063373">
                  <a:extLst>
                    <a:ext uri="{9D8B030D-6E8A-4147-A177-3AD203B41FA5}">
                      <a16:colId xmlns:a16="http://schemas.microsoft.com/office/drawing/2014/main" val="3580568890"/>
                    </a:ext>
                  </a:extLst>
                </a:gridCol>
                <a:gridCol w="759542">
                  <a:extLst>
                    <a:ext uri="{9D8B030D-6E8A-4147-A177-3AD203B41FA5}">
                      <a16:colId xmlns:a16="http://schemas.microsoft.com/office/drawing/2014/main" val="20004"/>
                    </a:ext>
                  </a:extLst>
                </a:gridCol>
                <a:gridCol w="4358146">
                  <a:extLst>
                    <a:ext uri="{9D8B030D-6E8A-4147-A177-3AD203B41FA5}">
                      <a16:colId xmlns:a16="http://schemas.microsoft.com/office/drawing/2014/main" val="1576342841"/>
                    </a:ext>
                  </a:extLst>
                </a:gridCol>
              </a:tblGrid>
              <a:tr h="258840">
                <a:tc rowSpan="4">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회수 방법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schemeClr val="tx1"/>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extLst>
                  <a:ext uri="{0D108BD9-81ED-4DB2-BD59-A6C34878D82A}">
                    <a16:rowId xmlns:a16="http://schemas.microsoft.com/office/drawing/2014/main" val="2535613029"/>
                  </a:ext>
                </a:extLst>
              </a:tr>
              <a:tr h="258840">
                <a:tc v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chemeClr val="tx1"/>
                          </a:solidFill>
                          <a:effectLst/>
                          <a:uLnTx/>
                          <a:uFillTx/>
                          <a:latin typeface="+mj-ea"/>
                          <a:ea typeface="+mj-ea"/>
                          <a:cs typeface="+mn-cs"/>
                        </a:rPr>
                        <a:t>주문자</a:t>
                      </a: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txBody>
                  <a:tcPr anchor="ctr">
                    <a:lnL w="6350" cap="flat" cmpd="sng" algn="ctr">
                      <a:solidFill>
                        <a:schemeClr val="bg1">
                          <a:lumMod val="7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txBody>
                  <a:tcPr anchor="ctr">
                    <a:lnL w="3175" cap="flat" cmpd="sng" algn="ctr">
                      <a:solidFill>
                        <a:schemeClr val="bg1">
                          <a:lumMod val="6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297182302"/>
                  </a:ext>
                </a:extLst>
              </a:tr>
              <a:tr h="258840">
                <a:tc v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chemeClr val="tx1"/>
                          </a:solidFill>
                          <a:effectLst/>
                          <a:uLnTx/>
                          <a:uFillTx/>
                          <a:latin typeface="+mj-ea"/>
                          <a:ea typeface="+mj-ea"/>
                          <a:cs typeface="+mn-cs"/>
                        </a:rPr>
                        <a:t>연락처</a:t>
                      </a: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txBody>
                  <a:tcPr anchor="ctr">
                    <a:lnL w="6350" cap="flat" cmpd="sng" algn="ctr">
                      <a:solidFill>
                        <a:schemeClr val="bg1">
                          <a:lumMod val="7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txBody>
                  <a:tcPr anchor="ctr">
                    <a:lnL w="3175" cap="flat" cmpd="sng" algn="ctr">
                      <a:solidFill>
                        <a:schemeClr val="bg1">
                          <a:lumMod val="6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870898190"/>
                  </a:ext>
                </a:extLst>
              </a:tr>
              <a:tr h="258840">
                <a:tc v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chemeClr val="tx1"/>
                          </a:solidFill>
                          <a:effectLst/>
                          <a:uLnTx/>
                          <a:uFillTx/>
                          <a:latin typeface="+mj-ea"/>
                          <a:ea typeface="+mj-ea"/>
                          <a:cs typeface="+mn-cs"/>
                        </a:rPr>
                        <a:t>교환 </a:t>
                      </a:r>
                      <a:r>
                        <a:rPr kumimoji="0" lang="ko-KR" altLang="en-US" sz="800" b="0" i="0" u="none" strike="noStrike" kern="1200" cap="none" spc="0" normalizeH="0" baseline="0" noProof="0" dirty="0" err="1">
                          <a:ln>
                            <a:noFill/>
                          </a:ln>
                          <a:solidFill>
                            <a:schemeClr val="tx1"/>
                          </a:solidFill>
                          <a:effectLst/>
                          <a:uLnTx/>
                          <a:uFillTx/>
                          <a:latin typeface="+mj-ea"/>
                          <a:ea typeface="+mj-ea"/>
                          <a:cs typeface="+mn-cs"/>
                        </a:rPr>
                        <a:t>수거지</a:t>
                      </a: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txBody>
                  <a:tcPr anchor="ctr">
                    <a:lnL w="6350" cap="flat" cmpd="sng" algn="ctr">
                      <a:solidFill>
                        <a:schemeClr val="bg1">
                          <a:lumMod val="7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5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5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5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txBody>
                  <a:tcPr anchor="ctr">
                    <a:lnL w="3175" cap="flat" cmpd="sng" algn="ctr">
                      <a:solidFill>
                        <a:schemeClr val="bg1">
                          <a:lumMod val="6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812976287"/>
                  </a:ext>
                </a:extLst>
              </a:tr>
            </a:tbl>
          </a:graphicData>
        </a:graphic>
      </p:graphicFrame>
      <p:sp>
        <p:nvSpPr>
          <p:cNvPr id="71" name="직사각형 70">
            <a:extLst>
              <a:ext uri="{FF2B5EF4-FFF2-40B4-BE49-F238E27FC236}">
                <a16:creationId xmlns:a16="http://schemas.microsoft.com/office/drawing/2014/main" id="{C759CFCE-EC21-4AA7-8E47-26F78D98BAAE}"/>
              </a:ext>
            </a:extLst>
          </p:cNvPr>
          <p:cNvSpPr/>
          <p:nvPr/>
        </p:nvSpPr>
        <p:spPr>
          <a:xfrm>
            <a:off x="8020854" y="8913954"/>
            <a:ext cx="4529607" cy="1749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업체 회수                                                                                                        ▼</a:t>
            </a:r>
            <a:endParaRPr lang="en-US" altLang="ko-KR" sz="800" dirty="0">
              <a:solidFill>
                <a:schemeClr val="tx1">
                  <a:lumMod val="50000"/>
                  <a:lumOff val="50000"/>
                </a:schemeClr>
              </a:solidFill>
            </a:endParaRPr>
          </a:p>
        </p:txBody>
      </p:sp>
      <p:sp>
        <p:nvSpPr>
          <p:cNvPr id="74" name="직사각형 73">
            <a:extLst>
              <a:ext uri="{FF2B5EF4-FFF2-40B4-BE49-F238E27FC236}">
                <a16:creationId xmlns:a16="http://schemas.microsoft.com/office/drawing/2014/main" id="{68C71601-509D-4E56-999F-42834E696A35}"/>
              </a:ext>
            </a:extLst>
          </p:cNvPr>
          <p:cNvSpPr/>
          <p:nvPr/>
        </p:nvSpPr>
        <p:spPr>
          <a:xfrm>
            <a:off x="8844132" y="9171587"/>
            <a:ext cx="3937059" cy="1749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주문자 명</a:t>
            </a:r>
            <a:endParaRPr lang="en-US" altLang="ko-KR" sz="800" dirty="0">
              <a:solidFill>
                <a:schemeClr val="tx1">
                  <a:lumMod val="50000"/>
                  <a:lumOff val="50000"/>
                </a:schemeClr>
              </a:solidFill>
            </a:endParaRPr>
          </a:p>
        </p:txBody>
      </p:sp>
      <p:sp>
        <p:nvSpPr>
          <p:cNvPr id="75" name="직사각형 74">
            <a:extLst>
              <a:ext uri="{FF2B5EF4-FFF2-40B4-BE49-F238E27FC236}">
                <a16:creationId xmlns:a16="http://schemas.microsoft.com/office/drawing/2014/main" id="{A431652E-E299-4784-9DB6-24852E22DE27}"/>
              </a:ext>
            </a:extLst>
          </p:cNvPr>
          <p:cNvSpPr/>
          <p:nvPr/>
        </p:nvSpPr>
        <p:spPr>
          <a:xfrm>
            <a:off x="8845079" y="9427643"/>
            <a:ext cx="3937059" cy="1749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01099988877</a:t>
            </a:r>
          </a:p>
        </p:txBody>
      </p:sp>
      <p:sp>
        <p:nvSpPr>
          <p:cNvPr id="81" name="직사각형 80">
            <a:extLst>
              <a:ext uri="{FF2B5EF4-FFF2-40B4-BE49-F238E27FC236}">
                <a16:creationId xmlns:a16="http://schemas.microsoft.com/office/drawing/2014/main" id="{1ED330AD-E3FC-4BF9-86E2-F91039FC58F9}"/>
              </a:ext>
            </a:extLst>
          </p:cNvPr>
          <p:cNvSpPr/>
          <p:nvPr/>
        </p:nvSpPr>
        <p:spPr>
          <a:xfrm>
            <a:off x="8844132" y="9710424"/>
            <a:ext cx="732488" cy="1749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13543</a:t>
            </a:r>
          </a:p>
        </p:txBody>
      </p:sp>
      <p:sp>
        <p:nvSpPr>
          <p:cNvPr id="90" name="직사각형 89">
            <a:extLst>
              <a:ext uri="{FF2B5EF4-FFF2-40B4-BE49-F238E27FC236}">
                <a16:creationId xmlns:a16="http://schemas.microsoft.com/office/drawing/2014/main" id="{FE30A255-C43C-43EF-A8FE-2F627C368FAC}"/>
              </a:ext>
            </a:extLst>
          </p:cNvPr>
          <p:cNvSpPr/>
          <p:nvPr/>
        </p:nvSpPr>
        <p:spPr>
          <a:xfrm>
            <a:off x="9611987" y="9710424"/>
            <a:ext cx="902178" cy="174966"/>
          </a:xfrm>
          <a:prstGeom prst="rect">
            <a:avLst/>
          </a:prstGeom>
          <a:solidFill>
            <a:schemeClr val="bg1"/>
          </a:solidFill>
          <a:ln w="6350">
            <a:solidFill>
              <a:schemeClr val="tx1">
                <a:lumMod val="50000"/>
                <a:lumOff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solidFill>
                  <a:schemeClr val="tx1"/>
                </a:solidFill>
              </a:rPr>
              <a:t>우편번호 찾기</a:t>
            </a:r>
            <a:endParaRPr lang="en-US" altLang="ko-KR" sz="700" b="1" dirty="0">
              <a:solidFill>
                <a:schemeClr val="tx1"/>
              </a:solidFill>
            </a:endParaRPr>
          </a:p>
        </p:txBody>
      </p:sp>
      <p:sp>
        <p:nvSpPr>
          <p:cNvPr id="91" name="직사각형 90">
            <a:extLst>
              <a:ext uri="{FF2B5EF4-FFF2-40B4-BE49-F238E27FC236}">
                <a16:creationId xmlns:a16="http://schemas.microsoft.com/office/drawing/2014/main" id="{1BCEA22C-5063-4A35-A67F-846AF228BEBF}"/>
              </a:ext>
            </a:extLst>
          </p:cNvPr>
          <p:cNvSpPr/>
          <p:nvPr/>
        </p:nvSpPr>
        <p:spPr>
          <a:xfrm>
            <a:off x="8844131" y="9948714"/>
            <a:ext cx="3937059" cy="1749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주문시</a:t>
            </a:r>
            <a:r>
              <a:rPr lang="ko-KR" altLang="en-US" sz="800" dirty="0">
                <a:solidFill>
                  <a:schemeClr val="tx1">
                    <a:lumMod val="50000"/>
                    <a:lumOff val="50000"/>
                  </a:schemeClr>
                </a:solidFill>
              </a:rPr>
              <a:t> </a:t>
            </a:r>
            <a:r>
              <a:rPr lang="ko-KR" altLang="en-US" sz="800" dirty="0" err="1">
                <a:solidFill>
                  <a:schemeClr val="tx1">
                    <a:lumMod val="50000"/>
                    <a:lumOff val="50000"/>
                  </a:schemeClr>
                </a:solidFill>
              </a:rPr>
              <a:t>배송지</a:t>
            </a:r>
            <a:r>
              <a:rPr lang="ko-KR" altLang="en-US" sz="800" dirty="0">
                <a:solidFill>
                  <a:schemeClr val="tx1">
                    <a:lumMod val="50000"/>
                    <a:lumOff val="50000"/>
                  </a:schemeClr>
                </a:solidFill>
              </a:rPr>
              <a:t> 주소</a:t>
            </a:r>
            <a:endParaRPr lang="en-US" altLang="ko-KR" sz="800" dirty="0">
              <a:solidFill>
                <a:schemeClr val="tx1">
                  <a:lumMod val="50000"/>
                  <a:lumOff val="50000"/>
                </a:schemeClr>
              </a:solidFill>
            </a:endParaRPr>
          </a:p>
        </p:txBody>
      </p:sp>
      <p:sp>
        <p:nvSpPr>
          <p:cNvPr id="92" name="직사각형 91">
            <a:extLst>
              <a:ext uri="{FF2B5EF4-FFF2-40B4-BE49-F238E27FC236}">
                <a16:creationId xmlns:a16="http://schemas.microsoft.com/office/drawing/2014/main" id="{B69B6C37-2978-4122-864E-713EBAAEA26B}"/>
              </a:ext>
            </a:extLst>
          </p:cNvPr>
          <p:cNvSpPr/>
          <p:nvPr/>
        </p:nvSpPr>
        <p:spPr>
          <a:xfrm>
            <a:off x="8844130" y="10191194"/>
            <a:ext cx="3937059" cy="1749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주문시</a:t>
            </a:r>
            <a:r>
              <a:rPr lang="ko-KR" altLang="en-US" sz="800" dirty="0">
                <a:solidFill>
                  <a:schemeClr val="tx1">
                    <a:lumMod val="50000"/>
                    <a:lumOff val="50000"/>
                  </a:schemeClr>
                </a:solidFill>
              </a:rPr>
              <a:t> </a:t>
            </a:r>
            <a:r>
              <a:rPr lang="ko-KR" altLang="en-US" sz="800" dirty="0" err="1">
                <a:solidFill>
                  <a:schemeClr val="tx1">
                    <a:lumMod val="50000"/>
                    <a:lumOff val="50000"/>
                  </a:schemeClr>
                </a:solidFill>
              </a:rPr>
              <a:t>배송지</a:t>
            </a:r>
            <a:r>
              <a:rPr lang="ko-KR" altLang="en-US" sz="800" dirty="0">
                <a:solidFill>
                  <a:schemeClr val="tx1">
                    <a:lumMod val="50000"/>
                    <a:lumOff val="50000"/>
                  </a:schemeClr>
                </a:solidFill>
              </a:rPr>
              <a:t> 상세 주소</a:t>
            </a:r>
            <a:endParaRPr lang="en-US" altLang="ko-KR" sz="800" dirty="0">
              <a:solidFill>
                <a:schemeClr val="tx1">
                  <a:lumMod val="50000"/>
                  <a:lumOff val="50000"/>
                </a:schemeClr>
              </a:solidFill>
            </a:endParaRPr>
          </a:p>
        </p:txBody>
      </p:sp>
      <p:graphicFrame>
        <p:nvGraphicFramePr>
          <p:cNvPr id="53" name="표 52">
            <a:extLst>
              <a:ext uri="{FF2B5EF4-FFF2-40B4-BE49-F238E27FC236}">
                <a16:creationId xmlns:a16="http://schemas.microsoft.com/office/drawing/2014/main" id="{E9878523-B335-44B9-99D0-82657A764ACC}"/>
              </a:ext>
            </a:extLst>
          </p:cNvPr>
          <p:cNvGraphicFramePr>
            <a:graphicFrameLocks noGrp="1"/>
          </p:cNvGraphicFramePr>
          <p:nvPr>
            <p:extLst>
              <p:ext uri="{D42A27DB-BD31-4B8C-83A1-F6EECF244321}">
                <p14:modId xmlns:p14="http://schemas.microsoft.com/office/powerpoint/2010/main" val="3189166505"/>
              </p:ext>
            </p:extLst>
          </p:nvPr>
        </p:nvGraphicFramePr>
        <p:xfrm>
          <a:off x="10171774" y="22159"/>
          <a:ext cx="1979018" cy="291187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RF-02-07-03-4</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a:t>주문목록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상세 보기 </a:t>
                      </a:r>
                      <a:r>
                        <a:rPr lang="en-US" altLang="ko-KR" sz="800" dirty="0"/>
                        <a:t>&gt; </a:t>
                      </a:r>
                      <a:r>
                        <a:rPr lang="ko-KR" altLang="en-US" sz="800" dirty="0"/>
                        <a:t>정상 주문</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주문상태를 교환요청으로 처리하는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교환 요청 화면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교환 사유 리스트</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회수 방법 선택 시 필요한 정보를 입력하는 영역을 활성화 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표시항목에서 금액관련한 부분은 </a:t>
                      </a:r>
                      <a:r>
                        <a:rPr lang="en-US" altLang="ko-KR" sz="800" dirty="0"/>
                        <a:t>RF-02-07-01-1 </a:t>
                      </a:r>
                      <a:r>
                        <a:rPr lang="ko-KR" altLang="en-US" sz="800" dirty="0"/>
                        <a:t>을 기준으로 항목을 표시한다</a:t>
                      </a:r>
                      <a:r>
                        <a:rPr lang="en-US" altLang="ko-KR" sz="800" dirty="0"/>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355026329"/>
                  </a:ext>
                </a:extLst>
              </a:tr>
            </a:tbl>
          </a:graphicData>
        </a:graphic>
      </p:graphicFrame>
      <p:sp>
        <p:nvSpPr>
          <p:cNvPr id="54" name="TextBox 53">
            <a:extLst>
              <a:ext uri="{FF2B5EF4-FFF2-40B4-BE49-F238E27FC236}">
                <a16:creationId xmlns:a16="http://schemas.microsoft.com/office/drawing/2014/main" id="{FAAAD993-D16E-43B0-90A1-740978546910}"/>
              </a:ext>
            </a:extLst>
          </p:cNvPr>
          <p:cNvSpPr txBox="1"/>
          <p:nvPr/>
        </p:nvSpPr>
        <p:spPr>
          <a:xfrm>
            <a:off x="5863351" y="6955362"/>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55" name="TextBox 54">
            <a:extLst>
              <a:ext uri="{FF2B5EF4-FFF2-40B4-BE49-F238E27FC236}">
                <a16:creationId xmlns:a16="http://schemas.microsoft.com/office/drawing/2014/main" id="{FAAAD993-D16E-43B0-90A1-740978546910}"/>
              </a:ext>
            </a:extLst>
          </p:cNvPr>
          <p:cNvSpPr txBox="1"/>
          <p:nvPr/>
        </p:nvSpPr>
        <p:spPr>
          <a:xfrm>
            <a:off x="4803318" y="3383614"/>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62" name="TextBox 61">
            <a:extLst>
              <a:ext uri="{FF2B5EF4-FFF2-40B4-BE49-F238E27FC236}">
                <a16:creationId xmlns:a16="http://schemas.microsoft.com/office/drawing/2014/main" id="{FAAAD993-D16E-43B0-90A1-740978546910}"/>
              </a:ext>
            </a:extLst>
          </p:cNvPr>
          <p:cNvSpPr txBox="1"/>
          <p:nvPr/>
        </p:nvSpPr>
        <p:spPr>
          <a:xfrm>
            <a:off x="6025325" y="8190644"/>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66" name="직사각형 65">
            <a:extLst>
              <a:ext uri="{FF2B5EF4-FFF2-40B4-BE49-F238E27FC236}">
                <a16:creationId xmlns:a16="http://schemas.microsoft.com/office/drawing/2014/main" id="{C115C011-85C1-4A34-B6CD-8D71156683F7}"/>
              </a:ext>
            </a:extLst>
          </p:cNvPr>
          <p:cNvSpPr/>
          <p:nvPr/>
        </p:nvSpPr>
        <p:spPr>
          <a:xfrm>
            <a:off x="6439606" y="2326394"/>
            <a:ext cx="3427725" cy="757084"/>
          </a:xfrm>
          <a:prstGeom prst="rect">
            <a:avLst/>
          </a:prstGeom>
          <a:no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2" name="직선 화살표 연결선 71">
            <a:extLst>
              <a:ext uri="{FF2B5EF4-FFF2-40B4-BE49-F238E27FC236}">
                <a16:creationId xmlns:a16="http://schemas.microsoft.com/office/drawing/2014/main" id="{F8B01F99-EDC1-49EC-84E6-0CE51C117E87}"/>
              </a:ext>
            </a:extLst>
          </p:cNvPr>
          <p:cNvCxnSpPr>
            <a:cxnSpLocks/>
            <a:stCxn id="66" idx="2"/>
          </p:cNvCxnSpPr>
          <p:nvPr/>
        </p:nvCxnSpPr>
        <p:spPr>
          <a:xfrm>
            <a:off x="8153469" y="3083478"/>
            <a:ext cx="430973" cy="41069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73" name="TextBox 72">
            <a:extLst>
              <a:ext uri="{FF2B5EF4-FFF2-40B4-BE49-F238E27FC236}">
                <a16:creationId xmlns:a16="http://schemas.microsoft.com/office/drawing/2014/main" id="{EB0E2D00-9DF8-4D64-B21A-CDEC14CC7737}"/>
              </a:ext>
            </a:extLst>
          </p:cNvPr>
          <p:cNvSpPr txBox="1"/>
          <p:nvPr/>
        </p:nvSpPr>
        <p:spPr>
          <a:xfrm>
            <a:off x="6313610" y="2217149"/>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grpSp>
        <p:nvGrpSpPr>
          <p:cNvPr id="96" name="그룹 95">
            <a:extLst>
              <a:ext uri="{FF2B5EF4-FFF2-40B4-BE49-F238E27FC236}">
                <a16:creationId xmlns:a16="http://schemas.microsoft.com/office/drawing/2014/main" id="{BE2F5D75-F091-4119-ABC6-14EEACD779C6}"/>
              </a:ext>
            </a:extLst>
          </p:cNvPr>
          <p:cNvGrpSpPr/>
          <p:nvPr/>
        </p:nvGrpSpPr>
        <p:grpSpPr>
          <a:xfrm>
            <a:off x="6734935" y="3556816"/>
            <a:ext cx="6202908" cy="784132"/>
            <a:chOff x="6720642" y="3676424"/>
            <a:chExt cx="6202908" cy="784132"/>
          </a:xfrm>
        </p:grpSpPr>
        <p:sp>
          <p:nvSpPr>
            <p:cNvPr id="97" name="직사각형 96">
              <a:extLst>
                <a:ext uri="{FF2B5EF4-FFF2-40B4-BE49-F238E27FC236}">
                  <a16:creationId xmlns:a16="http://schemas.microsoft.com/office/drawing/2014/main" id="{B23D393B-BA96-4AA4-9657-C8E60F2EBF71}"/>
                </a:ext>
              </a:extLst>
            </p:cNvPr>
            <p:cNvSpPr/>
            <p:nvPr/>
          </p:nvSpPr>
          <p:spPr>
            <a:xfrm>
              <a:off x="6720642" y="3676424"/>
              <a:ext cx="6202908" cy="784132"/>
            </a:xfrm>
            <a:prstGeom prst="rect">
              <a:avLst/>
            </a:prstGeom>
            <a:solidFill>
              <a:schemeClr val="bg1"/>
            </a:solid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pic>
          <p:nvPicPr>
            <p:cNvPr id="98" name="그림 97">
              <a:extLst>
                <a:ext uri="{FF2B5EF4-FFF2-40B4-BE49-F238E27FC236}">
                  <a16:creationId xmlns:a16="http://schemas.microsoft.com/office/drawing/2014/main" id="{78CC37F5-8EB7-404B-AEA4-77B6B6263F73}"/>
                </a:ext>
              </a:extLst>
            </p:cNvPr>
            <p:cNvPicPr>
              <a:picLocks noChangeAspect="1"/>
            </p:cNvPicPr>
            <p:nvPr/>
          </p:nvPicPr>
          <p:blipFill>
            <a:blip r:embed="rId4"/>
            <a:stretch>
              <a:fillRect/>
            </a:stretch>
          </p:blipFill>
          <p:spPr>
            <a:xfrm>
              <a:off x="6764141" y="3717853"/>
              <a:ext cx="6121128" cy="713318"/>
            </a:xfrm>
            <a:prstGeom prst="rect">
              <a:avLst/>
            </a:prstGeom>
          </p:spPr>
        </p:pic>
      </p:grpSp>
    </p:spTree>
    <p:extLst>
      <p:ext uri="{BB962C8B-B14F-4D97-AF65-F5344CB8AC3E}">
        <p14:creationId xmlns:p14="http://schemas.microsoft.com/office/powerpoint/2010/main" val="4283934008"/>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직사각형 69">
            <a:extLst>
              <a:ext uri="{FF2B5EF4-FFF2-40B4-BE49-F238E27FC236}">
                <a16:creationId xmlns:a16="http://schemas.microsoft.com/office/drawing/2014/main" id="{5D5A33EE-4FFC-4340-8D24-4849617D6F85}"/>
              </a:ext>
            </a:extLst>
          </p:cNvPr>
          <p:cNvSpPr/>
          <p:nvPr/>
        </p:nvSpPr>
        <p:spPr>
          <a:xfrm>
            <a:off x="180174" y="3731343"/>
            <a:ext cx="6231194" cy="5412658"/>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76" name="Image">
            <a:extLst>
              <a:ext uri="{FF2B5EF4-FFF2-40B4-BE49-F238E27FC236}">
                <a16:creationId xmlns:a16="http://schemas.microsoft.com/office/drawing/2014/main" id="{CD8BE690-B520-410B-8FBF-8324C031043C}"/>
              </a:ext>
            </a:extLst>
          </p:cNvPr>
          <p:cNvGrpSpPr>
            <a:grpSpLocks/>
          </p:cNvGrpSpPr>
          <p:nvPr/>
        </p:nvGrpSpPr>
        <p:grpSpPr bwMode="auto">
          <a:xfrm>
            <a:off x="6066442" y="3851538"/>
            <a:ext cx="263570" cy="250457"/>
            <a:chOff x="508000" y="1397000"/>
            <a:chExt cx="1008112" cy="1008112"/>
          </a:xfrm>
        </p:grpSpPr>
        <p:sp>
          <p:nvSpPr>
            <p:cNvPr id="77" name="Border">
              <a:extLst>
                <a:ext uri="{FF2B5EF4-FFF2-40B4-BE49-F238E27FC236}">
                  <a16:creationId xmlns:a16="http://schemas.microsoft.com/office/drawing/2014/main" id="{1240C61F-0934-409F-96A7-CD07506A4731}"/>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5F5F5F"/>
                </a:solidFill>
                <a:latin typeface="Segoe UI" panose="020B0502040204020203" pitchFamily="34" charset="0"/>
                <a:cs typeface="Segoe UI" panose="020B0502040204020203" pitchFamily="34" charset="0"/>
              </a:endParaRPr>
            </a:p>
          </p:txBody>
        </p:sp>
        <p:sp>
          <p:nvSpPr>
            <p:cNvPr id="78" name="Line 2">
              <a:extLst>
                <a:ext uri="{FF2B5EF4-FFF2-40B4-BE49-F238E27FC236}">
                  <a16:creationId xmlns:a16="http://schemas.microsoft.com/office/drawing/2014/main" id="{53BC26C4-C79E-4E38-958D-A38F29B2B0BB}"/>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9" name="Line 1">
              <a:extLst>
                <a:ext uri="{FF2B5EF4-FFF2-40B4-BE49-F238E27FC236}">
                  <a16:creationId xmlns:a16="http://schemas.microsoft.com/office/drawing/2014/main" id="{3538F93E-51B7-4613-9934-80FA6512BCE1}"/>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80" name="TextBox 79">
            <a:extLst>
              <a:ext uri="{FF2B5EF4-FFF2-40B4-BE49-F238E27FC236}">
                <a16:creationId xmlns:a16="http://schemas.microsoft.com/office/drawing/2014/main" id="{3BF738E5-E169-49A1-9C84-6961FCA3B365}"/>
              </a:ext>
            </a:extLst>
          </p:cNvPr>
          <p:cNvSpPr txBox="1"/>
          <p:nvPr/>
        </p:nvSpPr>
        <p:spPr>
          <a:xfrm>
            <a:off x="299249" y="3839231"/>
            <a:ext cx="870751" cy="246221"/>
          </a:xfrm>
          <a:prstGeom prst="rect">
            <a:avLst/>
          </a:prstGeom>
          <a:noFill/>
        </p:spPr>
        <p:txBody>
          <a:bodyPr wrap="none" rtlCol="0">
            <a:spAutoFit/>
          </a:bodyPr>
          <a:lstStyle/>
          <a:p>
            <a:r>
              <a:rPr lang="ko-KR" altLang="en-US" sz="1000" b="1" dirty="0">
                <a:latin typeface="맑은 고딕" panose="020B0503020000020004" pitchFamily="50" charset="-127"/>
                <a:ea typeface="맑은 고딕" panose="020B0503020000020004" pitchFamily="50" charset="-127"/>
              </a:rPr>
              <a:t>○ 취소요청</a:t>
            </a:r>
            <a:endParaRPr lang="ko-KR" altLang="en-US" sz="1000" dirty="0"/>
          </a:p>
        </p:txBody>
      </p:sp>
      <p:sp>
        <p:nvSpPr>
          <p:cNvPr id="84" name="TextBox 83">
            <a:extLst>
              <a:ext uri="{FF2B5EF4-FFF2-40B4-BE49-F238E27FC236}">
                <a16:creationId xmlns:a16="http://schemas.microsoft.com/office/drawing/2014/main" id="{A8696BBF-2624-4DD7-9395-AF67E9CF0990}"/>
              </a:ext>
            </a:extLst>
          </p:cNvPr>
          <p:cNvSpPr txBox="1"/>
          <p:nvPr/>
        </p:nvSpPr>
        <p:spPr>
          <a:xfrm>
            <a:off x="299249" y="4898675"/>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주문정보</a:t>
            </a:r>
            <a:endParaRPr lang="ko-KR" altLang="en-US" sz="900" dirty="0"/>
          </a:p>
        </p:txBody>
      </p:sp>
      <p:sp>
        <p:nvSpPr>
          <p:cNvPr id="85" name="TextBox 84">
            <a:extLst>
              <a:ext uri="{FF2B5EF4-FFF2-40B4-BE49-F238E27FC236}">
                <a16:creationId xmlns:a16="http://schemas.microsoft.com/office/drawing/2014/main" id="{FDD4696E-AF40-4038-A0B6-222A63C534CE}"/>
              </a:ext>
            </a:extLst>
          </p:cNvPr>
          <p:cNvSpPr txBox="1"/>
          <p:nvPr/>
        </p:nvSpPr>
        <p:spPr>
          <a:xfrm>
            <a:off x="299249" y="6596541"/>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취소정보</a:t>
            </a:r>
            <a:endParaRPr lang="ko-KR" altLang="en-US" sz="900" dirty="0"/>
          </a:p>
        </p:txBody>
      </p:sp>
      <p:sp>
        <p:nvSpPr>
          <p:cNvPr id="89" name="직사각형 88">
            <a:extLst>
              <a:ext uri="{FF2B5EF4-FFF2-40B4-BE49-F238E27FC236}">
                <a16:creationId xmlns:a16="http://schemas.microsoft.com/office/drawing/2014/main" id="{6324C8FE-8B31-4AC0-9D31-DBFF0B1AF78A}"/>
              </a:ext>
            </a:extLst>
          </p:cNvPr>
          <p:cNvSpPr/>
          <p:nvPr/>
        </p:nvSpPr>
        <p:spPr>
          <a:xfrm>
            <a:off x="393316" y="4214366"/>
            <a:ext cx="5804911" cy="484962"/>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1450" indent="-171450">
              <a:lnSpc>
                <a:spcPct val="150000"/>
              </a:lnSpc>
              <a:buFontTx/>
              <a:buChar char="-"/>
            </a:pPr>
            <a:r>
              <a:rPr lang="ko-KR" altLang="en-US" sz="800" dirty="0">
                <a:solidFill>
                  <a:schemeClr val="tx1"/>
                </a:solidFill>
              </a:rPr>
              <a:t>입금대기</a:t>
            </a:r>
            <a:r>
              <a:rPr lang="en-US" altLang="ko-KR" sz="800" dirty="0">
                <a:solidFill>
                  <a:schemeClr val="tx1"/>
                </a:solidFill>
              </a:rPr>
              <a:t>,</a:t>
            </a:r>
            <a:r>
              <a:rPr lang="ko-KR" altLang="en-US" sz="800" dirty="0">
                <a:solidFill>
                  <a:schemeClr val="tx1"/>
                </a:solidFill>
              </a:rPr>
              <a:t>결제완료</a:t>
            </a:r>
            <a:r>
              <a:rPr lang="en-US" altLang="ko-KR" sz="800" dirty="0">
                <a:solidFill>
                  <a:schemeClr val="tx1"/>
                </a:solidFill>
              </a:rPr>
              <a:t>,</a:t>
            </a:r>
            <a:r>
              <a:rPr lang="ko-KR" altLang="en-US" sz="800" dirty="0">
                <a:solidFill>
                  <a:schemeClr val="tx1"/>
                </a:solidFill>
              </a:rPr>
              <a:t>배송대기 상품만 취소요청 상태로 변경 할 수 있습니다</a:t>
            </a:r>
            <a:r>
              <a:rPr lang="en-US" altLang="ko-KR" sz="800" dirty="0">
                <a:solidFill>
                  <a:schemeClr val="tx1"/>
                </a:solidFill>
              </a:rPr>
              <a:t>.</a:t>
            </a:r>
          </a:p>
          <a:p>
            <a:pPr marL="171450" indent="-171450">
              <a:lnSpc>
                <a:spcPct val="150000"/>
              </a:lnSpc>
              <a:buFontTx/>
              <a:buChar char="-"/>
            </a:pPr>
            <a:r>
              <a:rPr lang="ko-KR" altLang="en-US" sz="800" dirty="0">
                <a:solidFill>
                  <a:schemeClr val="tx1"/>
                </a:solidFill>
              </a:rPr>
              <a:t>주문 취소를 요청하면 새로운 주문번호가 생성되면서 주문취소가 진행됩니다</a:t>
            </a:r>
            <a:r>
              <a:rPr lang="en-US" altLang="ko-KR" sz="800" dirty="0">
                <a:solidFill>
                  <a:schemeClr val="tx1"/>
                </a:solidFill>
              </a:rPr>
              <a:t>.</a:t>
            </a:r>
            <a:endParaRPr lang="ko-KR" altLang="en-US" sz="800" dirty="0">
              <a:solidFill>
                <a:schemeClr val="tx1"/>
              </a:solidFill>
            </a:endParaRPr>
          </a:p>
        </p:txBody>
      </p:sp>
      <p:graphicFrame>
        <p:nvGraphicFramePr>
          <p:cNvPr id="17" name="표 4">
            <a:extLst>
              <a:ext uri="{FF2B5EF4-FFF2-40B4-BE49-F238E27FC236}">
                <a16:creationId xmlns:a16="http://schemas.microsoft.com/office/drawing/2014/main" id="{5DFFB616-5BA7-4E67-A456-5EAAF34B8FB2}"/>
              </a:ext>
            </a:extLst>
          </p:cNvPr>
          <p:cNvGraphicFramePr>
            <a:graphicFrameLocks noGrp="1"/>
          </p:cNvGraphicFramePr>
          <p:nvPr/>
        </p:nvGraphicFramePr>
        <p:xfrm>
          <a:off x="393316" y="5232155"/>
          <a:ext cx="5804912" cy="426720"/>
        </p:xfrm>
        <a:graphic>
          <a:graphicData uri="http://schemas.openxmlformats.org/drawingml/2006/table">
            <a:tbl>
              <a:tblPr firstRow="1" bandRow="1">
                <a:tableStyleId>{5940675A-B579-460E-94D1-54222C63F5DA}</a:tableStyleId>
              </a:tblPr>
              <a:tblGrid>
                <a:gridCol w="831304">
                  <a:extLst>
                    <a:ext uri="{9D8B030D-6E8A-4147-A177-3AD203B41FA5}">
                      <a16:colId xmlns:a16="http://schemas.microsoft.com/office/drawing/2014/main" val="3684204346"/>
                    </a:ext>
                  </a:extLst>
                </a:gridCol>
                <a:gridCol w="2071152">
                  <a:extLst>
                    <a:ext uri="{9D8B030D-6E8A-4147-A177-3AD203B41FA5}">
                      <a16:colId xmlns:a16="http://schemas.microsoft.com/office/drawing/2014/main" val="1934738033"/>
                    </a:ext>
                  </a:extLst>
                </a:gridCol>
                <a:gridCol w="1005968">
                  <a:extLst>
                    <a:ext uri="{9D8B030D-6E8A-4147-A177-3AD203B41FA5}">
                      <a16:colId xmlns:a16="http://schemas.microsoft.com/office/drawing/2014/main" val="189309699"/>
                    </a:ext>
                  </a:extLst>
                </a:gridCol>
                <a:gridCol w="1896488">
                  <a:extLst>
                    <a:ext uri="{9D8B030D-6E8A-4147-A177-3AD203B41FA5}">
                      <a16:colId xmlns:a16="http://schemas.microsoft.com/office/drawing/2014/main" val="3675772040"/>
                    </a:ext>
                  </a:extLst>
                </a:gridCol>
              </a:tblGrid>
              <a:tr h="0">
                <a:tc>
                  <a:txBody>
                    <a:bodyPr/>
                    <a:lstStyle/>
                    <a:p>
                      <a:pPr algn="ctr" latinLnBrk="1"/>
                      <a:r>
                        <a:rPr lang="ko-KR" altLang="en-US" sz="800" b="0" dirty="0">
                          <a:solidFill>
                            <a:schemeClr val="tx1"/>
                          </a:solidFill>
                        </a:rPr>
                        <a:t>주문번호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Me9-000939393</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주문일시</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2024-10-01 09:02:12</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25709569"/>
                  </a:ext>
                </a:extLst>
              </a:tr>
              <a:tr h="0">
                <a:tc>
                  <a:txBody>
                    <a:bodyPr/>
                    <a:lstStyle/>
                    <a:p>
                      <a:pPr algn="ctr" latinLnBrk="1"/>
                      <a:r>
                        <a:rPr lang="ko-KR" altLang="en-US" sz="800" b="0" dirty="0">
                          <a:solidFill>
                            <a:schemeClr val="tx1"/>
                          </a:solidFill>
                        </a:rPr>
                        <a:t>판매처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Shop</a:t>
                      </a:r>
                      <a:r>
                        <a:rPr lang="ko-KR" altLang="en-US" sz="800" dirty="0" err="1"/>
                        <a:t>채널명</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결제일시</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2024-10-01 10:02:12</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801681561"/>
                  </a:ext>
                </a:extLst>
              </a:tr>
            </a:tbl>
          </a:graphicData>
        </a:graphic>
      </p:graphicFrame>
      <p:sp>
        <p:nvSpPr>
          <p:cNvPr id="18" name="타원 17">
            <a:extLst>
              <a:ext uri="{FF2B5EF4-FFF2-40B4-BE49-F238E27FC236}">
                <a16:creationId xmlns:a16="http://schemas.microsoft.com/office/drawing/2014/main" id="{B1BC45B1-91C8-4163-B2D3-6620C7DE6595}"/>
              </a:ext>
            </a:extLst>
          </p:cNvPr>
          <p:cNvSpPr/>
          <p:nvPr/>
        </p:nvSpPr>
        <p:spPr>
          <a:xfrm>
            <a:off x="4936800" y="3066355"/>
            <a:ext cx="1317735"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9" name="직선 화살표 연결선 18">
            <a:extLst>
              <a:ext uri="{FF2B5EF4-FFF2-40B4-BE49-F238E27FC236}">
                <a16:creationId xmlns:a16="http://schemas.microsoft.com/office/drawing/2014/main" id="{93F3A7FA-ADB8-4EF5-848A-AF7DB8C91BF0}"/>
              </a:ext>
            </a:extLst>
          </p:cNvPr>
          <p:cNvCxnSpPr>
            <a:cxnSpLocks/>
            <a:stCxn id="18" idx="4"/>
          </p:cNvCxnSpPr>
          <p:nvPr/>
        </p:nvCxnSpPr>
        <p:spPr>
          <a:xfrm>
            <a:off x="5595668" y="3509979"/>
            <a:ext cx="0" cy="483024"/>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9" name="직사각형 28">
            <a:extLst>
              <a:ext uri="{FF2B5EF4-FFF2-40B4-BE49-F238E27FC236}">
                <a16:creationId xmlns:a16="http://schemas.microsoft.com/office/drawing/2014/main" id="{38586A15-8F06-4035-87A0-9C840E958833}"/>
              </a:ext>
            </a:extLst>
          </p:cNvPr>
          <p:cNvSpPr/>
          <p:nvPr/>
        </p:nvSpPr>
        <p:spPr>
          <a:xfrm>
            <a:off x="6660398" y="6118822"/>
            <a:ext cx="3205290" cy="2024051"/>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30" name="직사각형 29">
            <a:extLst>
              <a:ext uri="{FF2B5EF4-FFF2-40B4-BE49-F238E27FC236}">
                <a16:creationId xmlns:a16="http://schemas.microsoft.com/office/drawing/2014/main" id="{752E88E1-9179-4793-96D3-0713A21C0A42}"/>
              </a:ext>
            </a:extLst>
          </p:cNvPr>
          <p:cNvSpPr/>
          <p:nvPr/>
        </p:nvSpPr>
        <p:spPr>
          <a:xfrm>
            <a:off x="6806913" y="6362409"/>
            <a:ext cx="2912261" cy="202899"/>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취소사유를 선택하세요                                          ▼</a:t>
            </a:r>
            <a:endParaRPr lang="en-US" altLang="ko-KR" sz="800" dirty="0">
              <a:solidFill>
                <a:schemeClr val="tx1">
                  <a:lumMod val="50000"/>
                  <a:lumOff val="50000"/>
                </a:schemeClr>
              </a:solidFill>
            </a:endParaRPr>
          </a:p>
        </p:txBody>
      </p:sp>
      <p:sp>
        <p:nvSpPr>
          <p:cNvPr id="31" name="직사각형 30">
            <a:extLst>
              <a:ext uri="{FF2B5EF4-FFF2-40B4-BE49-F238E27FC236}">
                <a16:creationId xmlns:a16="http://schemas.microsoft.com/office/drawing/2014/main" id="{8E3F1574-6691-4E18-A376-6295418C2EC7}"/>
              </a:ext>
            </a:extLst>
          </p:cNvPr>
          <p:cNvSpPr/>
          <p:nvPr/>
        </p:nvSpPr>
        <p:spPr>
          <a:xfrm>
            <a:off x="6806913" y="6568323"/>
            <a:ext cx="2912261" cy="101477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nSpc>
                <a:spcPct val="150000"/>
              </a:lnSpc>
            </a:pPr>
            <a:r>
              <a:rPr lang="ko-KR" altLang="en-US" sz="800" dirty="0">
                <a:solidFill>
                  <a:schemeClr val="tx1">
                    <a:lumMod val="50000"/>
                    <a:lumOff val="50000"/>
                  </a:schemeClr>
                </a:solidFill>
              </a:rPr>
              <a:t>취소사유를 선택하세요</a:t>
            </a:r>
            <a:endParaRPr lang="en-US" altLang="ko-KR" sz="800" dirty="0">
              <a:solidFill>
                <a:schemeClr val="tx1">
                  <a:lumMod val="50000"/>
                  <a:lumOff val="50000"/>
                </a:schemeClr>
              </a:solidFill>
            </a:endParaRPr>
          </a:p>
          <a:p>
            <a:pPr>
              <a:lnSpc>
                <a:spcPct val="150000"/>
              </a:lnSpc>
            </a:pPr>
            <a:r>
              <a:rPr lang="ko-KR" altLang="en-US" sz="800" dirty="0">
                <a:solidFill>
                  <a:schemeClr val="tx1">
                    <a:lumMod val="50000"/>
                    <a:lumOff val="50000"/>
                  </a:schemeClr>
                </a:solidFill>
              </a:rPr>
              <a:t>마음이 변했어요</a:t>
            </a:r>
            <a:endParaRPr lang="en-US" altLang="ko-KR" sz="800" dirty="0">
              <a:solidFill>
                <a:schemeClr val="tx1">
                  <a:lumMod val="50000"/>
                  <a:lumOff val="50000"/>
                </a:schemeClr>
              </a:solidFill>
            </a:endParaRPr>
          </a:p>
          <a:p>
            <a:pPr>
              <a:lnSpc>
                <a:spcPct val="150000"/>
              </a:lnSpc>
            </a:pPr>
            <a:r>
              <a:rPr lang="ko-KR" altLang="en-US" sz="800" dirty="0">
                <a:solidFill>
                  <a:schemeClr val="tx1">
                    <a:lumMod val="50000"/>
                    <a:lumOff val="50000"/>
                  </a:schemeClr>
                </a:solidFill>
              </a:rPr>
              <a:t>상품에 하자가 있어요</a:t>
            </a:r>
            <a:r>
              <a:rPr lang="en-US" altLang="ko-KR" sz="800" dirty="0">
                <a:solidFill>
                  <a:schemeClr val="tx1">
                    <a:lumMod val="50000"/>
                    <a:lumOff val="50000"/>
                  </a:schemeClr>
                </a:solidFill>
              </a:rPr>
              <a:t>(</a:t>
            </a:r>
            <a:r>
              <a:rPr lang="ko-KR" altLang="en-US" sz="800" dirty="0">
                <a:solidFill>
                  <a:schemeClr val="tx1">
                    <a:lumMod val="50000"/>
                    <a:lumOff val="50000"/>
                  </a:schemeClr>
                </a:solidFill>
              </a:rPr>
              <a:t>상세 사유 필요</a:t>
            </a:r>
            <a:r>
              <a:rPr lang="en-US" altLang="ko-KR" sz="800" dirty="0">
                <a:solidFill>
                  <a:schemeClr val="tx1">
                    <a:lumMod val="50000"/>
                    <a:lumOff val="50000"/>
                  </a:schemeClr>
                </a:solidFill>
              </a:rPr>
              <a:t>)</a:t>
            </a:r>
          </a:p>
          <a:p>
            <a:pPr>
              <a:lnSpc>
                <a:spcPct val="150000"/>
              </a:lnSpc>
            </a:pPr>
            <a:r>
              <a:rPr lang="ko-KR" altLang="en-US" sz="800" dirty="0">
                <a:solidFill>
                  <a:schemeClr val="tx1">
                    <a:lumMod val="50000"/>
                    <a:lumOff val="50000"/>
                  </a:schemeClr>
                </a:solidFill>
              </a:rPr>
              <a:t>다른 상품이 배송됐어요</a:t>
            </a:r>
            <a:r>
              <a:rPr lang="en-US" altLang="ko-KR" sz="800" dirty="0">
                <a:solidFill>
                  <a:schemeClr val="tx1">
                    <a:lumMod val="50000"/>
                    <a:lumOff val="50000"/>
                  </a:schemeClr>
                </a:solidFill>
              </a:rPr>
              <a:t>(</a:t>
            </a:r>
            <a:r>
              <a:rPr lang="ko-KR" altLang="en-US" sz="800" dirty="0">
                <a:solidFill>
                  <a:schemeClr val="tx1">
                    <a:lumMod val="50000"/>
                    <a:lumOff val="50000"/>
                  </a:schemeClr>
                </a:solidFill>
              </a:rPr>
              <a:t>상세 사유 필요</a:t>
            </a:r>
            <a:r>
              <a:rPr lang="en-US" altLang="ko-KR" sz="800" dirty="0">
                <a:solidFill>
                  <a:schemeClr val="tx1">
                    <a:lumMod val="50000"/>
                    <a:lumOff val="50000"/>
                  </a:schemeClr>
                </a:solidFill>
              </a:rPr>
              <a:t>)</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graphicFrame>
        <p:nvGraphicFramePr>
          <p:cNvPr id="53" name="표 52">
            <a:extLst>
              <a:ext uri="{FF2B5EF4-FFF2-40B4-BE49-F238E27FC236}">
                <a16:creationId xmlns:a16="http://schemas.microsoft.com/office/drawing/2014/main" id="{6590E242-3DED-430A-9860-8EE82FF213B6}"/>
              </a:ext>
            </a:extLst>
          </p:cNvPr>
          <p:cNvGraphicFramePr>
            <a:graphicFrameLocks noGrp="1"/>
          </p:cNvGraphicFramePr>
          <p:nvPr>
            <p:extLst>
              <p:ext uri="{D42A27DB-BD31-4B8C-83A1-F6EECF244321}">
                <p14:modId xmlns:p14="http://schemas.microsoft.com/office/powerpoint/2010/main" val="373915142"/>
              </p:ext>
            </p:extLst>
          </p:nvPr>
        </p:nvGraphicFramePr>
        <p:xfrm>
          <a:off x="393319" y="5794312"/>
          <a:ext cx="5804911" cy="640080"/>
        </p:xfrm>
        <a:graphic>
          <a:graphicData uri="http://schemas.openxmlformats.org/drawingml/2006/table">
            <a:tbl>
              <a:tblPr firstRow="1" bandRow="1">
                <a:tableStyleId>{5C22544A-7EE6-4342-B048-85BDC9FD1C3A}</a:tableStyleId>
              </a:tblPr>
              <a:tblGrid>
                <a:gridCol w="435606">
                  <a:extLst>
                    <a:ext uri="{9D8B030D-6E8A-4147-A177-3AD203B41FA5}">
                      <a16:colId xmlns:a16="http://schemas.microsoft.com/office/drawing/2014/main" val="1403106609"/>
                    </a:ext>
                  </a:extLst>
                </a:gridCol>
                <a:gridCol w="952924">
                  <a:extLst>
                    <a:ext uri="{9D8B030D-6E8A-4147-A177-3AD203B41FA5}">
                      <a16:colId xmlns:a16="http://schemas.microsoft.com/office/drawing/2014/main" val="3580568890"/>
                    </a:ext>
                  </a:extLst>
                </a:gridCol>
                <a:gridCol w="2126524">
                  <a:extLst>
                    <a:ext uri="{9D8B030D-6E8A-4147-A177-3AD203B41FA5}">
                      <a16:colId xmlns:a16="http://schemas.microsoft.com/office/drawing/2014/main" val="20004"/>
                    </a:ext>
                  </a:extLst>
                </a:gridCol>
                <a:gridCol w="879229">
                  <a:extLst>
                    <a:ext uri="{9D8B030D-6E8A-4147-A177-3AD203B41FA5}">
                      <a16:colId xmlns:a16="http://schemas.microsoft.com/office/drawing/2014/main" val="20005"/>
                    </a:ext>
                  </a:extLst>
                </a:gridCol>
                <a:gridCol w="606362">
                  <a:extLst>
                    <a:ext uri="{9D8B030D-6E8A-4147-A177-3AD203B41FA5}">
                      <a16:colId xmlns:a16="http://schemas.microsoft.com/office/drawing/2014/main" val="20006"/>
                    </a:ext>
                  </a:extLst>
                </a:gridCol>
                <a:gridCol w="804266">
                  <a:extLst>
                    <a:ext uri="{9D8B030D-6E8A-4147-A177-3AD203B41FA5}">
                      <a16:colId xmlns:a16="http://schemas.microsoft.com/office/drawing/2014/main" val="20009"/>
                    </a:ext>
                  </a:extLst>
                </a:gridCol>
              </a:tblGrid>
              <a:tr h="0">
                <a:tc>
                  <a:txBody>
                    <a:bodyPr/>
                    <a:lstStyle/>
                    <a:p>
                      <a:pPr algn="ctr" latinLnBrk="1"/>
                      <a:r>
                        <a:rPr lang="ko-KR" altLang="en-US" sz="800" b="1"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배송대기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배송대기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graphicFrame>
        <p:nvGraphicFramePr>
          <p:cNvPr id="54" name="표 53">
            <a:extLst>
              <a:ext uri="{FF2B5EF4-FFF2-40B4-BE49-F238E27FC236}">
                <a16:creationId xmlns:a16="http://schemas.microsoft.com/office/drawing/2014/main" id="{B879FA06-4C6A-4FB6-83B3-438B3D7D3C76}"/>
              </a:ext>
            </a:extLst>
          </p:cNvPr>
          <p:cNvGraphicFramePr>
            <a:graphicFrameLocks noGrp="1"/>
          </p:cNvGraphicFramePr>
          <p:nvPr>
            <p:extLst>
              <p:ext uri="{D42A27DB-BD31-4B8C-83A1-F6EECF244321}">
                <p14:modId xmlns:p14="http://schemas.microsoft.com/office/powerpoint/2010/main" val="2644328045"/>
              </p:ext>
            </p:extLst>
          </p:nvPr>
        </p:nvGraphicFramePr>
        <p:xfrm>
          <a:off x="393320" y="6922808"/>
          <a:ext cx="5804910" cy="1325640"/>
        </p:xfrm>
        <a:graphic>
          <a:graphicData uri="http://schemas.openxmlformats.org/drawingml/2006/table">
            <a:tbl>
              <a:tblPr firstRow="1" bandRow="1">
                <a:tableStyleId>{5C22544A-7EE6-4342-B048-85BDC9FD1C3A}</a:tableStyleId>
              </a:tblPr>
              <a:tblGrid>
                <a:gridCol w="1078054">
                  <a:extLst>
                    <a:ext uri="{9D8B030D-6E8A-4147-A177-3AD203B41FA5}">
                      <a16:colId xmlns:a16="http://schemas.microsoft.com/office/drawing/2014/main" val="3580568890"/>
                    </a:ext>
                  </a:extLst>
                </a:gridCol>
                <a:gridCol w="4726856">
                  <a:extLst>
                    <a:ext uri="{9D8B030D-6E8A-4147-A177-3AD203B41FA5}">
                      <a16:colId xmlns:a16="http://schemas.microsoft.com/office/drawing/2014/main" val="20004"/>
                    </a:ext>
                  </a:extLst>
                </a:gridCol>
              </a:tblGrid>
              <a:tr h="25884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취소 사유</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schemeClr val="tx1"/>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25884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환불금액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mj-ea"/>
                          <a:ea typeface="+mj-ea"/>
                          <a:cs typeface="+mn-cs"/>
                        </a:rPr>
                        <a:t>90,000 </a:t>
                      </a:r>
                      <a:r>
                        <a:rPr kumimoji="0" lang="ko-KR" altLang="en-US" sz="800" b="0" i="0" u="none" strike="noStrike" kern="1200" cap="none" spc="0" normalizeH="0" baseline="0" noProof="0" dirty="0">
                          <a:ln>
                            <a:noFill/>
                          </a:ln>
                          <a:solidFill>
                            <a:schemeClr val="tx1"/>
                          </a:solidFill>
                          <a:effectLst/>
                          <a:uLnTx/>
                          <a:uFillTx/>
                          <a:latin typeface="+mj-ea"/>
                          <a:ea typeface="+mj-ea"/>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015061593"/>
                  </a:ext>
                </a:extLst>
              </a:tr>
            </a:tbl>
          </a:graphicData>
        </a:graphic>
      </p:graphicFrame>
      <p:sp>
        <p:nvSpPr>
          <p:cNvPr id="55" name="직사각형 54">
            <a:extLst>
              <a:ext uri="{FF2B5EF4-FFF2-40B4-BE49-F238E27FC236}">
                <a16:creationId xmlns:a16="http://schemas.microsoft.com/office/drawing/2014/main" id="{9CED4414-0BF1-4453-A4C3-0EACF9DB8719}"/>
              </a:ext>
            </a:extLst>
          </p:cNvPr>
          <p:cNvSpPr/>
          <p:nvPr/>
        </p:nvSpPr>
        <p:spPr>
          <a:xfrm>
            <a:off x="1536838" y="6955882"/>
            <a:ext cx="4529607" cy="1749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취소사유를 선택하세요                                                                                       ▼</a:t>
            </a:r>
            <a:endParaRPr lang="en-US" altLang="ko-KR" sz="800" dirty="0">
              <a:solidFill>
                <a:schemeClr val="tx1">
                  <a:lumMod val="50000"/>
                  <a:lumOff val="50000"/>
                </a:schemeClr>
              </a:solidFill>
            </a:endParaRPr>
          </a:p>
        </p:txBody>
      </p:sp>
      <p:sp>
        <p:nvSpPr>
          <p:cNvPr id="62" name="직사각형 61">
            <a:extLst>
              <a:ext uri="{FF2B5EF4-FFF2-40B4-BE49-F238E27FC236}">
                <a16:creationId xmlns:a16="http://schemas.microsoft.com/office/drawing/2014/main" id="{ABB41588-DFDD-4A58-B561-69FD5A0AB2D1}"/>
              </a:ext>
            </a:extLst>
          </p:cNvPr>
          <p:cNvSpPr/>
          <p:nvPr/>
        </p:nvSpPr>
        <p:spPr>
          <a:xfrm>
            <a:off x="1536838" y="7195654"/>
            <a:ext cx="4529607" cy="70948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상세 사유를 입력해 주세요 </a:t>
            </a:r>
            <a:r>
              <a:rPr lang="en-US" altLang="ko-KR" sz="800" dirty="0">
                <a:solidFill>
                  <a:schemeClr val="tx1">
                    <a:lumMod val="50000"/>
                    <a:lumOff val="50000"/>
                  </a:schemeClr>
                </a:solidFill>
              </a:rPr>
              <a:t>(</a:t>
            </a:r>
            <a:r>
              <a:rPr lang="ko-KR" altLang="en-US" sz="800" dirty="0">
                <a:solidFill>
                  <a:schemeClr val="tx1">
                    <a:lumMod val="50000"/>
                    <a:lumOff val="50000"/>
                  </a:schemeClr>
                </a:solidFill>
              </a:rPr>
              <a:t>필수</a:t>
            </a:r>
            <a:r>
              <a:rPr lang="en-US" altLang="ko-KR" sz="800" dirty="0">
                <a:solidFill>
                  <a:schemeClr val="tx1">
                    <a:lumMod val="50000"/>
                    <a:lumOff val="50000"/>
                  </a:schemeClr>
                </a:solidFill>
              </a:rPr>
              <a:t>)</a:t>
            </a:r>
          </a:p>
          <a:p>
            <a:endParaRPr lang="en-US" altLang="ko-KR" sz="800" dirty="0">
              <a:solidFill>
                <a:schemeClr val="tx1">
                  <a:lumMod val="50000"/>
                  <a:lumOff val="50000"/>
                </a:schemeClr>
              </a:solidFill>
            </a:endParaRPr>
          </a:p>
          <a:p>
            <a:endParaRPr lang="en-US" altLang="ko-KR" sz="800" dirty="0">
              <a:solidFill>
                <a:schemeClr val="tx1">
                  <a:lumMod val="50000"/>
                  <a:lumOff val="50000"/>
                </a:schemeClr>
              </a:solidFill>
            </a:endParaRPr>
          </a:p>
          <a:p>
            <a:endParaRPr lang="en-US" altLang="ko-KR" sz="800" dirty="0">
              <a:solidFill>
                <a:schemeClr val="tx1">
                  <a:lumMod val="50000"/>
                  <a:lumOff val="50000"/>
                </a:schemeClr>
              </a:solidFill>
            </a:endParaRPr>
          </a:p>
          <a:p>
            <a:endParaRPr lang="en-US" altLang="ko-KR" sz="800" dirty="0">
              <a:solidFill>
                <a:schemeClr val="tx1">
                  <a:lumMod val="50000"/>
                  <a:lumOff val="50000"/>
                </a:schemeClr>
              </a:solidFill>
            </a:endParaRPr>
          </a:p>
        </p:txBody>
      </p:sp>
      <p:grpSp>
        <p:nvGrpSpPr>
          <p:cNvPr id="63" name="그룹 62">
            <a:extLst>
              <a:ext uri="{FF2B5EF4-FFF2-40B4-BE49-F238E27FC236}">
                <a16:creationId xmlns:a16="http://schemas.microsoft.com/office/drawing/2014/main" id="{75831B3C-ECA5-4CB1-8E21-F4FDCD61E3BE}"/>
              </a:ext>
            </a:extLst>
          </p:cNvPr>
          <p:cNvGrpSpPr/>
          <p:nvPr/>
        </p:nvGrpSpPr>
        <p:grpSpPr>
          <a:xfrm>
            <a:off x="5874883" y="7171611"/>
            <a:ext cx="274434" cy="738664"/>
            <a:chOff x="7596535" y="7960647"/>
            <a:chExt cx="274434" cy="738664"/>
          </a:xfrm>
        </p:grpSpPr>
        <p:sp>
          <p:nvSpPr>
            <p:cNvPr id="64" name="직사각형 63">
              <a:extLst>
                <a:ext uri="{FF2B5EF4-FFF2-40B4-BE49-F238E27FC236}">
                  <a16:creationId xmlns:a16="http://schemas.microsoft.com/office/drawing/2014/main" id="{BEDEC8B0-25E3-408B-8EE0-C795C9C2D752}"/>
                </a:ext>
              </a:extLst>
            </p:cNvPr>
            <p:cNvSpPr/>
            <p:nvPr/>
          </p:nvSpPr>
          <p:spPr>
            <a:xfrm>
              <a:off x="7662735" y="7984690"/>
              <a:ext cx="125362" cy="709483"/>
            </a:xfrm>
            <a:prstGeom prst="rect">
              <a:avLst/>
            </a:prstGeom>
            <a:solidFill>
              <a:schemeClr val="bg1">
                <a:lumMod val="85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600" dirty="0">
                <a:solidFill>
                  <a:schemeClr val="tx1">
                    <a:lumMod val="50000"/>
                    <a:lumOff val="50000"/>
                  </a:schemeClr>
                </a:solidFill>
              </a:endParaRPr>
            </a:p>
          </p:txBody>
        </p:sp>
        <p:sp>
          <p:nvSpPr>
            <p:cNvPr id="65" name="TextBox 64">
              <a:extLst>
                <a:ext uri="{FF2B5EF4-FFF2-40B4-BE49-F238E27FC236}">
                  <a16:creationId xmlns:a16="http://schemas.microsoft.com/office/drawing/2014/main" id="{9B7D28B5-B922-4711-A828-26B58EC749FE}"/>
                </a:ext>
              </a:extLst>
            </p:cNvPr>
            <p:cNvSpPr txBox="1"/>
            <p:nvPr/>
          </p:nvSpPr>
          <p:spPr>
            <a:xfrm>
              <a:off x="7596535" y="7960647"/>
              <a:ext cx="274434" cy="738664"/>
            </a:xfrm>
            <a:prstGeom prst="rect">
              <a:avLst/>
            </a:prstGeom>
            <a:noFill/>
          </p:spPr>
          <p:txBody>
            <a:bodyPr wrap="none" rtlCol="0">
              <a:spAutoFit/>
            </a:bodyPr>
            <a:lstStyle/>
            <a:p>
              <a:r>
                <a:rPr lang="ko-KR" altLang="en-US" sz="700" dirty="0">
                  <a:solidFill>
                    <a:schemeClr val="tx1">
                      <a:lumMod val="50000"/>
                      <a:lumOff val="50000"/>
                    </a:schemeClr>
                  </a:solidFill>
                </a:rPr>
                <a:t>▲</a:t>
              </a:r>
              <a:endParaRPr lang="en-US" altLang="ko-KR" sz="700" dirty="0">
                <a:solidFill>
                  <a:schemeClr val="tx1">
                    <a:lumMod val="50000"/>
                    <a:lumOff val="50000"/>
                  </a:schemeClr>
                </a:solidFill>
              </a:endParaRPr>
            </a:p>
            <a:p>
              <a:endParaRPr lang="en-US" altLang="ko-KR" sz="700" dirty="0">
                <a:solidFill>
                  <a:schemeClr val="tx1">
                    <a:lumMod val="50000"/>
                    <a:lumOff val="50000"/>
                  </a:schemeClr>
                </a:solidFill>
              </a:endParaRPr>
            </a:p>
            <a:p>
              <a:endParaRPr lang="en-US" altLang="ko-KR" sz="700" dirty="0">
                <a:solidFill>
                  <a:schemeClr val="tx1">
                    <a:lumMod val="50000"/>
                    <a:lumOff val="50000"/>
                  </a:schemeClr>
                </a:solidFill>
              </a:endParaRPr>
            </a:p>
            <a:p>
              <a:endParaRPr lang="en-US" altLang="ko-KR" sz="700" dirty="0">
                <a:solidFill>
                  <a:schemeClr val="tx1">
                    <a:lumMod val="50000"/>
                    <a:lumOff val="50000"/>
                  </a:schemeClr>
                </a:solidFill>
              </a:endParaRPr>
            </a:p>
            <a:p>
              <a:endParaRPr lang="en-US" altLang="ko-KR" sz="700" dirty="0">
                <a:solidFill>
                  <a:schemeClr val="tx1">
                    <a:lumMod val="50000"/>
                    <a:lumOff val="50000"/>
                  </a:schemeClr>
                </a:solidFill>
              </a:endParaRPr>
            </a:p>
            <a:p>
              <a:r>
                <a:rPr lang="ko-KR" altLang="en-US" sz="700" dirty="0">
                  <a:solidFill>
                    <a:schemeClr val="tx1">
                      <a:lumMod val="50000"/>
                      <a:lumOff val="50000"/>
                    </a:schemeClr>
                  </a:solidFill>
                </a:rPr>
                <a:t>▼</a:t>
              </a:r>
              <a:endParaRPr lang="ko-KR" altLang="en-US" sz="700" dirty="0"/>
            </a:p>
          </p:txBody>
        </p:sp>
      </p:grpSp>
      <p:sp>
        <p:nvSpPr>
          <p:cNvPr id="93" name="타원 92">
            <a:extLst>
              <a:ext uri="{FF2B5EF4-FFF2-40B4-BE49-F238E27FC236}">
                <a16:creationId xmlns:a16="http://schemas.microsoft.com/office/drawing/2014/main" id="{67BA25F6-F54D-40A3-A55A-A5D112135BD3}"/>
              </a:ext>
            </a:extLst>
          </p:cNvPr>
          <p:cNvSpPr/>
          <p:nvPr/>
        </p:nvSpPr>
        <p:spPr>
          <a:xfrm>
            <a:off x="5666436" y="6822092"/>
            <a:ext cx="464402"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3" name="직선 화살표 연결선 32">
            <a:extLst>
              <a:ext uri="{FF2B5EF4-FFF2-40B4-BE49-F238E27FC236}">
                <a16:creationId xmlns:a16="http://schemas.microsoft.com/office/drawing/2014/main" id="{38139452-DDF4-46C6-9873-D3EAA51F865B}"/>
              </a:ext>
            </a:extLst>
          </p:cNvPr>
          <p:cNvCxnSpPr>
            <a:cxnSpLocks/>
            <a:stCxn id="93" idx="6"/>
          </p:cNvCxnSpPr>
          <p:nvPr/>
        </p:nvCxnSpPr>
        <p:spPr>
          <a:xfrm>
            <a:off x="6130838" y="7043904"/>
            <a:ext cx="676075"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95" name="직사각형 94">
            <a:extLst>
              <a:ext uri="{FF2B5EF4-FFF2-40B4-BE49-F238E27FC236}">
                <a16:creationId xmlns:a16="http://schemas.microsoft.com/office/drawing/2014/main" id="{3A03157F-8169-4693-AEA1-B664259E0BF8}"/>
              </a:ext>
            </a:extLst>
          </p:cNvPr>
          <p:cNvSpPr/>
          <p:nvPr/>
        </p:nvSpPr>
        <p:spPr>
          <a:xfrm>
            <a:off x="2367116" y="8599112"/>
            <a:ext cx="1504934" cy="27550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b="1">
                <a:solidFill>
                  <a:schemeClr val="bg1"/>
                </a:solidFill>
              </a:rPr>
              <a:t>주문취소 요청하기</a:t>
            </a:r>
            <a:endParaRPr lang="en-US" altLang="ko-KR" sz="1000" b="1" dirty="0">
              <a:solidFill>
                <a:schemeClr val="bg1"/>
              </a:solidFill>
            </a:endParaRPr>
          </a:p>
        </p:txBody>
      </p:sp>
      <p:graphicFrame>
        <p:nvGraphicFramePr>
          <p:cNvPr id="27" name="표 26">
            <a:extLst>
              <a:ext uri="{FF2B5EF4-FFF2-40B4-BE49-F238E27FC236}">
                <a16:creationId xmlns:a16="http://schemas.microsoft.com/office/drawing/2014/main" id="{D06E3967-E89A-4D45-951A-F9164AEDB743}"/>
              </a:ext>
            </a:extLst>
          </p:cNvPr>
          <p:cNvGraphicFramePr>
            <a:graphicFrameLocks noGrp="1"/>
          </p:cNvGraphicFramePr>
          <p:nvPr>
            <p:extLst>
              <p:ext uri="{D42A27DB-BD31-4B8C-83A1-F6EECF244321}">
                <p14:modId xmlns:p14="http://schemas.microsoft.com/office/powerpoint/2010/main" val="2847969202"/>
              </p:ext>
            </p:extLst>
          </p:nvPr>
        </p:nvGraphicFramePr>
        <p:xfrm>
          <a:off x="10171774" y="22159"/>
          <a:ext cx="1979018" cy="245467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RF-02-07-03-5</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a:t>주문목록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상세 보기 </a:t>
                      </a:r>
                      <a:r>
                        <a:rPr lang="en-US" altLang="ko-KR" sz="800" dirty="0"/>
                        <a:t>&gt; </a:t>
                      </a:r>
                      <a:r>
                        <a:rPr lang="ko-KR" altLang="en-US" sz="800" dirty="0"/>
                        <a:t>정상 주문</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주문상태를 취소요청으로 처리하는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취소 요청 화면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취소</a:t>
                      </a:r>
                      <a:r>
                        <a:rPr lang="ko-KR" altLang="en-US" sz="800" b="0" baseline="0" dirty="0">
                          <a:solidFill>
                            <a:schemeClr val="tx1"/>
                          </a:solidFill>
                        </a:rPr>
                        <a:t> 사유 리스트</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표시항목에서 금액관련한 부분은 </a:t>
                      </a:r>
                      <a:r>
                        <a:rPr lang="en-US" altLang="ko-KR" sz="800" dirty="0"/>
                        <a:t>RF-02-07-01-1 </a:t>
                      </a:r>
                      <a:r>
                        <a:rPr lang="ko-KR" altLang="en-US" sz="800" dirty="0"/>
                        <a:t>을 기준으로 항목을 표시한다</a:t>
                      </a:r>
                      <a:r>
                        <a:rPr lang="en-US" altLang="ko-KR" sz="800" dirty="0"/>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823780507"/>
                  </a:ext>
                </a:extLst>
              </a:tr>
            </a:tbl>
          </a:graphicData>
        </a:graphic>
      </p:graphicFrame>
      <p:sp>
        <p:nvSpPr>
          <p:cNvPr id="32" name="TextBox 31">
            <a:extLst>
              <a:ext uri="{FF2B5EF4-FFF2-40B4-BE49-F238E27FC236}">
                <a16:creationId xmlns:a16="http://schemas.microsoft.com/office/drawing/2014/main" id="{FAAAD993-D16E-43B0-90A1-740978546910}"/>
              </a:ext>
            </a:extLst>
          </p:cNvPr>
          <p:cNvSpPr txBox="1"/>
          <p:nvPr/>
        </p:nvSpPr>
        <p:spPr>
          <a:xfrm>
            <a:off x="5863351" y="6955362"/>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34" name="TextBox 33">
            <a:extLst>
              <a:ext uri="{FF2B5EF4-FFF2-40B4-BE49-F238E27FC236}">
                <a16:creationId xmlns:a16="http://schemas.microsoft.com/office/drawing/2014/main" id="{FAAAD993-D16E-43B0-90A1-740978546910}"/>
              </a:ext>
            </a:extLst>
          </p:cNvPr>
          <p:cNvSpPr txBox="1"/>
          <p:nvPr/>
        </p:nvSpPr>
        <p:spPr>
          <a:xfrm>
            <a:off x="5712211" y="3406853"/>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38" name="직사각형 37">
            <a:extLst>
              <a:ext uri="{FF2B5EF4-FFF2-40B4-BE49-F238E27FC236}">
                <a16:creationId xmlns:a16="http://schemas.microsoft.com/office/drawing/2014/main" id="{507311C8-F131-4CDB-956C-B2046D22517A}"/>
              </a:ext>
            </a:extLst>
          </p:cNvPr>
          <p:cNvSpPr/>
          <p:nvPr/>
        </p:nvSpPr>
        <p:spPr>
          <a:xfrm>
            <a:off x="6439606" y="2326394"/>
            <a:ext cx="3427725" cy="757084"/>
          </a:xfrm>
          <a:prstGeom prst="rect">
            <a:avLst/>
          </a:prstGeom>
          <a:no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9" name="직선 화살표 연결선 38">
            <a:extLst>
              <a:ext uri="{FF2B5EF4-FFF2-40B4-BE49-F238E27FC236}">
                <a16:creationId xmlns:a16="http://schemas.microsoft.com/office/drawing/2014/main" id="{F7CF4128-BD28-4EBA-9788-07EBD5D7EF44}"/>
              </a:ext>
            </a:extLst>
          </p:cNvPr>
          <p:cNvCxnSpPr>
            <a:cxnSpLocks/>
            <a:stCxn id="38" idx="2"/>
          </p:cNvCxnSpPr>
          <p:nvPr/>
        </p:nvCxnSpPr>
        <p:spPr>
          <a:xfrm>
            <a:off x="8153469" y="3083478"/>
            <a:ext cx="430973" cy="41069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40" name="TextBox 39">
            <a:extLst>
              <a:ext uri="{FF2B5EF4-FFF2-40B4-BE49-F238E27FC236}">
                <a16:creationId xmlns:a16="http://schemas.microsoft.com/office/drawing/2014/main" id="{5812CAD9-6EA9-4910-AA20-9A0CE450089F}"/>
              </a:ext>
            </a:extLst>
          </p:cNvPr>
          <p:cNvSpPr txBox="1"/>
          <p:nvPr/>
        </p:nvSpPr>
        <p:spPr>
          <a:xfrm>
            <a:off x="6313610" y="2217149"/>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grpSp>
        <p:nvGrpSpPr>
          <p:cNvPr id="44" name="그룹 43">
            <a:extLst>
              <a:ext uri="{FF2B5EF4-FFF2-40B4-BE49-F238E27FC236}">
                <a16:creationId xmlns:a16="http://schemas.microsoft.com/office/drawing/2014/main" id="{CA9A7C6B-823F-4AFD-9813-E90C4451B35B}"/>
              </a:ext>
            </a:extLst>
          </p:cNvPr>
          <p:cNvGrpSpPr/>
          <p:nvPr/>
        </p:nvGrpSpPr>
        <p:grpSpPr>
          <a:xfrm>
            <a:off x="6739614" y="3529931"/>
            <a:ext cx="6202908" cy="784132"/>
            <a:chOff x="6720642" y="3676424"/>
            <a:chExt cx="6202908" cy="784132"/>
          </a:xfrm>
        </p:grpSpPr>
        <p:sp>
          <p:nvSpPr>
            <p:cNvPr id="45" name="직사각형 44">
              <a:extLst>
                <a:ext uri="{FF2B5EF4-FFF2-40B4-BE49-F238E27FC236}">
                  <a16:creationId xmlns:a16="http://schemas.microsoft.com/office/drawing/2014/main" id="{90B4F784-7F65-401E-B2CE-85DCE1B96803}"/>
                </a:ext>
              </a:extLst>
            </p:cNvPr>
            <p:cNvSpPr/>
            <p:nvPr/>
          </p:nvSpPr>
          <p:spPr>
            <a:xfrm>
              <a:off x="6720642" y="3676424"/>
              <a:ext cx="6202908" cy="784132"/>
            </a:xfrm>
            <a:prstGeom prst="rect">
              <a:avLst/>
            </a:prstGeom>
            <a:solidFill>
              <a:schemeClr val="bg1"/>
            </a:solid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pic>
          <p:nvPicPr>
            <p:cNvPr id="46" name="그림 45">
              <a:extLst>
                <a:ext uri="{FF2B5EF4-FFF2-40B4-BE49-F238E27FC236}">
                  <a16:creationId xmlns:a16="http://schemas.microsoft.com/office/drawing/2014/main" id="{11D9DD44-6AD0-4C11-9248-AD29CAF53441}"/>
                </a:ext>
              </a:extLst>
            </p:cNvPr>
            <p:cNvPicPr>
              <a:picLocks noChangeAspect="1"/>
            </p:cNvPicPr>
            <p:nvPr/>
          </p:nvPicPr>
          <p:blipFill>
            <a:blip r:embed="rId4"/>
            <a:stretch>
              <a:fillRect/>
            </a:stretch>
          </p:blipFill>
          <p:spPr>
            <a:xfrm>
              <a:off x="6764141" y="3717853"/>
              <a:ext cx="6121128" cy="713318"/>
            </a:xfrm>
            <a:prstGeom prst="rect">
              <a:avLst/>
            </a:prstGeom>
          </p:spPr>
        </p:pic>
      </p:grpSp>
    </p:spTree>
    <p:extLst>
      <p:ext uri="{BB962C8B-B14F-4D97-AF65-F5344CB8AC3E}">
        <p14:creationId xmlns:p14="http://schemas.microsoft.com/office/powerpoint/2010/main" val="2412274634"/>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TextBox 30">
            <a:extLst>
              <a:ext uri="{FF2B5EF4-FFF2-40B4-BE49-F238E27FC236}">
                <a16:creationId xmlns:a16="http://schemas.microsoft.com/office/drawing/2014/main" id="{0A730B81-2B0C-4CA7-9864-81296311A205}"/>
              </a:ext>
            </a:extLst>
          </p:cNvPr>
          <p:cNvSpPr txBox="1"/>
          <p:nvPr/>
        </p:nvSpPr>
        <p:spPr>
          <a:xfrm>
            <a:off x="303347" y="2666215"/>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33" name="TextBox 32">
            <a:extLst>
              <a:ext uri="{FF2B5EF4-FFF2-40B4-BE49-F238E27FC236}">
                <a16:creationId xmlns:a16="http://schemas.microsoft.com/office/drawing/2014/main" id="{D0CC0037-68FE-4003-93E6-F52C111AA658}"/>
              </a:ext>
            </a:extLst>
          </p:cNvPr>
          <p:cNvSpPr txBox="1"/>
          <p:nvPr/>
        </p:nvSpPr>
        <p:spPr>
          <a:xfrm>
            <a:off x="1187931" y="3742510"/>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graphicFrame>
        <p:nvGraphicFramePr>
          <p:cNvPr id="4" name="표 3">
            <a:extLst>
              <a:ext uri="{FF2B5EF4-FFF2-40B4-BE49-F238E27FC236}">
                <a16:creationId xmlns:a16="http://schemas.microsoft.com/office/drawing/2014/main" id="{74A3393B-C354-4A61-96A4-7A226523D500}"/>
              </a:ext>
            </a:extLst>
          </p:cNvPr>
          <p:cNvGraphicFramePr>
            <a:graphicFrameLocks noGrp="1"/>
          </p:cNvGraphicFramePr>
          <p:nvPr>
            <p:extLst>
              <p:ext uri="{D42A27DB-BD31-4B8C-83A1-F6EECF244321}">
                <p14:modId xmlns:p14="http://schemas.microsoft.com/office/powerpoint/2010/main" val="3296484201"/>
              </p:ext>
            </p:extLst>
          </p:nvPr>
        </p:nvGraphicFramePr>
        <p:xfrm>
          <a:off x="10171774" y="22159"/>
          <a:ext cx="1979018" cy="245467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RF-02-07-04</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a:t>주문목록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상세 보기 </a:t>
                      </a:r>
                      <a:r>
                        <a:rPr lang="en-US" altLang="ko-KR" sz="800" dirty="0"/>
                        <a:t>&gt; </a:t>
                      </a:r>
                      <a:r>
                        <a:rPr lang="ko-KR" altLang="en-US" sz="800" dirty="0"/>
                        <a:t>취소 주문</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주문 상세 보기의 취소 주문</a:t>
                      </a:r>
                      <a:r>
                        <a:rPr lang="ko-KR" altLang="en-US" sz="800" baseline="0" dirty="0"/>
                        <a:t> 화면</a:t>
                      </a:r>
                      <a:endParaRPr lang="ko-KR" altLang="en-US" sz="800" dirty="0"/>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주문항목으로 좌우로 스크롤이 가능</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주문 상태를 변경하는 버튼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표시항목에서 금액관련한 부분은 </a:t>
                      </a:r>
                      <a:r>
                        <a:rPr lang="en-US" altLang="ko-KR" sz="800" dirty="0"/>
                        <a:t>RF-02-07-01-1 </a:t>
                      </a:r>
                      <a:r>
                        <a:rPr lang="ko-KR" altLang="en-US" sz="800" dirty="0"/>
                        <a:t>을 기준으로 항목을 표시한다</a:t>
                      </a:r>
                      <a:r>
                        <a:rPr lang="en-US" altLang="ko-KR" sz="800" dirty="0"/>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691513284"/>
                  </a:ext>
                </a:extLst>
              </a:tr>
            </a:tbl>
          </a:graphicData>
        </a:graphic>
      </p:graphicFrame>
      <p:sp>
        <p:nvSpPr>
          <p:cNvPr id="8" name="직사각형 7">
            <a:extLst>
              <a:ext uri="{FF2B5EF4-FFF2-40B4-BE49-F238E27FC236}">
                <a16:creationId xmlns:a16="http://schemas.microsoft.com/office/drawing/2014/main" id="{E84F7739-A6F9-4494-A294-6EE8F8EA2AD5}"/>
              </a:ext>
            </a:extLst>
          </p:cNvPr>
          <p:cNvSpPr/>
          <p:nvPr/>
        </p:nvSpPr>
        <p:spPr>
          <a:xfrm>
            <a:off x="6446430" y="2708531"/>
            <a:ext cx="3427725" cy="757084"/>
          </a:xfrm>
          <a:prstGeom prst="rect">
            <a:avLst/>
          </a:prstGeom>
          <a:no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 name="직선 화살표 연결선 8">
            <a:extLst>
              <a:ext uri="{FF2B5EF4-FFF2-40B4-BE49-F238E27FC236}">
                <a16:creationId xmlns:a16="http://schemas.microsoft.com/office/drawing/2014/main" id="{DB7AD684-37DC-4C9D-A9D3-45D28DD98158}"/>
              </a:ext>
            </a:extLst>
          </p:cNvPr>
          <p:cNvCxnSpPr>
            <a:cxnSpLocks/>
            <a:stCxn id="8" idx="2"/>
          </p:cNvCxnSpPr>
          <p:nvPr/>
        </p:nvCxnSpPr>
        <p:spPr>
          <a:xfrm>
            <a:off x="8160293" y="3465615"/>
            <a:ext cx="430973" cy="41069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56456A87-3D49-4BD3-A771-8A15AB2699F7}"/>
              </a:ext>
            </a:extLst>
          </p:cNvPr>
          <p:cNvSpPr txBox="1"/>
          <p:nvPr/>
        </p:nvSpPr>
        <p:spPr>
          <a:xfrm>
            <a:off x="6320434" y="2599286"/>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grpSp>
        <p:nvGrpSpPr>
          <p:cNvPr id="14" name="그룹 13">
            <a:extLst>
              <a:ext uri="{FF2B5EF4-FFF2-40B4-BE49-F238E27FC236}">
                <a16:creationId xmlns:a16="http://schemas.microsoft.com/office/drawing/2014/main" id="{C34B472C-8993-4210-A8D1-25B5E074D0F0}"/>
              </a:ext>
            </a:extLst>
          </p:cNvPr>
          <p:cNvGrpSpPr/>
          <p:nvPr/>
        </p:nvGrpSpPr>
        <p:grpSpPr>
          <a:xfrm>
            <a:off x="6840171" y="3921459"/>
            <a:ext cx="6202908" cy="784132"/>
            <a:chOff x="6720642" y="3676424"/>
            <a:chExt cx="6202908" cy="784132"/>
          </a:xfrm>
        </p:grpSpPr>
        <p:sp>
          <p:nvSpPr>
            <p:cNvPr id="15" name="직사각형 14">
              <a:extLst>
                <a:ext uri="{FF2B5EF4-FFF2-40B4-BE49-F238E27FC236}">
                  <a16:creationId xmlns:a16="http://schemas.microsoft.com/office/drawing/2014/main" id="{BA4EB46D-AC34-4E82-9880-1A3673FDD2C7}"/>
                </a:ext>
              </a:extLst>
            </p:cNvPr>
            <p:cNvSpPr/>
            <p:nvPr/>
          </p:nvSpPr>
          <p:spPr>
            <a:xfrm>
              <a:off x="6720642" y="3676424"/>
              <a:ext cx="6202908" cy="784132"/>
            </a:xfrm>
            <a:prstGeom prst="rect">
              <a:avLst/>
            </a:prstGeom>
            <a:solidFill>
              <a:schemeClr val="bg1"/>
            </a:solid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pic>
          <p:nvPicPr>
            <p:cNvPr id="16" name="그림 15">
              <a:extLst>
                <a:ext uri="{FF2B5EF4-FFF2-40B4-BE49-F238E27FC236}">
                  <a16:creationId xmlns:a16="http://schemas.microsoft.com/office/drawing/2014/main" id="{AE71E7CF-8F4C-413D-81C3-D84F7C506429}"/>
                </a:ext>
              </a:extLst>
            </p:cNvPr>
            <p:cNvPicPr>
              <a:picLocks noChangeAspect="1"/>
            </p:cNvPicPr>
            <p:nvPr/>
          </p:nvPicPr>
          <p:blipFill>
            <a:blip r:embed="rId2"/>
            <a:stretch>
              <a:fillRect/>
            </a:stretch>
          </p:blipFill>
          <p:spPr>
            <a:xfrm>
              <a:off x="6764141" y="3717853"/>
              <a:ext cx="6121128" cy="713318"/>
            </a:xfrm>
            <a:prstGeom prst="rect">
              <a:avLst/>
            </a:prstGeom>
          </p:spPr>
        </p:pic>
      </p:grpSp>
    </p:spTree>
    <p:extLst>
      <p:ext uri="{BB962C8B-B14F-4D97-AF65-F5344CB8AC3E}">
        <p14:creationId xmlns:p14="http://schemas.microsoft.com/office/powerpoint/2010/main" val="1288362820"/>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Window Outer">
            <a:extLst>
              <a:ext uri="{FF2B5EF4-FFF2-40B4-BE49-F238E27FC236}">
                <a16:creationId xmlns:a16="http://schemas.microsoft.com/office/drawing/2014/main" id="{3FDE43E4-58B6-44ED-A9A1-0A9592C7195D}"/>
              </a:ext>
            </a:extLst>
          </p:cNvPr>
          <p:cNvSpPr/>
          <p:nvPr>
            <p:custDataLst>
              <p:tags r:id="rId1"/>
            </p:custDataLst>
          </p:nvPr>
        </p:nvSpPr>
        <p:spPr>
          <a:xfrm>
            <a:off x="381635" y="4445242"/>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sz="1000" b="1" dirty="0">
                <a:solidFill>
                  <a:schemeClr val="bg1"/>
                </a:solidFill>
                <a:latin typeface="Calibri" pitchFamily="34" charset="0"/>
                <a:cs typeface="Calibri" pitchFamily="34" charset="0"/>
              </a:rPr>
              <a:t>Confirm</a:t>
            </a:r>
          </a:p>
        </p:txBody>
      </p:sp>
      <p:sp>
        <p:nvSpPr>
          <p:cNvPr id="19" name="Window Inner">
            <a:extLst>
              <a:ext uri="{FF2B5EF4-FFF2-40B4-BE49-F238E27FC236}">
                <a16:creationId xmlns:a16="http://schemas.microsoft.com/office/drawing/2014/main" id="{C75ECB09-6531-42EF-83C4-7C38B6569AB1}"/>
              </a:ext>
            </a:extLst>
          </p:cNvPr>
          <p:cNvSpPr/>
          <p:nvPr>
            <p:custDataLst>
              <p:tags r:id="rId2"/>
            </p:custDataLst>
          </p:nvPr>
        </p:nvSpPr>
        <p:spPr>
          <a:xfrm>
            <a:off x="421851" y="4651617"/>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20" name="TextBox 19">
            <a:extLst>
              <a:ext uri="{FF2B5EF4-FFF2-40B4-BE49-F238E27FC236}">
                <a16:creationId xmlns:a16="http://schemas.microsoft.com/office/drawing/2014/main" id="{C41D983B-3902-4624-87E0-750C5B2ABCC9}"/>
              </a:ext>
            </a:extLst>
          </p:cNvPr>
          <p:cNvSpPr txBox="1"/>
          <p:nvPr/>
        </p:nvSpPr>
        <p:spPr>
          <a:xfrm>
            <a:off x="657683" y="4824791"/>
            <a:ext cx="3001142" cy="437877"/>
          </a:xfrm>
          <a:prstGeom prst="rect">
            <a:avLst/>
          </a:prstGeom>
          <a:noFill/>
        </p:spPr>
        <p:txBody>
          <a:bodyPr wrap="none" rtlCol="0">
            <a:spAutoFit/>
          </a:bodyPr>
          <a:lstStyle/>
          <a:p>
            <a:pPr algn="ctr">
              <a:lnSpc>
                <a:spcPct val="150000"/>
              </a:lnSpc>
            </a:pPr>
            <a:r>
              <a:rPr lang="ko-KR" altLang="en-US" sz="800" b="0" i="0" dirty="0">
                <a:solidFill>
                  <a:srgbClr val="000000"/>
                </a:solidFill>
                <a:effectLst/>
                <a:latin typeface="+mn-ea"/>
              </a:rPr>
              <a:t>취소 거부 시 해당 주문은 취소 요청 이전 상태로 변경됩니다</a:t>
            </a:r>
            <a:r>
              <a:rPr lang="en-US" altLang="ko-KR" sz="800" b="0" i="0" dirty="0">
                <a:solidFill>
                  <a:srgbClr val="000000"/>
                </a:solidFill>
                <a:effectLst/>
                <a:latin typeface="+mn-ea"/>
              </a:rPr>
              <a:t>.</a:t>
            </a:r>
            <a:endParaRPr lang="en-US" altLang="ko-KR" sz="800" dirty="0">
              <a:latin typeface="+mn-ea"/>
            </a:endParaRPr>
          </a:p>
          <a:p>
            <a:pPr algn="ctr">
              <a:lnSpc>
                <a:spcPct val="150000"/>
              </a:lnSpc>
            </a:pPr>
            <a:r>
              <a:rPr lang="ko-KR" altLang="en-US" sz="800" dirty="0">
                <a:latin typeface="+mn-ea"/>
              </a:rPr>
              <a:t>취소거부 상태로 </a:t>
            </a:r>
            <a:r>
              <a:rPr lang="ko-KR" altLang="en-US" sz="800" dirty="0" err="1">
                <a:latin typeface="+mn-ea"/>
              </a:rPr>
              <a:t>전환하시겠습니까</a:t>
            </a:r>
            <a:r>
              <a:rPr lang="en-US" altLang="ko-KR" sz="800" dirty="0">
                <a:latin typeface="+mn-ea"/>
              </a:rPr>
              <a:t>?</a:t>
            </a:r>
            <a:endParaRPr lang="ko-KR" altLang="en-US" sz="800" dirty="0">
              <a:latin typeface="+mn-ea"/>
            </a:endParaRPr>
          </a:p>
        </p:txBody>
      </p:sp>
      <p:sp>
        <p:nvSpPr>
          <p:cNvPr id="21" name="직사각형 20">
            <a:extLst>
              <a:ext uri="{FF2B5EF4-FFF2-40B4-BE49-F238E27FC236}">
                <a16:creationId xmlns:a16="http://schemas.microsoft.com/office/drawing/2014/main" id="{3E9E3693-654E-42A5-B8A4-7C0074A8390E}"/>
              </a:ext>
            </a:extLst>
          </p:cNvPr>
          <p:cNvSpPr/>
          <p:nvPr/>
        </p:nvSpPr>
        <p:spPr>
          <a:xfrm>
            <a:off x="2185247" y="5437112"/>
            <a:ext cx="632460" cy="273050"/>
          </a:xfrm>
          <a:prstGeom prst="rect">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취소</a:t>
            </a:r>
          </a:p>
        </p:txBody>
      </p:sp>
      <p:sp>
        <p:nvSpPr>
          <p:cNvPr id="22" name="직사각형 21">
            <a:extLst>
              <a:ext uri="{FF2B5EF4-FFF2-40B4-BE49-F238E27FC236}">
                <a16:creationId xmlns:a16="http://schemas.microsoft.com/office/drawing/2014/main" id="{2B079FB4-F654-4C2C-97AC-694007D9B1A9}"/>
              </a:ext>
            </a:extLst>
          </p:cNvPr>
          <p:cNvSpPr/>
          <p:nvPr/>
        </p:nvSpPr>
        <p:spPr>
          <a:xfrm>
            <a:off x="1493097" y="5438382"/>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23" name="타원 22">
            <a:extLst>
              <a:ext uri="{FF2B5EF4-FFF2-40B4-BE49-F238E27FC236}">
                <a16:creationId xmlns:a16="http://schemas.microsoft.com/office/drawing/2014/main" id="{68641865-AA9B-4D1E-85DD-AFDC0474AEA4}"/>
              </a:ext>
            </a:extLst>
          </p:cNvPr>
          <p:cNvSpPr/>
          <p:nvPr/>
        </p:nvSpPr>
        <p:spPr>
          <a:xfrm>
            <a:off x="313267" y="3488115"/>
            <a:ext cx="1075266"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4" name="직선 화살표 연결선 23">
            <a:extLst>
              <a:ext uri="{FF2B5EF4-FFF2-40B4-BE49-F238E27FC236}">
                <a16:creationId xmlns:a16="http://schemas.microsoft.com/office/drawing/2014/main" id="{84461CD1-96C9-4E75-B854-EA8DDE1DBC3E}"/>
              </a:ext>
            </a:extLst>
          </p:cNvPr>
          <p:cNvCxnSpPr>
            <a:cxnSpLocks/>
            <a:stCxn id="23" idx="4"/>
          </p:cNvCxnSpPr>
          <p:nvPr/>
        </p:nvCxnSpPr>
        <p:spPr>
          <a:xfrm>
            <a:off x="850900" y="3931739"/>
            <a:ext cx="0" cy="404438"/>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5" name="Window Outer">
            <a:extLst>
              <a:ext uri="{FF2B5EF4-FFF2-40B4-BE49-F238E27FC236}">
                <a16:creationId xmlns:a16="http://schemas.microsoft.com/office/drawing/2014/main" id="{8BB6306E-DDD9-4A92-8A8B-6C8997C45FB6}"/>
              </a:ext>
            </a:extLst>
          </p:cNvPr>
          <p:cNvSpPr/>
          <p:nvPr>
            <p:custDataLst>
              <p:tags r:id="rId3"/>
            </p:custDataLst>
          </p:nvPr>
        </p:nvSpPr>
        <p:spPr>
          <a:xfrm>
            <a:off x="381635" y="6338811"/>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1000" b="1" dirty="0">
                <a:solidFill>
                  <a:schemeClr val="bg1"/>
                </a:solidFill>
                <a:latin typeface="Calibri" pitchFamily="34" charset="0"/>
                <a:cs typeface="Calibri" pitchFamily="34" charset="0"/>
              </a:rPr>
              <a:t>Alert</a:t>
            </a:r>
          </a:p>
        </p:txBody>
      </p:sp>
      <p:sp>
        <p:nvSpPr>
          <p:cNvPr id="26" name="Window Inner">
            <a:extLst>
              <a:ext uri="{FF2B5EF4-FFF2-40B4-BE49-F238E27FC236}">
                <a16:creationId xmlns:a16="http://schemas.microsoft.com/office/drawing/2014/main" id="{D019B056-6511-45D2-9A72-4EC28910EBBF}"/>
              </a:ext>
            </a:extLst>
          </p:cNvPr>
          <p:cNvSpPr/>
          <p:nvPr>
            <p:custDataLst>
              <p:tags r:id="rId4"/>
            </p:custDataLst>
          </p:nvPr>
        </p:nvSpPr>
        <p:spPr>
          <a:xfrm>
            <a:off x="421851" y="6545186"/>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29" name="TextBox 28">
            <a:extLst>
              <a:ext uri="{FF2B5EF4-FFF2-40B4-BE49-F238E27FC236}">
                <a16:creationId xmlns:a16="http://schemas.microsoft.com/office/drawing/2014/main" id="{2E560FB8-7803-4506-B9AC-28E2848369E6}"/>
              </a:ext>
            </a:extLst>
          </p:cNvPr>
          <p:cNvSpPr txBox="1"/>
          <p:nvPr/>
        </p:nvSpPr>
        <p:spPr>
          <a:xfrm>
            <a:off x="733827" y="6794753"/>
            <a:ext cx="2848857" cy="248273"/>
          </a:xfrm>
          <a:prstGeom prst="rect">
            <a:avLst/>
          </a:prstGeom>
          <a:noFill/>
        </p:spPr>
        <p:txBody>
          <a:bodyPr wrap="none" rtlCol="0">
            <a:spAutoFit/>
          </a:bodyPr>
          <a:lstStyle/>
          <a:p>
            <a:pPr algn="ctr">
              <a:lnSpc>
                <a:spcPct val="150000"/>
              </a:lnSpc>
            </a:pPr>
            <a:r>
              <a:rPr lang="ko-KR" altLang="en-US" sz="800" dirty="0">
                <a:latin typeface="나눔고딕" charset="0"/>
                <a:ea typeface="나눔고딕" charset="0"/>
              </a:rPr>
              <a:t>취소요청 상태에서만 취소거부 상태로 전환이 가능합니다</a:t>
            </a:r>
            <a:r>
              <a:rPr lang="en-US" altLang="ko-KR" sz="800" dirty="0">
                <a:latin typeface="나눔고딕" charset="0"/>
                <a:ea typeface="나눔고딕" charset="0"/>
              </a:rPr>
              <a:t>.</a:t>
            </a:r>
          </a:p>
        </p:txBody>
      </p:sp>
      <p:sp>
        <p:nvSpPr>
          <p:cNvPr id="30" name="직사각형 29">
            <a:extLst>
              <a:ext uri="{FF2B5EF4-FFF2-40B4-BE49-F238E27FC236}">
                <a16:creationId xmlns:a16="http://schemas.microsoft.com/office/drawing/2014/main" id="{2293A14F-9C0D-4C30-BF4F-B210681A3022}"/>
              </a:ext>
            </a:extLst>
          </p:cNvPr>
          <p:cNvSpPr/>
          <p:nvPr/>
        </p:nvSpPr>
        <p:spPr>
          <a:xfrm>
            <a:off x="1809327" y="7328774"/>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38" name="Window Outer">
            <a:extLst>
              <a:ext uri="{FF2B5EF4-FFF2-40B4-BE49-F238E27FC236}">
                <a16:creationId xmlns:a16="http://schemas.microsoft.com/office/drawing/2014/main" id="{226713FE-E3AB-429C-8553-950FED1406A0}"/>
              </a:ext>
            </a:extLst>
          </p:cNvPr>
          <p:cNvSpPr/>
          <p:nvPr>
            <p:custDataLst>
              <p:tags r:id="rId5"/>
            </p:custDataLst>
          </p:nvPr>
        </p:nvSpPr>
        <p:spPr>
          <a:xfrm>
            <a:off x="6096000" y="3970925"/>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sz="1000" b="1" dirty="0">
                <a:solidFill>
                  <a:schemeClr val="bg1"/>
                </a:solidFill>
                <a:latin typeface="Calibri" pitchFamily="34" charset="0"/>
                <a:cs typeface="Calibri" pitchFamily="34" charset="0"/>
              </a:rPr>
              <a:t>Confirm</a:t>
            </a:r>
          </a:p>
        </p:txBody>
      </p:sp>
      <p:sp>
        <p:nvSpPr>
          <p:cNvPr id="45" name="Window Inner">
            <a:extLst>
              <a:ext uri="{FF2B5EF4-FFF2-40B4-BE49-F238E27FC236}">
                <a16:creationId xmlns:a16="http://schemas.microsoft.com/office/drawing/2014/main" id="{72411552-F121-436F-9D18-40931D330849}"/>
              </a:ext>
            </a:extLst>
          </p:cNvPr>
          <p:cNvSpPr/>
          <p:nvPr>
            <p:custDataLst>
              <p:tags r:id="rId6"/>
            </p:custDataLst>
          </p:nvPr>
        </p:nvSpPr>
        <p:spPr>
          <a:xfrm>
            <a:off x="6136216" y="4177300"/>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46" name="TextBox 45">
            <a:extLst>
              <a:ext uri="{FF2B5EF4-FFF2-40B4-BE49-F238E27FC236}">
                <a16:creationId xmlns:a16="http://schemas.microsoft.com/office/drawing/2014/main" id="{2BB72FD5-4FA6-4B95-8D7A-2A78088161F3}"/>
              </a:ext>
            </a:extLst>
          </p:cNvPr>
          <p:cNvSpPr txBox="1"/>
          <p:nvPr/>
        </p:nvSpPr>
        <p:spPr>
          <a:xfrm>
            <a:off x="6950732" y="4350474"/>
            <a:ext cx="1843774" cy="253211"/>
          </a:xfrm>
          <a:prstGeom prst="rect">
            <a:avLst/>
          </a:prstGeom>
          <a:noFill/>
        </p:spPr>
        <p:txBody>
          <a:bodyPr wrap="none" rtlCol="0">
            <a:spAutoFit/>
          </a:bodyPr>
          <a:lstStyle/>
          <a:p>
            <a:pPr algn="ctr">
              <a:lnSpc>
                <a:spcPct val="150000"/>
              </a:lnSpc>
            </a:pPr>
            <a:r>
              <a:rPr lang="ko-KR" altLang="en-US" sz="800" dirty="0">
                <a:latin typeface="+mn-ea"/>
              </a:rPr>
              <a:t>취소완료 상태로 </a:t>
            </a:r>
            <a:r>
              <a:rPr lang="ko-KR" altLang="en-US" sz="800" dirty="0" err="1">
                <a:latin typeface="+mn-ea"/>
              </a:rPr>
              <a:t>전환하시겠습니까</a:t>
            </a:r>
            <a:r>
              <a:rPr lang="en-US" altLang="ko-KR" sz="800" dirty="0">
                <a:latin typeface="+mn-ea"/>
              </a:rPr>
              <a:t>?</a:t>
            </a:r>
            <a:endParaRPr lang="ko-KR" altLang="en-US" sz="800" dirty="0">
              <a:latin typeface="+mn-ea"/>
            </a:endParaRPr>
          </a:p>
        </p:txBody>
      </p:sp>
      <p:sp>
        <p:nvSpPr>
          <p:cNvPr id="47" name="직사각형 46">
            <a:extLst>
              <a:ext uri="{FF2B5EF4-FFF2-40B4-BE49-F238E27FC236}">
                <a16:creationId xmlns:a16="http://schemas.microsoft.com/office/drawing/2014/main" id="{FD097FAC-34EE-41FF-BC51-4C684359CE73}"/>
              </a:ext>
            </a:extLst>
          </p:cNvPr>
          <p:cNvSpPr/>
          <p:nvPr/>
        </p:nvSpPr>
        <p:spPr>
          <a:xfrm>
            <a:off x="7899612" y="4962795"/>
            <a:ext cx="632460" cy="273050"/>
          </a:xfrm>
          <a:prstGeom prst="rect">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취소</a:t>
            </a:r>
          </a:p>
        </p:txBody>
      </p:sp>
      <p:sp>
        <p:nvSpPr>
          <p:cNvPr id="48" name="직사각형 47">
            <a:extLst>
              <a:ext uri="{FF2B5EF4-FFF2-40B4-BE49-F238E27FC236}">
                <a16:creationId xmlns:a16="http://schemas.microsoft.com/office/drawing/2014/main" id="{A4A999DC-1285-4A16-B808-F0D56640C725}"/>
              </a:ext>
            </a:extLst>
          </p:cNvPr>
          <p:cNvSpPr/>
          <p:nvPr/>
        </p:nvSpPr>
        <p:spPr>
          <a:xfrm>
            <a:off x="7207462" y="4964065"/>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50" name="Window Outer">
            <a:extLst>
              <a:ext uri="{FF2B5EF4-FFF2-40B4-BE49-F238E27FC236}">
                <a16:creationId xmlns:a16="http://schemas.microsoft.com/office/drawing/2014/main" id="{343ACC6F-D2A2-4065-AA02-CD73E7ED8680}"/>
              </a:ext>
            </a:extLst>
          </p:cNvPr>
          <p:cNvSpPr/>
          <p:nvPr>
            <p:custDataLst>
              <p:tags r:id="rId7"/>
            </p:custDataLst>
          </p:nvPr>
        </p:nvSpPr>
        <p:spPr>
          <a:xfrm>
            <a:off x="6096000" y="5864494"/>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1000" b="1" dirty="0">
                <a:solidFill>
                  <a:schemeClr val="bg1"/>
                </a:solidFill>
                <a:latin typeface="Calibri" pitchFamily="34" charset="0"/>
                <a:cs typeface="Calibri" pitchFamily="34" charset="0"/>
              </a:rPr>
              <a:t>Alert</a:t>
            </a:r>
          </a:p>
        </p:txBody>
      </p:sp>
      <p:sp>
        <p:nvSpPr>
          <p:cNvPr id="51" name="Window Inner">
            <a:extLst>
              <a:ext uri="{FF2B5EF4-FFF2-40B4-BE49-F238E27FC236}">
                <a16:creationId xmlns:a16="http://schemas.microsoft.com/office/drawing/2014/main" id="{7DFD0E26-AAB5-40BE-9C6B-D0FAEDB1D119}"/>
              </a:ext>
            </a:extLst>
          </p:cNvPr>
          <p:cNvSpPr/>
          <p:nvPr>
            <p:custDataLst>
              <p:tags r:id="rId8"/>
            </p:custDataLst>
          </p:nvPr>
        </p:nvSpPr>
        <p:spPr>
          <a:xfrm>
            <a:off x="6136216" y="6070869"/>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52" name="TextBox 51">
            <a:extLst>
              <a:ext uri="{FF2B5EF4-FFF2-40B4-BE49-F238E27FC236}">
                <a16:creationId xmlns:a16="http://schemas.microsoft.com/office/drawing/2014/main" id="{74B80D80-C9AF-43AE-8CC1-1A6D2E0204F3}"/>
              </a:ext>
            </a:extLst>
          </p:cNvPr>
          <p:cNvSpPr txBox="1"/>
          <p:nvPr/>
        </p:nvSpPr>
        <p:spPr>
          <a:xfrm>
            <a:off x="6448192" y="6320436"/>
            <a:ext cx="2848857" cy="248273"/>
          </a:xfrm>
          <a:prstGeom prst="rect">
            <a:avLst/>
          </a:prstGeom>
          <a:noFill/>
        </p:spPr>
        <p:txBody>
          <a:bodyPr wrap="none" rtlCol="0">
            <a:spAutoFit/>
          </a:bodyPr>
          <a:lstStyle/>
          <a:p>
            <a:pPr algn="ctr">
              <a:lnSpc>
                <a:spcPct val="150000"/>
              </a:lnSpc>
            </a:pPr>
            <a:r>
              <a:rPr lang="ko-KR" altLang="en-US" sz="800" dirty="0">
                <a:latin typeface="나눔고딕" charset="0"/>
                <a:ea typeface="나눔고딕" charset="0"/>
              </a:rPr>
              <a:t>취소요청 상태에서만 취소완료 상태로 전환이 가능합니다</a:t>
            </a:r>
            <a:r>
              <a:rPr lang="en-US" altLang="ko-KR" sz="800" dirty="0">
                <a:latin typeface="나눔고딕" charset="0"/>
                <a:ea typeface="나눔고딕" charset="0"/>
              </a:rPr>
              <a:t>.</a:t>
            </a:r>
          </a:p>
        </p:txBody>
      </p:sp>
      <p:sp>
        <p:nvSpPr>
          <p:cNvPr id="53" name="직사각형 52">
            <a:extLst>
              <a:ext uri="{FF2B5EF4-FFF2-40B4-BE49-F238E27FC236}">
                <a16:creationId xmlns:a16="http://schemas.microsoft.com/office/drawing/2014/main" id="{08063D8E-E1FD-4076-B972-3F7A47A089B2}"/>
              </a:ext>
            </a:extLst>
          </p:cNvPr>
          <p:cNvSpPr/>
          <p:nvPr/>
        </p:nvSpPr>
        <p:spPr>
          <a:xfrm>
            <a:off x="7523692" y="6854457"/>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2" name="직사각형 1">
            <a:extLst>
              <a:ext uri="{FF2B5EF4-FFF2-40B4-BE49-F238E27FC236}">
                <a16:creationId xmlns:a16="http://schemas.microsoft.com/office/drawing/2014/main" id="{66D2AEE7-E66D-4C89-BC8E-60CED682206C}"/>
              </a:ext>
            </a:extLst>
          </p:cNvPr>
          <p:cNvSpPr/>
          <p:nvPr/>
        </p:nvSpPr>
        <p:spPr>
          <a:xfrm>
            <a:off x="304584" y="4345029"/>
            <a:ext cx="3725550" cy="3516024"/>
          </a:xfrm>
          <a:prstGeom prst="rect">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1" name="TextBox 30">
            <a:extLst>
              <a:ext uri="{FF2B5EF4-FFF2-40B4-BE49-F238E27FC236}">
                <a16:creationId xmlns:a16="http://schemas.microsoft.com/office/drawing/2014/main" id="{0A730B81-2B0C-4CA7-9864-81296311A205}"/>
              </a:ext>
            </a:extLst>
          </p:cNvPr>
          <p:cNvSpPr txBox="1"/>
          <p:nvPr/>
        </p:nvSpPr>
        <p:spPr>
          <a:xfrm>
            <a:off x="187271" y="4220761"/>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33" name="TextBox 32">
            <a:extLst>
              <a:ext uri="{FF2B5EF4-FFF2-40B4-BE49-F238E27FC236}">
                <a16:creationId xmlns:a16="http://schemas.microsoft.com/office/drawing/2014/main" id="{D0CC0037-68FE-4003-93E6-F52C111AA658}"/>
              </a:ext>
            </a:extLst>
          </p:cNvPr>
          <p:cNvSpPr txBox="1"/>
          <p:nvPr/>
        </p:nvSpPr>
        <p:spPr>
          <a:xfrm>
            <a:off x="187271" y="6107709"/>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56" name="직사각형 55">
            <a:extLst>
              <a:ext uri="{FF2B5EF4-FFF2-40B4-BE49-F238E27FC236}">
                <a16:creationId xmlns:a16="http://schemas.microsoft.com/office/drawing/2014/main" id="{81F9715C-D547-4499-93AD-CB86DE28CC30}"/>
              </a:ext>
            </a:extLst>
          </p:cNvPr>
          <p:cNvSpPr/>
          <p:nvPr/>
        </p:nvSpPr>
        <p:spPr>
          <a:xfrm>
            <a:off x="6019482" y="3854506"/>
            <a:ext cx="3725550" cy="3516024"/>
          </a:xfrm>
          <a:prstGeom prst="rect">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4" name="TextBox 53">
            <a:extLst>
              <a:ext uri="{FF2B5EF4-FFF2-40B4-BE49-F238E27FC236}">
                <a16:creationId xmlns:a16="http://schemas.microsoft.com/office/drawing/2014/main" id="{7AC83CC0-3B60-4F1B-AAAC-DE332D5C2FC4}"/>
              </a:ext>
            </a:extLst>
          </p:cNvPr>
          <p:cNvSpPr txBox="1"/>
          <p:nvPr/>
        </p:nvSpPr>
        <p:spPr>
          <a:xfrm>
            <a:off x="5884224" y="3757903"/>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55" name="TextBox 54">
            <a:extLst>
              <a:ext uri="{FF2B5EF4-FFF2-40B4-BE49-F238E27FC236}">
                <a16:creationId xmlns:a16="http://schemas.microsoft.com/office/drawing/2014/main" id="{F636E08A-D1E1-477C-BCBC-2E395BC3438F}"/>
              </a:ext>
            </a:extLst>
          </p:cNvPr>
          <p:cNvSpPr txBox="1"/>
          <p:nvPr/>
        </p:nvSpPr>
        <p:spPr>
          <a:xfrm>
            <a:off x="5884224" y="5633662"/>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
        <p:nvSpPr>
          <p:cNvPr id="59" name="타원 58">
            <a:extLst>
              <a:ext uri="{FF2B5EF4-FFF2-40B4-BE49-F238E27FC236}">
                <a16:creationId xmlns:a16="http://schemas.microsoft.com/office/drawing/2014/main" id="{5C1826BD-30FF-4538-9659-ADC2EF1396CC}"/>
              </a:ext>
            </a:extLst>
          </p:cNvPr>
          <p:cNvSpPr/>
          <p:nvPr/>
        </p:nvSpPr>
        <p:spPr>
          <a:xfrm>
            <a:off x="1285343" y="3488589"/>
            <a:ext cx="1075266"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60" name="직선 화살표 연결선 59">
            <a:extLst>
              <a:ext uri="{FF2B5EF4-FFF2-40B4-BE49-F238E27FC236}">
                <a16:creationId xmlns:a16="http://schemas.microsoft.com/office/drawing/2014/main" id="{3D0874E6-8237-4B0A-AEAF-7CD45ED4A3F4}"/>
              </a:ext>
            </a:extLst>
          </p:cNvPr>
          <p:cNvCxnSpPr>
            <a:cxnSpLocks/>
            <a:stCxn id="59" idx="6"/>
          </p:cNvCxnSpPr>
          <p:nvPr/>
        </p:nvCxnSpPr>
        <p:spPr>
          <a:xfrm>
            <a:off x="2360609" y="3710401"/>
            <a:ext cx="3650190" cy="520816"/>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32" name="표 31">
            <a:extLst>
              <a:ext uri="{FF2B5EF4-FFF2-40B4-BE49-F238E27FC236}">
                <a16:creationId xmlns:a16="http://schemas.microsoft.com/office/drawing/2014/main" id="{3B0BBB4F-4895-42B6-83E3-AEC3AAFDCE21}"/>
              </a:ext>
            </a:extLst>
          </p:cNvPr>
          <p:cNvGraphicFramePr>
            <a:graphicFrameLocks noGrp="1"/>
          </p:cNvGraphicFramePr>
          <p:nvPr>
            <p:extLst>
              <p:ext uri="{D42A27DB-BD31-4B8C-83A1-F6EECF244321}">
                <p14:modId xmlns:p14="http://schemas.microsoft.com/office/powerpoint/2010/main" val="382013774"/>
              </p:ext>
            </p:extLst>
          </p:nvPr>
        </p:nvGraphicFramePr>
        <p:xfrm>
          <a:off x="10171774" y="22159"/>
          <a:ext cx="1979018" cy="32471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RF-02-07-04-1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a:t>주문목록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주문상세보기 </a:t>
                      </a:r>
                      <a:r>
                        <a:rPr lang="en-US" altLang="ko-KR" sz="800" dirty="0"/>
                        <a:t>&gt; </a:t>
                      </a:r>
                      <a:r>
                        <a:rPr lang="ko-KR" altLang="en-US" sz="800" dirty="0" err="1"/>
                        <a:t>취소주문</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취소 주문을 처리하는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취소거부 상태로 변경할 경우</a:t>
                      </a:r>
                      <a:r>
                        <a:rPr lang="ko-KR" altLang="en-US" sz="800" b="0" baseline="0" dirty="0">
                          <a:solidFill>
                            <a:schemeClr val="tx1"/>
                          </a:solidFill>
                        </a:rPr>
                        <a:t> 보여지는 메시지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주문이 취소요청이 아닐 경우 취소거부 상태로 전환불가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취소완료 상태로 전환할 경우 보여지는 </a:t>
                      </a:r>
                      <a:r>
                        <a:rPr lang="ko-KR" altLang="en-US" sz="800" b="0" dirty="0" err="1">
                          <a:solidFill>
                            <a:schemeClr val="tx1"/>
                          </a:solidFill>
                        </a:rPr>
                        <a:t>메세지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취소요청 상태가 아닐 경우 취소완료로 전환불가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82562567"/>
                  </a:ext>
                </a:extLst>
              </a:tr>
              <a:tr h="140746">
                <a:tc>
                  <a:txBody>
                    <a:bodyPr/>
                    <a:lstStyle/>
                    <a:p>
                      <a:pPr algn="ctr" latinLnBrk="1"/>
                      <a:r>
                        <a:rPr lang="en-US" altLang="ko-KR" sz="800" dirty="0"/>
                        <a:t>5</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표시항목에서 금액관련한 부분은 </a:t>
                      </a:r>
                      <a:r>
                        <a:rPr lang="en-US" altLang="ko-KR" sz="800" dirty="0"/>
                        <a:t>RF-02-07-01-1 </a:t>
                      </a:r>
                      <a:r>
                        <a:rPr lang="ko-KR" altLang="en-US" sz="800" dirty="0"/>
                        <a:t>을 기준으로 항목을 표시한다</a:t>
                      </a:r>
                      <a:r>
                        <a:rPr lang="en-US" altLang="ko-KR" sz="800" dirty="0"/>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748257467"/>
                  </a:ext>
                </a:extLst>
              </a:tr>
            </a:tbl>
          </a:graphicData>
        </a:graphic>
      </p:graphicFrame>
      <p:sp>
        <p:nvSpPr>
          <p:cNvPr id="37" name="직사각형 36">
            <a:extLst>
              <a:ext uri="{FF2B5EF4-FFF2-40B4-BE49-F238E27FC236}">
                <a16:creationId xmlns:a16="http://schemas.microsoft.com/office/drawing/2014/main" id="{FF845862-CC7A-41EE-BE8B-C6242A40253B}"/>
              </a:ext>
            </a:extLst>
          </p:cNvPr>
          <p:cNvSpPr/>
          <p:nvPr/>
        </p:nvSpPr>
        <p:spPr>
          <a:xfrm>
            <a:off x="6424036" y="2731465"/>
            <a:ext cx="3427725" cy="757084"/>
          </a:xfrm>
          <a:prstGeom prst="rect">
            <a:avLst/>
          </a:prstGeom>
          <a:no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9" name="직선 화살표 연결선 38">
            <a:extLst>
              <a:ext uri="{FF2B5EF4-FFF2-40B4-BE49-F238E27FC236}">
                <a16:creationId xmlns:a16="http://schemas.microsoft.com/office/drawing/2014/main" id="{5B7B4AFD-FCF8-40FF-85EE-6AFDBA48E59E}"/>
              </a:ext>
            </a:extLst>
          </p:cNvPr>
          <p:cNvCxnSpPr>
            <a:cxnSpLocks/>
          </p:cNvCxnSpPr>
          <p:nvPr/>
        </p:nvCxnSpPr>
        <p:spPr>
          <a:xfrm>
            <a:off x="9851761" y="3488115"/>
            <a:ext cx="403156" cy="64584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40" name="TextBox 39">
            <a:extLst>
              <a:ext uri="{FF2B5EF4-FFF2-40B4-BE49-F238E27FC236}">
                <a16:creationId xmlns:a16="http://schemas.microsoft.com/office/drawing/2014/main" id="{BDFB1D21-B093-42F0-8B32-C9EFAEA6A57A}"/>
              </a:ext>
            </a:extLst>
          </p:cNvPr>
          <p:cNvSpPr txBox="1"/>
          <p:nvPr/>
        </p:nvSpPr>
        <p:spPr>
          <a:xfrm>
            <a:off x="6298040" y="2622220"/>
            <a:ext cx="251992" cy="230832"/>
          </a:xfrm>
          <a:prstGeom prst="rect">
            <a:avLst/>
          </a:prstGeom>
          <a:solidFill>
            <a:srgbClr val="FF0000"/>
          </a:solidFill>
        </p:spPr>
        <p:txBody>
          <a:bodyPr wrap="none" rtlCol="0">
            <a:spAutoFit/>
          </a:bodyPr>
          <a:lstStyle/>
          <a:p>
            <a:r>
              <a:rPr lang="en-US" altLang="ko-KR" sz="900" b="1" dirty="0">
                <a:solidFill>
                  <a:schemeClr val="bg1"/>
                </a:solidFill>
              </a:rPr>
              <a:t>5</a:t>
            </a:r>
            <a:endParaRPr lang="ko-KR" altLang="en-US" sz="900" b="1" dirty="0">
              <a:solidFill>
                <a:schemeClr val="bg1"/>
              </a:solidFill>
            </a:endParaRPr>
          </a:p>
        </p:txBody>
      </p:sp>
      <p:grpSp>
        <p:nvGrpSpPr>
          <p:cNvPr id="44" name="그룹 43">
            <a:extLst>
              <a:ext uri="{FF2B5EF4-FFF2-40B4-BE49-F238E27FC236}">
                <a16:creationId xmlns:a16="http://schemas.microsoft.com/office/drawing/2014/main" id="{7D7D332B-2179-46C9-ACAD-169E2C870860}"/>
              </a:ext>
            </a:extLst>
          </p:cNvPr>
          <p:cNvGrpSpPr/>
          <p:nvPr/>
        </p:nvGrpSpPr>
        <p:grpSpPr>
          <a:xfrm>
            <a:off x="9935984" y="4161800"/>
            <a:ext cx="6202908" cy="784132"/>
            <a:chOff x="6720642" y="3676424"/>
            <a:chExt cx="6202908" cy="784132"/>
          </a:xfrm>
        </p:grpSpPr>
        <p:sp>
          <p:nvSpPr>
            <p:cNvPr id="49" name="직사각형 48">
              <a:extLst>
                <a:ext uri="{FF2B5EF4-FFF2-40B4-BE49-F238E27FC236}">
                  <a16:creationId xmlns:a16="http://schemas.microsoft.com/office/drawing/2014/main" id="{150402D9-38E4-49DA-8922-69E95CDBA3D1}"/>
                </a:ext>
              </a:extLst>
            </p:cNvPr>
            <p:cNvSpPr/>
            <p:nvPr/>
          </p:nvSpPr>
          <p:spPr>
            <a:xfrm>
              <a:off x="6720642" y="3676424"/>
              <a:ext cx="6202908" cy="784132"/>
            </a:xfrm>
            <a:prstGeom prst="rect">
              <a:avLst/>
            </a:prstGeom>
            <a:solidFill>
              <a:schemeClr val="bg1"/>
            </a:solid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pic>
          <p:nvPicPr>
            <p:cNvPr id="57" name="그림 56">
              <a:extLst>
                <a:ext uri="{FF2B5EF4-FFF2-40B4-BE49-F238E27FC236}">
                  <a16:creationId xmlns:a16="http://schemas.microsoft.com/office/drawing/2014/main" id="{3509B55D-7818-462C-85FC-61E030FDA86B}"/>
                </a:ext>
              </a:extLst>
            </p:cNvPr>
            <p:cNvPicPr>
              <a:picLocks noChangeAspect="1"/>
            </p:cNvPicPr>
            <p:nvPr/>
          </p:nvPicPr>
          <p:blipFill>
            <a:blip r:embed="rId10"/>
            <a:stretch>
              <a:fillRect/>
            </a:stretch>
          </p:blipFill>
          <p:spPr>
            <a:xfrm>
              <a:off x="6764141" y="3717853"/>
              <a:ext cx="6121128" cy="713318"/>
            </a:xfrm>
            <a:prstGeom prst="rect">
              <a:avLst/>
            </a:prstGeom>
          </p:spPr>
        </p:pic>
      </p:grpSp>
    </p:spTree>
    <p:extLst>
      <p:ext uri="{BB962C8B-B14F-4D97-AF65-F5344CB8AC3E}">
        <p14:creationId xmlns:p14="http://schemas.microsoft.com/office/powerpoint/2010/main" val="2958876818"/>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189CB300-5BD4-4A5C-94D6-CEB4EDEB5B6F}"/>
              </a:ext>
            </a:extLst>
          </p:cNvPr>
          <p:cNvGraphicFramePr>
            <a:graphicFrameLocks noGrp="1"/>
          </p:cNvGraphicFramePr>
          <p:nvPr>
            <p:extLst>
              <p:ext uri="{D42A27DB-BD31-4B8C-83A1-F6EECF244321}">
                <p14:modId xmlns:p14="http://schemas.microsoft.com/office/powerpoint/2010/main" val="673540293"/>
              </p:ext>
            </p:extLst>
          </p:nvPr>
        </p:nvGraphicFramePr>
        <p:xfrm>
          <a:off x="10171774" y="22159"/>
          <a:ext cx="1979018" cy="178411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RF-02-07-05</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a:t>주문목록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주문상세보기 </a:t>
                      </a:r>
                      <a:r>
                        <a:rPr lang="en-US" altLang="ko-KR" sz="800" dirty="0"/>
                        <a:t>&gt; </a:t>
                      </a:r>
                      <a:r>
                        <a:rPr lang="ko-KR" altLang="en-US" sz="800" dirty="0"/>
                        <a:t>반품 주문</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주문 상세 보기의 반품 주문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주문항목으로 좌우로 스크롤이 가능</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3" name="TextBox 2">
            <a:extLst>
              <a:ext uri="{FF2B5EF4-FFF2-40B4-BE49-F238E27FC236}">
                <a16:creationId xmlns:a16="http://schemas.microsoft.com/office/drawing/2014/main" id="{FAAAD993-D16E-43B0-90A1-740978546910}"/>
              </a:ext>
            </a:extLst>
          </p:cNvPr>
          <p:cNvSpPr txBox="1"/>
          <p:nvPr/>
        </p:nvSpPr>
        <p:spPr>
          <a:xfrm>
            <a:off x="209033" y="3994083"/>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4009768634"/>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Window Outer">
            <a:extLst>
              <a:ext uri="{FF2B5EF4-FFF2-40B4-BE49-F238E27FC236}">
                <a16:creationId xmlns:a16="http://schemas.microsoft.com/office/drawing/2014/main" id="{82125125-F4C5-466C-B3DB-E6A5F55042D9}"/>
              </a:ext>
            </a:extLst>
          </p:cNvPr>
          <p:cNvSpPr/>
          <p:nvPr>
            <p:custDataLst>
              <p:tags r:id="rId1"/>
            </p:custDataLst>
          </p:nvPr>
        </p:nvSpPr>
        <p:spPr>
          <a:xfrm>
            <a:off x="407035" y="5088708"/>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sz="1000" b="1" dirty="0">
                <a:solidFill>
                  <a:schemeClr val="bg1"/>
                </a:solidFill>
                <a:latin typeface="Calibri" pitchFamily="34" charset="0"/>
                <a:cs typeface="Calibri" pitchFamily="34" charset="0"/>
              </a:rPr>
              <a:t>Confirm</a:t>
            </a:r>
          </a:p>
        </p:txBody>
      </p:sp>
      <p:sp>
        <p:nvSpPr>
          <p:cNvPr id="3" name="Window Inner">
            <a:extLst>
              <a:ext uri="{FF2B5EF4-FFF2-40B4-BE49-F238E27FC236}">
                <a16:creationId xmlns:a16="http://schemas.microsoft.com/office/drawing/2014/main" id="{CF5AD6F3-FE73-4238-823D-1124269AE25C}"/>
              </a:ext>
            </a:extLst>
          </p:cNvPr>
          <p:cNvSpPr/>
          <p:nvPr>
            <p:custDataLst>
              <p:tags r:id="rId2"/>
            </p:custDataLst>
          </p:nvPr>
        </p:nvSpPr>
        <p:spPr>
          <a:xfrm>
            <a:off x="447251" y="5295083"/>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4" name="TextBox 3">
            <a:extLst>
              <a:ext uri="{FF2B5EF4-FFF2-40B4-BE49-F238E27FC236}">
                <a16:creationId xmlns:a16="http://schemas.microsoft.com/office/drawing/2014/main" id="{613F2A17-4A9B-464E-A047-8D8E55CE7F79}"/>
              </a:ext>
            </a:extLst>
          </p:cNvPr>
          <p:cNvSpPr txBox="1"/>
          <p:nvPr/>
        </p:nvSpPr>
        <p:spPr>
          <a:xfrm>
            <a:off x="1159175" y="5468257"/>
            <a:ext cx="2048959" cy="253211"/>
          </a:xfrm>
          <a:prstGeom prst="rect">
            <a:avLst/>
          </a:prstGeom>
          <a:noFill/>
        </p:spPr>
        <p:txBody>
          <a:bodyPr wrap="none" rtlCol="0">
            <a:spAutoFit/>
          </a:bodyPr>
          <a:lstStyle/>
          <a:p>
            <a:pPr algn="ctr">
              <a:lnSpc>
                <a:spcPct val="150000"/>
              </a:lnSpc>
            </a:pPr>
            <a:r>
              <a:rPr lang="ko-KR" altLang="en-US" sz="800" dirty="0">
                <a:latin typeface="+mn-ea"/>
              </a:rPr>
              <a:t>반품회수완료 상태로 </a:t>
            </a:r>
            <a:r>
              <a:rPr lang="ko-KR" altLang="en-US" sz="800" dirty="0" err="1">
                <a:latin typeface="+mn-ea"/>
              </a:rPr>
              <a:t>전환하시겠습니까</a:t>
            </a:r>
            <a:r>
              <a:rPr lang="en-US" altLang="ko-KR" sz="800" dirty="0">
                <a:latin typeface="+mn-ea"/>
              </a:rPr>
              <a:t>?</a:t>
            </a:r>
            <a:endParaRPr lang="ko-KR" altLang="en-US" sz="800" dirty="0">
              <a:latin typeface="+mn-ea"/>
            </a:endParaRPr>
          </a:p>
        </p:txBody>
      </p:sp>
      <p:sp>
        <p:nvSpPr>
          <p:cNvPr id="5" name="직사각형 4">
            <a:extLst>
              <a:ext uri="{FF2B5EF4-FFF2-40B4-BE49-F238E27FC236}">
                <a16:creationId xmlns:a16="http://schemas.microsoft.com/office/drawing/2014/main" id="{E4585A2F-81A4-4B68-A425-54CDC8AEAE94}"/>
              </a:ext>
            </a:extLst>
          </p:cNvPr>
          <p:cNvSpPr/>
          <p:nvPr/>
        </p:nvSpPr>
        <p:spPr>
          <a:xfrm>
            <a:off x="2210647" y="6080578"/>
            <a:ext cx="632460" cy="273050"/>
          </a:xfrm>
          <a:prstGeom prst="rect">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취소</a:t>
            </a:r>
          </a:p>
        </p:txBody>
      </p:sp>
      <p:sp>
        <p:nvSpPr>
          <p:cNvPr id="6" name="직사각형 5">
            <a:extLst>
              <a:ext uri="{FF2B5EF4-FFF2-40B4-BE49-F238E27FC236}">
                <a16:creationId xmlns:a16="http://schemas.microsoft.com/office/drawing/2014/main" id="{1A65CA5D-C94B-4AF9-921F-94F211665E33}"/>
              </a:ext>
            </a:extLst>
          </p:cNvPr>
          <p:cNvSpPr/>
          <p:nvPr/>
        </p:nvSpPr>
        <p:spPr>
          <a:xfrm>
            <a:off x="1518497" y="6081848"/>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7" name="타원 6">
            <a:extLst>
              <a:ext uri="{FF2B5EF4-FFF2-40B4-BE49-F238E27FC236}">
                <a16:creationId xmlns:a16="http://schemas.microsoft.com/office/drawing/2014/main" id="{18FCB215-04BB-46B5-AC9A-84D2D7F2AAED}"/>
              </a:ext>
            </a:extLst>
          </p:cNvPr>
          <p:cNvSpPr/>
          <p:nvPr/>
        </p:nvSpPr>
        <p:spPr>
          <a:xfrm>
            <a:off x="338667" y="4131581"/>
            <a:ext cx="1075266"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 name="직선 화살표 연결선 7">
            <a:extLst>
              <a:ext uri="{FF2B5EF4-FFF2-40B4-BE49-F238E27FC236}">
                <a16:creationId xmlns:a16="http://schemas.microsoft.com/office/drawing/2014/main" id="{EA200D40-E155-4B37-833C-2DFFAEDB3F72}"/>
              </a:ext>
            </a:extLst>
          </p:cNvPr>
          <p:cNvCxnSpPr>
            <a:cxnSpLocks/>
            <a:stCxn id="7" idx="4"/>
          </p:cNvCxnSpPr>
          <p:nvPr/>
        </p:nvCxnSpPr>
        <p:spPr>
          <a:xfrm>
            <a:off x="876300" y="4575205"/>
            <a:ext cx="0" cy="404438"/>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9" name="Window Outer">
            <a:extLst>
              <a:ext uri="{FF2B5EF4-FFF2-40B4-BE49-F238E27FC236}">
                <a16:creationId xmlns:a16="http://schemas.microsoft.com/office/drawing/2014/main" id="{0D5C496E-5E95-44B6-9C60-1E658EF0A24E}"/>
              </a:ext>
            </a:extLst>
          </p:cNvPr>
          <p:cNvSpPr/>
          <p:nvPr>
            <p:custDataLst>
              <p:tags r:id="rId3"/>
            </p:custDataLst>
          </p:nvPr>
        </p:nvSpPr>
        <p:spPr>
          <a:xfrm>
            <a:off x="407035" y="6982277"/>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1000" b="1" dirty="0">
                <a:solidFill>
                  <a:schemeClr val="bg1"/>
                </a:solidFill>
                <a:latin typeface="Calibri" pitchFamily="34" charset="0"/>
                <a:cs typeface="Calibri" pitchFamily="34" charset="0"/>
              </a:rPr>
              <a:t>Alert</a:t>
            </a:r>
          </a:p>
        </p:txBody>
      </p:sp>
      <p:sp>
        <p:nvSpPr>
          <p:cNvPr id="10" name="Window Inner">
            <a:extLst>
              <a:ext uri="{FF2B5EF4-FFF2-40B4-BE49-F238E27FC236}">
                <a16:creationId xmlns:a16="http://schemas.microsoft.com/office/drawing/2014/main" id="{4245EBD0-808A-41C6-9220-04F2F77C5C82}"/>
              </a:ext>
            </a:extLst>
          </p:cNvPr>
          <p:cNvSpPr/>
          <p:nvPr>
            <p:custDataLst>
              <p:tags r:id="rId4"/>
            </p:custDataLst>
          </p:nvPr>
        </p:nvSpPr>
        <p:spPr>
          <a:xfrm>
            <a:off x="447251" y="7188652"/>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11" name="TextBox 10">
            <a:extLst>
              <a:ext uri="{FF2B5EF4-FFF2-40B4-BE49-F238E27FC236}">
                <a16:creationId xmlns:a16="http://schemas.microsoft.com/office/drawing/2014/main" id="{4907B1B8-EAD2-4B6C-813C-3C52262CD2E2}"/>
              </a:ext>
            </a:extLst>
          </p:cNvPr>
          <p:cNvSpPr txBox="1"/>
          <p:nvPr/>
        </p:nvSpPr>
        <p:spPr>
          <a:xfrm>
            <a:off x="656636" y="7438219"/>
            <a:ext cx="3054042" cy="248273"/>
          </a:xfrm>
          <a:prstGeom prst="rect">
            <a:avLst/>
          </a:prstGeom>
          <a:noFill/>
        </p:spPr>
        <p:txBody>
          <a:bodyPr wrap="none" rtlCol="0">
            <a:spAutoFit/>
          </a:bodyPr>
          <a:lstStyle/>
          <a:p>
            <a:pPr algn="ctr">
              <a:lnSpc>
                <a:spcPct val="150000"/>
              </a:lnSpc>
            </a:pPr>
            <a:r>
              <a:rPr lang="ko-KR" altLang="en-US" sz="800" dirty="0">
                <a:latin typeface="나눔고딕" charset="0"/>
                <a:ea typeface="나눔고딕" charset="0"/>
              </a:rPr>
              <a:t>반품요청 상태에서만 반품회수완료 상태로 전환이 가능합니다</a:t>
            </a:r>
            <a:r>
              <a:rPr lang="en-US" altLang="ko-KR" sz="800" dirty="0">
                <a:latin typeface="나눔고딕" charset="0"/>
                <a:ea typeface="나눔고딕" charset="0"/>
              </a:rPr>
              <a:t>.</a:t>
            </a:r>
          </a:p>
        </p:txBody>
      </p:sp>
      <p:sp>
        <p:nvSpPr>
          <p:cNvPr id="12" name="직사각형 11">
            <a:extLst>
              <a:ext uri="{FF2B5EF4-FFF2-40B4-BE49-F238E27FC236}">
                <a16:creationId xmlns:a16="http://schemas.microsoft.com/office/drawing/2014/main" id="{E6698811-C2E1-4011-A765-42271AFEB4E6}"/>
              </a:ext>
            </a:extLst>
          </p:cNvPr>
          <p:cNvSpPr/>
          <p:nvPr/>
        </p:nvSpPr>
        <p:spPr>
          <a:xfrm>
            <a:off x="1834727" y="7972240"/>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13" name="직사각형 12">
            <a:extLst>
              <a:ext uri="{FF2B5EF4-FFF2-40B4-BE49-F238E27FC236}">
                <a16:creationId xmlns:a16="http://schemas.microsoft.com/office/drawing/2014/main" id="{902049A4-E6BB-4987-999C-CB898F18E8A6}"/>
              </a:ext>
            </a:extLst>
          </p:cNvPr>
          <p:cNvSpPr/>
          <p:nvPr/>
        </p:nvSpPr>
        <p:spPr>
          <a:xfrm>
            <a:off x="329984" y="4988495"/>
            <a:ext cx="3725550" cy="3516024"/>
          </a:xfrm>
          <a:prstGeom prst="rect">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 name="TextBox 13">
            <a:extLst>
              <a:ext uri="{FF2B5EF4-FFF2-40B4-BE49-F238E27FC236}">
                <a16:creationId xmlns:a16="http://schemas.microsoft.com/office/drawing/2014/main" id="{FF45FD00-5A56-47CF-B5AB-2B03A3F7E36A}"/>
              </a:ext>
            </a:extLst>
          </p:cNvPr>
          <p:cNvSpPr txBox="1"/>
          <p:nvPr/>
        </p:nvSpPr>
        <p:spPr>
          <a:xfrm>
            <a:off x="212671" y="4864227"/>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15" name="TextBox 14">
            <a:extLst>
              <a:ext uri="{FF2B5EF4-FFF2-40B4-BE49-F238E27FC236}">
                <a16:creationId xmlns:a16="http://schemas.microsoft.com/office/drawing/2014/main" id="{F1EF9E1C-C972-4D9B-A53D-2490F0CC52B9}"/>
              </a:ext>
            </a:extLst>
          </p:cNvPr>
          <p:cNvSpPr txBox="1"/>
          <p:nvPr/>
        </p:nvSpPr>
        <p:spPr>
          <a:xfrm>
            <a:off x="212671" y="6751175"/>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16" name="타원 15">
            <a:extLst>
              <a:ext uri="{FF2B5EF4-FFF2-40B4-BE49-F238E27FC236}">
                <a16:creationId xmlns:a16="http://schemas.microsoft.com/office/drawing/2014/main" id="{DF4E0F95-E51F-4D9F-8B23-5E35870C137D}"/>
              </a:ext>
            </a:extLst>
          </p:cNvPr>
          <p:cNvSpPr/>
          <p:nvPr/>
        </p:nvSpPr>
        <p:spPr>
          <a:xfrm>
            <a:off x="1297094" y="4131581"/>
            <a:ext cx="853863"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 name="Window Outer">
            <a:extLst>
              <a:ext uri="{FF2B5EF4-FFF2-40B4-BE49-F238E27FC236}">
                <a16:creationId xmlns:a16="http://schemas.microsoft.com/office/drawing/2014/main" id="{F9F45B75-4EC9-4D33-8DC6-194035BAEFBA}"/>
              </a:ext>
            </a:extLst>
          </p:cNvPr>
          <p:cNvSpPr/>
          <p:nvPr>
            <p:custDataLst>
              <p:tags r:id="rId5"/>
            </p:custDataLst>
          </p:nvPr>
        </p:nvSpPr>
        <p:spPr>
          <a:xfrm>
            <a:off x="6055784" y="4428125"/>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sz="1000" b="1" dirty="0">
                <a:solidFill>
                  <a:schemeClr val="bg1"/>
                </a:solidFill>
                <a:latin typeface="Calibri" pitchFamily="34" charset="0"/>
                <a:cs typeface="Calibri" pitchFamily="34" charset="0"/>
              </a:rPr>
              <a:t>Confirm</a:t>
            </a:r>
          </a:p>
        </p:txBody>
      </p:sp>
      <p:sp>
        <p:nvSpPr>
          <p:cNvPr id="18" name="Window Inner">
            <a:extLst>
              <a:ext uri="{FF2B5EF4-FFF2-40B4-BE49-F238E27FC236}">
                <a16:creationId xmlns:a16="http://schemas.microsoft.com/office/drawing/2014/main" id="{30110968-ED03-4DF1-8400-C2827C8EB700}"/>
              </a:ext>
            </a:extLst>
          </p:cNvPr>
          <p:cNvSpPr/>
          <p:nvPr>
            <p:custDataLst>
              <p:tags r:id="rId6"/>
            </p:custDataLst>
          </p:nvPr>
        </p:nvSpPr>
        <p:spPr>
          <a:xfrm>
            <a:off x="6096000" y="4634500"/>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19" name="TextBox 18">
            <a:extLst>
              <a:ext uri="{FF2B5EF4-FFF2-40B4-BE49-F238E27FC236}">
                <a16:creationId xmlns:a16="http://schemas.microsoft.com/office/drawing/2014/main" id="{87116197-C1EF-4FE6-9D44-C419D2F9955E}"/>
              </a:ext>
            </a:extLst>
          </p:cNvPr>
          <p:cNvSpPr txBox="1"/>
          <p:nvPr/>
        </p:nvSpPr>
        <p:spPr>
          <a:xfrm>
            <a:off x="6910517" y="4807674"/>
            <a:ext cx="1843773" cy="253211"/>
          </a:xfrm>
          <a:prstGeom prst="rect">
            <a:avLst/>
          </a:prstGeom>
          <a:noFill/>
        </p:spPr>
        <p:txBody>
          <a:bodyPr wrap="none" rtlCol="0">
            <a:spAutoFit/>
          </a:bodyPr>
          <a:lstStyle/>
          <a:p>
            <a:pPr algn="ctr">
              <a:lnSpc>
                <a:spcPct val="150000"/>
              </a:lnSpc>
            </a:pPr>
            <a:r>
              <a:rPr lang="ko-KR" altLang="en-US" sz="800" dirty="0">
                <a:latin typeface="+mn-ea"/>
              </a:rPr>
              <a:t>반품확정 상태로 </a:t>
            </a:r>
            <a:r>
              <a:rPr lang="ko-KR" altLang="en-US" sz="800" dirty="0" err="1">
                <a:latin typeface="+mn-ea"/>
              </a:rPr>
              <a:t>전환하시겠습니까</a:t>
            </a:r>
            <a:r>
              <a:rPr lang="en-US" altLang="ko-KR" sz="800" dirty="0">
                <a:latin typeface="+mn-ea"/>
              </a:rPr>
              <a:t>?</a:t>
            </a:r>
            <a:endParaRPr lang="ko-KR" altLang="en-US" sz="800" dirty="0">
              <a:latin typeface="+mn-ea"/>
            </a:endParaRPr>
          </a:p>
        </p:txBody>
      </p:sp>
      <p:sp>
        <p:nvSpPr>
          <p:cNvPr id="20" name="직사각형 19">
            <a:extLst>
              <a:ext uri="{FF2B5EF4-FFF2-40B4-BE49-F238E27FC236}">
                <a16:creationId xmlns:a16="http://schemas.microsoft.com/office/drawing/2014/main" id="{6BF08D46-6CEF-4EDE-8AB4-7014ED8A6905}"/>
              </a:ext>
            </a:extLst>
          </p:cNvPr>
          <p:cNvSpPr/>
          <p:nvPr/>
        </p:nvSpPr>
        <p:spPr>
          <a:xfrm>
            <a:off x="7859396" y="5419995"/>
            <a:ext cx="632460" cy="273050"/>
          </a:xfrm>
          <a:prstGeom prst="rect">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취소</a:t>
            </a:r>
          </a:p>
        </p:txBody>
      </p:sp>
      <p:sp>
        <p:nvSpPr>
          <p:cNvPr id="21" name="직사각형 20">
            <a:extLst>
              <a:ext uri="{FF2B5EF4-FFF2-40B4-BE49-F238E27FC236}">
                <a16:creationId xmlns:a16="http://schemas.microsoft.com/office/drawing/2014/main" id="{F79D8EB9-9199-4DFA-B215-3AB04C6D5EA3}"/>
              </a:ext>
            </a:extLst>
          </p:cNvPr>
          <p:cNvSpPr/>
          <p:nvPr/>
        </p:nvSpPr>
        <p:spPr>
          <a:xfrm>
            <a:off x="7167246" y="5421265"/>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22" name="Window Outer">
            <a:extLst>
              <a:ext uri="{FF2B5EF4-FFF2-40B4-BE49-F238E27FC236}">
                <a16:creationId xmlns:a16="http://schemas.microsoft.com/office/drawing/2014/main" id="{A14CF5E2-DBAC-4E50-A833-310A5ADEEE6D}"/>
              </a:ext>
            </a:extLst>
          </p:cNvPr>
          <p:cNvSpPr/>
          <p:nvPr>
            <p:custDataLst>
              <p:tags r:id="rId7"/>
            </p:custDataLst>
          </p:nvPr>
        </p:nvSpPr>
        <p:spPr>
          <a:xfrm>
            <a:off x="6055784" y="6321694"/>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1000" b="1" dirty="0">
                <a:solidFill>
                  <a:schemeClr val="bg1"/>
                </a:solidFill>
                <a:latin typeface="Calibri" pitchFamily="34" charset="0"/>
                <a:cs typeface="Calibri" pitchFamily="34" charset="0"/>
              </a:rPr>
              <a:t>Alert</a:t>
            </a:r>
          </a:p>
        </p:txBody>
      </p:sp>
      <p:sp>
        <p:nvSpPr>
          <p:cNvPr id="23" name="Window Inner">
            <a:extLst>
              <a:ext uri="{FF2B5EF4-FFF2-40B4-BE49-F238E27FC236}">
                <a16:creationId xmlns:a16="http://schemas.microsoft.com/office/drawing/2014/main" id="{E97A734B-998C-4742-B3F3-7E8401C6CA9F}"/>
              </a:ext>
            </a:extLst>
          </p:cNvPr>
          <p:cNvSpPr/>
          <p:nvPr>
            <p:custDataLst>
              <p:tags r:id="rId8"/>
            </p:custDataLst>
          </p:nvPr>
        </p:nvSpPr>
        <p:spPr>
          <a:xfrm>
            <a:off x="6096000" y="6528069"/>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24" name="TextBox 23">
            <a:extLst>
              <a:ext uri="{FF2B5EF4-FFF2-40B4-BE49-F238E27FC236}">
                <a16:creationId xmlns:a16="http://schemas.microsoft.com/office/drawing/2014/main" id="{44D06DB5-1480-4E72-AD06-7FA52EB53DAA}"/>
              </a:ext>
            </a:extLst>
          </p:cNvPr>
          <p:cNvSpPr txBox="1"/>
          <p:nvPr/>
        </p:nvSpPr>
        <p:spPr>
          <a:xfrm>
            <a:off x="6305385" y="6777636"/>
            <a:ext cx="3054042" cy="248273"/>
          </a:xfrm>
          <a:prstGeom prst="rect">
            <a:avLst/>
          </a:prstGeom>
          <a:noFill/>
        </p:spPr>
        <p:txBody>
          <a:bodyPr wrap="none" rtlCol="0">
            <a:spAutoFit/>
          </a:bodyPr>
          <a:lstStyle/>
          <a:p>
            <a:pPr algn="ctr">
              <a:lnSpc>
                <a:spcPct val="150000"/>
              </a:lnSpc>
            </a:pPr>
            <a:r>
              <a:rPr lang="ko-KR" altLang="en-US" sz="800" dirty="0">
                <a:latin typeface="나눔고딕" charset="0"/>
                <a:ea typeface="나눔고딕" charset="0"/>
              </a:rPr>
              <a:t>반품회수완료 상태에서만 반품확정 상태로 전환이 가능합니다</a:t>
            </a:r>
            <a:r>
              <a:rPr lang="en-US" altLang="ko-KR" sz="800" dirty="0">
                <a:latin typeface="나눔고딕" charset="0"/>
                <a:ea typeface="나눔고딕" charset="0"/>
              </a:rPr>
              <a:t>.</a:t>
            </a:r>
          </a:p>
        </p:txBody>
      </p:sp>
      <p:sp>
        <p:nvSpPr>
          <p:cNvPr id="25" name="직사각형 24">
            <a:extLst>
              <a:ext uri="{FF2B5EF4-FFF2-40B4-BE49-F238E27FC236}">
                <a16:creationId xmlns:a16="http://schemas.microsoft.com/office/drawing/2014/main" id="{DEB9977A-4D02-49DB-9236-AFA086F699A9}"/>
              </a:ext>
            </a:extLst>
          </p:cNvPr>
          <p:cNvSpPr/>
          <p:nvPr/>
        </p:nvSpPr>
        <p:spPr>
          <a:xfrm>
            <a:off x="7483476" y="7311657"/>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26" name="직사각형 25">
            <a:extLst>
              <a:ext uri="{FF2B5EF4-FFF2-40B4-BE49-F238E27FC236}">
                <a16:creationId xmlns:a16="http://schemas.microsoft.com/office/drawing/2014/main" id="{A42C78C9-98B4-40D6-81B2-2691E2B2D053}"/>
              </a:ext>
            </a:extLst>
          </p:cNvPr>
          <p:cNvSpPr/>
          <p:nvPr/>
        </p:nvSpPr>
        <p:spPr>
          <a:xfrm>
            <a:off x="5979266" y="4311706"/>
            <a:ext cx="3725550" cy="3516024"/>
          </a:xfrm>
          <a:prstGeom prst="rect">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 name="TextBox 26">
            <a:extLst>
              <a:ext uri="{FF2B5EF4-FFF2-40B4-BE49-F238E27FC236}">
                <a16:creationId xmlns:a16="http://schemas.microsoft.com/office/drawing/2014/main" id="{FEAEDBDE-A3E3-428E-80AE-A832C4C101FE}"/>
              </a:ext>
            </a:extLst>
          </p:cNvPr>
          <p:cNvSpPr txBox="1"/>
          <p:nvPr/>
        </p:nvSpPr>
        <p:spPr>
          <a:xfrm>
            <a:off x="5844008" y="4215103"/>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28" name="TextBox 27">
            <a:extLst>
              <a:ext uri="{FF2B5EF4-FFF2-40B4-BE49-F238E27FC236}">
                <a16:creationId xmlns:a16="http://schemas.microsoft.com/office/drawing/2014/main" id="{068C7AEC-7185-4A97-B946-B832509B939F}"/>
              </a:ext>
            </a:extLst>
          </p:cNvPr>
          <p:cNvSpPr txBox="1"/>
          <p:nvPr/>
        </p:nvSpPr>
        <p:spPr>
          <a:xfrm>
            <a:off x="5844008" y="6090862"/>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cxnSp>
        <p:nvCxnSpPr>
          <p:cNvPr id="30" name="직선 화살표 연결선 29">
            <a:extLst>
              <a:ext uri="{FF2B5EF4-FFF2-40B4-BE49-F238E27FC236}">
                <a16:creationId xmlns:a16="http://schemas.microsoft.com/office/drawing/2014/main" id="{5C2FD303-4562-4313-8E1A-03EB662BB224}"/>
              </a:ext>
            </a:extLst>
          </p:cNvPr>
          <p:cNvCxnSpPr>
            <a:cxnSpLocks/>
            <a:stCxn id="16" idx="6"/>
          </p:cNvCxnSpPr>
          <p:nvPr/>
        </p:nvCxnSpPr>
        <p:spPr>
          <a:xfrm>
            <a:off x="2150957" y="4353393"/>
            <a:ext cx="3828309" cy="510834"/>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31" name="표 30">
            <a:extLst>
              <a:ext uri="{FF2B5EF4-FFF2-40B4-BE49-F238E27FC236}">
                <a16:creationId xmlns:a16="http://schemas.microsoft.com/office/drawing/2014/main" id="{28E32731-7FE3-469B-8BFC-A787783C35DC}"/>
              </a:ext>
            </a:extLst>
          </p:cNvPr>
          <p:cNvGraphicFramePr>
            <a:graphicFrameLocks noGrp="1"/>
          </p:cNvGraphicFramePr>
          <p:nvPr>
            <p:extLst>
              <p:ext uri="{D42A27DB-BD31-4B8C-83A1-F6EECF244321}">
                <p14:modId xmlns:p14="http://schemas.microsoft.com/office/powerpoint/2010/main" val="2628693169"/>
              </p:ext>
            </p:extLst>
          </p:nvPr>
        </p:nvGraphicFramePr>
        <p:xfrm>
          <a:off x="10171774" y="22159"/>
          <a:ext cx="1979018" cy="303379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RF-02-07-05-1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a:t>주문목록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상세 보기 </a:t>
                      </a:r>
                      <a:r>
                        <a:rPr lang="en-US" altLang="ko-KR" sz="800" dirty="0"/>
                        <a:t>&gt; </a:t>
                      </a:r>
                      <a:r>
                        <a:rPr lang="ko-KR" altLang="en-US" sz="800" dirty="0"/>
                        <a:t>반품 주문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반품 주문을 처리하는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반품 회수 완료 상태로 변경할 경우 보여지는 메시지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반품 요청 상태가 아닐 경우 반품 회수 완료 상태로 전환 불가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반품 확정 상태로 변경할 경우 보여지는 </a:t>
                      </a:r>
                      <a:r>
                        <a:rPr lang="ko-KR" altLang="en-US" sz="800" b="0" dirty="0" err="1">
                          <a:solidFill>
                            <a:schemeClr val="tx1"/>
                          </a:solidFill>
                        </a:rPr>
                        <a:t>메세지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반품 회수 완료 상태가 아닐 경우 반품 확정 상태로 전환 불가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82562567"/>
                  </a:ext>
                </a:extLst>
              </a:tr>
            </a:tbl>
          </a:graphicData>
        </a:graphic>
      </p:graphicFrame>
    </p:spTree>
    <p:extLst>
      <p:ext uri="{BB962C8B-B14F-4D97-AF65-F5344CB8AC3E}">
        <p14:creationId xmlns:p14="http://schemas.microsoft.com/office/powerpoint/2010/main" val="1048723990"/>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타원 6">
            <a:extLst>
              <a:ext uri="{FF2B5EF4-FFF2-40B4-BE49-F238E27FC236}">
                <a16:creationId xmlns:a16="http://schemas.microsoft.com/office/drawing/2014/main" id="{18FCB215-04BB-46B5-AC9A-84D2D7F2AAED}"/>
              </a:ext>
            </a:extLst>
          </p:cNvPr>
          <p:cNvSpPr/>
          <p:nvPr/>
        </p:nvSpPr>
        <p:spPr>
          <a:xfrm>
            <a:off x="2067137" y="4119618"/>
            <a:ext cx="853863"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 name="Window Outer">
            <a:extLst>
              <a:ext uri="{FF2B5EF4-FFF2-40B4-BE49-F238E27FC236}">
                <a16:creationId xmlns:a16="http://schemas.microsoft.com/office/drawing/2014/main" id="{0D5C496E-5E95-44B6-9C60-1E658EF0A24E}"/>
              </a:ext>
            </a:extLst>
          </p:cNvPr>
          <p:cNvSpPr/>
          <p:nvPr>
            <p:custDataLst>
              <p:tags r:id="rId1"/>
            </p:custDataLst>
          </p:nvPr>
        </p:nvSpPr>
        <p:spPr>
          <a:xfrm>
            <a:off x="445258" y="8897375"/>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1000" b="1" dirty="0">
                <a:solidFill>
                  <a:schemeClr val="bg1"/>
                </a:solidFill>
                <a:latin typeface="Calibri" pitchFamily="34" charset="0"/>
                <a:cs typeface="Calibri" pitchFamily="34" charset="0"/>
              </a:rPr>
              <a:t>Alert</a:t>
            </a:r>
          </a:p>
        </p:txBody>
      </p:sp>
      <p:sp>
        <p:nvSpPr>
          <p:cNvPr id="10" name="Window Inner">
            <a:extLst>
              <a:ext uri="{FF2B5EF4-FFF2-40B4-BE49-F238E27FC236}">
                <a16:creationId xmlns:a16="http://schemas.microsoft.com/office/drawing/2014/main" id="{4245EBD0-808A-41C6-9220-04F2F77C5C82}"/>
              </a:ext>
            </a:extLst>
          </p:cNvPr>
          <p:cNvSpPr/>
          <p:nvPr>
            <p:custDataLst>
              <p:tags r:id="rId2"/>
            </p:custDataLst>
          </p:nvPr>
        </p:nvSpPr>
        <p:spPr>
          <a:xfrm>
            <a:off x="485474" y="9103750"/>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11" name="TextBox 10">
            <a:extLst>
              <a:ext uri="{FF2B5EF4-FFF2-40B4-BE49-F238E27FC236}">
                <a16:creationId xmlns:a16="http://schemas.microsoft.com/office/drawing/2014/main" id="{4907B1B8-EAD2-4B6C-813C-3C52262CD2E2}"/>
              </a:ext>
            </a:extLst>
          </p:cNvPr>
          <p:cNvSpPr txBox="1"/>
          <p:nvPr/>
        </p:nvSpPr>
        <p:spPr>
          <a:xfrm>
            <a:off x="694859" y="9353317"/>
            <a:ext cx="3054042" cy="248273"/>
          </a:xfrm>
          <a:prstGeom prst="rect">
            <a:avLst/>
          </a:prstGeom>
          <a:noFill/>
        </p:spPr>
        <p:txBody>
          <a:bodyPr wrap="none" rtlCol="0">
            <a:spAutoFit/>
          </a:bodyPr>
          <a:lstStyle/>
          <a:p>
            <a:pPr algn="ctr">
              <a:lnSpc>
                <a:spcPct val="150000"/>
              </a:lnSpc>
            </a:pPr>
            <a:r>
              <a:rPr lang="ko-KR" altLang="en-US" sz="800" dirty="0">
                <a:latin typeface="나눔고딕" charset="0"/>
                <a:ea typeface="나눔고딕" charset="0"/>
              </a:rPr>
              <a:t>반품회수완료 상태에서만 반품보류 상태로 전환이 가능합니다</a:t>
            </a:r>
            <a:r>
              <a:rPr lang="en-US" altLang="ko-KR" sz="800" dirty="0">
                <a:latin typeface="나눔고딕" charset="0"/>
                <a:ea typeface="나눔고딕" charset="0"/>
              </a:rPr>
              <a:t>.</a:t>
            </a:r>
          </a:p>
        </p:txBody>
      </p:sp>
      <p:sp>
        <p:nvSpPr>
          <p:cNvPr id="12" name="직사각형 11">
            <a:extLst>
              <a:ext uri="{FF2B5EF4-FFF2-40B4-BE49-F238E27FC236}">
                <a16:creationId xmlns:a16="http://schemas.microsoft.com/office/drawing/2014/main" id="{E6698811-C2E1-4011-A765-42271AFEB4E6}"/>
              </a:ext>
            </a:extLst>
          </p:cNvPr>
          <p:cNvSpPr/>
          <p:nvPr/>
        </p:nvSpPr>
        <p:spPr>
          <a:xfrm>
            <a:off x="1872950" y="9887338"/>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15" name="TextBox 14">
            <a:extLst>
              <a:ext uri="{FF2B5EF4-FFF2-40B4-BE49-F238E27FC236}">
                <a16:creationId xmlns:a16="http://schemas.microsoft.com/office/drawing/2014/main" id="{F1EF9E1C-C972-4D9B-A53D-2490F0CC52B9}"/>
              </a:ext>
            </a:extLst>
          </p:cNvPr>
          <p:cNvSpPr txBox="1"/>
          <p:nvPr/>
        </p:nvSpPr>
        <p:spPr>
          <a:xfrm>
            <a:off x="250894" y="8666273"/>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16" name="타원 15">
            <a:extLst>
              <a:ext uri="{FF2B5EF4-FFF2-40B4-BE49-F238E27FC236}">
                <a16:creationId xmlns:a16="http://schemas.microsoft.com/office/drawing/2014/main" id="{DF4E0F95-E51F-4D9F-8B23-5E35870C137D}"/>
              </a:ext>
            </a:extLst>
          </p:cNvPr>
          <p:cNvSpPr/>
          <p:nvPr/>
        </p:nvSpPr>
        <p:spPr>
          <a:xfrm>
            <a:off x="2822576" y="4106297"/>
            <a:ext cx="853863"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 name="Window Outer">
            <a:extLst>
              <a:ext uri="{FF2B5EF4-FFF2-40B4-BE49-F238E27FC236}">
                <a16:creationId xmlns:a16="http://schemas.microsoft.com/office/drawing/2014/main" id="{F9F45B75-4EC9-4D33-8DC6-194035BAEFBA}"/>
              </a:ext>
            </a:extLst>
          </p:cNvPr>
          <p:cNvSpPr/>
          <p:nvPr>
            <p:custDataLst>
              <p:tags r:id="rId3"/>
            </p:custDataLst>
          </p:nvPr>
        </p:nvSpPr>
        <p:spPr>
          <a:xfrm>
            <a:off x="6055784" y="4428125"/>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sz="1000" b="1" dirty="0">
                <a:solidFill>
                  <a:schemeClr val="bg1"/>
                </a:solidFill>
                <a:latin typeface="Calibri" pitchFamily="34" charset="0"/>
                <a:cs typeface="Calibri" pitchFamily="34" charset="0"/>
              </a:rPr>
              <a:t>Confirm</a:t>
            </a:r>
          </a:p>
        </p:txBody>
      </p:sp>
      <p:sp>
        <p:nvSpPr>
          <p:cNvPr id="18" name="Window Inner">
            <a:extLst>
              <a:ext uri="{FF2B5EF4-FFF2-40B4-BE49-F238E27FC236}">
                <a16:creationId xmlns:a16="http://schemas.microsoft.com/office/drawing/2014/main" id="{30110968-ED03-4DF1-8400-C2827C8EB700}"/>
              </a:ext>
            </a:extLst>
          </p:cNvPr>
          <p:cNvSpPr/>
          <p:nvPr>
            <p:custDataLst>
              <p:tags r:id="rId4"/>
            </p:custDataLst>
          </p:nvPr>
        </p:nvSpPr>
        <p:spPr>
          <a:xfrm>
            <a:off x="6096000" y="4634500"/>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19" name="TextBox 18">
            <a:extLst>
              <a:ext uri="{FF2B5EF4-FFF2-40B4-BE49-F238E27FC236}">
                <a16:creationId xmlns:a16="http://schemas.microsoft.com/office/drawing/2014/main" id="{87116197-C1EF-4FE6-9D44-C419D2F9955E}"/>
              </a:ext>
            </a:extLst>
          </p:cNvPr>
          <p:cNvSpPr txBox="1"/>
          <p:nvPr/>
        </p:nvSpPr>
        <p:spPr>
          <a:xfrm>
            <a:off x="6559458" y="4807674"/>
            <a:ext cx="2545890" cy="437877"/>
          </a:xfrm>
          <a:prstGeom prst="rect">
            <a:avLst/>
          </a:prstGeom>
          <a:noFill/>
        </p:spPr>
        <p:txBody>
          <a:bodyPr wrap="none" rtlCol="0">
            <a:spAutoFit/>
          </a:bodyPr>
          <a:lstStyle/>
          <a:p>
            <a:pPr algn="ctr">
              <a:lnSpc>
                <a:spcPct val="150000"/>
              </a:lnSpc>
            </a:pPr>
            <a:r>
              <a:rPr lang="ko-KR" altLang="en-US" sz="800" b="0" i="0" dirty="0">
                <a:solidFill>
                  <a:srgbClr val="000000"/>
                </a:solidFill>
                <a:effectLst/>
                <a:latin typeface="+mn-ea"/>
              </a:rPr>
              <a:t>반품철회시 해당 주문은 </a:t>
            </a:r>
            <a:r>
              <a:rPr lang="ko-KR" altLang="en-US" sz="800" b="0" i="0" dirty="0" err="1">
                <a:solidFill>
                  <a:srgbClr val="000000"/>
                </a:solidFill>
                <a:effectLst/>
                <a:latin typeface="+mn-ea"/>
              </a:rPr>
              <a:t>배송중</a:t>
            </a:r>
            <a:r>
              <a:rPr lang="ko-KR" altLang="en-US" sz="800" b="0" i="0" dirty="0">
                <a:solidFill>
                  <a:srgbClr val="000000"/>
                </a:solidFill>
                <a:effectLst/>
                <a:latin typeface="+mn-ea"/>
              </a:rPr>
              <a:t> 상태로 변경됩니다</a:t>
            </a:r>
            <a:r>
              <a:rPr lang="en-US" altLang="ko-KR" sz="800" b="0" i="0" dirty="0">
                <a:solidFill>
                  <a:srgbClr val="000000"/>
                </a:solidFill>
                <a:effectLst/>
                <a:latin typeface="+mn-ea"/>
              </a:rPr>
              <a:t>.</a:t>
            </a:r>
            <a:endParaRPr lang="en-US" altLang="ko-KR" sz="800" dirty="0">
              <a:latin typeface="+mn-ea"/>
            </a:endParaRPr>
          </a:p>
          <a:p>
            <a:pPr algn="ctr">
              <a:lnSpc>
                <a:spcPct val="150000"/>
              </a:lnSpc>
            </a:pPr>
            <a:r>
              <a:rPr lang="ko-KR" altLang="en-US" sz="800" dirty="0">
                <a:latin typeface="+mn-ea"/>
              </a:rPr>
              <a:t>반품철회 상태로 </a:t>
            </a:r>
            <a:r>
              <a:rPr lang="ko-KR" altLang="en-US" sz="800" dirty="0" err="1">
                <a:latin typeface="+mn-ea"/>
              </a:rPr>
              <a:t>전환하시겠습니까</a:t>
            </a:r>
            <a:r>
              <a:rPr lang="en-US" altLang="ko-KR" sz="800" dirty="0">
                <a:latin typeface="+mn-ea"/>
              </a:rPr>
              <a:t>?</a:t>
            </a:r>
            <a:endParaRPr lang="ko-KR" altLang="en-US" sz="800" dirty="0">
              <a:latin typeface="+mn-ea"/>
            </a:endParaRPr>
          </a:p>
        </p:txBody>
      </p:sp>
      <p:sp>
        <p:nvSpPr>
          <p:cNvPr id="20" name="직사각형 19">
            <a:extLst>
              <a:ext uri="{FF2B5EF4-FFF2-40B4-BE49-F238E27FC236}">
                <a16:creationId xmlns:a16="http://schemas.microsoft.com/office/drawing/2014/main" id="{6BF08D46-6CEF-4EDE-8AB4-7014ED8A6905}"/>
              </a:ext>
            </a:extLst>
          </p:cNvPr>
          <p:cNvSpPr/>
          <p:nvPr/>
        </p:nvSpPr>
        <p:spPr>
          <a:xfrm>
            <a:off x="7859396" y="5419995"/>
            <a:ext cx="632460" cy="273050"/>
          </a:xfrm>
          <a:prstGeom prst="rect">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취소</a:t>
            </a:r>
          </a:p>
        </p:txBody>
      </p:sp>
      <p:sp>
        <p:nvSpPr>
          <p:cNvPr id="21" name="직사각형 20">
            <a:extLst>
              <a:ext uri="{FF2B5EF4-FFF2-40B4-BE49-F238E27FC236}">
                <a16:creationId xmlns:a16="http://schemas.microsoft.com/office/drawing/2014/main" id="{F79D8EB9-9199-4DFA-B215-3AB04C6D5EA3}"/>
              </a:ext>
            </a:extLst>
          </p:cNvPr>
          <p:cNvSpPr/>
          <p:nvPr/>
        </p:nvSpPr>
        <p:spPr>
          <a:xfrm>
            <a:off x="7167246" y="5421265"/>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22" name="Window Outer">
            <a:extLst>
              <a:ext uri="{FF2B5EF4-FFF2-40B4-BE49-F238E27FC236}">
                <a16:creationId xmlns:a16="http://schemas.microsoft.com/office/drawing/2014/main" id="{A14CF5E2-DBAC-4E50-A833-310A5ADEEE6D}"/>
              </a:ext>
            </a:extLst>
          </p:cNvPr>
          <p:cNvSpPr/>
          <p:nvPr>
            <p:custDataLst>
              <p:tags r:id="rId5"/>
            </p:custDataLst>
          </p:nvPr>
        </p:nvSpPr>
        <p:spPr>
          <a:xfrm>
            <a:off x="6055784" y="6321694"/>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1000" b="1" dirty="0">
                <a:solidFill>
                  <a:schemeClr val="bg1"/>
                </a:solidFill>
                <a:latin typeface="Calibri" pitchFamily="34" charset="0"/>
                <a:cs typeface="Calibri" pitchFamily="34" charset="0"/>
              </a:rPr>
              <a:t>Alert</a:t>
            </a:r>
          </a:p>
        </p:txBody>
      </p:sp>
      <p:sp>
        <p:nvSpPr>
          <p:cNvPr id="23" name="Window Inner">
            <a:extLst>
              <a:ext uri="{FF2B5EF4-FFF2-40B4-BE49-F238E27FC236}">
                <a16:creationId xmlns:a16="http://schemas.microsoft.com/office/drawing/2014/main" id="{E97A734B-998C-4742-B3F3-7E8401C6CA9F}"/>
              </a:ext>
            </a:extLst>
          </p:cNvPr>
          <p:cNvSpPr/>
          <p:nvPr>
            <p:custDataLst>
              <p:tags r:id="rId6"/>
            </p:custDataLst>
          </p:nvPr>
        </p:nvSpPr>
        <p:spPr>
          <a:xfrm>
            <a:off x="6096000" y="6528069"/>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24" name="TextBox 23">
            <a:extLst>
              <a:ext uri="{FF2B5EF4-FFF2-40B4-BE49-F238E27FC236}">
                <a16:creationId xmlns:a16="http://schemas.microsoft.com/office/drawing/2014/main" id="{44D06DB5-1480-4E72-AD06-7FA52EB53DAA}"/>
              </a:ext>
            </a:extLst>
          </p:cNvPr>
          <p:cNvSpPr txBox="1"/>
          <p:nvPr/>
        </p:nvSpPr>
        <p:spPr>
          <a:xfrm>
            <a:off x="6407977" y="6777636"/>
            <a:ext cx="2848857" cy="248273"/>
          </a:xfrm>
          <a:prstGeom prst="rect">
            <a:avLst/>
          </a:prstGeom>
          <a:noFill/>
        </p:spPr>
        <p:txBody>
          <a:bodyPr wrap="none" rtlCol="0">
            <a:spAutoFit/>
          </a:bodyPr>
          <a:lstStyle/>
          <a:p>
            <a:pPr algn="ctr">
              <a:lnSpc>
                <a:spcPct val="150000"/>
              </a:lnSpc>
            </a:pPr>
            <a:r>
              <a:rPr lang="ko-KR" altLang="en-US" sz="800" dirty="0">
                <a:latin typeface="나눔고딕" charset="0"/>
                <a:ea typeface="나눔고딕" charset="0"/>
              </a:rPr>
              <a:t>반품요청 상태에서만 반품철회 상태로 전환이 가능합니다</a:t>
            </a:r>
            <a:r>
              <a:rPr lang="en-US" altLang="ko-KR" sz="800" dirty="0">
                <a:latin typeface="나눔고딕" charset="0"/>
                <a:ea typeface="나눔고딕" charset="0"/>
              </a:rPr>
              <a:t>.</a:t>
            </a:r>
          </a:p>
        </p:txBody>
      </p:sp>
      <p:sp>
        <p:nvSpPr>
          <p:cNvPr id="25" name="직사각형 24">
            <a:extLst>
              <a:ext uri="{FF2B5EF4-FFF2-40B4-BE49-F238E27FC236}">
                <a16:creationId xmlns:a16="http://schemas.microsoft.com/office/drawing/2014/main" id="{DEB9977A-4D02-49DB-9236-AFA086F699A9}"/>
              </a:ext>
            </a:extLst>
          </p:cNvPr>
          <p:cNvSpPr/>
          <p:nvPr/>
        </p:nvSpPr>
        <p:spPr>
          <a:xfrm>
            <a:off x="7483476" y="7311657"/>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26" name="직사각형 25">
            <a:extLst>
              <a:ext uri="{FF2B5EF4-FFF2-40B4-BE49-F238E27FC236}">
                <a16:creationId xmlns:a16="http://schemas.microsoft.com/office/drawing/2014/main" id="{A42C78C9-98B4-40D6-81B2-2691E2B2D053}"/>
              </a:ext>
            </a:extLst>
          </p:cNvPr>
          <p:cNvSpPr/>
          <p:nvPr/>
        </p:nvSpPr>
        <p:spPr>
          <a:xfrm>
            <a:off x="5979266" y="4311706"/>
            <a:ext cx="3725550" cy="3516024"/>
          </a:xfrm>
          <a:prstGeom prst="rect">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 name="TextBox 26">
            <a:extLst>
              <a:ext uri="{FF2B5EF4-FFF2-40B4-BE49-F238E27FC236}">
                <a16:creationId xmlns:a16="http://schemas.microsoft.com/office/drawing/2014/main" id="{FEAEDBDE-A3E3-428E-80AE-A832C4C101FE}"/>
              </a:ext>
            </a:extLst>
          </p:cNvPr>
          <p:cNvSpPr txBox="1"/>
          <p:nvPr/>
        </p:nvSpPr>
        <p:spPr>
          <a:xfrm>
            <a:off x="5844008" y="4215103"/>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28" name="TextBox 27">
            <a:extLst>
              <a:ext uri="{FF2B5EF4-FFF2-40B4-BE49-F238E27FC236}">
                <a16:creationId xmlns:a16="http://schemas.microsoft.com/office/drawing/2014/main" id="{068C7AEC-7185-4A97-B946-B832509B939F}"/>
              </a:ext>
            </a:extLst>
          </p:cNvPr>
          <p:cNvSpPr txBox="1"/>
          <p:nvPr/>
        </p:nvSpPr>
        <p:spPr>
          <a:xfrm>
            <a:off x="5844008" y="6090862"/>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cxnSp>
        <p:nvCxnSpPr>
          <p:cNvPr id="30" name="직선 화살표 연결선 29">
            <a:extLst>
              <a:ext uri="{FF2B5EF4-FFF2-40B4-BE49-F238E27FC236}">
                <a16:creationId xmlns:a16="http://schemas.microsoft.com/office/drawing/2014/main" id="{5C2FD303-4562-4313-8E1A-03EB662BB224}"/>
              </a:ext>
            </a:extLst>
          </p:cNvPr>
          <p:cNvCxnSpPr>
            <a:cxnSpLocks/>
            <a:stCxn id="16" idx="6"/>
          </p:cNvCxnSpPr>
          <p:nvPr/>
        </p:nvCxnSpPr>
        <p:spPr>
          <a:xfrm>
            <a:off x="3676439" y="4328109"/>
            <a:ext cx="2293565" cy="646787"/>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31" name="직사각형 30">
            <a:extLst>
              <a:ext uri="{FF2B5EF4-FFF2-40B4-BE49-F238E27FC236}">
                <a16:creationId xmlns:a16="http://schemas.microsoft.com/office/drawing/2014/main" id="{89625811-5806-43A3-80A7-04791CDCB305}"/>
              </a:ext>
            </a:extLst>
          </p:cNvPr>
          <p:cNvSpPr/>
          <p:nvPr/>
        </p:nvSpPr>
        <p:spPr>
          <a:xfrm>
            <a:off x="-880405" y="4949205"/>
            <a:ext cx="6231194" cy="3408745"/>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32" name="Image">
            <a:extLst>
              <a:ext uri="{FF2B5EF4-FFF2-40B4-BE49-F238E27FC236}">
                <a16:creationId xmlns:a16="http://schemas.microsoft.com/office/drawing/2014/main" id="{F008C57E-F3E8-4078-B7ED-2E7674FFC3FF}"/>
              </a:ext>
            </a:extLst>
          </p:cNvPr>
          <p:cNvGrpSpPr>
            <a:grpSpLocks/>
          </p:cNvGrpSpPr>
          <p:nvPr/>
        </p:nvGrpSpPr>
        <p:grpSpPr bwMode="auto">
          <a:xfrm>
            <a:off x="5005863" y="5069399"/>
            <a:ext cx="263570" cy="250457"/>
            <a:chOff x="508000" y="1397000"/>
            <a:chExt cx="1008112" cy="1008112"/>
          </a:xfrm>
        </p:grpSpPr>
        <p:sp>
          <p:nvSpPr>
            <p:cNvPr id="33" name="Border">
              <a:extLst>
                <a:ext uri="{FF2B5EF4-FFF2-40B4-BE49-F238E27FC236}">
                  <a16:creationId xmlns:a16="http://schemas.microsoft.com/office/drawing/2014/main" id="{FFD4E73A-DD7B-4775-99CE-4B6C5FD488A0}"/>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5F5F5F"/>
                </a:solidFill>
                <a:latin typeface="Segoe UI" panose="020B0502040204020203" pitchFamily="34" charset="0"/>
                <a:cs typeface="Segoe UI" panose="020B0502040204020203" pitchFamily="34" charset="0"/>
              </a:endParaRPr>
            </a:p>
          </p:txBody>
        </p:sp>
        <p:sp>
          <p:nvSpPr>
            <p:cNvPr id="34" name="Line 2">
              <a:extLst>
                <a:ext uri="{FF2B5EF4-FFF2-40B4-BE49-F238E27FC236}">
                  <a16:creationId xmlns:a16="http://schemas.microsoft.com/office/drawing/2014/main" id="{9F7D0391-E01E-4132-BCC2-D1DF1AD81CE9}"/>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5" name="Line 1">
              <a:extLst>
                <a:ext uri="{FF2B5EF4-FFF2-40B4-BE49-F238E27FC236}">
                  <a16:creationId xmlns:a16="http://schemas.microsoft.com/office/drawing/2014/main" id="{0B72AC96-9F02-4B58-A28A-08E08A6E3CB5}"/>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36" name="TextBox 35">
            <a:extLst>
              <a:ext uri="{FF2B5EF4-FFF2-40B4-BE49-F238E27FC236}">
                <a16:creationId xmlns:a16="http://schemas.microsoft.com/office/drawing/2014/main" id="{BFA6EDF3-3412-406F-8ED3-FFF757596E55}"/>
              </a:ext>
            </a:extLst>
          </p:cNvPr>
          <p:cNvSpPr txBox="1"/>
          <p:nvPr/>
        </p:nvSpPr>
        <p:spPr>
          <a:xfrm>
            <a:off x="-761330" y="5057092"/>
            <a:ext cx="915635" cy="246221"/>
          </a:xfrm>
          <a:prstGeom prst="rect">
            <a:avLst/>
          </a:prstGeom>
          <a:noFill/>
        </p:spPr>
        <p:txBody>
          <a:bodyPr wrap="none" rtlCol="0">
            <a:spAutoFit/>
          </a:bodyPr>
          <a:lstStyle/>
          <a:p>
            <a:r>
              <a:rPr lang="ko-KR" altLang="en-US" sz="1000" b="1" dirty="0">
                <a:latin typeface="맑은 고딕" panose="020B0503020000020004" pitchFamily="50" charset="-127"/>
                <a:ea typeface="맑은 고딕" panose="020B0503020000020004" pitchFamily="50" charset="-127"/>
              </a:rPr>
              <a:t>○ 반품 보류</a:t>
            </a:r>
            <a:endParaRPr lang="ko-KR" altLang="en-US" sz="1000" dirty="0"/>
          </a:p>
        </p:txBody>
      </p:sp>
      <p:graphicFrame>
        <p:nvGraphicFramePr>
          <p:cNvPr id="38" name="표 4">
            <a:extLst>
              <a:ext uri="{FF2B5EF4-FFF2-40B4-BE49-F238E27FC236}">
                <a16:creationId xmlns:a16="http://schemas.microsoft.com/office/drawing/2014/main" id="{ED5F590F-F907-44B0-866E-58855EB30389}"/>
              </a:ext>
            </a:extLst>
          </p:cNvPr>
          <p:cNvGraphicFramePr>
            <a:graphicFrameLocks noGrp="1"/>
          </p:cNvGraphicFramePr>
          <p:nvPr>
            <p:extLst>
              <p:ext uri="{D42A27DB-BD31-4B8C-83A1-F6EECF244321}">
                <p14:modId xmlns:p14="http://schemas.microsoft.com/office/powerpoint/2010/main" val="2807178781"/>
              </p:ext>
            </p:extLst>
          </p:nvPr>
        </p:nvGraphicFramePr>
        <p:xfrm>
          <a:off x="-667263" y="5514321"/>
          <a:ext cx="5804912" cy="426720"/>
        </p:xfrm>
        <a:graphic>
          <a:graphicData uri="http://schemas.openxmlformats.org/drawingml/2006/table">
            <a:tbl>
              <a:tblPr firstRow="1" bandRow="1">
                <a:tableStyleId>{5940675A-B579-460E-94D1-54222C63F5DA}</a:tableStyleId>
              </a:tblPr>
              <a:tblGrid>
                <a:gridCol w="831304">
                  <a:extLst>
                    <a:ext uri="{9D8B030D-6E8A-4147-A177-3AD203B41FA5}">
                      <a16:colId xmlns:a16="http://schemas.microsoft.com/office/drawing/2014/main" val="3684204346"/>
                    </a:ext>
                  </a:extLst>
                </a:gridCol>
                <a:gridCol w="2071152">
                  <a:extLst>
                    <a:ext uri="{9D8B030D-6E8A-4147-A177-3AD203B41FA5}">
                      <a16:colId xmlns:a16="http://schemas.microsoft.com/office/drawing/2014/main" val="1934738033"/>
                    </a:ext>
                  </a:extLst>
                </a:gridCol>
                <a:gridCol w="1005968">
                  <a:extLst>
                    <a:ext uri="{9D8B030D-6E8A-4147-A177-3AD203B41FA5}">
                      <a16:colId xmlns:a16="http://schemas.microsoft.com/office/drawing/2014/main" val="189309699"/>
                    </a:ext>
                  </a:extLst>
                </a:gridCol>
                <a:gridCol w="1896488">
                  <a:extLst>
                    <a:ext uri="{9D8B030D-6E8A-4147-A177-3AD203B41FA5}">
                      <a16:colId xmlns:a16="http://schemas.microsoft.com/office/drawing/2014/main" val="3675772040"/>
                    </a:ext>
                  </a:extLst>
                </a:gridCol>
              </a:tblGrid>
              <a:tr h="0">
                <a:tc>
                  <a:txBody>
                    <a:bodyPr/>
                    <a:lstStyle/>
                    <a:p>
                      <a:pPr algn="ctr" latinLnBrk="1"/>
                      <a:r>
                        <a:rPr lang="ko-KR" altLang="en-US" sz="800" b="0" dirty="0">
                          <a:solidFill>
                            <a:schemeClr val="tx1"/>
                          </a:solidFill>
                        </a:rPr>
                        <a:t>반품 주문번호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Me9-12222112121</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반품 요청일시</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2024-10-01 09:02:12</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25709569"/>
                  </a:ext>
                </a:extLst>
              </a:tr>
              <a:tr h="0">
                <a:tc>
                  <a:txBody>
                    <a:bodyPr/>
                    <a:lstStyle/>
                    <a:p>
                      <a:pPr algn="ctr" latinLnBrk="1"/>
                      <a:r>
                        <a:rPr lang="ko-KR" altLang="en-US" sz="800" b="0" dirty="0">
                          <a:solidFill>
                            <a:schemeClr val="tx1"/>
                          </a:solidFill>
                        </a:rPr>
                        <a:t>판매처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gridSpan="3">
                  <a:txBody>
                    <a:bodyPr/>
                    <a:lstStyle/>
                    <a:p>
                      <a:pPr algn="l" latinLnBrk="1"/>
                      <a:r>
                        <a:rPr lang="en-US" altLang="ko-KR" sz="800" dirty="0"/>
                        <a:t>Shop</a:t>
                      </a:r>
                      <a:r>
                        <a:rPr lang="ko-KR" altLang="en-US" sz="800" dirty="0" err="1"/>
                        <a:t>채널명</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hMerge="1">
                  <a:txBody>
                    <a:bodyPr/>
                    <a:lstStyle/>
                    <a:p>
                      <a:pPr algn="ctr" latinLnBrk="1"/>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801681561"/>
                  </a:ext>
                </a:extLst>
              </a:tr>
            </a:tbl>
          </a:graphicData>
        </a:graphic>
      </p:graphicFrame>
      <p:graphicFrame>
        <p:nvGraphicFramePr>
          <p:cNvPr id="39" name="표 38">
            <a:extLst>
              <a:ext uri="{FF2B5EF4-FFF2-40B4-BE49-F238E27FC236}">
                <a16:creationId xmlns:a16="http://schemas.microsoft.com/office/drawing/2014/main" id="{DBE83F27-6C1D-4F6C-979C-52E16E6C4141}"/>
              </a:ext>
            </a:extLst>
          </p:cNvPr>
          <p:cNvGraphicFramePr>
            <a:graphicFrameLocks noGrp="1"/>
          </p:cNvGraphicFramePr>
          <p:nvPr>
            <p:extLst>
              <p:ext uri="{D42A27DB-BD31-4B8C-83A1-F6EECF244321}">
                <p14:modId xmlns:p14="http://schemas.microsoft.com/office/powerpoint/2010/main" val="2484258422"/>
              </p:ext>
            </p:extLst>
          </p:nvPr>
        </p:nvGraphicFramePr>
        <p:xfrm>
          <a:off x="-667260" y="6076478"/>
          <a:ext cx="5804909" cy="426720"/>
        </p:xfrm>
        <a:graphic>
          <a:graphicData uri="http://schemas.openxmlformats.org/drawingml/2006/table">
            <a:tbl>
              <a:tblPr firstRow="1" bandRow="1">
                <a:tableStyleId>{5C22544A-7EE6-4342-B048-85BDC9FD1C3A}</a:tableStyleId>
              </a:tblPr>
              <a:tblGrid>
                <a:gridCol w="1030233">
                  <a:extLst>
                    <a:ext uri="{9D8B030D-6E8A-4147-A177-3AD203B41FA5}">
                      <a16:colId xmlns:a16="http://schemas.microsoft.com/office/drawing/2014/main" val="3580568890"/>
                    </a:ext>
                  </a:extLst>
                </a:gridCol>
                <a:gridCol w="2299046">
                  <a:extLst>
                    <a:ext uri="{9D8B030D-6E8A-4147-A177-3AD203B41FA5}">
                      <a16:colId xmlns:a16="http://schemas.microsoft.com/office/drawing/2014/main" val="20004"/>
                    </a:ext>
                  </a:extLst>
                </a:gridCol>
                <a:gridCol w="950560">
                  <a:extLst>
                    <a:ext uri="{9D8B030D-6E8A-4147-A177-3AD203B41FA5}">
                      <a16:colId xmlns:a16="http://schemas.microsoft.com/office/drawing/2014/main" val="20005"/>
                    </a:ext>
                  </a:extLst>
                </a:gridCol>
                <a:gridCol w="655555">
                  <a:extLst>
                    <a:ext uri="{9D8B030D-6E8A-4147-A177-3AD203B41FA5}">
                      <a16:colId xmlns:a16="http://schemas.microsoft.com/office/drawing/2014/main" val="20006"/>
                    </a:ext>
                  </a:extLst>
                </a:gridCol>
                <a:gridCol w="869515">
                  <a:extLst>
                    <a:ext uri="{9D8B030D-6E8A-4147-A177-3AD203B41FA5}">
                      <a16:colId xmlns:a16="http://schemas.microsoft.com/office/drawing/2014/main" val="20009"/>
                    </a:ext>
                  </a:extLst>
                </a:gridCol>
              </a:tblGrid>
              <a:tr h="0">
                <a:tc>
                  <a:txBody>
                    <a:bodyPr/>
                    <a:lstStyle/>
                    <a:p>
                      <a:pPr algn="ctr" latinLnBrk="1"/>
                      <a:r>
                        <a:rPr lang="ko-KR" altLang="en-US" sz="800" b="1" dirty="0">
                          <a:solidFill>
                            <a:schemeClr val="tx1"/>
                          </a:solidFill>
                        </a:rPr>
                        <a:t>주문상태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반품회수완료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8"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8"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8"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graphicFrame>
        <p:nvGraphicFramePr>
          <p:cNvPr id="40" name="표 39">
            <a:extLst>
              <a:ext uri="{FF2B5EF4-FFF2-40B4-BE49-F238E27FC236}">
                <a16:creationId xmlns:a16="http://schemas.microsoft.com/office/drawing/2014/main" id="{E0E22590-F993-4FE6-B932-DBF841F17EAA}"/>
              </a:ext>
            </a:extLst>
          </p:cNvPr>
          <p:cNvGraphicFramePr>
            <a:graphicFrameLocks noGrp="1"/>
          </p:cNvGraphicFramePr>
          <p:nvPr>
            <p:extLst>
              <p:ext uri="{D42A27DB-BD31-4B8C-83A1-F6EECF244321}">
                <p14:modId xmlns:p14="http://schemas.microsoft.com/office/powerpoint/2010/main" val="3078196029"/>
              </p:ext>
            </p:extLst>
          </p:nvPr>
        </p:nvGraphicFramePr>
        <p:xfrm>
          <a:off x="-667261" y="6638635"/>
          <a:ext cx="5804910" cy="847191"/>
        </p:xfrm>
        <a:graphic>
          <a:graphicData uri="http://schemas.openxmlformats.org/drawingml/2006/table">
            <a:tbl>
              <a:tblPr firstRow="1" bandRow="1">
                <a:tableStyleId>{5C22544A-7EE6-4342-B048-85BDC9FD1C3A}</a:tableStyleId>
              </a:tblPr>
              <a:tblGrid>
                <a:gridCol w="830796">
                  <a:extLst>
                    <a:ext uri="{9D8B030D-6E8A-4147-A177-3AD203B41FA5}">
                      <a16:colId xmlns:a16="http://schemas.microsoft.com/office/drawing/2014/main" val="3580568890"/>
                    </a:ext>
                  </a:extLst>
                </a:gridCol>
                <a:gridCol w="4974114">
                  <a:extLst>
                    <a:ext uri="{9D8B030D-6E8A-4147-A177-3AD203B41FA5}">
                      <a16:colId xmlns:a16="http://schemas.microsoft.com/office/drawing/2014/main" val="20004"/>
                    </a:ext>
                  </a:extLst>
                </a:gridCol>
              </a:tblGrid>
              <a:tr h="847191">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보류 사유</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42" name="직사각형 41">
            <a:extLst>
              <a:ext uri="{FF2B5EF4-FFF2-40B4-BE49-F238E27FC236}">
                <a16:creationId xmlns:a16="http://schemas.microsoft.com/office/drawing/2014/main" id="{C71F4D6E-1D37-4910-A8CE-4244FDCAB8AC}"/>
              </a:ext>
            </a:extLst>
          </p:cNvPr>
          <p:cNvSpPr/>
          <p:nvPr/>
        </p:nvSpPr>
        <p:spPr>
          <a:xfrm>
            <a:off x="244650" y="6691506"/>
            <a:ext cx="4761213" cy="70948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보류 사유를 입력해 주세요</a:t>
            </a:r>
            <a:r>
              <a:rPr lang="en-US" altLang="ko-KR" sz="800" dirty="0">
                <a:solidFill>
                  <a:schemeClr val="tx1">
                    <a:lumMod val="50000"/>
                    <a:lumOff val="50000"/>
                  </a:schemeClr>
                </a:solidFill>
              </a:rPr>
              <a:t>.</a:t>
            </a:r>
          </a:p>
          <a:p>
            <a:endParaRPr lang="en-US" altLang="ko-KR" sz="800" dirty="0">
              <a:solidFill>
                <a:schemeClr val="tx1">
                  <a:lumMod val="50000"/>
                  <a:lumOff val="50000"/>
                </a:schemeClr>
              </a:solidFill>
            </a:endParaRPr>
          </a:p>
          <a:p>
            <a:endParaRPr lang="en-US" altLang="ko-KR" sz="800" dirty="0">
              <a:solidFill>
                <a:schemeClr val="tx1">
                  <a:lumMod val="50000"/>
                  <a:lumOff val="50000"/>
                </a:schemeClr>
              </a:solidFill>
            </a:endParaRPr>
          </a:p>
          <a:p>
            <a:endParaRPr lang="en-US" altLang="ko-KR" sz="800" dirty="0">
              <a:solidFill>
                <a:schemeClr val="tx1">
                  <a:lumMod val="50000"/>
                  <a:lumOff val="50000"/>
                </a:schemeClr>
              </a:solidFill>
            </a:endParaRPr>
          </a:p>
          <a:p>
            <a:endParaRPr lang="en-US" altLang="ko-KR" sz="800" dirty="0">
              <a:solidFill>
                <a:schemeClr val="tx1">
                  <a:lumMod val="50000"/>
                  <a:lumOff val="50000"/>
                </a:schemeClr>
              </a:solidFill>
            </a:endParaRPr>
          </a:p>
        </p:txBody>
      </p:sp>
      <p:sp>
        <p:nvSpPr>
          <p:cNvPr id="43" name="직사각형 42">
            <a:extLst>
              <a:ext uri="{FF2B5EF4-FFF2-40B4-BE49-F238E27FC236}">
                <a16:creationId xmlns:a16="http://schemas.microsoft.com/office/drawing/2014/main" id="{4EF29C4A-794A-44E7-BB2F-D6CA3ABB29DA}"/>
              </a:ext>
            </a:extLst>
          </p:cNvPr>
          <p:cNvSpPr/>
          <p:nvPr/>
        </p:nvSpPr>
        <p:spPr>
          <a:xfrm>
            <a:off x="1482725" y="7800505"/>
            <a:ext cx="1504934" cy="27550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b="1" dirty="0">
                <a:solidFill>
                  <a:schemeClr val="bg1"/>
                </a:solidFill>
              </a:rPr>
              <a:t>반품보류</a:t>
            </a:r>
            <a:endParaRPr lang="en-US" altLang="ko-KR" sz="1000" b="1" dirty="0">
              <a:solidFill>
                <a:schemeClr val="bg1"/>
              </a:solidFill>
            </a:endParaRPr>
          </a:p>
        </p:txBody>
      </p:sp>
      <p:sp>
        <p:nvSpPr>
          <p:cNvPr id="14" name="TextBox 13">
            <a:extLst>
              <a:ext uri="{FF2B5EF4-FFF2-40B4-BE49-F238E27FC236}">
                <a16:creationId xmlns:a16="http://schemas.microsoft.com/office/drawing/2014/main" id="{FF45FD00-5A56-47CF-B5AB-2B03A3F7E36A}"/>
              </a:ext>
            </a:extLst>
          </p:cNvPr>
          <p:cNvSpPr txBox="1"/>
          <p:nvPr/>
        </p:nvSpPr>
        <p:spPr>
          <a:xfrm>
            <a:off x="-1013322" y="4833789"/>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cxnSp>
        <p:nvCxnSpPr>
          <p:cNvPr id="8" name="직선 화살표 연결선 7">
            <a:extLst>
              <a:ext uri="{FF2B5EF4-FFF2-40B4-BE49-F238E27FC236}">
                <a16:creationId xmlns:a16="http://schemas.microsoft.com/office/drawing/2014/main" id="{EA200D40-E155-4B37-833C-2DFFAEDB3F72}"/>
              </a:ext>
            </a:extLst>
          </p:cNvPr>
          <p:cNvCxnSpPr>
            <a:cxnSpLocks/>
            <a:stCxn id="7" idx="4"/>
          </p:cNvCxnSpPr>
          <p:nvPr/>
        </p:nvCxnSpPr>
        <p:spPr>
          <a:xfrm>
            <a:off x="2494069" y="4563242"/>
            <a:ext cx="39475" cy="569098"/>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41" name="표 40">
            <a:extLst>
              <a:ext uri="{FF2B5EF4-FFF2-40B4-BE49-F238E27FC236}">
                <a16:creationId xmlns:a16="http://schemas.microsoft.com/office/drawing/2014/main" id="{154F9C81-8B92-42D2-B753-9C5C437500F4}"/>
              </a:ext>
            </a:extLst>
          </p:cNvPr>
          <p:cNvGraphicFramePr>
            <a:graphicFrameLocks noGrp="1"/>
          </p:cNvGraphicFramePr>
          <p:nvPr>
            <p:extLst>
              <p:ext uri="{D42A27DB-BD31-4B8C-83A1-F6EECF244321}">
                <p14:modId xmlns:p14="http://schemas.microsoft.com/office/powerpoint/2010/main" val="3064188153"/>
              </p:ext>
            </p:extLst>
          </p:nvPr>
        </p:nvGraphicFramePr>
        <p:xfrm>
          <a:off x="10171774" y="22159"/>
          <a:ext cx="1979018" cy="291187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RF-02-07-05-2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a:t>주문목록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상세 보기 </a:t>
                      </a:r>
                      <a:r>
                        <a:rPr lang="en-US" altLang="ko-KR" sz="800" dirty="0"/>
                        <a:t>&gt; </a:t>
                      </a:r>
                      <a:r>
                        <a:rPr lang="ko-KR" altLang="en-US" sz="800" dirty="0"/>
                        <a:t>반품 주문</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반품 주문을 처리하는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반품 보류 상태로 전환하는 화면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반품 회수 완료 상태가 아닐 경우 반품 보류 상태로 전환 불가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반품 철회 상태로 변경할 경우 보여지는 </a:t>
                      </a:r>
                      <a:r>
                        <a:rPr lang="ko-KR" altLang="en-US" sz="800" b="0" dirty="0" err="1">
                          <a:solidFill>
                            <a:schemeClr val="tx1"/>
                          </a:solidFill>
                        </a:rPr>
                        <a:t>메세지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반품 요청 상태가 아닐 경우 반품 철회 상태로 전환 불가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82562567"/>
                  </a:ext>
                </a:extLst>
              </a:tr>
            </a:tbl>
          </a:graphicData>
        </a:graphic>
      </p:graphicFrame>
    </p:spTree>
    <p:extLst>
      <p:ext uri="{BB962C8B-B14F-4D97-AF65-F5344CB8AC3E}">
        <p14:creationId xmlns:p14="http://schemas.microsoft.com/office/powerpoint/2010/main" val="3340504814"/>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D891351A-134B-4E77-909E-DE0EE4C33D36}"/>
              </a:ext>
            </a:extLst>
          </p:cNvPr>
          <p:cNvSpPr/>
          <p:nvPr/>
        </p:nvSpPr>
        <p:spPr>
          <a:xfrm>
            <a:off x="1100499" y="5046134"/>
            <a:ext cx="6231194" cy="3047999"/>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3" name="Image">
            <a:extLst>
              <a:ext uri="{FF2B5EF4-FFF2-40B4-BE49-F238E27FC236}">
                <a16:creationId xmlns:a16="http://schemas.microsoft.com/office/drawing/2014/main" id="{901D59FB-C8A7-4AA9-99EF-A86A93BADB72}"/>
              </a:ext>
            </a:extLst>
          </p:cNvPr>
          <p:cNvGrpSpPr>
            <a:grpSpLocks/>
          </p:cNvGrpSpPr>
          <p:nvPr/>
        </p:nvGrpSpPr>
        <p:grpSpPr bwMode="auto">
          <a:xfrm>
            <a:off x="6986767" y="5166329"/>
            <a:ext cx="263570" cy="250457"/>
            <a:chOff x="508000" y="1397000"/>
            <a:chExt cx="1008112" cy="1008112"/>
          </a:xfrm>
        </p:grpSpPr>
        <p:sp>
          <p:nvSpPr>
            <p:cNvPr id="4" name="Border">
              <a:extLst>
                <a:ext uri="{FF2B5EF4-FFF2-40B4-BE49-F238E27FC236}">
                  <a16:creationId xmlns:a16="http://schemas.microsoft.com/office/drawing/2014/main" id="{AC0D266A-7A66-4B83-BDE2-8DB42401B801}"/>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5F5F5F"/>
                </a:solidFill>
                <a:latin typeface="Segoe UI" panose="020B0502040204020203" pitchFamily="34" charset="0"/>
                <a:cs typeface="Segoe UI" panose="020B0502040204020203" pitchFamily="34" charset="0"/>
              </a:endParaRPr>
            </a:p>
          </p:txBody>
        </p:sp>
        <p:sp>
          <p:nvSpPr>
            <p:cNvPr id="5" name="Line 2">
              <a:extLst>
                <a:ext uri="{FF2B5EF4-FFF2-40B4-BE49-F238E27FC236}">
                  <a16:creationId xmlns:a16="http://schemas.microsoft.com/office/drawing/2014/main" id="{3A2A2632-0BD1-49A2-A6E9-8F1C6724A92D}"/>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 name="Line 1">
              <a:extLst>
                <a:ext uri="{FF2B5EF4-FFF2-40B4-BE49-F238E27FC236}">
                  <a16:creationId xmlns:a16="http://schemas.microsoft.com/office/drawing/2014/main" id="{60333326-3E93-46BB-B579-D0C0FEEFE83A}"/>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7" name="TextBox 6">
            <a:extLst>
              <a:ext uri="{FF2B5EF4-FFF2-40B4-BE49-F238E27FC236}">
                <a16:creationId xmlns:a16="http://schemas.microsoft.com/office/drawing/2014/main" id="{FAF79DBB-5AC3-4593-9F12-4E4437235AAD}"/>
              </a:ext>
            </a:extLst>
          </p:cNvPr>
          <p:cNvSpPr txBox="1"/>
          <p:nvPr/>
        </p:nvSpPr>
        <p:spPr>
          <a:xfrm>
            <a:off x="1219574" y="5154022"/>
            <a:ext cx="1172116" cy="246221"/>
          </a:xfrm>
          <a:prstGeom prst="rect">
            <a:avLst/>
          </a:prstGeom>
          <a:noFill/>
        </p:spPr>
        <p:txBody>
          <a:bodyPr wrap="none" rtlCol="0">
            <a:spAutoFit/>
          </a:bodyPr>
          <a:lstStyle/>
          <a:p>
            <a:r>
              <a:rPr lang="ko-KR" altLang="en-US" sz="1000" b="1" dirty="0">
                <a:latin typeface="맑은 고딕" panose="020B0503020000020004" pitchFamily="50" charset="-127"/>
                <a:ea typeface="맑은 고딕" panose="020B0503020000020004" pitchFamily="50" charset="-127"/>
              </a:rPr>
              <a:t>○ 송장정보 변경</a:t>
            </a:r>
            <a:endParaRPr lang="ko-KR" altLang="en-US" sz="1000" dirty="0"/>
          </a:p>
        </p:txBody>
      </p:sp>
      <p:graphicFrame>
        <p:nvGraphicFramePr>
          <p:cNvPr id="9" name="표 8">
            <a:extLst>
              <a:ext uri="{FF2B5EF4-FFF2-40B4-BE49-F238E27FC236}">
                <a16:creationId xmlns:a16="http://schemas.microsoft.com/office/drawing/2014/main" id="{7988A30B-51DD-4CEF-83CE-3EA80FBA891D}"/>
              </a:ext>
            </a:extLst>
          </p:cNvPr>
          <p:cNvGraphicFramePr>
            <a:graphicFrameLocks noGrp="1"/>
          </p:cNvGraphicFramePr>
          <p:nvPr>
            <p:extLst>
              <p:ext uri="{D42A27DB-BD31-4B8C-83A1-F6EECF244321}">
                <p14:modId xmlns:p14="http://schemas.microsoft.com/office/powerpoint/2010/main" val="122280688"/>
              </p:ext>
            </p:extLst>
          </p:nvPr>
        </p:nvGraphicFramePr>
        <p:xfrm>
          <a:off x="1313642" y="6556805"/>
          <a:ext cx="5804910" cy="517680"/>
        </p:xfrm>
        <a:graphic>
          <a:graphicData uri="http://schemas.openxmlformats.org/drawingml/2006/table">
            <a:tbl>
              <a:tblPr firstRow="1" bandRow="1">
                <a:tableStyleId>{5C22544A-7EE6-4342-B048-85BDC9FD1C3A}</a:tableStyleId>
              </a:tblPr>
              <a:tblGrid>
                <a:gridCol w="908447">
                  <a:extLst>
                    <a:ext uri="{9D8B030D-6E8A-4147-A177-3AD203B41FA5}">
                      <a16:colId xmlns:a16="http://schemas.microsoft.com/office/drawing/2014/main" val="3580568890"/>
                    </a:ext>
                  </a:extLst>
                </a:gridCol>
                <a:gridCol w="4896463">
                  <a:extLst>
                    <a:ext uri="{9D8B030D-6E8A-4147-A177-3AD203B41FA5}">
                      <a16:colId xmlns:a16="http://schemas.microsoft.com/office/drawing/2014/main" val="20004"/>
                    </a:ext>
                  </a:extLst>
                </a:gridCol>
              </a:tblGrid>
              <a:tr h="258840">
                <a:tc>
                  <a:txBody>
                    <a:bodyPr/>
                    <a:lstStyle/>
                    <a:p>
                      <a:pPr algn="ctr" latinLnBrk="1"/>
                      <a:r>
                        <a:rPr lang="ko-KR" altLang="en-US" sz="800" b="0" dirty="0" err="1">
                          <a:solidFill>
                            <a:schemeClr val="tx1"/>
                          </a:solidFill>
                        </a:rPr>
                        <a:t>택배사</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l" latinLnBrk="1"/>
                      <a:endParaRPr lang="ko-KR" altLang="en-US" sz="800" b="0" u="none"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25884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송장번호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schemeClr val="tx1"/>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11" name="TextBox 10">
            <a:extLst>
              <a:ext uri="{FF2B5EF4-FFF2-40B4-BE49-F238E27FC236}">
                <a16:creationId xmlns:a16="http://schemas.microsoft.com/office/drawing/2014/main" id="{23566688-AF3A-405E-BF24-C6BC41AE2E14}"/>
              </a:ext>
            </a:extLst>
          </p:cNvPr>
          <p:cNvSpPr txBox="1"/>
          <p:nvPr/>
        </p:nvSpPr>
        <p:spPr>
          <a:xfrm>
            <a:off x="1219574" y="6282158"/>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배송정보</a:t>
            </a:r>
            <a:endParaRPr lang="ko-KR" altLang="en-US" sz="900" dirty="0"/>
          </a:p>
        </p:txBody>
      </p:sp>
      <p:sp>
        <p:nvSpPr>
          <p:cNvPr id="12" name="직사각형 11">
            <a:extLst>
              <a:ext uri="{FF2B5EF4-FFF2-40B4-BE49-F238E27FC236}">
                <a16:creationId xmlns:a16="http://schemas.microsoft.com/office/drawing/2014/main" id="{B434D735-0BF2-4625-BB69-3F61BCD26710}"/>
              </a:ext>
            </a:extLst>
          </p:cNvPr>
          <p:cNvSpPr/>
          <p:nvPr/>
        </p:nvSpPr>
        <p:spPr>
          <a:xfrm>
            <a:off x="3705586" y="7364788"/>
            <a:ext cx="1021019" cy="27550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b="1" dirty="0">
                <a:solidFill>
                  <a:schemeClr val="bg1"/>
                </a:solidFill>
              </a:rPr>
              <a:t>변경하기</a:t>
            </a:r>
            <a:endParaRPr lang="en-US" altLang="ko-KR" sz="1000" b="1" dirty="0">
              <a:solidFill>
                <a:schemeClr val="bg1"/>
              </a:solidFill>
            </a:endParaRPr>
          </a:p>
        </p:txBody>
      </p:sp>
      <p:sp>
        <p:nvSpPr>
          <p:cNvPr id="13" name="직사각형 12">
            <a:extLst>
              <a:ext uri="{FF2B5EF4-FFF2-40B4-BE49-F238E27FC236}">
                <a16:creationId xmlns:a16="http://schemas.microsoft.com/office/drawing/2014/main" id="{FA474BA4-20CB-43E3-B10A-533BED344E89}"/>
              </a:ext>
            </a:extLst>
          </p:cNvPr>
          <p:cNvSpPr/>
          <p:nvPr/>
        </p:nvSpPr>
        <p:spPr>
          <a:xfrm>
            <a:off x="2292304" y="6597252"/>
            <a:ext cx="1758935"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직접배송                             ▼</a:t>
            </a:r>
            <a:endParaRPr lang="en-US" altLang="ko-KR" sz="800" dirty="0">
              <a:solidFill>
                <a:schemeClr val="tx1">
                  <a:lumMod val="50000"/>
                  <a:lumOff val="50000"/>
                </a:schemeClr>
              </a:solidFill>
            </a:endParaRPr>
          </a:p>
        </p:txBody>
      </p:sp>
      <p:sp>
        <p:nvSpPr>
          <p:cNvPr id="14" name="직사각형 13">
            <a:extLst>
              <a:ext uri="{FF2B5EF4-FFF2-40B4-BE49-F238E27FC236}">
                <a16:creationId xmlns:a16="http://schemas.microsoft.com/office/drawing/2014/main" id="{7F5547EE-293A-48AA-98A0-F5986689F4B1}"/>
              </a:ext>
            </a:extLst>
          </p:cNvPr>
          <p:cNvSpPr/>
          <p:nvPr/>
        </p:nvSpPr>
        <p:spPr>
          <a:xfrm>
            <a:off x="2292304" y="6852557"/>
            <a:ext cx="4694463"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6" name="타원 15">
            <a:extLst>
              <a:ext uri="{FF2B5EF4-FFF2-40B4-BE49-F238E27FC236}">
                <a16:creationId xmlns:a16="http://schemas.microsoft.com/office/drawing/2014/main" id="{1D1291BA-FF4A-4607-80B0-A4993C46399E}"/>
              </a:ext>
            </a:extLst>
          </p:cNvPr>
          <p:cNvSpPr/>
          <p:nvPr/>
        </p:nvSpPr>
        <p:spPr>
          <a:xfrm>
            <a:off x="3476988" y="4116222"/>
            <a:ext cx="1027280"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7" name="직선 화살표 연결선 16">
            <a:extLst>
              <a:ext uri="{FF2B5EF4-FFF2-40B4-BE49-F238E27FC236}">
                <a16:creationId xmlns:a16="http://schemas.microsoft.com/office/drawing/2014/main" id="{5C41AF58-50D3-4AE9-A4FA-BFFDBE8842F6}"/>
              </a:ext>
            </a:extLst>
          </p:cNvPr>
          <p:cNvCxnSpPr>
            <a:cxnSpLocks/>
            <a:stCxn id="16" idx="4"/>
          </p:cNvCxnSpPr>
          <p:nvPr/>
        </p:nvCxnSpPr>
        <p:spPr>
          <a:xfrm>
            <a:off x="3990628" y="4559846"/>
            <a:ext cx="0" cy="486287"/>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21" name="표 20">
            <a:extLst>
              <a:ext uri="{FF2B5EF4-FFF2-40B4-BE49-F238E27FC236}">
                <a16:creationId xmlns:a16="http://schemas.microsoft.com/office/drawing/2014/main" id="{0DC29403-D885-4A18-B135-33F7F5272408}"/>
              </a:ext>
            </a:extLst>
          </p:cNvPr>
          <p:cNvGraphicFramePr>
            <a:graphicFrameLocks noGrp="1"/>
          </p:cNvGraphicFramePr>
          <p:nvPr>
            <p:extLst>
              <p:ext uri="{D42A27DB-BD31-4B8C-83A1-F6EECF244321}">
                <p14:modId xmlns:p14="http://schemas.microsoft.com/office/powerpoint/2010/main" val="1615148929"/>
              </p:ext>
            </p:extLst>
          </p:nvPr>
        </p:nvGraphicFramePr>
        <p:xfrm>
          <a:off x="1313642" y="5871844"/>
          <a:ext cx="5804911" cy="213360"/>
        </p:xfrm>
        <a:graphic>
          <a:graphicData uri="http://schemas.openxmlformats.org/drawingml/2006/table">
            <a:tbl>
              <a:tblPr firstRow="1" bandRow="1">
                <a:tableStyleId>{5C22544A-7EE6-4342-B048-85BDC9FD1C3A}</a:tableStyleId>
              </a:tblPr>
              <a:tblGrid>
                <a:gridCol w="904625">
                  <a:extLst>
                    <a:ext uri="{9D8B030D-6E8A-4147-A177-3AD203B41FA5}">
                      <a16:colId xmlns:a16="http://schemas.microsoft.com/office/drawing/2014/main" val="3580568890"/>
                    </a:ext>
                  </a:extLst>
                </a:gridCol>
                <a:gridCol w="2006600">
                  <a:extLst>
                    <a:ext uri="{9D8B030D-6E8A-4147-A177-3AD203B41FA5}">
                      <a16:colId xmlns:a16="http://schemas.microsoft.com/office/drawing/2014/main" val="20004"/>
                    </a:ext>
                  </a:extLst>
                </a:gridCol>
                <a:gridCol w="939800">
                  <a:extLst>
                    <a:ext uri="{9D8B030D-6E8A-4147-A177-3AD203B41FA5}">
                      <a16:colId xmlns:a16="http://schemas.microsoft.com/office/drawing/2014/main" val="4044952589"/>
                    </a:ext>
                  </a:extLst>
                </a:gridCol>
                <a:gridCol w="1953886">
                  <a:extLst>
                    <a:ext uri="{9D8B030D-6E8A-4147-A177-3AD203B41FA5}">
                      <a16:colId xmlns:a16="http://schemas.microsoft.com/office/drawing/2014/main" val="505754476"/>
                    </a:ext>
                  </a:extLst>
                </a:gridCol>
              </a:tblGrid>
              <a:tr h="153139">
                <a:tc>
                  <a:txBody>
                    <a:bodyPr/>
                    <a:lstStyle/>
                    <a:p>
                      <a:pPr algn="ctr" latinLnBrk="1"/>
                      <a:r>
                        <a:rPr lang="ko-KR" altLang="en-US" sz="800" b="0" dirty="0" err="1">
                          <a:solidFill>
                            <a:schemeClr val="tx1"/>
                          </a:solidFill>
                        </a:rPr>
                        <a:t>택배사</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l" latinLnBrk="1"/>
                      <a:r>
                        <a:rPr lang="ko-KR" altLang="en-US" sz="800" b="0" u="none" dirty="0" err="1">
                          <a:solidFill>
                            <a:schemeClr val="tx1"/>
                          </a:solidFill>
                        </a:rPr>
                        <a:t>로진택배</a:t>
                      </a:r>
                      <a:endParaRPr lang="ko-KR" altLang="en-US" sz="800" b="0" u="none"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u="none" dirty="0">
                          <a:solidFill>
                            <a:schemeClr val="tx1"/>
                          </a:solidFill>
                        </a:rPr>
                        <a:t>송장번호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mj-ea"/>
                          <a:ea typeface="+mn-ea"/>
                          <a:cs typeface="+mn-cs"/>
                        </a:rPr>
                        <a:t>11122122231</a:t>
                      </a:r>
                      <a:endParaRPr kumimoji="0" lang="ko-KR" altLang="en-US" sz="800" b="0" i="0" u="none" strike="noStrike" kern="1200" cap="none" spc="0" normalizeH="0" baseline="0" noProof="0" dirty="0">
                        <a:ln>
                          <a:noFill/>
                        </a:ln>
                        <a:solidFill>
                          <a:schemeClr val="tx1"/>
                        </a:solidFill>
                        <a:effectLst/>
                        <a:uLnTx/>
                        <a:uFillTx/>
                        <a:latin typeface="+mj-ea"/>
                        <a:ea typeface="+mn-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sp>
        <p:nvSpPr>
          <p:cNvPr id="22" name="TextBox 21">
            <a:extLst>
              <a:ext uri="{FF2B5EF4-FFF2-40B4-BE49-F238E27FC236}">
                <a16:creationId xmlns:a16="http://schemas.microsoft.com/office/drawing/2014/main" id="{FB4CCB45-E420-4220-A4E2-F0369859308B}"/>
              </a:ext>
            </a:extLst>
          </p:cNvPr>
          <p:cNvSpPr txBox="1"/>
          <p:nvPr/>
        </p:nvSpPr>
        <p:spPr>
          <a:xfrm>
            <a:off x="1219574" y="5597197"/>
            <a:ext cx="103265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기존배송정보</a:t>
            </a:r>
            <a:endParaRPr lang="ko-KR" altLang="en-US" sz="900" dirty="0"/>
          </a:p>
        </p:txBody>
      </p:sp>
      <p:graphicFrame>
        <p:nvGraphicFramePr>
          <p:cNvPr id="18" name="표 17">
            <a:extLst>
              <a:ext uri="{FF2B5EF4-FFF2-40B4-BE49-F238E27FC236}">
                <a16:creationId xmlns:a16="http://schemas.microsoft.com/office/drawing/2014/main" id="{9F53C0DC-462B-4ABD-95F7-6D36FD5BBADA}"/>
              </a:ext>
            </a:extLst>
          </p:cNvPr>
          <p:cNvGraphicFramePr>
            <a:graphicFrameLocks noGrp="1"/>
          </p:cNvGraphicFramePr>
          <p:nvPr>
            <p:extLst>
              <p:ext uri="{D42A27DB-BD31-4B8C-83A1-F6EECF244321}">
                <p14:modId xmlns:p14="http://schemas.microsoft.com/office/powerpoint/2010/main" val="3295265625"/>
              </p:ext>
            </p:extLst>
          </p:nvPr>
        </p:nvGraphicFramePr>
        <p:xfrm>
          <a:off x="10171774" y="22159"/>
          <a:ext cx="1979018" cy="18755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RF-02-07-05-3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a:t>주문목록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상세 보기 </a:t>
                      </a:r>
                      <a:r>
                        <a:rPr lang="en-US" altLang="ko-KR" sz="800" dirty="0"/>
                        <a:t>&gt; </a:t>
                      </a:r>
                      <a:r>
                        <a:rPr lang="ko-KR" altLang="en-US" sz="800" dirty="0"/>
                        <a:t>반품 주문</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반품 주문을 처리하는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송장 정보 변경 화면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송장 정보 변경 버튼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
        <p:nvSpPr>
          <p:cNvPr id="19" name="TextBox 18">
            <a:extLst>
              <a:ext uri="{FF2B5EF4-FFF2-40B4-BE49-F238E27FC236}">
                <a16:creationId xmlns:a16="http://schemas.microsoft.com/office/drawing/2014/main" id="{FF45FD00-5A56-47CF-B5AB-2B03A3F7E36A}"/>
              </a:ext>
            </a:extLst>
          </p:cNvPr>
          <p:cNvSpPr txBox="1"/>
          <p:nvPr/>
        </p:nvSpPr>
        <p:spPr>
          <a:xfrm>
            <a:off x="4216095" y="4427491"/>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20" name="TextBox 19">
            <a:extLst>
              <a:ext uri="{FF2B5EF4-FFF2-40B4-BE49-F238E27FC236}">
                <a16:creationId xmlns:a16="http://schemas.microsoft.com/office/drawing/2014/main" id="{FF45FD00-5A56-47CF-B5AB-2B03A3F7E36A}"/>
              </a:ext>
            </a:extLst>
          </p:cNvPr>
          <p:cNvSpPr txBox="1"/>
          <p:nvPr/>
        </p:nvSpPr>
        <p:spPr>
          <a:xfrm>
            <a:off x="4600609" y="7231464"/>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2567088676"/>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481E1C45-676C-4E31-B924-C5AD6C027859}"/>
              </a:ext>
            </a:extLst>
          </p:cNvPr>
          <p:cNvGraphicFramePr>
            <a:graphicFrameLocks noGrp="1"/>
          </p:cNvGraphicFramePr>
          <p:nvPr>
            <p:extLst>
              <p:ext uri="{D42A27DB-BD31-4B8C-83A1-F6EECF244321}">
                <p14:modId xmlns:p14="http://schemas.microsoft.com/office/powerpoint/2010/main" val="3662573387"/>
              </p:ext>
            </p:extLst>
          </p:nvPr>
        </p:nvGraphicFramePr>
        <p:xfrm>
          <a:off x="10171774" y="22159"/>
          <a:ext cx="1979018" cy="178411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RF-02-07-06</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a:t>주문목록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상세 보기 </a:t>
                      </a:r>
                      <a:r>
                        <a:rPr lang="en-US" altLang="ko-KR" sz="800" dirty="0"/>
                        <a:t>&gt; </a:t>
                      </a:r>
                      <a:r>
                        <a:rPr lang="ko-KR" altLang="en-US" sz="800" dirty="0"/>
                        <a:t>교환 주문</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주문 상세 보기의 교환 주문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주문항목으로 좌우로 스크롤이 가능</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3" name="TextBox 2">
            <a:extLst>
              <a:ext uri="{FF2B5EF4-FFF2-40B4-BE49-F238E27FC236}">
                <a16:creationId xmlns:a16="http://schemas.microsoft.com/office/drawing/2014/main" id="{FF45FD00-5A56-47CF-B5AB-2B03A3F7E36A}"/>
              </a:ext>
            </a:extLst>
          </p:cNvPr>
          <p:cNvSpPr txBox="1"/>
          <p:nvPr/>
        </p:nvSpPr>
        <p:spPr>
          <a:xfrm>
            <a:off x="248103" y="4226155"/>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1620124412"/>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Window Outer">
            <a:extLst>
              <a:ext uri="{FF2B5EF4-FFF2-40B4-BE49-F238E27FC236}">
                <a16:creationId xmlns:a16="http://schemas.microsoft.com/office/drawing/2014/main" id="{D522DD96-D42D-4460-A15E-5164518C64F8}"/>
              </a:ext>
            </a:extLst>
          </p:cNvPr>
          <p:cNvSpPr/>
          <p:nvPr>
            <p:custDataLst>
              <p:tags r:id="rId1"/>
            </p:custDataLst>
          </p:nvPr>
        </p:nvSpPr>
        <p:spPr>
          <a:xfrm>
            <a:off x="255378" y="5400547"/>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sz="1000" b="1" dirty="0">
                <a:solidFill>
                  <a:schemeClr val="bg1"/>
                </a:solidFill>
                <a:latin typeface="Calibri" pitchFamily="34" charset="0"/>
                <a:cs typeface="Calibri" pitchFamily="34" charset="0"/>
              </a:rPr>
              <a:t>Confirm</a:t>
            </a:r>
          </a:p>
        </p:txBody>
      </p:sp>
      <p:sp>
        <p:nvSpPr>
          <p:cNvPr id="19" name="Window Inner">
            <a:extLst>
              <a:ext uri="{FF2B5EF4-FFF2-40B4-BE49-F238E27FC236}">
                <a16:creationId xmlns:a16="http://schemas.microsoft.com/office/drawing/2014/main" id="{2CE87F58-B1D3-45B7-AAE3-A9BBDD422AA6}"/>
              </a:ext>
            </a:extLst>
          </p:cNvPr>
          <p:cNvSpPr/>
          <p:nvPr>
            <p:custDataLst>
              <p:tags r:id="rId2"/>
            </p:custDataLst>
          </p:nvPr>
        </p:nvSpPr>
        <p:spPr>
          <a:xfrm>
            <a:off x="295594" y="5606922"/>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20" name="TextBox 19">
            <a:extLst>
              <a:ext uri="{FF2B5EF4-FFF2-40B4-BE49-F238E27FC236}">
                <a16:creationId xmlns:a16="http://schemas.microsoft.com/office/drawing/2014/main" id="{E504C04B-9997-4480-BD89-7FB0F22A8603}"/>
              </a:ext>
            </a:extLst>
          </p:cNvPr>
          <p:cNvSpPr txBox="1"/>
          <p:nvPr/>
        </p:nvSpPr>
        <p:spPr>
          <a:xfrm>
            <a:off x="1110110" y="5780096"/>
            <a:ext cx="1843774" cy="253211"/>
          </a:xfrm>
          <a:prstGeom prst="rect">
            <a:avLst/>
          </a:prstGeom>
          <a:noFill/>
        </p:spPr>
        <p:txBody>
          <a:bodyPr wrap="none" rtlCol="0">
            <a:spAutoFit/>
          </a:bodyPr>
          <a:lstStyle/>
          <a:p>
            <a:pPr algn="ctr">
              <a:lnSpc>
                <a:spcPct val="150000"/>
              </a:lnSpc>
            </a:pPr>
            <a:r>
              <a:rPr lang="ko-KR" altLang="en-US" sz="800" dirty="0">
                <a:latin typeface="+mn-ea"/>
              </a:rPr>
              <a:t>교환승인 상태로 </a:t>
            </a:r>
            <a:r>
              <a:rPr lang="ko-KR" altLang="en-US" sz="800" dirty="0" err="1">
                <a:latin typeface="+mn-ea"/>
              </a:rPr>
              <a:t>전환하시겠습니까</a:t>
            </a:r>
            <a:r>
              <a:rPr lang="en-US" altLang="ko-KR" sz="800" dirty="0">
                <a:latin typeface="+mn-ea"/>
              </a:rPr>
              <a:t>?</a:t>
            </a:r>
            <a:endParaRPr lang="ko-KR" altLang="en-US" sz="800" dirty="0">
              <a:latin typeface="+mn-ea"/>
            </a:endParaRPr>
          </a:p>
        </p:txBody>
      </p:sp>
      <p:sp>
        <p:nvSpPr>
          <p:cNvPr id="23" name="직사각형 22">
            <a:extLst>
              <a:ext uri="{FF2B5EF4-FFF2-40B4-BE49-F238E27FC236}">
                <a16:creationId xmlns:a16="http://schemas.microsoft.com/office/drawing/2014/main" id="{36B23262-FB47-4011-961C-FDD3D8C59686}"/>
              </a:ext>
            </a:extLst>
          </p:cNvPr>
          <p:cNvSpPr/>
          <p:nvPr/>
        </p:nvSpPr>
        <p:spPr>
          <a:xfrm>
            <a:off x="2058990" y="6392417"/>
            <a:ext cx="632460" cy="273050"/>
          </a:xfrm>
          <a:prstGeom prst="rect">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취소</a:t>
            </a:r>
          </a:p>
        </p:txBody>
      </p:sp>
      <p:sp>
        <p:nvSpPr>
          <p:cNvPr id="24" name="직사각형 23">
            <a:extLst>
              <a:ext uri="{FF2B5EF4-FFF2-40B4-BE49-F238E27FC236}">
                <a16:creationId xmlns:a16="http://schemas.microsoft.com/office/drawing/2014/main" id="{4765003F-5D48-4AA5-9914-F2B9D3A5008C}"/>
              </a:ext>
            </a:extLst>
          </p:cNvPr>
          <p:cNvSpPr/>
          <p:nvPr/>
        </p:nvSpPr>
        <p:spPr>
          <a:xfrm>
            <a:off x="1366840" y="6393687"/>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25" name="타원 24">
            <a:extLst>
              <a:ext uri="{FF2B5EF4-FFF2-40B4-BE49-F238E27FC236}">
                <a16:creationId xmlns:a16="http://schemas.microsoft.com/office/drawing/2014/main" id="{059144A2-0DA1-41A7-A50D-7273257933EB}"/>
              </a:ext>
            </a:extLst>
          </p:cNvPr>
          <p:cNvSpPr/>
          <p:nvPr/>
        </p:nvSpPr>
        <p:spPr>
          <a:xfrm>
            <a:off x="228600" y="4410981"/>
            <a:ext cx="1075266"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6" name="직선 화살표 연결선 25">
            <a:extLst>
              <a:ext uri="{FF2B5EF4-FFF2-40B4-BE49-F238E27FC236}">
                <a16:creationId xmlns:a16="http://schemas.microsoft.com/office/drawing/2014/main" id="{0720530E-7DBF-4C74-B38E-1189B044580D}"/>
              </a:ext>
            </a:extLst>
          </p:cNvPr>
          <p:cNvCxnSpPr>
            <a:cxnSpLocks/>
            <a:stCxn id="25" idx="4"/>
          </p:cNvCxnSpPr>
          <p:nvPr/>
        </p:nvCxnSpPr>
        <p:spPr>
          <a:xfrm>
            <a:off x="766233" y="4854605"/>
            <a:ext cx="0" cy="404438"/>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7" name="Window Outer">
            <a:extLst>
              <a:ext uri="{FF2B5EF4-FFF2-40B4-BE49-F238E27FC236}">
                <a16:creationId xmlns:a16="http://schemas.microsoft.com/office/drawing/2014/main" id="{5D7EAE11-2C31-4137-A7FF-DE44DAEC8F49}"/>
              </a:ext>
            </a:extLst>
          </p:cNvPr>
          <p:cNvSpPr/>
          <p:nvPr>
            <p:custDataLst>
              <p:tags r:id="rId3"/>
            </p:custDataLst>
          </p:nvPr>
        </p:nvSpPr>
        <p:spPr>
          <a:xfrm>
            <a:off x="255378" y="7294116"/>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1000" b="1" dirty="0">
                <a:solidFill>
                  <a:schemeClr val="bg1"/>
                </a:solidFill>
                <a:latin typeface="Calibri" pitchFamily="34" charset="0"/>
                <a:cs typeface="Calibri" pitchFamily="34" charset="0"/>
              </a:rPr>
              <a:t>Alert</a:t>
            </a:r>
          </a:p>
        </p:txBody>
      </p:sp>
      <p:sp>
        <p:nvSpPr>
          <p:cNvPr id="28" name="Window Inner">
            <a:extLst>
              <a:ext uri="{FF2B5EF4-FFF2-40B4-BE49-F238E27FC236}">
                <a16:creationId xmlns:a16="http://schemas.microsoft.com/office/drawing/2014/main" id="{A1B7F6DC-0C5D-4A83-9E9A-6BDFEFD95B05}"/>
              </a:ext>
            </a:extLst>
          </p:cNvPr>
          <p:cNvSpPr/>
          <p:nvPr>
            <p:custDataLst>
              <p:tags r:id="rId4"/>
            </p:custDataLst>
          </p:nvPr>
        </p:nvSpPr>
        <p:spPr>
          <a:xfrm>
            <a:off x="295594" y="7500491"/>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29" name="TextBox 28">
            <a:extLst>
              <a:ext uri="{FF2B5EF4-FFF2-40B4-BE49-F238E27FC236}">
                <a16:creationId xmlns:a16="http://schemas.microsoft.com/office/drawing/2014/main" id="{FB636807-9DE1-4885-87A8-0473EF34BBDB}"/>
              </a:ext>
            </a:extLst>
          </p:cNvPr>
          <p:cNvSpPr txBox="1"/>
          <p:nvPr/>
        </p:nvSpPr>
        <p:spPr>
          <a:xfrm>
            <a:off x="590741" y="7750058"/>
            <a:ext cx="2882519" cy="248273"/>
          </a:xfrm>
          <a:prstGeom prst="rect">
            <a:avLst/>
          </a:prstGeom>
          <a:noFill/>
        </p:spPr>
        <p:txBody>
          <a:bodyPr wrap="none" rtlCol="0">
            <a:spAutoFit/>
          </a:bodyPr>
          <a:lstStyle/>
          <a:p>
            <a:pPr algn="ctr">
              <a:lnSpc>
                <a:spcPct val="150000"/>
              </a:lnSpc>
            </a:pPr>
            <a:r>
              <a:rPr lang="ko-KR" altLang="en-US" sz="800" dirty="0">
                <a:latin typeface="나눔고딕" charset="0"/>
                <a:ea typeface="나눔고딕" charset="0"/>
              </a:rPr>
              <a:t>교환요청 상태에서만 교환승인 상태로 전환이 가능합니다</a:t>
            </a:r>
            <a:r>
              <a:rPr lang="en-US" altLang="ko-KR" sz="800" dirty="0">
                <a:latin typeface="나눔고딕" charset="0"/>
                <a:ea typeface="나눔고딕" charset="0"/>
              </a:rPr>
              <a:t>.</a:t>
            </a:r>
          </a:p>
        </p:txBody>
      </p:sp>
      <p:sp>
        <p:nvSpPr>
          <p:cNvPr id="30" name="직사각형 29">
            <a:extLst>
              <a:ext uri="{FF2B5EF4-FFF2-40B4-BE49-F238E27FC236}">
                <a16:creationId xmlns:a16="http://schemas.microsoft.com/office/drawing/2014/main" id="{3A3DE4B9-F5AB-4FF4-B134-E0E8AD092CD0}"/>
              </a:ext>
            </a:extLst>
          </p:cNvPr>
          <p:cNvSpPr/>
          <p:nvPr/>
        </p:nvSpPr>
        <p:spPr>
          <a:xfrm>
            <a:off x="1683070" y="8284079"/>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31" name="직사각형 30">
            <a:extLst>
              <a:ext uri="{FF2B5EF4-FFF2-40B4-BE49-F238E27FC236}">
                <a16:creationId xmlns:a16="http://schemas.microsoft.com/office/drawing/2014/main" id="{65642242-BE45-476F-98D3-5AEA868847BE}"/>
              </a:ext>
            </a:extLst>
          </p:cNvPr>
          <p:cNvSpPr/>
          <p:nvPr/>
        </p:nvSpPr>
        <p:spPr>
          <a:xfrm>
            <a:off x="178327" y="5300334"/>
            <a:ext cx="3725550" cy="3516024"/>
          </a:xfrm>
          <a:prstGeom prst="rect">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TextBox 31">
            <a:extLst>
              <a:ext uri="{FF2B5EF4-FFF2-40B4-BE49-F238E27FC236}">
                <a16:creationId xmlns:a16="http://schemas.microsoft.com/office/drawing/2014/main" id="{4C7ACFAF-529C-465E-A3AE-1BEBBB96759C}"/>
              </a:ext>
            </a:extLst>
          </p:cNvPr>
          <p:cNvSpPr txBox="1"/>
          <p:nvPr/>
        </p:nvSpPr>
        <p:spPr>
          <a:xfrm>
            <a:off x="61014" y="5176066"/>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33" name="TextBox 32">
            <a:extLst>
              <a:ext uri="{FF2B5EF4-FFF2-40B4-BE49-F238E27FC236}">
                <a16:creationId xmlns:a16="http://schemas.microsoft.com/office/drawing/2014/main" id="{4DEC181F-7CBF-4DAA-B4BF-E365433F89B6}"/>
              </a:ext>
            </a:extLst>
          </p:cNvPr>
          <p:cNvSpPr txBox="1"/>
          <p:nvPr/>
        </p:nvSpPr>
        <p:spPr>
          <a:xfrm>
            <a:off x="61014" y="7063014"/>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graphicFrame>
        <p:nvGraphicFramePr>
          <p:cNvPr id="16" name="표 15">
            <a:extLst>
              <a:ext uri="{FF2B5EF4-FFF2-40B4-BE49-F238E27FC236}">
                <a16:creationId xmlns:a16="http://schemas.microsoft.com/office/drawing/2014/main" id="{BB46B160-E886-488D-9D70-8BD28326C9CB}"/>
              </a:ext>
            </a:extLst>
          </p:cNvPr>
          <p:cNvGraphicFramePr>
            <a:graphicFrameLocks noGrp="1"/>
          </p:cNvGraphicFramePr>
          <p:nvPr>
            <p:extLst>
              <p:ext uri="{D42A27DB-BD31-4B8C-83A1-F6EECF244321}">
                <p14:modId xmlns:p14="http://schemas.microsoft.com/office/powerpoint/2010/main" val="3837530182"/>
              </p:ext>
            </p:extLst>
          </p:nvPr>
        </p:nvGraphicFramePr>
        <p:xfrm>
          <a:off x="10171774" y="22159"/>
          <a:ext cx="1979018" cy="211939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RF-02-07-06-1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a:t>주문목록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주문상세보기 </a:t>
                      </a:r>
                      <a:r>
                        <a:rPr lang="en-US" altLang="ko-KR" sz="800" dirty="0"/>
                        <a:t>&gt; </a:t>
                      </a:r>
                      <a:r>
                        <a:rPr lang="ko-KR" altLang="en-US" sz="800" dirty="0"/>
                        <a:t>교환 주문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교환 주문을 처리하는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교환 승인 상태로 변경할 경우 보여지는 </a:t>
                      </a:r>
                      <a:r>
                        <a:rPr lang="ko-KR" altLang="en-US" sz="800" b="0" dirty="0" err="1">
                          <a:solidFill>
                            <a:schemeClr val="tx1"/>
                          </a:solidFill>
                        </a:rPr>
                        <a:t>메세지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교환 요청 상태가 아닐 경우 교환 승인 상태로 전환 불가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Tree>
    <p:extLst>
      <p:ext uri="{BB962C8B-B14F-4D97-AF65-F5344CB8AC3E}">
        <p14:creationId xmlns:p14="http://schemas.microsoft.com/office/powerpoint/2010/main" val="1304923698"/>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타원 24">
            <a:extLst>
              <a:ext uri="{FF2B5EF4-FFF2-40B4-BE49-F238E27FC236}">
                <a16:creationId xmlns:a16="http://schemas.microsoft.com/office/drawing/2014/main" id="{059144A2-0DA1-41A7-A50D-7273257933EB}"/>
              </a:ext>
            </a:extLst>
          </p:cNvPr>
          <p:cNvSpPr/>
          <p:nvPr/>
        </p:nvSpPr>
        <p:spPr>
          <a:xfrm>
            <a:off x="1041399" y="4410138"/>
            <a:ext cx="1388533"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8" name="Window Outer">
            <a:extLst>
              <a:ext uri="{FF2B5EF4-FFF2-40B4-BE49-F238E27FC236}">
                <a16:creationId xmlns:a16="http://schemas.microsoft.com/office/drawing/2014/main" id="{D276F917-7264-4D00-A9FD-2F053A7501AB}"/>
              </a:ext>
            </a:extLst>
          </p:cNvPr>
          <p:cNvSpPr/>
          <p:nvPr>
            <p:custDataLst>
              <p:tags r:id="rId1"/>
            </p:custDataLst>
          </p:nvPr>
        </p:nvSpPr>
        <p:spPr>
          <a:xfrm>
            <a:off x="290047" y="9243700"/>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1000" b="1" dirty="0">
                <a:solidFill>
                  <a:schemeClr val="bg1"/>
                </a:solidFill>
                <a:latin typeface="Calibri" pitchFamily="34" charset="0"/>
                <a:cs typeface="Calibri" pitchFamily="34" charset="0"/>
              </a:rPr>
              <a:t>Alert</a:t>
            </a:r>
          </a:p>
        </p:txBody>
      </p:sp>
      <p:sp>
        <p:nvSpPr>
          <p:cNvPr id="49" name="Window Inner">
            <a:extLst>
              <a:ext uri="{FF2B5EF4-FFF2-40B4-BE49-F238E27FC236}">
                <a16:creationId xmlns:a16="http://schemas.microsoft.com/office/drawing/2014/main" id="{7DD89680-4904-4615-A2C3-83176ECE469C}"/>
              </a:ext>
            </a:extLst>
          </p:cNvPr>
          <p:cNvSpPr/>
          <p:nvPr>
            <p:custDataLst>
              <p:tags r:id="rId2"/>
            </p:custDataLst>
          </p:nvPr>
        </p:nvSpPr>
        <p:spPr>
          <a:xfrm>
            <a:off x="330263" y="9450075"/>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50" name="TextBox 49">
            <a:extLst>
              <a:ext uri="{FF2B5EF4-FFF2-40B4-BE49-F238E27FC236}">
                <a16:creationId xmlns:a16="http://schemas.microsoft.com/office/drawing/2014/main" id="{D1320CDD-A44F-481F-952E-AAB8BC83218F}"/>
              </a:ext>
            </a:extLst>
          </p:cNvPr>
          <p:cNvSpPr txBox="1"/>
          <p:nvPr/>
        </p:nvSpPr>
        <p:spPr>
          <a:xfrm>
            <a:off x="369732" y="9699642"/>
            <a:ext cx="3393878" cy="248273"/>
          </a:xfrm>
          <a:prstGeom prst="rect">
            <a:avLst/>
          </a:prstGeom>
          <a:noFill/>
        </p:spPr>
        <p:txBody>
          <a:bodyPr wrap="none" rtlCol="0">
            <a:spAutoFit/>
          </a:bodyPr>
          <a:lstStyle/>
          <a:p>
            <a:pPr algn="ctr">
              <a:lnSpc>
                <a:spcPct val="150000"/>
              </a:lnSpc>
            </a:pPr>
            <a:r>
              <a:rPr lang="ko-KR" altLang="en-US" sz="800" dirty="0">
                <a:latin typeface="나눔고딕" charset="0"/>
                <a:ea typeface="나눔고딕" charset="0"/>
              </a:rPr>
              <a:t>교환요청 상태에서만 교환 회수 전 보류의 상태로 전환이 가능합니다</a:t>
            </a:r>
            <a:r>
              <a:rPr lang="en-US" altLang="ko-KR" sz="800" dirty="0">
                <a:latin typeface="나눔고딕" charset="0"/>
                <a:ea typeface="나눔고딕" charset="0"/>
              </a:rPr>
              <a:t>.</a:t>
            </a:r>
          </a:p>
        </p:txBody>
      </p:sp>
      <p:sp>
        <p:nvSpPr>
          <p:cNvPr id="51" name="직사각형 50">
            <a:extLst>
              <a:ext uri="{FF2B5EF4-FFF2-40B4-BE49-F238E27FC236}">
                <a16:creationId xmlns:a16="http://schemas.microsoft.com/office/drawing/2014/main" id="{AC694626-0EAF-465A-BF46-3E525069165E}"/>
              </a:ext>
            </a:extLst>
          </p:cNvPr>
          <p:cNvSpPr/>
          <p:nvPr/>
        </p:nvSpPr>
        <p:spPr>
          <a:xfrm>
            <a:off x="1717739" y="10233663"/>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52" name="TextBox 51">
            <a:extLst>
              <a:ext uri="{FF2B5EF4-FFF2-40B4-BE49-F238E27FC236}">
                <a16:creationId xmlns:a16="http://schemas.microsoft.com/office/drawing/2014/main" id="{4EC133EC-B3DC-4E1B-9D91-A3B114815065}"/>
              </a:ext>
            </a:extLst>
          </p:cNvPr>
          <p:cNvSpPr txBox="1"/>
          <p:nvPr/>
        </p:nvSpPr>
        <p:spPr>
          <a:xfrm>
            <a:off x="95683" y="9012598"/>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53" name="직사각형 52">
            <a:extLst>
              <a:ext uri="{FF2B5EF4-FFF2-40B4-BE49-F238E27FC236}">
                <a16:creationId xmlns:a16="http://schemas.microsoft.com/office/drawing/2014/main" id="{4AC0E5B1-E027-424C-B99F-7605F4C15A55}"/>
              </a:ext>
            </a:extLst>
          </p:cNvPr>
          <p:cNvSpPr/>
          <p:nvPr/>
        </p:nvSpPr>
        <p:spPr>
          <a:xfrm>
            <a:off x="228600" y="5392845"/>
            <a:ext cx="6231194" cy="3408745"/>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54" name="Image">
            <a:extLst>
              <a:ext uri="{FF2B5EF4-FFF2-40B4-BE49-F238E27FC236}">
                <a16:creationId xmlns:a16="http://schemas.microsoft.com/office/drawing/2014/main" id="{CA527CA8-41F0-4004-9A7B-AAE043283490}"/>
              </a:ext>
            </a:extLst>
          </p:cNvPr>
          <p:cNvGrpSpPr>
            <a:grpSpLocks/>
          </p:cNvGrpSpPr>
          <p:nvPr/>
        </p:nvGrpSpPr>
        <p:grpSpPr bwMode="auto">
          <a:xfrm>
            <a:off x="6114868" y="5513039"/>
            <a:ext cx="263570" cy="250457"/>
            <a:chOff x="508000" y="1397000"/>
            <a:chExt cx="1008112" cy="1008112"/>
          </a:xfrm>
        </p:grpSpPr>
        <p:sp>
          <p:nvSpPr>
            <p:cNvPr id="55" name="Border">
              <a:extLst>
                <a:ext uri="{FF2B5EF4-FFF2-40B4-BE49-F238E27FC236}">
                  <a16:creationId xmlns:a16="http://schemas.microsoft.com/office/drawing/2014/main" id="{3812BE24-006A-4623-AFF8-D8BBB4753B50}"/>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5F5F5F"/>
                </a:solidFill>
                <a:latin typeface="Segoe UI" panose="020B0502040204020203" pitchFamily="34" charset="0"/>
                <a:cs typeface="Segoe UI" panose="020B0502040204020203" pitchFamily="34" charset="0"/>
              </a:endParaRPr>
            </a:p>
          </p:txBody>
        </p:sp>
        <p:sp>
          <p:nvSpPr>
            <p:cNvPr id="56" name="Line 2">
              <a:extLst>
                <a:ext uri="{FF2B5EF4-FFF2-40B4-BE49-F238E27FC236}">
                  <a16:creationId xmlns:a16="http://schemas.microsoft.com/office/drawing/2014/main" id="{5736D01E-6391-4BAE-A7DE-68DE5438AE6F}"/>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7" name="Line 1">
              <a:extLst>
                <a:ext uri="{FF2B5EF4-FFF2-40B4-BE49-F238E27FC236}">
                  <a16:creationId xmlns:a16="http://schemas.microsoft.com/office/drawing/2014/main" id="{4D5A1CC2-1437-4DE1-9F0C-3C727A1294B6}"/>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58" name="TextBox 57">
            <a:extLst>
              <a:ext uri="{FF2B5EF4-FFF2-40B4-BE49-F238E27FC236}">
                <a16:creationId xmlns:a16="http://schemas.microsoft.com/office/drawing/2014/main" id="{242EFD70-045F-41B3-A39A-415B2769A6C9}"/>
              </a:ext>
            </a:extLst>
          </p:cNvPr>
          <p:cNvSpPr txBox="1"/>
          <p:nvPr/>
        </p:nvSpPr>
        <p:spPr>
          <a:xfrm>
            <a:off x="347675" y="5500732"/>
            <a:ext cx="915635" cy="246221"/>
          </a:xfrm>
          <a:prstGeom prst="rect">
            <a:avLst/>
          </a:prstGeom>
          <a:noFill/>
        </p:spPr>
        <p:txBody>
          <a:bodyPr wrap="none" rtlCol="0">
            <a:spAutoFit/>
          </a:bodyPr>
          <a:lstStyle/>
          <a:p>
            <a:r>
              <a:rPr lang="ko-KR" altLang="en-US" sz="1000" b="1" dirty="0">
                <a:latin typeface="맑은 고딕" panose="020B0503020000020004" pitchFamily="50" charset="-127"/>
                <a:ea typeface="맑은 고딕" panose="020B0503020000020004" pitchFamily="50" charset="-127"/>
              </a:rPr>
              <a:t>○ 교환 보류</a:t>
            </a:r>
            <a:endParaRPr lang="ko-KR" altLang="en-US" sz="1000" dirty="0"/>
          </a:p>
        </p:txBody>
      </p:sp>
      <p:graphicFrame>
        <p:nvGraphicFramePr>
          <p:cNvPr id="59" name="표 4">
            <a:extLst>
              <a:ext uri="{FF2B5EF4-FFF2-40B4-BE49-F238E27FC236}">
                <a16:creationId xmlns:a16="http://schemas.microsoft.com/office/drawing/2014/main" id="{EF3E4786-74F8-41C2-B650-5EDD0D9C6C81}"/>
              </a:ext>
            </a:extLst>
          </p:cNvPr>
          <p:cNvGraphicFramePr>
            <a:graphicFrameLocks noGrp="1"/>
          </p:cNvGraphicFramePr>
          <p:nvPr>
            <p:extLst>
              <p:ext uri="{D42A27DB-BD31-4B8C-83A1-F6EECF244321}">
                <p14:modId xmlns:p14="http://schemas.microsoft.com/office/powerpoint/2010/main" val="2326310022"/>
              </p:ext>
            </p:extLst>
          </p:nvPr>
        </p:nvGraphicFramePr>
        <p:xfrm>
          <a:off x="441742" y="5957961"/>
          <a:ext cx="5804912" cy="426720"/>
        </p:xfrm>
        <a:graphic>
          <a:graphicData uri="http://schemas.openxmlformats.org/drawingml/2006/table">
            <a:tbl>
              <a:tblPr firstRow="1" bandRow="1">
                <a:tableStyleId>{5940675A-B579-460E-94D1-54222C63F5DA}</a:tableStyleId>
              </a:tblPr>
              <a:tblGrid>
                <a:gridCol w="831304">
                  <a:extLst>
                    <a:ext uri="{9D8B030D-6E8A-4147-A177-3AD203B41FA5}">
                      <a16:colId xmlns:a16="http://schemas.microsoft.com/office/drawing/2014/main" val="3684204346"/>
                    </a:ext>
                  </a:extLst>
                </a:gridCol>
                <a:gridCol w="2071152">
                  <a:extLst>
                    <a:ext uri="{9D8B030D-6E8A-4147-A177-3AD203B41FA5}">
                      <a16:colId xmlns:a16="http://schemas.microsoft.com/office/drawing/2014/main" val="1934738033"/>
                    </a:ext>
                  </a:extLst>
                </a:gridCol>
                <a:gridCol w="1005968">
                  <a:extLst>
                    <a:ext uri="{9D8B030D-6E8A-4147-A177-3AD203B41FA5}">
                      <a16:colId xmlns:a16="http://schemas.microsoft.com/office/drawing/2014/main" val="189309699"/>
                    </a:ext>
                  </a:extLst>
                </a:gridCol>
                <a:gridCol w="1896488">
                  <a:extLst>
                    <a:ext uri="{9D8B030D-6E8A-4147-A177-3AD203B41FA5}">
                      <a16:colId xmlns:a16="http://schemas.microsoft.com/office/drawing/2014/main" val="3675772040"/>
                    </a:ext>
                  </a:extLst>
                </a:gridCol>
              </a:tblGrid>
              <a:tr h="0">
                <a:tc>
                  <a:txBody>
                    <a:bodyPr/>
                    <a:lstStyle/>
                    <a:p>
                      <a:pPr algn="ctr" latinLnBrk="1"/>
                      <a:r>
                        <a:rPr lang="ko-KR" altLang="en-US" sz="800" b="0" dirty="0">
                          <a:solidFill>
                            <a:schemeClr val="tx1"/>
                          </a:solidFill>
                        </a:rPr>
                        <a:t>교환 주문번호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Me9-12222112121</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교환 요청일시</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2024-10-01 09:02:12</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25709569"/>
                  </a:ext>
                </a:extLst>
              </a:tr>
              <a:tr h="0">
                <a:tc>
                  <a:txBody>
                    <a:bodyPr/>
                    <a:lstStyle/>
                    <a:p>
                      <a:pPr algn="ctr" latinLnBrk="1"/>
                      <a:r>
                        <a:rPr lang="ko-KR" altLang="en-US" sz="800" b="0" dirty="0">
                          <a:solidFill>
                            <a:schemeClr val="tx1"/>
                          </a:solidFill>
                        </a:rPr>
                        <a:t>판매처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gridSpan="3">
                  <a:txBody>
                    <a:bodyPr/>
                    <a:lstStyle/>
                    <a:p>
                      <a:pPr algn="l" latinLnBrk="1"/>
                      <a:r>
                        <a:rPr lang="en-US" altLang="ko-KR" sz="800" dirty="0"/>
                        <a:t>Shop</a:t>
                      </a:r>
                      <a:r>
                        <a:rPr lang="ko-KR" altLang="en-US" sz="800" dirty="0" err="1"/>
                        <a:t>채널명</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hMerge="1">
                  <a:txBody>
                    <a:bodyPr/>
                    <a:lstStyle/>
                    <a:p>
                      <a:pPr algn="ctr" latinLnBrk="1"/>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801681561"/>
                  </a:ext>
                </a:extLst>
              </a:tr>
            </a:tbl>
          </a:graphicData>
        </a:graphic>
      </p:graphicFrame>
      <p:graphicFrame>
        <p:nvGraphicFramePr>
          <p:cNvPr id="60" name="표 59">
            <a:extLst>
              <a:ext uri="{FF2B5EF4-FFF2-40B4-BE49-F238E27FC236}">
                <a16:creationId xmlns:a16="http://schemas.microsoft.com/office/drawing/2014/main" id="{7B83A33F-9FC9-450A-94F6-194E521B7E68}"/>
              </a:ext>
            </a:extLst>
          </p:cNvPr>
          <p:cNvGraphicFramePr>
            <a:graphicFrameLocks noGrp="1"/>
          </p:cNvGraphicFramePr>
          <p:nvPr>
            <p:extLst>
              <p:ext uri="{D42A27DB-BD31-4B8C-83A1-F6EECF244321}">
                <p14:modId xmlns:p14="http://schemas.microsoft.com/office/powerpoint/2010/main" val="2174748465"/>
              </p:ext>
            </p:extLst>
          </p:nvPr>
        </p:nvGraphicFramePr>
        <p:xfrm>
          <a:off x="441745" y="6520118"/>
          <a:ext cx="5804908" cy="426720"/>
        </p:xfrm>
        <a:graphic>
          <a:graphicData uri="http://schemas.openxmlformats.org/drawingml/2006/table">
            <a:tbl>
              <a:tblPr firstRow="1" bandRow="1">
                <a:tableStyleId>{5C22544A-7EE6-4342-B048-85BDC9FD1C3A}</a:tableStyleId>
              </a:tblPr>
              <a:tblGrid>
                <a:gridCol w="828255">
                  <a:extLst>
                    <a:ext uri="{9D8B030D-6E8A-4147-A177-3AD203B41FA5}">
                      <a16:colId xmlns:a16="http://schemas.microsoft.com/office/drawing/2014/main" val="3580568890"/>
                    </a:ext>
                  </a:extLst>
                </a:gridCol>
                <a:gridCol w="1566574">
                  <a:extLst>
                    <a:ext uri="{9D8B030D-6E8A-4147-A177-3AD203B41FA5}">
                      <a16:colId xmlns:a16="http://schemas.microsoft.com/office/drawing/2014/main" val="20004"/>
                    </a:ext>
                  </a:extLst>
                </a:gridCol>
                <a:gridCol w="998826">
                  <a:extLst>
                    <a:ext uri="{9D8B030D-6E8A-4147-A177-3AD203B41FA5}">
                      <a16:colId xmlns:a16="http://schemas.microsoft.com/office/drawing/2014/main" val="20005"/>
                    </a:ext>
                  </a:extLst>
                </a:gridCol>
                <a:gridCol w="863600">
                  <a:extLst>
                    <a:ext uri="{9D8B030D-6E8A-4147-A177-3AD203B41FA5}">
                      <a16:colId xmlns:a16="http://schemas.microsoft.com/office/drawing/2014/main" val="20006"/>
                    </a:ext>
                  </a:extLst>
                </a:gridCol>
                <a:gridCol w="823912">
                  <a:extLst>
                    <a:ext uri="{9D8B030D-6E8A-4147-A177-3AD203B41FA5}">
                      <a16:colId xmlns:a16="http://schemas.microsoft.com/office/drawing/2014/main" val="4268954648"/>
                    </a:ext>
                  </a:extLst>
                </a:gridCol>
                <a:gridCol w="723741">
                  <a:extLst>
                    <a:ext uri="{9D8B030D-6E8A-4147-A177-3AD203B41FA5}">
                      <a16:colId xmlns:a16="http://schemas.microsoft.com/office/drawing/2014/main" val="20009"/>
                    </a:ext>
                  </a:extLst>
                </a:gridCol>
              </a:tblGrid>
              <a:tr h="0">
                <a:tc>
                  <a:txBody>
                    <a:bodyPr/>
                    <a:lstStyle/>
                    <a:p>
                      <a:pPr algn="ctr" latinLnBrk="1"/>
                      <a:r>
                        <a:rPr lang="ko-KR" altLang="en-US" sz="800" b="1" dirty="0">
                          <a:solidFill>
                            <a:schemeClr val="tx1"/>
                          </a:solidFill>
                        </a:rPr>
                        <a:t>주문상태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 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변경 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교환요청</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Black/M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graphicFrame>
        <p:nvGraphicFramePr>
          <p:cNvPr id="61" name="표 60">
            <a:extLst>
              <a:ext uri="{FF2B5EF4-FFF2-40B4-BE49-F238E27FC236}">
                <a16:creationId xmlns:a16="http://schemas.microsoft.com/office/drawing/2014/main" id="{61EEE6E7-34C3-44A6-A736-314CDB06407C}"/>
              </a:ext>
            </a:extLst>
          </p:cNvPr>
          <p:cNvGraphicFramePr>
            <a:graphicFrameLocks noGrp="1"/>
          </p:cNvGraphicFramePr>
          <p:nvPr>
            <p:extLst>
              <p:ext uri="{D42A27DB-BD31-4B8C-83A1-F6EECF244321}">
                <p14:modId xmlns:p14="http://schemas.microsoft.com/office/powerpoint/2010/main" val="1611485987"/>
              </p:ext>
            </p:extLst>
          </p:nvPr>
        </p:nvGraphicFramePr>
        <p:xfrm>
          <a:off x="441744" y="7082275"/>
          <a:ext cx="5804910" cy="847191"/>
        </p:xfrm>
        <a:graphic>
          <a:graphicData uri="http://schemas.openxmlformats.org/drawingml/2006/table">
            <a:tbl>
              <a:tblPr firstRow="1" bandRow="1">
                <a:tableStyleId>{5C22544A-7EE6-4342-B048-85BDC9FD1C3A}</a:tableStyleId>
              </a:tblPr>
              <a:tblGrid>
                <a:gridCol w="830796">
                  <a:extLst>
                    <a:ext uri="{9D8B030D-6E8A-4147-A177-3AD203B41FA5}">
                      <a16:colId xmlns:a16="http://schemas.microsoft.com/office/drawing/2014/main" val="3580568890"/>
                    </a:ext>
                  </a:extLst>
                </a:gridCol>
                <a:gridCol w="4974114">
                  <a:extLst>
                    <a:ext uri="{9D8B030D-6E8A-4147-A177-3AD203B41FA5}">
                      <a16:colId xmlns:a16="http://schemas.microsoft.com/office/drawing/2014/main" val="20004"/>
                    </a:ext>
                  </a:extLst>
                </a:gridCol>
              </a:tblGrid>
              <a:tr h="847191">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보류 사유</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62" name="직사각형 61">
            <a:extLst>
              <a:ext uri="{FF2B5EF4-FFF2-40B4-BE49-F238E27FC236}">
                <a16:creationId xmlns:a16="http://schemas.microsoft.com/office/drawing/2014/main" id="{0D10AB1E-4CEE-4A17-A665-EC140CA0567B}"/>
              </a:ext>
            </a:extLst>
          </p:cNvPr>
          <p:cNvSpPr/>
          <p:nvPr/>
        </p:nvSpPr>
        <p:spPr>
          <a:xfrm>
            <a:off x="1353655" y="7135146"/>
            <a:ext cx="4761213" cy="70948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보류 사유를 입력해 주세요</a:t>
            </a:r>
            <a:r>
              <a:rPr lang="en-US" altLang="ko-KR" sz="800" dirty="0">
                <a:solidFill>
                  <a:schemeClr val="tx1">
                    <a:lumMod val="50000"/>
                    <a:lumOff val="50000"/>
                  </a:schemeClr>
                </a:solidFill>
              </a:rPr>
              <a:t>.</a:t>
            </a:r>
          </a:p>
          <a:p>
            <a:endParaRPr lang="en-US" altLang="ko-KR" sz="800" dirty="0">
              <a:solidFill>
                <a:schemeClr val="tx1">
                  <a:lumMod val="50000"/>
                  <a:lumOff val="50000"/>
                </a:schemeClr>
              </a:solidFill>
            </a:endParaRPr>
          </a:p>
          <a:p>
            <a:endParaRPr lang="en-US" altLang="ko-KR" sz="800" dirty="0">
              <a:solidFill>
                <a:schemeClr val="tx1">
                  <a:lumMod val="50000"/>
                  <a:lumOff val="50000"/>
                </a:schemeClr>
              </a:solidFill>
            </a:endParaRPr>
          </a:p>
          <a:p>
            <a:endParaRPr lang="en-US" altLang="ko-KR" sz="800" dirty="0">
              <a:solidFill>
                <a:schemeClr val="tx1">
                  <a:lumMod val="50000"/>
                  <a:lumOff val="50000"/>
                </a:schemeClr>
              </a:solidFill>
            </a:endParaRPr>
          </a:p>
          <a:p>
            <a:endParaRPr lang="en-US" altLang="ko-KR" sz="800" dirty="0">
              <a:solidFill>
                <a:schemeClr val="tx1">
                  <a:lumMod val="50000"/>
                  <a:lumOff val="50000"/>
                </a:schemeClr>
              </a:solidFill>
            </a:endParaRPr>
          </a:p>
        </p:txBody>
      </p:sp>
      <p:sp>
        <p:nvSpPr>
          <p:cNvPr id="63" name="직사각형 62">
            <a:extLst>
              <a:ext uri="{FF2B5EF4-FFF2-40B4-BE49-F238E27FC236}">
                <a16:creationId xmlns:a16="http://schemas.microsoft.com/office/drawing/2014/main" id="{FEBE6186-1680-44B1-BCE5-9437940A1E03}"/>
              </a:ext>
            </a:extLst>
          </p:cNvPr>
          <p:cNvSpPr/>
          <p:nvPr/>
        </p:nvSpPr>
        <p:spPr>
          <a:xfrm>
            <a:off x="2591730" y="8244145"/>
            <a:ext cx="1504934" cy="27550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b="1" dirty="0" err="1">
                <a:solidFill>
                  <a:schemeClr val="bg1"/>
                </a:solidFill>
              </a:rPr>
              <a:t>교환보류</a:t>
            </a:r>
            <a:endParaRPr lang="en-US" altLang="ko-KR" sz="1000" b="1" dirty="0">
              <a:solidFill>
                <a:schemeClr val="bg1"/>
              </a:solidFill>
            </a:endParaRPr>
          </a:p>
        </p:txBody>
      </p:sp>
      <p:sp>
        <p:nvSpPr>
          <p:cNvPr id="64" name="TextBox 63">
            <a:extLst>
              <a:ext uri="{FF2B5EF4-FFF2-40B4-BE49-F238E27FC236}">
                <a16:creationId xmlns:a16="http://schemas.microsoft.com/office/drawing/2014/main" id="{E77459C4-960E-4A77-A13B-BF6C5C9075EC}"/>
              </a:ext>
            </a:extLst>
          </p:cNvPr>
          <p:cNvSpPr txBox="1"/>
          <p:nvPr/>
        </p:nvSpPr>
        <p:spPr>
          <a:xfrm>
            <a:off x="95683" y="5277429"/>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cxnSp>
        <p:nvCxnSpPr>
          <p:cNvPr id="26" name="직선 화살표 연결선 25">
            <a:extLst>
              <a:ext uri="{FF2B5EF4-FFF2-40B4-BE49-F238E27FC236}">
                <a16:creationId xmlns:a16="http://schemas.microsoft.com/office/drawing/2014/main" id="{0720530E-7DBF-4C74-B38E-1189B044580D}"/>
              </a:ext>
            </a:extLst>
          </p:cNvPr>
          <p:cNvCxnSpPr>
            <a:cxnSpLocks/>
            <a:stCxn id="25" idx="4"/>
          </p:cNvCxnSpPr>
          <p:nvPr/>
        </p:nvCxnSpPr>
        <p:spPr>
          <a:xfrm>
            <a:off x="1735666" y="4853762"/>
            <a:ext cx="0" cy="654499"/>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21" name="표 20">
            <a:extLst>
              <a:ext uri="{FF2B5EF4-FFF2-40B4-BE49-F238E27FC236}">
                <a16:creationId xmlns:a16="http://schemas.microsoft.com/office/drawing/2014/main" id="{D05B7F5F-C039-42DC-BDF1-F19F01C892D4}"/>
              </a:ext>
            </a:extLst>
          </p:cNvPr>
          <p:cNvGraphicFramePr>
            <a:graphicFrameLocks noGrp="1"/>
          </p:cNvGraphicFramePr>
          <p:nvPr>
            <p:extLst>
              <p:ext uri="{D42A27DB-BD31-4B8C-83A1-F6EECF244321}">
                <p14:modId xmlns:p14="http://schemas.microsoft.com/office/powerpoint/2010/main" val="3326057809"/>
              </p:ext>
            </p:extLst>
          </p:nvPr>
        </p:nvGraphicFramePr>
        <p:xfrm>
          <a:off x="10171774" y="22159"/>
          <a:ext cx="1979018" cy="224131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RF-02-07-06-2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a:t>주문목록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상세 보기 </a:t>
                      </a:r>
                      <a:r>
                        <a:rPr lang="en-US" altLang="ko-KR" sz="800" dirty="0"/>
                        <a:t>&gt; </a:t>
                      </a:r>
                      <a:r>
                        <a:rPr lang="ko-KR" altLang="en-US" sz="800" dirty="0"/>
                        <a:t>교환 주문</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교환 주문을 처리하는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교환 보류 상태로 변경하는 화면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교환 요청 상태가 아닐 경우 교환 회수 전 보류 상태로 전환 불가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Tree>
    <p:extLst>
      <p:ext uri="{BB962C8B-B14F-4D97-AF65-F5344CB8AC3E}">
        <p14:creationId xmlns:p14="http://schemas.microsoft.com/office/powerpoint/2010/main" val="3641072144"/>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타원 24">
            <a:extLst>
              <a:ext uri="{FF2B5EF4-FFF2-40B4-BE49-F238E27FC236}">
                <a16:creationId xmlns:a16="http://schemas.microsoft.com/office/drawing/2014/main" id="{059144A2-0DA1-41A7-A50D-7273257933EB}"/>
              </a:ext>
            </a:extLst>
          </p:cNvPr>
          <p:cNvSpPr/>
          <p:nvPr/>
        </p:nvSpPr>
        <p:spPr>
          <a:xfrm>
            <a:off x="2159000" y="4410138"/>
            <a:ext cx="999068"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6" name="직선 화살표 연결선 25">
            <a:extLst>
              <a:ext uri="{FF2B5EF4-FFF2-40B4-BE49-F238E27FC236}">
                <a16:creationId xmlns:a16="http://schemas.microsoft.com/office/drawing/2014/main" id="{0720530E-7DBF-4C74-B38E-1189B044580D}"/>
              </a:ext>
            </a:extLst>
          </p:cNvPr>
          <p:cNvCxnSpPr>
            <a:cxnSpLocks/>
            <a:stCxn id="25" idx="4"/>
          </p:cNvCxnSpPr>
          <p:nvPr/>
        </p:nvCxnSpPr>
        <p:spPr>
          <a:xfrm>
            <a:off x="2658534" y="4853762"/>
            <a:ext cx="0" cy="717305"/>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7" name="Window Outer">
            <a:extLst>
              <a:ext uri="{FF2B5EF4-FFF2-40B4-BE49-F238E27FC236}">
                <a16:creationId xmlns:a16="http://schemas.microsoft.com/office/drawing/2014/main" id="{28606924-F974-4310-9E24-9E27CB5E1F62}"/>
              </a:ext>
            </a:extLst>
          </p:cNvPr>
          <p:cNvSpPr/>
          <p:nvPr>
            <p:custDataLst>
              <p:tags r:id="rId1"/>
            </p:custDataLst>
          </p:nvPr>
        </p:nvSpPr>
        <p:spPr>
          <a:xfrm>
            <a:off x="790742" y="5671280"/>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sz="1000" b="1" dirty="0">
                <a:solidFill>
                  <a:schemeClr val="bg1"/>
                </a:solidFill>
                <a:latin typeface="Calibri" pitchFamily="34" charset="0"/>
                <a:cs typeface="Calibri" pitchFamily="34" charset="0"/>
              </a:rPr>
              <a:t>Confirm</a:t>
            </a:r>
          </a:p>
        </p:txBody>
      </p:sp>
      <p:sp>
        <p:nvSpPr>
          <p:cNvPr id="28" name="Window Inner">
            <a:extLst>
              <a:ext uri="{FF2B5EF4-FFF2-40B4-BE49-F238E27FC236}">
                <a16:creationId xmlns:a16="http://schemas.microsoft.com/office/drawing/2014/main" id="{50B8564C-6643-41D1-98F8-441FAAB1D1AC}"/>
              </a:ext>
            </a:extLst>
          </p:cNvPr>
          <p:cNvSpPr/>
          <p:nvPr>
            <p:custDataLst>
              <p:tags r:id="rId2"/>
            </p:custDataLst>
          </p:nvPr>
        </p:nvSpPr>
        <p:spPr>
          <a:xfrm>
            <a:off x="830958" y="5877655"/>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29" name="TextBox 28">
            <a:extLst>
              <a:ext uri="{FF2B5EF4-FFF2-40B4-BE49-F238E27FC236}">
                <a16:creationId xmlns:a16="http://schemas.microsoft.com/office/drawing/2014/main" id="{695F9BB3-42D5-4234-890C-2B91180BD6CB}"/>
              </a:ext>
            </a:extLst>
          </p:cNvPr>
          <p:cNvSpPr txBox="1"/>
          <p:nvPr/>
        </p:nvSpPr>
        <p:spPr>
          <a:xfrm>
            <a:off x="1627040" y="6050829"/>
            <a:ext cx="1880644" cy="253211"/>
          </a:xfrm>
          <a:prstGeom prst="rect">
            <a:avLst/>
          </a:prstGeom>
          <a:noFill/>
        </p:spPr>
        <p:txBody>
          <a:bodyPr wrap="none" rtlCol="0">
            <a:spAutoFit/>
          </a:bodyPr>
          <a:lstStyle/>
          <a:p>
            <a:pPr algn="ctr">
              <a:lnSpc>
                <a:spcPct val="150000"/>
              </a:lnSpc>
            </a:pPr>
            <a:r>
              <a:rPr lang="ko-KR" altLang="en-US" sz="800" dirty="0">
                <a:latin typeface="+mn-ea"/>
              </a:rPr>
              <a:t>교환 철회 상태로 </a:t>
            </a:r>
            <a:r>
              <a:rPr lang="ko-KR" altLang="en-US" sz="800" dirty="0" err="1">
                <a:latin typeface="+mn-ea"/>
              </a:rPr>
              <a:t>전환하시겠습니까</a:t>
            </a:r>
            <a:r>
              <a:rPr lang="en-US" altLang="ko-KR" sz="800" dirty="0">
                <a:latin typeface="+mn-ea"/>
              </a:rPr>
              <a:t>?</a:t>
            </a:r>
            <a:endParaRPr lang="ko-KR" altLang="en-US" sz="800" dirty="0">
              <a:latin typeface="+mn-ea"/>
            </a:endParaRPr>
          </a:p>
        </p:txBody>
      </p:sp>
      <p:sp>
        <p:nvSpPr>
          <p:cNvPr id="30" name="직사각형 29">
            <a:extLst>
              <a:ext uri="{FF2B5EF4-FFF2-40B4-BE49-F238E27FC236}">
                <a16:creationId xmlns:a16="http://schemas.microsoft.com/office/drawing/2014/main" id="{45583F46-CE57-4776-AE6F-09BCE77967BB}"/>
              </a:ext>
            </a:extLst>
          </p:cNvPr>
          <p:cNvSpPr/>
          <p:nvPr/>
        </p:nvSpPr>
        <p:spPr>
          <a:xfrm>
            <a:off x="2594354" y="6663150"/>
            <a:ext cx="632460" cy="273050"/>
          </a:xfrm>
          <a:prstGeom prst="rect">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취소</a:t>
            </a:r>
          </a:p>
        </p:txBody>
      </p:sp>
      <p:sp>
        <p:nvSpPr>
          <p:cNvPr id="31" name="직사각형 30">
            <a:extLst>
              <a:ext uri="{FF2B5EF4-FFF2-40B4-BE49-F238E27FC236}">
                <a16:creationId xmlns:a16="http://schemas.microsoft.com/office/drawing/2014/main" id="{3171EB67-EEDC-4ED4-BB8D-61EFA9A030A6}"/>
              </a:ext>
            </a:extLst>
          </p:cNvPr>
          <p:cNvSpPr/>
          <p:nvPr/>
        </p:nvSpPr>
        <p:spPr>
          <a:xfrm>
            <a:off x="1902204" y="6664420"/>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32" name="Window Outer">
            <a:extLst>
              <a:ext uri="{FF2B5EF4-FFF2-40B4-BE49-F238E27FC236}">
                <a16:creationId xmlns:a16="http://schemas.microsoft.com/office/drawing/2014/main" id="{4A3F8919-A2E9-4C97-A2A1-B9FF50DFD329}"/>
              </a:ext>
            </a:extLst>
          </p:cNvPr>
          <p:cNvSpPr/>
          <p:nvPr>
            <p:custDataLst>
              <p:tags r:id="rId3"/>
            </p:custDataLst>
          </p:nvPr>
        </p:nvSpPr>
        <p:spPr>
          <a:xfrm>
            <a:off x="790742" y="7564849"/>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1000" b="1" dirty="0">
                <a:solidFill>
                  <a:schemeClr val="bg1"/>
                </a:solidFill>
                <a:latin typeface="Calibri" pitchFamily="34" charset="0"/>
                <a:cs typeface="Calibri" pitchFamily="34" charset="0"/>
              </a:rPr>
              <a:t>Alert</a:t>
            </a:r>
          </a:p>
        </p:txBody>
      </p:sp>
      <p:sp>
        <p:nvSpPr>
          <p:cNvPr id="33" name="Window Inner">
            <a:extLst>
              <a:ext uri="{FF2B5EF4-FFF2-40B4-BE49-F238E27FC236}">
                <a16:creationId xmlns:a16="http://schemas.microsoft.com/office/drawing/2014/main" id="{8A0CF20C-C2F5-4791-8481-7694D8F42BB1}"/>
              </a:ext>
            </a:extLst>
          </p:cNvPr>
          <p:cNvSpPr/>
          <p:nvPr>
            <p:custDataLst>
              <p:tags r:id="rId4"/>
            </p:custDataLst>
          </p:nvPr>
        </p:nvSpPr>
        <p:spPr>
          <a:xfrm>
            <a:off x="830958" y="7771224"/>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34" name="TextBox 33">
            <a:extLst>
              <a:ext uri="{FF2B5EF4-FFF2-40B4-BE49-F238E27FC236}">
                <a16:creationId xmlns:a16="http://schemas.microsoft.com/office/drawing/2014/main" id="{AF43782B-DE05-4911-BDED-6B897CFAFFC6}"/>
              </a:ext>
            </a:extLst>
          </p:cNvPr>
          <p:cNvSpPr txBox="1"/>
          <p:nvPr/>
        </p:nvSpPr>
        <p:spPr>
          <a:xfrm>
            <a:off x="1348921" y="8020791"/>
            <a:ext cx="2436885" cy="432939"/>
          </a:xfrm>
          <a:prstGeom prst="rect">
            <a:avLst/>
          </a:prstGeom>
          <a:noFill/>
        </p:spPr>
        <p:txBody>
          <a:bodyPr wrap="none" rtlCol="0">
            <a:spAutoFit/>
          </a:bodyPr>
          <a:lstStyle/>
          <a:p>
            <a:pPr algn="ctr">
              <a:lnSpc>
                <a:spcPct val="150000"/>
              </a:lnSpc>
            </a:pPr>
            <a:r>
              <a:rPr lang="ko-KR" altLang="en-US" sz="800" dirty="0">
                <a:latin typeface="나눔고딕" charset="0"/>
                <a:ea typeface="나눔고딕" charset="0"/>
              </a:rPr>
              <a:t>교환 회수 전 보류</a:t>
            </a:r>
            <a:r>
              <a:rPr lang="en-US" altLang="ko-KR" sz="800" dirty="0">
                <a:latin typeface="나눔고딕" charset="0"/>
                <a:ea typeface="나눔고딕" charset="0"/>
              </a:rPr>
              <a:t>, </a:t>
            </a:r>
            <a:r>
              <a:rPr lang="ko-KR" altLang="en-US" sz="800" dirty="0">
                <a:latin typeface="나눔고딕" charset="0"/>
                <a:ea typeface="나눔고딕" charset="0"/>
              </a:rPr>
              <a:t>교환 회수 완료 상태의 상품만</a:t>
            </a:r>
            <a:endParaRPr lang="en-US" altLang="ko-KR" sz="800" dirty="0">
              <a:latin typeface="나눔고딕" charset="0"/>
              <a:ea typeface="나눔고딕" charset="0"/>
            </a:endParaRPr>
          </a:p>
          <a:p>
            <a:pPr algn="ctr">
              <a:lnSpc>
                <a:spcPct val="150000"/>
              </a:lnSpc>
            </a:pPr>
            <a:r>
              <a:rPr lang="ko-KR" altLang="en-US" sz="800" dirty="0">
                <a:latin typeface="나눔고딕" charset="0"/>
                <a:ea typeface="나눔고딕" charset="0"/>
              </a:rPr>
              <a:t>교환 철회 상태로 변경이 가능합니다</a:t>
            </a:r>
            <a:r>
              <a:rPr lang="en-US" altLang="ko-KR" sz="800" dirty="0">
                <a:latin typeface="나눔고딕" charset="0"/>
                <a:ea typeface="나눔고딕" charset="0"/>
              </a:rPr>
              <a:t>.</a:t>
            </a:r>
          </a:p>
        </p:txBody>
      </p:sp>
      <p:sp>
        <p:nvSpPr>
          <p:cNvPr id="35" name="직사각형 34">
            <a:extLst>
              <a:ext uri="{FF2B5EF4-FFF2-40B4-BE49-F238E27FC236}">
                <a16:creationId xmlns:a16="http://schemas.microsoft.com/office/drawing/2014/main" id="{52A07655-18E4-4824-A906-A6C60E0C9F2D}"/>
              </a:ext>
            </a:extLst>
          </p:cNvPr>
          <p:cNvSpPr/>
          <p:nvPr/>
        </p:nvSpPr>
        <p:spPr>
          <a:xfrm>
            <a:off x="2218434" y="8554812"/>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36" name="직사각형 35">
            <a:extLst>
              <a:ext uri="{FF2B5EF4-FFF2-40B4-BE49-F238E27FC236}">
                <a16:creationId xmlns:a16="http://schemas.microsoft.com/office/drawing/2014/main" id="{21D1707D-34F6-4844-8B9B-DCC3DBC1B06B}"/>
              </a:ext>
            </a:extLst>
          </p:cNvPr>
          <p:cNvSpPr/>
          <p:nvPr/>
        </p:nvSpPr>
        <p:spPr>
          <a:xfrm>
            <a:off x="713691" y="5571067"/>
            <a:ext cx="3725550" cy="3516024"/>
          </a:xfrm>
          <a:prstGeom prst="rect">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7" name="TextBox 36">
            <a:extLst>
              <a:ext uri="{FF2B5EF4-FFF2-40B4-BE49-F238E27FC236}">
                <a16:creationId xmlns:a16="http://schemas.microsoft.com/office/drawing/2014/main" id="{3B69DC0A-08B2-4743-81CA-4031FB350697}"/>
              </a:ext>
            </a:extLst>
          </p:cNvPr>
          <p:cNvSpPr txBox="1"/>
          <p:nvPr/>
        </p:nvSpPr>
        <p:spPr>
          <a:xfrm>
            <a:off x="596378" y="5446799"/>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38" name="TextBox 37">
            <a:extLst>
              <a:ext uri="{FF2B5EF4-FFF2-40B4-BE49-F238E27FC236}">
                <a16:creationId xmlns:a16="http://schemas.microsoft.com/office/drawing/2014/main" id="{A44D9AC8-4789-445D-A0AB-3F498F18A0B2}"/>
              </a:ext>
            </a:extLst>
          </p:cNvPr>
          <p:cNvSpPr txBox="1"/>
          <p:nvPr/>
        </p:nvSpPr>
        <p:spPr>
          <a:xfrm>
            <a:off x="596378" y="7333747"/>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graphicFrame>
        <p:nvGraphicFramePr>
          <p:cNvPr id="16" name="표 15">
            <a:extLst>
              <a:ext uri="{FF2B5EF4-FFF2-40B4-BE49-F238E27FC236}">
                <a16:creationId xmlns:a16="http://schemas.microsoft.com/office/drawing/2014/main" id="{2170D2EF-B10F-4DF0-A28B-46C30AB51135}"/>
              </a:ext>
            </a:extLst>
          </p:cNvPr>
          <p:cNvGraphicFramePr>
            <a:graphicFrameLocks noGrp="1"/>
          </p:cNvGraphicFramePr>
          <p:nvPr>
            <p:extLst>
              <p:ext uri="{D42A27DB-BD31-4B8C-83A1-F6EECF244321}">
                <p14:modId xmlns:p14="http://schemas.microsoft.com/office/powerpoint/2010/main" val="3649131556"/>
              </p:ext>
            </p:extLst>
          </p:nvPr>
        </p:nvGraphicFramePr>
        <p:xfrm>
          <a:off x="10171774" y="22159"/>
          <a:ext cx="1979018" cy="224131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RF-02-07-06-3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a:t>주문목록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상세 보기 </a:t>
                      </a:r>
                      <a:r>
                        <a:rPr lang="en-US" altLang="ko-KR" sz="800" dirty="0"/>
                        <a:t>&gt; </a:t>
                      </a:r>
                      <a:r>
                        <a:rPr lang="ko-KR" altLang="en-US" sz="800" dirty="0"/>
                        <a:t>교환 주문</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교환 주문을 처리하는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교환 철회 상태로</a:t>
                      </a:r>
                      <a:r>
                        <a:rPr lang="ko-KR" altLang="en-US" sz="800" b="0" baseline="0" dirty="0">
                          <a:solidFill>
                            <a:schemeClr val="tx1"/>
                          </a:solidFill>
                        </a:rPr>
                        <a:t> 변경할 경우 보여지는 </a:t>
                      </a:r>
                      <a:r>
                        <a:rPr lang="ko-KR" altLang="en-US" sz="800" b="0" baseline="0" dirty="0" err="1">
                          <a:solidFill>
                            <a:schemeClr val="tx1"/>
                          </a:solidFill>
                        </a:rPr>
                        <a:t>메세지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교환 회수 전 보류</a:t>
                      </a:r>
                      <a:r>
                        <a:rPr lang="en-US" altLang="ko-KR" sz="800" b="0" dirty="0">
                          <a:solidFill>
                            <a:schemeClr val="tx1"/>
                          </a:solidFill>
                        </a:rPr>
                        <a:t>, </a:t>
                      </a:r>
                      <a:r>
                        <a:rPr lang="ko-KR" altLang="en-US" sz="800" b="0" dirty="0">
                          <a:solidFill>
                            <a:schemeClr val="tx1"/>
                          </a:solidFill>
                        </a:rPr>
                        <a:t>교환 회수 완료 상태가 아닐 경우 교환 철회 상태로 전환 불가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Tree>
    <p:extLst>
      <p:ext uri="{BB962C8B-B14F-4D97-AF65-F5344CB8AC3E}">
        <p14:creationId xmlns:p14="http://schemas.microsoft.com/office/powerpoint/2010/main" val="4283177474"/>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타원 24">
            <a:extLst>
              <a:ext uri="{FF2B5EF4-FFF2-40B4-BE49-F238E27FC236}">
                <a16:creationId xmlns:a16="http://schemas.microsoft.com/office/drawing/2014/main" id="{059144A2-0DA1-41A7-A50D-7273257933EB}"/>
              </a:ext>
            </a:extLst>
          </p:cNvPr>
          <p:cNvSpPr/>
          <p:nvPr/>
        </p:nvSpPr>
        <p:spPr>
          <a:xfrm>
            <a:off x="2954866" y="4414841"/>
            <a:ext cx="1210733"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6" name="직선 화살표 연결선 25">
            <a:extLst>
              <a:ext uri="{FF2B5EF4-FFF2-40B4-BE49-F238E27FC236}">
                <a16:creationId xmlns:a16="http://schemas.microsoft.com/office/drawing/2014/main" id="{0720530E-7DBF-4C74-B38E-1189B044580D}"/>
              </a:ext>
            </a:extLst>
          </p:cNvPr>
          <p:cNvCxnSpPr>
            <a:cxnSpLocks/>
            <a:stCxn id="25" idx="4"/>
          </p:cNvCxnSpPr>
          <p:nvPr/>
        </p:nvCxnSpPr>
        <p:spPr>
          <a:xfrm>
            <a:off x="3560233" y="4858465"/>
            <a:ext cx="0" cy="712602"/>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3" name="Window Outer">
            <a:extLst>
              <a:ext uri="{FF2B5EF4-FFF2-40B4-BE49-F238E27FC236}">
                <a16:creationId xmlns:a16="http://schemas.microsoft.com/office/drawing/2014/main" id="{D231A7D4-CD04-4DBD-A8E7-43A6376B00C2}"/>
              </a:ext>
            </a:extLst>
          </p:cNvPr>
          <p:cNvSpPr/>
          <p:nvPr>
            <p:custDataLst>
              <p:tags r:id="rId1"/>
            </p:custDataLst>
          </p:nvPr>
        </p:nvSpPr>
        <p:spPr>
          <a:xfrm>
            <a:off x="1863189" y="5676053"/>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sz="1000" b="1" dirty="0">
                <a:solidFill>
                  <a:schemeClr val="bg1"/>
                </a:solidFill>
                <a:latin typeface="Calibri" pitchFamily="34" charset="0"/>
                <a:cs typeface="Calibri" pitchFamily="34" charset="0"/>
              </a:rPr>
              <a:t>Confirm</a:t>
            </a:r>
          </a:p>
        </p:txBody>
      </p:sp>
      <p:sp>
        <p:nvSpPr>
          <p:cNvPr id="24" name="Window Inner">
            <a:extLst>
              <a:ext uri="{FF2B5EF4-FFF2-40B4-BE49-F238E27FC236}">
                <a16:creationId xmlns:a16="http://schemas.microsoft.com/office/drawing/2014/main" id="{5B73C3F6-95A9-497A-83BF-E5C819A4D3C5}"/>
              </a:ext>
            </a:extLst>
          </p:cNvPr>
          <p:cNvSpPr/>
          <p:nvPr>
            <p:custDataLst>
              <p:tags r:id="rId2"/>
            </p:custDataLst>
          </p:nvPr>
        </p:nvSpPr>
        <p:spPr>
          <a:xfrm>
            <a:off x="1903405" y="5882428"/>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27" name="TextBox 26">
            <a:extLst>
              <a:ext uri="{FF2B5EF4-FFF2-40B4-BE49-F238E27FC236}">
                <a16:creationId xmlns:a16="http://schemas.microsoft.com/office/drawing/2014/main" id="{C90DFCE8-438C-4702-A808-DB97A764B920}"/>
              </a:ext>
            </a:extLst>
          </p:cNvPr>
          <p:cNvSpPr txBox="1"/>
          <p:nvPr/>
        </p:nvSpPr>
        <p:spPr>
          <a:xfrm>
            <a:off x="2578460" y="6055602"/>
            <a:ext cx="2122697" cy="253211"/>
          </a:xfrm>
          <a:prstGeom prst="rect">
            <a:avLst/>
          </a:prstGeom>
          <a:noFill/>
        </p:spPr>
        <p:txBody>
          <a:bodyPr wrap="none" rtlCol="0">
            <a:spAutoFit/>
          </a:bodyPr>
          <a:lstStyle/>
          <a:p>
            <a:pPr algn="ctr">
              <a:lnSpc>
                <a:spcPct val="150000"/>
              </a:lnSpc>
            </a:pPr>
            <a:r>
              <a:rPr lang="ko-KR" altLang="en-US" sz="800" dirty="0">
                <a:latin typeface="+mn-ea"/>
              </a:rPr>
              <a:t>교환 회수 완료 상태로 </a:t>
            </a:r>
            <a:r>
              <a:rPr lang="ko-KR" altLang="en-US" sz="800" dirty="0" err="1">
                <a:latin typeface="+mn-ea"/>
              </a:rPr>
              <a:t>전환하시겠습니까</a:t>
            </a:r>
            <a:r>
              <a:rPr lang="en-US" altLang="ko-KR" sz="800" dirty="0">
                <a:latin typeface="+mn-ea"/>
              </a:rPr>
              <a:t>?</a:t>
            </a:r>
            <a:endParaRPr lang="ko-KR" altLang="en-US" sz="800" dirty="0">
              <a:latin typeface="+mn-ea"/>
            </a:endParaRPr>
          </a:p>
        </p:txBody>
      </p:sp>
      <p:sp>
        <p:nvSpPr>
          <p:cNvPr id="28" name="직사각형 27">
            <a:extLst>
              <a:ext uri="{FF2B5EF4-FFF2-40B4-BE49-F238E27FC236}">
                <a16:creationId xmlns:a16="http://schemas.microsoft.com/office/drawing/2014/main" id="{28697D1D-09C2-4BF9-84F9-C05A2D2617D4}"/>
              </a:ext>
            </a:extLst>
          </p:cNvPr>
          <p:cNvSpPr/>
          <p:nvPr/>
        </p:nvSpPr>
        <p:spPr>
          <a:xfrm>
            <a:off x="3666801" y="6667923"/>
            <a:ext cx="632460" cy="273050"/>
          </a:xfrm>
          <a:prstGeom prst="rect">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취소</a:t>
            </a:r>
          </a:p>
        </p:txBody>
      </p:sp>
      <p:sp>
        <p:nvSpPr>
          <p:cNvPr id="29" name="직사각형 28">
            <a:extLst>
              <a:ext uri="{FF2B5EF4-FFF2-40B4-BE49-F238E27FC236}">
                <a16:creationId xmlns:a16="http://schemas.microsoft.com/office/drawing/2014/main" id="{55534797-EAAB-4148-885A-47EDB6586C4B}"/>
              </a:ext>
            </a:extLst>
          </p:cNvPr>
          <p:cNvSpPr/>
          <p:nvPr/>
        </p:nvSpPr>
        <p:spPr>
          <a:xfrm>
            <a:off x="2974651" y="6669193"/>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30" name="Window Outer">
            <a:extLst>
              <a:ext uri="{FF2B5EF4-FFF2-40B4-BE49-F238E27FC236}">
                <a16:creationId xmlns:a16="http://schemas.microsoft.com/office/drawing/2014/main" id="{95DF667E-24DC-4D7D-99E8-4E885D7E561F}"/>
              </a:ext>
            </a:extLst>
          </p:cNvPr>
          <p:cNvSpPr/>
          <p:nvPr>
            <p:custDataLst>
              <p:tags r:id="rId3"/>
            </p:custDataLst>
          </p:nvPr>
        </p:nvSpPr>
        <p:spPr>
          <a:xfrm>
            <a:off x="1863189" y="7569622"/>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1000" b="1" dirty="0">
                <a:solidFill>
                  <a:schemeClr val="bg1"/>
                </a:solidFill>
                <a:latin typeface="Calibri" pitchFamily="34" charset="0"/>
                <a:cs typeface="Calibri" pitchFamily="34" charset="0"/>
              </a:rPr>
              <a:t>Alert</a:t>
            </a:r>
          </a:p>
        </p:txBody>
      </p:sp>
      <p:sp>
        <p:nvSpPr>
          <p:cNvPr id="31" name="Window Inner">
            <a:extLst>
              <a:ext uri="{FF2B5EF4-FFF2-40B4-BE49-F238E27FC236}">
                <a16:creationId xmlns:a16="http://schemas.microsoft.com/office/drawing/2014/main" id="{98E248D1-246A-4185-A763-E14BC082362C}"/>
              </a:ext>
            </a:extLst>
          </p:cNvPr>
          <p:cNvSpPr/>
          <p:nvPr>
            <p:custDataLst>
              <p:tags r:id="rId4"/>
            </p:custDataLst>
          </p:nvPr>
        </p:nvSpPr>
        <p:spPr>
          <a:xfrm>
            <a:off x="1903405" y="7775997"/>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32" name="TextBox 31">
            <a:extLst>
              <a:ext uri="{FF2B5EF4-FFF2-40B4-BE49-F238E27FC236}">
                <a16:creationId xmlns:a16="http://schemas.microsoft.com/office/drawing/2014/main" id="{FC323E5A-69CF-4432-9AE3-AF31BCA10542}"/>
              </a:ext>
            </a:extLst>
          </p:cNvPr>
          <p:cNvSpPr txBox="1"/>
          <p:nvPr/>
        </p:nvSpPr>
        <p:spPr>
          <a:xfrm>
            <a:off x="2096760" y="8025564"/>
            <a:ext cx="3086101" cy="248273"/>
          </a:xfrm>
          <a:prstGeom prst="rect">
            <a:avLst/>
          </a:prstGeom>
          <a:noFill/>
        </p:spPr>
        <p:txBody>
          <a:bodyPr wrap="none" rtlCol="0">
            <a:spAutoFit/>
          </a:bodyPr>
          <a:lstStyle/>
          <a:p>
            <a:pPr algn="ctr">
              <a:lnSpc>
                <a:spcPct val="150000"/>
              </a:lnSpc>
            </a:pPr>
            <a:r>
              <a:rPr lang="ko-KR" altLang="en-US" sz="800" dirty="0">
                <a:latin typeface="나눔고딕" charset="0"/>
                <a:ea typeface="나눔고딕" charset="0"/>
              </a:rPr>
              <a:t>교환 승인 상태에서 교환 회수 완료 상태로 변경이 가능합니다</a:t>
            </a:r>
            <a:r>
              <a:rPr lang="en-US" altLang="ko-KR" sz="800" dirty="0">
                <a:latin typeface="나눔고딕" charset="0"/>
                <a:ea typeface="나눔고딕" charset="0"/>
              </a:rPr>
              <a:t>.</a:t>
            </a:r>
          </a:p>
        </p:txBody>
      </p:sp>
      <p:sp>
        <p:nvSpPr>
          <p:cNvPr id="33" name="직사각형 32">
            <a:extLst>
              <a:ext uri="{FF2B5EF4-FFF2-40B4-BE49-F238E27FC236}">
                <a16:creationId xmlns:a16="http://schemas.microsoft.com/office/drawing/2014/main" id="{B970BF1A-99C7-4E0F-A2FE-EFD4E86F15BD}"/>
              </a:ext>
            </a:extLst>
          </p:cNvPr>
          <p:cNvSpPr/>
          <p:nvPr/>
        </p:nvSpPr>
        <p:spPr>
          <a:xfrm>
            <a:off x="3290881" y="8559585"/>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34" name="직사각형 33">
            <a:extLst>
              <a:ext uri="{FF2B5EF4-FFF2-40B4-BE49-F238E27FC236}">
                <a16:creationId xmlns:a16="http://schemas.microsoft.com/office/drawing/2014/main" id="{1479CDB4-A42B-48AC-B69E-BA43D048993B}"/>
              </a:ext>
            </a:extLst>
          </p:cNvPr>
          <p:cNvSpPr/>
          <p:nvPr/>
        </p:nvSpPr>
        <p:spPr>
          <a:xfrm>
            <a:off x="1786138" y="5575840"/>
            <a:ext cx="3725550" cy="3516024"/>
          </a:xfrm>
          <a:prstGeom prst="rect">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5" name="TextBox 34">
            <a:extLst>
              <a:ext uri="{FF2B5EF4-FFF2-40B4-BE49-F238E27FC236}">
                <a16:creationId xmlns:a16="http://schemas.microsoft.com/office/drawing/2014/main" id="{6A276157-CADF-4E9C-B0B0-00253E84369B}"/>
              </a:ext>
            </a:extLst>
          </p:cNvPr>
          <p:cNvSpPr txBox="1"/>
          <p:nvPr/>
        </p:nvSpPr>
        <p:spPr>
          <a:xfrm>
            <a:off x="1668825" y="5451572"/>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36" name="TextBox 35">
            <a:extLst>
              <a:ext uri="{FF2B5EF4-FFF2-40B4-BE49-F238E27FC236}">
                <a16:creationId xmlns:a16="http://schemas.microsoft.com/office/drawing/2014/main" id="{34425C8C-F041-4584-8E97-6AD3E5F6E7EE}"/>
              </a:ext>
            </a:extLst>
          </p:cNvPr>
          <p:cNvSpPr txBox="1"/>
          <p:nvPr/>
        </p:nvSpPr>
        <p:spPr>
          <a:xfrm>
            <a:off x="1668825" y="7338520"/>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graphicFrame>
        <p:nvGraphicFramePr>
          <p:cNvPr id="16" name="표 15">
            <a:extLst>
              <a:ext uri="{FF2B5EF4-FFF2-40B4-BE49-F238E27FC236}">
                <a16:creationId xmlns:a16="http://schemas.microsoft.com/office/drawing/2014/main" id="{FEECF42D-42B9-49D0-A617-43233FF34910}"/>
              </a:ext>
            </a:extLst>
          </p:cNvPr>
          <p:cNvGraphicFramePr>
            <a:graphicFrameLocks noGrp="1"/>
          </p:cNvGraphicFramePr>
          <p:nvPr>
            <p:extLst>
              <p:ext uri="{D42A27DB-BD31-4B8C-83A1-F6EECF244321}">
                <p14:modId xmlns:p14="http://schemas.microsoft.com/office/powerpoint/2010/main" val="59865005"/>
              </p:ext>
            </p:extLst>
          </p:nvPr>
        </p:nvGraphicFramePr>
        <p:xfrm>
          <a:off x="10171774" y="22159"/>
          <a:ext cx="1979018" cy="224131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RF-02-07-06-4</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a:t>주문목록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상세 보기 </a:t>
                      </a:r>
                      <a:r>
                        <a:rPr lang="en-US" altLang="ko-KR" sz="800" dirty="0"/>
                        <a:t>&gt; </a:t>
                      </a:r>
                      <a:r>
                        <a:rPr lang="ko-KR" altLang="en-US" sz="800" dirty="0"/>
                        <a:t>교환 주문</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교환 주문을 처리하는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교환 회수 완료 상태로 변경할 경우 보여지는 </a:t>
                      </a:r>
                      <a:r>
                        <a:rPr lang="ko-KR" altLang="en-US" sz="800" b="0" dirty="0" err="1">
                          <a:solidFill>
                            <a:schemeClr val="tx1"/>
                          </a:solidFill>
                        </a:rPr>
                        <a:t>메세지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교환 승인 상태가 아닐 경우 교환 회수 완료 상태로 전환 불가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Tree>
    <p:extLst>
      <p:ext uri="{BB962C8B-B14F-4D97-AF65-F5344CB8AC3E}">
        <p14:creationId xmlns:p14="http://schemas.microsoft.com/office/powerpoint/2010/main" val="701382012"/>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타원 24">
            <a:extLst>
              <a:ext uri="{FF2B5EF4-FFF2-40B4-BE49-F238E27FC236}">
                <a16:creationId xmlns:a16="http://schemas.microsoft.com/office/drawing/2014/main" id="{059144A2-0DA1-41A7-A50D-7273257933EB}"/>
              </a:ext>
            </a:extLst>
          </p:cNvPr>
          <p:cNvSpPr/>
          <p:nvPr/>
        </p:nvSpPr>
        <p:spPr>
          <a:xfrm>
            <a:off x="3886200" y="4414841"/>
            <a:ext cx="1210733"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6" name="직선 화살표 연결선 25">
            <a:extLst>
              <a:ext uri="{FF2B5EF4-FFF2-40B4-BE49-F238E27FC236}">
                <a16:creationId xmlns:a16="http://schemas.microsoft.com/office/drawing/2014/main" id="{0720530E-7DBF-4C74-B38E-1189B044580D}"/>
              </a:ext>
            </a:extLst>
          </p:cNvPr>
          <p:cNvCxnSpPr>
            <a:cxnSpLocks/>
            <a:stCxn id="25" idx="4"/>
          </p:cNvCxnSpPr>
          <p:nvPr/>
        </p:nvCxnSpPr>
        <p:spPr>
          <a:xfrm>
            <a:off x="4491567" y="4858465"/>
            <a:ext cx="0" cy="712602"/>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3" name="Window Outer">
            <a:extLst>
              <a:ext uri="{FF2B5EF4-FFF2-40B4-BE49-F238E27FC236}">
                <a16:creationId xmlns:a16="http://schemas.microsoft.com/office/drawing/2014/main" id="{D231A7D4-CD04-4DBD-A8E7-43A6376B00C2}"/>
              </a:ext>
            </a:extLst>
          </p:cNvPr>
          <p:cNvSpPr/>
          <p:nvPr>
            <p:custDataLst>
              <p:tags r:id="rId1"/>
            </p:custDataLst>
          </p:nvPr>
        </p:nvSpPr>
        <p:spPr>
          <a:xfrm>
            <a:off x="2989259" y="5676053"/>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sz="1000" b="1" dirty="0">
                <a:solidFill>
                  <a:schemeClr val="bg1"/>
                </a:solidFill>
                <a:latin typeface="Calibri" pitchFamily="34" charset="0"/>
                <a:cs typeface="Calibri" pitchFamily="34" charset="0"/>
              </a:rPr>
              <a:t>Confirm</a:t>
            </a:r>
          </a:p>
        </p:txBody>
      </p:sp>
      <p:sp>
        <p:nvSpPr>
          <p:cNvPr id="24" name="Window Inner">
            <a:extLst>
              <a:ext uri="{FF2B5EF4-FFF2-40B4-BE49-F238E27FC236}">
                <a16:creationId xmlns:a16="http://schemas.microsoft.com/office/drawing/2014/main" id="{5B73C3F6-95A9-497A-83BF-E5C819A4D3C5}"/>
              </a:ext>
            </a:extLst>
          </p:cNvPr>
          <p:cNvSpPr/>
          <p:nvPr>
            <p:custDataLst>
              <p:tags r:id="rId2"/>
            </p:custDataLst>
          </p:nvPr>
        </p:nvSpPr>
        <p:spPr>
          <a:xfrm>
            <a:off x="3029475" y="5882428"/>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27" name="TextBox 26">
            <a:extLst>
              <a:ext uri="{FF2B5EF4-FFF2-40B4-BE49-F238E27FC236}">
                <a16:creationId xmlns:a16="http://schemas.microsoft.com/office/drawing/2014/main" id="{C90DFCE8-438C-4702-A808-DB97A764B920}"/>
              </a:ext>
            </a:extLst>
          </p:cNvPr>
          <p:cNvSpPr txBox="1"/>
          <p:nvPr/>
        </p:nvSpPr>
        <p:spPr>
          <a:xfrm>
            <a:off x="3825557" y="6055602"/>
            <a:ext cx="1880644" cy="253211"/>
          </a:xfrm>
          <a:prstGeom prst="rect">
            <a:avLst/>
          </a:prstGeom>
          <a:noFill/>
        </p:spPr>
        <p:txBody>
          <a:bodyPr wrap="none" rtlCol="0">
            <a:spAutoFit/>
          </a:bodyPr>
          <a:lstStyle/>
          <a:p>
            <a:pPr algn="ctr">
              <a:lnSpc>
                <a:spcPct val="150000"/>
              </a:lnSpc>
            </a:pPr>
            <a:r>
              <a:rPr lang="ko-KR" altLang="en-US" sz="800" dirty="0">
                <a:latin typeface="+mn-ea"/>
              </a:rPr>
              <a:t>교환 확정 상태로 </a:t>
            </a:r>
            <a:r>
              <a:rPr lang="ko-KR" altLang="en-US" sz="800" dirty="0" err="1">
                <a:latin typeface="+mn-ea"/>
              </a:rPr>
              <a:t>전환하시겠습니까</a:t>
            </a:r>
            <a:r>
              <a:rPr lang="en-US" altLang="ko-KR" sz="800" dirty="0">
                <a:latin typeface="+mn-ea"/>
              </a:rPr>
              <a:t>?</a:t>
            </a:r>
            <a:endParaRPr lang="ko-KR" altLang="en-US" sz="800" dirty="0">
              <a:latin typeface="+mn-ea"/>
            </a:endParaRPr>
          </a:p>
        </p:txBody>
      </p:sp>
      <p:sp>
        <p:nvSpPr>
          <p:cNvPr id="28" name="직사각형 27">
            <a:extLst>
              <a:ext uri="{FF2B5EF4-FFF2-40B4-BE49-F238E27FC236}">
                <a16:creationId xmlns:a16="http://schemas.microsoft.com/office/drawing/2014/main" id="{28697D1D-09C2-4BF9-84F9-C05A2D2617D4}"/>
              </a:ext>
            </a:extLst>
          </p:cNvPr>
          <p:cNvSpPr/>
          <p:nvPr/>
        </p:nvSpPr>
        <p:spPr>
          <a:xfrm>
            <a:off x="4792871" y="6667923"/>
            <a:ext cx="632460" cy="273050"/>
          </a:xfrm>
          <a:prstGeom prst="rect">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취소</a:t>
            </a:r>
          </a:p>
        </p:txBody>
      </p:sp>
      <p:sp>
        <p:nvSpPr>
          <p:cNvPr id="29" name="직사각형 28">
            <a:extLst>
              <a:ext uri="{FF2B5EF4-FFF2-40B4-BE49-F238E27FC236}">
                <a16:creationId xmlns:a16="http://schemas.microsoft.com/office/drawing/2014/main" id="{55534797-EAAB-4148-885A-47EDB6586C4B}"/>
              </a:ext>
            </a:extLst>
          </p:cNvPr>
          <p:cNvSpPr/>
          <p:nvPr/>
        </p:nvSpPr>
        <p:spPr>
          <a:xfrm>
            <a:off x="4100721" y="6669193"/>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30" name="Window Outer">
            <a:extLst>
              <a:ext uri="{FF2B5EF4-FFF2-40B4-BE49-F238E27FC236}">
                <a16:creationId xmlns:a16="http://schemas.microsoft.com/office/drawing/2014/main" id="{95DF667E-24DC-4D7D-99E8-4E885D7E561F}"/>
              </a:ext>
            </a:extLst>
          </p:cNvPr>
          <p:cNvSpPr/>
          <p:nvPr>
            <p:custDataLst>
              <p:tags r:id="rId3"/>
            </p:custDataLst>
          </p:nvPr>
        </p:nvSpPr>
        <p:spPr>
          <a:xfrm>
            <a:off x="2989259" y="7569622"/>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1000" b="1" dirty="0">
                <a:solidFill>
                  <a:schemeClr val="bg1"/>
                </a:solidFill>
                <a:latin typeface="Calibri" pitchFamily="34" charset="0"/>
                <a:cs typeface="Calibri" pitchFamily="34" charset="0"/>
              </a:rPr>
              <a:t>Alert</a:t>
            </a:r>
          </a:p>
        </p:txBody>
      </p:sp>
      <p:sp>
        <p:nvSpPr>
          <p:cNvPr id="31" name="Window Inner">
            <a:extLst>
              <a:ext uri="{FF2B5EF4-FFF2-40B4-BE49-F238E27FC236}">
                <a16:creationId xmlns:a16="http://schemas.microsoft.com/office/drawing/2014/main" id="{98E248D1-246A-4185-A763-E14BC082362C}"/>
              </a:ext>
            </a:extLst>
          </p:cNvPr>
          <p:cNvSpPr/>
          <p:nvPr>
            <p:custDataLst>
              <p:tags r:id="rId4"/>
            </p:custDataLst>
          </p:nvPr>
        </p:nvSpPr>
        <p:spPr>
          <a:xfrm>
            <a:off x="3029475" y="7775997"/>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32" name="TextBox 31">
            <a:extLst>
              <a:ext uri="{FF2B5EF4-FFF2-40B4-BE49-F238E27FC236}">
                <a16:creationId xmlns:a16="http://schemas.microsoft.com/office/drawing/2014/main" id="{FC323E5A-69CF-4432-9AE3-AF31BCA10542}"/>
              </a:ext>
            </a:extLst>
          </p:cNvPr>
          <p:cNvSpPr txBox="1"/>
          <p:nvPr/>
        </p:nvSpPr>
        <p:spPr>
          <a:xfrm>
            <a:off x="3239663" y="8025564"/>
            <a:ext cx="3052439" cy="248273"/>
          </a:xfrm>
          <a:prstGeom prst="rect">
            <a:avLst/>
          </a:prstGeom>
          <a:noFill/>
        </p:spPr>
        <p:txBody>
          <a:bodyPr wrap="none" rtlCol="0">
            <a:spAutoFit/>
          </a:bodyPr>
          <a:lstStyle/>
          <a:p>
            <a:pPr algn="ctr">
              <a:lnSpc>
                <a:spcPct val="150000"/>
              </a:lnSpc>
            </a:pPr>
            <a:r>
              <a:rPr lang="ko-KR" altLang="en-US" sz="800" dirty="0">
                <a:latin typeface="나눔고딕" charset="0"/>
                <a:ea typeface="나눔고딕" charset="0"/>
              </a:rPr>
              <a:t>교환 회수 완료 상태에서 교환 확정 상태로 변경이 가능합니다</a:t>
            </a:r>
            <a:r>
              <a:rPr lang="en-US" altLang="ko-KR" sz="800" dirty="0">
                <a:latin typeface="나눔고딕" charset="0"/>
                <a:ea typeface="나눔고딕" charset="0"/>
              </a:rPr>
              <a:t>.</a:t>
            </a:r>
          </a:p>
        </p:txBody>
      </p:sp>
      <p:sp>
        <p:nvSpPr>
          <p:cNvPr id="33" name="직사각형 32">
            <a:extLst>
              <a:ext uri="{FF2B5EF4-FFF2-40B4-BE49-F238E27FC236}">
                <a16:creationId xmlns:a16="http://schemas.microsoft.com/office/drawing/2014/main" id="{B970BF1A-99C7-4E0F-A2FE-EFD4E86F15BD}"/>
              </a:ext>
            </a:extLst>
          </p:cNvPr>
          <p:cNvSpPr/>
          <p:nvPr/>
        </p:nvSpPr>
        <p:spPr>
          <a:xfrm>
            <a:off x="4416951" y="8559585"/>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34" name="직사각형 33">
            <a:extLst>
              <a:ext uri="{FF2B5EF4-FFF2-40B4-BE49-F238E27FC236}">
                <a16:creationId xmlns:a16="http://schemas.microsoft.com/office/drawing/2014/main" id="{1479CDB4-A42B-48AC-B69E-BA43D048993B}"/>
              </a:ext>
            </a:extLst>
          </p:cNvPr>
          <p:cNvSpPr/>
          <p:nvPr/>
        </p:nvSpPr>
        <p:spPr>
          <a:xfrm>
            <a:off x="2912208" y="5575840"/>
            <a:ext cx="3725550" cy="3516024"/>
          </a:xfrm>
          <a:prstGeom prst="rect">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5" name="TextBox 34">
            <a:extLst>
              <a:ext uri="{FF2B5EF4-FFF2-40B4-BE49-F238E27FC236}">
                <a16:creationId xmlns:a16="http://schemas.microsoft.com/office/drawing/2014/main" id="{6A276157-CADF-4E9C-B0B0-00253E84369B}"/>
              </a:ext>
            </a:extLst>
          </p:cNvPr>
          <p:cNvSpPr txBox="1"/>
          <p:nvPr/>
        </p:nvSpPr>
        <p:spPr>
          <a:xfrm>
            <a:off x="2794895" y="5451572"/>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36" name="TextBox 35">
            <a:extLst>
              <a:ext uri="{FF2B5EF4-FFF2-40B4-BE49-F238E27FC236}">
                <a16:creationId xmlns:a16="http://schemas.microsoft.com/office/drawing/2014/main" id="{34425C8C-F041-4584-8E97-6AD3E5F6E7EE}"/>
              </a:ext>
            </a:extLst>
          </p:cNvPr>
          <p:cNvSpPr txBox="1"/>
          <p:nvPr/>
        </p:nvSpPr>
        <p:spPr>
          <a:xfrm>
            <a:off x="2794895" y="7338520"/>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graphicFrame>
        <p:nvGraphicFramePr>
          <p:cNvPr id="16" name="표 15">
            <a:extLst>
              <a:ext uri="{FF2B5EF4-FFF2-40B4-BE49-F238E27FC236}">
                <a16:creationId xmlns:a16="http://schemas.microsoft.com/office/drawing/2014/main" id="{5133C692-60B9-4E85-96A6-5C83868CE2C8}"/>
              </a:ext>
            </a:extLst>
          </p:cNvPr>
          <p:cNvGraphicFramePr>
            <a:graphicFrameLocks noGrp="1"/>
          </p:cNvGraphicFramePr>
          <p:nvPr>
            <p:extLst>
              <p:ext uri="{D42A27DB-BD31-4B8C-83A1-F6EECF244321}">
                <p14:modId xmlns:p14="http://schemas.microsoft.com/office/powerpoint/2010/main" val="3372696928"/>
              </p:ext>
            </p:extLst>
          </p:nvPr>
        </p:nvGraphicFramePr>
        <p:xfrm>
          <a:off x="10171774" y="22159"/>
          <a:ext cx="1979018" cy="224131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RF-02-07-06-5</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a:t>주문목록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상세 보기 </a:t>
                      </a:r>
                      <a:r>
                        <a:rPr lang="en-US" altLang="ko-KR" sz="800" dirty="0"/>
                        <a:t>&gt; </a:t>
                      </a:r>
                      <a:r>
                        <a:rPr lang="ko-KR" altLang="en-US" sz="800" dirty="0"/>
                        <a:t>교환 주문</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교환 주문을 처리하는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교환 확정 상태로 변경할 경우 보여지는 </a:t>
                      </a:r>
                      <a:r>
                        <a:rPr lang="ko-KR" altLang="en-US" sz="800" b="0" dirty="0" err="1">
                          <a:solidFill>
                            <a:schemeClr val="tx1"/>
                          </a:solidFill>
                        </a:rPr>
                        <a:t>메세지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교환 회수 완료 상태가 아닐 경우 교환 확정 상태로 전환 불가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Tree>
    <p:extLst>
      <p:ext uri="{BB962C8B-B14F-4D97-AF65-F5344CB8AC3E}">
        <p14:creationId xmlns:p14="http://schemas.microsoft.com/office/powerpoint/2010/main" val="2472405122"/>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Window Outer">
            <a:extLst>
              <a:ext uri="{FF2B5EF4-FFF2-40B4-BE49-F238E27FC236}">
                <a16:creationId xmlns:a16="http://schemas.microsoft.com/office/drawing/2014/main" id="{B70A426B-4A52-4995-BF0D-FA42C5882A16}"/>
              </a:ext>
            </a:extLst>
          </p:cNvPr>
          <p:cNvSpPr/>
          <p:nvPr>
            <p:custDataLst>
              <p:tags r:id="rId1"/>
            </p:custDataLst>
          </p:nvPr>
        </p:nvSpPr>
        <p:spPr>
          <a:xfrm>
            <a:off x="2432114" y="9152944"/>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1000" b="1" dirty="0">
                <a:solidFill>
                  <a:schemeClr val="bg1"/>
                </a:solidFill>
                <a:latin typeface="Calibri" pitchFamily="34" charset="0"/>
                <a:cs typeface="Calibri" pitchFamily="34" charset="0"/>
              </a:rPr>
              <a:t>Alert</a:t>
            </a:r>
          </a:p>
        </p:txBody>
      </p:sp>
      <p:sp>
        <p:nvSpPr>
          <p:cNvPr id="17" name="Window Inner">
            <a:extLst>
              <a:ext uri="{FF2B5EF4-FFF2-40B4-BE49-F238E27FC236}">
                <a16:creationId xmlns:a16="http://schemas.microsoft.com/office/drawing/2014/main" id="{C32FB647-6385-486F-8169-C985438B26F8}"/>
              </a:ext>
            </a:extLst>
          </p:cNvPr>
          <p:cNvSpPr/>
          <p:nvPr>
            <p:custDataLst>
              <p:tags r:id="rId2"/>
            </p:custDataLst>
          </p:nvPr>
        </p:nvSpPr>
        <p:spPr>
          <a:xfrm>
            <a:off x="2472330" y="9359319"/>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18" name="TextBox 17">
            <a:extLst>
              <a:ext uri="{FF2B5EF4-FFF2-40B4-BE49-F238E27FC236}">
                <a16:creationId xmlns:a16="http://schemas.microsoft.com/office/drawing/2014/main" id="{6009F4B7-97EF-4D22-B96C-81D942F94A5B}"/>
              </a:ext>
            </a:extLst>
          </p:cNvPr>
          <p:cNvSpPr txBox="1"/>
          <p:nvPr/>
        </p:nvSpPr>
        <p:spPr>
          <a:xfrm>
            <a:off x="2409207" y="9608886"/>
            <a:ext cx="3599063" cy="248273"/>
          </a:xfrm>
          <a:prstGeom prst="rect">
            <a:avLst/>
          </a:prstGeom>
          <a:noFill/>
        </p:spPr>
        <p:txBody>
          <a:bodyPr wrap="none" rtlCol="0">
            <a:spAutoFit/>
          </a:bodyPr>
          <a:lstStyle/>
          <a:p>
            <a:pPr algn="ctr">
              <a:lnSpc>
                <a:spcPct val="150000"/>
              </a:lnSpc>
            </a:pPr>
            <a:r>
              <a:rPr lang="ko-KR" altLang="en-US" sz="800" dirty="0">
                <a:latin typeface="나눔고딕" charset="0"/>
                <a:ea typeface="나눔고딕" charset="0"/>
              </a:rPr>
              <a:t>교환회수완료 상태에서만 교환 회수 후 보류의 상태로 전환이 가능합니다</a:t>
            </a:r>
            <a:r>
              <a:rPr lang="en-US" altLang="ko-KR" sz="800" dirty="0">
                <a:latin typeface="나눔고딕" charset="0"/>
                <a:ea typeface="나눔고딕" charset="0"/>
              </a:rPr>
              <a:t>.</a:t>
            </a:r>
          </a:p>
        </p:txBody>
      </p:sp>
      <p:sp>
        <p:nvSpPr>
          <p:cNvPr id="19" name="직사각형 18">
            <a:extLst>
              <a:ext uri="{FF2B5EF4-FFF2-40B4-BE49-F238E27FC236}">
                <a16:creationId xmlns:a16="http://schemas.microsoft.com/office/drawing/2014/main" id="{9F0FF624-D4DA-4B22-A42A-D4368E5F0BF5}"/>
              </a:ext>
            </a:extLst>
          </p:cNvPr>
          <p:cNvSpPr/>
          <p:nvPr/>
        </p:nvSpPr>
        <p:spPr>
          <a:xfrm>
            <a:off x="3859806" y="10142907"/>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20" name="TextBox 19">
            <a:extLst>
              <a:ext uri="{FF2B5EF4-FFF2-40B4-BE49-F238E27FC236}">
                <a16:creationId xmlns:a16="http://schemas.microsoft.com/office/drawing/2014/main" id="{10D5B881-2B55-4DD6-AF23-EAB799C54488}"/>
              </a:ext>
            </a:extLst>
          </p:cNvPr>
          <p:cNvSpPr txBox="1"/>
          <p:nvPr/>
        </p:nvSpPr>
        <p:spPr>
          <a:xfrm>
            <a:off x="2237750" y="8921842"/>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21" name="직사각형 20">
            <a:extLst>
              <a:ext uri="{FF2B5EF4-FFF2-40B4-BE49-F238E27FC236}">
                <a16:creationId xmlns:a16="http://schemas.microsoft.com/office/drawing/2014/main" id="{5B120EE1-B8C7-42CC-AD2A-BCE321D9FB1D}"/>
              </a:ext>
            </a:extLst>
          </p:cNvPr>
          <p:cNvSpPr/>
          <p:nvPr/>
        </p:nvSpPr>
        <p:spPr>
          <a:xfrm>
            <a:off x="2370667" y="5302089"/>
            <a:ext cx="6231194" cy="3408745"/>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22" name="Image">
            <a:extLst>
              <a:ext uri="{FF2B5EF4-FFF2-40B4-BE49-F238E27FC236}">
                <a16:creationId xmlns:a16="http://schemas.microsoft.com/office/drawing/2014/main" id="{6088B503-C070-4BDA-A5C3-C16B0EE03CB0}"/>
              </a:ext>
            </a:extLst>
          </p:cNvPr>
          <p:cNvGrpSpPr>
            <a:grpSpLocks/>
          </p:cNvGrpSpPr>
          <p:nvPr/>
        </p:nvGrpSpPr>
        <p:grpSpPr bwMode="auto">
          <a:xfrm>
            <a:off x="8256935" y="5422283"/>
            <a:ext cx="263570" cy="250457"/>
            <a:chOff x="508000" y="1397000"/>
            <a:chExt cx="1008112" cy="1008112"/>
          </a:xfrm>
        </p:grpSpPr>
        <p:sp>
          <p:nvSpPr>
            <p:cNvPr id="37" name="Border">
              <a:extLst>
                <a:ext uri="{FF2B5EF4-FFF2-40B4-BE49-F238E27FC236}">
                  <a16:creationId xmlns:a16="http://schemas.microsoft.com/office/drawing/2014/main" id="{64FD3535-E396-4324-BE45-36A022B5BD34}"/>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5F5F5F"/>
                </a:solidFill>
                <a:latin typeface="Segoe UI" panose="020B0502040204020203" pitchFamily="34" charset="0"/>
                <a:cs typeface="Segoe UI" panose="020B0502040204020203" pitchFamily="34" charset="0"/>
              </a:endParaRPr>
            </a:p>
          </p:txBody>
        </p:sp>
        <p:sp>
          <p:nvSpPr>
            <p:cNvPr id="38" name="Line 2">
              <a:extLst>
                <a:ext uri="{FF2B5EF4-FFF2-40B4-BE49-F238E27FC236}">
                  <a16:creationId xmlns:a16="http://schemas.microsoft.com/office/drawing/2014/main" id="{1F596C29-8CDF-49DB-915D-F4DD5CEC2D12}"/>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9" name="Line 1">
              <a:extLst>
                <a:ext uri="{FF2B5EF4-FFF2-40B4-BE49-F238E27FC236}">
                  <a16:creationId xmlns:a16="http://schemas.microsoft.com/office/drawing/2014/main" id="{9DD49C18-9801-461E-9695-CE51CB26DEF9}"/>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40" name="TextBox 39">
            <a:extLst>
              <a:ext uri="{FF2B5EF4-FFF2-40B4-BE49-F238E27FC236}">
                <a16:creationId xmlns:a16="http://schemas.microsoft.com/office/drawing/2014/main" id="{B1B09556-3012-4E4A-B604-2A546486B82B}"/>
              </a:ext>
            </a:extLst>
          </p:cNvPr>
          <p:cNvSpPr txBox="1"/>
          <p:nvPr/>
        </p:nvSpPr>
        <p:spPr>
          <a:xfrm>
            <a:off x="2489742" y="5409976"/>
            <a:ext cx="915635" cy="246221"/>
          </a:xfrm>
          <a:prstGeom prst="rect">
            <a:avLst/>
          </a:prstGeom>
          <a:noFill/>
        </p:spPr>
        <p:txBody>
          <a:bodyPr wrap="none" rtlCol="0">
            <a:spAutoFit/>
          </a:bodyPr>
          <a:lstStyle/>
          <a:p>
            <a:r>
              <a:rPr lang="ko-KR" altLang="en-US" sz="1000" b="1" dirty="0">
                <a:latin typeface="맑은 고딕" panose="020B0503020000020004" pitchFamily="50" charset="-127"/>
                <a:ea typeface="맑은 고딕" panose="020B0503020000020004" pitchFamily="50" charset="-127"/>
              </a:rPr>
              <a:t>○ 교환 보류</a:t>
            </a:r>
            <a:endParaRPr lang="ko-KR" altLang="en-US" sz="1000" dirty="0"/>
          </a:p>
        </p:txBody>
      </p:sp>
      <p:graphicFrame>
        <p:nvGraphicFramePr>
          <p:cNvPr id="41" name="표 4">
            <a:extLst>
              <a:ext uri="{FF2B5EF4-FFF2-40B4-BE49-F238E27FC236}">
                <a16:creationId xmlns:a16="http://schemas.microsoft.com/office/drawing/2014/main" id="{C934CB44-B46B-4C99-92E6-496D2E32570B}"/>
              </a:ext>
            </a:extLst>
          </p:cNvPr>
          <p:cNvGraphicFramePr>
            <a:graphicFrameLocks noGrp="1"/>
          </p:cNvGraphicFramePr>
          <p:nvPr>
            <p:extLst>
              <p:ext uri="{D42A27DB-BD31-4B8C-83A1-F6EECF244321}">
                <p14:modId xmlns:p14="http://schemas.microsoft.com/office/powerpoint/2010/main" val="4186330459"/>
              </p:ext>
            </p:extLst>
          </p:nvPr>
        </p:nvGraphicFramePr>
        <p:xfrm>
          <a:off x="2583809" y="5867205"/>
          <a:ext cx="5804912" cy="426720"/>
        </p:xfrm>
        <a:graphic>
          <a:graphicData uri="http://schemas.openxmlformats.org/drawingml/2006/table">
            <a:tbl>
              <a:tblPr firstRow="1" bandRow="1">
                <a:tableStyleId>{5940675A-B579-460E-94D1-54222C63F5DA}</a:tableStyleId>
              </a:tblPr>
              <a:tblGrid>
                <a:gridCol w="831304">
                  <a:extLst>
                    <a:ext uri="{9D8B030D-6E8A-4147-A177-3AD203B41FA5}">
                      <a16:colId xmlns:a16="http://schemas.microsoft.com/office/drawing/2014/main" val="3684204346"/>
                    </a:ext>
                  </a:extLst>
                </a:gridCol>
                <a:gridCol w="2071152">
                  <a:extLst>
                    <a:ext uri="{9D8B030D-6E8A-4147-A177-3AD203B41FA5}">
                      <a16:colId xmlns:a16="http://schemas.microsoft.com/office/drawing/2014/main" val="1934738033"/>
                    </a:ext>
                  </a:extLst>
                </a:gridCol>
                <a:gridCol w="1005968">
                  <a:extLst>
                    <a:ext uri="{9D8B030D-6E8A-4147-A177-3AD203B41FA5}">
                      <a16:colId xmlns:a16="http://schemas.microsoft.com/office/drawing/2014/main" val="189309699"/>
                    </a:ext>
                  </a:extLst>
                </a:gridCol>
                <a:gridCol w="1896488">
                  <a:extLst>
                    <a:ext uri="{9D8B030D-6E8A-4147-A177-3AD203B41FA5}">
                      <a16:colId xmlns:a16="http://schemas.microsoft.com/office/drawing/2014/main" val="3675772040"/>
                    </a:ext>
                  </a:extLst>
                </a:gridCol>
              </a:tblGrid>
              <a:tr h="0">
                <a:tc>
                  <a:txBody>
                    <a:bodyPr/>
                    <a:lstStyle/>
                    <a:p>
                      <a:pPr algn="ctr" latinLnBrk="1"/>
                      <a:r>
                        <a:rPr lang="ko-KR" altLang="en-US" sz="800" b="0" dirty="0">
                          <a:solidFill>
                            <a:schemeClr val="tx1"/>
                          </a:solidFill>
                        </a:rPr>
                        <a:t>교환 주문번호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Me9-12222112121</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교환 요청일시</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2024-10-01 09:02:12</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25709569"/>
                  </a:ext>
                </a:extLst>
              </a:tr>
              <a:tr h="0">
                <a:tc>
                  <a:txBody>
                    <a:bodyPr/>
                    <a:lstStyle/>
                    <a:p>
                      <a:pPr algn="ctr" latinLnBrk="1"/>
                      <a:r>
                        <a:rPr lang="ko-KR" altLang="en-US" sz="800" b="0" dirty="0">
                          <a:solidFill>
                            <a:schemeClr val="tx1"/>
                          </a:solidFill>
                        </a:rPr>
                        <a:t>판매처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gridSpan="3">
                  <a:txBody>
                    <a:bodyPr/>
                    <a:lstStyle/>
                    <a:p>
                      <a:pPr algn="l" latinLnBrk="1"/>
                      <a:r>
                        <a:rPr lang="en-US" altLang="ko-KR" sz="800" dirty="0"/>
                        <a:t>Shop</a:t>
                      </a:r>
                      <a:r>
                        <a:rPr lang="ko-KR" altLang="en-US" sz="800" dirty="0" err="1"/>
                        <a:t>채널명</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hMerge="1">
                  <a:txBody>
                    <a:bodyPr/>
                    <a:lstStyle/>
                    <a:p>
                      <a:pPr algn="ctr" latinLnBrk="1"/>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801681561"/>
                  </a:ext>
                </a:extLst>
              </a:tr>
            </a:tbl>
          </a:graphicData>
        </a:graphic>
      </p:graphicFrame>
      <p:graphicFrame>
        <p:nvGraphicFramePr>
          <p:cNvPr id="42" name="표 41">
            <a:extLst>
              <a:ext uri="{FF2B5EF4-FFF2-40B4-BE49-F238E27FC236}">
                <a16:creationId xmlns:a16="http://schemas.microsoft.com/office/drawing/2014/main" id="{A3DBBE33-0899-44FA-8D3A-D64E9FC6347E}"/>
              </a:ext>
            </a:extLst>
          </p:cNvPr>
          <p:cNvGraphicFramePr>
            <a:graphicFrameLocks noGrp="1"/>
          </p:cNvGraphicFramePr>
          <p:nvPr>
            <p:extLst>
              <p:ext uri="{D42A27DB-BD31-4B8C-83A1-F6EECF244321}">
                <p14:modId xmlns:p14="http://schemas.microsoft.com/office/powerpoint/2010/main" val="508667347"/>
              </p:ext>
            </p:extLst>
          </p:nvPr>
        </p:nvGraphicFramePr>
        <p:xfrm>
          <a:off x="2583812" y="6429362"/>
          <a:ext cx="5804908" cy="426720"/>
        </p:xfrm>
        <a:graphic>
          <a:graphicData uri="http://schemas.openxmlformats.org/drawingml/2006/table">
            <a:tbl>
              <a:tblPr firstRow="1" bandRow="1">
                <a:tableStyleId>{5C22544A-7EE6-4342-B048-85BDC9FD1C3A}</a:tableStyleId>
              </a:tblPr>
              <a:tblGrid>
                <a:gridCol w="828255">
                  <a:extLst>
                    <a:ext uri="{9D8B030D-6E8A-4147-A177-3AD203B41FA5}">
                      <a16:colId xmlns:a16="http://schemas.microsoft.com/office/drawing/2014/main" val="3580568890"/>
                    </a:ext>
                  </a:extLst>
                </a:gridCol>
                <a:gridCol w="1566574">
                  <a:extLst>
                    <a:ext uri="{9D8B030D-6E8A-4147-A177-3AD203B41FA5}">
                      <a16:colId xmlns:a16="http://schemas.microsoft.com/office/drawing/2014/main" val="20004"/>
                    </a:ext>
                  </a:extLst>
                </a:gridCol>
                <a:gridCol w="998826">
                  <a:extLst>
                    <a:ext uri="{9D8B030D-6E8A-4147-A177-3AD203B41FA5}">
                      <a16:colId xmlns:a16="http://schemas.microsoft.com/office/drawing/2014/main" val="20005"/>
                    </a:ext>
                  </a:extLst>
                </a:gridCol>
                <a:gridCol w="863600">
                  <a:extLst>
                    <a:ext uri="{9D8B030D-6E8A-4147-A177-3AD203B41FA5}">
                      <a16:colId xmlns:a16="http://schemas.microsoft.com/office/drawing/2014/main" val="20006"/>
                    </a:ext>
                  </a:extLst>
                </a:gridCol>
                <a:gridCol w="823912">
                  <a:extLst>
                    <a:ext uri="{9D8B030D-6E8A-4147-A177-3AD203B41FA5}">
                      <a16:colId xmlns:a16="http://schemas.microsoft.com/office/drawing/2014/main" val="4268954648"/>
                    </a:ext>
                  </a:extLst>
                </a:gridCol>
                <a:gridCol w="723741">
                  <a:extLst>
                    <a:ext uri="{9D8B030D-6E8A-4147-A177-3AD203B41FA5}">
                      <a16:colId xmlns:a16="http://schemas.microsoft.com/office/drawing/2014/main" val="20009"/>
                    </a:ext>
                  </a:extLst>
                </a:gridCol>
              </a:tblGrid>
              <a:tr h="0">
                <a:tc>
                  <a:txBody>
                    <a:bodyPr/>
                    <a:lstStyle/>
                    <a:p>
                      <a:pPr algn="ctr" latinLnBrk="1"/>
                      <a:r>
                        <a:rPr lang="ko-KR" altLang="en-US" sz="800" b="1" dirty="0">
                          <a:solidFill>
                            <a:schemeClr val="tx1"/>
                          </a:solidFill>
                        </a:rPr>
                        <a:t>주문상태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 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변경 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교환요청</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Black/M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graphicFrame>
        <p:nvGraphicFramePr>
          <p:cNvPr id="43" name="표 42">
            <a:extLst>
              <a:ext uri="{FF2B5EF4-FFF2-40B4-BE49-F238E27FC236}">
                <a16:creationId xmlns:a16="http://schemas.microsoft.com/office/drawing/2014/main" id="{528AB592-FA44-40E9-B761-26347CDDFB81}"/>
              </a:ext>
            </a:extLst>
          </p:cNvPr>
          <p:cNvGraphicFramePr>
            <a:graphicFrameLocks noGrp="1"/>
          </p:cNvGraphicFramePr>
          <p:nvPr>
            <p:extLst>
              <p:ext uri="{D42A27DB-BD31-4B8C-83A1-F6EECF244321}">
                <p14:modId xmlns:p14="http://schemas.microsoft.com/office/powerpoint/2010/main" val="3906894767"/>
              </p:ext>
            </p:extLst>
          </p:nvPr>
        </p:nvGraphicFramePr>
        <p:xfrm>
          <a:off x="2583811" y="6991519"/>
          <a:ext cx="5804910" cy="847191"/>
        </p:xfrm>
        <a:graphic>
          <a:graphicData uri="http://schemas.openxmlformats.org/drawingml/2006/table">
            <a:tbl>
              <a:tblPr firstRow="1" bandRow="1">
                <a:tableStyleId>{5C22544A-7EE6-4342-B048-85BDC9FD1C3A}</a:tableStyleId>
              </a:tblPr>
              <a:tblGrid>
                <a:gridCol w="830796">
                  <a:extLst>
                    <a:ext uri="{9D8B030D-6E8A-4147-A177-3AD203B41FA5}">
                      <a16:colId xmlns:a16="http://schemas.microsoft.com/office/drawing/2014/main" val="3580568890"/>
                    </a:ext>
                  </a:extLst>
                </a:gridCol>
                <a:gridCol w="4974114">
                  <a:extLst>
                    <a:ext uri="{9D8B030D-6E8A-4147-A177-3AD203B41FA5}">
                      <a16:colId xmlns:a16="http://schemas.microsoft.com/office/drawing/2014/main" val="20004"/>
                    </a:ext>
                  </a:extLst>
                </a:gridCol>
              </a:tblGrid>
              <a:tr h="847191">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보류 사유</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schemeClr val="tx1"/>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44" name="직사각형 43">
            <a:extLst>
              <a:ext uri="{FF2B5EF4-FFF2-40B4-BE49-F238E27FC236}">
                <a16:creationId xmlns:a16="http://schemas.microsoft.com/office/drawing/2014/main" id="{52AB08C6-5AEE-4B5E-8F97-54712DDAD7AD}"/>
              </a:ext>
            </a:extLst>
          </p:cNvPr>
          <p:cNvSpPr/>
          <p:nvPr/>
        </p:nvSpPr>
        <p:spPr>
          <a:xfrm>
            <a:off x="3495722" y="7044390"/>
            <a:ext cx="4761213" cy="70948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보류 사유를 입력해 주세요</a:t>
            </a:r>
            <a:r>
              <a:rPr lang="en-US" altLang="ko-KR" sz="800" dirty="0">
                <a:solidFill>
                  <a:schemeClr val="tx1">
                    <a:lumMod val="50000"/>
                    <a:lumOff val="50000"/>
                  </a:schemeClr>
                </a:solidFill>
              </a:rPr>
              <a:t>.</a:t>
            </a:r>
          </a:p>
          <a:p>
            <a:endParaRPr lang="en-US" altLang="ko-KR" sz="800" dirty="0">
              <a:solidFill>
                <a:schemeClr val="tx1">
                  <a:lumMod val="50000"/>
                  <a:lumOff val="50000"/>
                </a:schemeClr>
              </a:solidFill>
            </a:endParaRPr>
          </a:p>
          <a:p>
            <a:endParaRPr lang="en-US" altLang="ko-KR" sz="800" dirty="0">
              <a:solidFill>
                <a:schemeClr val="tx1">
                  <a:lumMod val="50000"/>
                  <a:lumOff val="50000"/>
                </a:schemeClr>
              </a:solidFill>
            </a:endParaRPr>
          </a:p>
          <a:p>
            <a:endParaRPr lang="en-US" altLang="ko-KR" sz="800" dirty="0">
              <a:solidFill>
                <a:schemeClr val="tx1">
                  <a:lumMod val="50000"/>
                  <a:lumOff val="50000"/>
                </a:schemeClr>
              </a:solidFill>
            </a:endParaRPr>
          </a:p>
          <a:p>
            <a:endParaRPr lang="en-US" altLang="ko-KR" sz="800" dirty="0">
              <a:solidFill>
                <a:schemeClr val="tx1">
                  <a:lumMod val="50000"/>
                  <a:lumOff val="50000"/>
                </a:schemeClr>
              </a:solidFill>
            </a:endParaRPr>
          </a:p>
        </p:txBody>
      </p:sp>
      <p:sp>
        <p:nvSpPr>
          <p:cNvPr id="45" name="직사각형 44">
            <a:extLst>
              <a:ext uri="{FF2B5EF4-FFF2-40B4-BE49-F238E27FC236}">
                <a16:creationId xmlns:a16="http://schemas.microsoft.com/office/drawing/2014/main" id="{7CEE4BC6-5C94-454E-93C6-FA4EBD127431}"/>
              </a:ext>
            </a:extLst>
          </p:cNvPr>
          <p:cNvSpPr/>
          <p:nvPr/>
        </p:nvSpPr>
        <p:spPr>
          <a:xfrm>
            <a:off x="4733797" y="8153389"/>
            <a:ext cx="1504934" cy="27550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b="1" dirty="0" err="1">
                <a:solidFill>
                  <a:schemeClr val="bg1"/>
                </a:solidFill>
              </a:rPr>
              <a:t>교환보류</a:t>
            </a:r>
            <a:endParaRPr lang="en-US" altLang="ko-KR" sz="1000" b="1" dirty="0">
              <a:solidFill>
                <a:schemeClr val="bg1"/>
              </a:solidFill>
            </a:endParaRPr>
          </a:p>
        </p:txBody>
      </p:sp>
      <p:sp>
        <p:nvSpPr>
          <p:cNvPr id="46" name="TextBox 45">
            <a:extLst>
              <a:ext uri="{FF2B5EF4-FFF2-40B4-BE49-F238E27FC236}">
                <a16:creationId xmlns:a16="http://schemas.microsoft.com/office/drawing/2014/main" id="{4F575488-AF80-46FE-8537-BA11FF957FB8}"/>
              </a:ext>
            </a:extLst>
          </p:cNvPr>
          <p:cNvSpPr txBox="1"/>
          <p:nvPr/>
        </p:nvSpPr>
        <p:spPr>
          <a:xfrm>
            <a:off x="2237750" y="5186673"/>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25" name="타원 24">
            <a:extLst>
              <a:ext uri="{FF2B5EF4-FFF2-40B4-BE49-F238E27FC236}">
                <a16:creationId xmlns:a16="http://schemas.microsoft.com/office/drawing/2014/main" id="{059144A2-0DA1-41A7-A50D-7273257933EB}"/>
              </a:ext>
            </a:extLst>
          </p:cNvPr>
          <p:cNvSpPr/>
          <p:nvPr/>
        </p:nvSpPr>
        <p:spPr>
          <a:xfrm>
            <a:off x="4734406" y="4412717"/>
            <a:ext cx="1429327"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6" name="직선 화살표 연결선 25">
            <a:extLst>
              <a:ext uri="{FF2B5EF4-FFF2-40B4-BE49-F238E27FC236}">
                <a16:creationId xmlns:a16="http://schemas.microsoft.com/office/drawing/2014/main" id="{0720530E-7DBF-4C74-B38E-1189B044580D}"/>
              </a:ext>
            </a:extLst>
          </p:cNvPr>
          <p:cNvCxnSpPr>
            <a:cxnSpLocks/>
            <a:stCxn id="25" idx="4"/>
          </p:cNvCxnSpPr>
          <p:nvPr/>
        </p:nvCxnSpPr>
        <p:spPr>
          <a:xfrm>
            <a:off x="5449070" y="4856341"/>
            <a:ext cx="0" cy="689326"/>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23" name="표 22">
            <a:extLst>
              <a:ext uri="{FF2B5EF4-FFF2-40B4-BE49-F238E27FC236}">
                <a16:creationId xmlns:a16="http://schemas.microsoft.com/office/drawing/2014/main" id="{4E97C9AE-EE41-4AF8-8C52-559BE14CC1DB}"/>
              </a:ext>
            </a:extLst>
          </p:cNvPr>
          <p:cNvGraphicFramePr>
            <a:graphicFrameLocks noGrp="1"/>
          </p:cNvGraphicFramePr>
          <p:nvPr>
            <p:extLst>
              <p:ext uri="{D42A27DB-BD31-4B8C-83A1-F6EECF244321}">
                <p14:modId xmlns:p14="http://schemas.microsoft.com/office/powerpoint/2010/main" val="2122735469"/>
              </p:ext>
            </p:extLst>
          </p:nvPr>
        </p:nvGraphicFramePr>
        <p:xfrm>
          <a:off x="10171774" y="22159"/>
          <a:ext cx="1979018" cy="224131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RF-02-07-06-6</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a:t>주문목록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상세 보기 </a:t>
                      </a:r>
                      <a:r>
                        <a:rPr lang="en-US" altLang="ko-KR" sz="800" dirty="0"/>
                        <a:t>&gt; </a:t>
                      </a:r>
                      <a:r>
                        <a:rPr lang="ko-KR" altLang="en-US" sz="800" dirty="0"/>
                        <a:t>교환 주문</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교환 주문을 처리하는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교환 회수 후 보류 상태로 변경하는 화면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교환 회수 완료 상태가 아닐 경우 교환 회수 후 보류 상태로 전환 불가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Tree>
    <p:extLst>
      <p:ext uri="{BB962C8B-B14F-4D97-AF65-F5344CB8AC3E}">
        <p14:creationId xmlns:p14="http://schemas.microsoft.com/office/powerpoint/2010/main" val="3007958530"/>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타원 22">
            <a:extLst>
              <a:ext uri="{FF2B5EF4-FFF2-40B4-BE49-F238E27FC236}">
                <a16:creationId xmlns:a16="http://schemas.microsoft.com/office/drawing/2014/main" id="{7CFC3353-A49F-4931-A7C5-024BC0D50530}"/>
              </a:ext>
            </a:extLst>
          </p:cNvPr>
          <p:cNvSpPr/>
          <p:nvPr/>
        </p:nvSpPr>
        <p:spPr>
          <a:xfrm>
            <a:off x="5791202" y="4414841"/>
            <a:ext cx="1210733"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4" name="직선 화살표 연결선 23">
            <a:extLst>
              <a:ext uri="{FF2B5EF4-FFF2-40B4-BE49-F238E27FC236}">
                <a16:creationId xmlns:a16="http://schemas.microsoft.com/office/drawing/2014/main" id="{64A34D40-560D-4AAC-8E4D-B8CE31AF7E33}"/>
              </a:ext>
            </a:extLst>
          </p:cNvPr>
          <p:cNvCxnSpPr>
            <a:cxnSpLocks/>
            <a:stCxn id="23" idx="4"/>
          </p:cNvCxnSpPr>
          <p:nvPr/>
        </p:nvCxnSpPr>
        <p:spPr>
          <a:xfrm>
            <a:off x="6396569" y="4858465"/>
            <a:ext cx="0" cy="712602"/>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7" name="Window Outer">
            <a:extLst>
              <a:ext uri="{FF2B5EF4-FFF2-40B4-BE49-F238E27FC236}">
                <a16:creationId xmlns:a16="http://schemas.microsoft.com/office/drawing/2014/main" id="{2C4C18A1-1640-41D7-AB18-D3059D3C61F2}"/>
              </a:ext>
            </a:extLst>
          </p:cNvPr>
          <p:cNvSpPr/>
          <p:nvPr>
            <p:custDataLst>
              <p:tags r:id="rId1"/>
            </p:custDataLst>
          </p:nvPr>
        </p:nvSpPr>
        <p:spPr>
          <a:xfrm>
            <a:off x="4894261" y="5676053"/>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sz="1000" b="1" dirty="0">
                <a:solidFill>
                  <a:schemeClr val="bg1"/>
                </a:solidFill>
                <a:latin typeface="Calibri" pitchFamily="34" charset="0"/>
                <a:cs typeface="Calibri" pitchFamily="34" charset="0"/>
              </a:rPr>
              <a:t>Confirm</a:t>
            </a:r>
          </a:p>
        </p:txBody>
      </p:sp>
      <p:sp>
        <p:nvSpPr>
          <p:cNvPr id="28" name="Window Inner">
            <a:extLst>
              <a:ext uri="{FF2B5EF4-FFF2-40B4-BE49-F238E27FC236}">
                <a16:creationId xmlns:a16="http://schemas.microsoft.com/office/drawing/2014/main" id="{954F9071-586D-4D51-A9EB-D2D263978304}"/>
              </a:ext>
            </a:extLst>
          </p:cNvPr>
          <p:cNvSpPr/>
          <p:nvPr>
            <p:custDataLst>
              <p:tags r:id="rId2"/>
            </p:custDataLst>
          </p:nvPr>
        </p:nvSpPr>
        <p:spPr>
          <a:xfrm>
            <a:off x="4934477" y="5882428"/>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29" name="TextBox 28">
            <a:extLst>
              <a:ext uri="{FF2B5EF4-FFF2-40B4-BE49-F238E27FC236}">
                <a16:creationId xmlns:a16="http://schemas.microsoft.com/office/drawing/2014/main" id="{B2ADF983-CA27-4EE3-95E7-FCCD88A0CE75}"/>
              </a:ext>
            </a:extLst>
          </p:cNvPr>
          <p:cNvSpPr txBox="1"/>
          <p:nvPr/>
        </p:nvSpPr>
        <p:spPr>
          <a:xfrm>
            <a:off x="5730559" y="6055602"/>
            <a:ext cx="1880644" cy="253211"/>
          </a:xfrm>
          <a:prstGeom prst="rect">
            <a:avLst/>
          </a:prstGeom>
          <a:noFill/>
        </p:spPr>
        <p:txBody>
          <a:bodyPr wrap="none" rtlCol="0">
            <a:spAutoFit/>
          </a:bodyPr>
          <a:lstStyle/>
          <a:p>
            <a:pPr algn="ctr">
              <a:lnSpc>
                <a:spcPct val="150000"/>
              </a:lnSpc>
            </a:pPr>
            <a:r>
              <a:rPr lang="ko-KR" altLang="en-US" sz="800" dirty="0">
                <a:latin typeface="+mn-ea"/>
              </a:rPr>
              <a:t>교환 확정 상태로 </a:t>
            </a:r>
            <a:r>
              <a:rPr lang="ko-KR" altLang="en-US" sz="800" dirty="0" err="1">
                <a:latin typeface="+mn-ea"/>
              </a:rPr>
              <a:t>전환하시겠습니까</a:t>
            </a:r>
            <a:r>
              <a:rPr lang="en-US" altLang="ko-KR" sz="800" dirty="0">
                <a:latin typeface="+mn-ea"/>
              </a:rPr>
              <a:t>?</a:t>
            </a:r>
            <a:endParaRPr lang="ko-KR" altLang="en-US" sz="800" dirty="0">
              <a:latin typeface="+mn-ea"/>
            </a:endParaRPr>
          </a:p>
        </p:txBody>
      </p:sp>
      <p:sp>
        <p:nvSpPr>
          <p:cNvPr id="30" name="직사각형 29">
            <a:extLst>
              <a:ext uri="{FF2B5EF4-FFF2-40B4-BE49-F238E27FC236}">
                <a16:creationId xmlns:a16="http://schemas.microsoft.com/office/drawing/2014/main" id="{09B31C97-C791-4251-90AF-D4DB5B6EF609}"/>
              </a:ext>
            </a:extLst>
          </p:cNvPr>
          <p:cNvSpPr/>
          <p:nvPr/>
        </p:nvSpPr>
        <p:spPr>
          <a:xfrm>
            <a:off x="6697873" y="6667923"/>
            <a:ext cx="632460" cy="273050"/>
          </a:xfrm>
          <a:prstGeom prst="rect">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취소</a:t>
            </a:r>
          </a:p>
        </p:txBody>
      </p:sp>
      <p:sp>
        <p:nvSpPr>
          <p:cNvPr id="31" name="직사각형 30">
            <a:extLst>
              <a:ext uri="{FF2B5EF4-FFF2-40B4-BE49-F238E27FC236}">
                <a16:creationId xmlns:a16="http://schemas.microsoft.com/office/drawing/2014/main" id="{407EBF0C-63CF-438A-AA18-D96E4232B818}"/>
              </a:ext>
            </a:extLst>
          </p:cNvPr>
          <p:cNvSpPr/>
          <p:nvPr/>
        </p:nvSpPr>
        <p:spPr>
          <a:xfrm>
            <a:off x="6005723" y="6669193"/>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32" name="Window Outer">
            <a:extLst>
              <a:ext uri="{FF2B5EF4-FFF2-40B4-BE49-F238E27FC236}">
                <a16:creationId xmlns:a16="http://schemas.microsoft.com/office/drawing/2014/main" id="{B1AADE7F-3A64-49AE-8D20-D327C409BDAE}"/>
              </a:ext>
            </a:extLst>
          </p:cNvPr>
          <p:cNvSpPr/>
          <p:nvPr>
            <p:custDataLst>
              <p:tags r:id="rId3"/>
            </p:custDataLst>
          </p:nvPr>
        </p:nvSpPr>
        <p:spPr>
          <a:xfrm>
            <a:off x="4894261" y="7569622"/>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1000" b="1" dirty="0">
                <a:solidFill>
                  <a:schemeClr val="bg1"/>
                </a:solidFill>
                <a:latin typeface="Calibri" pitchFamily="34" charset="0"/>
                <a:cs typeface="Calibri" pitchFamily="34" charset="0"/>
              </a:rPr>
              <a:t>Alert</a:t>
            </a:r>
          </a:p>
        </p:txBody>
      </p:sp>
      <p:sp>
        <p:nvSpPr>
          <p:cNvPr id="33" name="Window Inner">
            <a:extLst>
              <a:ext uri="{FF2B5EF4-FFF2-40B4-BE49-F238E27FC236}">
                <a16:creationId xmlns:a16="http://schemas.microsoft.com/office/drawing/2014/main" id="{95109B8B-22FD-4D57-A20C-38436D27DB3A}"/>
              </a:ext>
            </a:extLst>
          </p:cNvPr>
          <p:cNvSpPr/>
          <p:nvPr>
            <p:custDataLst>
              <p:tags r:id="rId4"/>
            </p:custDataLst>
          </p:nvPr>
        </p:nvSpPr>
        <p:spPr>
          <a:xfrm>
            <a:off x="4934477" y="7775997"/>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34" name="TextBox 33">
            <a:extLst>
              <a:ext uri="{FF2B5EF4-FFF2-40B4-BE49-F238E27FC236}">
                <a16:creationId xmlns:a16="http://schemas.microsoft.com/office/drawing/2014/main" id="{8D16C59C-549A-4E0F-9B72-A73A8EBCE810}"/>
              </a:ext>
            </a:extLst>
          </p:cNvPr>
          <p:cNvSpPr txBox="1"/>
          <p:nvPr/>
        </p:nvSpPr>
        <p:spPr>
          <a:xfrm>
            <a:off x="5724952" y="8025564"/>
            <a:ext cx="1891865" cy="432939"/>
          </a:xfrm>
          <a:prstGeom prst="rect">
            <a:avLst/>
          </a:prstGeom>
          <a:noFill/>
        </p:spPr>
        <p:txBody>
          <a:bodyPr wrap="none" rtlCol="0">
            <a:spAutoFit/>
          </a:bodyPr>
          <a:lstStyle/>
          <a:p>
            <a:pPr algn="ctr">
              <a:lnSpc>
                <a:spcPct val="150000"/>
              </a:lnSpc>
            </a:pPr>
            <a:r>
              <a:rPr lang="ko-KR" altLang="en-US" sz="800" dirty="0">
                <a:latin typeface="나눔고딕" charset="0"/>
                <a:ea typeface="나눔고딕" charset="0"/>
              </a:rPr>
              <a:t>교환 회수 후 보류 상태의 상품만 </a:t>
            </a:r>
            <a:endParaRPr lang="en-US" altLang="ko-KR" sz="800" dirty="0">
              <a:latin typeface="나눔고딕" charset="0"/>
              <a:ea typeface="나눔고딕" charset="0"/>
            </a:endParaRPr>
          </a:p>
          <a:p>
            <a:pPr algn="ctr">
              <a:lnSpc>
                <a:spcPct val="150000"/>
              </a:lnSpc>
            </a:pPr>
            <a:r>
              <a:rPr lang="ko-KR" altLang="en-US" sz="800" dirty="0">
                <a:latin typeface="나눔고딕" charset="0"/>
                <a:ea typeface="나눔고딕" charset="0"/>
              </a:rPr>
              <a:t>반품 전환 상태로 변경이 가능합니다</a:t>
            </a:r>
            <a:r>
              <a:rPr lang="en-US" altLang="ko-KR" sz="800" dirty="0">
                <a:latin typeface="나눔고딕" charset="0"/>
                <a:ea typeface="나눔고딕" charset="0"/>
              </a:rPr>
              <a:t>.</a:t>
            </a:r>
          </a:p>
        </p:txBody>
      </p:sp>
      <p:sp>
        <p:nvSpPr>
          <p:cNvPr id="35" name="직사각형 34">
            <a:extLst>
              <a:ext uri="{FF2B5EF4-FFF2-40B4-BE49-F238E27FC236}">
                <a16:creationId xmlns:a16="http://schemas.microsoft.com/office/drawing/2014/main" id="{D1C629A0-2B5B-4089-B802-CCB052610C07}"/>
              </a:ext>
            </a:extLst>
          </p:cNvPr>
          <p:cNvSpPr/>
          <p:nvPr/>
        </p:nvSpPr>
        <p:spPr>
          <a:xfrm>
            <a:off x="6321953" y="8559585"/>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36" name="직사각형 35">
            <a:extLst>
              <a:ext uri="{FF2B5EF4-FFF2-40B4-BE49-F238E27FC236}">
                <a16:creationId xmlns:a16="http://schemas.microsoft.com/office/drawing/2014/main" id="{C5693282-A0B2-44F8-9C05-400420C4B8F1}"/>
              </a:ext>
            </a:extLst>
          </p:cNvPr>
          <p:cNvSpPr/>
          <p:nvPr/>
        </p:nvSpPr>
        <p:spPr>
          <a:xfrm>
            <a:off x="4817210" y="5575840"/>
            <a:ext cx="3725550" cy="3516024"/>
          </a:xfrm>
          <a:prstGeom prst="rect">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7" name="TextBox 46">
            <a:extLst>
              <a:ext uri="{FF2B5EF4-FFF2-40B4-BE49-F238E27FC236}">
                <a16:creationId xmlns:a16="http://schemas.microsoft.com/office/drawing/2014/main" id="{04E9B89B-4BC8-43AF-B734-D670C8179373}"/>
              </a:ext>
            </a:extLst>
          </p:cNvPr>
          <p:cNvSpPr txBox="1"/>
          <p:nvPr/>
        </p:nvSpPr>
        <p:spPr>
          <a:xfrm>
            <a:off x="4699897" y="5451572"/>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48" name="TextBox 47">
            <a:extLst>
              <a:ext uri="{FF2B5EF4-FFF2-40B4-BE49-F238E27FC236}">
                <a16:creationId xmlns:a16="http://schemas.microsoft.com/office/drawing/2014/main" id="{349A58E7-3DA2-46D6-B301-C14E7818A48F}"/>
              </a:ext>
            </a:extLst>
          </p:cNvPr>
          <p:cNvSpPr txBox="1"/>
          <p:nvPr/>
        </p:nvSpPr>
        <p:spPr>
          <a:xfrm>
            <a:off x="4699897" y="7338520"/>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graphicFrame>
        <p:nvGraphicFramePr>
          <p:cNvPr id="16" name="표 15">
            <a:extLst>
              <a:ext uri="{FF2B5EF4-FFF2-40B4-BE49-F238E27FC236}">
                <a16:creationId xmlns:a16="http://schemas.microsoft.com/office/drawing/2014/main" id="{C84E372A-BED5-4A1F-9FE8-C49D53F90251}"/>
              </a:ext>
            </a:extLst>
          </p:cNvPr>
          <p:cNvGraphicFramePr>
            <a:graphicFrameLocks noGrp="1"/>
          </p:cNvGraphicFramePr>
          <p:nvPr>
            <p:extLst>
              <p:ext uri="{D42A27DB-BD31-4B8C-83A1-F6EECF244321}">
                <p14:modId xmlns:p14="http://schemas.microsoft.com/office/powerpoint/2010/main" val="579629846"/>
              </p:ext>
            </p:extLst>
          </p:nvPr>
        </p:nvGraphicFramePr>
        <p:xfrm>
          <a:off x="10171774" y="22159"/>
          <a:ext cx="1979018" cy="224131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RF-02-07-06-7</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a:t>주문목록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상세 보기 </a:t>
                      </a:r>
                      <a:r>
                        <a:rPr lang="en-US" altLang="ko-KR" sz="800" dirty="0"/>
                        <a:t>&gt; </a:t>
                      </a:r>
                      <a:r>
                        <a:rPr lang="ko-KR" altLang="en-US" sz="800" dirty="0"/>
                        <a:t>교환 주문</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교환 주문을 처리하는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반품 전환 상태로 변경할 경우 보여지는 </a:t>
                      </a:r>
                      <a:r>
                        <a:rPr lang="ko-KR" altLang="en-US" sz="800" b="0" dirty="0" err="1">
                          <a:solidFill>
                            <a:schemeClr val="tx1"/>
                          </a:solidFill>
                        </a:rPr>
                        <a:t>메세지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교환 회수 후 보류</a:t>
                      </a:r>
                      <a:r>
                        <a:rPr lang="ko-KR" altLang="en-US" sz="800" b="0" baseline="0" dirty="0">
                          <a:solidFill>
                            <a:schemeClr val="tx1"/>
                          </a:solidFill>
                        </a:rPr>
                        <a:t> 상태가 아닐 경우 반품 전환 상태로 전환 불가</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Tree>
    <p:extLst>
      <p:ext uri="{BB962C8B-B14F-4D97-AF65-F5344CB8AC3E}">
        <p14:creationId xmlns:p14="http://schemas.microsoft.com/office/powerpoint/2010/main" val="4281294073"/>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타원 22">
            <a:extLst>
              <a:ext uri="{FF2B5EF4-FFF2-40B4-BE49-F238E27FC236}">
                <a16:creationId xmlns:a16="http://schemas.microsoft.com/office/drawing/2014/main" id="{7CFC3353-A49F-4931-A7C5-024BC0D50530}"/>
              </a:ext>
            </a:extLst>
          </p:cNvPr>
          <p:cNvSpPr/>
          <p:nvPr/>
        </p:nvSpPr>
        <p:spPr>
          <a:xfrm>
            <a:off x="6519337" y="4414841"/>
            <a:ext cx="1210733"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4" name="직선 화살표 연결선 23">
            <a:extLst>
              <a:ext uri="{FF2B5EF4-FFF2-40B4-BE49-F238E27FC236}">
                <a16:creationId xmlns:a16="http://schemas.microsoft.com/office/drawing/2014/main" id="{64A34D40-560D-4AAC-8E4D-B8CE31AF7E33}"/>
              </a:ext>
            </a:extLst>
          </p:cNvPr>
          <p:cNvCxnSpPr>
            <a:cxnSpLocks/>
            <a:stCxn id="23" idx="4"/>
          </p:cNvCxnSpPr>
          <p:nvPr/>
        </p:nvCxnSpPr>
        <p:spPr>
          <a:xfrm>
            <a:off x="7124704" y="4858465"/>
            <a:ext cx="0" cy="712602"/>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6" name="직사각형 15">
            <a:extLst>
              <a:ext uri="{FF2B5EF4-FFF2-40B4-BE49-F238E27FC236}">
                <a16:creationId xmlns:a16="http://schemas.microsoft.com/office/drawing/2014/main" id="{BE456EC7-25F0-48FF-BC9E-2B2068730312}"/>
              </a:ext>
            </a:extLst>
          </p:cNvPr>
          <p:cNvSpPr/>
          <p:nvPr/>
        </p:nvSpPr>
        <p:spPr>
          <a:xfrm>
            <a:off x="1951700" y="5571067"/>
            <a:ext cx="6231194" cy="3322601"/>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17" name="Image">
            <a:extLst>
              <a:ext uri="{FF2B5EF4-FFF2-40B4-BE49-F238E27FC236}">
                <a16:creationId xmlns:a16="http://schemas.microsoft.com/office/drawing/2014/main" id="{B7BAD8BA-D4A7-47A2-ABA2-44DBD080FAD4}"/>
              </a:ext>
            </a:extLst>
          </p:cNvPr>
          <p:cNvGrpSpPr>
            <a:grpSpLocks/>
          </p:cNvGrpSpPr>
          <p:nvPr/>
        </p:nvGrpSpPr>
        <p:grpSpPr bwMode="auto">
          <a:xfrm>
            <a:off x="7837968" y="5691263"/>
            <a:ext cx="263570" cy="250457"/>
            <a:chOff x="508000" y="1397000"/>
            <a:chExt cx="1008112" cy="1008112"/>
          </a:xfrm>
        </p:grpSpPr>
        <p:sp>
          <p:nvSpPr>
            <p:cNvPr id="18" name="Border">
              <a:extLst>
                <a:ext uri="{FF2B5EF4-FFF2-40B4-BE49-F238E27FC236}">
                  <a16:creationId xmlns:a16="http://schemas.microsoft.com/office/drawing/2014/main" id="{CBC3AEF4-289D-4E00-84F2-09D84D0CE078}"/>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5F5F5F"/>
                </a:solidFill>
                <a:latin typeface="Segoe UI" panose="020B0502040204020203" pitchFamily="34" charset="0"/>
                <a:cs typeface="Segoe UI" panose="020B0502040204020203" pitchFamily="34" charset="0"/>
              </a:endParaRPr>
            </a:p>
          </p:txBody>
        </p:sp>
        <p:sp>
          <p:nvSpPr>
            <p:cNvPr id="19" name="Line 2">
              <a:extLst>
                <a:ext uri="{FF2B5EF4-FFF2-40B4-BE49-F238E27FC236}">
                  <a16:creationId xmlns:a16="http://schemas.microsoft.com/office/drawing/2014/main" id="{C949B1DE-4CBE-432C-8437-C29861ACF7B0}"/>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 name="Line 1">
              <a:extLst>
                <a:ext uri="{FF2B5EF4-FFF2-40B4-BE49-F238E27FC236}">
                  <a16:creationId xmlns:a16="http://schemas.microsoft.com/office/drawing/2014/main" id="{1A064034-3D1A-4A56-948C-C549AC4F3B1D}"/>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21" name="TextBox 20">
            <a:extLst>
              <a:ext uri="{FF2B5EF4-FFF2-40B4-BE49-F238E27FC236}">
                <a16:creationId xmlns:a16="http://schemas.microsoft.com/office/drawing/2014/main" id="{56C8F13D-31D2-4262-B699-9767B4546224}"/>
              </a:ext>
            </a:extLst>
          </p:cNvPr>
          <p:cNvSpPr txBox="1"/>
          <p:nvPr/>
        </p:nvSpPr>
        <p:spPr>
          <a:xfrm>
            <a:off x="2070775" y="5678956"/>
            <a:ext cx="1217000" cy="246221"/>
          </a:xfrm>
          <a:prstGeom prst="rect">
            <a:avLst/>
          </a:prstGeom>
          <a:noFill/>
        </p:spPr>
        <p:txBody>
          <a:bodyPr wrap="none" rtlCol="0">
            <a:spAutoFit/>
          </a:bodyPr>
          <a:lstStyle/>
          <a:p>
            <a:r>
              <a:rPr lang="ko-KR" altLang="en-US" sz="1000" b="1" dirty="0">
                <a:latin typeface="맑은 고딕" panose="020B0503020000020004" pitchFamily="50" charset="-127"/>
                <a:ea typeface="맑은 고딕" panose="020B0503020000020004" pitchFamily="50" charset="-127"/>
              </a:rPr>
              <a:t>○ 교환 옵션 변경</a:t>
            </a:r>
            <a:endParaRPr lang="ko-KR" altLang="en-US" sz="1000" dirty="0"/>
          </a:p>
        </p:txBody>
      </p:sp>
      <p:graphicFrame>
        <p:nvGraphicFramePr>
          <p:cNvPr id="22" name="표 21">
            <a:extLst>
              <a:ext uri="{FF2B5EF4-FFF2-40B4-BE49-F238E27FC236}">
                <a16:creationId xmlns:a16="http://schemas.microsoft.com/office/drawing/2014/main" id="{8F0CDE86-E566-4B1F-A2E3-7DD09C1D5891}"/>
              </a:ext>
            </a:extLst>
          </p:cNvPr>
          <p:cNvGraphicFramePr>
            <a:graphicFrameLocks noGrp="1"/>
          </p:cNvGraphicFramePr>
          <p:nvPr>
            <p:extLst>
              <p:ext uri="{D42A27DB-BD31-4B8C-83A1-F6EECF244321}">
                <p14:modId xmlns:p14="http://schemas.microsoft.com/office/powerpoint/2010/main" val="547612905"/>
              </p:ext>
            </p:extLst>
          </p:nvPr>
        </p:nvGraphicFramePr>
        <p:xfrm>
          <a:off x="2164842" y="7051190"/>
          <a:ext cx="5804910" cy="640080"/>
        </p:xfrm>
        <a:graphic>
          <a:graphicData uri="http://schemas.openxmlformats.org/drawingml/2006/table">
            <a:tbl>
              <a:tblPr firstRow="1" bandRow="1">
                <a:tableStyleId>{5C22544A-7EE6-4342-B048-85BDC9FD1C3A}</a:tableStyleId>
              </a:tblPr>
              <a:tblGrid>
                <a:gridCol w="331399">
                  <a:extLst>
                    <a:ext uri="{9D8B030D-6E8A-4147-A177-3AD203B41FA5}">
                      <a16:colId xmlns:a16="http://schemas.microsoft.com/office/drawing/2014/main" val="1403106609"/>
                    </a:ext>
                  </a:extLst>
                </a:gridCol>
                <a:gridCol w="735375">
                  <a:extLst>
                    <a:ext uri="{9D8B030D-6E8A-4147-A177-3AD203B41FA5}">
                      <a16:colId xmlns:a16="http://schemas.microsoft.com/office/drawing/2014/main" val="3580568890"/>
                    </a:ext>
                  </a:extLst>
                </a:gridCol>
                <a:gridCol w="1460090">
                  <a:extLst>
                    <a:ext uri="{9D8B030D-6E8A-4147-A177-3AD203B41FA5}">
                      <a16:colId xmlns:a16="http://schemas.microsoft.com/office/drawing/2014/main" val="20004"/>
                    </a:ext>
                  </a:extLst>
                </a:gridCol>
                <a:gridCol w="597310">
                  <a:extLst>
                    <a:ext uri="{9D8B030D-6E8A-4147-A177-3AD203B41FA5}">
                      <a16:colId xmlns:a16="http://schemas.microsoft.com/office/drawing/2014/main" val="20005"/>
                    </a:ext>
                  </a:extLst>
                </a:gridCol>
                <a:gridCol w="494071">
                  <a:extLst>
                    <a:ext uri="{9D8B030D-6E8A-4147-A177-3AD203B41FA5}">
                      <a16:colId xmlns:a16="http://schemas.microsoft.com/office/drawing/2014/main" val="20006"/>
                    </a:ext>
                  </a:extLst>
                </a:gridCol>
                <a:gridCol w="634180">
                  <a:extLst>
                    <a:ext uri="{9D8B030D-6E8A-4147-A177-3AD203B41FA5}">
                      <a16:colId xmlns:a16="http://schemas.microsoft.com/office/drawing/2014/main" val="20009"/>
                    </a:ext>
                  </a:extLst>
                </a:gridCol>
                <a:gridCol w="1552485">
                  <a:extLst>
                    <a:ext uri="{9D8B030D-6E8A-4147-A177-3AD203B41FA5}">
                      <a16:colId xmlns:a16="http://schemas.microsoft.com/office/drawing/2014/main" val="1865291211"/>
                    </a:ext>
                  </a:extLst>
                </a:gridCol>
              </a:tblGrid>
              <a:tr h="0">
                <a:tc>
                  <a:txBody>
                    <a:bodyPr/>
                    <a:lstStyle/>
                    <a:p>
                      <a:pPr algn="ctr" latinLnBrk="1"/>
                      <a:r>
                        <a:rPr lang="ko-KR" altLang="en-US" sz="800" b="1" dirty="0">
                          <a:solidFill>
                            <a:schemeClr val="tx1"/>
                          </a:solidFill>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주문수량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배송중</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2"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배송중</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graphicFrame>
        <p:nvGraphicFramePr>
          <p:cNvPr id="41" name="표 4">
            <a:extLst>
              <a:ext uri="{FF2B5EF4-FFF2-40B4-BE49-F238E27FC236}">
                <a16:creationId xmlns:a16="http://schemas.microsoft.com/office/drawing/2014/main" id="{31861EFE-B27E-4AB4-8674-179420C74540}"/>
              </a:ext>
            </a:extLst>
          </p:cNvPr>
          <p:cNvGraphicFramePr>
            <a:graphicFrameLocks noGrp="1"/>
          </p:cNvGraphicFramePr>
          <p:nvPr>
            <p:extLst>
              <p:ext uri="{D42A27DB-BD31-4B8C-83A1-F6EECF244321}">
                <p14:modId xmlns:p14="http://schemas.microsoft.com/office/powerpoint/2010/main" val="1728312517"/>
              </p:ext>
            </p:extLst>
          </p:nvPr>
        </p:nvGraphicFramePr>
        <p:xfrm>
          <a:off x="2164842" y="6140057"/>
          <a:ext cx="5804912" cy="640080"/>
        </p:xfrm>
        <a:graphic>
          <a:graphicData uri="http://schemas.openxmlformats.org/drawingml/2006/table">
            <a:tbl>
              <a:tblPr firstRow="1" bandRow="1">
                <a:tableStyleId>{5940675A-B579-460E-94D1-54222C63F5DA}</a:tableStyleId>
              </a:tblPr>
              <a:tblGrid>
                <a:gridCol w="922686">
                  <a:extLst>
                    <a:ext uri="{9D8B030D-6E8A-4147-A177-3AD203B41FA5}">
                      <a16:colId xmlns:a16="http://schemas.microsoft.com/office/drawing/2014/main" val="3684204346"/>
                    </a:ext>
                  </a:extLst>
                </a:gridCol>
                <a:gridCol w="1979770">
                  <a:extLst>
                    <a:ext uri="{9D8B030D-6E8A-4147-A177-3AD203B41FA5}">
                      <a16:colId xmlns:a16="http://schemas.microsoft.com/office/drawing/2014/main" val="1934738033"/>
                    </a:ext>
                  </a:extLst>
                </a:gridCol>
                <a:gridCol w="1005968">
                  <a:extLst>
                    <a:ext uri="{9D8B030D-6E8A-4147-A177-3AD203B41FA5}">
                      <a16:colId xmlns:a16="http://schemas.microsoft.com/office/drawing/2014/main" val="189309699"/>
                    </a:ext>
                  </a:extLst>
                </a:gridCol>
                <a:gridCol w="1896488">
                  <a:extLst>
                    <a:ext uri="{9D8B030D-6E8A-4147-A177-3AD203B41FA5}">
                      <a16:colId xmlns:a16="http://schemas.microsoft.com/office/drawing/2014/main" val="3675772040"/>
                    </a:ext>
                  </a:extLst>
                </a:gridCol>
              </a:tblGrid>
              <a:tr h="0">
                <a:tc>
                  <a:txBody>
                    <a:bodyPr/>
                    <a:lstStyle/>
                    <a:p>
                      <a:pPr algn="l" latinLnBrk="1"/>
                      <a:r>
                        <a:rPr lang="ko-KR" altLang="en-US" sz="800" b="0" dirty="0">
                          <a:solidFill>
                            <a:schemeClr val="tx1"/>
                          </a:solidFill>
                        </a:rPr>
                        <a:t>주문번호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Me9-000939393</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l" latinLnBrk="1"/>
                      <a:r>
                        <a:rPr lang="ko-KR" altLang="en-US" sz="800" dirty="0"/>
                        <a:t>주문일시</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2024-10-01 09:02:12</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25709569"/>
                  </a:ext>
                </a:extLst>
              </a:tr>
              <a:tr h="0">
                <a:tc>
                  <a:txBody>
                    <a:bodyPr/>
                    <a:lstStyle/>
                    <a:p>
                      <a:pPr algn="l" latinLnBrk="1"/>
                      <a:r>
                        <a:rPr lang="ko-KR" altLang="en-US" sz="800" b="0" dirty="0">
                          <a:solidFill>
                            <a:schemeClr val="tx1"/>
                          </a:solidFill>
                        </a:rPr>
                        <a:t>교환 주문번호</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algn="l" latinLnBrk="1"/>
                      <a:r>
                        <a:rPr lang="en-US" altLang="ko-KR" sz="800" dirty="0"/>
                        <a:t>Me9-222233213</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l" latinLnBrk="1"/>
                      <a:r>
                        <a:rPr lang="ko-KR" altLang="en-US" sz="800" dirty="0"/>
                        <a:t>교환 요청일시</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2024-10-01 10:02:12</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801681561"/>
                  </a:ext>
                </a:extLst>
              </a:tr>
              <a:tr h="0">
                <a:tc>
                  <a:txBody>
                    <a:bodyPr/>
                    <a:lstStyle/>
                    <a:p>
                      <a:pPr algn="l" latinLnBrk="1"/>
                      <a:r>
                        <a:rPr lang="ko-KR" altLang="en-US" sz="800" b="0" dirty="0">
                          <a:solidFill>
                            <a:schemeClr val="tx1"/>
                          </a:solidFill>
                        </a:rPr>
                        <a:t>판매처</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gridSpan="3">
                  <a:txBody>
                    <a:bodyPr/>
                    <a:lstStyle/>
                    <a:p>
                      <a:pPr algn="l" latinLnBrk="1"/>
                      <a:r>
                        <a:rPr lang="en-US" altLang="ko-KR" sz="800" dirty="0"/>
                        <a:t>Shop</a:t>
                      </a:r>
                      <a:r>
                        <a:rPr lang="ko-KR" altLang="en-US" sz="800" dirty="0" err="1"/>
                        <a:t>채널명</a:t>
                      </a: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hMerge="1">
                  <a:txBody>
                    <a:bodyPr/>
                    <a:lstStyle/>
                    <a:p>
                      <a:pPr algn="ctr" latinLnBrk="1"/>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38242751"/>
                  </a:ext>
                </a:extLst>
              </a:tr>
            </a:tbl>
          </a:graphicData>
        </a:graphic>
      </p:graphicFrame>
      <p:sp>
        <p:nvSpPr>
          <p:cNvPr id="50" name="직사각형 49">
            <a:extLst>
              <a:ext uri="{FF2B5EF4-FFF2-40B4-BE49-F238E27FC236}">
                <a16:creationId xmlns:a16="http://schemas.microsoft.com/office/drawing/2014/main" id="{78B6C248-FAC2-4F65-BBC1-0C3D66C8CBEE}"/>
              </a:ext>
            </a:extLst>
          </p:cNvPr>
          <p:cNvSpPr/>
          <p:nvPr/>
        </p:nvSpPr>
        <p:spPr>
          <a:xfrm>
            <a:off x="6447309" y="7283747"/>
            <a:ext cx="1473531" cy="17204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변경 옵션                    ▼</a:t>
            </a:r>
            <a:endParaRPr lang="en-US" altLang="ko-KR" sz="800" dirty="0">
              <a:solidFill>
                <a:schemeClr val="tx1">
                  <a:lumMod val="50000"/>
                  <a:lumOff val="50000"/>
                </a:schemeClr>
              </a:solidFill>
            </a:endParaRPr>
          </a:p>
        </p:txBody>
      </p:sp>
      <p:sp>
        <p:nvSpPr>
          <p:cNvPr id="51" name="직사각형 50">
            <a:extLst>
              <a:ext uri="{FF2B5EF4-FFF2-40B4-BE49-F238E27FC236}">
                <a16:creationId xmlns:a16="http://schemas.microsoft.com/office/drawing/2014/main" id="{C7D86206-4AC0-4EE5-8E13-104EAD3904C6}"/>
              </a:ext>
            </a:extLst>
          </p:cNvPr>
          <p:cNvSpPr/>
          <p:nvPr/>
        </p:nvSpPr>
        <p:spPr>
          <a:xfrm>
            <a:off x="6447308" y="7494689"/>
            <a:ext cx="1473531" cy="17204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변경 옵션                    ▼</a:t>
            </a:r>
            <a:endParaRPr lang="en-US" altLang="ko-KR" sz="800" dirty="0">
              <a:solidFill>
                <a:schemeClr val="tx1">
                  <a:lumMod val="50000"/>
                  <a:lumOff val="50000"/>
                </a:schemeClr>
              </a:solidFill>
            </a:endParaRPr>
          </a:p>
        </p:txBody>
      </p:sp>
      <p:sp>
        <p:nvSpPr>
          <p:cNvPr id="60" name="직사각형 59">
            <a:extLst>
              <a:ext uri="{FF2B5EF4-FFF2-40B4-BE49-F238E27FC236}">
                <a16:creationId xmlns:a16="http://schemas.microsoft.com/office/drawing/2014/main" id="{FA24F59B-D6B1-485C-B7CC-9E2695AE412A}"/>
              </a:ext>
            </a:extLst>
          </p:cNvPr>
          <p:cNvSpPr/>
          <p:nvPr/>
        </p:nvSpPr>
        <p:spPr>
          <a:xfrm>
            <a:off x="4556787" y="8118361"/>
            <a:ext cx="1021019" cy="27550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b="1" dirty="0">
                <a:solidFill>
                  <a:schemeClr val="bg1"/>
                </a:solidFill>
              </a:rPr>
              <a:t>변경하기</a:t>
            </a:r>
            <a:endParaRPr lang="en-US" altLang="ko-KR" sz="1000" b="1" dirty="0">
              <a:solidFill>
                <a:schemeClr val="bg1"/>
              </a:solidFill>
            </a:endParaRPr>
          </a:p>
        </p:txBody>
      </p:sp>
      <p:graphicFrame>
        <p:nvGraphicFramePr>
          <p:cNvPr id="15" name="표 14">
            <a:extLst>
              <a:ext uri="{FF2B5EF4-FFF2-40B4-BE49-F238E27FC236}">
                <a16:creationId xmlns:a16="http://schemas.microsoft.com/office/drawing/2014/main" id="{3E503E8A-A5BD-4E02-9721-7B68E06C3D8C}"/>
              </a:ext>
            </a:extLst>
          </p:cNvPr>
          <p:cNvGraphicFramePr>
            <a:graphicFrameLocks noGrp="1"/>
          </p:cNvGraphicFramePr>
          <p:nvPr>
            <p:extLst>
              <p:ext uri="{D42A27DB-BD31-4B8C-83A1-F6EECF244321}">
                <p14:modId xmlns:p14="http://schemas.microsoft.com/office/powerpoint/2010/main" val="3860326088"/>
              </p:ext>
            </p:extLst>
          </p:nvPr>
        </p:nvGraphicFramePr>
        <p:xfrm>
          <a:off x="10171774" y="22159"/>
          <a:ext cx="1979018" cy="178411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RF-02-07-06-8</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a:t>주문목록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상세 보기 </a:t>
                      </a:r>
                      <a:r>
                        <a:rPr lang="en-US" altLang="ko-KR" sz="800" dirty="0"/>
                        <a:t>&gt; </a:t>
                      </a:r>
                      <a:r>
                        <a:rPr lang="ko-KR" altLang="en-US" sz="800" dirty="0"/>
                        <a:t>교환 주문</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교환 주문을 처리하는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상품의 옵션을 변경할 수 있는 화면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25" name="TextBox 24">
            <a:extLst>
              <a:ext uri="{FF2B5EF4-FFF2-40B4-BE49-F238E27FC236}">
                <a16:creationId xmlns:a16="http://schemas.microsoft.com/office/drawing/2014/main" id="{04E9B89B-4BC8-43AF-B734-D670C8179373}"/>
              </a:ext>
            </a:extLst>
          </p:cNvPr>
          <p:cNvSpPr txBox="1"/>
          <p:nvPr/>
        </p:nvSpPr>
        <p:spPr>
          <a:xfrm>
            <a:off x="1825704" y="5613956"/>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3315596944"/>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타원 22">
            <a:extLst>
              <a:ext uri="{FF2B5EF4-FFF2-40B4-BE49-F238E27FC236}">
                <a16:creationId xmlns:a16="http://schemas.microsoft.com/office/drawing/2014/main" id="{7CFC3353-A49F-4931-A7C5-024BC0D50530}"/>
              </a:ext>
            </a:extLst>
          </p:cNvPr>
          <p:cNvSpPr/>
          <p:nvPr/>
        </p:nvSpPr>
        <p:spPr>
          <a:xfrm>
            <a:off x="7467600" y="4414841"/>
            <a:ext cx="897467"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 name="직사각형 15">
            <a:extLst>
              <a:ext uri="{FF2B5EF4-FFF2-40B4-BE49-F238E27FC236}">
                <a16:creationId xmlns:a16="http://schemas.microsoft.com/office/drawing/2014/main" id="{5E460EA5-9FB8-41EB-B724-C98FED4E70B9}"/>
              </a:ext>
            </a:extLst>
          </p:cNvPr>
          <p:cNvSpPr/>
          <p:nvPr/>
        </p:nvSpPr>
        <p:spPr>
          <a:xfrm>
            <a:off x="1680911" y="5571067"/>
            <a:ext cx="6231194" cy="3047999"/>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17" name="Image">
            <a:extLst>
              <a:ext uri="{FF2B5EF4-FFF2-40B4-BE49-F238E27FC236}">
                <a16:creationId xmlns:a16="http://schemas.microsoft.com/office/drawing/2014/main" id="{FA5F8200-AE9F-4109-BA41-9D4C7228ED44}"/>
              </a:ext>
            </a:extLst>
          </p:cNvPr>
          <p:cNvGrpSpPr>
            <a:grpSpLocks/>
          </p:cNvGrpSpPr>
          <p:nvPr/>
        </p:nvGrpSpPr>
        <p:grpSpPr bwMode="auto">
          <a:xfrm>
            <a:off x="7567179" y="5691262"/>
            <a:ext cx="263570" cy="250457"/>
            <a:chOff x="508000" y="1397000"/>
            <a:chExt cx="1008112" cy="1008112"/>
          </a:xfrm>
        </p:grpSpPr>
        <p:sp>
          <p:nvSpPr>
            <p:cNvPr id="18" name="Border">
              <a:extLst>
                <a:ext uri="{FF2B5EF4-FFF2-40B4-BE49-F238E27FC236}">
                  <a16:creationId xmlns:a16="http://schemas.microsoft.com/office/drawing/2014/main" id="{68E35BBD-102D-48C3-8373-0B42C0C6734E}"/>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5F5F5F"/>
                </a:solidFill>
                <a:latin typeface="Segoe UI" panose="020B0502040204020203" pitchFamily="34" charset="0"/>
                <a:cs typeface="Segoe UI" panose="020B0502040204020203" pitchFamily="34" charset="0"/>
              </a:endParaRPr>
            </a:p>
          </p:txBody>
        </p:sp>
        <p:sp>
          <p:nvSpPr>
            <p:cNvPr id="19" name="Line 2">
              <a:extLst>
                <a:ext uri="{FF2B5EF4-FFF2-40B4-BE49-F238E27FC236}">
                  <a16:creationId xmlns:a16="http://schemas.microsoft.com/office/drawing/2014/main" id="{AF3294EB-CF79-43EC-A8ED-5A9776E9BC8A}"/>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 name="Line 1">
              <a:extLst>
                <a:ext uri="{FF2B5EF4-FFF2-40B4-BE49-F238E27FC236}">
                  <a16:creationId xmlns:a16="http://schemas.microsoft.com/office/drawing/2014/main" id="{99731689-EAD2-48A1-AA79-53F56D4537F9}"/>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21" name="TextBox 20">
            <a:extLst>
              <a:ext uri="{FF2B5EF4-FFF2-40B4-BE49-F238E27FC236}">
                <a16:creationId xmlns:a16="http://schemas.microsoft.com/office/drawing/2014/main" id="{0BF055FB-1056-4783-87C1-ED9A305B50E7}"/>
              </a:ext>
            </a:extLst>
          </p:cNvPr>
          <p:cNvSpPr txBox="1"/>
          <p:nvPr/>
        </p:nvSpPr>
        <p:spPr>
          <a:xfrm>
            <a:off x="1799986" y="5678955"/>
            <a:ext cx="1172116" cy="246221"/>
          </a:xfrm>
          <a:prstGeom prst="rect">
            <a:avLst/>
          </a:prstGeom>
          <a:noFill/>
        </p:spPr>
        <p:txBody>
          <a:bodyPr wrap="none" rtlCol="0">
            <a:spAutoFit/>
          </a:bodyPr>
          <a:lstStyle/>
          <a:p>
            <a:r>
              <a:rPr lang="ko-KR" altLang="en-US" sz="1000" b="1" dirty="0">
                <a:latin typeface="맑은 고딕" panose="020B0503020000020004" pitchFamily="50" charset="-127"/>
                <a:ea typeface="맑은 고딕" panose="020B0503020000020004" pitchFamily="50" charset="-127"/>
              </a:rPr>
              <a:t>○ 송장정보 변경</a:t>
            </a:r>
            <a:endParaRPr lang="ko-KR" altLang="en-US" sz="1000" dirty="0"/>
          </a:p>
        </p:txBody>
      </p:sp>
      <p:graphicFrame>
        <p:nvGraphicFramePr>
          <p:cNvPr id="22" name="표 21">
            <a:extLst>
              <a:ext uri="{FF2B5EF4-FFF2-40B4-BE49-F238E27FC236}">
                <a16:creationId xmlns:a16="http://schemas.microsoft.com/office/drawing/2014/main" id="{526096DB-39B6-41CA-A0AD-C5E9B71EB9A5}"/>
              </a:ext>
            </a:extLst>
          </p:cNvPr>
          <p:cNvGraphicFramePr>
            <a:graphicFrameLocks noGrp="1"/>
          </p:cNvGraphicFramePr>
          <p:nvPr>
            <p:extLst>
              <p:ext uri="{D42A27DB-BD31-4B8C-83A1-F6EECF244321}">
                <p14:modId xmlns:p14="http://schemas.microsoft.com/office/powerpoint/2010/main" val="273563739"/>
              </p:ext>
            </p:extLst>
          </p:nvPr>
        </p:nvGraphicFramePr>
        <p:xfrm>
          <a:off x="1894054" y="7081738"/>
          <a:ext cx="5804910" cy="517680"/>
        </p:xfrm>
        <a:graphic>
          <a:graphicData uri="http://schemas.openxmlformats.org/drawingml/2006/table">
            <a:tbl>
              <a:tblPr firstRow="1" bandRow="1">
                <a:tableStyleId>{5C22544A-7EE6-4342-B048-85BDC9FD1C3A}</a:tableStyleId>
              </a:tblPr>
              <a:tblGrid>
                <a:gridCol w="908447">
                  <a:extLst>
                    <a:ext uri="{9D8B030D-6E8A-4147-A177-3AD203B41FA5}">
                      <a16:colId xmlns:a16="http://schemas.microsoft.com/office/drawing/2014/main" val="3580568890"/>
                    </a:ext>
                  </a:extLst>
                </a:gridCol>
                <a:gridCol w="4896463">
                  <a:extLst>
                    <a:ext uri="{9D8B030D-6E8A-4147-A177-3AD203B41FA5}">
                      <a16:colId xmlns:a16="http://schemas.microsoft.com/office/drawing/2014/main" val="20004"/>
                    </a:ext>
                  </a:extLst>
                </a:gridCol>
              </a:tblGrid>
              <a:tr h="258840">
                <a:tc>
                  <a:txBody>
                    <a:bodyPr/>
                    <a:lstStyle/>
                    <a:p>
                      <a:pPr algn="ctr" latinLnBrk="1"/>
                      <a:r>
                        <a:rPr lang="ko-KR" altLang="en-US" sz="800" b="0" dirty="0" err="1">
                          <a:solidFill>
                            <a:schemeClr val="tx1"/>
                          </a:solidFill>
                        </a:rPr>
                        <a:t>택배사</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l" latinLnBrk="1"/>
                      <a:endParaRPr lang="ko-KR" altLang="en-US" sz="800" b="0" u="none"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25884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송장번호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schemeClr val="tx1"/>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25" name="TextBox 24">
            <a:extLst>
              <a:ext uri="{FF2B5EF4-FFF2-40B4-BE49-F238E27FC236}">
                <a16:creationId xmlns:a16="http://schemas.microsoft.com/office/drawing/2014/main" id="{7EA575F2-CBF2-4F5E-AF9F-F7C0EE48B839}"/>
              </a:ext>
            </a:extLst>
          </p:cNvPr>
          <p:cNvSpPr txBox="1"/>
          <p:nvPr/>
        </p:nvSpPr>
        <p:spPr>
          <a:xfrm>
            <a:off x="1799986" y="6807091"/>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배송정보</a:t>
            </a:r>
            <a:endParaRPr lang="ko-KR" altLang="en-US" sz="900" dirty="0"/>
          </a:p>
        </p:txBody>
      </p:sp>
      <p:sp>
        <p:nvSpPr>
          <p:cNvPr id="26" name="직사각형 25">
            <a:extLst>
              <a:ext uri="{FF2B5EF4-FFF2-40B4-BE49-F238E27FC236}">
                <a16:creationId xmlns:a16="http://schemas.microsoft.com/office/drawing/2014/main" id="{FAA65A9D-7649-450A-B736-76181AE59AA8}"/>
              </a:ext>
            </a:extLst>
          </p:cNvPr>
          <p:cNvSpPr/>
          <p:nvPr/>
        </p:nvSpPr>
        <p:spPr>
          <a:xfrm>
            <a:off x="4285998" y="7889721"/>
            <a:ext cx="1021019" cy="27550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b="1" dirty="0">
                <a:solidFill>
                  <a:schemeClr val="bg1"/>
                </a:solidFill>
              </a:rPr>
              <a:t>변경하기</a:t>
            </a:r>
            <a:endParaRPr lang="en-US" altLang="ko-KR" sz="1000" b="1" dirty="0">
              <a:solidFill>
                <a:schemeClr val="bg1"/>
              </a:solidFill>
            </a:endParaRPr>
          </a:p>
        </p:txBody>
      </p:sp>
      <p:sp>
        <p:nvSpPr>
          <p:cNvPr id="37" name="직사각형 36">
            <a:extLst>
              <a:ext uri="{FF2B5EF4-FFF2-40B4-BE49-F238E27FC236}">
                <a16:creationId xmlns:a16="http://schemas.microsoft.com/office/drawing/2014/main" id="{336D8C3E-D8A6-439F-8C4B-81A0609D7D7D}"/>
              </a:ext>
            </a:extLst>
          </p:cNvPr>
          <p:cNvSpPr/>
          <p:nvPr/>
        </p:nvSpPr>
        <p:spPr>
          <a:xfrm>
            <a:off x="2872716" y="7122185"/>
            <a:ext cx="1758935"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직접배송                             ▼</a:t>
            </a:r>
            <a:endParaRPr lang="en-US" altLang="ko-KR" sz="800" dirty="0">
              <a:solidFill>
                <a:schemeClr val="tx1">
                  <a:lumMod val="50000"/>
                  <a:lumOff val="50000"/>
                </a:schemeClr>
              </a:solidFill>
            </a:endParaRPr>
          </a:p>
        </p:txBody>
      </p:sp>
      <p:sp>
        <p:nvSpPr>
          <p:cNvPr id="38" name="직사각형 37">
            <a:extLst>
              <a:ext uri="{FF2B5EF4-FFF2-40B4-BE49-F238E27FC236}">
                <a16:creationId xmlns:a16="http://schemas.microsoft.com/office/drawing/2014/main" id="{5FAB09D4-0927-41F7-ACE0-9DA0112FC34E}"/>
              </a:ext>
            </a:extLst>
          </p:cNvPr>
          <p:cNvSpPr/>
          <p:nvPr/>
        </p:nvSpPr>
        <p:spPr>
          <a:xfrm>
            <a:off x="2872716" y="7377490"/>
            <a:ext cx="4694463"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graphicFrame>
        <p:nvGraphicFramePr>
          <p:cNvPr id="39" name="표 38">
            <a:extLst>
              <a:ext uri="{FF2B5EF4-FFF2-40B4-BE49-F238E27FC236}">
                <a16:creationId xmlns:a16="http://schemas.microsoft.com/office/drawing/2014/main" id="{446C645D-4D64-455F-B6FF-ECB7FD5B5E2A}"/>
              </a:ext>
            </a:extLst>
          </p:cNvPr>
          <p:cNvGraphicFramePr>
            <a:graphicFrameLocks noGrp="1"/>
          </p:cNvGraphicFramePr>
          <p:nvPr>
            <p:extLst>
              <p:ext uri="{D42A27DB-BD31-4B8C-83A1-F6EECF244321}">
                <p14:modId xmlns:p14="http://schemas.microsoft.com/office/powerpoint/2010/main" val="1759497986"/>
              </p:ext>
            </p:extLst>
          </p:nvPr>
        </p:nvGraphicFramePr>
        <p:xfrm>
          <a:off x="1894054" y="6396777"/>
          <a:ext cx="5804911" cy="213360"/>
        </p:xfrm>
        <a:graphic>
          <a:graphicData uri="http://schemas.openxmlformats.org/drawingml/2006/table">
            <a:tbl>
              <a:tblPr firstRow="1" bandRow="1">
                <a:tableStyleId>{5C22544A-7EE6-4342-B048-85BDC9FD1C3A}</a:tableStyleId>
              </a:tblPr>
              <a:tblGrid>
                <a:gridCol w="904625">
                  <a:extLst>
                    <a:ext uri="{9D8B030D-6E8A-4147-A177-3AD203B41FA5}">
                      <a16:colId xmlns:a16="http://schemas.microsoft.com/office/drawing/2014/main" val="3580568890"/>
                    </a:ext>
                  </a:extLst>
                </a:gridCol>
                <a:gridCol w="2006600">
                  <a:extLst>
                    <a:ext uri="{9D8B030D-6E8A-4147-A177-3AD203B41FA5}">
                      <a16:colId xmlns:a16="http://schemas.microsoft.com/office/drawing/2014/main" val="20004"/>
                    </a:ext>
                  </a:extLst>
                </a:gridCol>
                <a:gridCol w="939800">
                  <a:extLst>
                    <a:ext uri="{9D8B030D-6E8A-4147-A177-3AD203B41FA5}">
                      <a16:colId xmlns:a16="http://schemas.microsoft.com/office/drawing/2014/main" val="4044952589"/>
                    </a:ext>
                  </a:extLst>
                </a:gridCol>
                <a:gridCol w="1953886">
                  <a:extLst>
                    <a:ext uri="{9D8B030D-6E8A-4147-A177-3AD203B41FA5}">
                      <a16:colId xmlns:a16="http://schemas.microsoft.com/office/drawing/2014/main" val="505754476"/>
                    </a:ext>
                  </a:extLst>
                </a:gridCol>
              </a:tblGrid>
              <a:tr h="153139">
                <a:tc>
                  <a:txBody>
                    <a:bodyPr/>
                    <a:lstStyle/>
                    <a:p>
                      <a:pPr algn="ctr" latinLnBrk="1"/>
                      <a:r>
                        <a:rPr lang="ko-KR" altLang="en-US" sz="800" b="0" dirty="0" err="1">
                          <a:solidFill>
                            <a:schemeClr val="tx1"/>
                          </a:solidFill>
                        </a:rPr>
                        <a:t>택배사</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l" latinLnBrk="1"/>
                      <a:r>
                        <a:rPr lang="ko-KR" altLang="en-US" sz="800" b="0" u="none" dirty="0">
                          <a:solidFill>
                            <a:schemeClr val="tx1"/>
                          </a:solidFill>
                        </a:rPr>
                        <a:t>한진택배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u="none" dirty="0">
                          <a:solidFill>
                            <a:schemeClr val="tx1"/>
                          </a:solidFill>
                        </a:rPr>
                        <a:t>송장번호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mj-ea"/>
                          <a:ea typeface="+mn-ea"/>
                          <a:cs typeface="+mn-cs"/>
                        </a:rPr>
                        <a:t>11122122231</a:t>
                      </a:r>
                      <a:endParaRPr kumimoji="0" lang="ko-KR" altLang="en-US" sz="800" b="0" i="0" u="none" strike="noStrike" kern="1200" cap="none" spc="0" normalizeH="0" baseline="0" noProof="0" dirty="0">
                        <a:ln>
                          <a:noFill/>
                        </a:ln>
                        <a:solidFill>
                          <a:schemeClr val="tx1"/>
                        </a:solidFill>
                        <a:effectLst/>
                        <a:uLnTx/>
                        <a:uFillTx/>
                        <a:latin typeface="+mj-ea"/>
                        <a:ea typeface="+mn-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sp>
        <p:nvSpPr>
          <p:cNvPr id="40" name="TextBox 39">
            <a:extLst>
              <a:ext uri="{FF2B5EF4-FFF2-40B4-BE49-F238E27FC236}">
                <a16:creationId xmlns:a16="http://schemas.microsoft.com/office/drawing/2014/main" id="{49FD7D3F-C96D-4A2F-A165-DECF7F698044}"/>
              </a:ext>
            </a:extLst>
          </p:cNvPr>
          <p:cNvSpPr txBox="1"/>
          <p:nvPr/>
        </p:nvSpPr>
        <p:spPr>
          <a:xfrm>
            <a:off x="1799986" y="6122130"/>
            <a:ext cx="103265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기존배송정보</a:t>
            </a:r>
            <a:endParaRPr lang="ko-KR" altLang="en-US" sz="900" dirty="0"/>
          </a:p>
        </p:txBody>
      </p:sp>
      <p:cxnSp>
        <p:nvCxnSpPr>
          <p:cNvPr id="24" name="직선 화살표 연결선 23">
            <a:extLst>
              <a:ext uri="{FF2B5EF4-FFF2-40B4-BE49-F238E27FC236}">
                <a16:creationId xmlns:a16="http://schemas.microsoft.com/office/drawing/2014/main" id="{64A34D40-560D-4AAC-8E4D-B8CE31AF7E33}"/>
              </a:ext>
            </a:extLst>
          </p:cNvPr>
          <p:cNvCxnSpPr>
            <a:cxnSpLocks/>
            <a:stCxn id="23" idx="3"/>
          </p:cNvCxnSpPr>
          <p:nvPr/>
        </p:nvCxnSpPr>
        <p:spPr>
          <a:xfrm flipH="1">
            <a:off x="5307021" y="4793498"/>
            <a:ext cx="2292010" cy="989235"/>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27" name="표 26">
            <a:extLst>
              <a:ext uri="{FF2B5EF4-FFF2-40B4-BE49-F238E27FC236}">
                <a16:creationId xmlns:a16="http://schemas.microsoft.com/office/drawing/2014/main" id="{080A04C8-88EE-48E0-B194-D9B54C29D00E}"/>
              </a:ext>
            </a:extLst>
          </p:cNvPr>
          <p:cNvGraphicFramePr>
            <a:graphicFrameLocks noGrp="1"/>
          </p:cNvGraphicFramePr>
          <p:nvPr>
            <p:extLst>
              <p:ext uri="{D42A27DB-BD31-4B8C-83A1-F6EECF244321}">
                <p14:modId xmlns:p14="http://schemas.microsoft.com/office/powerpoint/2010/main" val="429896847"/>
              </p:ext>
            </p:extLst>
          </p:nvPr>
        </p:nvGraphicFramePr>
        <p:xfrm>
          <a:off x="10171774" y="22159"/>
          <a:ext cx="1979018" cy="166219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RF-02-07-06-9</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a:t>주문목록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상세 보기 </a:t>
                      </a:r>
                      <a:r>
                        <a:rPr lang="en-US" altLang="ko-KR" sz="800" dirty="0"/>
                        <a:t>&gt; </a:t>
                      </a:r>
                      <a:r>
                        <a:rPr lang="ko-KR" altLang="en-US" sz="800" dirty="0"/>
                        <a:t>교환 주문</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교환 주문을 처리하는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송장 정보를 변경하는 화면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28" name="TextBox 27">
            <a:extLst>
              <a:ext uri="{FF2B5EF4-FFF2-40B4-BE49-F238E27FC236}">
                <a16:creationId xmlns:a16="http://schemas.microsoft.com/office/drawing/2014/main" id="{04E9B89B-4BC8-43AF-B734-D670C8179373}"/>
              </a:ext>
            </a:extLst>
          </p:cNvPr>
          <p:cNvSpPr txBox="1"/>
          <p:nvPr/>
        </p:nvSpPr>
        <p:spPr>
          <a:xfrm>
            <a:off x="1554915" y="5563455"/>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2838371269"/>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2003A43B-3C75-4DA5-BD2F-DD20A9182281}"/>
              </a:ext>
            </a:extLst>
          </p:cNvPr>
          <p:cNvSpPr txBox="1"/>
          <p:nvPr/>
        </p:nvSpPr>
        <p:spPr>
          <a:xfrm>
            <a:off x="108567" y="1499119"/>
            <a:ext cx="761547" cy="215444"/>
          </a:xfrm>
          <a:prstGeom prst="rect">
            <a:avLst/>
          </a:prstGeom>
          <a:noFill/>
        </p:spPr>
        <p:txBody>
          <a:bodyPr wrap="square" rtlCol="0">
            <a:spAutoFit/>
          </a:bodyPr>
          <a:lstStyle/>
          <a:p>
            <a:r>
              <a:rPr lang="ko-KR" altLang="en-US" sz="800" dirty="0"/>
              <a:t>총 </a:t>
            </a:r>
            <a:r>
              <a:rPr lang="en-US" altLang="ko-KR" sz="800" dirty="0"/>
              <a:t>00</a:t>
            </a:r>
            <a:r>
              <a:rPr lang="ko-KR" altLang="en-US" sz="800" dirty="0"/>
              <a:t>건</a:t>
            </a:r>
          </a:p>
        </p:txBody>
      </p:sp>
      <p:sp>
        <p:nvSpPr>
          <p:cNvPr id="4" name="직사각형 3">
            <a:extLst>
              <a:ext uri="{FF2B5EF4-FFF2-40B4-BE49-F238E27FC236}">
                <a16:creationId xmlns:a16="http://schemas.microsoft.com/office/drawing/2014/main" id="{BE1DD394-CB85-46D7-93B1-FAC0EC85510C}"/>
              </a:ext>
            </a:extLst>
          </p:cNvPr>
          <p:cNvSpPr/>
          <p:nvPr/>
        </p:nvSpPr>
        <p:spPr>
          <a:xfrm>
            <a:off x="2753270" y="577224"/>
            <a:ext cx="5776224" cy="16790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5" name="직사각형 4">
            <a:extLst>
              <a:ext uri="{FF2B5EF4-FFF2-40B4-BE49-F238E27FC236}">
                <a16:creationId xmlns:a16="http://schemas.microsoft.com/office/drawing/2014/main" id="{FB16D87A-73FD-4B74-86BE-6FD9F24730A3}"/>
              </a:ext>
            </a:extLst>
          </p:cNvPr>
          <p:cNvSpPr/>
          <p:nvPr/>
        </p:nvSpPr>
        <p:spPr>
          <a:xfrm>
            <a:off x="9271395" y="559383"/>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endParaRPr lang="en-US" altLang="ko-KR" sz="800" dirty="0">
              <a:solidFill>
                <a:schemeClr val="bg1"/>
              </a:solidFill>
            </a:endParaRPr>
          </a:p>
        </p:txBody>
      </p:sp>
      <p:graphicFrame>
        <p:nvGraphicFramePr>
          <p:cNvPr id="6" name="표 63">
            <a:extLst>
              <a:ext uri="{FF2B5EF4-FFF2-40B4-BE49-F238E27FC236}">
                <a16:creationId xmlns:a16="http://schemas.microsoft.com/office/drawing/2014/main" id="{C19CEEBF-A34F-40A7-89AE-8BD4FEAC5AF8}"/>
              </a:ext>
            </a:extLst>
          </p:cNvPr>
          <p:cNvGraphicFramePr>
            <a:graphicFrameLocks noGrp="1"/>
          </p:cNvGraphicFramePr>
          <p:nvPr>
            <p:extLst>
              <p:ext uri="{D42A27DB-BD31-4B8C-83A1-F6EECF244321}">
                <p14:modId xmlns:p14="http://schemas.microsoft.com/office/powerpoint/2010/main" val="1559001530"/>
              </p:ext>
            </p:extLst>
          </p:nvPr>
        </p:nvGraphicFramePr>
        <p:xfrm>
          <a:off x="108567" y="547912"/>
          <a:ext cx="9936421" cy="457200"/>
        </p:xfrm>
        <a:graphic>
          <a:graphicData uri="http://schemas.openxmlformats.org/drawingml/2006/table">
            <a:tbl>
              <a:tblPr firstRow="1" bandRow="1">
                <a:tableStyleId>{5940675A-B579-460E-94D1-54222C63F5DA}</a:tableStyleId>
              </a:tblPr>
              <a:tblGrid>
                <a:gridCol w="975439">
                  <a:extLst>
                    <a:ext uri="{9D8B030D-6E8A-4147-A177-3AD203B41FA5}">
                      <a16:colId xmlns:a16="http://schemas.microsoft.com/office/drawing/2014/main" val="3701388552"/>
                    </a:ext>
                  </a:extLst>
                </a:gridCol>
                <a:gridCol w="8960982">
                  <a:extLst>
                    <a:ext uri="{9D8B030D-6E8A-4147-A177-3AD203B41FA5}">
                      <a16:colId xmlns:a16="http://schemas.microsoft.com/office/drawing/2014/main" val="339215266"/>
                    </a:ext>
                  </a:extLst>
                </a:gridCol>
              </a:tblGrid>
              <a:tr h="0">
                <a:tc>
                  <a:txBody>
                    <a:bodyPr/>
                    <a:lstStyle/>
                    <a:p>
                      <a:pPr latinLnBrk="1"/>
                      <a:r>
                        <a:rPr lang="ko-KR" altLang="en-US" sz="900" dirty="0"/>
                        <a:t>검색</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7" name="직사각형 6">
            <a:extLst>
              <a:ext uri="{FF2B5EF4-FFF2-40B4-BE49-F238E27FC236}">
                <a16:creationId xmlns:a16="http://schemas.microsoft.com/office/drawing/2014/main" id="{1519BF42-F019-460B-8571-ACC64E8D419A}"/>
              </a:ext>
            </a:extLst>
          </p:cNvPr>
          <p:cNvSpPr/>
          <p:nvPr/>
        </p:nvSpPr>
        <p:spPr>
          <a:xfrm>
            <a:off x="9273843" y="786602"/>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8" name="직사각형 7">
            <a:extLst>
              <a:ext uri="{FF2B5EF4-FFF2-40B4-BE49-F238E27FC236}">
                <a16:creationId xmlns:a16="http://schemas.microsoft.com/office/drawing/2014/main" id="{3A9FDF40-9469-4D01-9F79-9595F2D1DFD2}"/>
              </a:ext>
            </a:extLst>
          </p:cNvPr>
          <p:cNvSpPr/>
          <p:nvPr/>
        </p:nvSpPr>
        <p:spPr>
          <a:xfrm>
            <a:off x="1169303" y="578567"/>
            <a:ext cx="1531623" cy="17314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주문번호                      ▼</a:t>
            </a:r>
            <a:endParaRPr lang="en-US" altLang="ko-KR" sz="800" dirty="0">
              <a:solidFill>
                <a:schemeClr val="tx1"/>
              </a:solidFill>
            </a:endParaRPr>
          </a:p>
        </p:txBody>
      </p:sp>
      <p:graphicFrame>
        <p:nvGraphicFramePr>
          <p:cNvPr id="9" name="표 4">
            <a:extLst>
              <a:ext uri="{FF2B5EF4-FFF2-40B4-BE49-F238E27FC236}">
                <a16:creationId xmlns:a16="http://schemas.microsoft.com/office/drawing/2014/main" id="{97636470-F179-4B5F-865E-4617DC0ECE46}"/>
              </a:ext>
            </a:extLst>
          </p:cNvPr>
          <p:cNvGraphicFramePr>
            <a:graphicFrameLocks noGrp="1"/>
          </p:cNvGraphicFramePr>
          <p:nvPr>
            <p:extLst>
              <p:ext uri="{D42A27DB-BD31-4B8C-83A1-F6EECF244321}">
                <p14:modId xmlns:p14="http://schemas.microsoft.com/office/powerpoint/2010/main" val="2218209601"/>
              </p:ext>
            </p:extLst>
          </p:nvPr>
        </p:nvGraphicFramePr>
        <p:xfrm>
          <a:off x="108566" y="1210457"/>
          <a:ext cx="9936420" cy="213360"/>
        </p:xfrm>
        <a:graphic>
          <a:graphicData uri="http://schemas.openxmlformats.org/drawingml/2006/table">
            <a:tbl>
              <a:tblPr firstRow="1" bandRow="1">
                <a:tableStyleId>{5940675A-B579-460E-94D1-54222C63F5DA}</a:tableStyleId>
              </a:tblPr>
              <a:tblGrid>
                <a:gridCol w="2484105">
                  <a:extLst>
                    <a:ext uri="{9D8B030D-6E8A-4147-A177-3AD203B41FA5}">
                      <a16:colId xmlns:a16="http://schemas.microsoft.com/office/drawing/2014/main" val="3306315618"/>
                    </a:ext>
                  </a:extLst>
                </a:gridCol>
                <a:gridCol w="2484105">
                  <a:extLst>
                    <a:ext uri="{9D8B030D-6E8A-4147-A177-3AD203B41FA5}">
                      <a16:colId xmlns:a16="http://schemas.microsoft.com/office/drawing/2014/main" val="3684204346"/>
                    </a:ext>
                  </a:extLst>
                </a:gridCol>
                <a:gridCol w="2484105">
                  <a:extLst>
                    <a:ext uri="{9D8B030D-6E8A-4147-A177-3AD203B41FA5}">
                      <a16:colId xmlns:a16="http://schemas.microsoft.com/office/drawing/2014/main" val="1934738033"/>
                    </a:ext>
                  </a:extLst>
                </a:gridCol>
                <a:gridCol w="2484105">
                  <a:extLst>
                    <a:ext uri="{9D8B030D-6E8A-4147-A177-3AD203B41FA5}">
                      <a16:colId xmlns:a16="http://schemas.microsoft.com/office/drawing/2014/main" val="189309699"/>
                    </a:ext>
                  </a:extLst>
                </a:gridCol>
              </a:tblGrid>
              <a:tr h="164171">
                <a:tc>
                  <a:txBody>
                    <a:bodyPr/>
                    <a:lstStyle/>
                    <a:p>
                      <a:pPr algn="ctr" latinLnBrk="1"/>
                      <a:r>
                        <a:rPr lang="ko-KR" altLang="en-US" sz="800" b="0" dirty="0">
                          <a:solidFill>
                            <a:schemeClr val="tx1"/>
                          </a:solidFill>
                        </a:rPr>
                        <a:t>주문목록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b="1" dirty="0">
                          <a:solidFill>
                            <a:schemeClr val="bg1"/>
                          </a:solidFill>
                        </a:rPr>
                        <a:t>취소목록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800" dirty="0"/>
                        <a:t>반품목록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800" dirty="0"/>
                        <a:t>교환목록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2825709569"/>
                  </a:ext>
                </a:extLst>
              </a:tr>
            </a:tbl>
          </a:graphicData>
        </a:graphic>
      </p:graphicFrame>
      <p:pic>
        <p:nvPicPr>
          <p:cNvPr id="10" name="Picture 2">
            <a:extLst>
              <a:ext uri="{FF2B5EF4-FFF2-40B4-BE49-F238E27FC236}">
                <a16:creationId xmlns:a16="http://schemas.microsoft.com/office/drawing/2014/main" id="{5BED6394-6EFB-4F68-B473-3B25D536AEA0}"/>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418245" y="5260481"/>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aphicFrame>
        <p:nvGraphicFramePr>
          <p:cNvPr id="11" name="표 10">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3688330951"/>
              </p:ext>
            </p:extLst>
          </p:nvPr>
        </p:nvGraphicFramePr>
        <p:xfrm>
          <a:off x="10171774" y="22159"/>
          <a:ext cx="1979018" cy="178411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RF-02-07-07</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a:t>주문목록</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취소 목록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취소</a:t>
                      </a:r>
                      <a:r>
                        <a:rPr lang="ko-KR" altLang="en-US" sz="800" baseline="0" dirty="0"/>
                        <a:t> 과정이 진행중이거나 완료된 주문들을 확인하는 화면</a:t>
                      </a:r>
                      <a:endParaRPr lang="ko-KR" altLang="en-US" sz="800" dirty="0"/>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취소</a:t>
                      </a:r>
                      <a:r>
                        <a:rPr lang="ko-KR" altLang="en-US" sz="800" b="0" baseline="0" dirty="0">
                          <a:solidFill>
                            <a:schemeClr val="tx1"/>
                          </a:solidFill>
                        </a:rPr>
                        <a:t> 주문 목록</a:t>
                      </a:r>
                      <a:r>
                        <a:rPr lang="en-US" altLang="ko-KR" sz="800" b="0" baseline="0" dirty="0">
                          <a:solidFill>
                            <a:schemeClr val="tx1"/>
                          </a:solidFill>
                        </a:rPr>
                        <a:t>. </a:t>
                      </a:r>
                      <a:r>
                        <a:rPr lang="ko-KR" altLang="en-US" sz="800" b="0" baseline="0" dirty="0">
                          <a:solidFill>
                            <a:schemeClr val="tx1"/>
                          </a:solidFill>
                        </a:rPr>
                        <a:t>좌우 스크롤 가능</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graphicFrame>
        <p:nvGraphicFramePr>
          <p:cNvPr id="13" name="표 12">
            <a:extLst>
              <a:ext uri="{FF2B5EF4-FFF2-40B4-BE49-F238E27FC236}">
                <a16:creationId xmlns:a16="http://schemas.microsoft.com/office/drawing/2014/main" id="{4A30B66C-E596-4EE8-AD2D-AA6F0CC5FB27}"/>
              </a:ext>
            </a:extLst>
          </p:cNvPr>
          <p:cNvGraphicFramePr>
            <a:graphicFrameLocks noGrp="1"/>
          </p:cNvGraphicFramePr>
          <p:nvPr>
            <p:extLst>
              <p:ext uri="{D42A27DB-BD31-4B8C-83A1-F6EECF244321}">
                <p14:modId xmlns:p14="http://schemas.microsoft.com/office/powerpoint/2010/main" val="3732713175"/>
              </p:ext>
            </p:extLst>
          </p:nvPr>
        </p:nvGraphicFramePr>
        <p:xfrm>
          <a:off x="-12983159" y="1803623"/>
          <a:ext cx="23028145" cy="2987040"/>
        </p:xfrm>
        <a:graphic>
          <a:graphicData uri="http://schemas.openxmlformats.org/drawingml/2006/table">
            <a:tbl>
              <a:tblPr firstRow="1" bandRow="1">
                <a:tableStyleId>{5C22544A-7EE6-4342-B048-85BDC9FD1C3A}</a:tableStyleId>
              </a:tblPr>
              <a:tblGrid>
                <a:gridCol w="1207178">
                  <a:extLst>
                    <a:ext uri="{9D8B030D-6E8A-4147-A177-3AD203B41FA5}">
                      <a16:colId xmlns:a16="http://schemas.microsoft.com/office/drawing/2014/main" val="2964090962"/>
                    </a:ext>
                  </a:extLst>
                </a:gridCol>
                <a:gridCol w="859846">
                  <a:extLst>
                    <a:ext uri="{9D8B030D-6E8A-4147-A177-3AD203B41FA5}">
                      <a16:colId xmlns:a16="http://schemas.microsoft.com/office/drawing/2014/main" val="20000"/>
                    </a:ext>
                  </a:extLst>
                </a:gridCol>
                <a:gridCol w="739801">
                  <a:extLst>
                    <a:ext uri="{9D8B030D-6E8A-4147-A177-3AD203B41FA5}">
                      <a16:colId xmlns:a16="http://schemas.microsoft.com/office/drawing/2014/main" val="1072288192"/>
                    </a:ext>
                  </a:extLst>
                </a:gridCol>
                <a:gridCol w="739801">
                  <a:extLst>
                    <a:ext uri="{9D8B030D-6E8A-4147-A177-3AD203B41FA5}">
                      <a16:colId xmlns:a16="http://schemas.microsoft.com/office/drawing/2014/main" val="1191049528"/>
                    </a:ext>
                  </a:extLst>
                </a:gridCol>
                <a:gridCol w="802224">
                  <a:extLst>
                    <a:ext uri="{9D8B030D-6E8A-4147-A177-3AD203B41FA5}">
                      <a16:colId xmlns:a16="http://schemas.microsoft.com/office/drawing/2014/main" val="20003"/>
                    </a:ext>
                  </a:extLst>
                </a:gridCol>
                <a:gridCol w="1170363">
                  <a:extLst>
                    <a:ext uri="{9D8B030D-6E8A-4147-A177-3AD203B41FA5}">
                      <a16:colId xmlns:a16="http://schemas.microsoft.com/office/drawing/2014/main" val="529424548"/>
                    </a:ext>
                  </a:extLst>
                </a:gridCol>
                <a:gridCol w="1170363">
                  <a:extLst>
                    <a:ext uri="{9D8B030D-6E8A-4147-A177-3AD203B41FA5}">
                      <a16:colId xmlns:a16="http://schemas.microsoft.com/office/drawing/2014/main" val="3027619404"/>
                    </a:ext>
                  </a:extLst>
                </a:gridCol>
                <a:gridCol w="630960">
                  <a:extLst>
                    <a:ext uri="{9D8B030D-6E8A-4147-A177-3AD203B41FA5}">
                      <a16:colId xmlns:a16="http://schemas.microsoft.com/office/drawing/2014/main" val="4095619003"/>
                    </a:ext>
                  </a:extLst>
                </a:gridCol>
                <a:gridCol w="528521">
                  <a:extLst>
                    <a:ext uri="{9D8B030D-6E8A-4147-A177-3AD203B41FA5}">
                      <a16:colId xmlns:a16="http://schemas.microsoft.com/office/drawing/2014/main" val="2489093445"/>
                    </a:ext>
                  </a:extLst>
                </a:gridCol>
                <a:gridCol w="1170363">
                  <a:extLst>
                    <a:ext uri="{9D8B030D-6E8A-4147-A177-3AD203B41FA5}">
                      <a16:colId xmlns:a16="http://schemas.microsoft.com/office/drawing/2014/main" val="953174167"/>
                    </a:ext>
                  </a:extLst>
                </a:gridCol>
                <a:gridCol w="1170363">
                  <a:extLst>
                    <a:ext uri="{9D8B030D-6E8A-4147-A177-3AD203B41FA5}">
                      <a16:colId xmlns:a16="http://schemas.microsoft.com/office/drawing/2014/main" val="665549918"/>
                    </a:ext>
                  </a:extLst>
                </a:gridCol>
                <a:gridCol w="872651">
                  <a:extLst>
                    <a:ext uri="{9D8B030D-6E8A-4147-A177-3AD203B41FA5}">
                      <a16:colId xmlns:a16="http://schemas.microsoft.com/office/drawing/2014/main" val="1529978102"/>
                    </a:ext>
                  </a:extLst>
                </a:gridCol>
                <a:gridCol w="1170363">
                  <a:extLst>
                    <a:ext uri="{9D8B030D-6E8A-4147-A177-3AD203B41FA5}">
                      <a16:colId xmlns:a16="http://schemas.microsoft.com/office/drawing/2014/main" val="1713248175"/>
                    </a:ext>
                  </a:extLst>
                </a:gridCol>
                <a:gridCol w="667773">
                  <a:extLst>
                    <a:ext uri="{9D8B030D-6E8A-4147-A177-3AD203B41FA5}">
                      <a16:colId xmlns:a16="http://schemas.microsoft.com/office/drawing/2014/main" val="2426091821"/>
                    </a:ext>
                  </a:extLst>
                </a:gridCol>
                <a:gridCol w="667773">
                  <a:extLst>
                    <a:ext uri="{9D8B030D-6E8A-4147-A177-3AD203B41FA5}">
                      <a16:colId xmlns:a16="http://schemas.microsoft.com/office/drawing/2014/main" val="3580568890"/>
                    </a:ext>
                  </a:extLst>
                </a:gridCol>
                <a:gridCol w="1480881">
                  <a:extLst>
                    <a:ext uri="{9D8B030D-6E8A-4147-A177-3AD203B41FA5}">
                      <a16:colId xmlns:a16="http://schemas.microsoft.com/office/drawing/2014/main" val="20004"/>
                    </a:ext>
                  </a:extLst>
                </a:gridCol>
                <a:gridCol w="630960">
                  <a:extLst>
                    <a:ext uri="{9D8B030D-6E8A-4147-A177-3AD203B41FA5}">
                      <a16:colId xmlns:a16="http://schemas.microsoft.com/office/drawing/2014/main" val="20005"/>
                    </a:ext>
                  </a:extLst>
                </a:gridCol>
                <a:gridCol w="699785">
                  <a:extLst>
                    <a:ext uri="{9D8B030D-6E8A-4147-A177-3AD203B41FA5}">
                      <a16:colId xmlns:a16="http://schemas.microsoft.com/office/drawing/2014/main" val="20006"/>
                    </a:ext>
                  </a:extLst>
                </a:gridCol>
                <a:gridCol w="630960">
                  <a:extLst>
                    <a:ext uri="{9D8B030D-6E8A-4147-A177-3AD203B41FA5}">
                      <a16:colId xmlns:a16="http://schemas.microsoft.com/office/drawing/2014/main" val="20009"/>
                    </a:ext>
                  </a:extLst>
                </a:gridCol>
                <a:gridCol w="630960">
                  <a:extLst>
                    <a:ext uri="{9D8B030D-6E8A-4147-A177-3AD203B41FA5}">
                      <a16:colId xmlns:a16="http://schemas.microsoft.com/office/drawing/2014/main" val="2912470077"/>
                    </a:ext>
                  </a:extLst>
                </a:gridCol>
                <a:gridCol w="683779">
                  <a:extLst>
                    <a:ext uri="{9D8B030D-6E8A-4147-A177-3AD203B41FA5}">
                      <a16:colId xmlns:a16="http://schemas.microsoft.com/office/drawing/2014/main" val="983732852"/>
                    </a:ext>
                  </a:extLst>
                </a:gridCol>
                <a:gridCol w="733398">
                  <a:extLst>
                    <a:ext uri="{9D8B030D-6E8A-4147-A177-3AD203B41FA5}">
                      <a16:colId xmlns:a16="http://schemas.microsoft.com/office/drawing/2014/main" val="3017944777"/>
                    </a:ext>
                  </a:extLst>
                </a:gridCol>
                <a:gridCol w="630960">
                  <a:extLst>
                    <a:ext uri="{9D8B030D-6E8A-4147-A177-3AD203B41FA5}">
                      <a16:colId xmlns:a16="http://schemas.microsoft.com/office/drawing/2014/main" val="3778572038"/>
                    </a:ext>
                  </a:extLst>
                </a:gridCol>
                <a:gridCol w="662972">
                  <a:extLst>
                    <a:ext uri="{9D8B030D-6E8A-4147-A177-3AD203B41FA5}">
                      <a16:colId xmlns:a16="http://schemas.microsoft.com/office/drawing/2014/main" val="4255377130"/>
                    </a:ext>
                  </a:extLst>
                </a:gridCol>
                <a:gridCol w="606950">
                  <a:extLst>
                    <a:ext uri="{9D8B030D-6E8A-4147-A177-3AD203B41FA5}">
                      <a16:colId xmlns:a16="http://schemas.microsoft.com/office/drawing/2014/main" val="1062420576"/>
                    </a:ext>
                  </a:extLst>
                </a:gridCol>
                <a:gridCol w="807025">
                  <a:extLst>
                    <a:ext uri="{9D8B030D-6E8A-4147-A177-3AD203B41FA5}">
                      <a16:colId xmlns:a16="http://schemas.microsoft.com/office/drawing/2014/main" val="2504136417"/>
                    </a:ext>
                  </a:extLst>
                </a:gridCol>
                <a:gridCol w="524193">
                  <a:extLst>
                    <a:ext uri="{9D8B030D-6E8A-4147-A177-3AD203B41FA5}">
                      <a16:colId xmlns:a16="http://schemas.microsoft.com/office/drawing/2014/main" val="3866255794"/>
                    </a:ext>
                  </a:extLst>
                </a:gridCol>
                <a:gridCol w="736979">
                  <a:extLst>
                    <a:ext uri="{9D8B030D-6E8A-4147-A177-3AD203B41FA5}">
                      <a16:colId xmlns:a16="http://schemas.microsoft.com/office/drawing/2014/main" val="1566990735"/>
                    </a:ext>
                  </a:extLst>
                </a:gridCol>
              </a:tblGrid>
              <a:tr h="0">
                <a:tc rowSpan="2">
                  <a:txBody>
                    <a:bodyPr/>
                    <a:lstStyle/>
                    <a:p>
                      <a:pPr algn="ctr" latinLnBrk="1"/>
                      <a:r>
                        <a:rPr lang="ko-KR" altLang="en-US" sz="800" b="1" dirty="0">
                          <a:solidFill>
                            <a:schemeClr val="tx1"/>
                          </a:solidFill>
                        </a:rPr>
                        <a:t>취소주문번호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주문번호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상품등록</a:t>
                      </a:r>
                      <a:r>
                        <a:rPr lang="en-US" altLang="ko-KR" sz="800" b="1" dirty="0">
                          <a:solidFill>
                            <a:schemeClr val="tx1"/>
                          </a:solidFill>
                        </a:rPr>
                        <a:t>ID</a:t>
                      </a:r>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공유판매</a:t>
                      </a:r>
                      <a:r>
                        <a:rPr lang="en-US" altLang="ko-KR" sz="800" b="1" dirty="0">
                          <a:solidFill>
                            <a:schemeClr val="tx1"/>
                          </a:solidFill>
                        </a:rPr>
                        <a:t>ID</a:t>
                      </a:r>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en-US" altLang="ko-KR" sz="800" b="1" dirty="0">
                          <a:solidFill>
                            <a:schemeClr val="tx1"/>
                          </a:solidFill>
                        </a:rPr>
                        <a:t>Shop</a:t>
                      </a:r>
                      <a:r>
                        <a:rPr lang="ko-KR" altLang="en-US" sz="800" b="1" dirty="0">
                          <a:solidFill>
                            <a:schemeClr val="tx1"/>
                          </a:solidFill>
                        </a:rPr>
                        <a:t>채널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주문일시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결제일시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주문상태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주문자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취소 요청일시</a:t>
                      </a:r>
                    </a:p>
                    <a:p>
                      <a:pPr algn="ctr" latinLnBrk="1"/>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취소 철회일시</a:t>
                      </a:r>
                    </a:p>
                    <a:p>
                      <a:pPr algn="ctr" latinLnBrk="1"/>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취소 거부일시</a:t>
                      </a:r>
                    </a:p>
                    <a:p>
                      <a:pPr algn="ctr" latinLnBrk="1"/>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취소 완료일시</a:t>
                      </a:r>
                    </a:p>
                    <a:p>
                      <a:pPr algn="ctr" latinLnBrk="1"/>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주문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상품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주문수량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판매형태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algn="ctr" latinLnBrk="1"/>
                      <a:r>
                        <a:rPr lang="ko-KR" altLang="en-US" sz="800" b="1" dirty="0">
                          <a:solidFill>
                            <a:schemeClr val="tx1"/>
                          </a:solidFill>
                        </a:rPr>
                        <a:t>결제비용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algn="ctr" latinLnBrk="1"/>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algn="ctr" latinLnBrk="1"/>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algn="ctr" latinLnBrk="1"/>
                      <a:r>
                        <a:rPr lang="ko-KR" altLang="en-US" sz="800" b="1" dirty="0">
                          <a:solidFill>
                            <a:schemeClr val="tx1"/>
                          </a:solidFill>
                        </a:rPr>
                        <a:t>채널매출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algn="ctr" latinLnBrk="1"/>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algn="ctr" latinLnBrk="1"/>
                      <a:r>
                        <a:rPr lang="ko-KR" altLang="en-US" sz="800" b="1" dirty="0">
                          <a:solidFill>
                            <a:schemeClr val="tx1"/>
                          </a:solidFill>
                        </a:rPr>
                        <a:t>채널매입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algn="ctr" latinLnBrk="1"/>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제공포인트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436570051"/>
                  </a:ext>
                </a:extLst>
              </a:tr>
              <a:tr h="0">
                <a:tc vMerge="1">
                  <a:txBody>
                    <a:bodyPr/>
                    <a:lstStyle/>
                    <a:p>
                      <a:pPr algn="ctr" latinLnBrk="1"/>
                      <a:r>
                        <a:rPr lang="ko-KR" altLang="en-US" sz="800" b="1" dirty="0">
                          <a:solidFill>
                            <a:schemeClr val="tx1"/>
                          </a:solidFill>
                        </a:rPr>
                        <a:t>주문일시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algn="ctr" latinLnBrk="1"/>
                      <a:r>
                        <a:rPr lang="ko-KR" altLang="en-US" sz="800" b="1" dirty="0">
                          <a:solidFill>
                            <a:schemeClr val="tx1"/>
                          </a:solidFill>
                        </a:rPr>
                        <a:t>주문번호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tc>
                <a:tc vMerge="1">
                  <a:txBody>
                    <a:bodyPr/>
                    <a:lstStyle/>
                    <a:p>
                      <a:pPr latinLnBrk="1"/>
                      <a:endParaRPr lang="ko-KR" altLang="en-US"/>
                    </a:p>
                  </a:txBody>
                  <a:tcPr/>
                </a:tc>
                <a:tc vMerge="1">
                  <a:txBody>
                    <a:bodyPr/>
                    <a:lstStyle/>
                    <a:p>
                      <a:pPr algn="ctr" latinLnBrk="1"/>
                      <a:r>
                        <a:rPr lang="en-US" altLang="ko-KR" sz="800" b="1" dirty="0">
                          <a:solidFill>
                            <a:schemeClr val="tx1"/>
                          </a:solidFill>
                        </a:rPr>
                        <a:t>Shop</a:t>
                      </a:r>
                      <a:r>
                        <a:rPr lang="ko-KR" altLang="en-US" sz="800" b="1" dirty="0">
                          <a:solidFill>
                            <a:schemeClr val="tx1"/>
                          </a:solidFill>
                        </a:rPr>
                        <a:t>채널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tc>
                <a:tc vMerge="1">
                  <a:txBody>
                    <a:bodyPr/>
                    <a:lstStyle/>
                    <a:p>
                      <a:pPr latinLnBrk="1"/>
                      <a:endParaRPr lang="ko-KR" altLang="en-US"/>
                    </a:p>
                  </a:txBody>
                  <a:tcPr/>
                </a:tc>
                <a:tc vMerge="1">
                  <a:txBody>
                    <a:bodyPr/>
                    <a:lstStyle/>
                    <a:p>
                      <a:pPr algn="ctr" latinLnBrk="1"/>
                      <a:r>
                        <a:rPr lang="ko-KR" altLang="en-US" sz="800" b="1" dirty="0">
                          <a:solidFill>
                            <a:schemeClr val="tx1"/>
                          </a:solidFill>
                        </a:rPr>
                        <a:t>주문상태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algn="ctr" latinLnBrk="1"/>
                      <a:r>
                        <a:rPr lang="ko-KR" altLang="en-US" sz="800" b="1" dirty="0">
                          <a:solidFill>
                            <a:schemeClr val="tx1"/>
                          </a:solidFill>
                        </a:rPr>
                        <a:t>주문자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vMerge="1">
                  <a:txBody>
                    <a:bodyPr/>
                    <a:lstStyle/>
                    <a:p>
                      <a:pPr algn="ctr" latinLnBrk="1"/>
                      <a:r>
                        <a:rPr lang="ko-KR" altLang="en-US" sz="800" b="1" dirty="0">
                          <a:solidFill>
                            <a:schemeClr val="tx1"/>
                          </a:solidFill>
                        </a:rPr>
                        <a:t>주문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algn="ctr" latinLnBrk="1"/>
                      <a:r>
                        <a:rPr lang="ko-KR" altLang="en-US" sz="800" b="1" dirty="0">
                          <a:solidFill>
                            <a:schemeClr val="tx1"/>
                          </a:solidFill>
                        </a:rPr>
                        <a:t>상품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algn="ctr" latinLnBrk="1"/>
                      <a:r>
                        <a:rPr lang="ko-KR" altLang="en-US" sz="800" b="1" dirty="0">
                          <a:solidFill>
                            <a:schemeClr val="tx1"/>
                          </a:solidFill>
                        </a:rPr>
                        <a:t>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algn="ctr" latinLnBrk="1"/>
                      <a:r>
                        <a:rPr lang="ko-KR" altLang="en-US" sz="800" b="1" dirty="0">
                          <a:solidFill>
                            <a:schemeClr val="tx1"/>
                          </a:solidFill>
                        </a:rPr>
                        <a:t>주문수량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algn="ctr" latinLnBrk="1"/>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800" b="1" dirty="0">
                          <a:solidFill>
                            <a:schemeClr val="tx1"/>
                          </a:solidFill>
                        </a:rPr>
                        <a:t>PG </a:t>
                      </a:r>
                      <a:r>
                        <a:rPr lang="ko-KR" altLang="en-US" sz="800" b="1" dirty="0">
                          <a:solidFill>
                            <a:schemeClr val="tx1"/>
                          </a:solidFill>
                        </a:rPr>
                        <a:t>결제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포인트결제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할인비용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err="1">
                          <a:solidFill>
                            <a:schemeClr val="tx1"/>
                          </a:solidFill>
                        </a:rPr>
                        <a:t>상품가</a:t>
                      </a:r>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a:t>
                      </a:r>
                      <a:r>
                        <a:rPr lang="en-US" altLang="ko-KR" sz="800" b="1" dirty="0">
                          <a:solidFill>
                            <a:schemeClr val="tx1"/>
                          </a:solidFill>
                        </a:rPr>
                        <a:t>+</a:t>
                      </a:r>
                      <a:r>
                        <a:rPr lang="ko-KR" altLang="en-US" sz="800" b="1" dirty="0">
                          <a:solidFill>
                            <a:schemeClr val="tx1"/>
                          </a:solidFill>
                        </a:rPr>
                        <a:t>수수료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제공포인트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Me9-Cancel-0002324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u="sng" dirty="0">
                          <a:solidFill>
                            <a:schemeClr val="accent2">
                              <a:lumMod val="75000"/>
                            </a:schemeClr>
                          </a:solidFill>
                        </a:rPr>
                        <a:t>Me9-0002329</a:t>
                      </a:r>
                      <a:endParaRPr lang="ko-KR" altLang="en-US" sz="800" b="0" u="sng" dirty="0">
                        <a:solidFill>
                          <a:schemeClr val="accent2">
                            <a:lumMod val="75000"/>
                          </a:schemeClr>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AAA</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공동구매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상품판매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39,000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3,000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32,170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Me9-Cancel-0002324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Me9-0002328</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AAA</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CCC</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일반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위탁판매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32,170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Me9-Cancel-0002324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AAA</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CCC</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제휴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5" tooltip="새 창 열림">
                            <a:extLst>
                              <a:ext uri="{A12FA001-AC4F-418D-AE19-62706E023703}">
                                <ahyp:hlinkClr xmlns:ahyp="http://schemas.microsoft.com/office/drawing/2018/hyperlinkcolor" val="tx"/>
                              </a:ext>
                            </a:extLst>
                          </a:hlinkClick>
                        </a:rPr>
                        <a:t>Silver nihil </a:t>
                      </a:r>
                      <a:r>
                        <a:rPr lang="en-US" sz="800" b="0" u="sng" strike="noStrike" dirty="0" err="1">
                          <a:solidFill>
                            <a:schemeClr val="accent2">
                              <a:lumMod val="75000"/>
                            </a:schemeClr>
                          </a:solidFill>
                          <a:effectLst/>
                          <a:latin typeface="+mj-ea"/>
                          <a:ea typeface="+mj-ea"/>
                          <a:hlinkClick r:id="rId5" tooltip="새 창 열림">
                            <a:extLst>
                              <a:ext uri="{A12FA001-AC4F-418D-AE19-62706E023703}">
                                <ahyp:hlinkClr xmlns:ahyp="http://schemas.microsoft.com/office/drawing/2018/hyperlinkcolor"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WT/S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33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위탁판매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32,170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Me9-Cancel-0002324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Me9-0002326</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AAA</a:t>
                      </a:r>
                      <a:endParaRPr kumimoji="0" lang="ko-KR" altLang="en-US" sz="800" b="0" i="0" u="none" strike="noStrike" kern="1200" cap="none" spc="0" normalizeH="0" baseline="0" noProof="0" dirty="0">
                        <a:ln>
                          <a:noFill/>
                        </a:ln>
                        <a:solidFill>
                          <a:prstClr val="black"/>
                        </a:solidFill>
                        <a:effectLst/>
                        <a:uLnTx/>
                        <a:uFillTx/>
                        <a:latin typeface="+mn-lt"/>
                        <a:ea typeface="+mn-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상품판매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32,170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679275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Me9-Cancel-0002324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Me9-0002325</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EEE</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AAA</a:t>
                      </a:r>
                      <a:endParaRPr kumimoji="0" lang="ko-KR" altLang="en-US" sz="800" b="0" i="0" u="none" strike="noStrike" kern="1200" cap="none" spc="0" normalizeH="0" baseline="0" noProof="0" dirty="0">
                        <a:ln>
                          <a:noFill/>
                        </a:ln>
                        <a:solidFill>
                          <a:prstClr val="black"/>
                        </a:solidFill>
                        <a:effectLst/>
                        <a:uLnTx/>
                        <a:uFillTx/>
                        <a:latin typeface="+mn-lt"/>
                        <a:ea typeface="+mn-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상품판매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32,170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60545407"/>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Me9-Cancel-0002324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Me9-0002300</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AAA</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CCC</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제휴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5" tooltip="새 창 열림">
                            <a:extLst>
                              <a:ext uri="{A12FA001-AC4F-418D-AE19-62706E023703}">
                                <ahyp:hlinkClr xmlns:ahyp="http://schemas.microsoft.com/office/drawing/2018/hyperlinkcolor" val="tx"/>
                              </a:ext>
                            </a:extLst>
                          </a:hlinkClick>
                        </a:rPr>
                        <a:t>Silver nihil </a:t>
                      </a:r>
                      <a:r>
                        <a:rPr lang="en-US" sz="800" b="0" u="sng" strike="noStrike" dirty="0" err="1">
                          <a:solidFill>
                            <a:schemeClr val="accent2">
                              <a:lumMod val="75000"/>
                            </a:schemeClr>
                          </a:solidFill>
                          <a:effectLst/>
                          <a:latin typeface="+mj-ea"/>
                          <a:ea typeface="+mj-ea"/>
                          <a:hlinkClick r:id="rId5" tooltip="새 창 열림">
                            <a:extLst>
                              <a:ext uri="{A12FA001-AC4F-418D-AE19-62706E023703}">
                                <ahyp:hlinkClr xmlns:ahyp="http://schemas.microsoft.com/office/drawing/2018/hyperlinkcolor"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BK/L</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상품판매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32,170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7300093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Me9-Cancel-0002324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Me9-0002300</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AAA</a:t>
                      </a:r>
                      <a:endParaRPr kumimoji="0" lang="ko-KR" altLang="en-US" sz="800" b="0" i="0" u="none" strike="noStrike" kern="1200" cap="none" spc="0" normalizeH="0" baseline="0" noProof="0" dirty="0">
                        <a:ln>
                          <a:noFill/>
                        </a:ln>
                        <a:solidFill>
                          <a:prstClr val="black"/>
                        </a:solidFill>
                        <a:effectLst/>
                        <a:uLnTx/>
                        <a:uFillTx/>
                        <a:latin typeface="+mn-lt"/>
                        <a:ea typeface="+mn-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공동구매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상품판매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32,170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1477464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Me9-Cancel-0002324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Me9-0007777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AAA</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CCC</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위탁판매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32,170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40055972"/>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Me9-Cancel-0002324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mn-lt"/>
                          <a:ea typeface="+mn-ea"/>
                          <a:cs typeface="+mn-cs"/>
                        </a:rPr>
                        <a:t>Me9-0007777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AAA</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CCC</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lt"/>
                          <a:ea typeface="+mn-ea"/>
                          <a:cs typeface="+mn-cs"/>
                        </a:rPr>
                        <a:t>2024-10-10 00:00:00</a:t>
                      </a:r>
                      <a:endParaRPr kumimoji="0" lang="en-US" altLang="ko-KR" sz="800" b="0" i="0" u="none" strike="noStrike" kern="1200" cap="none" spc="0" normalizeH="0" baseline="0" noProof="0" dirty="0">
                        <a:ln>
                          <a:noFill/>
                        </a:ln>
                        <a:solidFill>
                          <a:prstClr val="black"/>
                        </a:solidFill>
                        <a:effectLst/>
                        <a:uLnTx/>
                        <a:uFillTx/>
                        <a:latin typeface="+mn-lt"/>
                        <a:ea typeface="+mn-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제휴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5" tooltip="새 창 열림">
                            <a:extLst>
                              <a:ext uri="{A12FA001-AC4F-418D-AE19-62706E023703}">
                                <ahyp:hlinkClr xmlns:ahyp="http://schemas.microsoft.com/office/drawing/2018/hyperlinkcolor" val="tx"/>
                              </a:ext>
                            </a:extLst>
                          </a:hlinkClick>
                        </a:rPr>
                        <a:t>Silver nihil </a:t>
                      </a:r>
                      <a:r>
                        <a:rPr lang="en-US" sz="800" b="0" u="sng" strike="noStrike" dirty="0" err="1">
                          <a:solidFill>
                            <a:schemeClr val="accent2">
                              <a:lumMod val="75000"/>
                            </a:schemeClr>
                          </a:solidFill>
                          <a:effectLst/>
                          <a:latin typeface="+mj-ea"/>
                          <a:ea typeface="+mj-ea"/>
                          <a:hlinkClick r:id="rId5" tooltip="새 창 열림">
                            <a:extLst>
                              <a:ext uri="{A12FA001-AC4F-418D-AE19-62706E023703}">
                                <ahyp:hlinkClr xmlns:ahyp="http://schemas.microsoft.com/office/drawing/2018/hyperlinkcolor"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WT/S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33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위탁판매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32,170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6475764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Me9-Cancel-0002324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mn-lt"/>
                          <a:ea typeface="+mn-ea"/>
                          <a:cs typeface="+mn-cs"/>
                        </a:rPr>
                        <a:t>Me9-0007777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AAA</a:t>
                      </a:r>
                      <a:endParaRPr kumimoji="0" lang="ko-KR" altLang="en-US" sz="800" b="0" i="0" u="none" strike="noStrike" kern="1200" cap="none" spc="0" normalizeH="0" baseline="0" noProof="0" dirty="0">
                        <a:ln>
                          <a:noFill/>
                        </a:ln>
                        <a:solidFill>
                          <a:prstClr val="black"/>
                        </a:solidFill>
                        <a:effectLst/>
                        <a:uLnTx/>
                        <a:uFillTx/>
                        <a:latin typeface="+mn-lt"/>
                        <a:ea typeface="+mn-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상품판매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32,170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9408690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Me9-Cancel-0002324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Me9-0002324</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CCC</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AAA</a:t>
                      </a:r>
                      <a:endParaRPr kumimoji="0" lang="ko-KR" altLang="en-US" sz="800" b="0" i="0" u="none" strike="noStrike" kern="1200" cap="none" spc="0" normalizeH="0" baseline="0" noProof="0" dirty="0">
                        <a:ln>
                          <a:noFill/>
                        </a:ln>
                        <a:solidFill>
                          <a:prstClr val="black"/>
                        </a:solidFill>
                        <a:effectLst/>
                        <a:uLnTx/>
                        <a:uFillTx/>
                        <a:latin typeface="+mn-lt"/>
                        <a:ea typeface="+mn-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상품판매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32,170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61936248"/>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Me9-Cancel-0002324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Me9-0002322</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AAA</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CCC</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제휴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5" tooltip="새 창 열림">
                            <a:extLst>
                              <a:ext uri="{A12FA001-AC4F-418D-AE19-62706E023703}">
                                <ahyp:hlinkClr xmlns:ahyp="http://schemas.microsoft.com/office/drawing/2018/hyperlinkcolor" val="tx"/>
                              </a:ext>
                            </a:extLst>
                          </a:hlinkClick>
                        </a:rPr>
                        <a:t>Silver nihil </a:t>
                      </a:r>
                      <a:r>
                        <a:rPr lang="en-US" sz="800" b="0" u="sng" strike="noStrike" dirty="0" err="1">
                          <a:solidFill>
                            <a:schemeClr val="accent2">
                              <a:lumMod val="75000"/>
                            </a:schemeClr>
                          </a:solidFill>
                          <a:effectLst/>
                          <a:latin typeface="+mj-ea"/>
                          <a:ea typeface="+mj-ea"/>
                          <a:hlinkClick r:id="rId5" tooltip="새 창 열림">
                            <a:extLst>
                              <a:ext uri="{A12FA001-AC4F-418D-AE19-62706E023703}">
                                <ahyp:hlinkClr xmlns:ahyp="http://schemas.microsoft.com/office/drawing/2018/hyperlinkcolor"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BK/L</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위탁판매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32,170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83094304"/>
                  </a:ext>
                </a:extLst>
              </a:tr>
            </a:tbl>
          </a:graphicData>
        </a:graphic>
      </p:graphicFrame>
      <p:sp>
        <p:nvSpPr>
          <p:cNvPr id="12" name="TextBox 11">
            <a:extLst>
              <a:ext uri="{FF2B5EF4-FFF2-40B4-BE49-F238E27FC236}">
                <a16:creationId xmlns:a16="http://schemas.microsoft.com/office/drawing/2014/main" id="{04E9B89B-4BC8-43AF-B734-D670C8179373}"/>
              </a:ext>
            </a:extLst>
          </p:cNvPr>
          <p:cNvSpPr txBox="1"/>
          <p:nvPr/>
        </p:nvSpPr>
        <p:spPr>
          <a:xfrm>
            <a:off x="807512" y="1643677"/>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2651886414"/>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직사각형 3">
            <a:extLst>
              <a:ext uri="{FF2B5EF4-FFF2-40B4-BE49-F238E27FC236}">
                <a16:creationId xmlns:a16="http://schemas.microsoft.com/office/drawing/2014/main" id="{F231C68C-4197-4B6D-AF2C-F269B874ADBA}"/>
              </a:ext>
            </a:extLst>
          </p:cNvPr>
          <p:cNvSpPr/>
          <p:nvPr/>
        </p:nvSpPr>
        <p:spPr>
          <a:xfrm>
            <a:off x="2753270" y="577224"/>
            <a:ext cx="5776224" cy="16790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5" name="직사각형 4">
            <a:extLst>
              <a:ext uri="{FF2B5EF4-FFF2-40B4-BE49-F238E27FC236}">
                <a16:creationId xmlns:a16="http://schemas.microsoft.com/office/drawing/2014/main" id="{D1D9AB6E-20DE-411A-B6BF-31E8AE7CA26B}"/>
              </a:ext>
            </a:extLst>
          </p:cNvPr>
          <p:cNvSpPr/>
          <p:nvPr/>
        </p:nvSpPr>
        <p:spPr>
          <a:xfrm>
            <a:off x="9271395" y="559383"/>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endParaRPr lang="en-US" altLang="ko-KR" sz="800" dirty="0">
              <a:solidFill>
                <a:schemeClr val="bg1"/>
              </a:solidFill>
            </a:endParaRPr>
          </a:p>
        </p:txBody>
      </p:sp>
      <p:graphicFrame>
        <p:nvGraphicFramePr>
          <p:cNvPr id="6" name="표 63">
            <a:extLst>
              <a:ext uri="{FF2B5EF4-FFF2-40B4-BE49-F238E27FC236}">
                <a16:creationId xmlns:a16="http://schemas.microsoft.com/office/drawing/2014/main" id="{5E3076E1-017D-4168-9051-44C5F4032BAB}"/>
              </a:ext>
            </a:extLst>
          </p:cNvPr>
          <p:cNvGraphicFramePr>
            <a:graphicFrameLocks noGrp="1"/>
          </p:cNvGraphicFramePr>
          <p:nvPr>
            <p:extLst>
              <p:ext uri="{D42A27DB-BD31-4B8C-83A1-F6EECF244321}">
                <p14:modId xmlns:p14="http://schemas.microsoft.com/office/powerpoint/2010/main" val="1559001530"/>
              </p:ext>
            </p:extLst>
          </p:nvPr>
        </p:nvGraphicFramePr>
        <p:xfrm>
          <a:off x="108567" y="547912"/>
          <a:ext cx="9936421" cy="457200"/>
        </p:xfrm>
        <a:graphic>
          <a:graphicData uri="http://schemas.openxmlformats.org/drawingml/2006/table">
            <a:tbl>
              <a:tblPr firstRow="1" bandRow="1">
                <a:tableStyleId>{5940675A-B579-460E-94D1-54222C63F5DA}</a:tableStyleId>
              </a:tblPr>
              <a:tblGrid>
                <a:gridCol w="975439">
                  <a:extLst>
                    <a:ext uri="{9D8B030D-6E8A-4147-A177-3AD203B41FA5}">
                      <a16:colId xmlns:a16="http://schemas.microsoft.com/office/drawing/2014/main" val="3701388552"/>
                    </a:ext>
                  </a:extLst>
                </a:gridCol>
                <a:gridCol w="8960982">
                  <a:extLst>
                    <a:ext uri="{9D8B030D-6E8A-4147-A177-3AD203B41FA5}">
                      <a16:colId xmlns:a16="http://schemas.microsoft.com/office/drawing/2014/main" val="339215266"/>
                    </a:ext>
                  </a:extLst>
                </a:gridCol>
              </a:tblGrid>
              <a:tr h="0">
                <a:tc>
                  <a:txBody>
                    <a:bodyPr/>
                    <a:lstStyle/>
                    <a:p>
                      <a:pPr latinLnBrk="1"/>
                      <a:r>
                        <a:rPr lang="ko-KR" altLang="en-US" sz="900" dirty="0"/>
                        <a:t>검색</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7" name="직사각형 6">
            <a:extLst>
              <a:ext uri="{FF2B5EF4-FFF2-40B4-BE49-F238E27FC236}">
                <a16:creationId xmlns:a16="http://schemas.microsoft.com/office/drawing/2014/main" id="{3A108441-6D65-402D-991E-C6C1260F8C83}"/>
              </a:ext>
            </a:extLst>
          </p:cNvPr>
          <p:cNvSpPr/>
          <p:nvPr/>
        </p:nvSpPr>
        <p:spPr>
          <a:xfrm>
            <a:off x="9273843" y="786602"/>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8" name="직사각형 7">
            <a:extLst>
              <a:ext uri="{FF2B5EF4-FFF2-40B4-BE49-F238E27FC236}">
                <a16:creationId xmlns:a16="http://schemas.microsoft.com/office/drawing/2014/main" id="{4ADBC416-83B6-4436-914A-815A164FBBB4}"/>
              </a:ext>
            </a:extLst>
          </p:cNvPr>
          <p:cNvSpPr/>
          <p:nvPr/>
        </p:nvSpPr>
        <p:spPr>
          <a:xfrm>
            <a:off x="1169303" y="578567"/>
            <a:ext cx="1531623" cy="17314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주문번호                      ▼</a:t>
            </a:r>
            <a:endParaRPr lang="en-US" altLang="ko-KR" sz="800" dirty="0">
              <a:solidFill>
                <a:schemeClr val="tx1"/>
              </a:solidFill>
            </a:endParaRPr>
          </a:p>
        </p:txBody>
      </p:sp>
      <p:graphicFrame>
        <p:nvGraphicFramePr>
          <p:cNvPr id="9" name="표 4">
            <a:extLst>
              <a:ext uri="{FF2B5EF4-FFF2-40B4-BE49-F238E27FC236}">
                <a16:creationId xmlns:a16="http://schemas.microsoft.com/office/drawing/2014/main" id="{8A26DE3B-2A04-40DE-BE85-C14C2701B1E4}"/>
              </a:ext>
            </a:extLst>
          </p:cNvPr>
          <p:cNvGraphicFramePr>
            <a:graphicFrameLocks noGrp="1"/>
          </p:cNvGraphicFramePr>
          <p:nvPr>
            <p:extLst>
              <p:ext uri="{D42A27DB-BD31-4B8C-83A1-F6EECF244321}">
                <p14:modId xmlns:p14="http://schemas.microsoft.com/office/powerpoint/2010/main" val="2793769188"/>
              </p:ext>
            </p:extLst>
          </p:nvPr>
        </p:nvGraphicFramePr>
        <p:xfrm>
          <a:off x="108566" y="1210457"/>
          <a:ext cx="9936420" cy="213360"/>
        </p:xfrm>
        <a:graphic>
          <a:graphicData uri="http://schemas.openxmlformats.org/drawingml/2006/table">
            <a:tbl>
              <a:tblPr firstRow="1" bandRow="1">
                <a:tableStyleId>{5940675A-B579-460E-94D1-54222C63F5DA}</a:tableStyleId>
              </a:tblPr>
              <a:tblGrid>
                <a:gridCol w="2484105">
                  <a:extLst>
                    <a:ext uri="{9D8B030D-6E8A-4147-A177-3AD203B41FA5}">
                      <a16:colId xmlns:a16="http://schemas.microsoft.com/office/drawing/2014/main" val="3306315618"/>
                    </a:ext>
                  </a:extLst>
                </a:gridCol>
                <a:gridCol w="2484105">
                  <a:extLst>
                    <a:ext uri="{9D8B030D-6E8A-4147-A177-3AD203B41FA5}">
                      <a16:colId xmlns:a16="http://schemas.microsoft.com/office/drawing/2014/main" val="3684204346"/>
                    </a:ext>
                  </a:extLst>
                </a:gridCol>
                <a:gridCol w="2484105">
                  <a:extLst>
                    <a:ext uri="{9D8B030D-6E8A-4147-A177-3AD203B41FA5}">
                      <a16:colId xmlns:a16="http://schemas.microsoft.com/office/drawing/2014/main" val="1934738033"/>
                    </a:ext>
                  </a:extLst>
                </a:gridCol>
                <a:gridCol w="2484105">
                  <a:extLst>
                    <a:ext uri="{9D8B030D-6E8A-4147-A177-3AD203B41FA5}">
                      <a16:colId xmlns:a16="http://schemas.microsoft.com/office/drawing/2014/main" val="189309699"/>
                    </a:ext>
                  </a:extLst>
                </a:gridCol>
              </a:tblGrid>
              <a:tr h="164171">
                <a:tc>
                  <a:txBody>
                    <a:bodyPr/>
                    <a:lstStyle/>
                    <a:p>
                      <a:pPr algn="ctr" latinLnBrk="1"/>
                      <a:r>
                        <a:rPr lang="ko-KR" altLang="en-US" sz="800" b="0" dirty="0">
                          <a:solidFill>
                            <a:schemeClr val="tx1"/>
                          </a:solidFill>
                        </a:rPr>
                        <a:t>주문목록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취소목록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800" b="1" dirty="0">
                          <a:solidFill>
                            <a:schemeClr val="bg1"/>
                          </a:solidFill>
                        </a:rPr>
                        <a:t>반품목록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tc>
                  <a:txBody>
                    <a:bodyPr/>
                    <a:lstStyle/>
                    <a:p>
                      <a:pPr algn="ctr" latinLnBrk="1"/>
                      <a:r>
                        <a:rPr lang="ko-KR" altLang="en-US" sz="800" dirty="0"/>
                        <a:t>교환목록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2825709569"/>
                  </a:ext>
                </a:extLst>
              </a:tr>
            </a:tbl>
          </a:graphicData>
        </a:graphic>
      </p:graphicFrame>
      <p:sp>
        <p:nvSpPr>
          <p:cNvPr id="11" name="TextBox 10">
            <a:extLst>
              <a:ext uri="{FF2B5EF4-FFF2-40B4-BE49-F238E27FC236}">
                <a16:creationId xmlns:a16="http://schemas.microsoft.com/office/drawing/2014/main" id="{D594283F-7B85-461D-A764-A03FEFD33404}"/>
              </a:ext>
            </a:extLst>
          </p:cNvPr>
          <p:cNvSpPr txBox="1"/>
          <p:nvPr/>
        </p:nvSpPr>
        <p:spPr>
          <a:xfrm>
            <a:off x="108567" y="1499119"/>
            <a:ext cx="761547" cy="215444"/>
          </a:xfrm>
          <a:prstGeom prst="rect">
            <a:avLst/>
          </a:prstGeom>
          <a:noFill/>
        </p:spPr>
        <p:txBody>
          <a:bodyPr wrap="square" rtlCol="0">
            <a:spAutoFit/>
          </a:bodyPr>
          <a:lstStyle/>
          <a:p>
            <a:r>
              <a:rPr lang="ko-KR" altLang="en-US" sz="800" dirty="0"/>
              <a:t>총 </a:t>
            </a:r>
            <a:r>
              <a:rPr lang="en-US" altLang="ko-KR" sz="800" dirty="0"/>
              <a:t>00</a:t>
            </a:r>
            <a:r>
              <a:rPr lang="ko-KR" altLang="en-US" sz="800" dirty="0"/>
              <a:t>건</a:t>
            </a:r>
          </a:p>
        </p:txBody>
      </p:sp>
      <p:pic>
        <p:nvPicPr>
          <p:cNvPr id="12" name="Picture 2">
            <a:extLst>
              <a:ext uri="{FF2B5EF4-FFF2-40B4-BE49-F238E27FC236}">
                <a16:creationId xmlns:a16="http://schemas.microsoft.com/office/drawing/2014/main" id="{A80F3CBF-D6F7-4155-BEB8-FA25CC17DE67}"/>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418245" y="5232965"/>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aphicFrame>
        <p:nvGraphicFramePr>
          <p:cNvPr id="13" name="표 12">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3723863658"/>
              </p:ext>
            </p:extLst>
          </p:nvPr>
        </p:nvGraphicFramePr>
        <p:xfrm>
          <a:off x="10171774" y="22159"/>
          <a:ext cx="1979018" cy="178411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RF-02-07-08</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err="1"/>
                        <a:t>반품목록</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반품 목록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반품 과정이 진행중이거나 완료된 주문을 확인하는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반품 주문 목록</a:t>
                      </a:r>
                      <a:r>
                        <a:rPr lang="en-US" altLang="ko-KR" sz="800" b="0" dirty="0">
                          <a:solidFill>
                            <a:schemeClr val="tx1"/>
                          </a:solidFill>
                        </a:rPr>
                        <a:t>. </a:t>
                      </a:r>
                      <a:r>
                        <a:rPr lang="ko-KR" altLang="en-US" sz="800" b="0" dirty="0">
                          <a:solidFill>
                            <a:schemeClr val="tx1"/>
                          </a:solidFill>
                        </a:rPr>
                        <a:t>좌우 스크롤 가능</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graphicFrame>
        <p:nvGraphicFramePr>
          <p:cNvPr id="15" name="표 14">
            <a:extLst>
              <a:ext uri="{FF2B5EF4-FFF2-40B4-BE49-F238E27FC236}">
                <a16:creationId xmlns:a16="http://schemas.microsoft.com/office/drawing/2014/main" id="{D95AD004-2204-49DF-89B7-6D85C1F2C921}"/>
              </a:ext>
            </a:extLst>
          </p:cNvPr>
          <p:cNvGraphicFramePr>
            <a:graphicFrameLocks noGrp="1"/>
          </p:cNvGraphicFramePr>
          <p:nvPr>
            <p:extLst>
              <p:ext uri="{D42A27DB-BD31-4B8C-83A1-F6EECF244321}">
                <p14:modId xmlns:p14="http://schemas.microsoft.com/office/powerpoint/2010/main" val="3887506179"/>
              </p:ext>
            </p:extLst>
          </p:nvPr>
        </p:nvGraphicFramePr>
        <p:xfrm>
          <a:off x="-17521182" y="1789865"/>
          <a:ext cx="26935447" cy="2987040"/>
        </p:xfrm>
        <a:graphic>
          <a:graphicData uri="http://schemas.openxmlformats.org/drawingml/2006/table">
            <a:tbl>
              <a:tblPr firstRow="1" bandRow="1">
                <a:tableStyleId>{5C22544A-7EE6-4342-B048-85BDC9FD1C3A}</a:tableStyleId>
              </a:tblPr>
              <a:tblGrid>
                <a:gridCol w="1181707">
                  <a:extLst>
                    <a:ext uri="{9D8B030D-6E8A-4147-A177-3AD203B41FA5}">
                      <a16:colId xmlns:a16="http://schemas.microsoft.com/office/drawing/2014/main" val="2964090962"/>
                    </a:ext>
                  </a:extLst>
                </a:gridCol>
                <a:gridCol w="840589">
                  <a:extLst>
                    <a:ext uri="{9D8B030D-6E8A-4147-A177-3AD203B41FA5}">
                      <a16:colId xmlns:a16="http://schemas.microsoft.com/office/drawing/2014/main" val="20000"/>
                    </a:ext>
                  </a:extLst>
                </a:gridCol>
                <a:gridCol w="723233">
                  <a:extLst>
                    <a:ext uri="{9D8B030D-6E8A-4147-A177-3AD203B41FA5}">
                      <a16:colId xmlns:a16="http://schemas.microsoft.com/office/drawing/2014/main" val="1072288192"/>
                    </a:ext>
                  </a:extLst>
                </a:gridCol>
                <a:gridCol w="723233">
                  <a:extLst>
                    <a:ext uri="{9D8B030D-6E8A-4147-A177-3AD203B41FA5}">
                      <a16:colId xmlns:a16="http://schemas.microsoft.com/office/drawing/2014/main" val="1191049528"/>
                    </a:ext>
                  </a:extLst>
                </a:gridCol>
                <a:gridCol w="784258">
                  <a:extLst>
                    <a:ext uri="{9D8B030D-6E8A-4147-A177-3AD203B41FA5}">
                      <a16:colId xmlns:a16="http://schemas.microsoft.com/office/drawing/2014/main" val="20003"/>
                    </a:ext>
                  </a:extLst>
                </a:gridCol>
                <a:gridCol w="1144153">
                  <a:extLst>
                    <a:ext uri="{9D8B030D-6E8A-4147-A177-3AD203B41FA5}">
                      <a16:colId xmlns:a16="http://schemas.microsoft.com/office/drawing/2014/main" val="529424548"/>
                    </a:ext>
                  </a:extLst>
                </a:gridCol>
                <a:gridCol w="1144153">
                  <a:extLst>
                    <a:ext uri="{9D8B030D-6E8A-4147-A177-3AD203B41FA5}">
                      <a16:colId xmlns:a16="http://schemas.microsoft.com/office/drawing/2014/main" val="3027619404"/>
                    </a:ext>
                  </a:extLst>
                </a:gridCol>
                <a:gridCol w="616829">
                  <a:extLst>
                    <a:ext uri="{9D8B030D-6E8A-4147-A177-3AD203B41FA5}">
                      <a16:colId xmlns:a16="http://schemas.microsoft.com/office/drawing/2014/main" val="4095619003"/>
                    </a:ext>
                  </a:extLst>
                </a:gridCol>
                <a:gridCol w="516685">
                  <a:extLst>
                    <a:ext uri="{9D8B030D-6E8A-4147-A177-3AD203B41FA5}">
                      <a16:colId xmlns:a16="http://schemas.microsoft.com/office/drawing/2014/main" val="2489093445"/>
                    </a:ext>
                  </a:extLst>
                </a:gridCol>
                <a:gridCol w="1144153">
                  <a:extLst>
                    <a:ext uri="{9D8B030D-6E8A-4147-A177-3AD203B41FA5}">
                      <a16:colId xmlns:a16="http://schemas.microsoft.com/office/drawing/2014/main" val="953174167"/>
                    </a:ext>
                  </a:extLst>
                </a:gridCol>
                <a:gridCol w="1144153">
                  <a:extLst>
                    <a:ext uri="{9D8B030D-6E8A-4147-A177-3AD203B41FA5}">
                      <a16:colId xmlns:a16="http://schemas.microsoft.com/office/drawing/2014/main" val="665549918"/>
                    </a:ext>
                  </a:extLst>
                </a:gridCol>
                <a:gridCol w="853108">
                  <a:extLst>
                    <a:ext uri="{9D8B030D-6E8A-4147-A177-3AD203B41FA5}">
                      <a16:colId xmlns:a16="http://schemas.microsoft.com/office/drawing/2014/main" val="1529978102"/>
                    </a:ext>
                  </a:extLst>
                </a:gridCol>
                <a:gridCol w="1144153">
                  <a:extLst>
                    <a:ext uri="{9D8B030D-6E8A-4147-A177-3AD203B41FA5}">
                      <a16:colId xmlns:a16="http://schemas.microsoft.com/office/drawing/2014/main" val="1713248175"/>
                    </a:ext>
                  </a:extLst>
                </a:gridCol>
                <a:gridCol w="652818">
                  <a:extLst>
                    <a:ext uri="{9D8B030D-6E8A-4147-A177-3AD203B41FA5}">
                      <a16:colId xmlns:a16="http://schemas.microsoft.com/office/drawing/2014/main" val="2426091821"/>
                    </a:ext>
                  </a:extLst>
                </a:gridCol>
                <a:gridCol w="652818">
                  <a:extLst>
                    <a:ext uri="{9D8B030D-6E8A-4147-A177-3AD203B41FA5}">
                      <a16:colId xmlns:a16="http://schemas.microsoft.com/office/drawing/2014/main" val="3580568890"/>
                    </a:ext>
                  </a:extLst>
                </a:gridCol>
                <a:gridCol w="1447716">
                  <a:extLst>
                    <a:ext uri="{9D8B030D-6E8A-4147-A177-3AD203B41FA5}">
                      <a16:colId xmlns:a16="http://schemas.microsoft.com/office/drawing/2014/main" val="20004"/>
                    </a:ext>
                  </a:extLst>
                </a:gridCol>
                <a:gridCol w="616829">
                  <a:extLst>
                    <a:ext uri="{9D8B030D-6E8A-4147-A177-3AD203B41FA5}">
                      <a16:colId xmlns:a16="http://schemas.microsoft.com/office/drawing/2014/main" val="20005"/>
                    </a:ext>
                  </a:extLst>
                </a:gridCol>
                <a:gridCol w="684113">
                  <a:extLst>
                    <a:ext uri="{9D8B030D-6E8A-4147-A177-3AD203B41FA5}">
                      <a16:colId xmlns:a16="http://schemas.microsoft.com/office/drawing/2014/main" val="20006"/>
                    </a:ext>
                  </a:extLst>
                </a:gridCol>
                <a:gridCol w="616829">
                  <a:extLst>
                    <a:ext uri="{9D8B030D-6E8A-4147-A177-3AD203B41FA5}">
                      <a16:colId xmlns:a16="http://schemas.microsoft.com/office/drawing/2014/main" val="20009"/>
                    </a:ext>
                  </a:extLst>
                </a:gridCol>
                <a:gridCol w="616829">
                  <a:extLst>
                    <a:ext uri="{9D8B030D-6E8A-4147-A177-3AD203B41FA5}">
                      <a16:colId xmlns:a16="http://schemas.microsoft.com/office/drawing/2014/main" val="2912470077"/>
                    </a:ext>
                  </a:extLst>
                </a:gridCol>
                <a:gridCol w="668466">
                  <a:extLst>
                    <a:ext uri="{9D8B030D-6E8A-4147-A177-3AD203B41FA5}">
                      <a16:colId xmlns:a16="http://schemas.microsoft.com/office/drawing/2014/main" val="983732852"/>
                    </a:ext>
                  </a:extLst>
                </a:gridCol>
                <a:gridCol w="716973">
                  <a:extLst>
                    <a:ext uri="{9D8B030D-6E8A-4147-A177-3AD203B41FA5}">
                      <a16:colId xmlns:a16="http://schemas.microsoft.com/office/drawing/2014/main" val="3017944777"/>
                    </a:ext>
                  </a:extLst>
                </a:gridCol>
                <a:gridCol w="648124">
                  <a:extLst>
                    <a:ext uri="{9D8B030D-6E8A-4147-A177-3AD203B41FA5}">
                      <a16:colId xmlns:a16="http://schemas.microsoft.com/office/drawing/2014/main" val="4255377130"/>
                    </a:ext>
                  </a:extLst>
                </a:gridCol>
                <a:gridCol w="593357">
                  <a:extLst>
                    <a:ext uri="{9D8B030D-6E8A-4147-A177-3AD203B41FA5}">
                      <a16:colId xmlns:a16="http://schemas.microsoft.com/office/drawing/2014/main" val="1062420576"/>
                    </a:ext>
                  </a:extLst>
                </a:gridCol>
                <a:gridCol w="593357">
                  <a:extLst>
                    <a:ext uri="{9D8B030D-6E8A-4147-A177-3AD203B41FA5}">
                      <a16:colId xmlns:a16="http://schemas.microsoft.com/office/drawing/2014/main" val="1971840111"/>
                    </a:ext>
                  </a:extLst>
                </a:gridCol>
                <a:gridCol w="788952">
                  <a:extLst>
                    <a:ext uri="{9D8B030D-6E8A-4147-A177-3AD203B41FA5}">
                      <a16:colId xmlns:a16="http://schemas.microsoft.com/office/drawing/2014/main" val="2504136417"/>
                    </a:ext>
                  </a:extLst>
                </a:gridCol>
                <a:gridCol w="516685">
                  <a:extLst>
                    <a:ext uri="{9D8B030D-6E8A-4147-A177-3AD203B41FA5}">
                      <a16:colId xmlns:a16="http://schemas.microsoft.com/office/drawing/2014/main" val="3866255794"/>
                    </a:ext>
                  </a:extLst>
                </a:gridCol>
                <a:gridCol w="716973">
                  <a:extLst>
                    <a:ext uri="{9D8B030D-6E8A-4147-A177-3AD203B41FA5}">
                      <a16:colId xmlns:a16="http://schemas.microsoft.com/office/drawing/2014/main" val="1566990735"/>
                    </a:ext>
                  </a:extLst>
                </a:gridCol>
                <a:gridCol w="616829">
                  <a:extLst>
                    <a:ext uri="{9D8B030D-6E8A-4147-A177-3AD203B41FA5}">
                      <a16:colId xmlns:a16="http://schemas.microsoft.com/office/drawing/2014/main" val="3089402399"/>
                    </a:ext>
                  </a:extLst>
                </a:gridCol>
                <a:gridCol w="817118">
                  <a:extLst>
                    <a:ext uri="{9D8B030D-6E8A-4147-A177-3AD203B41FA5}">
                      <a16:colId xmlns:a16="http://schemas.microsoft.com/office/drawing/2014/main" val="2216942742"/>
                    </a:ext>
                  </a:extLst>
                </a:gridCol>
                <a:gridCol w="853108">
                  <a:extLst>
                    <a:ext uri="{9D8B030D-6E8A-4147-A177-3AD203B41FA5}">
                      <a16:colId xmlns:a16="http://schemas.microsoft.com/office/drawing/2014/main" val="2692117819"/>
                    </a:ext>
                  </a:extLst>
                </a:gridCol>
                <a:gridCol w="648124">
                  <a:extLst>
                    <a:ext uri="{9D8B030D-6E8A-4147-A177-3AD203B41FA5}">
                      <a16:colId xmlns:a16="http://schemas.microsoft.com/office/drawing/2014/main" val="2934002845"/>
                    </a:ext>
                  </a:extLst>
                </a:gridCol>
                <a:gridCol w="711369">
                  <a:extLst>
                    <a:ext uri="{9D8B030D-6E8A-4147-A177-3AD203B41FA5}">
                      <a16:colId xmlns:a16="http://schemas.microsoft.com/office/drawing/2014/main" val="1984732745"/>
                    </a:ext>
                  </a:extLst>
                </a:gridCol>
                <a:gridCol w="797653">
                  <a:extLst>
                    <a:ext uri="{9D8B030D-6E8A-4147-A177-3AD203B41FA5}">
                      <a16:colId xmlns:a16="http://schemas.microsoft.com/office/drawing/2014/main" val="1262227066"/>
                    </a:ext>
                  </a:extLst>
                </a:gridCol>
              </a:tblGrid>
              <a:tr h="0">
                <a:tc rowSpan="2">
                  <a:txBody>
                    <a:bodyPr/>
                    <a:lstStyle/>
                    <a:p>
                      <a:pPr algn="ctr" latinLnBrk="1"/>
                      <a:r>
                        <a:rPr lang="ko-KR" altLang="en-US" sz="800" b="1" dirty="0">
                          <a:solidFill>
                            <a:schemeClr val="tx1"/>
                          </a:solidFill>
                        </a:rPr>
                        <a:t>반품 주문번호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주문번호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상품등록</a:t>
                      </a:r>
                      <a:r>
                        <a:rPr lang="en-US" altLang="ko-KR" sz="800" b="1" dirty="0">
                          <a:solidFill>
                            <a:schemeClr val="tx1"/>
                          </a:solidFill>
                        </a:rPr>
                        <a:t>ID</a:t>
                      </a:r>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공유판매</a:t>
                      </a:r>
                      <a:r>
                        <a:rPr lang="en-US" altLang="ko-KR" sz="800" b="1" dirty="0">
                          <a:solidFill>
                            <a:schemeClr val="tx1"/>
                          </a:solidFill>
                        </a:rPr>
                        <a:t>ID</a:t>
                      </a:r>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en-US" altLang="ko-KR" sz="800" b="1" dirty="0">
                          <a:solidFill>
                            <a:schemeClr val="tx1"/>
                          </a:solidFill>
                        </a:rPr>
                        <a:t>Shop</a:t>
                      </a:r>
                      <a:r>
                        <a:rPr lang="ko-KR" altLang="en-US" sz="800" b="1" dirty="0">
                          <a:solidFill>
                            <a:schemeClr val="tx1"/>
                          </a:solidFill>
                        </a:rPr>
                        <a:t>채널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주문일시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결제일시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주문상태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주문자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반품 요청일시</a:t>
                      </a:r>
                    </a:p>
                    <a:p>
                      <a:pPr algn="ctr" latinLnBrk="1"/>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반품 철회일시</a:t>
                      </a:r>
                    </a:p>
                    <a:p>
                      <a:pPr algn="ctr" latinLnBrk="1"/>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반품 거부일시</a:t>
                      </a:r>
                    </a:p>
                    <a:p>
                      <a:pPr algn="ctr" latinLnBrk="1"/>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반품 완료일시</a:t>
                      </a:r>
                    </a:p>
                    <a:p>
                      <a:pPr algn="ctr" latinLnBrk="1"/>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주문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상품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주문수량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판매형태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algn="ctr" latinLnBrk="1"/>
                      <a:r>
                        <a:rPr lang="ko-KR" altLang="en-US" sz="800" b="1" dirty="0">
                          <a:solidFill>
                            <a:schemeClr val="tx1"/>
                          </a:solidFill>
                        </a:rPr>
                        <a:t>결제비용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algn="ctr" latinLnBrk="1"/>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algn="ctr" latinLnBrk="1"/>
                      <a:r>
                        <a:rPr lang="ko-KR" altLang="en-US" sz="800" b="1" dirty="0">
                          <a:solidFill>
                            <a:schemeClr val="tx1"/>
                          </a:solidFill>
                        </a:rPr>
                        <a:t>채널매출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algn="ctr" latinLnBrk="1"/>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algn="ctr" latinLnBrk="1"/>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algn="ctr" latinLnBrk="1"/>
                      <a:r>
                        <a:rPr lang="ko-KR" altLang="en-US" sz="800" b="1" dirty="0">
                          <a:solidFill>
                            <a:schemeClr val="tx1"/>
                          </a:solidFill>
                        </a:rPr>
                        <a:t>채널매입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algn="ctr" latinLnBrk="1"/>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제공포인트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반품수량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상품회수방법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환불방법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환불금액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회수배송비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회수포인트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436570051"/>
                  </a:ext>
                </a:extLst>
              </a:tr>
              <a:tr h="0">
                <a:tc vMerge="1">
                  <a:txBody>
                    <a:bodyPr/>
                    <a:lstStyle/>
                    <a:p>
                      <a:pPr algn="ctr" latinLnBrk="1"/>
                      <a:r>
                        <a:rPr lang="ko-KR" altLang="en-US" sz="800" b="1" dirty="0">
                          <a:solidFill>
                            <a:schemeClr val="tx1"/>
                          </a:solidFill>
                        </a:rPr>
                        <a:t>주문일시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algn="ctr" latinLnBrk="1"/>
                      <a:r>
                        <a:rPr lang="ko-KR" altLang="en-US" sz="800" b="1" dirty="0">
                          <a:solidFill>
                            <a:schemeClr val="tx1"/>
                          </a:solidFill>
                        </a:rPr>
                        <a:t>주문번호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tc>
                <a:tc vMerge="1">
                  <a:txBody>
                    <a:bodyPr/>
                    <a:lstStyle/>
                    <a:p>
                      <a:pPr latinLnBrk="1"/>
                      <a:endParaRPr lang="ko-KR" altLang="en-US"/>
                    </a:p>
                  </a:txBody>
                  <a:tcPr/>
                </a:tc>
                <a:tc vMerge="1">
                  <a:txBody>
                    <a:bodyPr/>
                    <a:lstStyle/>
                    <a:p>
                      <a:pPr algn="ctr" latinLnBrk="1"/>
                      <a:r>
                        <a:rPr lang="en-US" altLang="ko-KR" sz="800" b="1" dirty="0">
                          <a:solidFill>
                            <a:schemeClr val="tx1"/>
                          </a:solidFill>
                        </a:rPr>
                        <a:t>Shop</a:t>
                      </a:r>
                      <a:r>
                        <a:rPr lang="ko-KR" altLang="en-US" sz="800" b="1" dirty="0">
                          <a:solidFill>
                            <a:schemeClr val="tx1"/>
                          </a:solidFill>
                        </a:rPr>
                        <a:t>채널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tc>
                <a:tc vMerge="1">
                  <a:txBody>
                    <a:bodyPr/>
                    <a:lstStyle/>
                    <a:p>
                      <a:pPr latinLnBrk="1"/>
                      <a:endParaRPr lang="ko-KR" altLang="en-US"/>
                    </a:p>
                  </a:txBody>
                  <a:tcPr/>
                </a:tc>
                <a:tc vMerge="1">
                  <a:txBody>
                    <a:bodyPr/>
                    <a:lstStyle/>
                    <a:p>
                      <a:pPr algn="ctr" latinLnBrk="1"/>
                      <a:r>
                        <a:rPr lang="ko-KR" altLang="en-US" sz="800" b="1" dirty="0">
                          <a:solidFill>
                            <a:schemeClr val="tx1"/>
                          </a:solidFill>
                        </a:rPr>
                        <a:t>주문상태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algn="ctr" latinLnBrk="1"/>
                      <a:r>
                        <a:rPr lang="ko-KR" altLang="en-US" sz="800" b="1" dirty="0">
                          <a:solidFill>
                            <a:schemeClr val="tx1"/>
                          </a:solidFill>
                        </a:rPr>
                        <a:t>주문자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vMerge="1">
                  <a:txBody>
                    <a:bodyPr/>
                    <a:lstStyle/>
                    <a:p>
                      <a:pPr algn="ctr" latinLnBrk="1"/>
                      <a:r>
                        <a:rPr lang="ko-KR" altLang="en-US" sz="800" b="1" dirty="0">
                          <a:solidFill>
                            <a:schemeClr val="tx1"/>
                          </a:solidFill>
                        </a:rPr>
                        <a:t>주문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algn="ctr" latinLnBrk="1"/>
                      <a:r>
                        <a:rPr lang="ko-KR" altLang="en-US" sz="800" b="1" dirty="0">
                          <a:solidFill>
                            <a:schemeClr val="tx1"/>
                          </a:solidFill>
                        </a:rPr>
                        <a:t>상품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algn="ctr" latinLnBrk="1"/>
                      <a:r>
                        <a:rPr lang="ko-KR" altLang="en-US" sz="800" b="1" dirty="0">
                          <a:solidFill>
                            <a:schemeClr val="tx1"/>
                          </a:solidFill>
                        </a:rPr>
                        <a:t>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algn="ctr" latinLnBrk="1"/>
                      <a:r>
                        <a:rPr lang="ko-KR" altLang="en-US" sz="800" b="1" dirty="0">
                          <a:solidFill>
                            <a:schemeClr val="tx1"/>
                          </a:solidFill>
                        </a:rPr>
                        <a:t>주문수량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algn="ctr" latinLnBrk="1"/>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800" b="1" dirty="0">
                          <a:solidFill>
                            <a:schemeClr val="tx1"/>
                          </a:solidFill>
                        </a:rPr>
                        <a:t>PG </a:t>
                      </a:r>
                      <a:r>
                        <a:rPr lang="ko-KR" altLang="en-US" sz="800" b="1" dirty="0">
                          <a:solidFill>
                            <a:schemeClr val="tx1"/>
                          </a:solidFill>
                        </a:rPr>
                        <a:t>결제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포인트결제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err="1">
                          <a:solidFill>
                            <a:schemeClr val="tx1"/>
                          </a:solidFill>
                        </a:rPr>
                        <a:t>상품가</a:t>
                      </a:r>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할인비용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a:t>
                      </a:r>
                      <a:r>
                        <a:rPr lang="en-US" altLang="ko-KR" sz="800" b="1" dirty="0">
                          <a:solidFill>
                            <a:schemeClr val="tx1"/>
                          </a:solidFill>
                        </a:rPr>
                        <a:t>+</a:t>
                      </a:r>
                      <a:r>
                        <a:rPr lang="ko-KR" altLang="en-US" sz="800" b="1" dirty="0">
                          <a:solidFill>
                            <a:schemeClr val="tx1"/>
                          </a:solidFill>
                        </a:rPr>
                        <a:t>수수료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제공포인트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extLst>
                  <a:ext uri="{0D108BD9-81ED-4DB2-BD59-A6C34878D82A}">
                    <a16:rowId xmlns:a16="http://schemas.microsoft.com/office/drawing/2014/main" val="1000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Me9-Return-0002324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u="sng" dirty="0">
                          <a:solidFill>
                            <a:schemeClr val="accent2">
                              <a:lumMod val="75000"/>
                            </a:schemeClr>
                          </a:solidFill>
                        </a:rPr>
                        <a:t>Me9-0002329</a:t>
                      </a:r>
                      <a:endParaRPr lang="ko-KR" altLang="en-US" sz="800" b="0" u="sng" dirty="0">
                        <a:solidFill>
                          <a:schemeClr val="accent2">
                            <a:lumMod val="75000"/>
                          </a:schemeClr>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AAA</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공동구매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상품판매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39,000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3,000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32,170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자동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무통장입금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39,500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2,500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Me9-Return-0002324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Me9-0002328</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AAA</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CCC</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일반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위탁판매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32,170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자동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카드 부분취소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Me9-Return-0002324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AAA</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CCC</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제휴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5" tooltip="새 창 열림">
                            <a:extLst>
                              <a:ext uri="{A12FA001-AC4F-418D-AE19-62706E023703}">
                                <ahyp:hlinkClr xmlns:ahyp="http://schemas.microsoft.com/office/drawing/2018/hyperlinkcolor" val="tx"/>
                              </a:ext>
                            </a:extLst>
                          </a:hlinkClick>
                        </a:rPr>
                        <a:t>Silver nihil </a:t>
                      </a:r>
                      <a:r>
                        <a:rPr lang="en-US" sz="800" b="0" u="sng" strike="noStrike" dirty="0" err="1">
                          <a:solidFill>
                            <a:schemeClr val="accent2">
                              <a:lumMod val="75000"/>
                            </a:schemeClr>
                          </a:solidFill>
                          <a:effectLst/>
                          <a:latin typeface="+mj-ea"/>
                          <a:ea typeface="+mj-ea"/>
                          <a:hlinkClick r:id="rId5" tooltip="새 창 열림">
                            <a:extLst>
                              <a:ext uri="{A12FA001-AC4F-418D-AE19-62706E023703}">
                                <ahyp:hlinkClr xmlns:ahyp="http://schemas.microsoft.com/office/drawing/2018/hyperlinkcolor"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WT/S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33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위탁판매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32,170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자동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카드 부분취소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Me9-Return-0002324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Me9-0002326</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AAA</a:t>
                      </a:r>
                      <a:endParaRPr kumimoji="0" lang="ko-KR" altLang="en-US" sz="800" b="0" i="0" u="none" strike="noStrike" kern="1200" cap="none" spc="0" normalizeH="0" baseline="0" noProof="0" dirty="0">
                        <a:ln>
                          <a:noFill/>
                        </a:ln>
                        <a:solidFill>
                          <a:prstClr val="black"/>
                        </a:solidFill>
                        <a:effectLst/>
                        <a:uLnTx/>
                        <a:uFillTx/>
                        <a:latin typeface="+mn-lt"/>
                        <a:ea typeface="+mn-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상품판매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32,170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자동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카드 부분취소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679275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Me9-Return-0002324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Me9-0002325</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EEE</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AAA</a:t>
                      </a:r>
                      <a:endParaRPr kumimoji="0" lang="ko-KR" altLang="en-US" sz="800" b="0" i="0" u="none" strike="noStrike" kern="1200" cap="none" spc="0" normalizeH="0" baseline="0" noProof="0" dirty="0">
                        <a:ln>
                          <a:noFill/>
                        </a:ln>
                        <a:solidFill>
                          <a:prstClr val="black"/>
                        </a:solidFill>
                        <a:effectLst/>
                        <a:uLnTx/>
                        <a:uFillTx/>
                        <a:latin typeface="+mn-lt"/>
                        <a:ea typeface="+mn-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상품판매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32,170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수동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카드 부분취소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60545407"/>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Me9-Return-0002324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Me9-0002300</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AAA</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CCC</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제휴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5" tooltip="새 창 열림">
                            <a:extLst>
                              <a:ext uri="{A12FA001-AC4F-418D-AE19-62706E023703}">
                                <ahyp:hlinkClr xmlns:ahyp="http://schemas.microsoft.com/office/drawing/2018/hyperlinkcolor" val="tx"/>
                              </a:ext>
                            </a:extLst>
                          </a:hlinkClick>
                        </a:rPr>
                        <a:t>Silver nihil </a:t>
                      </a:r>
                      <a:r>
                        <a:rPr lang="en-US" sz="800" b="0" u="sng" strike="noStrike" dirty="0" err="1">
                          <a:solidFill>
                            <a:schemeClr val="accent2">
                              <a:lumMod val="75000"/>
                            </a:schemeClr>
                          </a:solidFill>
                          <a:effectLst/>
                          <a:latin typeface="+mj-ea"/>
                          <a:ea typeface="+mj-ea"/>
                          <a:hlinkClick r:id="rId5" tooltip="새 창 열림">
                            <a:extLst>
                              <a:ext uri="{A12FA001-AC4F-418D-AE19-62706E023703}">
                                <ahyp:hlinkClr xmlns:ahyp="http://schemas.microsoft.com/office/drawing/2018/hyperlinkcolor"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BK/L</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상품판매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32,170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수동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카드 부분취소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7300093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Me9-Return-0002324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Me9-0002300</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AAA</a:t>
                      </a:r>
                      <a:endParaRPr kumimoji="0" lang="ko-KR" altLang="en-US" sz="800" b="0" i="0" u="none" strike="noStrike" kern="1200" cap="none" spc="0" normalizeH="0" baseline="0" noProof="0" dirty="0">
                        <a:ln>
                          <a:noFill/>
                        </a:ln>
                        <a:solidFill>
                          <a:prstClr val="black"/>
                        </a:solidFill>
                        <a:effectLst/>
                        <a:uLnTx/>
                        <a:uFillTx/>
                        <a:latin typeface="+mn-lt"/>
                        <a:ea typeface="+mn-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공동구매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상품판매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32,170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자동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카드 부분취소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1477464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Me9-Return-0002324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Me9-0007777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AAA</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CCC</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위탁판매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32,170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자동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무통장입금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40055972"/>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Me9-Return-0002324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mn-lt"/>
                          <a:ea typeface="+mn-ea"/>
                          <a:cs typeface="+mn-cs"/>
                        </a:rPr>
                        <a:t>Me9-0007777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AAA</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CCC</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lt"/>
                          <a:ea typeface="+mn-ea"/>
                          <a:cs typeface="+mn-cs"/>
                        </a:rPr>
                        <a:t>2024-10-10 00:00:00</a:t>
                      </a:r>
                      <a:endParaRPr kumimoji="0" lang="en-US" altLang="ko-KR" sz="800" b="0" i="0" u="none" strike="noStrike" kern="1200" cap="none" spc="0" normalizeH="0" baseline="0" noProof="0" dirty="0">
                        <a:ln>
                          <a:noFill/>
                        </a:ln>
                        <a:solidFill>
                          <a:prstClr val="black"/>
                        </a:solidFill>
                        <a:effectLst/>
                        <a:uLnTx/>
                        <a:uFillTx/>
                        <a:latin typeface="+mn-lt"/>
                        <a:ea typeface="+mn-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제휴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5" tooltip="새 창 열림">
                            <a:extLst>
                              <a:ext uri="{A12FA001-AC4F-418D-AE19-62706E023703}">
                                <ahyp:hlinkClr xmlns:ahyp="http://schemas.microsoft.com/office/drawing/2018/hyperlinkcolor" val="tx"/>
                              </a:ext>
                            </a:extLst>
                          </a:hlinkClick>
                        </a:rPr>
                        <a:t>Silver nihil </a:t>
                      </a:r>
                      <a:r>
                        <a:rPr lang="en-US" sz="800" b="0" u="sng" strike="noStrike" dirty="0" err="1">
                          <a:solidFill>
                            <a:schemeClr val="accent2">
                              <a:lumMod val="75000"/>
                            </a:schemeClr>
                          </a:solidFill>
                          <a:effectLst/>
                          <a:latin typeface="+mj-ea"/>
                          <a:ea typeface="+mj-ea"/>
                          <a:hlinkClick r:id="rId5" tooltip="새 창 열림">
                            <a:extLst>
                              <a:ext uri="{A12FA001-AC4F-418D-AE19-62706E023703}">
                                <ahyp:hlinkClr xmlns:ahyp="http://schemas.microsoft.com/office/drawing/2018/hyperlinkcolor"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WT/S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33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위탁판매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32,170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수동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무통장입금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6475764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Me9-Return-0002324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mn-lt"/>
                          <a:ea typeface="+mn-ea"/>
                          <a:cs typeface="+mn-cs"/>
                        </a:rPr>
                        <a:t>Me9-0007777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AAA</a:t>
                      </a:r>
                      <a:endParaRPr kumimoji="0" lang="ko-KR" altLang="en-US" sz="800" b="0" i="0" u="none" strike="noStrike" kern="1200" cap="none" spc="0" normalizeH="0" baseline="0" noProof="0" dirty="0">
                        <a:ln>
                          <a:noFill/>
                        </a:ln>
                        <a:solidFill>
                          <a:prstClr val="black"/>
                        </a:solidFill>
                        <a:effectLst/>
                        <a:uLnTx/>
                        <a:uFillTx/>
                        <a:latin typeface="+mn-lt"/>
                        <a:ea typeface="+mn-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상품판매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32,170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자동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무통장입금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9408690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Me9-Return-0002324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Me9-0002324</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CCC</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AAA</a:t>
                      </a:r>
                      <a:endParaRPr kumimoji="0" lang="ko-KR" altLang="en-US" sz="800" b="0" i="0" u="none" strike="noStrike" kern="1200" cap="none" spc="0" normalizeH="0" baseline="0" noProof="0" dirty="0">
                        <a:ln>
                          <a:noFill/>
                        </a:ln>
                        <a:solidFill>
                          <a:prstClr val="black"/>
                        </a:solidFill>
                        <a:effectLst/>
                        <a:uLnTx/>
                        <a:uFillTx/>
                        <a:latin typeface="+mn-lt"/>
                        <a:ea typeface="+mn-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상품판매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32,170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자동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카드 부분취소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61936248"/>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Me9-Return-0002324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Me9-0002322</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AAA</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CCC</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제휴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5" tooltip="새 창 열림">
                            <a:extLst>
                              <a:ext uri="{A12FA001-AC4F-418D-AE19-62706E023703}">
                                <ahyp:hlinkClr xmlns:ahyp="http://schemas.microsoft.com/office/drawing/2018/hyperlinkcolor" val="tx"/>
                              </a:ext>
                            </a:extLst>
                          </a:hlinkClick>
                        </a:rPr>
                        <a:t>Silver nihil </a:t>
                      </a:r>
                      <a:r>
                        <a:rPr lang="en-US" sz="800" b="0" u="sng" strike="noStrike" dirty="0" err="1">
                          <a:solidFill>
                            <a:schemeClr val="accent2">
                              <a:lumMod val="75000"/>
                            </a:schemeClr>
                          </a:solidFill>
                          <a:effectLst/>
                          <a:latin typeface="+mj-ea"/>
                          <a:ea typeface="+mj-ea"/>
                          <a:hlinkClick r:id="rId5" tooltip="새 창 열림">
                            <a:extLst>
                              <a:ext uri="{A12FA001-AC4F-418D-AE19-62706E023703}">
                                <ahyp:hlinkClr xmlns:ahyp="http://schemas.microsoft.com/office/drawing/2018/hyperlinkcolor"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BK/L</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위탁판매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32,170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자동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카드 부분취소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83094304"/>
                  </a:ext>
                </a:extLst>
              </a:tr>
            </a:tbl>
          </a:graphicData>
        </a:graphic>
      </p:graphicFrame>
      <p:sp>
        <p:nvSpPr>
          <p:cNvPr id="14" name="TextBox 13">
            <a:extLst>
              <a:ext uri="{FF2B5EF4-FFF2-40B4-BE49-F238E27FC236}">
                <a16:creationId xmlns:a16="http://schemas.microsoft.com/office/drawing/2014/main" id="{04E9B89B-4BC8-43AF-B734-D670C8179373}"/>
              </a:ext>
            </a:extLst>
          </p:cNvPr>
          <p:cNvSpPr txBox="1"/>
          <p:nvPr/>
        </p:nvSpPr>
        <p:spPr>
          <a:xfrm>
            <a:off x="2119067" y="1674449"/>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3152160285"/>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직사각형 3">
            <a:extLst>
              <a:ext uri="{FF2B5EF4-FFF2-40B4-BE49-F238E27FC236}">
                <a16:creationId xmlns:a16="http://schemas.microsoft.com/office/drawing/2014/main" id="{A5949765-2AF2-45B8-A745-7DB09BCF3652}"/>
              </a:ext>
            </a:extLst>
          </p:cNvPr>
          <p:cNvSpPr/>
          <p:nvPr/>
        </p:nvSpPr>
        <p:spPr>
          <a:xfrm>
            <a:off x="2753270" y="577224"/>
            <a:ext cx="5776224" cy="16790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5" name="직사각형 4">
            <a:extLst>
              <a:ext uri="{FF2B5EF4-FFF2-40B4-BE49-F238E27FC236}">
                <a16:creationId xmlns:a16="http://schemas.microsoft.com/office/drawing/2014/main" id="{83693BD6-610C-413D-93CF-B001D61B8B5E}"/>
              </a:ext>
            </a:extLst>
          </p:cNvPr>
          <p:cNvSpPr/>
          <p:nvPr/>
        </p:nvSpPr>
        <p:spPr>
          <a:xfrm>
            <a:off x="9271395" y="559383"/>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a:t>
            </a:r>
            <a:endParaRPr lang="en-US" altLang="ko-KR" sz="800" dirty="0">
              <a:solidFill>
                <a:schemeClr val="bg1"/>
              </a:solidFill>
            </a:endParaRPr>
          </a:p>
        </p:txBody>
      </p:sp>
      <p:graphicFrame>
        <p:nvGraphicFramePr>
          <p:cNvPr id="6" name="표 63">
            <a:extLst>
              <a:ext uri="{FF2B5EF4-FFF2-40B4-BE49-F238E27FC236}">
                <a16:creationId xmlns:a16="http://schemas.microsoft.com/office/drawing/2014/main" id="{8EC75878-3702-4B41-9A68-B8B16523AFC8}"/>
              </a:ext>
            </a:extLst>
          </p:cNvPr>
          <p:cNvGraphicFramePr>
            <a:graphicFrameLocks noGrp="1"/>
          </p:cNvGraphicFramePr>
          <p:nvPr>
            <p:extLst>
              <p:ext uri="{D42A27DB-BD31-4B8C-83A1-F6EECF244321}">
                <p14:modId xmlns:p14="http://schemas.microsoft.com/office/powerpoint/2010/main" val="1559001530"/>
              </p:ext>
            </p:extLst>
          </p:nvPr>
        </p:nvGraphicFramePr>
        <p:xfrm>
          <a:off x="108567" y="547912"/>
          <a:ext cx="9936421" cy="457200"/>
        </p:xfrm>
        <a:graphic>
          <a:graphicData uri="http://schemas.openxmlformats.org/drawingml/2006/table">
            <a:tbl>
              <a:tblPr firstRow="1" bandRow="1">
                <a:tableStyleId>{5940675A-B579-460E-94D1-54222C63F5DA}</a:tableStyleId>
              </a:tblPr>
              <a:tblGrid>
                <a:gridCol w="975439">
                  <a:extLst>
                    <a:ext uri="{9D8B030D-6E8A-4147-A177-3AD203B41FA5}">
                      <a16:colId xmlns:a16="http://schemas.microsoft.com/office/drawing/2014/main" val="3701388552"/>
                    </a:ext>
                  </a:extLst>
                </a:gridCol>
                <a:gridCol w="8960982">
                  <a:extLst>
                    <a:ext uri="{9D8B030D-6E8A-4147-A177-3AD203B41FA5}">
                      <a16:colId xmlns:a16="http://schemas.microsoft.com/office/drawing/2014/main" val="339215266"/>
                    </a:ext>
                  </a:extLst>
                </a:gridCol>
              </a:tblGrid>
              <a:tr h="0">
                <a:tc>
                  <a:txBody>
                    <a:bodyPr/>
                    <a:lstStyle/>
                    <a:p>
                      <a:pPr latinLnBrk="1"/>
                      <a:r>
                        <a:rPr lang="ko-KR" altLang="en-US" sz="900" dirty="0"/>
                        <a:t>검색</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0">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8622143"/>
                  </a:ext>
                </a:extLst>
              </a:tr>
            </a:tbl>
          </a:graphicData>
        </a:graphic>
      </p:graphicFrame>
      <p:sp>
        <p:nvSpPr>
          <p:cNvPr id="7" name="직사각형 6">
            <a:extLst>
              <a:ext uri="{FF2B5EF4-FFF2-40B4-BE49-F238E27FC236}">
                <a16:creationId xmlns:a16="http://schemas.microsoft.com/office/drawing/2014/main" id="{C238769F-4AF7-4479-8454-155828A2DDD6}"/>
              </a:ext>
            </a:extLst>
          </p:cNvPr>
          <p:cNvSpPr/>
          <p:nvPr/>
        </p:nvSpPr>
        <p:spPr>
          <a:xfrm>
            <a:off x="9273843" y="786602"/>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8" name="직사각형 7">
            <a:extLst>
              <a:ext uri="{FF2B5EF4-FFF2-40B4-BE49-F238E27FC236}">
                <a16:creationId xmlns:a16="http://schemas.microsoft.com/office/drawing/2014/main" id="{BE22D894-F810-4E88-B02B-6DFF27244E92}"/>
              </a:ext>
            </a:extLst>
          </p:cNvPr>
          <p:cNvSpPr/>
          <p:nvPr/>
        </p:nvSpPr>
        <p:spPr>
          <a:xfrm>
            <a:off x="1169303" y="578567"/>
            <a:ext cx="1531623" cy="17314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주문번호                      ▼</a:t>
            </a:r>
            <a:endParaRPr lang="en-US" altLang="ko-KR" sz="800" dirty="0">
              <a:solidFill>
                <a:schemeClr val="tx1"/>
              </a:solidFill>
            </a:endParaRPr>
          </a:p>
        </p:txBody>
      </p:sp>
      <p:graphicFrame>
        <p:nvGraphicFramePr>
          <p:cNvPr id="9" name="표 4">
            <a:extLst>
              <a:ext uri="{FF2B5EF4-FFF2-40B4-BE49-F238E27FC236}">
                <a16:creationId xmlns:a16="http://schemas.microsoft.com/office/drawing/2014/main" id="{4EE5BCB4-2830-46FC-ACEB-54513158F6CB}"/>
              </a:ext>
            </a:extLst>
          </p:cNvPr>
          <p:cNvGraphicFramePr>
            <a:graphicFrameLocks noGrp="1"/>
          </p:cNvGraphicFramePr>
          <p:nvPr>
            <p:extLst>
              <p:ext uri="{D42A27DB-BD31-4B8C-83A1-F6EECF244321}">
                <p14:modId xmlns:p14="http://schemas.microsoft.com/office/powerpoint/2010/main" val="2551751892"/>
              </p:ext>
            </p:extLst>
          </p:nvPr>
        </p:nvGraphicFramePr>
        <p:xfrm>
          <a:off x="108566" y="1210457"/>
          <a:ext cx="9936420" cy="213360"/>
        </p:xfrm>
        <a:graphic>
          <a:graphicData uri="http://schemas.openxmlformats.org/drawingml/2006/table">
            <a:tbl>
              <a:tblPr firstRow="1" bandRow="1">
                <a:tableStyleId>{5940675A-B579-460E-94D1-54222C63F5DA}</a:tableStyleId>
              </a:tblPr>
              <a:tblGrid>
                <a:gridCol w="2484105">
                  <a:extLst>
                    <a:ext uri="{9D8B030D-6E8A-4147-A177-3AD203B41FA5}">
                      <a16:colId xmlns:a16="http://schemas.microsoft.com/office/drawing/2014/main" val="3306315618"/>
                    </a:ext>
                  </a:extLst>
                </a:gridCol>
                <a:gridCol w="2484105">
                  <a:extLst>
                    <a:ext uri="{9D8B030D-6E8A-4147-A177-3AD203B41FA5}">
                      <a16:colId xmlns:a16="http://schemas.microsoft.com/office/drawing/2014/main" val="3684204346"/>
                    </a:ext>
                  </a:extLst>
                </a:gridCol>
                <a:gridCol w="2484105">
                  <a:extLst>
                    <a:ext uri="{9D8B030D-6E8A-4147-A177-3AD203B41FA5}">
                      <a16:colId xmlns:a16="http://schemas.microsoft.com/office/drawing/2014/main" val="1934738033"/>
                    </a:ext>
                  </a:extLst>
                </a:gridCol>
                <a:gridCol w="2484105">
                  <a:extLst>
                    <a:ext uri="{9D8B030D-6E8A-4147-A177-3AD203B41FA5}">
                      <a16:colId xmlns:a16="http://schemas.microsoft.com/office/drawing/2014/main" val="189309699"/>
                    </a:ext>
                  </a:extLst>
                </a:gridCol>
              </a:tblGrid>
              <a:tr h="164171">
                <a:tc>
                  <a:txBody>
                    <a:bodyPr/>
                    <a:lstStyle/>
                    <a:p>
                      <a:pPr algn="ctr" latinLnBrk="1"/>
                      <a:r>
                        <a:rPr lang="ko-KR" altLang="en-US" sz="800" b="0" dirty="0">
                          <a:solidFill>
                            <a:schemeClr val="tx1"/>
                          </a:solidFill>
                        </a:rPr>
                        <a:t>주문목록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solidFill>
                  </a:tcPr>
                </a:tc>
                <a:tc>
                  <a:txBody>
                    <a:bodyPr/>
                    <a:lstStyle/>
                    <a:p>
                      <a:pPr algn="ctr" latinLnBrk="1"/>
                      <a:r>
                        <a:rPr lang="ko-KR" altLang="en-US" sz="800" dirty="0"/>
                        <a:t>취소목록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800" dirty="0"/>
                        <a:t>반품목록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algn="ctr" latinLnBrk="1"/>
                      <a:r>
                        <a:rPr lang="ko-KR" altLang="en-US" sz="800" b="1" dirty="0">
                          <a:solidFill>
                            <a:schemeClr val="bg1"/>
                          </a:solidFill>
                        </a:rPr>
                        <a:t>교환목록</a:t>
                      </a:r>
                    </a:p>
                  </a:txBody>
                  <a:tcPr anchor="ct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tx1"/>
                    </a:solidFill>
                  </a:tcPr>
                </a:tc>
                <a:extLst>
                  <a:ext uri="{0D108BD9-81ED-4DB2-BD59-A6C34878D82A}">
                    <a16:rowId xmlns:a16="http://schemas.microsoft.com/office/drawing/2014/main" val="2825709569"/>
                  </a:ext>
                </a:extLst>
              </a:tr>
            </a:tbl>
          </a:graphicData>
        </a:graphic>
      </p:graphicFrame>
      <p:sp>
        <p:nvSpPr>
          <p:cNvPr id="11" name="TextBox 10">
            <a:extLst>
              <a:ext uri="{FF2B5EF4-FFF2-40B4-BE49-F238E27FC236}">
                <a16:creationId xmlns:a16="http://schemas.microsoft.com/office/drawing/2014/main" id="{259D5374-9EB8-4A05-93B8-0A01606C30E1}"/>
              </a:ext>
            </a:extLst>
          </p:cNvPr>
          <p:cNvSpPr txBox="1"/>
          <p:nvPr/>
        </p:nvSpPr>
        <p:spPr>
          <a:xfrm>
            <a:off x="108567" y="1499119"/>
            <a:ext cx="761547" cy="215444"/>
          </a:xfrm>
          <a:prstGeom prst="rect">
            <a:avLst/>
          </a:prstGeom>
          <a:noFill/>
        </p:spPr>
        <p:txBody>
          <a:bodyPr wrap="square" rtlCol="0">
            <a:spAutoFit/>
          </a:bodyPr>
          <a:lstStyle/>
          <a:p>
            <a:r>
              <a:rPr lang="ko-KR" altLang="en-US" sz="800" dirty="0"/>
              <a:t>총 </a:t>
            </a:r>
            <a:r>
              <a:rPr lang="en-US" altLang="ko-KR" sz="800" dirty="0"/>
              <a:t>00</a:t>
            </a:r>
            <a:r>
              <a:rPr lang="ko-KR" altLang="en-US" sz="800" dirty="0"/>
              <a:t>건</a:t>
            </a:r>
          </a:p>
        </p:txBody>
      </p:sp>
      <p:pic>
        <p:nvPicPr>
          <p:cNvPr id="13" name="Picture 2">
            <a:extLst>
              <a:ext uri="{FF2B5EF4-FFF2-40B4-BE49-F238E27FC236}">
                <a16:creationId xmlns:a16="http://schemas.microsoft.com/office/drawing/2014/main" id="{A9B90925-81B5-419A-B17D-18821F0ED5E4}"/>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418245" y="5117632"/>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aphicFrame>
        <p:nvGraphicFramePr>
          <p:cNvPr id="14" name="표 13">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3931166617"/>
              </p:ext>
            </p:extLst>
          </p:nvPr>
        </p:nvGraphicFramePr>
        <p:xfrm>
          <a:off x="10171774" y="22159"/>
          <a:ext cx="1979018" cy="178411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RF-02-07-09</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주문관리 </a:t>
                      </a:r>
                      <a:r>
                        <a:rPr lang="en-US" altLang="ko-KR" sz="800" dirty="0"/>
                        <a:t>&gt; </a:t>
                      </a:r>
                      <a:r>
                        <a:rPr lang="ko-KR" altLang="en-US" sz="800" dirty="0" err="1"/>
                        <a:t>교환목록</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교환 목록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교환 과정이 진행중이거나 완료된 주문을 확인하는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교환 주문 목록</a:t>
                      </a:r>
                      <a:r>
                        <a:rPr lang="en-US" altLang="ko-KR" sz="800" b="0" dirty="0">
                          <a:solidFill>
                            <a:schemeClr val="tx1"/>
                          </a:solidFill>
                        </a:rPr>
                        <a:t>. </a:t>
                      </a:r>
                      <a:r>
                        <a:rPr lang="ko-KR" altLang="en-US" sz="800" b="0" dirty="0">
                          <a:solidFill>
                            <a:schemeClr val="tx1"/>
                          </a:solidFill>
                        </a:rPr>
                        <a:t>좌우로 스크롤 가능</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graphicFrame>
        <p:nvGraphicFramePr>
          <p:cNvPr id="16" name="표 15">
            <a:extLst>
              <a:ext uri="{FF2B5EF4-FFF2-40B4-BE49-F238E27FC236}">
                <a16:creationId xmlns:a16="http://schemas.microsoft.com/office/drawing/2014/main" id="{9C11D608-74D8-4BBC-9CE9-780EC7BCA3B6}"/>
              </a:ext>
            </a:extLst>
          </p:cNvPr>
          <p:cNvGraphicFramePr>
            <a:graphicFrameLocks noGrp="1"/>
          </p:cNvGraphicFramePr>
          <p:nvPr>
            <p:extLst>
              <p:ext uri="{D42A27DB-BD31-4B8C-83A1-F6EECF244321}">
                <p14:modId xmlns:p14="http://schemas.microsoft.com/office/powerpoint/2010/main" val="3551767644"/>
              </p:ext>
            </p:extLst>
          </p:nvPr>
        </p:nvGraphicFramePr>
        <p:xfrm>
          <a:off x="-15207107" y="1803082"/>
          <a:ext cx="24621369" cy="2987040"/>
        </p:xfrm>
        <a:graphic>
          <a:graphicData uri="http://schemas.openxmlformats.org/drawingml/2006/table">
            <a:tbl>
              <a:tblPr firstRow="1" bandRow="1">
                <a:tableStyleId>{5C22544A-7EE6-4342-B048-85BDC9FD1C3A}</a:tableStyleId>
              </a:tblPr>
              <a:tblGrid>
                <a:gridCol w="1214977">
                  <a:extLst>
                    <a:ext uri="{9D8B030D-6E8A-4147-A177-3AD203B41FA5}">
                      <a16:colId xmlns:a16="http://schemas.microsoft.com/office/drawing/2014/main" val="2964090962"/>
                    </a:ext>
                  </a:extLst>
                </a:gridCol>
                <a:gridCol w="838852">
                  <a:extLst>
                    <a:ext uri="{9D8B030D-6E8A-4147-A177-3AD203B41FA5}">
                      <a16:colId xmlns:a16="http://schemas.microsoft.com/office/drawing/2014/main" val="20000"/>
                    </a:ext>
                  </a:extLst>
                </a:gridCol>
                <a:gridCol w="721739">
                  <a:extLst>
                    <a:ext uri="{9D8B030D-6E8A-4147-A177-3AD203B41FA5}">
                      <a16:colId xmlns:a16="http://schemas.microsoft.com/office/drawing/2014/main" val="1072288192"/>
                    </a:ext>
                  </a:extLst>
                </a:gridCol>
                <a:gridCol w="721739">
                  <a:extLst>
                    <a:ext uri="{9D8B030D-6E8A-4147-A177-3AD203B41FA5}">
                      <a16:colId xmlns:a16="http://schemas.microsoft.com/office/drawing/2014/main" val="1191049528"/>
                    </a:ext>
                  </a:extLst>
                </a:gridCol>
                <a:gridCol w="782637">
                  <a:extLst>
                    <a:ext uri="{9D8B030D-6E8A-4147-A177-3AD203B41FA5}">
                      <a16:colId xmlns:a16="http://schemas.microsoft.com/office/drawing/2014/main" val="20003"/>
                    </a:ext>
                  </a:extLst>
                </a:gridCol>
                <a:gridCol w="1141789">
                  <a:extLst>
                    <a:ext uri="{9D8B030D-6E8A-4147-A177-3AD203B41FA5}">
                      <a16:colId xmlns:a16="http://schemas.microsoft.com/office/drawing/2014/main" val="529424548"/>
                    </a:ext>
                  </a:extLst>
                </a:gridCol>
                <a:gridCol w="1141789">
                  <a:extLst>
                    <a:ext uri="{9D8B030D-6E8A-4147-A177-3AD203B41FA5}">
                      <a16:colId xmlns:a16="http://schemas.microsoft.com/office/drawing/2014/main" val="3027619404"/>
                    </a:ext>
                  </a:extLst>
                </a:gridCol>
                <a:gridCol w="615554">
                  <a:extLst>
                    <a:ext uri="{9D8B030D-6E8A-4147-A177-3AD203B41FA5}">
                      <a16:colId xmlns:a16="http://schemas.microsoft.com/office/drawing/2014/main" val="4095619003"/>
                    </a:ext>
                  </a:extLst>
                </a:gridCol>
                <a:gridCol w="515617">
                  <a:extLst>
                    <a:ext uri="{9D8B030D-6E8A-4147-A177-3AD203B41FA5}">
                      <a16:colId xmlns:a16="http://schemas.microsoft.com/office/drawing/2014/main" val="2489093445"/>
                    </a:ext>
                  </a:extLst>
                </a:gridCol>
                <a:gridCol w="1141789">
                  <a:extLst>
                    <a:ext uri="{9D8B030D-6E8A-4147-A177-3AD203B41FA5}">
                      <a16:colId xmlns:a16="http://schemas.microsoft.com/office/drawing/2014/main" val="953174167"/>
                    </a:ext>
                  </a:extLst>
                </a:gridCol>
                <a:gridCol w="1141789">
                  <a:extLst>
                    <a:ext uri="{9D8B030D-6E8A-4147-A177-3AD203B41FA5}">
                      <a16:colId xmlns:a16="http://schemas.microsoft.com/office/drawing/2014/main" val="665549918"/>
                    </a:ext>
                  </a:extLst>
                </a:gridCol>
                <a:gridCol w="851345">
                  <a:extLst>
                    <a:ext uri="{9D8B030D-6E8A-4147-A177-3AD203B41FA5}">
                      <a16:colId xmlns:a16="http://schemas.microsoft.com/office/drawing/2014/main" val="1529978102"/>
                    </a:ext>
                  </a:extLst>
                </a:gridCol>
                <a:gridCol w="1141789">
                  <a:extLst>
                    <a:ext uri="{9D8B030D-6E8A-4147-A177-3AD203B41FA5}">
                      <a16:colId xmlns:a16="http://schemas.microsoft.com/office/drawing/2014/main" val="1713248175"/>
                    </a:ext>
                  </a:extLst>
                </a:gridCol>
                <a:gridCol w="651469">
                  <a:extLst>
                    <a:ext uri="{9D8B030D-6E8A-4147-A177-3AD203B41FA5}">
                      <a16:colId xmlns:a16="http://schemas.microsoft.com/office/drawing/2014/main" val="2426091821"/>
                    </a:ext>
                  </a:extLst>
                </a:gridCol>
                <a:gridCol w="651469">
                  <a:extLst>
                    <a:ext uri="{9D8B030D-6E8A-4147-A177-3AD203B41FA5}">
                      <a16:colId xmlns:a16="http://schemas.microsoft.com/office/drawing/2014/main" val="3580568890"/>
                    </a:ext>
                  </a:extLst>
                </a:gridCol>
                <a:gridCol w="1444725">
                  <a:extLst>
                    <a:ext uri="{9D8B030D-6E8A-4147-A177-3AD203B41FA5}">
                      <a16:colId xmlns:a16="http://schemas.microsoft.com/office/drawing/2014/main" val="20004"/>
                    </a:ext>
                  </a:extLst>
                </a:gridCol>
                <a:gridCol w="615554">
                  <a:extLst>
                    <a:ext uri="{9D8B030D-6E8A-4147-A177-3AD203B41FA5}">
                      <a16:colId xmlns:a16="http://schemas.microsoft.com/office/drawing/2014/main" val="20005"/>
                    </a:ext>
                  </a:extLst>
                </a:gridCol>
                <a:gridCol w="682700">
                  <a:extLst>
                    <a:ext uri="{9D8B030D-6E8A-4147-A177-3AD203B41FA5}">
                      <a16:colId xmlns:a16="http://schemas.microsoft.com/office/drawing/2014/main" val="20006"/>
                    </a:ext>
                  </a:extLst>
                </a:gridCol>
                <a:gridCol w="615554">
                  <a:extLst>
                    <a:ext uri="{9D8B030D-6E8A-4147-A177-3AD203B41FA5}">
                      <a16:colId xmlns:a16="http://schemas.microsoft.com/office/drawing/2014/main" val="20009"/>
                    </a:ext>
                  </a:extLst>
                </a:gridCol>
                <a:gridCol w="615554">
                  <a:extLst>
                    <a:ext uri="{9D8B030D-6E8A-4147-A177-3AD203B41FA5}">
                      <a16:colId xmlns:a16="http://schemas.microsoft.com/office/drawing/2014/main" val="2912470077"/>
                    </a:ext>
                  </a:extLst>
                </a:gridCol>
                <a:gridCol w="667085">
                  <a:extLst>
                    <a:ext uri="{9D8B030D-6E8A-4147-A177-3AD203B41FA5}">
                      <a16:colId xmlns:a16="http://schemas.microsoft.com/office/drawing/2014/main" val="983732852"/>
                    </a:ext>
                  </a:extLst>
                </a:gridCol>
                <a:gridCol w="715492">
                  <a:extLst>
                    <a:ext uri="{9D8B030D-6E8A-4147-A177-3AD203B41FA5}">
                      <a16:colId xmlns:a16="http://schemas.microsoft.com/office/drawing/2014/main" val="3017944777"/>
                    </a:ext>
                  </a:extLst>
                </a:gridCol>
                <a:gridCol w="646785">
                  <a:extLst>
                    <a:ext uri="{9D8B030D-6E8A-4147-A177-3AD203B41FA5}">
                      <a16:colId xmlns:a16="http://schemas.microsoft.com/office/drawing/2014/main" val="4255377130"/>
                    </a:ext>
                  </a:extLst>
                </a:gridCol>
                <a:gridCol w="592131">
                  <a:extLst>
                    <a:ext uri="{9D8B030D-6E8A-4147-A177-3AD203B41FA5}">
                      <a16:colId xmlns:a16="http://schemas.microsoft.com/office/drawing/2014/main" val="1062420576"/>
                    </a:ext>
                  </a:extLst>
                </a:gridCol>
                <a:gridCol w="592131">
                  <a:extLst>
                    <a:ext uri="{9D8B030D-6E8A-4147-A177-3AD203B41FA5}">
                      <a16:colId xmlns:a16="http://schemas.microsoft.com/office/drawing/2014/main" val="1784857312"/>
                    </a:ext>
                  </a:extLst>
                </a:gridCol>
                <a:gridCol w="787322">
                  <a:extLst>
                    <a:ext uri="{9D8B030D-6E8A-4147-A177-3AD203B41FA5}">
                      <a16:colId xmlns:a16="http://schemas.microsoft.com/office/drawing/2014/main" val="2504136417"/>
                    </a:ext>
                  </a:extLst>
                </a:gridCol>
                <a:gridCol w="515617">
                  <a:extLst>
                    <a:ext uri="{9D8B030D-6E8A-4147-A177-3AD203B41FA5}">
                      <a16:colId xmlns:a16="http://schemas.microsoft.com/office/drawing/2014/main" val="3866255794"/>
                    </a:ext>
                  </a:extLst>
                </a:gridCol>
                <a:gridCol w="715492">
                  <a:extLst>
                    <a:ext uri="{9D8B030D-6E8A-4147-A177-3AD203B41FA5}">
                      <a16:colId xmlns:a16="http://schemas.microsoft.com/office/drawing/2014/main" val="1566990735"/>
                    </a:ext>
                  </a:extLst>
                </a:gridCol>
                <a:gridCol w="615554">
                  <a:extLst>
                    <a:ext uri="{9D8B030D-6E8A-4147-A177-3AD203B41FA5}">
                      <a16:colId xmlns:a16="http://schemas.microsoft.com/office/drawing/2014/main" val="3089402399"/>
                    </a:ext>
                  </a:extLst>
                </a:gridCol>
                <a:gridCol w="815430">
                  <a:extLst>
                    <a:ext uri="{9D8B030D-6E8A-4147-A177-3AD203B41FA5}">
                      <a16:colId xmlns:a16="http://schemas.microsoft.com/office/drawing/2014/main" val="2216942742"/>
                    </a:ext>
                  </a:extLst>
                </a:gridCol>
                <a:gridCol w="709900">
                  <a:extLst>
                    <a:ext uri="{9D8B030D-6E8A-4147-A177-3AD203B41FA5}">
                      <a16:colId xmlns:a16="http://schemas.microsoft.com/office/drawing/2014/main" val="1984732745"/>
                    </a:ext>
                  </a:extLst>
                </a:gridCol>
              </a:tblGrid>
              <a:tr h="0">
                <a:tc rowSpan="2">
                  <a:txBody>
                    <a:bodyPr/>
                    <a:lstStyle/>
                    <a:p>
                      <a:pPr algn="ctr" latinLnBrk="1"/>
                      <a:r>
                        <a:rPr lang="ko-KR" altLang="en-US" sz="800" b="1" dirty="0">
                          <a:solidFill>
                            <a:schemeClr val="tx1"/>
                          </a:solidFill>
                        </a:rPr>
                        <a:t>교환 주문번호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주문번호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상품등록</a:t>
                      </a:r>
                      <a:r>
                        <a:rPr lang="en-US" altLang="ko-KR" sz="800" b="1" dirty="0">
                          <a:solidFill>
                            <a:schemeClr val="tx1"/>
                          </a:solidFill>
                        </a:rPr>
                        <a:t>ID</a:t>
                      </a:r>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공유판매</a:t>
                      </a:r>
                      <a:r>
                        <a:rPr lang="en-US" altLang="ko-KR" sz="800" b="1" dirty="0">
                          <a:solidFill>
                            <a:schemeClr val="tx1"/>
                          </a:solidFill>
                        </a:rPr>
                        <a:t>ID</a:t>
                      </a:r>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en-US" altLang="ko-KR" sz="800" b="1" dirty="0">
                          <a:solidFill>
                            <a:schemeClr val="tx1"/>
                          </a:solidFill>
                        </a:rPr>
                        <a:t>Shop</a:t>
                      </a:r>
                      <a:r>
                        <a:rPr lang="ko-KR" altLang="en-US" sz="800" b="1" dirty="0">
                          <a:solidFill>
                            <a:schemeClr val="tx1"/>
                          </a:solidFill>
                        </a:rPr>
                        <a:t>채널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주문일시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결제일시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주문상태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주문자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교환 요청일시</a:t>
                      </a:r>
                    </a:p>
                    <a:p>
                      <a:pPr algn="ctr" latinLnBrk="1"/>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교환 철회일시</a:t>
                      </a:r>
                    </a:p>
                    <a:p>
                      <a:pPr algn="ctr" latinLnBrk="1"/>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교환 거부일시</a:t>
                      </a:r>
                    </a:p>
                    <a:p>
                      <a:pPr algn="ctr" latinLnBrk="1"/>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교환 완료일시</a:t>
                      </a:r>
                    </a:p>
                    <a:p>
                      <a:pPr algn="ctr" latinLnBrk="1"/>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주문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상품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주문수량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판매형태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algn="ctr" latinLnBrk="1"/>
                      <a:r>
                        <a:rPr lang="ko-KR" altLang="en-US" sz="800" b="1" dirty="0">
                          <a:solidFill>
                            <a:schemeClr val="tx1"/>
                          </a:solidFill>
                        </a:rPr>
                        <a:t>결제비용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algn="ctr" latinLnBrk="1"/>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algn="ctr" latinLnBrk="1"/>
                      <a:r>
                        <a:rPr lang="ko-KR" altLang="en-US" sz="800" b="1" dirty="0">
                          <a:solidFill>
                            <a:schemeClr val="tx1"/>
                          </a:solidFill>
                        </a:rPr>
                        <a:t>채널매출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algn="ctr" latinLnBrk="1"/>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algn="ctr" latinLnBrk="1"/>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algn="ctr" latinLnBrk="1"/>
                      <a:r>
                        <a:rPr lang="ko-KR" altLang="en-US" sz="800" b="1" dirty="0">
                          <a:solidFill>
                            <a:schemeClr val="tx1"/>
                          </a:solidFill>
                        </a:rPr>
                        <a:t>채널매입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algn="ctr" latinLnBrk="1"/>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제공포인트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교환수량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상품회수방법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회수배송비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436570051"/>
                  </a:ext>
                </a:extLst>
              </a:tr>
              <a:tr h="0">
                <a:tc vMerge="1">
                  <a:txBody>
                    <a:bodyPr/>
                    <a:lstStyle/>
                    <a:p>
                      <a:pPr algn="ctr" latinLnBrk="1"/>
                      <a:r>
                        <a:rPr lang="ko-KR" altLang="en-US" sz="800" b="1" dirty="0">
                          <a:solidFill>
                            <a:schemeClr val="tx1"/>
                          </a:solidFill>
                        </a:rPr>
                        <a:t>주문일시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algn="ctr" latinLnBrk="1"/>
                      <a:r>
                        <a:rPr lang="ko-KR" altLang="en-US" sz="800" b="1" dirty="0">
                          <a:solidFill>
                            <a:schemeClr val="tx1"/>
                          </a:solidFill>
                        </a:rPr>
                        <a:t>주문번호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tc>
                <a:tc vMerge="1">
                  <a:txBody>
                    <a:bodyPr/>
                    <a:lstStyle/>
                    <a:p>
                      <a:pPr latinLnBrk="1"/>
                      <a:endParaRPr lang="ko-KR" altLang="en-US"/>
                    </a:p>
                  </a:txBody>
                  <a:tcPr/>
                </a:tc>
                <a:tc vMerge="1">
                  <a:txBody>
                    <a:bodyPr/>
                    <a:lstStyle/>
                    <a:p>
                      <a:pPr algn="ctr" latinLnBrk="1"/>
                      <a:r>
                        <a:rPr lang="en-US" altLang="ko-KR" sz="800" b="1" dirty="0">
                          <a:solidFill>
                            <a:schemeClr val="tx1"/>
                          </a:solidFill>
                        </a:rPr>
                        <a:t>Shop</a:t>
                      </a:r>
                      <a:r>
                        <a:rPr lang="ko-KR" altLang="en-US" sz="800" b="1" dirty="0">
                          <a:solidFill>
                            <a:schemeClr val="tx1"/>
                          </a:solidFill>
                        </a:rPr>
                        <a:t>채널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tc>
                <a:tc vMerge="1">
                  <a:txBody>
                    <a:bodyPr/>
                    <a:lstStyle/>
                    <a:p>
                      <a:pPr latinLnBrk="1"/>
                      <a:endParaRPr lang="ko-KR" altLang="en-US"/>
                    </a:p>
                  </a:txBody>
                  <a:tcPr/>
                </a:tc>
                <a:tc vMerge="1">
                  <a:txBody>
                    <a:bodyPr/>
                    <a:lstStyle/>
                    <a:p>
                      <a:pPr algn="ctr" latinLnBrk="1"/>
                      <a:r>
                        <a:rPr lang="ko-KR" altLang="en-US" sz="800" b="1" dirty="0">
                          <a:solidFill>
                            <a:schemeClr val="tx1"/>
                          </a:solidFill>
                        </a:rPr>
                        <a:t>주문상태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algn="ctr" latinLnBrk="1"/>
                      <a:r>
                        <a:rPr lang="ko-KR" altLang="en-US" sz="800" b="1" dirty="0">
                          <a:solidFill>
                            <a:schemeClr val="tx1"/>
                          </a:solidFill>
                        </a:rPr>
                        <a:t>주문자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vMerge="1">
                  <a:txBody>
                    <a:bodyPr/>
                    <a:lstStyle/>
                    <a:p>
                      <a:pPr algn="ctr" latinLnBrk="1"/>
                      <a:r>
                        <a:rPr lang="ko-KR" altLang="en-US" sz="800" b="1" dirty="0">
                          <a:solidFill>
                            <a:schemeClr val="tx1"/>
                          </a:solidFill>
                        </a:rPr>
                        <a:t>주문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algn="ctr" latinLnBrk="1"/>
                      <a:r>
                        <a:rPr lang="ko-KR" altLang="en-US" sz="800" b="1" dirty="0">
                          <a:solidFill>
                            <a:schemeClr val="tx1"/>
                          </a:solidFill>
                        </a:rPr>
                        <a:t>상품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algn="ctr" latinLnBrk="1"/>
                      <a:r>
                        <a:rPr lang="ko-KR" altLang="en-US" sz="800" b="1" dirty="0">
                          <a:solidFill>
                            <a:schemeClr val="tx1"/>
                          </a:solidFill>
                        </a:rPr>
                        <a:t>상품명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algn="ctr" latinLnBrk="1"/>
                      <a:r>
                        <a:rPr lang="ko-KR" altLang="en-US" sz="800" b="1" dirty="0">
                          <a:solidFill>
                            <a:schemeClr val="tx1"/>
                          </a:solidFill>
                        </a:rPr>
                        <a:t>상품코드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algn="ctr" latinLnBrk="1"/>
                      <a:r>
                        <a:rPr lang="ko-KR" altLang="en-US" sz="800" b="1" dirty="0">
                          <a:solidFill>
                            <a:schemeClr val="tx1"/>
                          </a:solidFill>
                        </a:rPr>
                        <a:t>옵션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algn="ctr" latinLnBrk="1"/>
                      <a:r>
                        <a:rPr lang="ko-KR" altLang="en-US" sz="800" b="1" dirty="0">
                          <a:solidFill>
                            <a:schemeClr val="tx1"/>
                          </a:solidFill>
                        </a:rPr>
                        <a:t>주문수량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algn="ctr" latinLnBrk="1"/>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800" b="1" dirty="0">
                          <a:solidFill>
                            <a:schemeClr val="tx1"/>
                          </a:solidFill>
                        </a:rPr>
                        <a:t>PG </a:t>
                      </a:r>
                      <a:r>
                        <a:rPr lang="ko-KR" altLang="en-US" sz="800" b="1" dirty="0">
                          <a:solidFill>
                            <a:schemeClr val="tx1"/>
                          </a:solidFill>
                        </a:rPr>
                        <a:t>결제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포인트결제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err="1">
                          <a:solidFill>
                            <a:schemeClr val="tx1"/>
                          </a:solidFill>
                        </a:rPr>
                        <a:t>상품가</a:t>
                      </a:r>
                      <a:endParaRPr lang="ko-KR" altLang="en-US" sz="800" b="1"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할인비용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a:t>
                      </a:r>
                      <a:r>
                        <a:rPr lang="en-US" altLang="ko-KR" sz="800" b="1" dirty="0">
                          <a:solidFill>
                            <a:schemeClr val="tx1"/>
                          </a:solidFill>
                        </a:rPr>
                        <a:t>+</a:t>
                      </a:r>
                      <a:r>
                        <a:rPr lang="ko-KR" altLang="en-US" sz="800" b="1" dirty="0">
                          <a:solidFill>
                            <a:schemeClr val="tx1"/>
                          </a:solidFill>
                        </a:rPr>
                        <a:t>수수료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제공포인트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extLst>
                  <a:ext uri="{0D108BD9-81ED-4DB2-BD59-A6C34878D82A}">
                    <a16:rowId xmlns:a16="http://schemas.microsoft.com/office/drawing/2014/main" val="1000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Me9-Change-0002324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u="sng" dirty="0">
                          <a:solidFill>
                            <a:schemeClr val="accent2">
                              <a:lumMod val="75000"/>
                            </a:schemeClr>
                          </a:solidFill>
                        </a:rPr>
                        <a:t>Me9-0002329</a:t>
                      </a:r>
                      <a:endParaRPr lang="ko-KR" altLang="en-US" sz="800" b="0" u="sng" dirty="0">
                        <a:solidFill>
                          <a:schemeClr val="accent2">
                            <a:lumMod val="75000"/>
                          </a:schemeClr>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AAA</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공동구매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상품판매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39,000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3,000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32,170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자동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2,500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Me9-Change-0002324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Me9-0002328</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AAA</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CCC</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일반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위탁판매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32,170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자동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Me9-Change-0002324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AAA</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CCC</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제휴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5" tooltip="새 창 열림">
                            <a:extLst>
                              <a:ext uri="{A12FA001-AC4F-418D-AE19-62706E023703}">
                                <ahyp:hlinkClr xmlns:ahyp="http://schemas.microsoft.com/office/drawing/2018/hyperlinkcolor" val="tx"/>
                              </a:ext>
                            </a:extLst>
                          </a:hlinkClick>
                        </a:rPr>
                        <a:t>Silver nihil </a:t>
                      </a:r>
                      <a:r>
                        <a:rPr lang="en-US" sz="800" b="0" u="sng" strike="noStrike" dirty="0" err="1">
                          <a:solidFill>
                            <a:schemeClr val="accent2">
                              <a:lumMod val="75000"/>
                            </a:schemeClr>
                          </a:solidFill>
                          <a:effectLst/>
                          <a:latin typeface="+mj-ea"/>
                          <a:ea typeface="+mj-ea"/>
                          <a:hlinkClick r:id="rId5" tooltip="새 창 열림">
                            <a:extLst>
                              <a:ext uri="{A12FA001-AC4F-418D-AE19-62706E023703}">
                                <ahyp:hlinkClr xmlns:ahyp="http://schemas.microsoft.com/office/drawing/2018/hyperlinkcolor"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WT/S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33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위탁판매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32,170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자동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Me9-Change-0002324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Me9-0002326</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AAA</a:t>
                      </a:r>
                      <a:endParaRPr kumimoji="0" lang="ko-KR" altLang="en-US" sz="800" b="0" i="0" u="none" strike="noStrike" kern="1200" cap="none" spc="0" normalizeH="0" baseline="0" noProof="0" dirty="0">
                        <a:ln>
                          <a:noFill/>
                        </a:ln>
                        <a:solidFill>
                          <a:prstClr val="black"/>
                        </a:solidFill>
                        <a:effectLst/>
                        <a:uLnTx/>
                        <a:uFillTx/>
                        <a:latin typeface="+mn-lt"/>
                        <a:ea typeface="+mn-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상품판매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32,170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자동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679275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Me9-Change-0002324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Me9-0002325</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EEE</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AAA</a:t>
                      </a:r>
                      <a:endParaRPr kumimoji="0" lang="ko-KR" altLang="en-US" sz="800" b="0" i="0" u="none" strike="noStrike" kern="1200" cap="none" spc="0" normalizeH="0" baseline="0" noProof="0" dirty="0">
                        <a:ln>
                          <a:noFill/>
                        </a:ln>
                        <a:solidFill>
                          <a:prstClr val="black"/>
                        </a:solidFill>
                        <a:effectLst/>
                        <a:uLnTx/>
                        <a:uFillTx/>
                        <a:latin typeface="+mn-lt"/>
                        <a:ea typeface="+mn-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상품판매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32,170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수동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60545407"/>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Me9-Change-0002324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Me9-0002300</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AAA</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CCC</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제휴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5" tooltip="새 창 열림">
                            <a:extLst>
                              <a:ext uri="{A12FA001-AC4F-418D-AE19-62706E023703}">
                                <ahyp:hlinkClr xmlns:ahyp="http://schemas.microsoft.com/office/drawing/2018/hyperlinkcolor" val="tx"/>
                              </a:ext>
                            </a:extLst>
                          </a:hlinkClick>
                        </a:rPr>
                        <a:t>Silver nihil </a:t>
                      </a:r>
                      <a:r>
                        <a:rPr lang="en-US" sz="800" b="0" u="sng" strike="noStrike" dirty="0" err="1">
                          <a:solidFill>
                            <a:schemeClr val="accent2">
                              <a:lumMod val="75000"/>
                            </a:schemeClr>
                          </a:solidFill>
                          <a:effectLst/>
                          <a:latin typeface="+mj-ea"/>
                          <a:ea typeface="+mj-ea"/>
                          <a:hlinkClick r:id="rId5" tooltip="새 창 열림">
                            <a:extLst>
                              <a:ext uri="{A12FA001-AC4F-418D-AE19-62706E023703}">
                                <ahyp:hlinkClr xmlns:ahyp="http://schemas.microsoft.com/office/drawing/2018/hyperlinkcolor"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BK/L</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상품판매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32,170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수동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7300093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Me9-Change-0002324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Me9-0002300</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AAA</a:t>
                      </a:r>
                      <a:endParaRPr kumimoji="0" lang="ko-KR" altLang="en-US" sz="800" b="0" i="0" u="none" strike="noStrike" kern="1200" cap="none" spc="0" normalizeH="0" baseline="0" noProof="0" dirty="0">
                        <a:ln>
                          <a:noFill/>
                        </a:ln>
                        <a:solidFill>
                          <a:prstClr val="black"/>
                        </a:solidFill>
                        <a:effectLst/>
                        <a:uLnTx/>
                        <a:uFillTx/>
                        <a:latin typeface="+mn-lt"/>
                        <a:ea typeface="+mn-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공동구매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RD/S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상품판매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32,170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자동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1477464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Me9-Change-0002324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Me9-0007777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AAA</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CCC</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BK/M</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위탁판매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32,170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자동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40055972"/>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Me9-Change-0002324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mn-lt"/>
                          <a:ea typeface="+mn-ea"/>
                          <a:cs typeface="+mn-cs"/>
                        </a:rPr>
                        <a:t>Me9-0007777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AAA</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CCC</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lt"/>
                          <a:ea typeface="+mn-ea"/>
                          <a:cs typeface="+mn-cs"/>
                        </a:rPr>
                        <a:t>2024-10-10 00:00:00</a:t>
                      </a:r>
                      <a:endParaRPr kumimoji="0" lang="en-US" altLang="ko-KR" sz="800" b="0" i="0" u="none" strike="noStrike" kern="1200" cap="none" spc="0" normalizeH="0" baseline="0" noProof="0" dirty="0">
                        <a:ln>
                          <a:noFill/>
                        </a:ln>
                        <a:solidFill>
                          <a:prstClr val="black"/>
                        </a:solidFill>
                        <a:effectLst/>
                        <a:uLnTx/>
                        <a:uFillTx/>
                        <a:latin typeface="+mn-lt"/>
                        <a:ea typeface="+mn-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제휴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5" tooltip="새 창 열림">
                            <a:extLst>
                              <a:ext uri="{A12FA001-AC4F-418D-AE19-62706E023703}">
                                <ahyp:hlinkClr xmlns:ahyp="http://schemas.microsoft.com/office/drawing/2018/hyperlinkcolor" val="tx"/>
                              </a:ext>
                            </a:extLst>
                          </a:hlinkClick>
                        </a:rPr>
                        <a:t>Silver nihil </a:t>
                      </a:r>
                      <a:r>
                        <a:rPr lang="en-US" sz="800" b="0" u="sng" strike="noStrike" dirty="0" err="1">
                          <a:solidFill>
                            <a:schemeClr val="accent2">
                              <a:lumMod val="75000"/>
                            </a:schemeClr>
                          </a:solidFill>
                          <a:effectLst/>
                          <a:latin typeface="+mj-ea"/>
                          <a:ea typeface="+mj-ea"/>
                          <a:hlinkClick r:id="rId5" tooltip="새 창 열림">
                            <a:extLst>
                              <a:ext uri="{A12FA001-AC4F-418D-AE19-62706E023703}">
                                <ahyp:hlinkClr xmlns:ahyp="http://schemas.microsoft.com/office/drawing/2018/hyperlinkcolor"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WT/S</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33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위탁판매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32,170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수동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6475764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Me9-Change-0002324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mn-lt"/>
                          <a:ea typeface="+mn-ea"/>
                          <a:cs typeface="+mn-cs"/>
                        </a:rPr>
                        <a:t>Me9-0007777</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AAA</a:t>
                      </a:r>
                      <a:endParaRPr kumimoji="0" lang="ko-KR" altLang="en-US" sz="800" b="0" i="0" u="none" strike="noStrike" kern="1200" cap="none" spc="0" normalizeH="0" baseline="0" noProof="0" dirty="0">
                        <a:ln>
                          <a:noFill/>
                        </a:ln>
                        <a:solidFill>
                          <a:prstClr val="black"/>
                        </a:solidFill>
                        <a:effectLst/>
                        <a:uLnTx/>
                        <a:uFillTx/>
                        <a:latin typeface="+mn-lt"/>
                        <a:ea typeface="+mn-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BlueViolet</a:t>
                      </a:r>
                      <a:r>
                        <a:rPr lang="en-US" altLang="ko-KR" sz="800" b="0" i="0" u="sng" strike="noStrike" kern="1200" dirty="0">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 a </a:t>
                      </a:r>
                      <a:r>
                        <a:rPr lang="en-US" altLang="ko-KR" sz="800" b="0" i="0" u="sng" strike="noStrike" kern="1200" dirty="0" err="1">
                          <a:solidFill>
                            <a:schemeClr val="accent2">
                              <a:lumMod val="75000"/>
                            </a:schemeClr>
                          </a:solidFill>
                          <a:effectLst/>
                          <a:latin typeface="+mj-ea"/>
                          <a:ea typeface="+mj-ea"/>
                          <a:cs typeface="+mn-cs"/>
                          <a:hlinkClick r:id="rId3" tooltip="새 창 열림">
                            <a:extLst>
                              <a:ext uri="{A12FA001-AC4F-418D-AE19-62706E023703}">
                                <ahyp:hlinkClr xmlns:ahyp="http://schemas.microsoft.com/office/drawing/2018/hyperlinkcolor" val="tx"/>
                              </a:ext>
                            </a:extLst>
                          </a:hlinkClick>
                        </a:rPr>
                        <a:t>omnis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상품판매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32,170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자동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9408690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Me9-Change-0002324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Me9-0002324</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CCC</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AAA</a:t>
                      </a:r>
                      <a:endParaRPr kumimoji="0" lang="ko-KR" altLang="en-US" sz="800" b="0" i="0" u="none" strike="noStrike" kern="1200" cap="none" spc="0" normalizeH="0" baseline="0" noProof="0" dirty="0">
                        <a:ln>
                          <a:noFill/>
                        </a:ln>
                        <a:solidFill>
                          <a:prstClr val="black"/>
                        </a:solidFill>
                        <a:effectLst/>
                        <a:uLnTx/>
                        <a:uFillTx/>
                        <a:latin typeface="+mn-lt"/>
                        <a:ea typeface="+mn-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성춘향</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t>
                      </a:r>
                      <a:endPar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NavajoWhite</a:t>
                      </a:r>
                      <a:r>
                        <a:rPr lang="en-US" altLang="ko-KR" sz="800" b="0" i="0" u="sng" strike="noStrike" kern="1200" dirty="0">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 ad </a:t>
                      </a:r>
                      <a:r>
                        <a:rPr lang="en-US" altLang="ko-KR" sz="800" b="0" i="0" u="sng" strike="noStrike" kern="1200" dirty="0" err="1">
                          <a:solidFill>
                            <a:schemeClr val="accent2">
                              <a:lumMod val="75000"/>
                            </a:schemeClr>
                          </a:solidFill>
                          <a:effectLst/>
                          <a:latin typeface="+mj-ea"/>
                          <a:ea typeface="+mj-ea"/>
                          <a:cs typeface="+mn-cs"/>
                          <a:hlinkClick r:id="rId4" tooltip="새 창 열림">
                            <a:extLst>
                              <a:ext uri="{A12FA001-AC4F-418D-AE19-62706E023703}">
                                <ahyp:hlinkClr xmlns:ahyp="http://schemas.microsoft.com/office/drawing/2018/hyperlinkcolor" val="tx"/>
                              </a:ext>
                            </a:extLst>
                          </a:hlinkClick>
                        </a:rPr>
                        <a:t>voluptates</a:t>
                      </a:r>
                      <a:endParaRPr kumimoji="0" lang="ko-KR" altLang="en-US" sz="800" b="0" i="0" u="sng" strike="noStrike" kern="1200" cap="none" spc="0" normalizeH="0" baseline="0" noProof="0" dirty="0">
                        <a:ln>
                          <a:noFill/>
                        </a:ln>
                        <a:solidFill>
                          <a:schemeClr val="accent2">
                            <a:lumMod val="75000"/>
                          </a:schemeClr>
                        </a:solidFill>
                        <a:effectLst/>
                        <a:uLnTx/>
                        <a:uFillTx/>
                        <a:latin typeface="+mj-ea"/>
                        <a:ea typeface="+mj-ea"/>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FREE/FREE</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상품판매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32,170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원</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자동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61936248"/>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Me9-Change-0002324</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Me9-0002322</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AAA</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CCC</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Shop </a:t>
                      </a: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채널명</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결제완료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F0502020204030204"/>
                          <a:ea typeface="맑은 고딕" panose="020B0503020000020004" pitchFamily="50" charset="-127"/>
                          <a:cs typeface="+mn-cs"/>
                        </a:rPr>
                        <a:t>이목룡</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2024-10-10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일반</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제휴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t"/>
                      <a:r>
                        <a:rPr lang="en-US" sz="800" b="0" u="sng" strike="noStrike" dirty="0">
                          <a:solidFill>
                            <a:schemeClr val="accent2">
                              <a:lumMod val="75000"/>
                            </a:schemeClr>
                          </a:solidFill>
                          <a:effectLst/>
                          <a:latin typeface="+mj-ea"/>
                          <a:ea typeface="+mj-ea"/>
                          <a:hlinkClick r:id="rId5" tooltip="새 창 열림">
                            <a:extLst>
                              <a:ext uri="{A12FA001-AC4F-418D-AE19-62706E023703}">
                                <ahyp:hlinkClr xmlns:ahyp="http://schemas.microsoft.com/office/drawing/2018/hyperlinkcolor" val="tx"/>
                              </a:ext>
                            </a:extLst>
                          </a:hlinkClick>
                        </a:rPr>
                        <a:t>Silver nihil </a:t>
                      </a:r>
                      <a:r>
                        <a:rPr lang="en-US" sz="800" b="0" u="sng" strike="noStrike" dirty="0" err="1">
                          <a:solidFill>
                            <a:schemeClr val="accent2">
                              <a:lumMod val="75000"/>
                            </a:schemeClr>
                          </a:solidFill>
                          <a:effectLst/>
                          <a:latin typeface="+mj-ea"/>
                          <a:ea typeface="+mj-ea"/>
                          <a:hlinkClick r:id="rId5" tooltip="새 창 열림">
                            <a:extLst>
                              <a:ext uri="{A12FA001-AC4F-418D-AE19-62706E023703}">
                                <ahyp:hlinkClr xmlns:ahyp="http://schemas.microsoft.com/office/drawing/2018/hyperlinkcolor" val="tx"/>
                              </a:ext>
                            </a:extLst>
                          </a:hlinkClick>
                        </a:rPr>
                        <a:t>vero</a:t>
                      </a:r>
                      <a:endParaRPr lang="en-US" sz="800" b="0" u="sng" dirty="0">
                        <a:solidFill>
                          <a:schemeClr val="accent2">
                            <a:lumMod val="75000"/>
                          </a:schemeClr>
                        </a:solidFill>
                        <a:effectLst/>
                        <a:latin typeface="+mj-ea"/>
                        <a:ea typeface="+mj-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a0029</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BK/L</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ko-KR" altLang="en-US" sz="800" b="0" dirty="0">
                          <a:solidFill>
                            <a:schemeClr val="tx1"/>
                          </a:solidFill>
                        </a:rPr>
                        <a:t>위탁판매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1" dirty="0">
                          <a:solidFill>
                            <a:schemeClr val="accent2">
                              <a:lumMod val="75000"/>
                            </a:schemeClr>
                          </a:solidFill>
                        </a:rPr>
                        <a:t>42,000 </a:t>
                      </a:r>
                      <a:r>
                        <a:rPr lang="ko-KR" altLang="en-US" sz="800" b="1" dirty="0">
                          <a:solidFill>
                            <a:schemeClr val="accent2">
                              <a:lumMod val="75000"/>
                            </a:schemeClr>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3,000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32,170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 </a:t>
                      </a: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4,200 p</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자동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 </a:t>
                      </a:r>
                      <a:r>
                        <a:rPr lang="ko-KR" altLang="en-US" sz="800" b="0" dirty="0">
                          <a:solidFill>
                            <a:schemeClr val="tx1"/>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83094304"/>
                  </a:ext>
                </a:extLst>
              </a:tr>
            </a:tbl>
          </a:graphicData>
        </a:graphic>
      </p:graphicFrame>
      <p:sp>
        <p:nvSpPr>
          <p:cNvPr id="15" name="TextBox 14">
            <a:extLst>
              <a:ext uri="{FF2B5EF4-FFF2-40B4-BE49-F238E27FC236}">
                <a16:creationId xmlns:a16="http://schemas.microsoft.com/office/drawing/2014/main" id="{04E9B89B-4BC8-43AF-B734-D670C8179373}"/>
              </a:ext>
            </a:extLst>
          </p:cNvPr>
          <p:cNvSpPr txBox="1"/>
          <p:nvPr/>
        </p:nvSpPr>
        <p:spPr>
          <a:xfrm>
            <a:off x="1683122" y="1674449"/>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3275097797"/>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6">
            <a:extLst>
              <a:ext uri="{FF2B5EF4-FFF2-40B4-BE49-F238E27FC236}">
                <a16:creationId xmlns:a16="http://schemas.microsoft.com/office/drawing/2014/main" id="{4907CE30-0B42-4F85-A9F9-5BE578233C51}"/>
              </a:ext>
            </a:extLst>
          </p:cNvPr>
          <p:cNvGraphicFramePr>
            <a:graphicFrameLocks noGrp="1"/>
          </p:cNvGraphicFramePr>
          <p:nvPr>
            <p:extLst>
              <p:ext uri="{D42A27DB-BD31-4B8C-83A1-F6EECF244321}">
                <p14:modId xmlns:p14="http://schemas.microsoft.com/office/powerpoint/2010/main" val="1433582226"/>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b="1" dirty="0">
                        <a:solidFill>
                          <a:schemeClr val="tx1"/>
                        </a:solidFill>
                      </a:endParaRPr>
                    </a:p>
                  </a:txBody>
                  <a:tcPr/>
                </a:tc>
                <a:extLst>
                  <a:ext uri="{0D108BD9-81ED-4DB2-BD59-A6C34878D82A}">
                    <a16:rowId xmlns:a16="http://schemas.microsoft.com/office/drawing/2014/main" val="4008812756"/>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b="0" dirty="0">
                          <a:solidFill>
                            <a:schemeClr val="tx1"/>
                          </a:solidFill>
                        </a:rPr>
                        <a:t>●</a:t>
                      </a:r>
                      <a:r>
                        <a:rPr lang="ko-KR" altLang="en-US" sz="1800" dirty="0">
                          <a:solidFill>
                            <a:schemeClr val="bg1">
                              <a:lumMod val="75000"/>
                            </a:schemeClr>
                          </a:solidFill>
                        </a:rPr>
                        <a:t>  </a:t>
                      </a:r>
                      <a:r>
                        <a:rPr lang="ko-KR" altLang="en-US" sz="1800" b="1" dirty="0">
                          <a:solidFill>
                            <a:schemeClr val="tx1"/>
                          </a:solidFill>
                        </a:rPr>
                        <a:t>정산 관리</a:t>
                      </a:r>
                    </a:p>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1511029761"/>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표 63">
            <a:extLst>
              <a:ext uri="{FF2B5EF4-FFF2-40B4-BE49-F238E27FC236}">
                <a16:creationId xmlns:a16="http://schemas.microsoft.com/office/drawing/2014/main" id="{098932DA-971B-4D08-A1B6-3DAEBBECF1D1}"/>
              </a:ext>
            </a:extLst>
          </p:cNvPr>
          <p:cNvGraphicFramePr>
            <a:graphicFrameLocks noGrp="1"/>
          </p:cNvGraphicFramePr>
          <p:nvPr>
            <p:extLst>
              <p:ext uri="{D42A27DB-BD31-4B8C-83A1-F6EECF244321}">
                <p14:modId xmlns:p14="http://schemas.microsoft.com/office/powerpoint/2010/main" val="1978499939"/>
              </p:ext>
            </p:extLst>
          </p:nvPr>
        </p:nvGraphicFramePr>
        <p:xfrm>
          <a:off x="286121" y="574545"/>
          <a:ext cx="9550337" cy="228600"/>
        </p:xfrm>
        <a:graphic>
          <a:graphicData uri="http://schemas.openxmlformats.org/drawingml/2006/table">
            <a:tbl>
              <a:tblPr firstRow="1" bandRow="1">
                <a:tableStyleId>{5940675A-B579-460E-94D1-54222C63F5DA}</a:tableStyleId>
              </a:tblPr>
              <a:tblGrid>
                <a:gridCol w="1578190">
                  <a:extLst>
                    <a:ext uri="{9D8B030D-6E8A-4147-A177-3AD203B41FA5}">
                      <a16:colId xmlns:a16="http://schemas.microsoft.com/office/drawing/2014/main" val="3701388552"/>
                    </a:ext>
                  </a:extLst>
                </a:gridCol>
                <a:gridCol w="7972147">
                  <a:extLst>
                    <a:ext uri="{9D8B030D-6E8A-4147-A177-3AD203B41FA5}">
                      <a16:colId xmlns:a16="http://schemas.microsoft.com/office/drawing/2014/main" val="339215266"/>
                    </a:ext>
                  </a:extLst>
                </a:gridCol>
              </a:tblGrid>
              <a:tr h="0">
                <a:tc>
                  <a:txBody>
                    <a:bodyPr/>
                    <a:lstStyle/>
                    <a:p>
                      <a:pPr latinLnBrk="1"/>
                      <a:r>
                        <a:rPr lang="ko-KR" altLang="en-US" sz="900" dirty="0"/>
                        <a:t>정산 자료</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bl>
          </a:graphicData>
        </a:graphic>
      </p:graphicFrame>
      <p:sp>
        <p:nvSpPr>
          <p:cNvPr id="5" name="직사각형 4">
            <a:extLst>
              <a:ext uri="{FF2B5EF4-FFF2-40B4-BE49-F238E27FC236}">
                <a16:creationId xmlns:a16="http://schemas.microsoft.com/office/drawing/2014/main" id="{362986B3-062B-4084-A701-39F23D9FCB42}"/>
              </a:ext>
            </a:extLst>
          </p:cNvPr>
          <p:cNvSpPr/>
          <p:nvPr/>
        </p:nvSpPr>
        <p:spPr>
          <a:xfrm>
            <a:off x="3622831" y="593061"/>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6" name="직사각형 5">
            <a:extLst>
              <a:ext uri="{FF2B5EF4-FFF2-40B4-BE49-F238E27FC236}">
                <a16:creationId xmlns:a16="http://schemas.microsoft.com/office/drawing/2014/main" id="{08617F4B-2120-4B0C-A0C8-6AE6D5C7C76F}"/>
              </a:ext>
            </a:extLst>
          </p:cNvPr>
          <p:cNvSpPr/>
          <p:nvPr/>
        </p:nvSpPr>
        <p:spPr>
          <a:xfrm>
            <a:off x="1950534" y="605200"/>
            <a:ext cx="1531623" cy="17314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기간을 선택하여 주세요    ▼</a:t>
            </a:r>
            <a:endParaRPr lang="en-US" altLang="ko-KR" sz="800" dirty="0">
              <a:solidFill>
                <a:schemeClr val="tx1"/>
              </a:solidFill>
            </a:endParaRPr>
          </a:p>
        </p:txBody>
      </p:sp>
      <p:sp>
        <p:nvSpPr>
          <p:cNvPr id="10" name="직사각형 9">
            <a:extLst>
              <a:ext uri="{FF2B5EF4-FFF2-40B4-BE49-F238E27FC236}">
                <a16:creationId xmlns:a16="http://schemas.microsoft.com/office/drawing/2014/main" id="{AEEE68FC-D15C-4D24-B470-2BAF5FFE0EE5}"/>
              </a:ext>
            </a:extLst>
          </p:cNvPr>
          <p:cNvSpPr/>
          <p:nvPr/>
        </p:nvSpPr>
        <p:spPr>
          <a:xfrm>
            <a:off x="2064169" y="1976475"/>
            <a:ext cx="5994240" cy="1689999"/>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lnSpc>
                <a:spcPct val="150000"/>
              </a:lnSpc>
            </a:pPr>
            <a:endParaRPr lang="en-US" altLang="ko-KR" sz="900" dirty="0">
              <a:solidFill>
                <a:schemeClr val="tx1"/>
              </a:solidFill>
            </a:endParaRPr>
          </a:p>
          <a:p>
            <a:pPr algn="ctr">
              <a:lnSpc>
                <a:spcPct val="150000"/>
              </a:lnSpc>
            </a:pPr>
            <a:endParaRPr lang="en-US" altLang="ko-KR" sz="900" dirty="0">
              <a:solidFill>
                <a:schemeClr val="tx1"/>
              </a:solidFill>
            </a:endParaRPr>
          </a:p>
          <a:p>
            <a:pPr algn="ctr">
              <a:lnSpc>
                <a:spcPct val="150000"/>
              </a:lnSpc>
            </a:pPr>
            <a:endParaRPr lang="en-US" altLang="ko-KR" sz="900" dirty="0">
              <a:solidFill>
                <a:schemeClr val="tx1"/>
              </a:solidFill>
            </a:endParaRPr>
          </a:p>
          <a:p>
            <a:pPr algn="ctr">
              <a:lnSpc>
                <a:spcPct val="150000"/>
              </a:lnSpc>
            </a:pPr>
            <a:r>
              <a:rPr lang="ko-KR" altLang="en-US" sz="1100" dirty="0">
                <a:solidFill>
                  <a:schemeClr val="tx1"/>
                </a:solidFill>
              </a:rPr>
              <a:t>정산 기간을 선택해 주십시오</a:t>
            </a:r>
            <a:endParaRPr lang="en-US" altLang="ko-KR" sz="1100" dirty="0">
              <a:solidFill>
                <a:schemeClr val="tx1"/>
              </a:solidFill>
            </a:endParaRPr>
          </a:p>
        </p:txBody>
      </p:sp>
      <p:sp>
        <p:nvSpPr>
          <p:cNvPr id="13" name="TextBox 12"/>
          <p:cNvSpPr txBox="1"/>
          <p:nvPr/>
        </p:nvSpPr>
        <p:spPr>
          <a:xfrm>
            <a:off x="286121" y="833800"/>
            <a:ext cx="9550337" cy="215444"/>
          </a:xfrm>
          <a:prstGeom prst="rect">
            <a:avLst/>
          </a:prstGeom>
          <a:noFill/>
        </p:spPr>
        <p:txBody>
          <a:bodyPr wrap="square" rtlCol="0">
            <a:spAutoFit/>
          </a:bodyPr>
          <a:lstStyle/>
          <a:p>
            <a:r>
              <a:rPr lang="en-US" altLang="ko-KR" sz="800" dirty="0">
                <a:solidFill>
                  <a:srgbClr val="FF0000"/>
                </a:solidFill>
              </a:rPr>
              <a:t>* </a:t>
            </a:r>
            <a:r>
              <a:rPr lang="ko-KR" altLang="en-US" sz="800" dirty="0">
                <a:solidFill>
                  <a:srgbClr val="FF0000"/>
                </a:solidFill>
              </a:rPr>
              <a:t>당월부터 </a:t>
            </a:r>
            <a:r>
              <a:rPr lang="en-US" altLang="ko-KR" sz="800" dirty="0">
                <a:solidFill>
                  <a:srgbClr val="FF0000"/>
                </a:solidFill>
              </a:rPr>
              <a:t>1</a:t>
            </a:r>
            <a:r>
              <a:rPr lang="ko-KR" altLang="en-US" sz="800" dirty="0">
                <a:solidFill>
                  <a:srgbClr val="FF0000"/>
                </a:solidFill>
              </a:rPr>
              <a:t>년 이내의 정산 건에 한하여 </a:t>
            </a:r>
            <a:r>
              <a:rPr lang="en-US" altLang="ko-KR" sz="800" dirty="0">
                <a:solidFill>
                  <a:srgbClr val="FF0000"/>
                </a:solidFill>
              </a:rPr>
              <a:t>1</a:t>
            </a:r>
            <a:r>
              <a:rPr lang="ko-KR" altLang="en-US" sz="800" dirty="0">
                <a:solidFill>
                  <a:srgbClr val="FF0000"/>
                </a:solidFill>
              </a:rPr>
              <a:t>개월 범위로만 검색이 가능 합니다</a:t>
            </a:r>
            <a:r>
              <a:rPr lang="en-US" altLang="ko-KR" sz="800" dirty="0">
                <a:solidFill>
                  <a:srgbClr val="FF0000"/>
                </a:solidFill>
              </a:rPr>
              <a:t>.</a:t>
            </a:r>
            <a:endParaRPr lang="ko-KR" altLang="en-US" sz="800" dirty="0">
              <a:solidFill>
                <a:srgbClr val="FF0000"/>
              </a:solidFill>
            </a:endParaRPr>
          </a:p>
        </p:txBody>
      </p:sp>
      <p:graphicFrame>
        <p:nvGraphicFramePr>
          <p:cNvPr id="14" name="표 13">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3297790520"/>
              </p:ext>
            </p:extLst>
          </p:nvPr>
        </p:nvGraphicFramePr>
        <p:xfrm>
          <a:off x="10171774" y="22159"/>
          <a:ext cx="1979018" cy="132691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RF-02-08-01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marL="0" indent="0" algn="l" latinLnBrk="1">
                        <a:buFontTx/>
                        <a:buNone/>
                      </a:pPr>
                      <a:r>
                        <a:rPr lang="ko-KR" altLang="en-US" sz="800" dirty="0"/>
                        <a:t>정산 관리</a:t>
                      </a:r>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정산 관리</a:t>
                      </a:r>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algn="l" latinLnBrk="1"/>
                      <a:r>
                        <a:rPr lang="ko-KR" altLang="en-US" sz="800" dirty="0"/>
                        <a:t>정산 관리 화면</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bl>
          </a:graphicData>
        </a:graphic>
      </p:graphicFrame>
      <p:graphicFrame>
        <p:nvGraphicFramePr>
          <p:cNvPr id="11" name="표 10">
            <a:extLst>
              <a:ext uri="{FF2B5EF4-FFF2-40B4-BE49-F238E27FC236}">
                <a16:creationId xmlns:a16="http://schemas.microsoft.com/office/drawing/2014/main" id="{9AA923D2-C687-4261-8D39-F501966C69DD}"/>
              </a:ext>
            </a:extLst>
          </p:cNvPr>
          <p:cNvGraphicFramePr>
            <a:graphicFrameLocks noGrp="1"/>
          </p:cNvGraphicFramePr>
          <p:nvPr>
            <p:extLst>
              <p:ext uri="{D42A27DB-BD31-4B8C-83A1-F6EECF244321}">
                <p14:modId xmlns:p14="http://schemas.microsoft.com/office/powerpoint/2010/main" val="2253543947"/>
              </p:ext>
            </p:extLst>
          </p:nvPr>
        </p:nvGraphicFramePr>
        <p:xfrm>
          <a:off x="344479" y="4824537"/>
          <a:ext cx="9491979" cy="640080"/>
        </p:xfrm>
        <a:graphic>
          <a:graphicData uri="http://schemas.openxmlformats.org/drawingml/2006/table">
            <a:tbl>
              <a:tblPr firstRow="1" bandRow="1">
                <a:tableStyleId>{5C22544A-7EE6-4342-B048-85BDC9FD1C3A}</a:tableStyleId>
              </a:tblPr>
              <a:tblGrid>
                <a:gridCol w="1146970">
                  <a:extLst>
                    <a:ext uri="{9D8B030D-6E8A-4147-A177-3AD203B41FA5}">
                      <a16:colId xmlns:a16="http://schemas.microsoft.com/office/drawing/2014/main" val="20000"/>
                    </a:ext>
                  </a:extLst>
                </a:gridCol>
                <a:gridCol w="4918229">
                  <a:extLst>
                    <a:ext uri="{9D8B030D-6E8A-4147-A177-3AD203B41FA5}">
                      <a16:colId xmlns:a16="http://schemas.microsoft.com/office/drawing/2014/main" val="20001"/>
                    </a:ext>
                  </a:extLst>
                </a:gridCol>
                <a:gridCol w="2050741">
                  <a:extLst>
                    <a:ext uri="{9D8B030D-6E8A-4147-A177-3AD203B41FA5}">
                      <a16:colId xmlns:a16="http://schemas.microsoft.com/office/drawing/2014/main" val="4010982125"/>
                    </a:ext>
                  </a:extLst>
                </a:gridCol>
                <a:gridCol w="1376039">
                  <a:extLst>
                    <a:ext uri="{9D8B030D-6E8A-4147-A177-3AD203B41FA5}">
                      <a16:colId xmlns:a16="http://schemas.microsoft.com/office/drawing/2014/main" val="2646234070"/>
                    </a:ext>
                  </a:extLst>
                </a:gridCol>
              </a:tblGrid>
              <a:tr h="0">
                <a:tc>
                  <a:txBody>
                    <a:bodyPr/>
                    <a:lstStyle/>
                    <a:p>
                      <a:pPr algn="ctr" latinLnBrk="1"/>
                      <a:r>
                        <a:rPr lang="ko-KR" altLang="en-US" sz="800" b="0" dirty="0">
                          <a:solidFill>
                            <a:schemeClr val="tx1"/>
                          </a:solidFill>
                        </a:rPr>
                        <a:t>집행일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집행 내역</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첨부자료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1"/>
                  </a:ext>
                </a:extLst>
              </a:tr>
              <a:tr h="0">
                <a:tc>
                  <a:txBody>
                    <a:bodyPr/>
                    <a:lstStyle/>
                    <a:p>
                      <a:pPr latinLnBrk="1"/>
                      <a:r>
                        <a:rPr lang="en-US" altLang="ko-KR" sz="800" b="0" dirty="0">
                          <a:solidFill>
                            <a:schemeClr val="tx1"/>
                          </a:solidFill>
                        </a:rPr>
                        <a:t>2025. 12. 13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12</a:t>
                      </a:r>
                      <a:r>
                        <a:rPr lang="ko-KR" altLang="en-US" sz="800" b="0" i="0" u="none" strike="noStrike" dirty="0">
                          <a:solidFill>
                            <a:srgbClr val="000000"/>
                          </a:solidFill>
                          <a:effectLst/>
                          <a:latin typeface="+mn-lt"/>
                        </a:rPr>
                        <a:t>월 중간 </a:t>
                      </a:r>
                      <a:r>
                        <a:rPr lang="ko-KR" altLang="en-US" sz="800" b="0" i="0" u="none" strike="noStrike" dirty="0" err="1">
                          <a:solidFill>
                            <a:srgbClr val="000000"/>
                          </a:solidFill>
                          <a:effectLst/>
                          <a:latin typeface="+mn-lt"/>
                        </a:rPr>
                        <a:t>정산분</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1,660,332,000 </a:t>
                      </a:r>
                      <a:r>
                        <a:rPr lang="ko-KR" altLang="en-US" sz="800" b="0" i="0" u="none" strike="noStrike" dirty="0">
                          <a:solidFill>
                            <a:schemeClr val="tx1"/>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1213.xlsx</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latinLnBrk="1"/>
                      <a:r>
                        <a:rPr lang="en-US" altLang="ko-KR" sz="800" b="0" dirty="0">
                          <a:solidFill>
                            <a:schemeClr val="tx1"/>
                          </a:solidFill>
                        </a:rPr>
                        <a:t>2025.</a:t>
                      </a:r>
                      <a:r>
                        <a:rPr lang="en-US" altLang="ko-KR" sz="800" b="0" baseline="0" dirty="0">
                          <a:solidFill>
                            <a:schemeClr val="tx1"/>
                          </a:solidFill>
                        </a:rPr>
                        <a:t> 12. 01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11</a:t>
                      </a:r>
                      <a:r>
                        <a:rPr lang="ko-KR" altLang="en-US" sz="800" b="0" i="0" u="none" strike="noStrike" dirty="0">
                          <a:solidFill>
                            <a:srgbClr val="000000"/>
                          </a:solidFill>
                          <a:effectLst/>
                          <a:latin typeface="+mn-lt"/>
                        </a:rPr>
                        <a:t>월 </a:t>
                      </a:r>
                      <a:r>
                        <a:rPr lang="ko-KR" altLang="en-US" sz="800" b="0" i="0" u="none" strike="noStrike" dirty="0" err="1">
                          <a:solidFill>
                            <a:srgbClr val="000000"/>
                          </a:solidFill>
                          <a:effectLst/>
                          <a:latin typeface="+mn-lt"/>
                        </a:rPr>
                        <a:t>미정산분</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632,000 </a:t>
                      </a:r>
                      <a:r>
                        <a:rPr lang="ko-KR" altLang="en-US" sz="800" b="0" i="0" u="none" strike="noStrike" dirty="0">
                          <a:solidFill>
                            <a:schemeClr val="tx1"/>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1201.xlsx</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12" name="TextBox 11">
            <a:extLst>
              <a:ext uri="{FF2B5EF4-FFF2-40B4-BE49-F238E27FC236}">
                <a16:creationId xmlns:a16="http://schemas.microsoft.com/office/drawing/2014/main" id="{495E566B-5BC8-471D-A29A-BA5C68BAC937}"/>
              </a:ext>
            </a:extLst>
          </p:cNvPr>
          <p:cNvSpPr txBox="1"/>
          <p:nvPr/>
        </p:nvSpPr>
        <p:spPr>
          <a:xfrm>
            <a:off x="286121" y="4593705"/>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정산 집행 현황</a:t>
            </a:r>
            <a:endParaRPr lang="ko-KR" altLang="en-US" sz="900" dirty="0"/>
          </a:p>
        </p:txBody>
      </p:sp>
    </p:spTree>
    <p:extLst>
      <p:ext uri="{BB962C8B-B14F-4D97-AF65-F5344CB8AC3E}">
        <p14:creationId xmlns:p14="http://schemas.microsoft.com/office/powerpoint/2010/main" val="2906813912"/>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표 63">
            <a:extLst>
              <a:ext uri="{FF2B5EF4-FFF2-40B4-BE49-F238E27FC236}">
                <a16:creationId xmlns:a16="http://schemas.microsoft.com/office/drawing/2014/main" id="{098932DA-971B-4D08-A1B6-3DAEBBECF1D1}"/>
              </a:ext>
            </a:extLst>
          </p:cNvPr>
          <p:cNvGraphicFramePr>
            <a:graphicFrameLocks noGrp="1"/>
          </p:cNvGraphicFramePr>
          <p:nvPr/>
        </p:nvGraphicFramePr>
        <p:xfrm>
          <a:off x="286121" y="574545"/>
          <a:ext cx="9550337" cy="228600"/>
        </p:xfrm>
        <a:graphic>
          <a:graphicData uri="http://schemas.openxmlformats.org/drawingml/2006/table">
            <a:tbl>
              <a:tblPr firstRow="1" bandRow="1">
                <a:tableStyleId>{5940675A-B579-460E-94D1-54222C63F5DA}</a:tableStyleId>
              </a:tblPr>
              <a:tblGrid>
                <a:gridCol w="1578190">
                  <a:extLst>
                    <a:ext uri="{9D8B030D-6E8A-4147-A177-3AD203B41FA5}">
                      <a16:colId xmlns:a16="http://schemas.microsoft.com/office/drawing/2014/main" val="3701388552"/>
                    </a:ext>
                  </a:extLst>
                </a:gridCol>
                <a:gridCol w="7972147">
                  <a:extLst>
                    <a:ext uri="{9D8B030D-6E8A-4147-A177-3AD203B41FA5}">
                      <a16:colId xmlns:a16="http://schemas.microsoft.com/office/drawing/2014/main" val="339215266"/>
                    </a:ext>
                  </a:extLst>
                </a:gridCol>
              </a:tblGrid>
              <a:tr h="0">
                <a:tc>
                  <a:txBody>
                    <a:bodyPr/>
                    <a:lstStyle/>
                    <a:p>
                      <a:pPr latinLnBrk="1"/>
                      <a:r>
                        <a:rPr lang="ko-KR" altLang="en-US" sz="900" dirty="0"/>
                        <a:t>정산 자료</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bl>
          </a:graphicData>
        </a:graphic>
      </p:graphicFrame>
      <p:sp>
        <p:nvSpPr>
          <p:cNvPr id="5" name="직사각형 4">
            <a:extLst>
              <a:ext uri="{FF2B5EF4-FFF2-40B4-BE49-F238E27FC236}">
                <a16:creationId xmlns:a16="http://schemas.microsoft.com/office/drawing/2014/main" id="{362986B3-062B-4084-A701-39F23D9FCB42}"/>
              </a:ext>
            </a:extLst>
          </p:cNvPr>
          <p:cNvSpPr/>
          <p:nvPr/>
        </p:nvSpPr>
        <p:spPr>
          <a:xfrm>
            <a:off x="3622831" y="593061"/>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6" name="직사각형 5">
            <a:extLst>
              <a:ext uri="{FF2B5EF4-FFF2-40B4-BE49-F238E27FC236}">
                <a16:creationId xmlns:a16="http://schemas.microsoft.com/office/drawing/2014/main" id="{08617F4B-2120-4B0C-A0C8-6AE6D5C7C76F}"/>
              </a:ext>
            </a:extLst>
          </p:cNvPr>
          <p:cNvSpPr/>
          <p:nvPr/>
        </p:nvSpPr>
        <p:spPr>
          <a:xfrm>
            <a:off x="1950534" y="605200"/>
            <a:ext cx="1531623" cy="17314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기간을 선택하여 주세요    ▼</a:t>
            </a:r>
            <a:endParaRPr lang="en-US" altLang="ko-KR" sz="800" dirty="0">
              <a:solidFill>
                <a:schemeClr val="tx1"/>
              </a:solidFill>
            </a:endParaRPr>
          </a:p>
        </p:txBody>
      </p:sp>
      <p:sp>
        <p:nvSpPr>
          <p:cNvPr id="10" name="직사각형 9">
            <a:extLst>
              <a:ext uri="{FF2B5EF4-FFF2-40B4-BE49-F238E27FC236}">
                <a16:creationId xmlns:a16="http://schemas.microsoft.com/office/drawing/2014/main" id="{AEEE68FC-D15C-4D24-B470-2BAF5FFE0EE5}"/>
              </a:ext>
            </a:extLst>
          </p:cNvPr>
          <p:cNvSpPr/>
          <p:nvPr/>
        </p:nvSpPr>
        <p:spPr>
          <a:xfrm>
            <a:off x="2061850" y="1976474"/>
            <a:ext cx="5994240" cy="1689999"/>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lnSpc>
                <a:spcPct val="150000"/>
              </a:lnSpc>
            </a:pPr>
            <a:endParaRPr lang="en-US" altLang="ko-KR" sz="900" dirty="0">
              <a:solidFill>
                <a:schemeClr val="tx1"/>
              </a:solidFill>
            </a:endParaRPr>
          </a:p>
          <a:p>
            <a:pPr algn="ctr">
              <a:lnSpc>
                <a:spcPct val="150000"/>
              </a:lnSpc>
            </a:pPr>
            <a:endParaRPr lang="en-US" altLang="ko-KR" sz="900" dirty="0">
              <a:solidFill>
                <a:schemeClr val="tx1"/>
              </a:solidFill>
            </a:endParaRPr>
          </a:p>
          <a:p>
            <a:pPr algn="ctr">
              <a:lnSpc>
                <a:spcPct val="150000"/>
              </a:lnSpc>
            </a:pPr>
            <a:endParaRPr lang="en-US" altLang="ko-KR" sz="900" dirty="0">
              <a:solidFill>
                <a:schemeClr val="tx1"/>
              </a:solidFill>
            </a:endParaRPr>
          </a:p>
          <a:p>
            <a:pPr algn="ctr">
              <a:lnSpc>
                <a:spcPct val="150000"/>
              </a:lnSpc>
            </a:pPr>
            <a:r>
              <a:rPr lang="ko-KR" altLang="en-US" sz="1100" dirty="0">
                <a:solidFill>
                  <a:schemeClr val="tx1"/>
                </a:solidFill>
              </a:rPr>
              <a:t>정산 기간을 선택해 주십시오</a:t>
            </a:r>
            <a:endParaRPr lang="en-US" altLang="ko-KR" sz="1100" dirty="0">
              <a:solidFill>
                <a:schemeClr val="tx1"/>
              </a:solidFill>
            </a:endParaRPr>
          </a:p>
        </p:txBody>
      </p:sp>
      <p:sp>
        <p:nvSpPr>
          <p:cNvPr id="13" name="TextBox 12"/>
          <p:cNvSpPr txBox="1"/>
          <p:nvPr/>
        </p:nvSpPr>
        <p:spPr>
          <a:xfrm>
            <a:off x="286121" y="833800"/>
            <a:ext cx="9550337" cy="215444"/>
          </a:xfrm>
          <a:prstGeom prst="rect">
            <a:avLst/>
          </a:prstGeom>
          <a:noFill/>
        </p:spPr>
        <p:txBody>
          <a:bodyPr wrap="square" rtlCol="0">
            <a:spAutoFit/>
          </a:bodyPr>
          <a:lstStyle/>
          <a:p>
            <a:r>
              <a:rPr lang="en-US" altLang="ko-KR" sz="800" dirty="0">
                <a:solidFill>
                  <a:srgbClr val="FF0000"/>
                </a:solidFill>
              </a:rPr>
              <a:t>* </a:t>
            </a:r>
            <a:r>
              <a:rPr lang="ko-KR" altLang="en-US" sz="800" dirty="0">
                <a:solidFill>
                  <a:srgbClr val="FF0000"/>
                </a:solidFill>
              </a:rPr>
              <a:t>당월부터 </a:t>
            </a:r>
            <a:r>
              <a:rPr lang="en-US" altLang="ko-KR" sz="800" dirty="0">
                <a:solidFill>
                  <a:srgbClr val="FF0000"/>
                </a:solidFill>
              </a:rPr>
              <a:t>1</a:t>
            </a:r>
            <a:r>
              <a:rPr lang="ko-KR" altLang="en-US" sz="800" dirty="0">
                <a:solidFill>
                  <a:srgbClr val="FF0000"/>
                </a:solidFill>
              </a:rPr>
              <a:t>년 이내의 정산 건에 한하여 </a:t>
            </a:r>
            <a:r>
              <a:rPr lang="en-US" altLang="ko-KR" sz="800" dirty="0">
                <a:solidFill>
                  <a:srgbClr val="FF0000"/>
                </a:solidFill>
              </a:rPr>
              <a:t>1</a:t>
            </a:r>
            <a:r>
              <a:rPr lang="ko-KR" altLang="en-US" sz="800" dirty="0">
                <a:solidFill>
                  <a:srgbClr val="FF0000"/>
                </a:solidFill>
              </a:rPr>
              <a:t>개월 범위로만 검색이 가능 합니다</a:t>
            </a:r>
            <a:r>
              <a:rPr lang="en-US" altLang="ko-KR" sz="800" dirty="0">
                <a:solidFill>
                  <a:srgbClr val="FF0000"/>
                </a:solidFill>
              </a:rPr>
              <a:t>.</a:t>
            </a:r>
            <a:endParaRPr lang="ko-KR" altLang="en-US" sz="800" dirty="0">
              <a:solidFill>
                <a:srgbClr val="FF0000"/>
              </a:solidFill>
            </a:endParaRPr>
          </a:p>
        </p:txBody>
      </p:sp>
      <p:graphicFrame>
        <p:nvGraphicFramePr>
          <p:cNvPr id="14" name="표 13">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2041988444"/>
              </p:ext>
            </p:extLst>
          </p:nvPr>
        </p:nvGraphicFramePr>
        <p:xfrm>
          <a:off x="10171774" y="22159"/>
          <a:ext cx="1979018" cy="2728992"/>
        </p:xfrm>
        <a:graphic>
          <a:graphicData uri="http://schemas.openxmlformats.org/drawingml/2006/table">
            <a:tbl>
              <a:tblPr firstRow="1" bandRow="1">
                <a:tableStyleId>{5940675A-B579-460E-94D1-54222C63F5DA}</a:tableStyleId>
              </a:tblPr>
              <a:tblGrid>
                <a:gridCol w="587962">
                  <a:extLst>
                    <a:ext uri="{9D8B030D-6E8A-4147-A177-3AD203B41FA5}">
                      <a16:colId xmlns:a16="http://schemas.microsoft.com/office/drawing/2014/main" val="2768186151"/>
                    </a:ext>
                  </a:extLst>
                </a:gridCol>
                <a:gridCol w="237127">
                  <a:extLst>
                    <a:ext uri="{9D8B030D-6E8A-4147-A177-3AD203B41FA5}">
                      <a16:colId xmlns:a16="http://schemas.microsoft.com/office/drawing/2014/main" val="3978135536"/>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RF-02-08-01-1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정산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정산 관리</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기간 선택 영역 활성화 시 보여지는 화면</a:t>
                      </a:r>
                    </a:p>
                  </a:txBody>
                  <a:tcPr anchor="ctr">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latinLnBrk="1"/>
                      <a:r>
                        <a:rPr lang="ko-KR" altLang="en-US" sz="800" dirty="0">
                          <a:solidFill>
                            <a:schemeClr val="tx1"/>
                          </a:solidFill>
                        </a:rPr>
                        <a:t>당월부터 </a:t>
                      </a:r>
                      <a:r>
                        <a:rPr lang="en-US" altLang="ko-KR" sz="800" dirty="0">
                          <a:solidFill>
                            <a:schemeClr val="tx1"/>
                          </a:solidFill>
                        </a:rPr>
                        <a:t>1</a:t>
                      </a:r>
                      <a:r>
                        <a:rPr lang="ko-KR" altLang="en-US" sz="800" dirty="0">
                          <a:solidFill>
                            <a:schemeClr val="tx1"/>
                          </a:solidFill>
                        </a:rPr>
                        <a:t>년 이내의 정산 건에 한하여 </a:t>
                      </a:r>
                      <a:r>
                        <a:rPr lang="en-US" altLang="ko-KR" sz="800" dirty="0">
                          <a:solidFill>
                            <a:schemeClr val="tx1"/>
                          </a:solidFill>
                        </a:rPr>
                        <a:t>1</a:t>
                      </a:r>
                      <a:r>
                        <a:rPr lang="ko-KR" altLang="en-US" sz="800" dirty="0">
                          <a:solidFill>
                            <a:schemeClr val="tx1"/>
                          </a:solidFill>
                        </a:rPr>
                        <a:t>개월 범위로만 검색이 가능 합니다</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175826750"/>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latinLnBrk="1"/>
                      <a:r>
                        <a:rPr lang="ko-KR" altLang="en-US" sz="800" dirty="0">
                          <a:solidFill>
                            <a:schemeClr val="tx1"/>
                          </a:solidFill>
                        </a:rPr>
                        <a:t>총괄관리자가 관리자 영역에서 입력한 집행현황내역이 출력된다</a:t>
                      </a:r>
                      <a:r>
                        <a:rPr lang="en-US" altLang="ko-KR" sz="800" dirty="0">
                          <a:solidFill>
                            <a:schemeClr val="tx1"/>
                          </a:solidFill>
                        </a:rPr>
                        <a:t>.</a:t>
                      </a:r>
                      <a:br>
                        <a:rPr lang="en-US" altLang="ko-KR" sz="800" dirty="0">
                          <a:solidFill>
                            <a:schemeClr val="tx1"/>
                          </a:solidFill>
                        </a:rPr>
                      </a:br>
                      <a:br>
                        <a:rPr lang="en-US" altLang="ko-KR" sz="800" dirty="0">
                          <a:solidFill>
                            <a:schemeClr val="tx1"/>
                          </a:solidFill>
                        </a:rPr>
                      </a:br>
                      <a:r>
                        <a:rPr lang="ko-KR" altLang="en-US" sz="800" dirty="0">
                          <a:solidFill>
                            <a:schemeClr val="tx1"/>
                          </a:solidFill>
                        </a:rPr>
                        <a:t>정산 자료의 년</a:t>
                      </a:r>
                      <a:r>
                        <a:rPr lang="en-US" altLang="ko-KR" sz="800" dirty="0">
                          <a:solidFill>
                            <a:schemeClr val="tx1"/>
                          </a:solidFill>
                        </a:rPr>
                        <a:t>/</a:t>
                      </a:r>
                      <a:r>
                        <a:rPr lang="ko-KR" altLang="en-US" sz="800" dirty="0">
                          <a:solidFill>
                            <a:schemeClr val="tx1"/>
                          </a:solidFill>
                        </a:rPr>
                        <a:t>월에 관련된 자료만 출력된다</a:t>
                      </a:r>
                      <a:r>
                        <a:rPr lang="en-US" altLang="ko-KR" sz="800" dirty="0">
                          <a:solidFill>
                            <a:schemeClr val="tx1"/>
                          </a:solidFill>
                        </a:rPr>
                        <a:t>.</a:t>
                      </a:r>
                      <a:endParaRPr lang="ko-KR" altLang="en-US" sz="80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109039723"/>
                  </a:ext>
                </a:extLst>
              </a:tr>
            </a:tbl>
          </a:graphicData>
        </a:graphic>
      </p:graphicFrame>
      <p:sp>
        <p:nvSpPr>
          <p:cNvPr id="8" name="직사각형 7">
            <a:extLst>
              <a:ext uri="{FF2B5EF4-FFF2-40B4-BE49-F238E27FC236}">
                <a16:creationId xmlns:a16="http://schemas.microsoft.com/office/drawing/2014/main" id="{AEEE68FC-D15C-4D24-B470-2BAF5FFE0EE5}"/>
              </a:ext>
            </a:extLst>
          </p:cNvPr>
          <p:cNvSpPr/>
          <p:nvPr/>
        </p:nvSpPr>
        <p:spPr>
          <a:xfrm>
            <a:off x="1950534" y="803147"/>
            <a:ext cx="1531623" cy="90236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nSpc>
                <a:spcPct val="150000"/>
              </a:lnSpc>
            </a:pPr>
            <a:r>
              <a:rPr lang="en-US" altLang="ko-KR" sz="900" dirty="0">
                <a:solidFill>
                  <a:schemeClr val="tx1"/>
                </a:solidFill>
              </a:rPr>
              <a:t>2025</a:t>
            </a:r>
            <a:r>
              <a:rPr lang="ko-KR" altLang="en-US" sz="900" dirty="0">
                <a:solidFill>
                  <a:schemeClr val="tx1"/>
                </a:solidFill>
              </a:rPr>
              <a:t>년 </a:t>
            </a:r>
            <a:r>
              <a:rPr lang="en-US" altLang="ko-KR" sz="900" dirty="0">
                <a:solidFill>
                  <a:schemeClr val="tx1"/>
                </a:solidFill>
              </a:rPr>
              <a:t>12</a:t>
            </a:r>
            <a:r>
              <a:rPr lang="ko-KR" altLang="en-US" sz="900" dirty="0">
                <a:solidFill>
                  <a:schemeClr val="tx1"/>
                </a:solidFill>
              </a:rPr>
              <a:t>월</a:t>
            </a:r>
            <a:endParaRPr lang="en-US" altLang="ko-KR" sz="900" dirty="0">
              <a:solidFill>
                <a:schemeClr val="tx1"/>
              </a:solidFill>
            </a:endParaRPr>
          </a:p>
          <a:p>
            <a:pPr>
              <a:lnSpc>
                <a:spcPct val="150000"/>
              </a:lnSpc>
            </a:pPr>
            <a:r>
              <a:rPr lang="en-US" altLang="ko-KR" sz="900" dirty="0">
                <a:solidFill>
                  <a:schemeClr val="tx1"/>
                </a:solidFill>
              </a:rPr>
              <a:t>2025</a:t>
            </a:r>
            <a:r>
              <a:rPr lang="ko-KR" altLang="en-US" sz="900" dirty="0">
                <a:solidFill>
                  <a:schemeClr val="tx1"/>
                </a:solidFill>
              </a:rPr>
              <a:t>년 </a:t>
            </a:r>
            <a:r>
              <a:rPr lang="en-US" altLang="ko-KR" sz="900" dirty="0">
                <a:solidFill>
                  <a:schemeClr val="tx1"/>
                </a:solidFill>
              </a:rPr>
              <a:t>11</a:t>
            </a:r>
            <a:r>
              <a:rPr lang="ko-KR" altLang="en-US" sz="900" dirty="0">
                <a:solidFill>
                  <a:schemeClr val="tx1"/>
                </a:solidFill>
              </a:rPr>
              <a:t>월</a:t>
            </a:r>
            <a:endParaRPr lang="en-US" altLang="ko-KR" sz="900" dirty="0">
              <a:solidFill>
                <a:schemeClr val="tx1"/>
              </a:solidFill>
            </a:endParaRPr>
          </a:p>
          <a:p>
            <a:pPr>
              <a:lnSpc>
                <a:spcPct val="150000"/>
              </a:lnSpc>
            </a:pPr>
            <a:r>
              <a:rPr lang="en-US" altLang="ko-KR" sz="900" dirty="0">
                <a:solidFill>
                  <a:schemeClr val="tx1"/>
                </a:solidFill>
              </a:rPr>
              <a:t>2025</a:t>
            </a:r>
            <a:r>
              <a:rPr lang="ko-KR" altLang="en-US" sz="900" dirty="0">
                <a:solidFill>
                  <a:schemeClr val="tx1"/>
                </a:solidFill>
              </a:rPr>
              <a:t>년 </a:t>
            </a:r>
            <a:r>
              <a:rPr lang="en-US" altLang="ko-KR" sz="900" dirty="0">
                <a:solidFill>
                  <a:schemeClr val="tx1"/>
                </a:solidFill>
              </a:rPr>
              <a:t>10</a:t>
            </a:r>
            <a:r>
              <a:rPr lang="ko-KR" altLang="en-US" sz="900" dirty="0">
                <a:solidFill>
                  <a:schemeClr val="tx1"/>
                </a:solidFill>
              </a:rPr>
              <a:t>월</a:t>
            </a:r>
            <a:endParaRPr lang="en-US" altLang="ko-KR" sz="900" dirty="0">
              <a:solidFill>
                <a:schemeClr val="tx1"/>
              </a:solidFill>
            </a:endParaRPr>
          </a:p>
        </p:txBody>
      </p:sp>
      <p:sp>
        <p:nvSpPr>
          <p:cNvPr id="9" name="직사각형 8">
            <a:extLst>
              <a:ext uri="{FF2B5EF4-FFF2-40B4-BE49-F238E27FC236}">
                <a16:creationId xmlns:a16="http://schemas.microsoft.com/office/drawing/2014/main" id="{635726F2-4D48-4692-B294-D14FD0D43A39}"/>
              </a:ext>
            </a:extLst>
          </p:cNvPr>
          <p:cNvSpPr/>
          <p:nvPr/>
        </p:nvSpPr>
        <p:spPr>
          <a:xfrm>
            <a:off x="1950533" y="574546"/>
            <a:ext cx="1531623" cy="1130970"/>
          </a:xfrm>
          <a:prstGeom prst="rect">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 name="TextBox 10">
            <a:extLst>
              <a:ext uri="{FF2B5EF4-FFF2-40B4-BE49-F238E27FC236}">
                <a16:creationId xmlns:a16="http://schemas.microsoft.com/office/drawing/2014/main" id="{A8AE54C7-2E56-4CCA-BDE4-F58376E3FDA5}"/>
              </a:ext>
            </a:extLst>
          </p:cNvPr>
          <p:cNvSpPr txBox="1"/>
          <p:nvPr/>
        </p:nvSpPr>
        <p:spPr>
          <a:xfrm>
            <a:off x="1809858" y="464033"/>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graphicFrame>
        <p:nvGraphicFramePr>
          <p:cNvPr id="16" name="표 15">
            <a:extLst>
              <a:ext uri="{FF2B5EF4-FFF2-40B4-BE49-F238E27FC236}">
                <a16:creationId xmlns:a16="http://schemas.microsoft.com/office/drawing/2014/main" id="{9AA923D2-C687-4261-8D39-F501966C69DD}"/>
              </a:ext>
            </a:extLst>
          </p:cNvPr>
          <p:cNvGraphicFramePr>
            <a:graphicFrameLocks noGrp="1"/>
          </p:cNvGraphicFramePr>
          <p:nvPr>
            <p:extLst>
              <p:ext uri="{D42A27DB-BD31-4B8C-83A1-F6EECF244321}">
                <p14:modId xmlns:p14="http://schemas.microsoft.com/office/powerpoint/2010/main" val="2122255313"/>
              </p:ext>
            </p:extLst>
          </p:nvPr>
        </p:nvGraphicFramePr>
        <p:xfrm>
          <a:off x="344479" y="4824537"/>
          <a:ext cx="9491979" cy="640080"/>
        </p:xfrm>
        <a:graphic>
          <a:graphicData uri="http://schemas.openxmlformats.org/drawingml/2006/table">
            <a:tbl>
              <a:tblPr firstRow="1" bandRow="1">
                <a:tableStyleId>{5C22544A-7EE6-4342-B048-85BDC9FD1C3A}</a:tableStyleId>
              </a:tblPr>
              <a:tblGrid>
                <a:gridCol w="1146970">
                  <a:extLst>
                    <a:ext uri="{9D8B030D-6E8A-4147-A177-3AD203B41FA5}">
                      <a16:colId xmlns:a16="http://schemas.microsoft.com/office/drawing/2014/main" val="20000"/>
                    </a:ext>
                  </a:extLst>
                </a:gridCol>
                <a:gridCol w="5363523">
                  <a:extLst>
                    <a:ext uri="{9D8B030D-6E8A-4147-A177-3AD203B41FA5}">
                      <a16:colId xmlns:a16="http://schemas.microsoft.com/office/drawing/2014/main" val="20001"/>
                    </a:ext>
                  </a:extLst>
                </a:gridCol>
                <a:gridCol w="1605447">
                  <a:extLst>
                    <a:ext uri="{9D8B030D-6E8A-4147-A177-3AD203B41FA5}">
                      <a16:colId xmlns:a16="http://schemas.microsoft.com/office/drawing/2014/main" val="4010982125"/>
                    </a:ext>
                  </a:extLst>
                </a:gridCol>
                <a:gridCol w="1376039">
                  <a:extLst>
                    <a:ext uri="{9D8B030D-6E8A-4147-A177-3AD203B41FA5}">
                      <a16:colId xmlns:a16="http://schemas.microsoft.com/office/drawing/2014/main" val="2646234070"/>
                    </a:ext>
                  </a:extLst>
                </a:gridCol>
              </a:tblGrid>
              <a:tr h="0">
                <a:tc>
                  <a:txBody>
                    <a:bodyPr/>
                    <a:lstStyle/>
                    <a:p>
                      <a:pPr algn="ctr" latinLnBrk="1"/>
                      <a:r>
                        <a:rPr lang="ko-KR" altLang="en-US" sz="800" b="0" dirty="0">
                          <a:solidFill>
                            <a:schemeClr val="tx1"/>
                          </a:solidFill>
                        </a:rPr>
                        <a:t>집행일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집행 내역</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첨부자료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1"/>
                  </a:ext>
                </a:extLst>
              </a:tr>
              <a:tr h="0">
                <a:tc>
                  <a:txBody>
                    <a:bodyPr/>
                    <a:lstStyle/>
                    <a:p>
                      <a:pPr latinLnBrk="1"/>
                      <a:r>
                        <a:rPr lang="en-US" altLang="ko-KR" sz="800" b="0" dirty="0">
                          <a:solidFill>
                            <a:schemeClr val="tx1"/>
                          </a:solidFill>
                        </a:rPr>
                        <a:t>2025. 12. 13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12</a:t>
                      </a:r>
                      <a:r>
                        <a:rPr lang="ko-KR" altLang="en-US" sz="800" b="0" i="0" u="none" strike="noStrike" dirty="0">
                          <a:solidFill>
                            <a:srgbClr val="000000"/>
                          </a:solidFill>
                          <a:effectLst/>
                          <a:latin typeface="+mn-lt"/>
                        </a:rPr>
                        <a:t>월 중간 </a:t>
                      </a:r>
                      <a:r>
                        <a:rPr lang="ko-KR" altLang="en-US" sz="800" b="0" i="0" u="none" strike="noStrike" dirty="0" err="1">
                          <a:solidFill>
                            <a:srgbClr val="000000"/>
                          </a:solidFill>
                          <a:effectLst/>
                          <a:latin typeface="+mn-lt"/>
                        </a:rPr>
                        <a:t>정산분</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1,660,332,000 </a:t>
                      </a:r>
                      <a:r>
                        <a:rPr lang="ko-KR" altLang="en-US" sz="800" b="0" i="0" u="none" strike="noStrike" dirty="0">
                          <a:solidFill>
                            <a:schemeClr val="tx1"/>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1213.xlsx</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latinLnBrk="1"/>
                      <a:r>
                        <a:rPr lang="en-US" altLang="ko-KR" sz="800" b="0" dirty="0">
                          <a:solidFill>
                            <a:schemeClr val="tx1"/>
                          </a:solidFill>
                        </a:rPr>
                        <a:t>2025.</a:t>
                      </a:r>
                      <a:r>
                        <a:rPr lang="en-US" altLang="ko-KR" sz="800" b="0" baseline="0" dirty="0">
                          <a:solidFill>
                            <a:schemeClr val="tx1"/>
                          </a:solidFill>
                        </a:rPr>
                        <a:t> 12. 01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11</a:t>
                      </a:r>
                      <a:r>
                        <a:rPr lang="ko-KR" altLang="en-US" sz="800" b="0" i="0" u="none" strike="noStrike" dirty="0">
                          <a:solidFill>
                            <a:srgbClr val="000000"/>
                          </a:solidFill>
                          <a:effectLst/>
                          <a:latin typeface="+mn-lt"/>
                        </a:rPr>
                        <a:t>월 </a:t>
                      </a:r>
                      <a:r>
                        <a:rPr lang="ko-KR" altLang="en-US" sz="800" b="0" i="0" u="none" strike="noStrike" dirty="0" err="1">
                          <a:solidFill>
                            <a:srgbClr val="000000"/>
                          </a:solidFill>
                          <a:effectLst/>
                          <a:latin typeface="+mn-lt"/>
                        </a:rPr>
                        <a:t>미정산분</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632,000 </a:t>
                      </a:r>
                      <a:r>
                        <a:rPr lang="ko-KR" altLang="en-US" sz="800" b="0" i="0" u="none" strike="noStrike" dirty="0">
                          <a:solidFill>
                            <a:schemeClr val="tx1"/>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1201.xlsx</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17" name="TextBox 16">
            <a:extLst>
              <a:ext uri="{FF2B5EF4-FFF2-40B4-BE49-F238E27FC236}">
                <a16:creationId xmlns:a16="http://schemas.microsoft.com/office/drawing/2014/main" id="{495E566B-5BC8-471D-A29A-BA5C68BAC937}"/>
              </a:ext>
            </a:extLst>
          </p:cNvPr>
          <p:cNvSpPr txBox="1"/>
          <p:nvPr/>
        </p:nvSpPr>
        <p:spPr>
          <a:xfrm>
            <a:off x="286121" y="4593705"/>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정산 집행 현황</a:t>
            </a:r>
            <a:endParaRPr lang="ko-KR" altLang="en-US" sz="900" dirty="0"/>
          </a:p>
        </p:txBody>
      </p:sp>
      <p:sp>
        <p:nvSpPr>
          <p:cNvPr id="15" name="TextBox 14">
            <a:extLst>
              <a:ext uri="{FF2B5EF4-FFF2-40B4-BE49-F238E27FC236}">
                <a16:creationId xmlns:a16="http://schemas.microsoft.com/office/drawing/2014/main" id="{CD04C948-0B36-4922-B948-53223BFC4DEF}"/>
              </a:ext>
            </a:extLst>
          </p:cNvPr>
          <p:cNvSpPr txBox="1"/>
          <p:nvPr/>
        </p:nvSpPr>
        <p:spPr>
          <a:xfrm>
            <a:off x="344479" y="4362873"/>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3399925093"/>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표 13">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3162734816"/>
              </p:ext>
            </p:extLst>
          </p:nvPr>
        </p:nvGraphicFramePr>
        <p:xfrm>
          <a:off x="10171774" y="22159"/>
          <a:ext cx="1979018" cy="3430032"/>
        </p:xfrm>
        <a:graphic>
          <a:graphicData uri="http://schemas.openxmlformats.org/drawingml/2006/table">
            <a:tbl>
              <a:tblPr firstRow="1" bandRow="1">
                <a:tableStyleId>{5940675A-B579-460E-94D1-54222C63F5DA}</a:tableStyleId>
              </a:tblPr>
              <a:tblGrid>
                <a:gridCol w="587962">
                  <a:extLst>
                    <a:ext uri="{9D8B030D-6E8A-4147-A177-3AD203B41FA5}">
                      <a16:colId xmlns:a16="http://schemas.microsoft.com/office/drawing/2014/main" val="2768186151"/>
                    </a:ext>
                  </a:extLst>
                </a:gridCol>
                <a:gridCol w="237127">
                  <a:extLst>
                    <a:ext uri="{9D8B030D-6E8A-4147-A177-3AD203B41FA5}">
                      <a16:colId xmlns:a16="http://schemas.microsoft.com/office/drawing/2014/main" val="3978135536"/>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RF-02-08-01-2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정산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정산 관리</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정산 기간을 선택할 경우 표시되는 화면</a:t>
                      </a:r>
                    </a:p>
                  </a:txBody>
                  <a:tcPr anchor="ctr">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latinLnBrk="1"/>
                      <a:r>
                        <a:rPr lang="ko-KR" altLang="en-US" sz="800" dirty="0">
                          <a:solidFill>
                            <a:schemeClr val="tx1"/>
                          </a:solidFill>
                        </a:rPr>
                        <a:t>구매확정인 주문서의 정산을 정산월을 기준으로 금액을 합산한 내역을 표시한다</a:t>
                      </a:r>
                      <a:r>
                        <a:rPr lang="en-US" altLang="ko-KR" sz="800" dirty="0">
                          <a:solidFill>
                            <a:schemeClr val="tx1"/>
                          </a:solidFill>
                        </a:rPr>
                        <a:t>.</a:t>
                      </a:r>
                      <a:endParaRPr lang="ko-KR" altLang="en-US" sz="80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175826750"/>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latinLnBrk="1"/>
                      <a:r>
                        <a:rPr lang="ko-KR" altLang="en-US" sz="800" dirty="0">
                          <a:solidFill>
                            <a:schemeClr val="tx1"/>
                          </a:solidFill>
                        </a:rPr>
                        <a:t>공통</a:t>
                      </a:r>
                      <a:r>
                        <a:rPr lang="en-US" altLang="ko-KR" sz="800" dirty="0">
                          <a:solidFill>
                            <a:schemeClr val="tx1"/>
                          </a:solidFill>
                        </a:rPr>
                        <a:t>PG</a:t>
                      </a:r>
                      <a:r>
                        <a:rPr lang="ko-KR" altLang="en-US" sz="800" dirty="0">
                          <a:solidFill>
                            <a:schemeClr val="tx1"/>
                          </a:solidFill>
                        </a:rPr>
                        <a:t>를 이용한 주문에서 반품 또는 교환일 경우 발생되는 배송비 내역을 표시</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84642132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solidFill>
                            <a:schemeClr val="tx1"/>
                          </a:solidFill>
                        </a:rPr>
                        <a:t>총괄관리자가 관리자 영역에서 입력한 집행현황내역이 출력된다</a:t>
                      </a:r>
                      <a:r>
                        <a:rPr lang="en-US" altLang="ko-KR" sz="800" dirty="0">
                          <a:solidFill>
                            <a:schemeClr val="tx1"/>
                          </a:solidFill>
                        </a:rPr>
                        <a:t>.</a:t>
                      </a:r>
                      <a:br>
                        <a:rPr lang="en-US" altLang="ko-KR" sz="800" dirty="0">
                          <a:solidFill>
                            <a:schemeClr val="tx1"/>
                          </a:solidFill>
                        </a:rPr>
                      </a:br>
                      <a:br>
                        <a:rPr lang="en-US" altLang="ko-KR" sz="800" dirty="0">
                          <a:solidFill>
                            <a:schemeClr val="tx1"/>
                          </a:solidFill>
                        </a:rPr>
                      </a:br>
                      <a:r>
                        <a:rPr lang="ko-KR" altLang="en-US" sz="800" dirty="0">
                          <a:solidFill>
                            <a:schemeClr val="tx1"/>
                          </a:solidFill>
                        </a:rPr>
                        <a:t>정산 자료의 년</a:t>
                      </a:r>
                      <a:r>
                        <a:rPr lang="en-US" altLang="ko-KR" sz="800" dirty="0">
                          <a:solidFill>
                            <a:schemeClr val="tx1"/>
                          </a:solidFill>
                        </a:rPr>
                        <a:t>/</a:t>
                      </a:r>
                      <a:r>
                        <a:rPr lang="ko-KR" altLang="en-US" sz="800" dirty="0">
                          <a:solidFill>
                            <a:schemeClr val="tx1"/>
                          </a:solidFill>
                        </a:rPr>
                        <a:t>월에 관련된 자료만 출력된다</a:t>
                      </a:r>
                      <a:r>
                        <a:rPr lang="en-US" altLang="ko-KR" sz="800" dirty="0">
                          <a:solidFill>
                            <a:schemeClr val="tx1"/>
                          </a:solidFill>
                        </a:rPr>
                        <a:t>.</a:t>
                      </a:r>
                      <a:endParaRPr lang="ko-KR" altLang="en-US" sz="80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705649519"/>
                  </a:ext>
                </a:extLst>
              </a:tr>
            </a:tbl>
          </a:graphicData>
        </a:graphic>
      </p:graphicFrame>
      <p:sp>
        <p:nvSpPr>
          <p:cNvPr id="46" name="TextBox 45">
            <a:extLst>
              <a:ext uri="{FF2B5EF4-FFF2-40B4-BE49-F238E27FC236}">
                <a16:creationId xmlns:a16="http://schemas.microsoft.com/office/drawing/2014/main" id="{68FDAE31-2F4C-49A0-B6B4-C4268BAB8607}"/>
              </a:ext>
            </a:extLst>
          </p:cNvPr>
          <p:cNvSpPr txBox="1"/>
          <p:nvPr/>
        </p:nvSpPr>
        <p:spPr>
          <a:xfrm>
            <a:off x="92484" y="1172728"/>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47" name="TextBox 46">
            <a:extLst>
              <a:ext uri="{FF2B5EF4-FFF2-40B4-BE49-F238E27FC236}">
                <a16:creationId xmlns:a16="http://schemas.microsoft.com/office/drawing/2014/main" id="{B7702664-263D-4AA0-8FF2-04C524B5DDA0}"/>
              </a:ext>
            </a:extLst>
          </p:cNvPr>
          <p:cNvSpPr txBox="1"/>
          <p:nvPr/>
        </p:nvSpPr>
        <p:spPr>
          <a:xfrm>
            <a:off x="92484" y="2237682"/>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48" name="TextBox 47">
            <a:extLst>
              <a:ext uri="{FF2B5EF4-FFF2-40B4-BE49-F238E27FC236}">
                <a16:creationId xmlns:a16="http://schemas.microsoft.com/office/drawing/2014/main" id="{1890186B-F1DC-43A9-BE78-6F8BCAE9F874}"/>
              </a:ext>
            </a:extLst>
          </p:cNvPr>
          <p:cNvSpPr txBox="1"/>
          <p:nvPr/>
        </p:nvSpPr>
        <p:spPr>
          <a:xfrm>
            <a:off x="92484" y="3429000"/>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Tree>
    <p:extLst>
      <p:ext uri="{BB962C8B-B14F-4D97-AF65-F5344CB8AC3E}">
        <p14:creationId xmlns:p14="http://schemas.microsoft.com/office/powerpoint/2010/main" val="2054446935"/>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표 13">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3336304343"/>
              </p:ext>
            </p:extLst>
          </p:nvPr>
        </p:nvGraphicFramePr>
        <p:xfrm>
          <a:off x="10171774" y="22159"/>
          <a:ext cx="1979018" cy="1875552"/>
        </p:xfrm>
        <a:graphic>
          <a:graphicData uri="http://schemas.openxmlformats.org/drawingml/2006/table">
            <a:tbl>
              <a:tblPr firstRow="1" bandRow="1">
                <a:tableStyleId>{5940675A-B579-460E-94D1-54222C63F5DA}</a:tableStyleId>
              </a:tblPr>
              <a:tblGrid>
                <a:gridCol w="587962">
                  <a:extLst>
                    <a:ext uri="{9D8B030D-6E8A-4147-A177-3AD203B41FA5}">
                      <a16:colId xmlns:a16="http://schemas.microsoft.com/office/drawing/2014/main" val="2768186151"/>
                    </a:ext>
                  </a:extLst>
                </a:gridCol>
                <a:gridCol w="237127">
                  <a:extLst>
                    <a:ext uri="{9D8B030D-6E8A-4147-A177-3AD203B41FA5}">
                      <a16:colId xmlns:a16="http://schemas.microsoft.com/office/drawing/2014/main" val="3978135536"/>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RF-02-08-01-3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정산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정산 관리</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정산 엑셀 상세 내용이 표시되는 화면</a:t>
                      </a:r>
                    </a:p>
                  </a:txBody>
                  <a:tcPr anchor="ctr">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latinLnBrk="1"/>
                      <a:r>
                        <a:rPr lang="ko-KR" altLang="en-US" sz="800" dirty="0">
                          <a:solidFill>
                            <a:schemeClr val="tx1"/>
                          </a:solidFill>
                        </a:rPr>
                        <a:t>엑셀을 클릭하면 상세내용이 엑셀로 출력된다</a:t>
                      </a:r>
                      <a:r>
                        <a:rPr lang="en-US" altLang="ko-KR" sz="800" dirty="0">
                          <a:solidFill>
                            <a:schemeClr val="tx1"/>
                          </a:solidFill>
                        </a:rPr>
                        <a:t>.</a:t>
                      </a:r>
                      <a:endParaRPr lang="ko-KR" altLang="en-US" sz="80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175826750"/>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latinLnBrk="1"/>
                      <a:r>
                        <a:rPr lang="ko-KR" altLang="en-US" sz="800" dirty="0">
                          <a:solidFill>
                            <a:schemeClr val="tx1"/>
                          </a:solidFill>
                        </a:rPr>
                        <a:t>엑셀로 출력되는 예시</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846421324"/>
                  </a:ext>
                </a:extLst>
              </a:tr>
            </a:tbl>
          </a:graphicData>
        </a:graphic>
      </p:graphicFrame>
      <p:sp>
        <p:nvSpPr>
          <p:cNvPr id="2" name="직사각형 1">
            <a:extLst>
              <a:ext uri="{FF2B5EF4-FFF2-40B4-BE49-F238E27FC236}">
                <a16:creationId xmlns:a16="http://schemas.microsoft.com/office/drawing/2014/main" id="{A6BA14E8-21C6-49EB-8654-6EFC22E576ED}"/>
              </a:ext>
            </a:extLst>
          </p:cNvPr>
          <p:cNvSpPr/>
          <p:nvPr/>
        </p:nvSpPr>
        <p:spPr>
          <a:xfrm>
            <a:off x="-1057524" y="1844385"/>
            <a:ext cx="11084174" cy="205451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3" name="표 2">
            <a:extLst>
              <a:ext uri="{FF2B5EF4-FFF2-40B4-BE49-F238E27FC236}">
                <a16:creationId xmlns:a16="http://schemas.microsoft.com/office/drawing/2014/main" id="{0F7953AD-577E-42A1-A922-07D50C2B6FD1}"/>
              </a:ext>
            </a:extLst>
          </p:cNvPr>
          <p:cNvGraphicFramePr>
            <a:graphicFrameLocks noGrp="1"/>
          </p:cNvGraphicFramePr>
          <p:nvPr>
            <p:extLst>
              <p:ext uri="{D42A27DB-BD31-4B8C-83A1-F6EECF244321}">
                <p14:modId xmlns:p14="http://schemas.microsoft.com/office/powerpoint/2010/main" val="2436629076"/>
              </p:ext>
            </p:extLst>
          </p:nvPr>
        </p:nvGraphicFramePr>
        <p:xfrm>
          <a:off x="-824188" y="2019631"/>
          <a:ext cx="10679538" cy="1706880"/>
        </p:xfrm>
        <a:graphic>
          <a:graphicData uri="http://schemas.openxmlformats.org/drawingml/2006/table">
            <a:tbl>
              <a:tblPr firstRow="1" bandRow="1">
                <a:tableStyleId>{5C22544A-7EE6-4342-B048-85BDC9FD1C3A}</a:tableStyleId>
              </a:tblPr>
              <a:tblGrid>
                <a:gridCol w="1175562">
                  <a:extLst>
                    <a:ext uri="{9D8B030D-6E8A-4147-A177-3AD203B41FA5}">
                      <a16:colId xmlns:a16="http://schemas.microsoft.com/office/drawing/2014/main" val="909228187"/>
                    </a:ext>
                  </a:extLst>
                </a:gridCol>
                <a:gridCol w="863665">
                  <a:extLst>
                    <a:ext uri="{9D8B030D-6E8A-4147-A177-3AD203B41FA5}">
                      <a16:colId xmlns:a16="http://schemas.microsoft.com/office/drawing/2014/main" val="817552706"/>
                    </a:ext>
                  </a:extLst>
                </a:gridCol>
                <a:gridCol w="633762">
                  <a:extLst>
                    <a:ext uri="{9D8B030D-6E8A-4147-A177-3AD203B41FA5}">
                      <a16:colId xmlns:a16="http://schemas.microsoft.com/office/drawing/2014/main" val="1612772529"/>
                    </a:ext>
                  </a:extLst>
                </a:gridCol>
                <a:gridCol w="602386">
                  <a:extLst>
                    <a:ext uri="{9D8B030D-6E8A-4147-A177-3AD203B41FA5}">
                      <a16:colId xmlns:a16="http://schemas.microsoft.com/office/drawing/2014/main" val="2886351684"/>
                    </a:ext>
                  </a:extLst>
                </a:gridCol>
                <a:gridCol w="602386">
                  <a:extLst>
                    <a:ext uri="{9D8B030D-6E8A-4147-A177-3AD203B41FA5}">
                      <a16:colId xmlns:a16="http://schemas.microsoft.com/office/drawing/2014/main" val="3017944777"/>
                    </a:ext>
                  </a:extLst>
                </a:gridCol>
                <a:gridCol w="571823">
                  <a:extLst>
                    <a:ext uri="{9D8B030D-6E8A-4147-A177-3AD203B41FA5}">
                      <a16:colId xmlns:a16="http://schemas.microsoft.com/office/drawing/2014/main" val="105306053"/>
                    </a:ext>
                  </a:extLst>
                </a:gridCol>
                <a:gridCol w="773633">
                  <a:extLst>
                    <a:ext uri="{9D8B030D-6E8A-4147-A177-3AD203B41FA5}">
                      <a16:colId xmlns:a16="http://schemas.microsoft.com/office/drawing/2014/main" val="3973707325"/>
                    </a:ext>
                  </a:extLst>
                </a:gridCol>
                <a:gridCol w="530868">
                  <a:extLst>
                    <a:ext uri="{9D8B030D-6E8A-4147-A177-3AD203B41FA5}">
                      <a16:colId xmlns:a16="http://schemas.microsoft.com/office/drawing/2014/main" val="3255865371"/>
                    </a:ext>
                  </a:extLst>
                </a:gridCol>
                <a:gridCol w="530868">
                  <a:extLst>
                    <a:ext uri="{9D8B030D-6E8A-4147-A177-3AD203B41FA5}">
                      <a16:colId xmlns:a16="http://schemas.microsoft.com/office/drawing/2014/main" val="3786641999"/>
                    </a:ext>
                  </a:extLst>
                </a:gridCol>
                <a:gridCol w="633762">
                  <a:extLst>
                    <a:ext uri="{9D8B030D-6E8A-4147-A177-3AD203B41FA5}">
                      <a16:colId xmlns:a16="http://schemas.microsoft.com/office/drawing/2014/main" val="3608659381"/>
                    </a:ext>
                  </a:extLst>
                </a:gridCol>
                <a:gridCol w="800417">
                  <a:extLst>
                    <a:ext uri="{9D8B030D-6E8A-4147-A177-3AD203B41FA5}">
                      <a16:colId xmlns:a16="http://schemas.microsoft.com/office/drawing/2014/main" val="3087197216"/>
                    </a:ext>
                  </a:extLst>
                </a:gridCol>
                <a:gridCol w="530868">
                  <a:extLst>
                    <a:ext uri="{9D8B030D-6E8A-4147-A177-3AD203B41FA5}">
                      <a16:colId xmlns:a16="http://schemas.microsoft.com/office/drawing/2014/main" val="3778572038"/>
                    </a:ext>
                  </a:extLst>
                </a:gridCol>
                <a:gridCol w="427975">
                  <a:extLst>
                    <a:ext uri="{9D8B030D-6E8A-4147-A177-3AD203B41FA5}">
                      <a16:colId xmlns:a16="http://schemas.microsoft.com/office/drawing/2014/main" val="3923647308"/>
                    </a:ext>
                  </a:extLst>
                </a:gridCol>
                <a:gridCol w="427975">
                  <a:extLst>
                    <a:ext uri="{9D8B030D-6E8A-4147-A177-3AD203B41FA5}">
                      <a16:colId xmlns:a16="http://schemas.microsoft.com/office/drawing/2014/main" val="2083370963"/>
                    </a:ext>
                  </a:extLst>
                </a:gridCol>
                <a:gridCol w="736656">
                  <a:extLst>
                    <a:ext uri="{9D8B030D-6E8A-4147-A177-3AD203B41FA5}">
                      <a16:colId xmlns:a16="http://schemas.microsoft.com/office/drawing/2014/main" val="4255377130"/>
                    </a:ext>
                  </a:extLst>
                </a:gridCol>
                <a:gridCol w="836932">
                  <a:extLst>
                    <a:ext uri="{9D8B030D-6E8A-4147-A177-3AD203B41FA5}">
                      <a16:colId xmlns:a16="http://schemas.microsoft.com/office/drawing/2014/main" val="1062420576"/>
                    </a:ext>
                  </a:extLst>
                </a:gridCol>
              </a:tblGrid>
              <a:tr h="0">
                <a:tc rowSpan="2">
                  <a:txBody>
                    <a:bodyPr/>
                    <a:lstStyle/>
                    <a:p>
                      <a:pPr algn="ctr" latinLnBrk="1"/>
                      <a:r>
                        <a:rPr lang="ko-KR" altLang="en-US" sz="800" b="1" dirty="0">
                          <a:solidFill>
                            <a:schemeClr val="tx1"/>
                          </a:solidFill>
                        </a:rPr>
                        <a:t>등록일</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주문번호</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주문유형</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상품유형</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구분</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2">
                  <a:txBody>
                    <a:bodyPr/>
                    <a:lstStyle/>
                    <a:p>
                      <a:pPr algn="ctr" latinLnBrk="1"/>
                      <a:r>
                        <a:rPr lang="ko-KR" altLang="en-US" sz="800" b="1" dirty="0">
                          <a:solidFill>
                            <a:schemeClr val="tx1"/>
                          </a:solidFill>
                        </a:rPr>
                        <a:t>결제비용</a:t>
                      </a: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endParaRPr lang="ko-KR" altLang="en-US" sz="800" b="1" dirty="0">
                        <a:solidFill>
                          <a:schemeClr val="tx1"/>
                        </a:solidFill>
                      </a:endParaRP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3">
                  <a:txBody>
                    <a:bodyPr/>
                    <a:lstStyle/>
                    <a:p>
                      <a:pPr algn="ctr" latinLnBrk="1"/>
                      <a:r>
                        <a:rPr lang="ko-KR" altLang="en-US" sz="800" b="1" dirty="0">
                          <a:solidFill>
                            <a:schemeClr val="tx1"/>
                          </a:solidFill>
                        </a:rPr>
                        <a:t>채널매출</a:t>
                      </a: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endParaRPr lang="ko-KR" altLang="en-US" sz="800" b="1" dirty="0">
                        <a:solidFill>
                          <a:schemeClr val="tx1"/>
                        </a:solidFill>
                      </a:endParaRP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endParaRPr lang="ko-KR" altLang="en-US" sz="800" b="1" dirty="0">
                        <a:solidFill>
                          <a:schemeClr val="tx1"/>
                        </a:solidFill>
                      </a:endParaRP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2">
                  <a:txBody>
                    <a:bodyPr/>
                    <a:lstStyle/>
                    <a:p>
                      <a:pPr algn="ctr" latinLnBrk="1"/>
                      <a:r>
                        <a:rPr lang="ko-KR" altLang="en-US" sz="800" b="1" dirty="0">
                          <a:solidFill>
                            <a:schemeClr val="tx1"/>
                          </a:solidFill>
                        </a:rPr>
                        <a:t>채널매입</a:t>
                      </a: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endParaRPr lang="ko-KR" altLang="en-US" sz="800" b="1" dirty="0">
                        <a:solidFill>
                          <a:schemeClr val="tx1"/>
                        </a:solidFill>
                      </a:endParaRP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2">
                  <a:txBody>
                    <a:bodyPr/>
                    <a:lstStyle/>
                    <a:p>
                      <a:pPr algn="ctr" latinLnBrk="1"/>
                      <a:r>
                        <a:rPr lang="en-US" altLang="ko-KR" sz="800" b="1" dirty="0">
                          <a:solidFill>
                            <a:schemeClr val="tx1"/>
                          </a:solidFill>
                        </a:rPr>
                        <a:t>SMS</a:t>
                      </a:r>
                      <a:r>
                        <a:rPr lang="ko-KR" altLang="en-US" sz="800" b="1" dirty="0">
                          <a:solidFill>
                            <a:schemeClr val="tx1"/>
                          </a:solidFill>
                        </a:rPr>
                        <a:t>수수료</a:t>
                      </a: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r>
                        <a:rPr lang="en-US" altLang="ko-KR" sz="800" b="1" dirty="0">
                          <a:solidFill>
                            <a:schemeClr val="tx1"/>
                          </a:solidFill>
                        </a:rPr>
                        <a:t>SMS</a:t>
                      </a:r>
                      <a:r>
                        <a:rPr lang="ko-KR" altLang="en-US" sz="800" b="1" dirty="0">
                          <a:solidFill>
                            <a:schemeClr val="tx1"/>
                          </a:solidFill>
                        </a:rPr>
                        <a:t>수수료</a:t>
                      </a: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rowSpan="2">
                  <a:txBody>
                    <a:bodyPr/>
                    <a:lstStyle/>
                    <a:p>
                      <a:pPr algn="ctr" latinLnBrk="1"/>
                      <a:r>
                        <a:rPr lang="ko-KR" altLang="en-US" sz="800" b="1" dirty="0">
                          <a:solidFill>
                            <a:schemeClr val="tx1"/>
                          </a:solidFill>
                        </a:rPr>
                        <a:t>제공포인트</a:t>
                      </a: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rowSpan="2">
                  <a:txBody>
                    <a:bodyPr/>
                    <a:lstStyle/>
                    <a:p>
                      <a:pPr algn="ctr" latinLnBrk="1"/>
                      <a:r>
                        <a:rPr lang="ko-KR" altLang="en-US" sz="800" b="1" dirty="0">
                          <a:solidFill>
                            <a:schemeClr val="tx1"/>
                          </a:solidFill>
                        </a:rPr>
                        <a:t>정산비용</a:t>
                      </a: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18788801"/>
                  </a:ext>
                </a:extLst>
              </a:tr>
              <a:tr h="0">
                <a:tc vMerge="1">
                  <a:txBody>
                    <a:bodyPr/>
                    <a:lstStyle/>
                    <a:p>
                      <a:pPr algn="ctr" latinLnBrk="1"/>
                      <a:r>
                        <a:rPr lang="ko-KR" altLang="en-US" sz="800" b="1" dirty="0">
                          <a:solidFill>
                            <a:schemeClr val="tx1"/>
                          </a:solidFill>
                        </a:rPr>
                        <a:t>등록일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lumMod val="95000"/>
                      </a:schemeClr>
                    </a:solidFill>
                  </a:tcPr>
                </a:tc>
                <a:tc vMerge="1">
                  <a:txBody>
                    <a:bodyPr/>
                    <a:lstStyle/>
                    <a:p>
                      <a:pPr algn="ctr" latinLnBrk="1"/>
                      <a:r>
                        <a:rPr lang="ko-KR" altLang="en-US" sz="800" b="1" dirty="0">
                          <a:solidFill>
                            <a:schemeClr val="tx1"/>
                          </a:solidFill>
                        </a:rPr>
                        <a:t>주문번호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lumMod val="95000"/>
                      </a:schemeClr>
                    </a:solidFill>
                  </a:tcPr>
                </a:tc>
                <a:tc vMerge="1">
                  <a:txBody>
                    <a:bodyPr/>
                    <a:lstStyle/>
                    <a:p>
                      <a:pPr algn="ctr" latinLnBrk="1"/>
                      <a:r>
                        <a:rPr lang="ko-KR" altLang="en-US" sz="800" b="1" dirty="0">
                          <a:solidFill>
                            <a:schemeClr val="tx1"/>
                          </a:solidFill>
                        </a:rPr>
                        <a:t>주문유형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algn="ctr" latinLnBrk="1"/>
                      <a:r>
                        <a:rPr lang="ko-KR" altLang="en-US" sz="800" b="1" dirty="0">
                          <a:solidFill>
                            <a:schemeClr val="tx1"/>
                          </a:solidFill>
                        </a:rPr>
                        <a:t>상품유형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algn="ctr" latinLnBrk="1"/>
                      <a:r>
                        <a:rPr lang="ko-KR" altLang="en-US" sz="800" b="1" dirty="0">
                          <a:solidFill>
                            <a:schemeClr val="tx1"/>
                          </a:solidFill>
                        </a:rPr>
                        <a:t>구분</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800" b="1" dirty="0">
                          <a:solidFill>
                            <a:schemeClr val="tx1"/>
                          </a:solidFill>
                        </a:rPr>
                        <a:t>PG </a:t>
                      </a:r>
                      <a:r>
                        <a:rPr lang="ko-KR" altLang="en-US" sz="800" b="1" dirty="0">
                          <a:solidFill>
                            <a:schemeClr val="tx1"/>
                          </a:solidFill>
                        </a:rPr>
                        <a:t>결제</a:t>
                      </a: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800" b="1" dirty="0">
                          <a:solidFill>
                            <a:schemeClr val="tx1"/>
                          </a:solidFill>
                        </a:rPr>
                        <a:t>포인트 결제</a:t>
                      </a: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800" b="1" dirty="0" err="1">
                          <a:solidFill>
                            <a:schemeClr val="tx1"/>
                          </a:solidFill>
                        </a:rPr>
                        <a:t>상품가</a:t>
                      </a:r>
                      <a:endParaRPr lang="ko-KR" altLang="en-US" sz="800" b="1" dirty="0">
                        <a:solidFill>
                          <a:schemeClr val="tx1"/>
                        </a:solidFill>
                      </a:endParaRP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800" b="1" dirty="0">
                          <a:solidFill>
                            <a:schemeClr val="tx1"/>
                          </a:solidFill>
                        </a:rPr>
                        <a:t>배송비</a:t>
                      </a: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800" b="1" dirty="0">
                          <a:solidFill>
                            <a:schemeClr val="tx1"/>
                          </a:solidFill>
                        </a:rPr>
                        <a:t>할인금액</a:t>
                      </a: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800" b="1" dirty="0">
                          <a:solidFill>
                            <a:schemeClr val="tx1"/>
                          </a:solidFill>
                        </a:rPr>
                        <a:t>상품</a:t>
                      </a:r>
                      <a:r>
                        <a:rPr lang="en-US" altLang="ko-KR" sz="800" b="1" dirty="0">
                          <a:solidFill>
                            <a:schemeClr val="tx1"/>
                          </a:solidFill>
                        </a:rPr>
                        <a:t>+</a:t>
                      </a:r>
                      <a:r>
                        <a:rPr lang="ko-KR" altLang="en-US" sz="800" b="1" dirty="0">
                          <a:solidFill>
                            <a:schemeClr val="tx1"/>
                          </a:solidFill>
                        </a:rPr>
                        <a:t>수수료</a:t>
                      </a: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800" b="1" dirty="0">
                          <a:solidFill>
                            <a:schemeClr val="tx1"/>
                          </a:solidFill>
                        </a:rPr>
                        <a:t>배송비</a:t>
                      </a: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800" b="1" dirty="0">
                          <a:solidFill>
                            <a:schemeClr val="tx1"/>
                          </a:solidFill>
                        </a:rPr>
                        <a:t>건수</a:t>
                      </a: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800" b="1" dirty="0">
                          <a:solidFill>
                            <a:schemeClr val="tx1"/>
                          </a:solidFill>
                        </a:rPr>
                        <a:t>비용</a:t>
                      </a: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vMerge="1">
                  <a:txBody>
                    <a:bodyPr/>
                    <a:lstStyle/>
                    <a:p>
                      <a:pPr algn="ctr" latinLnBrk="1"/>
                      <a:r>
                        <a:rPr lang="ko-KR" altLang="en-US" sz="800" b="1" dirty="0">
                          <a:solidFill>
                            <a:schemeClr val="tx1"/>
                          </a:solidFill>
                        </a:rPr>
                        <a:t>제공포인트</a:t>
                      </a: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vMerge="1">
                  <a:txBody>
                    <a:bodyPr/>
                    <a:lstStyle/>
                    <a:p>
                      <a:pPr algn="ctr" latinLnBrk="1"/>
                      <a:r>
                        <a:rPr lang="ko-KR" altLang="en-US" sz="800" b="1" dirty="0">
                          <a:solidFill>
                            <a:schemeClr val="tx1"/>
                          </a:solidFill>
                        </a:rPr>
                        <a:t>정산비용</a:t>
                      </a: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3283379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2026-10-10 00:00:00</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Me9-0002328</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일반</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상품판매</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9,500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3,000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10,000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2,900</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2026-10-10 00:00:00</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Me9-0002328</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일반</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공유</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상품판매</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15,500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13,000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2,360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13,140</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6392714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2026-10-10 00:00:00</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Me9-0002328</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일반</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공유</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위탁판매</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1,500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500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900</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8164227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2026-10-10 00:00:00</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Me9-0002328</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일반</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공유</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상품판매</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10,000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12,500</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6038322"/>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2026-10-10 00:00:00</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Me9-0002328</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일반</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공유</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위탁판매</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15,500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13,000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11,710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1,190</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399214508"/>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2026-10-10 00:00:00</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Me9-0002328</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공동구매</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상품판매</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7,500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3,000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10,000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580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500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9,320</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592530255"/>
                  </a:ext>
                </a:extLst>
              </a:tr>
            </a:tbl>
          </a:graphicData>
        </a:graphic>
      </p:graphicFrame>
      <p:sp>
        <p:nvSpPr>
          <p:cNvPr id="5" name="직사각형 4">
            <a:extLst>
              <a:ext uri="{FF2B5EF4-FFF2-40B4-BE49-F238E27FC236}">
                <a16:creationId xmlns:a16="http://schemas.microsoft.com/office/drawing/2014/main" id="{D29B2F35-0777-43C3-BF63-9647ECC6B29F}"/>
              </a:ext>
            </a:extLst>
          </p:cNvPr>
          <p:cNvSpPr/>
          <p:nvPr/>
        </p:nvSpPr>
        <p:spPr>
          <a:xfrm>
            <a:off x="-1057524" y="1844385"/>
            <a:ext cx="11084174" cy="2054515"/>
          </a:xfrm>
          <a:prstGeom prst="rect">
            <a:avLst/>
          </a:pr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타원 5">
            <a:extLst>
              <a:ext uri="{FF2B5EF4-FFF2-40B4-BE49-F238E27FC236}">
                <a16:creationId xmlns:a16="http://schemas.microsoft.com/office/drawing/2014/main" id="{F41BF113-0A8F-4F7D-AF00-01EBF00396B8}"/>
              </a:ext>
            </a:extLst>
          </p:cNvPr>
          <p:cNvSpPr/>
          <p:nvPr/>
        </p:nvSpPr>
        <p:spPr>
          <a:xfrm>
            <a:off x="1284579" y="1103877"/>
            <a:ext cx="897467"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 name="직선 화살표 연결선 6">
            <a:extLst>
              <a:ext uri="{FF2B5EF4-FFF2-40B4-BE49-F238E27FC236}">
                <a16:creationId xmlns:a16="http://schemas.microsoft.com/office/drawing/2014/main" id="{37FEB4C8-2151-49BF-8197-465B3BC7D167}"/>
              </a:ext>
            </a:extLst>
          </p:cNvPr>
          <p:cNvCxnSpPr>
            <a:cxnSpLocks/>
            <a:stCxn id="6" idx="4"/>
          </p:cNvCxnSpPr>
          <p:nvPr/>
        </p:nvCxnSpPr>
        <p:spPr>
          <a:xfrm>
            <a:off x="1733313" y="1547501"/>
            <a:ext cx="151453" cy="47213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4F7D33F7-7473-4C64-8F72-0B11344F14A0}"/>
              </a:ext>
            </a:extLst>
          </p:cNvPr>
          <p:cNvSpPr txBox="1"/>
          <p:nvPr/>
        </p:nvSpPr>
        <p:spPr>
          <a:xfrm>
            <a:off x="1258870" y="1024328"/>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10" name="TextBox 9">
            <a:extLst>
              <a:ext uri="{FF2B5EF4-FFF2-40B4-BE49-F238E27FC236}">
                <a16:creationId xmlns:a16="http://schemas.microsoft.com/office/drawing/2014/main" id="{DC24CCA5-5D5B-4F4C-B2CB-A0B312FEAD65}"/>
              </a:ext>
            </a:extLst>
          </p:cNvPr>
          <p:cNvSpPr txBox="1"/>
          <p:nvPr/>
        </p:nvSpPr>
        <p:spPr>
          <a:xfrm>
            <a:off x="-1149401" y="1745726"/>
            <a:ext cx="251992" cy="230832"/>
          </a:xfrm>
          <a:prstGeom prst="rect">
            <a:avLst/>
          </a:prstGeom>
          <a:solidFill>
            <a:srgbClr val="FF0000"/>
          </a:solidFill>
        </p:spPr>
        <p:txBody>
          <a:bodyPr wrap="square" rtlCol="0">
            <a:spAutoFit/>
          </a:bodyPr>
          <a:lstStyle/>
          <a:p>
            <a:r>
              <a:rPr lang="en-US" altLang="ko-KR" sz="900" b="1" dirty="0">
                <a:solidFill>
                  <a:schemeClr val="bg1"/>
                </a:solidFill>
              </a:rPr>
              <a:t>2</a:t>
            </a:r>
            <a:endParaRPr lang="ko-KR" altLang="en-US" sz="900" b="1" dirty="0">
              <a:solidFill>
                <a:schemeClr val="bg1"/>
              </a:solidFill>
            </a:endParaRPr>
          </a:p>
        </p:txBody>
      </p:sp>
      <p:sp>
        <p:nvSpPr>
          <p:cNvPr id="8" name="타원 7">
            <a:extLst>
              <a:ext uri="{FF2B5EF4-FFF2-40B4-BE49-F238E27FC236}">
                <a16:creationId xmlns:a16="http://schemas.microsoft.com/office/drawing/2014/main" id="{709EC7A3-6B1E-42DD-A9EE-E39827DE185B}"/>
              </a:ext>
            </a:extLst>
          </p:cNvPr>
          <p:cNvSpPr/>
          <p:nvPr/>
        </p:nvSpPr>
        <p:spPr>
          <a:xfrm>
            <a:off x="-674775" y="2409386"/>
            <a:ext cx="227106" cy="227106"/>
          </a:xfrm>
          <a:prstGeom prst="ellipse">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b="1" dirty="0"/>
              <a:t>1</a:t>
            </a:r>
            <a:endParaRPr lang="ko-KR" altLang="en-US" sz="700" b="1" dirty="0"/>
          </a:p>
        </p:txBody>
      </p:sp>
      <p:sp>
        <p:nvSpPr>
          <p:cNvPr id="12" name="타원 11">
            <a:extLst>
              <a:ext uri="{FF2B5EF4-FFF2-40B4-BE49-F238E27FC236}">
                <a16:creationId xmlns:a16="http://schemas.microsoft.com/office/drawing/2014/main" id="{BA05F82B-A4D4-45BA-80EA-B3666F458950}"/>
              </a:ext>
            </a:extLst>
          </p:cNvPr>
          <p:cNvSpPr/>
          <p:nvPr/>
        </p:nvSpPr>
        <p:spPr>
          <a:xfrm>
            <a:off x="-674775" y="2636492"/>
            <a:ext cx="227106" cy="227106"/>
          </a:xfrm>
          <a:prstGeom prst="ellipse">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b="1" dirty="0"/>
              <a:t>2</a:t>
            </a:r>
            <a:endParaRPr lang="ko-KR" altLang="en-US" sz="700" b="1" dirty="0"/>
          </a:p>
        </p:txBody>
      </p:sp>
      <p:sp>
        <p:nvSpPr>
          <p:cNvPr id="13" name="타원 12">
            <a:extLst>
              <a:ext uri="{FF2B5EF4-FFF2-40B4-BE49-F238E27FC236}">
                <a16:creationId xmlns:a16="http://schemas.microsoft.com/office/drawing/2014/main" id="{7E4AE550-FED5-4E74-93B3-C4E352FB8E91}"/>
              </a:ext>
            </a:extLst>
          </p:cNvPr>
          <p:cNvSpPr/>
          <p:nvPr/>
        </p:nvSpPr>
        <p:spPr>
          <a:xfrm>
            <a:off x="-679011" y="2863507"/>
            <a:ext cx="227106" cy="227106"/>
          </a:xfrm>
          <a:prstGeom prst="ellipse">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b="1" dirty="0"/>
              <a:t>3</a:t>
            </a:r>
            <a:endParaRPr lang="ko-KR" altLang="en-US" sz="700" b="1" dirty="0"/>
          </a:p>
        </p:txBody>
      </p:sp>
      <p:sp>
        <p:nvSpPr>
          <p:cNvPr id="15" name="타원 14">
            <a:extLst>
              <a:ext uri="{FF2B5EF4-FFF2-40B4-BE49-F238E27FC236}">
                <a16:creationId xmlns:a16="http://schemas.microsoft.com/office/drawing/2014/main" id="{BF2E824B-90F1-4D6A-9CEB-80001771EDA4}"/>
              </a:ext>
            </a:extLst>
          </p:cNvPr>
          <p:cNvSpPr/>
          <p:nvPr/>
        </p:nvSpPr>
        <p:spPr>
          <a:xfrm>
            <a:off x="-674775" y="3090613"/>
            <a:ext cx="227106" cy="227106"/>
          </a:xfrm>
          <a:prstGeom prst="ellipse">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b="1" dirty="0"/>
              <a:t>4</a:t>
            </a:r>
            <a:endParaRPr lang="ko-KR" altLang="en-US" sz="700" b="1" dirty="0"/>
          </a:p>
        </p:txBody>
      </p:sp>
      <p:graphicFrame>
        <p:nvGraphicFramePr>
          <p:cNvPr id="11" name="표 15">
            <a:extLst>
              <a:ext uri="{FF2B5EF4-FFF2-40B4-BE49-F238E27FC236}">
                <a16:creationId xmlns:a16="http://schemas.microsoft.com/office/drawing/2014/main" id="{EF50937F-8B1A-460D-8AD9-B88E28B12639}"/>
              </a:ext>
            </a:extLst>
          </p:cNvPr>
          <p:cNvGraphicFramePr>
            <a:graphicFrameLocks noGrp="1"/>
          </p:cNvGraphicFramePr>
          <p:nvPr>
            <p:extLst>
              <p:ext uri="{D42A27DB-BD31-4B8C-83A1-F6EECF244321}">
                <p14:modId xmlns:p14="http://schemas.microsoft.com/office/powerpoint/2010/main" val="2901474512"/>
              </p:ext>
            </p:extLst>
          </p:nvPr>
        </p:nvGraphicFramePr>
        <p:xfrm>
          <a:off x="2401207" y="3815288"/>
          <a:ext cx="10689733" cy="5173282"/>
        </p:xfrm>
        <a:graphic>
          <a:graphicData uri="http://schemas.openxmlformats.org/drawingml/2006/table">
            <a:tbl>
              <a:tblPr firstRow="1" bandRow="1">
                <a:tableStyleId>{5940675A-B579-460E-94D1-54222C63F5DA}</a:tableStyleId>
              </a:tblPr>
              <a:tblGrid>
                <a:gridCol w="310219">
                  <a:extLst>
                    <a:ext uri="{9D8B030D-6E8A-4147-A177-3AD203B41FA5}">
                      <a16:colId xmlns:a16="http://schemas.microsoft.com/office/drawing/2014/main" val="1299318418"/>
                    </a:ext>
                  </a:extLst>
                </a:gridCol>
                <a:gridCol w="10379514">
                  <a:extLst>
                    <a:ext uri="{9D8B030D-6E8A-4147-A177-3AD203B41FA5}">
                      <a16:colId xmlns:a16="http://schemas.microsoft.com/office/drawing/2014/main" val="864278376"/>
                    </a:ext>
                  </a:extLst>
                </a:gridCol>
              </a:tblGrid>
              <a:tr h="560560">
                <a:tc gridSpan="2">
                  <a:txBody>
                    <a:bodyPr/>
                    <a:lstStyle/>
                    <a:p>
                      <a:pPr latinLnBrk="1">
                        <a:lnSpc>
                          <a:spcPct val="150000"/>
                        </a:lnSpc>
                      </a:pPr>
                      <a:r>
                        <a:rPr lang="en-US" altLang="ko-KR" sz="1000" b="1" dirty="0"/>
                        <a:t>※ </a:t>
                      </a:r>
                      <a:r>
                        <a:rPr lang="ko-KR" altLang="en-US" sz="1000" b="1" dirty="0"/>
                        <a:t>정산 엑셀 내용 표시 가이드</a:t>
                      </a:r>
                      <a:endParaRPr lang="en-US" altLang="ko-KR" sz="1000" b="1" dirty="0"/>
                    </a:p>
                    <a:p>
                      <a:pPr latinLnBrk="1">
                        <a:lnSpc>
                          <a:spcPct val="150000"/>
                        </a:lnSpc>
                      </a:pPr>
                      <a:r>
                        <a:rPr lang="ko-KR" altLang="en-US" sz="800" b="1" dirty="0"/>
                        <a:t>판매 정산 기준 </a:t>
                      </a:r>
                      <a:r>
                        <a:rPr lang="en-US" altLang="ko-KR" sz="800" dirty="0"/>
                        <a:t>:  </a:t>
                      </a:r>
                      <a:r>
                        <a:rPr lang="ko-KR" altLang="en-US" sz="800" dirty="0"/>
                        <a:t>판매가격을 결정한 사람에게 계산서를 청구</a:t>
                      </a:r>
                      <a:endParaRPr lang="en-US" altLang="ko-KR" sz="800" dirty="0"/>
                    </a:p>
                    <a:p>
                      <a:pPr latinLnBrk="1">
                        <a:lnSpc>
                          <a:spcPct val="150000"/>
                        </a:lnSpc>
                      </a:pPr>
                      <a:r>
                        <a:rPr lang="ko-KR" altLang="en-US" sz="800" b="1" dirty="0"/>
                        <a:t>판매 예시 설정 </a:t>
                      </a:r>
                      <a:r>
                        <a:rPr lang="en-US" altLang="ko-KR" sz="800" dirty="0"/>
                        <a:t>:  </a:t>
                      </a:r>
                      <a:r>
                        <a:rPr lang="ko-KR" altLang="en-US" sz="800" dirty="0"/>
                        <a:t>물건값 </a:t>
                      </a:r>
                      <a:r>
                        <a:rPr lang="en-US" altLang="ko-KR" sz="800" dirty="0"/>
                        <a:t>: 10,000 </a:t>
                      </a:r>
                      <a:r>
                        <a:rPr lang="ko-KR" altLang="en-US" sz="800" dirty="0"/>
                        <a:t>원</a:t>
                      </a:r>
                    </a:p>
                    <a:p>
                      <a:pPr latinLnBrk="1">
                        <a:lnSpc>
                          <a:spcPct val="150000"/>
                        </a:lnSpc>
                      </a:pPr>
                      <a:r>
                        <a:rPr lang="ko-KR" altLang="en-US" sz="800" dirty="0"/>
                        <a:t>                      배송비 </a:t>
                      </a:r>
                      <a:r>
                        <a:rPr lang="en-US" altLang="ko-KR" sz="800" dirty="0"/>
                        <a:t>: 2,500</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tc>
                <a:extLst>
                  <a:ext uri="{0D108BD9-81ED-4DB2-BD59-A6C34878D82A}">
                    <a16:rowId xmlns:a16="http://schemas.microsoft.com/office/drawing/2014/main" val="1347466683"/>
                  </a:ext>
                </a:extLst>
              </a:tr>
              <a:tr h="210611">
                <a:tc>
                  <a:txBody>
                    <a:bodyPr/>
                    <a:lstStyle/>
                    <a:p>
                      <a:pPr algn="ctr" latinLnBrk="1"/>
                      <a:r>
                        <a:rPr lang="en-US" altLang="ko-KR" sz="900" dirty="0"/>
                        <a:t>1</a:t>
                      </a:r>
                      <a:endParaRPr lang="ko-KR" altLang="en-US" sz="9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자사 상품을 팔고</a:t>
                      </a:r>
                      <a:r>
                        <a:rPr lang="en-US" altLang="ko-KR" sz="800" dirty="0"/>
                        <a:t>, </a:t>
                      </a:r>
                      <a:r>
                        <a:rPr lang="ko-KR" altLang="en-US" sz="800" dirty="0"/>
                        <a:t>자사 </a:t>
                      </a:r>
                      <a:r>
                        <a:rPr lang="en-US" altLang="ko-KR" sz="800" dirty="0"/>
                        <a:t>PG</a:t>
                      </a:r>
                      <a:r>
                        <a:rPr lang="ko-KR" altLang="en-US" sz="800" dirty="0"/>
                        <a:t>를 이용했지만 고객이 결제할 때 </a:t>
                      </a:r>
                      <a:r>
                        <a:rPr lang="en-US" altLang="ko-KR" sz="800" dirty="0"/>
                        <a:t>3,000 </a:t>
                      </a:r>
                      <a:r>
                        <a:rPr lang="ko-KR" altLang="en-US" sz="800" dirty="0"/>
                        <a:t>포인트를 결제하였으므로 정산금이 발생한다</a:t>
                      </a:r>
                      <a:r>
                        <a:rPr lang="en-US" altLang="ko-KR" sz="800" dirty="0"/>
                        <a:t>. </a:t>
                      </a:r>
                      <a:r>
                        <a:rPr lang="ko-KR" altLang="en-US" sz="800" dirty="0"/>
                        <a:t>이 때 정산금은 </a:t>
                      </a:r>
                      <a:r>
                        <a:rPr lang="en-US" altLang="ko-KR" sz="800" dirty="0"/>
                        <a:t>3,000 </a:t>
                      </a:r>
                      <a:r>
                        <a:rPr lang="ko-KR" altLang="en-US" sz="800" dirty="0"/>
                        <a:t>원에서 </a:t>
                      </a:r>
                      <a:r>
                        <a:rPr lang="en-US" altLang="ko-KR" sz="800" dirty="0"/>
                        <a:t>SMS </a:t>
                      </a:r>
                      <a:r>
                        <a:rPr lang="ko-KR" altLang="en-US" sz="800" dirty="0"/>
                        <a:t>수수료를 차감한 금액이다</a:t>
                      </a:r>
                      <a:r>
                        <a:rPr lang="en-US" altLang="ko-KR" sz="800" dirty="0"/>
                        <a:t>.</a:t>
                      </a:r>
                    </a:p>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68489410"/>
                  </a:ext>
                </a:extLst>
              </a:tr>
              <a:tr h="210611">
                <a:tc>
                  <a:txBody>
                    <a:bodyPr/>
                    <a:lstStyle/>
                    <a:p>
                      <a:pPr algn="ctr" latinLnBrk="1"/>
                      <a:r>
                        <a:rPr lang="en-US" altLang="ko-KR" sz="900" dirty="0"/>
                        <a:t>2</a:t>
                      </a:r>
                      <a:endParaRPr lang="ko-KR" altLang="en-US" sz="9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상품공유자가 판매가를 </a:t>
                      </a:r>
                      <a:r>
                        <a:rPr lang="en-US" altLang="ko-KR" sz="800" dirty="0"/>
                        <a:t>13,000 </a:t>
                      </a:r>
                      <a:r>
                        <a:rPr lang="ko-KR" altLang="en-US" sz="800" dirty="0"/>
                        <a:t>원으로 고정했고</a:t>
                      </a:r>
                      <a:r>
                        <a:rPr lang="en-US" altLang="ko-KR" sz="800" dirty="0"/>
                        <a:t>, </a:t>
                      </a:r>
                      <a:r>
                        <a:rPr lang="ko-KR" altLang="en-US" sz="800" dirty="0"/>
                        <a:t>위탁판매 수수료를 </a:t>
                      </a:r>
                      <a:r>
                        <a:rPr lang="en-US" altLang="ko-KR" sz="800" dirty="0"/>
                        <a:t>1,500 </a:t>
                      </a:r>
                      <a:r>
                        <a:rPr lang="ko-KR" altLang="en-US" sz="800" dirty="0"/>
                        <a:t>원으로 가정했다</a:t>
                      </a:r>
                      <a:r>
                        <a:rPr lang="en-US" altLang="ko-KR" sz="800" dirty="0"/>
                        <a:t>. </a:t>
                      </a:r>
                      <a:br>
                        <a:rPr lang="en-US" altLang="ko-KR" sz="800" dirty="0"/>
                      </a:br>
                      <a:r>
                        <a:rPr lang="ko-KR" altLang="en-US" sz="800" dirty="0"/>
                        <a:t>그래서 배송비 포함해서 매출액은 </a:t>
                      </a:r>
                      <a:r>
                        <a:rPr lang="en-US" altLang="ko-KR" sz="800" dirty="0"/>
                        <a:t>15,500 </a:t>
                      </a:r>
                      <a:r>
                        <a:rPr lang="ko-KR" altLang="en-US" sz="800" dirty="0"/>
                        <a:t>원으로 확정되었다</a:t>
                      </a:r>
                      <a:r>
                        <a:rPr lang="en-US" altLang="ko-KR" sz="800" dirty="0"/>
                        <a:t>.</a:t>
                      </a:r>
                      <a:br>
                        <a:rPr lang="en-US" altLang="ko-KR" sz="800" dirty="0"/>
                      </a:br>
                      <a:endParaRPr lang="en-US" altLang="ko-KR" sz="800" dirty="0"/>
                    </a:p>
                    <a:p>
                      <a:pPr latinLnBrk="1"/>
                      <a:r>
                        <a:rPr lang="ko-KR" altLang="en-US" sz="800" dirty="0"/>
                        <a:t>매입액</a:t>
                      </a:r>
                      <a:r>
                        <a:rPr lang="en-US" altLang="ko-KR" sz="800" dirty="0"/>
                        <a:t>(</a:t>
                      </a:r>
                      <a:r>
                        <a:rPr lang="ko-KR" altLang="en-US" sz="800" dirty="0"/>
                        <a:t>수수료</a:t>
                      </a:r>
                      <a:r>
                        <a:rPr lang="en-US" altLang="ko-KR" sz="800" dirty="0"/>
                        <a:t>)</a:t>
                      </a:r>
                      <a:r>
                        <a:rPr lang="ko-KR" altLang="en-US" sz="800" dirty="0"/>
                        <a:t>는 </a:t>
                      </a:r>
                      <a:r>
                        <a:rPr lang="en-US" altLang="ko-KR" sz="800" dirty="0"/>
                        <a:t>[ </a:t>
                      </a:r>
                      <a:r>
                        <a:rPr lang="ko-KR" altLang="en-US" sz="800" dirty="0"/>
                        <a:t>매출액 * </a:t>
                      </a:r>
                      <a:r>
                        <a:rPr lang="ko-KR" altLang="en-US" sz="800" dirty="0" err="1"/>
                        <a:t>판매자요율</a:t>
                      </a:r>
                      <a:r>
                        <a:rPr lang="ko-KR" altLang="en-US" sz="800" dirty="0"/>
                        <a:t> * </a:t>
                      </a:r>
                      <a:r>
                        <a:rPr lang="en-US" altLang="ko-KR" sz="800" dirty="0"/>
                        <a:t>1.1 ] </a:t>
                      </a:r>
                      <a:r>
                        <a:rPr lang="ko-KR" altLang="en-US" sz="800" dirty="0"/>
                        <a:t>을 적용하고</a:t>
                      </a:r>
                      <a:r>
                        <a:rPr lang="en-US" altLang="ko-KR" sz="800" dirty="0"/>
                        <a:t>, 10</a:t>
                      </a:r>
                      <a:r>
                        <a:rPr lang="ko-KR" altLang="en-US" sz="800" dirty="0"/>
                        <a:t>의 자리까지 올림을 적용하여 </a:t>
                      </a:r>
                      <a:r>
                        <a:rPr lang="en-US" altLang="ko-KR" sz="800" dirty="0"/>
                        <a:t>860 </a:t>
                      </a:r>
                      <a:r>
                        <a:rPr lang="ko-KR" altLang="en-US" sz="800" dirty="0"/>
                        <a:t>원이며</a:t>
                      </a:r>
                      <a:r>
                        <a:rPr lang="en-US" altLang="ko-KR" sz="800" dirty="0"/>
                        <a:t>, </a:t>
                      </a:r>
                      <a:r>
                        <a:rPr lang="ko-KR" altLang="en-US" sz="800" dirty="0"/>
                        <a:t>위탁판매 수수료가 </a:t>
                      </a:r>
                      <a:r>
                        <a:rPr lang="en-US" altLang="ko-KR" sz="800" dirty="0"/>
                        <a:t>1,500</a:t>
                      </a:r>
                      <a:r>
                        <a:rPr lang="ko-KR" altLang="en-US" sz="800" dirty="0"/>
                        <a:t>원이므로 매입에 수수료를 포함해서 </a:t>
                      </a:r>
                      <a:r>
                        <a:rPr lang="en-US" altLang="ko-KR" sz="800" dirty="0"/>
                        <a:t>2,360</a:t>
                      </a:r>
                      <a:r>
                        <a:rPr lang="ko-KR" altLang="en-US" sz="800" dirty="0"/>
                        <a:t>원이 산출되었으며</a:t>
                      </a:r>
                    </a:p>
                    <a:p>
                      <a:pPr latinLnBrk="1"/>
                      <a:r>
                        <a:rPr lang="en-US" altLang="ko-KR" sz="800" dirty="0"/>
                        <a:t>SMS </a:t>
                      </a:r>
                      <a:r>
                        <a:rPr lang="ko-KR" altLang="en-US" sz="800" dirty="0"/>
                        <a:t>사용은 판매하는 곳에서 체크하는 것이니 </a:t>
                      </a:r>
                      <a:r>
                        <a:rPr lang="en-US" altLang="ko-KR" sz="800" dirty="0"/>
                        <a:t>0</a:t>
                      </a:r>
                      <a:r>
                        <a:rPr lang="ko-KR" altLang="en-US" sz="800" dirty="0"/>
                        <a:t>원이 산출되어서 매입액만 뺀 나머지 금액을 정산비용</a:t>
                      </a:r>
                      <a:r>
                        <a:rPr lang="en-US" altLang="ko-KR" sz="800" dirty="0"/>
                        <a:t>(</a:t>
                      </a:r>
                      <a:r>
                        <a:rPr lang="ko-KR" altLang="en-US" sz="800" dirty="0"/>
                        <a:t>지급액</a:t>
                      </a:r>
                      <a:r>
                        <a:rPr lang="en-US" altLang="ko-KR" sz="800" dirty="0"/>
                        <a:t>) </a:t>
                      </a:r>
                      <a:r>
                        <a:rPr lang="ko-KR" altLang="en-US" sz="800" dirty="0"/>
                        <a:t>으로 산출한다</a:t>
                      </a:r>
                      <a:r>
                        <a:rPr lang="en-US" altLang="ko-KR" sz="800" dirty="0"/>
                        <a:t>. </a:t>
                      </a:r>
                    </a:p>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546251547"/>
                  </a:ext>
                </a:extLst>
              </a:tr>
              <a:tr h="210611">
                <a:tc>
                  <a:txBody>
                    <a:bodyPr/>
                    <a:lstStyle/>
                    <a:p>
                      <a:pPr algn="ctr" latinLnBrk="1"/>
                      <a:r>
                        <a:rPr lang="en-US" altLang="ko-KR" sz="900" dirty="0"/>
                        <a:t>3</a:t>
                      </a:r>
                      <a:endParaRPr lang="ko-KR" altLang="en-US" sz="9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95000"/>
                      </a:schemeClr>
                    </a:solidFill>
                  </a:tcPr>
                </a:tc>
                <a:tc>
                  <a:txBody>
                    <a:bodyPr/>
                    <a:lstStyle/>
                    <a:p>
                      <a:pPr latinLnBrk="1"/>
                      <a:r>
                        <a:rPr lang="en-US" altLang="ko-KR" sz="800" dirty="0"/>
                        <a:t>2</a:t>
                      </a:r>
                      <a:r>
                        <a:rPr lang="ko-KR" altLang="en-US" sz="800" dirty="0"/>
                        <a:t>번 상황에서 </a:t>
                      </a:r>
                      <a:r>
                        <a:rPr lang="ko-KR" altLang="en-US" sz="800" dirty="0" err="1"/>
                        <a:t>위탁판매자일</a:t>
                      </a:r>
                      <a:r>
                        <a:rPr lang="ko-KR" altLang="en-US" sz="800" dirty="0"/>
                        <a:t> 경우 정산표시방법을 표시했다</a:t>
                      </a:r>
                      <a:r>
                        <a:rPr lang="en-US" altLang="ko-KR" sz="800" dirty="0"/>
                        <a:t>.</a:t>
                      </a:r>
                      <a:br>
                        <a:rPr lang="en-US" altLang="ko-KR" sz="800" dirty="0"/>
                      </a:br>
                      <a:br>
                        <a:rPr lang="en-US" altLang="ko-KR" sz="800" dirty="0"/>
                      </a:br>
                      <a:r>
                        <a:rPr lang="ko-KR" altLang="en-US" sz="800" dirty="0"/>
                        <a:t>위탁판매 수수료가 </a:t>
                      </a:r>
                      <a:r>
                        <a:rPr lang="en-US" altLang="ko-KR" sz="800" dirty="0"/>
                        <a:t>1,500 </a:t>
                      </a:r>
                      <a:r>
                        <a:rPr lang="ko-KR" altLang="en-US" sz="800" dirty="0"/>
                        <a:t>원이므로 매출액은 </a:t>
                      </a:r>
                      <a:r>
                        <a:rPr lang="en-US" altLang="ko-KR" sz="800" dirty="0"/>
                        <a:t>1,500 </a:t>
                      </a:r>
                      <a:r>
                        <a:rPr lang="ko-KR" altLang="en-US" sz="800" dirty="0"/>
                        <a:t>원으로 확정</a:t>
                      </a:r>
                      <a:r>
                        <a:rPr lang="en-US" altLang="ko-KR" sz="800" dirty="0"/>
                        <a:t>.</a:t>
                      </a:r>
                    </a:p>
                    <a:p>
                      <a:pPr latinLnBrk="1"/>
                      <a:r>
                        <a:rPr lang="ko-KR" altLang="en-US" sz="800" dirty="0"/>
                        <a:t>판매가격을 공유자가 결정하였으므로 수수료는 </a:t>
                      </a:r>
                      <a:r>
                        <a:rPr lang="en-US" altLang="ko-KR" sz="800" dirty="0"/>
                        <a:t>0, </a:t>
                      </a:r>
                      <a:r>
                        <a:rPr lang="ko-KR" altLang="en-US" sz="800" dirty="0"/>
                        <a:t>제공포인트가 </a:t>
                      </a:r>
                      <a:r>
                        <a:rPr lang="en-US" altLang="ko-KR" sz="800" dirty="0"/>
                        <a:t>500point</a:t>
                      </a:r>
                      <a:r>
                        <a:rPr lang="ko-KR" altLang="en-US" sz="800" dirty="0"/>
                        <a:t>이며</a:t>
                      </a:r>
                      <a:r>
                        <a:rPr lang="en-US" altLang="ko-KR" sz="800" dirty="0"/>
                        <a:t>, SMS </a:t>
                      </a:r>
                      <a:r>
                        <a:rPr lang="ko-KR" altLang="en-US" sz="800" dirty="0"/>
                        <a:t>사용은 체크를 하였으므로 </a:t>
                      </a:r>
                      <a:r>
                        <a:rPr lang="en-US" altLang="ko-KR" sz="800" dirty="0"/>
                        <a:t>100</a:t>
                      </a:r>
                      <a:r>
                        <a:rPr lang="ko-KR" altLang="en-US" sz="800" dirty="0"/>
                        <a:t>원이 뺀 나머지 금액을 정산비용</a:t>
                      </a:r>
                      <a:r>
                        <a:rPr lang="en-US" altLang="ko-KR" sz="800" dirty="0"/>
                        <a:t>(</a:t>
                      </a:r>
                      <a:r>
                        <a:rPr lang="ko-KR" altLang="en-US" sz="800" dirty="0"/>
                        <a:t>지급액</a:t>
                      </a:r>
                      <a:r>
                        <a:rPr lang="en-US" altLang="ko-KR" sz="800" dirty="0"/>
                        <a:t>) </a:t>
                      </a:r>
                      <a:r>
                        <a:rPr lang="ko-KR" altLang="en-US" sz="800" dirty="0"/>
                        <a:t>으로 산출한다</a:t>
                      </a:r>
                      <a:r>
                        <a:rPr lang="en-US" altLang="ko-KR" sz="800" dirty="0"/>
                        <a:t>. </a:t>
                      </a:r>
                    </a:p>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731216963"/>
                  </a:ext>
                </a:extLst>
              </a:tr>
              <a:tr h="210611">
                <a:tc>
                  <a:txBody>
                    <a:bodyPr/>
                    <a:lstStyle/>
                    <a:p>
                      <a:pPr algn="ctr" latinLnBrk="1"/>
                      <a:r>
                        <a:rPr lang="en-US" altLang="ko-KR" sz="900" dirty="0"/>
                        <a:t>4</a:t>
                      </a:r>
                      <a:endParaRPr lang="ko-KR" altLang="en-US" sz="9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상품공유자가 판매가를 정하지 않고</a:t>
                      </a:r>
                      <a:r>
                        <a:rPr lang="en-US" altLang="ko-KR" sz="800" dirty="0"/>
                        <a:t>, </a:t>
                      </a:r>
                      <a:r>
                        <a:rPr lang="ko-KR" altLang="en-US" sz="800" dirty="0"/>
                        <a:t>위탁판매자가 판매가를 정하는 상황이다</a:t>
                      </a:r>
                      <a:r>
                        <a:rPr lang="en-US" altLang="ko-KR" sz="800" dirty="0"/>
                        <a:t>.</a:t>
                      </a:r>
                      <a:br>
                        <a:rPr lang="en-US" altLang="ko-KR" sz="800" dirty="0"/>
                      </a:br>
                      <a:r>
                        <a:rPr lang="ko-KR" altLang="en-US" sz="800" dirty="0"/>
                        <a:t>위탁판매자가 판매가를 </a:t>
                      </a:r>
                      <a:r>
                        <a:rPr lang="en-US" altLang="ko-KR" sz="800" dirty="0"/>
                        <a:t>13,000 </a:t>
                      </a:r>
                      <a:r>
                        <a:rPr lang="ko-KR" altLang="en-US" sz="800" dirty="0"/>
                        <a:t>원으로 책정하였다</a:t>
                      </a:r>
                      <a:r>
                        <a:rPr lang="en-US" altLang="ko-KR" sz="800" dirty="0"/>
                        <a:t>. </a:t>
                      </a:r>
                      <a:r>
                        <a:rPr lang="ko-KR" altLang="en-US" sz="800" dirty="0"/>
                        <a:t>이 위탁공유자는 수수료가 </a:t>
                      </a:r>
                      <a:r>
                        <a:rPr lang="en-US" altLang="ko-KR" sz="800" dirty="0"/>
                        <a:t>10% </a:t>
                      </a:r>
                      <a:r>
                        <a:rPr lang="ko-KR" altLang="en-US" sz="800" dirty="0"/>
                        <a:t>이다</a:t>
                      </a:r>
                      <a:r>
                        <a:rPr lang="en-US" altLang="ko-KR" sz="800" dirty="0"/>
                        <a:t>.</a:t>
                      </a:r>
                    </a:p>
                    <a:p>
                      <a:pPr latinLnBrk="1"/>
                      <a:endParaRPr lang="ko-KR" altLang="en-US" sz="800" dirty="0"/>
                    </a:p>
                    <a:p>
                      <a:pPr latinLnBrk="1"/>
                      <a:r>
                        <a:rPr lang="ko-KR" altLang="en-US" sz="800" dirty="0"/>
                        <a:t>상품가격 </a:t>
                      </a:r>
                      <a:r>
                        <a:rPr lang="en-US" altLang="ko-KR" sz="800" dirty="0"/>
                        <a:t>10,000</a:t>
                      </a:r>
                      <a:r>
                        <a:rPr lang="ko-KR" altLang="en-US" sz="800" dirty="0"/>
                        <a:t>원에 배송비 </a:t>
                      </a:r>
                      <a:r>
                        <a:rPr lang="en-US" altLang="ko-KR" sz="800" dirty="0"/>
                        <a:t>2,500</a:t>
                      </a:r>
                      <a:r>
                        <a:rPr lang="ko-KR" altLang="en-US" sz="800" dirty="0"/>
                        <a:t>원을 매출액이나 가격결정을 위탁판매자가 결정했으므로 수수료가 </a:t>
                      </a:r>
                      <a:r>
                        <a:rPr lang="en-US" altLang="ko-KR" sz="800" dirty="0"/>
                        <a:t>0 </a:t>
                      </a:r>
                      <a:r>
                        <a:rPr lang="ko-KR" altLang="en-US" sz="800" dirty="0"/>
                        <a:t>원이며</a:t>
                      </a:r>
                      <a:r>
                        <a:rPr lang="en-US" altLang="ko-KR" sz="800" dirty="0"/>
                        <a:t>, </a:t>
                      </a:r>
                      <a:r>
                        <a:rPr lang="ko-KR" altLang="en-US" sz="800" dirty="0"/>
                        <a:t>정산비용은 </a:t>
                      </a:r>
                      <a:r>
                        <a:rPr lang="en-US" altLang="ko-KR" sz="800" dirty="0"/>
                        <a:t>12,500 </a:t>
                      </a:r>
                      <a:r>
                        <a:rPr lang="ko-KR" altLang="en-US" sz="800" dirty="0"/>
                        <a:t>원이다</a:t>
                      </a:r>
                      <a:r>
                        <a:rPr lang="en-US" altLang="ko-KR" sz="800" dirty="0"/>
                        <a:t>.</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396466466"/>
                  </a:ext>
                </a:extLst>
              </a:tr>
              <a:tr h="210611">
                <a:tc>
                  <a:txBody>
                    <a:bodyPr/>
                    <a:lstStyle/>
                    <a:p>
                      <a:pPr algn="ctr" latinLnBrk="1"/>
                      <a:r>
                        <a:rPr lang="en-US" altLang="ko-KR" sz="900" dirty="0"/>
                        <a:t>5</a:t>
                      </a:r>
                      <a:endParaRPr lang="ko-KR" altLang="en-US" sz="9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위탁판매자가 판매가를 상품 최저 판매가격인 </a:t>
                      </a:r>
                      <a:r>
                        <a:rPr lang="en-US" altLang="ko-KR" sz="800" dirty="0"/>
                        <a:t>11,550 </a:t>
                      </a:r>
                      <a:r>
                        <a:rPr lang="ko-KR" altLang="en-US" sz="800" dirty="0"/>
                        <a:t>원 이상부터 설정할 수 있다</a:t>
                      </a:r>
                      <a:r>
                        <a:rPr lang="en-US" altLang="ko-KR" sz="800" dirty="0"/>
                        <a:t>. </a:t>
                      </a:r>
                      <a:r>
                        <a:rPr lang="ko-KR" altLang="en-US" sz="800" dirty="0"/>
                        <a:t>최저판매가격은 </a:t>
                      </a:r>
                      <a:r>
                        <a:rPr lang="en-US" altLang="ko-KR" sz="800" b="1" dirty="0">
                          <a:solidFill>
                            <a:srgbClr val="C00000"/>
                          </a:solidFill>
                        </a:rPr>
                        <a:t>RF-02-04-05-6, RF-02-05-02-5</a:t>
                      </a:r>
                      <a:r>
                        <a:rPr lang="ko-KR" altLang="en-US" sz="800" dirty="0"/>
                        <a:t> 에서 확인할 수 있다</a:t>
                      </a:r>
                      <a:r>
                        <a:rPr lang="en-US" altLang="ko-KR" sz="800" dirty="0"/>
                        <a:t>.</a:t>
                      </a:r>
                    </a:p>
                    <a:p>
                      <a:pPr latinLnBrk="1"/>
                      <a:r>
                        <a:rPr lang="ko-KR" altLang="en-US" sz="800" dirty="0"/>
                        <a:t>위탁판매자가 상품 판매가격을 </a:t>
                      </a:r>
                      <a:r>
                        <a:rPr lang="en-US" altLang="ko-KR" sz="800" dirty="0"/>
                        <a:t>13,000 </a:t>
                      </a:r>
                      <a:r>
                        <a:rPr lang="ko-KR" altLang="en-US" sz="800" dirty="0"/>
                        <a:t>원으로 확정하면 배송비 </a:t>
                      </a:r>
                      <a:r>
                        <a:rPr lang="en-US" altLang="ko-KR" sz="800" dirty="0"/>
                        <a:t>2,500 </a:t>
                      </a:r>
                      <a:r>
                        <a:rPr lang="ko-KR" altLang="en-US" sz="800" dirty="0"/>
                        <a:t>을 합산하여 위탁판매자의 수수료율로 수수료를 계산하면 </a:t>
                      </a:r>
                      <a:r>
                        <a:rPr lang="en-US" altLang="ko-KR" sz="800" dirty="0"/>
                        <a:t>1,710 </a:t>
                      </a:r>
                      <a:r>
                        <a:rPr lang="ko-KR" altLang="en-US" sz="800" dirty="0"/>
                        <a:t>의 수수료 산출된다</a:t>
                      </a:r>
                      <a:r>
                        <a:rPr lang="en-US" altLang="ko-KR" sz="800" dirty="0"/>
                        <a:t>. </a:t>
                      </a:r>
                    </a:p>
                    <a:p>
                      <a:pPr latinLnBrk="1"/>
                      <a:r>
                        <a:rPr lang="ko-KR" altLang="en-US" sz="800" dirty="0"/>
                        <a:t>공유된 상품가격에 수수료를 포함한 가격을 매입으로 처리하며</a:t>
                      </a:r>
                      <a:r>
                        <a:rPr lang="en-US" altLang="ko-KR" sz="800" dirty="0"/>
                        <a:t>, SMS </a:t>
                      </a:r>
                      <a:r>
                        <a:rPr lang="ko-KR" altLang="en-US" sz="800" dirty="0"/>
                        <a:t>사용수수료는 위탁판매자가 지출한다</a:t>
                      </a:r>
                      <a:r>
                        <a:rPr lang="en-US" altLang="ko-KR" sz="800" dirty="0"/>
                        <a:t>.</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03240504"/>
                  </a:ext>
                </a:extLst>
              </a:tr>
              <a:tr h="210611">
                <a:tc>
                  <a:txBody>
                    <a:bodyPr/>
                    <a:lstStyle/>
                    <a:p>
                      <a:pPr algn="ctr" latinLnBrk="1"/>
                      <a:r>
                        <a:rPr lang="en-US" altLang="ko-KR" sz="900" dirty="0"/>
                        <a:t>6</a:t>
                      </a:r>
                      <a:endParaRPr lang="ko-KR" altLang="en-US" sz="9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공동구매의 조건이 다음과 같다</a:t>
                      </a:r>
                      <a:r>
                        <a:rPr lang="en-US" altLang="ko-KR" sz="800" dirty="0"/>
                        <a:t>.</a:t>
                      </a:r>
                    </a:p>
                    <a:p>
                      <a:pPr latinLnBrk="1"/>
                      <a:endParaRPr lang="en-US" altLang="ko-KR" sz="800" dirty="0"/>
                    </a:p>
                    <a:p>
                      <a:pPr latinLnBrk="1"/>
                      <a:r>
                        <a:rPr lang="ko-KR" altLang="en-US" sz="800" dirty="0"/>
                        <a:t>공동구매 </a:t>
                      </a:r>
                      <a:r>
                        <a:rPr lang="ko-KR" altLang="en-US" sz="800" dirty="0" err="1"/>
                        <a:t>시작가</a:t>
                      </a:r>
                      <a:r>
                        <a:rPr lang="ko-KR" altLang="en-US" sz="800" dirty="0"/>
                        <a:t> </a:t>
                      </a:r>
                      <a:r>
                        <a:rPr lang="en-US" altLang="ko-KR" sz="800" dirty="0"/>
                        <a:t>: 10,000 </a:t>
                      </a:r>
                      <a:r>
                        <a:rPr lang="ko-KR" altLang="en-US" sz="800" dirty="0"/>
                        <a:t>원</a:t>
                      </a:r>
                    </a:p>
                    <a:p>
                      <a:pPr latinLnBrk="1"/>
                      <a:r>
                        <a:rPr lang="ko-KR" altLang="en-US" sz="800" dirty="0"/>
                        <a:t>공동구매 할인가 </a:t>
                      </a:r>
                      <a:r>
                        <a:rPr lang="en-US" altLang="ko-KR" sz="800" dirty="0"/>
                        <a:t>: 2,000 </a:t>
                      </a:r>
                      <a:r>
                        <a:rPr lang="ko-KR" altLang="en-US" sz="800" dirty="0"/>
                        <a:t>원</a:t>
                      </a:r>
                    </a:p>
                    <a:p>
                      <a:pPr latinLnBrk="1"/>
                      <a:r>
                        <a:rPr lang="ko-KR" altLang="en-US" sz="800" dirty="0"/>
                        <a:t>자사포인트 </a:t>
                      </a:r>
                      <a:r>
                        <a:rPr lang="en-US" altLang="ko-KR" sz="800" dirty="0"/>
                        <a:t>1,000 </a:t>
                      </a:r>
                      <a:r>
                        <a:rPr lang="ko-KR" altLang="en-US" sz="800" dirty="0"/>
                        <a:t>사용</a:t>
                      </a:r>
                    </a:p>
                    <a:p>
                      <a:pPr latinLnBrk="1"/>
                      <a:r>
                        <a:rPr lang="ko-KR" altLang="en-US" sz="800" dirty="0"/>
                        <a:t>미구포인트 </a:t>
                      </a:r>
                      <a:r>
                        <a:rPr lang="en-US" altLang="ko-KR" sz="800" dirty="0"/>
                        <a:t>2,000 </a:t>
                      </a:r>
                      <a:r>
                        <a:rPr lang="ko-KR" altLang="en-US" sz="800" dirty="0"/>
                        <a:t>사용</a:t>
                      </a:r>
                    </a:p>
                    <a:p>
                      <a:pPr latinLnBrk="1"/>
                      <a:r>
                        <a:rPr lang="ko-KR" altLang="en-US" sz="800" dirty="0"/>
                        <a:t>제공포인트 </a:t>
                      </a:r>
                      <a:r>
                        <a:rPr lang="en-US" altLang="ko-KR" sz="800" dirty="0"/>
                        <a:t>: 500 point</a:t>
                      </a:r>
                    </a:p>
                    <a:p>
                      <a:pPr latinLnBrk="1"/>
                      <a:r>
                        <a:rPr lang="en-US" altLang="ko-KR" sz="800" dirty="0"/>
                        <a:t>SMS </a:t>
                      </a:r>
                      <a:r>
                        <a:rPr lang="ko-KR" altLang="en-US" sz="800" dirty="0"/>
                        <a:t>사용체크</a:t>
                      </a:r>
                      <a:endParaRPr lang="en-US" altLang="ko-KR" sz="800" dirty="0"/>
                    </a:p>
                    <a:p>
                      <a:pPr latinLnBrk="1"/>
                      <a:endParaRPr lang="en-US" altLang="ko-KR" sz="800" dirty="0"/>
                    </a:p>
                    <a:p>
                      <a:pPr latinLnBrk="1"/>
                      <a:r>
                        <a:rPr lang="ko-KR" altLang="en-US" sz="800" dirty="0"/>
                        <a:t>공동구매 시작가가 </a:t>
                      </a:r>
                      <a:r>
                        <a:rPr lang="en-US" altLang="ko-KR" sz="800" dirty="0"/>
                        <a:t>10,000 </a:t>
                      </a:r>
                      <a:r>
                        <a:rPr lang="ko-KR" altLang="en-US" sz="800" dirty="0"/>
                        <a:t>원이었으나 공동구매 완료가 되었을 때 최종비용은 </a:t>
                      </a:r>
                      <a:r>
                        <a:rPr lang="en-US" altLang="ko-KR" sz="800" dirty="0"/>
                        <a:t>8,000 </a:t>
                      </a:r>
                      <a:r>
                        <a:rPr lang="ko-KR" altLang="en-US" sz="800" dirty="0"/>
                        <a:t>원이 되었기 때문에 공동구매 </a:t>
                      </a:r>
                      <a:r>
                        <a:rPr lang="ko-KR" altLang="en-US" sz="800" dirty="0" err="1"/>
                        <a:t>최종가</a:t>
                      </a:r>
                      <a:r>
                        <a:rPr lang="ko-KR" altLang="en-US" sz="800" dirty="0"/>
                        <a:t> </a:t>
                      </a:r>
                      <a:r>
                        <a:rPr lang="en-US" altLang="ko-KR" sz="800" dirty="0"/>
                        <a:t>8,000</a:t>
                      </a:r>
                      <a:r>
                        <a:rPr lang="ko-KR" altLang="en-US" sz="800" dirty="0"/>
                        <a:t>원과 배송비 </a:t>
                      </a:r>
                      <a:r>
                        <a:rPr lang="en-US" altLang="ko-KR" sz="800" dirty="0"/>
                        <a:t>2,500</a:t>
                      </a:r>
                      <a:r>
                        <a:rPr lang="ko-KR" altLang="en-US" sz="800" dirty="0"/>
                        <a:t>원을 포함해서 </a:t>
                      </a:r>
                      <a:r>
                        <a:rPr lang="en-US" altLang="ko-KR" sz="800" dirty="0"/>
                        <a:t>10,500 </a:t>
                      </a:r>
                      <a:r>
                        <a:rPr lang="ko-KR" altLang="en-US" sz="800" dirty="0"/>
                        <a:t>원이 최종 매출이 되었다</a:t>
                      </a:r>
                      <a:r>
                        <a:rPr lang="en-US" altLang="ko-KR" sz="800" dirty="0"/>
                        <a:t>.</a:t>
                      </a:r>
                    </a:p>
                    <a:p>
                      <a:pPr latinLnBrk="1"/>
                      <a:r>
                        <a:rPr lang="ko-KR" altLang="en-US" sz="800" dirty="0"/>
                        <a:t>판매자 </a:t>
                      </a:r>
                      <a:r>
                        <a:rPr lang="ko-KR" altLang="en-US" sz="800" dirty="0" err="1"/>
                        <a:t>요율이</a:t>
                      </a:r>
                      <a:r>
                        <a:rPr lang="ko-KR" altLang="en-US" sz="800" dirty="0"/>
                        <a:t> </a:t>
                      </a:r>
                      <a:r>
                        <a:rPr lang="en-US" altLang="ko-KR" sz="800" dirty="0"/>
                        <a:t>5% </a:t>
                      </a:r>
                      <a:r>
                        <a:rPr lang="ko-KR" altLang="en-US" sz="800" dirty="0"/>
                        <a:t>이므로 수수료는 </a:t>
                      </a:r>
                      <a:r>
                        <a:rPr lang="en-US" altLang="ko-KR" sz="800" dirty="0"/>
                        <a:t>580 </a:t>
                      </a:r>
                      <a:r>
                        <a:rPr lang="ko-KR" altLang="en-US" sz="800" dirty="0"/>
                        <a:t>의 수수료 산출이 되고 </a:t>
                      </a:r>
                      <a:r>
                        <a:rPr lang="en-US" altLang="ko-KR" sz="800" dirty="0"/>
                        <a:t>SMS</a:t>
                      </a:r>
                      <a:r>
                        <a:rPr lang="ko-KR" altLang="en-US" sz="800" dirty="0"/>
                        <a:t>와 제공포인트를 차감하면 </a:t>
                      </a:r>
                      <a:r>
                        <a:rPr lang="en-US" altLang="ko-KR" sz="800" dirty="0"/>
                        <a:t>9,320 </a:t>
                      </a:r>
                      <a:r>
                        <a:rPr lang="ko-KR" altLang="en-US" sz="800" dirty="0"/>
                        <a:t>원의 정산비용이 산출된다</a:t>
                      </a:r>
                      <a:r>
                        <a:rPr lang="en-US" altLang="ko-KR" sz="800" dirty="0"/>
                        <a:t>.</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700118551"/>
                  </a:ext>
                </a:extLst>
              </a:tr>
            </a:tbl>
          </a:graphicData>
        </a:graphic>
      </p:graphicFrame>
      <p:sp>
        <p:nvSpPr>
          <p:cNvPr id="16" name="타원 15">
            <a:extLst>
              <a:ext uri="{FF2B5EF4-FFF2-40B4-BE49-F238E27FC236}">
                <a16:creationId xmlns:a16="http://schemas.microsoft.com/office/drawing/2014/main" id="{381196E9-E742-4CCC-BD1E-746C5499BF13}"/>
              </a:ext>
            </a:extLst>
          </p:cNvPr>
          <p:cNvSpPr/>
          <p:nvPr/>
        </p:nvSpPr>
        <p:spPr>
          <a:xfrm>
            <a:off x="-679011" y="3302826"/>
            <a:ext cx="227106" cy="227106"/>
          </a:xfrm>
          <a:prstGeom prst="ellipse">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b="1" dirty="0"/>
              <a:t>5</a:t>
            </a:r>
            <a:endParaRPr lang="ko-KR" altLang="en-US" sz="700" b="1" dirty="0"/>
          </a:p>
        </p:txBody>
      </p:sp>
      <p:sp>
        <p:nvSpPr>
          <p:cNvPr id="17" name="타원 16">
            <a:extLst>
              <a:ext uri="{FF2B5EF4-FFF2-40B4-BE49-F238E27FC236}">
                <a16:creationId xmlns:a16="http://schemas.microsoft.com/office/drawing/2014/main" id="{EB89C665-BDAE-45DA-BFD2-051584A653D8}"/>
              </a:ext>
            </a:extLst>
          </p:cNvPr>
          <p:cNvSpPr/>
          <p:nvPr/>
        </p:nvSpPr>
        <p:spPr>
          <a:xfrm>
            <a:off x="-683247" y="3515039"/>
            <a:ext cx="227106" cy="227106"/>
          </a:xfrm>
          <a:prstGeom prst="ellipse">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b="1" dirty="0"/>
              <a:t>6</a:t>
            </a:r>
            <a:endParaRPr lang="ko-KR" altLang="en-US" sz="700" b="1" dirty="0"/>
          </a:p>
        </p:txBody>
      </p:sp>
    </p:spTree>
    <p:extLst>
      <p:ext uri="{BB962C8B-B14F-4D97-AF65-F5344CB8AC3E}">
        <p14:creationId xmlns:p14="http://schemas.microsoft.com/office/powerpoint/2010/main" val="2609398364"/>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49464F21-F849-485D-A668-D0BCDED6B05A}"/>
              </a:ext>
            </a:extLst>
          </p:cNvPr>
          <p:cNvGraphicFramePr>
            <a:graphicFrameLocks noGrp="1"/>
          </p:cNvGraphicFramePr>
          <p:nvPr>
            <p:extLst>
              <p:ext uri="{D42A27DB-BD31-4B8C-83A1-F6EECF244321}">
                <p14:modId xmlns:p14="http://schemas.microsoft.com/office/powerpoint/2010/main" val="487681683"/>
              </p:ext>
            </p:extLst>
          </p:nvPr>
        </p:nvGraphicFramePr>
        <p:xfrm>
          <a:off x="10171774" y="22159"/>
          <a:ext cx="1979018" cy="1875552"/>
        </p:xfrm>
        <a:graphic>
          <a:graphicData uri="http://schemas.openxmlformats.org/drawingml/2006/table">
            <a:tbl>
              <a:tblPr firstRow="1" bandRow="1">
                <a:tableStyleId>{5940675A-B579-460E-94D1-54222C63F5DA}</a:tableStyleId>
              </a:tblPr>
              <a:tblGrid>
                <a:gridCol w="587962">
                  <a:extLst>
                    <a:ext uri="{9D8B030D-6E8A-4147-A177-3AD203B41FA5}">
                      <a16:colId xmlns:a16="http://schemas.microsoft.com/office/drawing/2014/main" val="2768186151"/>
                    </a:ext>
                  </a:extLst>
                </a:gridCol>
                <a:gridCol w="237127">
                  <a:extLst>
                    <a:ext uri="{9D8B030D-6E8A-4147-A177-3AD203B41FA5}">
                      <a16:colId xmlns:a16="http://schemas.microsoft.com/office/drawing/2014/main" val="3978135536"/>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RF-02-08-01-4</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정산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정산 관리</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정산 엑셀 상세 내용이 표시되는 화면</a:t>
                      </a:r>
                    </a:p>
                  </a:txBody>
                  <a:tcPr anchor="ctr">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latinLnBrk="1"/>
                      <a:r>
                        <a:rPr lang="ko-KR" altLang="en-US" sz="800" dirty="0">
                          <a:solidFill>
                            <a:schemeClr val="tx1"/>
                          </a:solidFill>
                        </a:rPr>
                        <a:t>엑셀을 클릭하면 상세내용이 엑셀로 출력된다</a:t>
                      </a:r>
                      <a:r>
                        <a:rPr lang="en-US" altLang="ko-KR" sz="800" dirty="0">
                          <a:solidFill>
                            <a:schemeClr val="tx1"/>
                          </a:solidFill>
                        </a:rPr>
                        <a:t>.</a:t>
                      </a:r>
                      <a:endParaRPr lang="ko-KR" altLang="en-US" sz="80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175826750"/>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latinLnBrk="1"/>
                      <a:r>
                        <a:rPr lang="ko-KR" altLang="en-US" sz="800" dirty="0">
                          <a:solidFill>
                            <a:schemeClr val="tx1"/>
                          </a:solidFill>
                        </a:rPr>
                        <a:t>엑셀로 출력되는 예시</a:t>
                      </a:r>
                    </a:p>
                  </a:txBody>
                  <a:tcPr anchor="ctr">
                    <a:solidFill>
                      <a:schemeClr val="bg1"/>
                    </a:solidFill>
                  </a:tcPr>
                </a:tc>
                <a:tc hMerge="1">
                  <a:txBody>
                    <a:bodyPr/>
                    <a:lstStyle/>
                    <a:p>
                      <a:pPr latinLnBrk="1"/>
                      <a:endParaRPr lang="ko-KR" altLang="en-US" dirty="0"/>
                    </a:p>
                  </a:txBody>
                  <a:tcPr/>
                </a:tc>
                <a:extLst>
                  <a:ext uri="{0D108BD9-81ED-4DB2-BD59-A6C34878D82A}">
                    <a16:rowId xmlns:a16="http://schemas.microsoft.com/office/drawing/2014/main" val="2846421324"/>
                  </a:ext>
                </a:extLst>
              </a:tr>
            </a:tbl>
          </a:graphicData>
        </a:graphic>
      </p:graphicFrame>
      <p:sp>
        <p:nvSpPr>
          <p:cNvPr id="3" name="직사각형 2">
            <a:extLst>
              <a:ext uri="{FF2B5EF4-FFF2-40B4-BE49-F238E27FC236}">
                <a16:creationId xmlns:a16="http://schemas.microsoft.com/office/drawing/2014/main" id="{B01E38CE-E067-4D93-8543-006EB860C152}"/>
              </a:ext>
            </a:extLst>
          </p:cNvPr>
          <p:cNvSpPr/>
          <p:nvPr/>
        </p:nvSpPr>
        <p:spPr>
          <a:xfrm>
            <a:off x="278295" y="2933714"/>
            <a:ext cx="9504667" cy="195179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4" name="표 3">
            <a:extLst>
              <a:ext uri="{FF2B5EF4-FFF2-40B4-BE49-F238E27FC236}">
                <a16:creationId xmlns:a16="http://schemas.microsoft.com/office/drawing/2014/main" id="{20DF79D9-B04B-4FFD-B820-425226E6C033}"/>
              </a:ext>
            </a:extLst>
          </p:cNvPr>
          <p:cNvGraphicFramePr>
            <a:graphicFrameLocks noGrp="1"/>
          </p:cNvGraphicFramePr>
          <p:nvPr>
            <p:extLst>
              <p:ext uri="{D42A27DB-BD31-4B8C-83A1-F6EECF244321}">
                <p14:modId xmlns:p14="http://schemas.microsoft.com/office/powerpoint/2010/main" val="2729904879"/>
              </p:ext>
            </p:extLst>
          </p:nvPr>
        </p:nvGraphicFramePr>
        <p:xfrm>
          <a:off x="333955" y="3045734"/>
          <a:ext cx="9380150" cy="1706880"/>
        </p:xfrm>
        <a:graphic>
          <a:graphicData uri="http://schemas.openxmlformats.org/drawingml/2006/table">
            <a:tbl>
              <a:tblPr firstRow="1" bandRow="1">
                <a:tableStyleId>{5C22544A-7EE6-4342-B048-85BDC9FD1C3A}</a:tableStyleId>
              </a:tblPr>
              <a:tblGrid>
                <a:gridCol w="1441597">
                  <a:extLst>
                    <a:ext uri="{9D8B030D-6E8A-4147-A177-3AD203B41FA5}">
                      <a16:colId xmlns:a16="http://schemas.microsoft.com/office/drawing/2014/main" val="909228187"/>
                    </a:ext>
                  </a:extLst>
                </a:gridCol>
                <a:gridCol w="1529466">
                  <a:extLst>
                    <a:ext uri="{9D8B030D-6E8A-4147-A177-3AD203B41FA5}">
                      <a16:colId xmlns:a16="http://schemas.microsoft.com/office/drawing/2014/main" val="23192607"/>
                    </a:ext>
                  </a:extLst>
                </a:gridCol>
                <a:gridCol w="961677">
                  <a:extLst>
                    <a:ext uri="{9D8B030D-6E8A-4147-A177-3AD203B41FA5}">
                      <a16:colId xmlns:a16="http://schemas.microsoft.com/office/drawing/2014/main" val="817552706"/>
                    </a:ext>
                  </a:extLst>
                </a:gridCol>
                <a:gridCol w="858599">
                  <a:extLst>
                    <a:ext uri="{9D8B030D-6E8A-4147-A177-3AD203B41FA5}">
                      <a16:colId xmlns:a16="http://schemas.microsoft.com/office/drawing/2014/main" val="1612772529"/>
                    </a:ext>
                  </a:extLst>
                </a:gridCol>
                <a:gridCol w="816092">
                  <a:extLst>
                    <a:ext uri="{9D8B030D-6E8A-4147-A177-3AD203B41FA5}">
                      <a16:colId xmlns:a16="http://schemas.microsoft.com/office/drawing/2014/main" val="2886351684"/>
                    </a:ext>
                  </a:extLst>
                </a:gridCol>
                <a:gridCol w="816092">
                  <a:extLst>
                    <a:ext uri="{9D8B030D-6E8A-4147-A177-3AD203B41FA5}">
                      <a16:colId xmlns:a16="http://schemas.microsoft.com/office/drawing/2014/main" val="3017944777"/>
                    </a:ext>
                  </a:extLst>
                </a:gridCol>
                <a:gridCol w="774686">
                  <a:extLst>
                    <a:ext uri="{9D8B030D-6E8A-4147-A177-3AD203B41FA5}">
                      <a16:colId xmlns:a16="http://schemas.microsoft.com/office/drawing/2014/main" val="105306053"/>
                    </a:ext>
                  </a:extLst>
                </a:gridCol>
                <a:gridCol w="1048093">
                  <a:extLst>
                    <a:ext uri="{9D8B030D-6E8A-4147-A177-3AD203B41FA5}">
                      <a16:colId xmlns:a16="http://schemas.microsoft.com/office/drawing/2014/main" val="3973707325"/>
                    </a:ext>
                  </a:extLst>
                </a:gridCol>
                <a:gridCol w="1133848">
                  <a:extLst>
                    <a:ext uri="{9D8B030D-6E8A-4147-A177-3AD203B41FA5}">
                      <a16:colId xmlns:a16="http://schemas.microsoft.com/office/drawing/2014/main" val="1062420576"/>
                    </a:ext>
                  </a:extLst>
                </a:gridCol>
              </a:tblGrid>
              <a:tr h="0">
                <a:tc rowSpan="2">
                  <a:txBody>
                    <a:bodyPr/>
                    <a:lstStyle/>
                    <a:p>
                      <a:pPr algn="ctr" latinLnBrk="1"/>
                      <a:r>
                        <a:rPr lang="ko-KR" altLang="en-US" sz="800" b="1" dirty="0">
                          <a:solidFill>
                            <a:schemeClr val="tx1"/>
                          </a:solidFill>
                        </a:rPr>
                        <a:t>완료일시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반품</a:t>
                      </a:r>
                      <a:r>
                        <a:rPr lang="en-US" altLang="ko-KR" sz="800" b="1" dirty="0">
                          <a:solidFill>
                            <a:schemeClr val="tx1"/>
                          </a:solidFill>
                        </a:rPr>
                        <a:t>/</a:t>
                      </a:r>
                      <a:r>
                        <a:rPr lang="ko-KR" altLang="en-US" sz="800" b="1" dirty="0">
                          <a:solidFill>
                            <a:schemeClr val="tx1"/>
                          </a:solidFill>
                        </a:rPr>
                        <a:t>교환 주문번호</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주문번호</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주문상태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주문유형</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상품유형</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2">
                  <a:txBody>
                    <a:bodyPr/>
                    <a:lstStyle/>
                    <a:p>
                      <a:pPr algn="ctr" latinLnBrk="1"/>
                      <a:r>
                        <a:rPr lang="ko-KR" altLang="en-US" sz="800" b="1" dirty="0">
                          <a:solidFill>
                            <a:schemeClr val="tx1"/>
                          </a:solidFill>
                        </a:rPr>
                        <a:t>결제비용</a:t>
                      </a: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endParaRPr lang="ko-KR" altLang="en-US" sz="800" b="1" dirty="0">
                        <a:solidFill>
                          <a:schemeClr val="tx1"/>
                        </a:solidFill>
                      </a:endParaRP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rowSpan="2">
                  <a:txBody>
                    <a:bodyPr/>
                    <a:lstStyle/>
                    <a:p>
                      <a:pPr algn="ctr" latinLnBrk="1"/>
                      <a:r>
                        <a:rPr lang="ko-KR" altLang="en-US" sz="800" b="1" dirty="0">
                          <a:solidFill>
                            <a:schemeClr val="tx1"/>
                          </a:solidFill>
                        </a:rPr>
                        <a:t>추가 배송비</a:t>
                      </a: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18788801"/>
                  </a:ext>
                </a:extLst>
              </a:tr>
              <a:tr h="0">
                <a:tc vMerge="1">
                  <a:txBody>
                    <a:bodyPr/>
                    <a:lstStyle/>
                    <a:p>
                      <a:pPr algn="ctr" latinLnBrk="1"/>
                      <a:r>
                        <a:rPr lang="ko-KR" altLang="en-US" sz="800" b="1" dirty="0">
                          <a:solidFill>
                            <a:schemeClr val="tx1"/>
                          </a:solidFill>
                        </a:rPr>
                        <a:t>등록일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tc>
                <a:tc vMerge="1">
                  <a:txBody>
                    <a:bodyPr/>
                    <a:lstStyle/>
                    <a:p>
                      <a:pPr algn="ctr" latinLnBrk="1"/>
                      <a:r>
                        <a:rPr lang="ko-KR" altLang="en-US" sz="800" b="1" dirty="0">
                          <a:solidFill>
                            <a:schemeClr val="tx1"/>
                          </a:solidFill>
                        </a:rPr>
                        <a:t>주문번호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lumMod val="95000"/>
                      </a:schemeClr>
                    </a:solidFill>
                  </a:tcPr>
                </a:tc>
                <a:tc vMerge="1">
                  <a:txBody>
                    <a:bodyPr/>
                    <a:lstStyle/>
                    <a:p>
                      <a:pPr algn="ctr" latinLnBrk="1"/>
                      <a:r>
                        <a:rPr lang="ko-KR" altLang="en-US" sz="800" b="1" dirty="0">
                          <a:solidFill>
                            <a:schemeClr val="tx1"/>
                          </a:solidFill>
                        </a:rPr>
                        <a:t>주문유형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algn="ctr" latinLnBrk="1"/>
                      <a:r>
                        <a:rPr lang="ko-KR" altLang="en-US" sz="800" b="1" dirty="0">
                          <a:solidFill>
                            <a:schemeClr val="tx1"/>
                          </a:solidFill>
                        </a:rPr>
                        <a:t>주문유형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vMerge="1">
                  <a:txBody>
                    <a:bodyPr/>
                    <a:lstStyle/>
                    <a:p>
                      <a:pPr algn="ctr" latinLnBrk="1"/>
                      <a:r>
                        <a:rPr lang="ko-KR" altLang="en-US" sz="800" b="1" dirty="0">
                          <a:solidFill>
                            <a:schemeClr val="tx1"/>
                          </a:solidFill>
                        </a:rPr>
                        <a:t>상품유형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800" b="1" dirty="0">
                          <a:solidFill>
                            <a:schemeClr val="tx1"/>
                          </a:solidFill>
                        </a:rPr>
                        <a:t>PG </a:t>
                      </a:r>
                      <a:r>
                        <a:rPr lang="ko-KR" altLang="en-US" sz="800" b="1" dirty="0">
                          <a:solidFill>
                            <a:schemeClr val="tx1"/>
                          </a:solidFill>
                        </a:rPr>
                        <a:t>결제</a:t>
                      </a: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800" b="1" dirty="0">
                          <a:solidFill>
                            <a:schemeClr val="tx1"/>
                          </a:solidFill>
                        </a:rPr>
                        <a:t>포인트 결제</a:t>
                      </a: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vMerge="1">
                  <a:txBody>
                    <a:bodyPr/>
                    <a:lstStyle/>
                    <a:p>
                      <a:pPr algn="ctr" latinLnBrk="1"/>
                      <a:r>
                        <a:rPr lang="ko-KR" altLang="en-US" sz="800" b="1" dirty="0">
                          <a:solidFill>
                            <a:schemeClr val="tx1"/>
                          </a:solidFill>
                        </a:rPr>
                        <a:t>정산비용</a:t>
                      </a: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3283379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2026-10-10 00:00:00</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Me9-Return-0002324</a:t>
                      </a:r>
                      <a:endParaRPr kumimoji="0" lang="ko-KR" altLang="en-US" sz="800" b="0" i="0" u="none" strike="noStrike" kern="1200" cap="none" spc="0" normalizeH="0" baseline="0" noProof="0" dirty="0">
                        <a:ln>
                          <a:noFill/>
                        </a:ln>
                        <a:solidFill>
                          <a:prstClr val="black"/>
                        </a:solidFill>
                        <a:effectLst/>
                        <a:uLnTx/>
                        <a:uFillTx/>
                        <a:latin typeface="+mn-lt"/>
                        <a:ea typeface="+mn-ea"/>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Me9-0002328</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반품</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일반</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9,500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3,000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2,500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2026-10-10 00:00:00</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Me9-Return-0002324</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Me9-0002328</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반품</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일반</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공유</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15,500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6392714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2026-10-10 00:00:00</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Me9-Change-0002324</a:t>
                      </a:r>
                      <a:endParaRPr kumimoji="0" lang="ko-KR" altLang="en-US" sz="800" b="0" i="0" u="none" strike="noStrike" kern="1200" cap="none" spc="0" normalizeH="0" baseline="0" noProof="0" dirty="0">
                        <a:ln>
                          <a:noFill/>
                        </a:ln>
                        <a:solidFill>
                          <a:prstClr val="black"/>
                        </a:solidFill>
                        <a:effectLst/>
                        <a:uLnTx/>
                        <a:uFillTx/>
                        <a:latin typeface="+mn-lt"/>
                        <a:ea typeface="+mn-ea"/>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Me9-0002328</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교환</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일반</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공유</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2,500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8164227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2026-10-10 00:00:00</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Me9-Return-0002324</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Me9-0002328</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반품</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일반</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공유</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2,500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6038322"/>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2026-10-10 00:00:00</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Me9-Return-0002324</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Me9-0002328</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반품</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일반</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공유</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15,500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F0502020204030204"/>
                          <a:ea typeface="맑은 고딕" panose="020B0503020000020004" pitchFamily="50" charset="-127"/>
                          <a:cs typeface="+mn-cs"/>
                        </a:rPr>
                        <a:t>2,500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399214508"/>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2026-10-10 00:00:00</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Me9-Change-0002324</a:t>
                      </a:r>
                      <a:endParaRPr kumimoji="0" lang="ko-KR" altLang="en-US" sz="800" b="0" i="0" u="none" strike="noStrike" kern="1200" cap="none" spc="0" normalizeH="0" baseline="0" noProof="0" dirty="0">
                        <a:ln>
                          <a:noFill/>
                        </a:ln>
                        <a:solidFill>
                          <a:prstClr val="black"/>
                        </a:solidFill>
                        <a:effectLst/>
                        <a:uLnTx/>
                        <a:uFillTx/>
                        <a:latin typeface="+mn-lt"/>
                        <a:ea typeface="+mn-ea"/>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Me9-0002328</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교환</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공동구매</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자사</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7,500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3,000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592530255"/>
                  </a:ext>
                </a:extLst>
              </a:tr>
            </a:tbl>
          </a:graphicData>
        </a:graphic>
      </p:graphicFrame>
      <p:sp>
        <p:nvSpPr>
          <p:cNvPr id="5" name="직사각형 4">
            <a:extLst>
              <a:ext uri="{FF2B5EF4-FFF2-40B4-BE49-F238E27FC236}">
                <a16:creationId xmlns:a16="http://schemas.microsoft.com/office/drawing/2014/main" id="{FAA18F3D-858A-4A3F-BD64-186C84023771}"/>
              </a:ext>
            </a:extLst>
          </p:cNvPr>
          <p:cNvSpPr/>
          <p:nvPr/>
        </p:nvSpPr>
        <p:spPr>
          <a:xfrm>
            <a:off x="278294" y="2933713"/>
            <a:ext cx="9504667" cy="1951795"/>
          </a:xfrm>
          <a:prstGeom prst="rect">
            <a:avLst/>
          </a:pr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타원 5">
            <a:extLst>
              <a:ext uri="{FF2B5EF4-FFF2-40B4-BE49-F238E27FC236}">
                <a16:creationId xmlns:a16="http://schemas.microsoft.com/office/drawing/2014/main" id="{89FB4C06-3D4B-48A2-8EB9-4BAFD307DEB5}"/>
              </a:ext>
            </a:extLst>
          </p:cNvPr>
          <p:cNvSpPr/>
          <p:nvPr/>
        </p:nvSpPr>
        <p:spPr>
          <a:xfrm>
            <a:off x="1308433" y="2193205"/>
            <a:ext cx="897467"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 name="직선 화살표 연결선 6">
            <a:extLst>
              <a:ext uri="{FF2B5EF4-FFF2-40B4-BE49-F238E27FC236}">
                <a16:creationId xmlns:a16="http://schemas.microsoft.com/office/drawing/2014/main" id="{67452C8C-84D2-4357-838F-8FD2AA579B0A}"/>
              </a:ext>
            </a:extLst>
          </p:cNvPr>
          <p:cNvCxnSpPr>
            <a:cxnSpLocks/>
            <a:stCxn id="6" idx="4"/>
          </p:cNvCxnSpPr>
          <p:nvPr/>
        </p:nvCxnSpPr>
        <p:spPr>
          <a:xfrm>
            <a:off x="1757167" y="2636829"/>
            <a:ext cx="151453" cy="47213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351A59A0-3DD5-442A-B458-D459C5302E89}"/>
              </a:ext>
            </a:extLst>
          </p:cNvPr>
          <p:cNvSpPr txBox="1"/>
          <p:nvPr/>
        </p:nvSpPr>
        <p:spPr>
          <a:xfrm>
            <a:off x="1282724" y="2113656"/>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9" name="TextBox 8">
            <a:extLst>
              <a:ext uri="{FF2B5EF4-FFF2-40B4-BE49-F238E27FC236}">
                <a16:creationId xmlns:a16="http://schemas.microsoft.com/office/drawing/2014/main" id="{A237EC4A-40D9-41E2-B553-40EC23275D36}"/>
              </a:ext>
            </a:extLst>
          </p:cNvPr>
          <p:cNvSpPr txBox="1"/>
          <p:nvPr/>
        </p:nvSpPr>
        <p:spPr>
          <a:xfrm>
            <a:off x="207959" y="2850111"/>
            <a:ext cx="251992" cy="230832"/>
          </a:xfrm>
          <a:prstGeom prst="rect">
            <a:avLst/>
          </a:prstGeom>
          <a:solidFill>
            <a:srgbClr val="FF0000"/>
          </a:solidFill>
        </p:spPr>
        <p:txBody>
          <a:bodyPr wrap="squar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3206674760"/>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63">
            <a:extLst>
              <a:ext uri="{FF2B5EF4-FFF2-40B4-BE49-F238E27FC236}">
                <a16:creationId xmlns:a16="http://schemas.microsoft.com/office/drawing/2014/main" id="{8FBA3AFC-3A4E-43B6-B56A-18DDA7B8D93A}"/>
              </a:ext>
            </a:extLst>
          </p:cNvPr>
          <p:cNvGraphicFramePr>
            <a:graphicFrameLocks noGrp="1"/>
          </p:cNvGraphicFramePr>
          <p:nvPr>
            <p:extLst>
              <p:ext uri="{D42A27DB-BD31-4B8C-83A1-F6EECF244321}">
                <p14:modId xmlns:p14="http://schemas.microsoft.com/office/powerpoint/2010/main" val="4242207046"/>
              </p:ext>
            </p:extLst>
          </p:nvPr>
        </p:nvGraphicFramePr>
        <p:xfrm>
          <a:off x="286121" y="1160245"/>
          <a:ext cx="9550337" cy="457200"/>
        </p:xfrm>
        <a:graphic>
          <a:graphicData uri="http://schemas.openxmlformats.org/drawingml/2006/table">
            <a:tbl>
              <a:tblPr firstRow="1" bandRow="1">
                <a:tableStyleId>{5940675A-B579-460E-94D1-54222C63F5DA}</a:tableStyleId>
              </a:tblPr>
              <a:tblGrid>
                <a:gridCol w="1578190">
                  <a:extLst>
                    <a:ext uri="{9D8B030D-6E8A-4147-A177-3AD203B41FA5}">
                      <a16:colId xmlns:a16="http://schemas.microsoft.com/office/drawing/2014/main" val="3701388552"/>
                    </a:ext>
                  </a:extLst>
                </a:gridCol>
                <a:gridCol w="7972147">
                  <a:extLst>
                    <a:ext uri="{9D8B030D-6E8A-4147-A177-3AD203B41FA5}">
                      <a16:colId xmlns:a16="http://schemas.microsoft.com/office/drawing/2014/main" val="339215266"/>
                    </a:ext>
                  </a:extLst>
                </a:gridCol>
              </a:tblGrid>
              <a:tr h="0">
                <a:tc>
                  <a:txBody>
                    <a:bodyPr/>
                    <a:lstStyle/>
                    <a:p>
                      <a:pPr latinLnBrk="1"/>
                      <a:r>
                        <a:rPr lang="ko-KR" altLang="en-US" sz="900" dirty="0" err="1"/>
                        <a:t>채널아이디</a:t>
                      </a:r>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3406443"/>
                  </a:ext>
                </a:extLst>
              </a:tr>
              <a:tr h="0">
                <a:tc>
                  <a:txBody>
                    <a:bodyPr/>
                    <a:lstStyle/>
                    <a:p>
                      <a:pPr latinLnBrk="1"/>
                      <a:r>
                        <a:rPr lang="ko-KR" altLang="en-US" sz="900" dirty="0"/>
                        <a:t>정산 </a:t>
                      </a:r>
                      <a:r>
                        <a:rPr lang="ko-KR" altLang="en-US" sz="900" dirty="0" err="1"/>
                        <a:t>년월</a:t>
                      </a:r>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bl>
          </a:graphicData>
        </a:graphic>
      </p:graphicFrame>
      <p:sp>
        <p:nvSpPr>
          <p:cNvPr id="3" name="직사각형 2">
            <a:extLst>
              <a:ext uri="{FF2B5EF4-FFF2-40B4-BE49-F238E27FC236}">
                <a16:creationId xmlns:a16="http://schemas.microsoft.com/office/drawing/2014/main" id="{387E066C-81B5-4FB0-B2B7-8BA4CCE6A3B4}"/>
              </a:ext>
            </a:extLst>
          </p:cNvPr>
          <p:cNvSpPr/>
          <p:nvPr/>
        </p:nvSpPr>
        <p:spPr>
          <a:xfrm>
            <a:off x="3863637" y="1405865"/>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5" name="직사각형 4">
            <a:extLst>
              <a:ext uri="{FF2B5EF4-FFF2-40B4-BE49-F238E27FC236}">
                <a16:creationId xmlns:a16="http://schemas.microsoft.com/office/drawing/2014/main" id="{3FB3FCF1-E989-46F7-A35C-3DF1A0275DFC}"/>
              </a:ext>
            </a:extLst>
          </p:cNvPr>
          <p:cNvSpPr/>
          <p:nvPr/>
        </p:nvSpPr>
        <p:spPr>
          <a:xfrm>
            <a:off x="2061850" y="2562174"/>
            <a:ext cx="5994240" cy="1689999"/>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lnSpc>
                <a:spcPct val="150000"/>
              </a:lnSpc>
            </a:pPr>
            <a:endParaRPr lang="en-US" altLang="ko-KR" sz="900" dirty="0">
              <a:solidFill>
                <a:schemeClr val="tx1"/>
              </a:solidFill>
            </a:endParaRPr>
          </a:p>
          <a:p>
            <a:pPr algn="ctr">
              <a:lnSpc>
                <a:spcPct val="150000"/>
              </a:lnSpc>
            </a:pPr>
            <a:endParaRPr lang="en-US" altLang="ko-KR" sz="900" dirty="0">
              <a:solidFill>
                <a:schemeClr val="tx1"/>
              </a:solidFill>
            </a:endParaRPr>
          </a:p>
          <a:p>
            <a:pPr algn="ctr">
              <a:lnSpc>
                <a:spcPct val="150000"/>
              </a:lnSpc>
            </a:pPr>
            <a:endParaRPr lang="en-US" altLang="ko-KR" sz="900" dirty="0">
              <a:solidFill>
                <a:schemeClr val="tx1"/>
              </a:solidFill>
            </a:endParaRPr>
          </a:p>
          <a:p>
            <a:pPr algn="ctr">
              <a:lnSpc>
                <a:spcPct val="150000"/>
              </a:lnSpc>
            </a:pPr>
            <a:r>
              <a:rPr lang="ko-KR" altLang="en-US" sz="1100" dirty="0">
                <a:solidFill>
                  <a:schemeClr val="tx1"/>
                </a:solidFill>
              </a:rPr>
              <a:t>채널 아이디와 정산 기간을 선택해 주십시오</a:t>
            </a:r>
            <a:endParaRPr lang="en-US" altLang="ko-KR" sz="1100" dirty="0">
              <a:solidFill>
                <a:schemeClr val="tx1"/>
              </a:solidFill>
            </a:endParaRPr>
          </a:p>
        </p:txBody>
      </p:sp>
      <p:graphicFrame>
        <p:nvGraphicFramePr>
          <p:cNvPr id="10" name="표 9">
            <a:extLst>
              <a:ext uri="{FF2B5EF4-FFF2-40B4-BE49-F238E27FC236}">
                <a16:creationId xmlns:a16="http://schemas.microsoft.com/office/drawing/2014/main" id="{D7A2F345-0CA2-43DB-B8E4-95BAAFAC972E}"/>
              </a:ext>
            </a:extLst>
          </p:cNvPr>
          <p:cNvGraphicFramePr>
            <a:graphicFrameLocks noGrp="1"/>
          </p:cNvGraphicFramePr>
          <p:nvPr>
            <p:extLst>
              <p:ext uri="{D42A27DB-BD31-4B8C-83A1-F6EECF244321}">
                <p14:modId xmlns:p14="http://schemas.microsoft.com/office/powerpoint/2010/main" val="1191578263"/>
              </p:ext>
            </p:extLst>
          </p:nvPr>
        </p:nvGraphicFramePr>
        <p:xfrm>
          <a:off x="344479" y="5410237"/>
          <a:ext cx="9491979" cy="426720"/>
        </p:xfrm>
        <a:graphic>
          <a:graphicData uri="http://schemas.openxmlformats.org/drawingml/2006/table">
            <a:tbl>
              <a:tblPr firstRow="1" bandRow="1">
                <a:tableStyleId>{5C22544A-7EE6-4342-B048-85BDC9FD1C3A}</a:tableStyleId>
              </a:tblPr>
              <a:tblGrid>
                <a:gridCol w="827158">
                  <a:extLst>
                    <a:ext uri="{9D8B030D-6E8A-4147-A177-3AD203B41FA5}">
                      <a16:colId xmlns:a16="http://schemas.microsoft.com/office/drawing/2014/main" val="2039544168"/>
                    </a:ext>
                  </a:extLst>
                </a:gridCol>
                <a:gridCol w="827158">
                  <a:extLst>
                    <a:ext uri="{9D8B030D-6E8A-4147-A177-3AD203B41FA5}">
                      <a16:colId xmlns:a16="http://schemas.microsoft.com/office/drawing/2014/main" val="1255215177"/>
                    </a:ext>
                  </a:extLst>
                </a:gridCol>
                <a:gridCol w="827158">
                  <a:extLst>
                    <a:ext uri="{9D8B030D-6E8A-4147-A177-3AD203B41FA5}">
                      <a16:colId xmlns:a16="http://schemas.microsoft.com/office/drawing/2014/main" val="20000"/>
                    </a:ext>
                  </a:extLst>
                </a:gridCol>
                <a:gridCol w="3867999">
                  <a:extLst>
                    <a:ext uri="{9D8B030D-6E8A-4147-A177-3AD203B41FA5}">
                      <a16:colId xmlns:a16="http://schemas.microsoft.com/office/drawing/2014/main" val="20001"/>
                    </a:ext>
                  </a:extLst>
                </a:gridCol>
                <a:gridCol w="1157796">
                  <a:extLst>
                    <a:ext uri="{9D8B030D-6E8A-4147-A177-3AD203B41FA5}">
                      <a16:colId xmlns:a16="http://schemas.microsoft.com/office/drawing/2014/main" val="4010982125"/>
                    </a:ext>
                  </a:extLst>
                </a:gridCol>
                <a:gridCol w="992355">
                  <a:extLst>
                    <a:ext uri="{9D8B030D-6E8A-4147-A177-3AD203B41FA5}">
                      <a16:colId xmlns:a16="http://schemas.microsoft.com/office/drawing/2014/main" val="2646234070"/>
                    </a:ext>
                  </a:extLst>
                </a:gridCol>
                <a:gridCol w="992355">
                  <a:extLst>
                    <a:ext uri="{9D8B030D-6E8A-4147-A177-3AD203B41FA5}">
                      <a16:colId xmlns:a16="http://schemas.microsoft.com/office/drawing/2014/main" val="957688979"/>
                    </a:ext>
                  </a:extLst>
                </a:gridCol>
              </a:tblGrid>
              <a:tr h="0">
                <a:tc>
                  <a:txBody>
                    <a:bodyPr/>
                    <a:lstStyle/>
                    <a:p>
                      <a:pPr algn="ctr" latinLnBrk="1"/>
                      <a:r>
                        <a:rPr lang="ko-KR" altLang="en-US" sz="800" b="0" dirty="0" err="1">
                          <a:solidFill>
                            <a:schemeClr val="tx1"/>
                          </a:solidFill>
                        </a:rPr>
                        <a:t>채널아이디</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err="1">
                          <a:solidFill>
                            <a:schemeClr val="tx1"/>
                          </a:solidFill>
                        </a:rPr>
                        <a:t>정산년월</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집행일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집행 내역</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chemeClr val="tx1"/>
                          </a:solidFill>
                          <a:effectLst/>
                          <a:latin typeface="+mn-lt"/>
                        </a:rPr>
                        <a:t>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첨부자료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1"/>
                  </a:ext>
                </a:extLst>
              </a:tr>
              <a:tr h="0">
                <a:tc gridSpan="7">
                  <a:txBody>
                    <a:bodyPr/>
                    <a:lstStyle/>
                    <a:p>
                      <a:pPr algn="ctr" latinLnBrk="1"/>
                      <a:r>
                        <a:rPr lang="ko-KR" altLang="en-US" sz="800" b="0" i="0" u="none" strike="noStrike" dirty="0">
                          <a:solidFill>
                            <a:srgbClr val="000000"/>
                          </a:solidFill>
                          <a:effectLst/>
                          <a:latin typeface="+mn-lt"/>
                        </a:rPr>
                        <a:t>등록된 내용이 없습니다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noFill/>
                  </a:tcPr>
                </a:tc>
                <a:tc hMerge="1">
                  <a:txBody>
                    <a:bodyPr/>
                    <a:lstStyle/>
                    <a:p>
                      <a:pPr latinLnBrk="1"/>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noFill/>
                  </a:tcPr>
                </a:tc>
                <a:tc hMerge="1">
                  <a:txBody>
                    <a:bodyPr/>
                    <a:lstStyle/>
                    <a:p>
                      <a:pPr latinLnBrk="1"/>
                      <a:r>
                        <a:rPr lang="en-US" altLang="ko-KR" sz="800" b="0" dirty="0">
                          <a:solidFill>
                            <a:schemeClr val="tx1"/>
                          </a:solidFill>
                        </a:rPr>
                        <a:t>2025.</a:t>
                      </a:r>
                      <a:r>
                        <a:rPr lang="en-US" altLang="ko-KR" sz="800" b="0" baseline="0" dirty="0">
                          <a:solidFill>
                            <a:schemeClr val="tx1"/>
                          </a:solidFill>
                        </a:rPr>
                        <a:t> 12. 01</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no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11</a:t>
                      </a:r>
                      <a:r>
                        <a:rPr lang="ko-KR" altLang="en-US" sz="800" b="0" i="0" u="none" strike="noStrike" dirty="0">
                          <a:solidFill>
                            <a:srgbClr val="000000"/>
                          </a:solidFill>
                          <a:effectLst/>
                          <a:latin typeface="+mn-lt"/>
                        </a:rPr>
                        <a:t>월 </a:t>
                      </a:r>
                      <a:r>
                        <a:rPr lang="ko-KR" altLang="en-US" sz="800" b="0" i="0" u="none" strike="noStrike" dirty="0" err="1">
                          <a:solidFill>
                            <a:srgbClr val="000000"/>
                          </a:solidFill>
                          <a:effectLst/>
                          <a:latin typeface="+mn-lt"/>
                        </a:rPr>
                        <a:t>미정산분</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632,000 </a:t>
                      </a:r>
                      <a:r>
                        <a:rPr lang="ko-KR" altLang="en-US" sz="800" b="0" i="0" u="none" strike="noStrike" dirty="0">
                          <a:solidFill>
                            <a:schemeClr val="tx1"/>
                          </a:solidFill>
                          <a:effectLst/>
                          <a:latin typeface="+mn-lt"/>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1201.xlsx</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11" name="TextBox 10">
            <a:extLst>
              <a:ext uri="{FF2B5EF4-FFF2-40B4-BE49-F238E27FC236}">
                <a16:creationId xmlns:a16="http://schemas.microsoft.com/office/drawing/2014/main" id="{48909008-BBD8-4975-BFB2-19F4D5D9F365}"/>
              </a:ext>
            </a:extLst>
          </p:cNvPr>
          <p:cNvSpPr txBox="1"/>
          <p:nvPr/>
        </p:nvSpPr>
        <p:spPr>
          <a:xfrm>
            <a:off x="211585" y="5112696"/>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정산 집행 현황</a:t>
            </a:r>
            <a:endParaRPr lang="ko-KR" altLang="en-US" sz="900" dirty="0"/>
          </a:p>
        </p:txBody>
      </p:sp>
      <p:sp>
        <p:nvSpPr>
          <p:cNvPr id="12" name="TextBox 11">
            <a:extLst>
              <a:ext uri="{FF2B5EF4-FFF2-40B4-BE49-F238E27FC236}">
                <a16:creationId xmlns:a16="http://schemas.microsoft.com/office/drawing/2014/main" id="{706133AD-A6C6-465B-BDB4-D3FD96215424}"/>
              </a:ext>
            </a:extLst>
          </p:cNvPr>
          <p:cNvSpPr txBox="1"/>
          <p:nvPr/>
        </p:nvSpPr>
        <p:spPr>
          <a:xfrm>
            <a:off x="290021" y="4864266"/>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graphicFrame>
        <p:nvGraphicFramePr>
          <p:cNvPr id="13" name="표 12">
            <a:extLst>
              <a:ext uri="{FF2B5EF4-FFF2-40B4-BE49-F238E27FC236}">
                <a16:creationId xmlns:a16="http://schemas.microsoft.com/office/drawing/2014/main" id="{D89D2718-DE86-4C83-96C5-E7426C7F7630}"/>
              </a:ext>
            </a:extLst>
          </p:cNvPr>
          <p:cNvGraphicFramePr>
            <a:graphicFrameLocks noGrp="1"/>
          </p:cNvGraphicFramePr>
          <p:nvPr>
            <p:extLst>
              <p:ext uri="{D42A27DB-BD31-4B8C-83A1-F6EECF244321}">
                <p14:modId xmlns:p14="http://schemas.microsoft.com/office/powerpoint/2010/main" val="3980246665"/>
              </p:ext>
            </p:extLst>
          </p:nvPr>
        </p:nvGraphicFramePr>
        <p:xfrm>
          <a:off x="10171774" y="22159"/>
          <a:ext cx="1979018" cy="3216672"/>
        </p:xfrm>
        <a:graphic>
          <a:graphicData uri="http://schemas.openxmlformats.org/drawingml/2006/table">
            <a:tbl>
              <a:tblPr firstRow="1" bandRow="1">
                <a:tableStyleId>{5940675A-B579-460E-94D1-54222C63F5DA}</a:tableStyleId>
              </a:tblPr>
              <a:tblGrid>
                <a:gridCol w="587962">
                  <a:extLst>
                    <a:ext uri="{9D8B030D-6E8A-4147-A177-3AD203B41FA5}">
                      <a16:colId xmlns:a16="http://schemas.microsoft.com/office/drawing/2014/main" val="2768186151"/>
                    </a:ext>
                  </a:extLst>
                </a:gridCol>
                <a:gridCol w="237127">
                  <a:extLst>
                    <a:ext uri="{9D8B030D-6E8A-4147-A177-3AD203B41FA5}">
                      <a16:colId xmlns:a16="http://schemas.microsoft.com/office/drawing/2014/main" val="3978135536"/>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RF-02-08-02-1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정산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정산 관리</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총괄 관리자에서 정산 타이틀 및 출력요청화면</a:t>
                      </a:r>
                    </a:p>
                  </a:txBody>
                  <a:tcPr anchor="ctr">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latinLnBrk="1"/>
                      <a:r>
                        <a:rPr lang="ko-KR" altLang="en-US" sz="800" dirty="0" err="1">
                          <a:solidFill>
                            <a:schemeClr val="tx1"/>
                          </a:solidFill>
                        </a:rPr>
                        <a:t>채널아이디를</a:t>
                      </a:r>
                      <a:r>
                        <a:rPr lang="ko-KR" altLang="en-US" sz="800" dirty="0">
                          <a:solidFill>
                            <a:schemeClr val="tx1"/>
                          </a:solidFill>
                        </a:rPr>
                        <a:t> 입력하고 </a:t>
                      </a:r>
                      <a:r>
                        <a:rPr lang="ko-KR" altLang="en-US" sz="800" dirty="0" err="1">
                          <a:solidFill>
                            <a:schemeClr val="tx1"/>
                          </a:solidFill>
                        </a:rPr>
                        <a:t>정산년월을</a:t>
                      </a:r>
                      <a:r>
                        <a:rPr lang="ko-KR" altLang="en-US" sz="800" dirty="0">
                          <a:solidFill>
                            <a:schemeClr val="tx1"/>
                          </a:solidFill>
                        </a:rPr>
                        <a:t> 입력해야 정산내역이 출력된다</a:t>
                      </a:r>
                      <a:r>
                        <a:rPr lang="en-US" altLang="ko-KR" sz="800" dirty="0">
                          <a:solidFill>
                            <a:schemeClr val="tx1"/>
                          </a:solidFill>
                        </a:rPr>
                        <a:t>.</a:t>
                      </a:r>
                      <a:endParaRPr lang="ko-KR" altLang="en-US" sz="80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175826750"/>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latinLnBrk="1"/>
                      <a:r>
                        <a:rPr lang="ko-KR" altLang="en-US" sz="800" dirty="0">
                          <a:solidFill>
                            <a:schemeClr val="tx1"/>
                          </a:solidFill>
                        </a:rPr>
                        <a:t>정산처리한 내역을 입력하면 하단에 </a:t>
                      </a:r>
                      <a:r>
                        <a:rPr lang="ko-KR" altLang="en-US" sz="800" dirty="0" err="1">
                          <a:solidFill>
                            <a:schemeClr val="tx1"/>
                          </a:solidFill>
                        </a:rPr>
                        <a:t>채널아이디와</a:t>
                      </a:r>
                      <a:r>
                        <a:rPr lang="ko-KR" altLang="en-US" sz="800" dirty="0">
                          <a:solidFill>
                            <a:schemeClr val="tx1"/>
                          </a:solidFill>
                        </a:rPr>
                        <a:t> 집행일이 포함되면 표시된다</a:t>
                      </a:r>
                      <a:r>
                        <a:rPr lang="en-US" altLang="ko-KR" sz="800" dirty="0">
                          <a:solidFill>
                            <a:schemeClr val="tx1"/>
                          </a:solidFill>
                        </a:rPr>
                        <a:t>.</a:t>
                      </a:r>
                    </a:p>
                    <a:p>
                      <a:pPr latinLnBrk="1"/>
                      <a:endParaRPr lang="en-US" altLang="ko-KR" sz="800" dirty="0">
                        <a:solidFill>
                          <a:schemeClr val="tx1"/>
                        </a:solidFill>
                      </a:endParaRPr>
                    </a:p>
                    <a:p>
                      <a:pPr latinLnBrk="1"/>
                      <a:r>
                        <a:rPr lang="ko-KR" altLang="en-US" sz="800" dirty="0" err="1">
                          <a:solidFill>
                            <a:schemeClr val="tx1"/>
                          </a:solidFill>
                        </a:rPr>
                        <a:t>정산년월과</a:t>
                      </a:r>
                      <a:r>
                        <a:rPr lang="ko-KR" altLang="en-US" sz="800" dirty="0">
                          <a:solidFill>
                            <a:schemeClr val="tx1"/>
                          </a:solidFill>
                        </a:rPr>
                        <a:t> 집행일이 있는데</a:t>
                      </a:r>
                      <a:r>
                        <a:rPr lang="en-US" altLang="ko-KR" sz="800" dirty="0">
                          <a:solidFill>
                            <a:schemeClr val="tx1"/>
                          </a:solidFill>
                        </a:rPr>
                        <a:t>, </a:t>
                      </a:r>
                      <a:r>
                        <a:rPr lang="ko-KR" altLang="en-US" sz="800" dirty="0">
                          <a:solidFill>
                            <a:schemeClr val="tx1"/>
                          </a:solidFill>
                        </a:rPr>
                        <a:t>이는 채널관리자 정산페이지에서 </a:t>
                      </a:r>
                      <a:r>
                        <a:rPr lang="ko-KR" altLang="en-US" sz="800" dirty="0" err="1">
                          <a:solidFill>
                            <a:schemeClr val="tx1"/>
                          </a:solidFill>
                        </a:rPr>
                        <a:t>정산년월에</a:t>
                      </a:r>
                      <a:r>
                        <a:rPr lang="ko-KR" altLang="en-US" sz="800" dirty="0">
                          <a:solidFill>
                            <a:schemeClr val="tx1"/>
                          </a:solidFill>
                        </a:rPr>
                        <a:t> 맞게 출력되기 위해 두가지를 입력한다</a:t>
                      </a:r>
                      <a:r>
                        <a:rPr lang="en-US" altLang="ko-KR" sz="800" dirty="0">
                          <a:solidFill>
                            <a:schemeClr val="tx1"/>
                          </a:solidFill>
                        </a:rPr>
                        <a:t>.</a:t>
                      </a:r>
                      <a:endParaRPr lang="ko-KR" altLang="en-US" sz="800" dirty="0">
                        <a:solidFill>
                          <a:schemeClr val="tx1"/>
                        </a:solidFill>
                      </a:endParaRPr>
                    </a:p>
                  </a:txBody>
                  <a:tcPr anchor="ctr">
                    <a:solidFill>
                      <a:schemeClr val="bg1"/>
                    </a:solidFill>
                  </a:tcPr>
                </a:tc>
                <a:tc hMerge="1">
                  <a:txBody>
                    <a:bodyPr/>
                    <a:lstStyle/>
                    <a:p>
                      <a:pPr latinLnBrk="1"/>
                      <a:endParaRPr lang="ko-KR" altLang="en-US" dirty="0"/>
                    </a:p>
                  </a:txBody>
                  <a:tcPr/>
                </a:tc>
                <a:extLst>
                  <a:ext uri="{0D108BD9-81ED-4DB2-BD59-A6C34878D82A}">
                    <a16:rowId xmlns:a16="http://schemas.microsoft.com/office/drawing/2014/main" val="2846421324"/>
                  </a:ext>
                </a:extLst>
              </a:tr>
            </a:tbl>
          </a:graphicData>
        </a:graphic>
      </p:graphicFrame>
      <p:sp>
        <p:nvSpPr>
          <p:cNvPr id="14" name="직사각형 13">
            <a:extLst>
              <a:ext uri="{FF2B5EF4-FFF2-40B4-BE49-F238E27FC236}">
                <a16:creationId xmlns:a16="http://schemas.microsoft.com/office/drawing/2014/main" id="{EE95922E-7037-488A-AE50-568C22701A78}"/>
              </a:ext>
            </a:extLst>
          </p:cNvPr>
          <p:cNvSpPr/>
          <p:nvPr/>
        </p:nvSpPr>
        <p:spPr>
          <a:xfrm>
            <a:off x="3622831" y="1178761"/>
            <a:ext cx="1104557"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아이디 검색</a:t>
            </a:r>
            <a:endParaRPr lang="en-US" altLang="ko-KR" sz="800" dirty="0">
              <a:solidFill>
                <a:schemeClr val="bg1"/>
              </a:solidFill>
            </a:endParaRPr>
          </a:p>
        </p:txBody>
      </p:sp>
      <p:sp>
        <p:nvSpPr>
          <p:cNvPr id="15" name="직사각형 14">
            <a:extLst>
              <a:ext uri="{FF2B5EF4-FFF2-40B4-BE49-F238E27FC236}">
                <a16:creationId xmlns:a16="http://schemas.microsoft.com/office/drawing/2014/main" id="{A81B90A0-B560-4038-8E8F-505C7EB131A0}"/>
              </a:ext>
            </a:extLst>
          </p:cNvPr>
          <p:cNvSpPr/>
          <p:nvPr/>
        </p:nvSpPr>
        <p:spPr>
          <a:xfrm>
            <a:off x="1950534" y="1190900"/>
            <a:ext cx="1531623" cy="17314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                  </a:t>
            </a:r>
            <a:endParaRPr lang="en-US" altLang="ko-KR" sz="800" dirty="0">
              <a:solidFill>
                <a:schemeClr val="tx1"/>
              </a:solidFill>
            </a:endParaRPr>
          </a:p>
        </p:txBody>
      </p:sp>
      <p:sp>
        <p:nvSpPr>
          <p:cNvPr id="16" name="직사각형 15">
            <a:extLst>
              <a:ext uri="{FF2B5EF4-FFF2-40B4-BE49-F238E27FC236}">
                <a16:creationId xmlns:a16="http://schemas.microsoft.com/office/drawing/2014/main" id="{E6E95832-B54B-442C-9FF5-53C778D1353C}"/>
              </a:ext>
            </a:extLst>
          </p:cNvPr>
          <p:cNvSpPr/>
          <p:nvPr/>
        </p:nvSpPr>
        <p:spPr>
          <a:xfrm>
            <a:off x="1950534" y="1409810"/>
            <a:ext cx="609315"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17" name="그림 16">
            <a:extLst>
              <a:ext uri="{FF2B5EF4-FFF2-40B4-BE49-F238E27FC236}">
                <a16:creationId xmlns:a16="http://schemas.microsoft.com/office/drawing/2014/main" id="{E6230400-FB9D-47B9-9F4D-5136BA8FF826}"/>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585251" y="1401879"/>
            <a:ext cx="200163" cy="207177"/>
          </a:xfrm>
          <a:prstGeom prst="rect">
            <a:avLst/>
          </a:prstGeom>
          <a:ln w="6350">
            <a:noFill/>
          </a:ln>
        </p:spPr>
      </p:pic>
      <p:sp>
        <p:nvSpPr>
          <p:cNvPr id="18" name="TextBox 17">
            <a:extLst>
              <a:ext uri="{FF2B5EF4-FFF2-40B4-BE49-F238E27FC236}">
                <a16:creationId xmlns:a16="http://schemas.microsoft.com/office/drawing/2014/main" id="{E6344469-B8FE-4491-94EE-A59451414934}"/>
              </a:ext>
            </a:extLst>
          </p:cNvPr>
          <p:cNvSpPr txBox="1"/>
          <p:nvPr/>
        </p:nvSpPr>
        <p:spPr>
          <a:xfrm>
            <a:off x="2732972" y="1386613"/>
            <a:ext cx="264816" cy="230832"/>
          </a:xfrm>
          <a:prstGeom prst="rect">
            <a:avLst/>
          </a:prstGeom>
          <a:noFill/>
        </p:spPr>
        <p:txBody>
          <a:bodyPr wrap="square" rtlCol="0">
            <a:spAutoFit/>
          </a:bodyPr>
          <a:lstStyle/>
          <a:p>
            <a:r>
              <a:rPr lang="en-US" altLang="ko-KR" sz="900" dirty="0"/>
              <a:t>~</a:t>
            </a:r>
            <a:endParaRPr lang="ko-KR" altLang="en-US" sz="900" dirty="0"/>
          </a:p>
        </p:txBody>
      </p:sp>
      <p:sp>
        <p:nvSpPr>
          <p:cNvPr id="19" name="직사각형 18">
            <a:extLst>
              <a:ext uri="{FF2B5EF4-FFF2-40B4-BE49-F238E27FC236}">
                <a16:creationId xmlns:a16="http://schemas.microsoft.com/office/drawing/2014/main" id="{F362D58C-F42B-4569-9922-C4E94C36D9F9}"/>
              </a:ext>
            </a:extLst>
          </p:cNvPr>
          <p:cNvSpPr/>
          <p:nvPr/>
        </p:nvSpPr>
        <p:spPr>
          <a:xfrm>
            <a:off x="2959322" y="1409810"/>
            <a:ext cx="606992"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20" name="그림 19">
            <a:extLst>
              <a:ext uri="{FF2B5EF4-FFF2-40B4-BE49-F238E27FC236}">
                <a16:creationId xmlns:a16="http://schemas.microsoft.com/office/drawing/2014/main" id="{51403848-2BFD-4DCD-BC29-39B4461A371A}"/>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594038" y="1401879"/>
            <a:ext cx="200163" cy="207177"/>
          </a:xfrm>
          <a:prstGeom prst="rect">
            <a:avLst/>
          </a:prstGeom>
          <a:ln w="6350">
            <a:noFill/>
          </a:ln>
        </p:spPr>
      </p:pic>
      <p:sp>
        <p:nvSpPr>
          <p:cNvPr id="21" name="TextBox 20">
            <a:extLst>
              <a:ext uri="{FF2B5EF4-FFF2-40B4-BE49-F238E27FC236}">
                <a16:creationId xmlns:a16="http://schemas.microsoft.com/office/drawing/2014/main" id="{110AE38C-FE09-463D-BF3B-A15ED3301029}"/>
              </a:ext>
            </a:extLst>
          </p:cNvPr>
          <p:cNvSpPr txBox="1"/>
          <p:nvPr/>
        </p:nvSpPr>
        <p:spPr>
          <a:xfrm>
            <a:off x="286121" y="665227"/>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22" name="직사각형 21">
            <a:extLst>
              <a:ext uri="{FF2B5EF4-FFF2-40B4-BE49-F238E27FC236}">
                <a16:creationId xmlns:a16="http://schemas.microsoft.com/office/drawing/2014/main" id="{44F6E639-6444-479F-B071-DFCED16EE948}"/>
              </a:ext>
            </a:extLst>
          </p:cNvPr>
          <p:cNvSpPr/>
          <p:nvPr/>
        </p:nvSpPr>
        <p:spPr>
          <a:xfrm>
            <a:off x="8910918" y="5160372"/>
            <a:ext cx="883156" cy="183156"/>
          </a:xfrm>
          <a:prstGeom prst="rect">
            <a:avLst/>
          </a:prstGeom>
          <a:solidFill>
            <a:srgbClr val="0070C0"/>
          </a:solid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b="1">
                <a:solidFill>
                  <a:schemeClr val="bg1"/>
                </a:solidFill>
              </a:rPr>
              <a:t>정산 집행 등록</a:t>
            </a:r>
            <a:endParaRPr lang="en-US" altLang="ko-KR" sz="600" b="1" dirty="0">
              <a:solidFill>
                <a:schemeClr val="bg1"/>
              </a:solidFill>
            </a:endParaRPr>
          </a:p>
        </p:txBody>
      </p:sp>
      <p:sp>
        <p:nvSpPr>
          <p:cNvPr id="4" name="직사각형 3">
            <a:extLst>
              <a:ext uri="{FF2B5EF4-FFF2-40B4-BE49-F238E27FC236}">
                <a16:creationId xmlns:a16="http://schemas.microsoft.com/office/drawing/2014/main" id="{A44DAAD8-A5F1-4D9F-900C-092CD8A4E89A}"/>
              </a:ext>
            </a:extLst>
          </p:cNvPr>
          <p:cNvSpPr/>
          <p:nvPr/>
        </p:nvSpPr>
        <p:spPr>
          <a:xfrm>
            <a:off x="41208" y="52417"/>
            <a:ext cx="3098800" cy="389467"/>
          </a:xfrm>
          <a:prstGeom prst="rect">
            <a:avLst/>
          </a:prstGeom>
          <a:solidFill>
            <a:schemeClr val="accent5">
              <a:lumMod val="50000"/>
            </a:schemeClr>
          </a:solidFill>
          <a:ln>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b="1" dirty="0"/>
              <a:t>총괄 관리자 영역 화면 예시</a:t>
            </a:r>
          </a:p>
        </p:txBody>
      </p:sp>
      <p:sp>
        <p:nvSpPr>
          <p:cNvPr id="23" name="TextBox 22">
            <a:extLst>
              <a:ext uri="{FF2B5EF4-FFF2-40B4-BE49-F238E27FC236}">
                <a16:creationId xmlns:a16="http://schemas.microsoft.com/office/drawing/2014/main" id="{AA068918-B41A-4EDE-BFBF-408CE4FC061C}"/>
              </a:ext>
            </a:extLst>
          </p:cNvPr>
          <p:cNvSpPr txBox="1"/>
          <p:nvPr/>
        </p:nvSpPr>
        <p:spPr>
          <a:xfrm>
            <a:off x="211585" y="929413"/>
            <a:ext cx="1188146"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err="1">
                <a:latin typeface="맑은 고딕" panose="020B0503020000020004" pitchFamily="50" charset="-127"/>
                <a:ea typeface="맑은 고딕" panose="020B0503020000020004" pitchFamily="50" charset="-127"/>
              </a:rPr>
              <a:t>채널아이디</a:t>
            </a:r>
            <a:r>
              <a:rPr lang="ko-KR" altLang="en-US" sz="900" dirty="0">
                <a:latin typeface="맑은 고딕" panose="020B0503020000020004" pitchFamily="50" charset="-127"/>
                <a:ea typeface="맑은 고딕" panose="020B0503020000020004" pitchFamily="50" charset="-127"/>
              </a:rPr>
              <a:t> 선택</a:t>
            </a:r>
            <a:endParaRPr lang="ko-KR" altLang="en-US" sz="900" dirty="0"/>
          </a:p>
        </p:txBody>
      </p:sp>
    </p:spTree>
    <p:extLst>
      <p:ext uri="{BB962C8B-B14F-4D97-AF65-F5344CB8AC3E}">
        <p14:creationId xmlns:p14="http://schemas.microsoft.com/office/powerpoint/2010/main" val="1242794382"/>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 name="표 12">
            <a:extLst>
              <a:ext uri="{FF2B5EF4-FFF2-40B4-BE49-F238E27FC236}">
                <a16:creationId xmlns:a16="http://schemas.microsoft.com/office/drawing/2014/main" id="{D89D2718-DE86-4C83-96C5-E7426C7F7630}"/>
              </a:ext>
            </a:extLst>
          </p:cNvPr>
          <p:cNvGraphicFramePr>
            <a:graphicFrameLocks noGrp="1"/>
          </p:cNvGraphicFramePr>
          <p:nvPr>
            <p:extLst>
              <p:ext uri="{D42A27DB-BD31-4B8C-83A1-F6EECF244321}">
                <p14:modId xmlns:p14="http://schemas.microsoft.com/office/powerpoint/2010/main" val="1761489491"/>
              </p:ext>
            </p:extLst>
          </p:nvPr>
        </p:nvGraphicFramePr>
        <p:xfrm>
          <a:off x="10171774" y="22159"/>
          <a:ext cx="1979018" cy="2241312"/>
        </p:xfrm>
        <a:graphic>
          <a:graphicData uri="http://schemas.openxmlformats.org/drawingml/2006/table">
            <a:tbl>
              <a:tblPr firstRow="1" bandRow="1">
                <a:tableStyleId>{5940675A-B579-460E-94D1-54222C63F5DA}</a:tableStyleId>
              </a:tblPr>
              <a:tblGrid>
                <a:gridCol w="587962">
                  <a:extLst>
                    <a:ext uri="{9D8B030D-6E8A-4147-A177-3AD203B41FA5}">
                      <a16:colId xmlns:a16="http://schemas.microsoft.com/office/drawing/2014/main" val="2768186151"/>
                    </a:ext>
                  </a:extLst>
                </a:gridCol>
                <a:gridCol w="237127">
                  <a:extLst>
                    <a:ext uri="{9D8B030D-6E8A-4147-A177-3AD203B41FA5}">
                      <a16:colId xmlns:a16="http://schemas.microsoft.com/office/drawing/2014/main" val="3978135536"/>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RF-02-08-02-2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정산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정산 관리</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총괄 관리자에서 정산 타이틀 및 출력요청화면</a:t>
                      </a:r>
                    </a:p>
                  </a:txBody>
                  <a:tcPr anchor="ctr">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latinLnBrk="1"/>
                      <a:r>
                        <a:rPr lang="ko-KR" altLang="en-US" sz="800" dirty="0">
                          <a:solidFill>
                            <a:schemeClr val="tx1"/>
                          </a:solidFill>
                        </a:rPr>
                        <a:t>총괄관리자에서 표시되는 채널관리자 정산화면</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175826750"/>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latinLnBrk="1"/>
                      <a:r>
                        <a:rPr lang="ko-KR" altLang="en-US" sz="800" dirty="0" err="1">
                          <a:solidFill>
                            <a:schemeClr val="tx1"/>
                          </a:solidFill>
                        </a:rPr>
                        <a:t>채널아이디와</a:t>
                      </a:r>
                      <a:r>
                        <a:rPr lang="ko-KR" altLang="en-US" sz="800" dirty="0">
                          <a:solidFill>
                            <a:schemeClr val="tx1"/>
                          </a:solidFill>
                        </a:rPr>
                        <a:t> 정산 </a:t>
                      </a:r>
                      <a:r>
                        <a:rPr lang="ko-KR" altLang="en-US" sz="800" dirty="0" err="1">
                          <a:solidFill>
                            <a:schemeClr val="tx1"/>
                          </a:solidFill>
                        </a:rPr>
                        <a:t>년월이</a:t>
                      </a:r>
                      <a:r>
                        <a:rPr lang="ko-KR" altLang="en-US" sz="800" dirty="0">
                          <a:solidFill>
                            <a:schemeClr val="tx1"/>
                          </a:solidFill>
                        </a:rPr>
                        <a:t> 포함된 정산집행 내역이 출력된다</a:t>
                      </a:r>
                      <a:r>
                        <a:rPr lang="en-US" altLang="ko-KR" sz="800" dirty="0">
                          <a:solidFill>
                            <a:schemeClr val="tx1"/>
                          </a:solidFill>
                        </a:rPr>
                        <a:t>.</a:t>
                      </a:r>
                      <a:endParaRPr lang="ko-KR" altLang="en-US" sz="800" dirty="0">
                        <a:solidFill>
                          <a:schemeClr val="tx1"/>
                        </a:solidFill>
                      </a:endParaRPr>
                    </a:p>
                  </a:txBody>
                  <a:tcPr anchor="ctr">
                    <a:solidFill>
                      <a:schemeClr val="bg1"/>
                    </a:solidFill>
                  </a:tcPr>
                </a:tc>
                <a:tc hMerge="1">
                  <a:txBody>
                    <a:bodyPr/>
                    <a:lstStyle/>
                    <a:p>
                      <a:pPr latinLnBrk="1"/>
                      <a:endParaRPr lang="ko-KR" altLang="en-US" dirty="0"/>
                    </a:p>
                  </a:txBody>
                  <a:tcPr/>
                </a:tc>
                <a:extLst>
                  <a:ext uri="{0D108BD9-81ED-4DB2-BD59-A6C34878D82A}">
                    <a16:rowId xmlns:a16="http://schemas.microsoft.com/office/drawing/2014/main" val="2846421324"/>
                  </a:ext>
                </a:extLst>
              </a:tr>
            </a:tbl>
          </a:graphicData>
        </a:graphic>
      </p:graphicFrame>
      <p:sp>
        <p:nvSpPr>
          <p:cNvPr id="12" name="TextBox 11">
            <a:extLst>
              <a:ext uri="{FF2B5EF4-FFF2-40B4-BE49-F238E27FC236}">
                <a16:creationId xmlns:a16="http://schemas.microsoft.com/office/drawing/2014/main" id="{706133AD-A6C6-465B-BDB4-D3FD96215424}"/>
              </a:ext>
            </a:extLst>
          </p:cNvPr>
          <p:cNvSpPr txBox="1"/>
          <p:nvPr/>
        </p:nvSpPr>
        <p:spPr>
          <a:xfrm>
            <a:off x="-3991684" y="1733174"/>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28" name="TextBox 27">
            <a:extLst>
              <a:ext uri="{FF2B5EF4-FFF2-40B4-BE49-F238E27FC236}">
                <a16:creationId xmlns:a16="http://schemas.microsoft.com/office/drawing/2014/main" id="{FF213DC9-CE62-4110-A4CB-00D4D9DC71BF}"/>
              </a:ext>
            </a:extLst>
          </p:cNvPr>
          <p:cNvSpPr txBox="1"/>
          <p:nvPr/>
        </p:nvSpPr>
        <p:spPr>
          <a:xfrm>
            <a:off x="152783" y="3708407"/>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1273082968"/>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 name="표 12">
            <a:extLst>
              <a:ext uri="{FF2B5EF4-FFF2-40B4-BE49-F238E27FC236}">
                <a16:creationId xmlns:a16="http://schemas.microsoft.com/office/drawing/2014/main" id="{D89D2718-DE86-4C83-96C5-E7426C7F7630}"/>
              </a:ext>
            </a:extLst>
          </p:cNvPr>
          <p:cNvGraphicFramePr>
            <a:graphicFrameLocks noGrp="1"/>
          </p:cNvGraphicFramePr>
          <p:nvPr>
            <p:extLst>
              <p:ext uri="{D42A27DB-BD31-4B8C-83A1-F6EECF244321}">
                <p14:modId xmlns:p14="http://schemas.microsoft.com/office/powerpoint/2010/main" val="2305018525"/>
              </p:ext>
            </p:extLst>
          </p:nvPr>
        </p:nvGraphicFramePr>
        <p:xfrm>
          <a:off x="10171774" y="22159"/>
          <a:ext cx="1979018" cy="1997472"/>
        </p:xfrm>
        <a:graphic>
          <a:graphicData uri="http://schemas.openxmlformats.org/drawingml/2006/table">
            <a:tbl>
              <a:tblPr firstRow="1" bandRow="1">
                <a:tableStyleId>{5940675A-B579-460E-94D1-54222C63F5DA}</a:tableStyleId>
              </a:tblPr>
              <a:tblGrid>
                <a:gridCol w="587962">
                  <a:extLst>
                    <a:ext uri="{9D8B030D-6E8A-4147-A177-3AD203B41FA5}">
                      <a16:colId xmlns:a16="http://schemas.microsoft.com/office/drawing/2014/main" val="2768186151"/>
                    </a:ext>
                  </a:extLst>
                </a:gridCol>
                <a:gridCol w="237127">
                  <a:extLst>
                    <a:ext uri="{9D8B030D-6E8A-4147-A177-3AD203B41FA5}">
                      <a16:colId xmlns:a16="http://schemas.microsoft.com/office/drawing/2014/main" val="3978135536"/>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RF-02-08-02-3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정산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정산 관리</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총괄 관리자에서 정산 타이틀 및 출력요청화면</a:t>
                      </a:r>
                    </a:p>
                  </a:txBody>
                  <a:tcPr anchor="ctr">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latinLnBrk="1"/>
                      <a:r>
                        <a:rPr lang="ko-KR" altLang="en-US" sz="800" dirty="0">
                          <a:solidFill>
                            <a:schemeClr val="tx1"/>
                          </a:solidFill>
                        </a:rPr>
                        <a:t>채널 지급액의 상세내역을  새창으로 확인할 수 있다</a:t>
                      </a:r>
                      <a:r>
                        <a:rPr lang="en-US" altLang="ko-KR" sz="800" dirty="0">
                          <a:solidFill>
                            <a:schemeClr val="tx1"/>
                          </a:solidFill>
                        </a:rPr>
                        <a:t>.</a:t>
                      </a:r>
                      <a:endParaRPr lang="ko-KR" altLang="en-US" sz="80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175826750"/>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latinLnBrk="1"/>
                      <a:r>
                        <a:rPr lang="ko-KR" altLang="en-US" sz="800" dirty="0">
                          <a:solidFill>
                            <a:schemeClr val="tx1"/>
                          </a:solidFill>
                        </a:rPr>
                        <a:t>채널 지급액의 상세목록</a:t>
                      </a:r>
                    </a:p>
                  </a:txBody>
                  <a:tcPr anchor="ctr">
                    <a:solidFill>
                      <a:schemeClr val="bg1"/>
                    </a:solidFill>
                  </a:tcPr>
                </a:tc>
                <a:tc hMerge="1">
                  <a:txBody>
                    <a:bodyPr/>
                    <a:lstStyle/>
                    <a:p>
                      <a:pPr latinLnBrk="1"/>
                      <a:endParaRPr lang="ko-KR" altLang="en-US" dirty="0"/>
                    </a:p>
                  </a:txBody>
                  <a:tcPr/>
                </a:tc>
                <a:extLst>
                  <a:ext uri="{0D108BD9-81ED-4DB2-BD59-A6C34878D82A}">
                    <a16:rowId xmlns:a16="http://schemas.microsoft.com/office/drawing/2014/main" val="2846421324"/>
                  </a:ext>
                </a:extLst>
              </a:tr>
            </a:tbl>
          </a:graphicData>
        </a:graphic>
      </p:graphicFrame>
      <p:sp>
        <p:nvSpPr>
          <p:cNvPr id="28" name="타원 27">
            <a:extLst>
              <a:ext uri="{FF2B5EF4-FFF2-40B4-BE49-F238E27FC236}">
                <a16:creationId xmlns:a16="http://schemas.microsoft.com/office/drawing/2014/main" id="{FB69CA92-3FD5-4361-84F8-74F69CEBD9A2}"/>
              </a:ext>
            </a:extLst>
          </p:cNvPr>
          <p:cNvSpPr/>
          <p:nvPr/>
        </p:nvSpPr>
        <p:spPr>
          <a:xfrm>
            <a:off x="6244500" y="1797819"/>
            <a:ext cx="897467"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3" name="TextBox 32">
            <a:extLst>
              <a:ext uri="{FF2B5EF4-FFF2-40B4-BE49-F238E27FC236}">
                <a16:creationId xmlns:a16="http://schemas.microsoft.com/office/drawing/2014/main" id="{D705969B-27F2-494A-AFF9-1A6C0A199092}"/>
              </a:ext>
            </a:extLst>
          </p:cNvPr>
          <p:cNvSpPr txBox="1"/>
          <p:nvPr/>
        </p:nvSpPr>
        <p:spPr>
          <a:xfrm>
            <a:off x="6218791" y="1718270"/>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graphicFrame>
        <p:nvGraphicFramePr>
          <p:cNvPr id="42" name="표 15">
            <a:extLst>
              <a:ext uri="{FF2B5EF4-FFF2-40B4-BE49-F238E27FC236}">
                <a16:creationId xmlns:a16="http://schemas.microsoft.com/office/drawing/2014/main" id="{88F8530D-BD64-41A4-8897-5125990D3F59}"/>
              </a:ext>
            </a:extLst>
          </p:cNvPr>
          <p:cNvGraphicFramePr>
            <a:graphicFrameLocks noGrp="1"/>
          </p:cNvGraphicFramePr>
          <p:nvPr>
            <p:extLst>
              <p:ext uri="{D42A27DB-BD31-4B8C-83A1-F6EECF244321}">
                <p14:modId xmlns:p14="http://schemas.microsoft.com/office/powerpoint/2010/main" val="396670890"/>
              </p:ext>
            </p:extLst>
          </p:nvPr>
        </p:nvGraphicFramePr>
        <p:xfrm>
          <a:off x="8277254" y="3300234"/>
          <a:ext cx="6645497" cy="2744216"/>
        </p:xfrm>
        <a:graphic>
          <a:graphicData uri="http://schemas.openxmlformats.org/drawingml/2006/table">
            <a:tbl>
              <a:tblPr firstRow="1" bandRow="1">
                <a:tableStyleId>{5940675A-B579-460E-94D1-54222C63F5DA}</a:tableStyleId>
              </a:tblPr>
              <a:tblGrid>
                <a:gridCol w="428942">
                  <a:extLst>
                    <a:ext uri="{9D8B030D-6E8A-4147-A177-3AD203B41FA5}">
                      <a16:colId xmlns:a16="http://schemas.microsoft.com/office/drawing/2014/main" val="1299318418"/>
                    </a:ext>
                  </a:extLst>
                </a:gridCol>
                <a:gridCol w="6216555">
                  <a:extLst>
                    <a:ext uri="{9D8B030D-6E8A-4147-A177-3AD203B41FA5}">
                      <a16:colId xmlns:a16="http://schemas.microsoft.com/office/drawing/2014/main" val="864278376"/>
                    </a:ext>
                  </a:extLst>
                </a:gridCol>
              </a:tblGrid>
              <a:tr h="210611">
                <a:tc gridSpan="2">
                  <a:txBody>
                    <a:bodyPr/>
                    <a:lstStyle/>
                    <a:p>
                      <a:pPr latinLnBrk="1">
                        <a:lnSpc>
                          <a:spcPct val="150000"/>
                        </a:lnSpc>
                      </a:pPr>
                      <a:r>
                        <a:rPr lang="en-US" altLang="ko-KR" sz="1000" b="1" dirty="0"/>
                        <a:t>※ </a:t>
                      </a:r>
                      <a:r>
                        <a:rPr lang="ko-KR" altLang="en-US" sz="1000" b="1" dirty="0"/>
                        <a:t>채널 지급액 상세 목록 표시 가이드</a:t>
                      </a:r>
                      <a:endParaRPr lang="en-US" altLang="ko-KR" sz="1000" b="1"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tc>
                <a:extLst>
                  <a:ext uri="{0D108BD9-81ED-4DB2-BD59-A6C34878D82A}">
                    <a16:rowId xmlns:a16="http://schemas.microsoft.com/office/drawing/2014/main" val="1347466683"/>
                  </a:ext>
                </a:extLst>
              </a:tr>
              <a:tr h="210611">
                <a:tc>
                  <a:txBody>
                    <a:bodyPr/>
                    <a:lstStyle/>
                    <a:p>
                      <a:pPr algn="ctr" latinLnBrk="1"/>
                      <a:r>
                        <a:rPr lang="en-US" altLang="ko-KR" sz="900" dirty="0"/>
                        <a:t>1</a:t>
                      </a:r>
                      <a:endParaRPr lang="ko-KR" altLang="en-US" sz="9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자사 상품을 팔고</a:t>
                      </a:r>
                      <a:r>
                        <a:rPr lang="en-US" altLang="ko-KR" sz="800" dirty="0"/>
                        <a:t>, </a:t>
                      </a:r>
                      <a:r>
                        <a:rPr lang="ko-KR" altLang="en-US" sz="800" dirty="0"/>
                        <a:t>자사 </a:t>
                      </a:r>
                      <a:r>
                        <a:rPr lang="en-US" altLang="ko-KR" sz="800" dirty="0"/>
                        <a:t>PG</a:t>
                      </a:r>
                      <a:r>
                        <a:rPr lang="ko-KR" altLang="en-US" sz="800" dirty="0"/>
                        <a:t>를 이용했을 때</a:t>
                      </a:r>
                      <a:r>
                        <a:rPr lang="en-US" altLang="ko-KR" sz="800" dirty="0"/>
                        <a:t>, </a:t>
                      </a:r>
                      <a:r>
                        <a:rPr lang="ko-KR" altLang="en-US" sz="800" dirty="0"/>
                        <a:t>매출액을 표시하는 방법으로 고객결제가 자사</a:t>
                      </a:r>
                      <a:r>
                        <a:rPr lang="en-US" altLang="ko-KR" sz="800" dirty="0"/>
                        <a:t>PG</a:t>
                      </a:r>
                      <a:r>
                        <a:rPr lang="ko-KR" altLang="en-US" sz="800" dirty="0"/>
                        <a:t>로 진행되었으므로 매출액은 </a:t>
                      </a:r>
                      <a:r>
                        <a:rPr lang="en-US" altLang="ko-KR" sz="800" dirty="0"/>
                        <a:t>0 </a:t>
                      </a:r>
                      <a:r>
                        <a:rPr lang="ko-KR" altLang="en-US" sz="800" dirty="0"/>
                        <a:t>이다</a:t>
                      </a:r>
                      <a:r>
                        <a:rPr lang="en-US" altLang="ko-KR" sz="800" dirty="0"/>
                        <a:t>.</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68489410"/>
                  </a:ext>
                </a:extLst>
              </a:tr>
              <a:tr h="210611">
                <a:tc>
                  <a:txBody>
                    <a:bodyPr/>
                    <a:lstStyle/>
                    <a:p>
                      <a:pPr algn="ctr" latinLnBrk="1"/>
                      <a:r>
                        <a:rPr lang="en-US" altLang="ko-KR" sz="900" dirty="0"/>
                        <a:t>2~3</a:t>
                      </a:r>
                      <a:endParaRPr lang="ko-KR" altLang="en-US" sz="9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자사 상품을 팔고</a:t>
                      </a:r>
                      <a:r>
                        <a:rPr lang="en-US" altLang="ko-KR" sz="800" dirty="0"/>
                        <a:t>, </a:t>
                      </a:r>
                      <a:r>
                        <a:rPr lang="ko-KR" altLang="en-US" sz="800" dirty="0"/>
                        <a:t>자사 </a:t>
                      </a:r>
                      <a:r>
                        <a:rPr lang="en-US" altLang="ko-KR" sz="800" dirty="0"/>
                        <a:t>PG</a:t>
                      </a:r>
                      <a:r>
                        <a:rPr lang="ko-KR" altLang="en-US" sz="800" dirty="0"/>
                        <a:t>를 이용했을 때</a:t>
                      </a:r>
                      <a:r>
                        <a:rPr lang="en-US" altLang="ko-KR" sz="800" dirty="0"/>
                        <a:t>, </a:t>
                      </a:r>
                      <a:r>
                        <a:rPr lang="ko-KR" altLang="en-US" sz="800" dirty="0"/>
                        <a:t>매출액을 표시하는 방법으로 </a:t>
                      </a:r>
                      <a:endParaRPr lang="en-US" altLang="ko-KR" sz="800" dirty="0"/>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고객결제가 자사</a:t>
                      </a:r>
                      <a:r>
                        <a:rPr lang="en-US" altLang="ko-KR" sz="800" dirty="0"/>
                        <a:t>PG</a:t>
                      </a:r>
                      <a:r>
                        <a:rPr lang="ko-KR" altLang="en-US" sz="800" dirty="0"/>
                        <a:t>로 진행되었으나 포인트로 결제가 </a:t>
                      </a:r>
                      <a:r>
                        <a:rPr lang="en-US" altLang="ko-KR" sz="800" dirty="0"/>
                        <a:t>3,000 </a:t>
                      </a:r>
                      <a:r>
                        <a:rPr lang="ko-KR" altLang="en-US" sz="800" dirty="0"/>
                        <a:t>원 </a:t>
                      </a:r>
                      <a:r>
                        <a:rPr lang="ko-KR" altLang="en-US" sz="800" dirty="0" err="1"/>
                        <a:t>이루워졌으므로</a:t>
                      </a:r>
                      <a:r>
                        <a:rPr lang="ko-KR" altLang="en-US" sz="800" dirty="0"/>
                        <a:t> </a:t>
                      </a:r>
                      <a:endParaRPr lang="en-US" altLang="ko-KR" sz="800"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Me9 </a:t>
                      </a:r>
                      <a:r>
                        <a:rPr lang="ko-KR" altLang="en-US" sz="800" dirty="0"/>
                        <a:t>에서 예수금 </a:t>
                      </a:r>
                      <a:r>
                        <a:rPr lang="en-US" altLang="ko-KR" sz="800" dirty="0"/>
                        <a:t>3,000 </a:t>
                      </a:r>
                      <a:r>
                        <a:rPr lang="ko-KR" altLang="en-US" sz="800" dirty="0"/>
                        <a:t>원의 지급이 발생한다</a:t>
                      </a:r>
                      <a:r>
                        <a:rPr lang="en-US" altLang="ko-KR" sz="800" dirty="0"/>
                        <a:t>.</a:t>
                      </a:r>
                      <a:r>
                        <a:rPr lang="ko-KR" altLang="en-US" sz="800" dirty="0"/>
                        <a:t> 포인트 결제는 자사포인트를 사용하였거나 </a:t>
                      </a:r>
                      <a:r>
                        <a:rPr lang="en-US" altLang="ko-KR" sz="800" dirty="0"/>
                        <a:t>Me9 </a:t>
                      </a:r>
                      <a:r>
                        <a:rPr lang="ko-KR" altLang="en-US" sz="800" dirty="0"/>
                        <a:t>포인트를 사용했거나 동일하다</a:t>
                      </a:r>
                      <a:r>
                        <a:rPr lang="en-US" altLang="ko-KR" sz="800" dirty="0"/>
                        <a:t>.</a:t>
                      </a:r>
                      <a:br>
                        <a:rPr lang="en-US" altLang="ko-KR" sz="800" dirty="0"/>
                      </a:br>
                      <a:r>
                        <a:rPr lang="ko-KR" altLang="en-US" sz="800" dirty="0"/>
                        <a:t>따라서 매출액은 </a:t>
                      </a:r>
                      <a:r>
                        <a:rPr lang="en-US" altLang="ko-KR" sz="800" dirty="0"/>
                        <a:t>-3,000 </a:t>
                      </a:r>
                      <a:r>
                        <a:rPr lang="ko-KR" altLang="en-US" sz="800" dirty="0"/>
                        <a:t>원이다</a:t>
                      </a:r>
                      <a:r>
                        <a:rPr lang="en-US" altLang="ko-KR" sz="800" dirty="0"/>
                        <a:t>. </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546251547"/>
                  </a:ext>
                </a:extLst>
              </a:tr>
              <a:tr h="210611">
                <a:tc>
                  <a:txBody>
                    <a:bodyPr/>
                    <a:lstStyle/>
                    <a:p>
                      <a:pPr algn="ctr" latinLnBrk="1"/>
                      <a:r>
                        <a:rPr lang="en-US" altLang="ko-KR" sz="900" dirty="0"/>
                        <a:t>4</a:t>
                      </a:r>
                      <a:endParaRPr lang="ko-KR" altLang="en-US" sz="9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AAA</a:t>
                      </a:r>
                      <a:r>
                        <a:rPr lang="ko-KR" altLang="en-US" sz="800" dirty="0"/>
                        <a:t>가 상품을 공유하고 </a:t>
                      </a:r>
                      <a:r>
                        <a:rPr lang="en-US" altLang="ko-KR" sz="800" dirty="0"/>
                        <a:t>AAA</a:t>
                      </a:r>
                      <a:r>
                        <a:rPr lang="ko-KR" altLang="en-US" sz="800" dirty="0"/>
                        <a:t>가 판매가를 결정하는 상품판매 형태로 매출은 </a:t>
                      </a:r>
                      <a:r>
                        <a:rPr lang="ko-KR" altLang="en-US" sz="800" dirty="0" err="1"/>
                        <a:t>상품가</a:t>
                      </a:r>
                      <a:r>
                        <a:rPr lang="ko-KR" altLang="en-US" sz="800" dirty="0"/>
                        <a:t> </a:t>
                      </a:r>
                      <a:r>
                        <a:rPr lang="en-US" altLang="ko-KR" sz="800" dirty="0"/>
                        <a:t>+ </a:t>
                      </a:r>
                      <a:r>
                        <a:rPr lang="ko-KR" altLang="en-US" sz="800" dirty="0"/>
                        <a:t>배송비로 책정한다</a:t>
                      </a:r>
                      <a:r>
                        <a:rPr lang="en-US" altLang="ko-KR" sz="800" dirty="0"/>
                        <a:t>.</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731216963"/>
                  </a:ext>
                </a:extLst>
              </a:tr>
              <a:tr h="210611">
                <a:tc>
                  <a:txBody>
                    <a:bodyPr/>
                    <a:lstStyle/>
                    <a:p>
                      <a:pPr algn="ctr" latinLnBrk="1"/>
                      <a:r>
                        <a:rPr lang="en-US" altLang="ko-KR" sz="900" dirty="0"/>
                        <a:t>5</a:t>
                      </a:r>
                      <a:endParaRPr lang="ko-KR" altLang="en-US" sz="9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AAA</a:t>
                      </a:r>
                      <a:r>
                        <a:rPr lang="ko-KR" altLang="en-US" sz="800" dirty="0"/>
                        <a:t>가 상품을 공유하고 위탁판매자가 판매가를 결정하는 상품판매 형태로 매출은 </a:t>
                      </a:r>
                      <a:r>
                        <a:rPr lang="ko-KR" altLang="en-US" sz="800" dirty="0" err="1"/>
                        <a:t>상품가</a:t>
                      </a:r>
                      <a:r>
                        <a:rPr lang="ko-KR" altLang="en-US" sz="800" dirty="0"/>
                        <a:t> </a:t>
                      </a:r>
                      <a:r>
                        <a:rPr lang="en-US" altLang="ko-KR" sz="800" dirty="0"/>
                        <a:t>+ </a:t>
                      </a:r>
                      <a:r>
                        <a:rPr lang="ko-KR" altLang="en-US" sz="800" dirty="0"/>
                        <a:t>배송비로 책정한다</a:t>
                      </a:r>
                      <a:r>
                        <a:rPr lang="en-US" altLang="ko-KR" sz="800" dirty="0"/>
                        <a:t>.</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396466466"/>
                  </a:ext>
                </a:extLst>
              </a:tr>
              <a:tr h="210611">
                <a:tc>
                  <a:txBody>
                    <a:bodyPr/>
                    <a:lstStyle/>
                    <a:p>
                      <a:pPr algn="ctr" latinLnBrk="1"/>
                      <a:r>
                        <a:rPr lang="en-US" altLang="ko-KR" sz="900" dirty="0"/>
                        <a:t>6</a:t>
                      </a:r>
                      <a:endParaRPr lang="ko-KR" altLang="en-US" sz="9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공동구매의 매출 표현이다</a:t>
                      </a:r>
                      <a:r>
                        <a:rPr lang="en-US" altLang="ko-KR" sz="800" dirty="0"/>
                        <a:t>. </a:t>
                      </a:r>
                      <a:r>
                        <a:rPr lang="ko-KR" altLang="en-US" sz="800" dirty="0"/>
                        <a:t>공동구매의 조건은 다음과 같다</a:t>
                      </a:r>
                      <a:r>
                        <a:rPr lang="en-US" altLang="ko-KR" sz="800" dirty="0"/>
                        <a:t>.</a:t>
                      </a:r>
                    </a:p>
                    <a:p>
                      <a:pPr latinLnBrk="1"/>
                      <a:endParaRPr lang="en-US" altLang="ko-KR" sz="800" dirty="0"/>
                    </a:p>
                    <a:p>
                      <a:pPr latinLnBrk="1"/>
                      <a:r>
                        <a:rPr lang="ko-KR" altLang="en-US" sz="800" dirty="0"/>
                        <a:t>공동구매 </a:t>
                      </a:r>
                      <a:r>
                        <a:rPr lang="ko-KR" altLang="en-US" sz="800" dirty="0" err="1"/>
                        <a:t>시작가</a:t>
                      </a:r>
                      <a:r>
                        <a:rPr lang="ko-KR" altLang="en-US" sz="800" dirty="0"/>
                        <a:t> </a:t>
                      </a:r>
                      <a:r>
                        <a:rPr lang="en-US" altLang="ko-KR" sz="800" dirty="0"/>
                        <a:t>: 10,000 </a:t>
                      </a:r>
                      <a:r>
                        <a:rPr lang="ko-KR" altLang="en-US" sz="800" dirty="0"/>
                        <a:t>원</a:t>
                      </a:r>
                    </a:p>
                    <a:p>
                      <a:pPr latinLnBrk="1"/>
                      <a:r>
                        <a:rPr lang="ko-KR" altLang="en-US" sz="800" dirty="0"/>
                        <a:t>공동구매 할인가 </a:t>
                      </a:r>
                      <a:r>
                        <a:rPr lang="en-US" altLang="ko-KR" sz="800" dirty="0"/>
                        <a:t>: 2,000 </a:t>
                      </a:r>
                      <a:r>
                        <a:rPr lang="ko-KR" altLang="en-US" sz="800" dirty="0"/>
                        <a:t>원</a:t>
                      </a:r>
                    </a:p>
                    <a:p>
                      <a:pPr latinLnBrk="1"/>
                      <a:r>
                        <a:rPr lang="ko-KR" altLang="en-US" sz="800" dirty="0"/>
                        <a:t>자사포인트 </a:t>
                      </a:r>
                      <a:r>
                        <a:rPr lang="en-US" altLang="ko-KR" sz="800" dirty="0"/>
                        <a:t>1,000 </a:t>
                      </a:r>
                      <a:r>
                        <a:rPr lang="ko-KR" altLang="en-US" sz="800" dirty="0"/>
                        <a:t>사용</a:t>
                      </a:r>
                    </a:p>
                    <a:p>
                      <a:pPr latinLnBrk="1"/>
                      <a:r>
                        <a:rPr lang="ko-KR" altLang="en-US" sz="800" dirty="0"/>
                        <a:t>미구포인트 </a:t>
                      </a:r>
                      <a:r>
                        <a:rPr lang="en-US" altLang="ko-KR" sz="800" dirty="0"/>
                        <a:t>2,000 </a:t>
                      </a:r>
                      <a:r>
                        <a:rPr lang="ko-KR" altLang="en-US" sz="800" dirty="0"/>
                        <a:t>사용</a:t>
                      </a:r>
                      <a:br>
                        <a:rPr lang="en-US" altLang="ko-KR" sz="800" dirty="0"/>
                      </a:br>
                      <a:endParaRPr lang="en-US" altLang="ko-KR" sz="800" dirty="0"/>
                    </a:p>
                    <a:p>
                      <a:pPr latinLnBrk="1"/>
                      <a:r>
                        <a:rPr lang="ko-KR" altLang="en-US" sz="800" dirty="0"/>
                        <a:t>공동구매 시작가가 </a:t>
                      </a:r>
                      <a:r>
                        <a:rPr lang="en-US" altLang="ko-KR" sz="800" dirty="0"/>
                        <a:t>10,000 </a:t>
                      </a:r>
                      <a:r>
                        <a:rPr lang="ko-KR" altLang="en-US" sz="800" dirty="0"/>
                        <a:t>원이었으나 공동구매 완료가 되었을 때 최종비용은 </a:t>
                      </a:r>
                      <a:r>
                        <a:rPr lang="en-US" altLang="ko-KR" sz="800" dirty="0"/>
                        <a:t>8,000 </a:t>
                      </a:r>
                      <a:r>
                        <a:rPr lang="ko-KR" altLang="en-US" sz="800" dirty="0"/>
                        <a:t>원이 되었기 때문에 </a:t>
                      </a:r>
                      <a:endParaRPr lang="en-US" altLang="ko-KR" sz="800" dirty="0"/>
                    </a:p>
                    <a:p>
                      <a:pPr latinLnBrk="1"/>
                      <a:r>
                        <a:rPr lang="ko-KR" altLang="en-US" sz="800" dirty="0"/>
                        <a:t>공동구매 </a:t>
                      </a:r>
                      <a:r>
                        <a:rPr lang="ko-KR" altLang="en-US" sz="800" dirty="0" err="1"/>
                        <a:t>최종가</a:t>
                      </a:r>
                      <a:r>
                        <a:rPr lang="ko-KR" altLang="en-US" sz="800" dirty="0"/>
                        <a:t> </a:t>
                      </a:r>
                      <a:r>
                        <a:rPr lang="en-US" altLang="ko-KR" sz="800" dirty="0"/>
                        <a:t>8,000</a:t>
                      </a:r>
                      <a:r>
                        <a:rPr lang="ko-KR" altLang="en-US" sz="800" dirty="0"/>
                        <a:t>원과 배송비 </a:t>
                      </a:r>
                      <a:r>
                        <a:rPr lang="en-US" altLang="ko-KR" sz="800" dirty="0"/>
                        <a:t>2,500</a:t>
                      </a:r>
                      <a:r>
                        <a:rPr lang="ko-KR" altLang="en-US" sz="800" dirty="0"/>
                        <a:t>원을 포함해서 </a:t>
                      </a:r>
                      <a:r>
                        <a:rPr lang="en-US" altLang="ko-KR" sz="800" dirty="0"/>
                        <a:t>10,500 </a:t>
                      </a:r>
                      <a:r>
                        <a:rPr lang="ko-KR" altLang="en-US" sz="800" dirty="0"/>
                        <a:t>원이 최종 매출이 되었다</a:t>
                      </a:r>
                      <a:r>
                        <a:rPr lang="en-US" altLang="ko-KR" sz="800" dirty="0"/>
                        <a:t>.</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700118551"/>
                  </a:ext>
                </a:extLst>
              </a:tr>
            </a:tbl>
          </a:graphicData>
        </a:graphic>
      </p:graphicFrame>
      <p:sp>
        <p:nvSpPr>
          <p:cNvPr id="65" name="직사각형 64">
            <a:extLst>
              <a:ext uri="{FF2B5EF4-FFF2-40B4-BE49-F238E27FC236}">
                <a16:creationId xmlns:a16="http://schemas.microsoft.com/office/drawing/2014/main" id="{AA5804FB-D31E-4138-ACA9-92F7E632FEE4}"/>
              </a:ext>
            </a:extLst>
          </p:cNvPr>
          <p:cNvSpPr/>
          <p:nvPr/>
        </p:nvSpPr>
        <p:spPr>
          <a:xfrm>
            <a:off x="238540" y="2566493"/>
            <a:ext cx="7903596" cy="3394521"/>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66" name="Image">
            <a:extLst>
              <a:ext uri="{FF2B5EF4-FFF2-40B4-BE49-F238E27FC236}">
                <a16:creationId xmlns:a16="http://schemas.microsoft.com/office/drawing/2014/main" id="{5EF06317-EBCD-4E38-A01C-D61B45080F4E}"/>
              </a:ext>
            </a:extLst>
          </p:cNvPr>
          <p:cNvGrpSpPr>
            <a:grpSpLocks/>
          </p:cNvGrpSpPr>
          <p:nvPr/>
        </p:nvGrpSpPr>
        <p:grpSpPr bwMode="auto">
          <a:xfrm>
            <a:off x="7780252" y="2670731"/>
            <a:ext cx="263570" cy="250457"/>
            <a:chOff x="508000" y="1397000"/>
            <a:chExt cx="1008112" cy="1008112"/>
          </a:xfrm>
        </p:grpSpPr>
        <p:sp>
          <p:nvSpPr>
            <p:cNvPr id="67" name="Border">
              <a:extLst>
                <a:ext uri="{FF2B5EF4-FFF2-40B4-BE49-F238E27FC236}">
                  <a16:creationId xmlns:a16="http://schemas.microsoft.com/office/drawing/2014/main" id="{4D9FFC77-9880-4409-9F71-79125EC8E0D8}"/>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5F5F5F"/>
                </a:solidFill>
                <a:latin typeface="Segoe UI" panose="020B0502040204020203" pitchFamily="34" charset="0"/>
                <a:cs typeface="Segoe UI" panose="020B0502040204020203" pitchFamily="34" charset="0"/>
              </a:endParaRPr>
            </a:p>
          </p:txBody>
        </p:sp>
        <p:sp>
          <p:nvSpPr>
            <p:cNvPr id="68" name="Line 2">
              <a:extLst>
                <a:ext uri="{FF2B5EF4-FFF2-40B4-BE49-F238E27FC236}">
                  <a16:creationId xmlns:a16="http://schemas.microsoft.com/office/drawing/2014/main" id="{A5902C4B-544A-4F16-8F1F-8A9964DE7C5B}"/>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9" name="Line 1">
              <a:extLst>
                <a:ext uri="{FF2B5EF4-FFF2-40B4-BE49-F238E27FC236}">
                  <a16:creationId xmlns:a16="http://schemas.microsoft.com/office/drawing/2014/main" id="{75DCFA09-A868-47B7-8859-D402EA6843CB}"/>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80" name="TextBox 79">
            <a:extLst>
              <a:ext uri="{FF2B5EF4-FFF2-40B4-BE49-F238E27FC236}">
                <a16:creationId xmlns:a16="http://schemas.microsoft.com/office/drawing/2014/main" id="{7835EBE9-030C-4C0C-8220-0425ABB4FE96}"/>
              </a:ext>
            </a:extLst>
          </p:cNvPr>
          <p:cNvSpPr txBox="1"/>
          <p:nvPr/>
        </p:nvSpPr>
        <p:spPr>
          <a:xfrm>
            <a:off x="314764" y="2670731"/>
            <a:ext cx="1960793" cy="524246"/>
          </a:xfrm>
          <a:prstGeom prst="rect">
            <a:avLst/>
          </a:prstGeom>
          <a:noFill/>
        </p:spPr>
        <p:txBody>
          <a:bodyPr wrap="none" rtlCol="0">
            <a:spAutoFit/>
          </a:bodyPr>
          <a:lstStyle/>
          <a:p>
            <a:pPr>
              <a:lnSpc>
                <a:spcPct val="150000"/>
              </a:lnSpc>
            </a:pPr>
            <a:r>
              <a:rPr lang="ko-KR" altLang="en-US" sz="1000" b="1" dirty="0">
                <a:latin typeface="맑은 고딕" panose="020B0503020000020004" pitchFamily="50" charset="-127"/>
                <a:ea typeface="맑은 고딕" panose="020B0503020000020004" pitchFamily="50" charset="-127"/>
              </a:rPr>
              <a:t>○ </a:t>
            </a:r>
            <a:r>
              <a:rPr lang="en-US" altLang="ko-KR" sz="1000" b="1" dirty="0">
                <a:latin typeface="맑은 고딕" panose="020B0503020000020004" pitchFamily="50" charset="-127"/>
                <a:ea typeface="맑은 고딕" panose="020B0503020000020004" pitchFamily="50" charset="-127"/>
              </a:rPr>
              <a:t>AAA </a:t>
            </a:r>
            <a:r>
              <a:rPr lang="ko-KR" altLang="en-US" sz="1000" b="1" dirty="0">
                <a:latin typeface="맑은 고딕" panose="020B0503020000020004" pitchFamily="50" charset="-127"/>
                <a:ea typeface="맑은 고딕" panose="020B0503020000020004" pitchFamily="50" charset="-127"/>
              </a:rPr>
              <a:t>채널 지급액 상세 목록</a:t>
            </a:r>
            <a:endParaRPr lang="en-US" altLang="ko-KR" sz="1000" b="1" dirty="0">
              <a:latin typeface="맑은 고딕" panose="020B0503020000020004" pitchFamily="50" charset="-127"/>
              <a:ea typeface="맑은 고딕" panose="020B0503020000020004" pitchFamily="50" charset="-127"/>
            </a:endParaRPr>
          </a:p>
          <a:p>
            <a:pPr>
              <a:lnSpc>
                <a:spcPct val="150000"/>
              </a:lnSpc>
            </a:pPr>
            <a:r>
              <a:rPr lang="en-US" altLang="ko-KR" sz="1000" b="1" dirty="0">
                <a:latin typeface="맑은 고딕" panose="020B0503020000020004" pitchFamily="50" charset="-127"/>
                <a:ea typeface="맑은 고딕" panose="020B0503020000020004" pitchFamily="50" charset="-127"/>
              </a:rPr>
              <a:t>    </a:t>
            </a:r>
            <a:r>
              <a:rPr lang="ko-KR" altLang="en-US" sz="800" b="1" dirty="0">
                <a:latin typeface="맑은 고딕" panose="020B0503020000020004" pitchFamily="50" charset="-127"/>
                <a:ea typeface="맑은 고딕" panose="020B0503020000020004" pitchFamily="50" charset="-127"/>
              </a:rPr>
              <a:t>기간 </a:t>
            </a:r>
            <a:r>
              <a:rPr lang="en-US" altLang="ko-KR" sz="800" b="1" dirty="0">
                <a:latin typeface="맑은 고딕" panose="020B0503020000020004" pitchFamily="50" charset="-127"/>
                <a:ea typeface="맑은 고딕" panose="020B0503020000020004" pitchFamily="50" charset="-127"/>
              </a:rPr>
              <a:t>: 2025.07.15 ~ 2025.08.14</a:t>
            </a:r>
            <a:endParaRPr lang="ko-KR" altLang="en-US" sz="800" dirty="0"/>
          </a:p>
        </p:txBody>
      </p:sp>
      <p:sp>
        <p:nvSpPr>
          <p:cNvPr id="83" name="직사각형 82">
            <a:extLst>
              <a:ext uri="{FF2B5EF4-FFF2-40B4-BE49-F238E27FC236}">
                <a16:creationId xmlns:a16="http://schemas.microsoft.com/office/drawing/2014/main" id="{C06A349E-7973-45E0-A3FB-C3CDBFAE2FC6}"/>
              </a:ext>
            </a:extLst>
          </p:cNvPr>
          <p:cNvSpPr/>
          <p:nvPr/>
        </p:nvSpPr>
        <p:spPr>
          <a:xfrm>
            <a:off x="4441816" y="5366929"/>
            <a:ext cx="1021019" cy="27550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b="1" dirty="0" err="1">
                <a:solidFill>
                  <a:schemeClr val="bg1"/>
                </a:solidFill>
              </a:rPr>
              <a:t>창닫기</a:t>
            </a:r>
            <a:endParaRPr lang="en-US" altLang="ko-KR" sz="1000" b="1" dirty="0">
              <a:solidFill>
                <a:schemeClr val="bg1"/>
              </a:solidFill>
            </a:endParaRPr>
          </a:p>
        </p:txBody>
      </p:sp>
      <p:sp>
        <p:nvSpPr>
          <p:cNvPr id="88" name="TextBox 87">
            <a:extLst>
              <a:ext uri="{FF2B5EF4-FFF2-40B4-BE49-F238E27FC236}">
                <a16:creationId xmlns:a16="http://schemas.microsoft.com/office/drawing/2014/main" id="{2BE05125-6923-400E-A7D0-A799570CADD3}"/>
              </a:ext>
            </a:extLst>
          </p:cNvPr>
          <p:cNvSpPr txBox="1"/>
          <p:nvPr/>
        </p:nvSpPr>
        <p:spPr>
          <a:xfrm>
            <a:off x="349160" y="2455856"/>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89" name="직사각형 88">
            <a:extLst>
              <a:ext uri="{FF2B5EF4-FFF2-40B4-BE49-F238E27FC236}">
                <a16:creationId xmlns:a16="http://schemas.microsoft.com/office/drawing/2014/main" id="{9131B315-1156-4502-A1F4-4B07C3F27BE0}"/>
              </a:ext>
            </a:extLst>
          </p:cNvPr>
          <p:cNvSpPr/>
          <p:nvPr/>
        </p:nvSpPr>
        <p:spPr>
          <a:xfrm>
            <a:off x="3285679" y="5368165"/>
            <a:ext cx="1021019" cy="275503"/>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b="1" dirty="0">
                <a:solidFill>
                  <a:schemeClr val="bg1"/>
                </a:solidFill>
              </a:rPr>
              <a:t>엑셀출력</a:t>
            </a:r>
            <a:endParaRPr lang="en-US" altLang="ko-KR" sz="1000" b="1" dirty="0">
              <a:solidFill>
                <a:schemeClr val="bg1"/>
              </a:solidFill>
            </a:endParaRPr>
          </a:p>
        </p:txBody>
      </p:sp>
      <p:sp>
        <p:nvSpPr>
          <p:cNvPr id="90" name="직사각형 89">
            <a:extLst>
              <a:ext uri="{FF2B5EF4-FFF2-40B4-BE49-F238E27FC236}">
                <a16:creationId xmlns:a16="http://schemas.microsoft.com/office/drawing/2014/main" id="{FF12B3BD-BA50-4E70-922D-A80B805B68DC}"/>
              </a:ext>
            </a:extLst>
          </p:cNvPr>
          <p:cNvSpPr/>
          <p:nvPr/>
        </p:nvSpPr>
        <p:spPr>
          <a:xfrm>
            <a:off x="2275557" y="2745030"/>
            <a:ext cx="600936" cy="187824"/>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solidFill>
                  <a:schemeClr val="bg1"/>
                </a:solidFill>
              </a:rPr>
              <a:t>엑셀출력</a:t>
            </a:r>
            <a:endParaRPr lang="en-US" altLang="ko-KR" sz="700" b="1" dirty="0">
              <a:solidFill>
                <a:schemeClr val="bg1"/>
              </a:solidFill>
            </a:endParaRPr>
          </a:p>
        </p:txBody>
      </p:sp>
      <p:graphicFrame>
        <p:nvGraphicFramePr>
          <p:cNvPr id="45" name="표 44">
            <a:extLst>
              <a:ext uri="{FF2B5EF4-FFF2-40B4-BE49-F238E27FC236}">
                <a16:creationId xmlns:a16="http://schemas.microsoft.com/office/drawing/2014/main" id="{8DAACD19-08AA-4688-AE2B-0E68328857C6}"/>
              </a:ext>
            </a:extLst>
          </p:cNvPr>
          <p:cNvGraphicFramePr>
            <a:graphicFrameLocks noGrp="1"/>
          </p:cNvGraphicFramePr>
          <p:nvPr>
            <p:extLst>
              <p:ext uri="{D42A27DB-BD31-4B8C-83A1-F6EECF244321}">
                <p14:modId xmlns:p14="http://schemas.microsoft.com/office/powerpoint/2010/main" val="315639915"/>
              </p:ext>
            </p:extLst>
          </p:nvPr>
        </p:nvGraphicFramePr>
        <p:xfrm>
          <a:off x="349160" y="3290200"/>
          <a:ext cx="7694662" cy="1706880"/>
        </p:xfrm>
        <a:graphic>
          <a:graphicData uri="http://schemas.openxmlformats.org/drawingml/2006/table">
            <a:tbl>
              <a:tblPr firstRow="1" bandRow="1">
                <a:tableStyleId>{5C22544A-7EE6-4342-B048-85BDC9FD1C3A}</a:tableStyleId>
              </a:tblPr>
              <a:tblGrid>
                <a:gridCol w="1134193">
                  <a:extLst>
                    <a:ext uri="{9D8B030D-6E8A-4147-A177-3AD203B41FA5}">
                      <a16:colId xmlns:a16="http://schemas.microsoft.com/office/drawing/2014/main" val="909228187"/>
                    </a:ext>
                  </a:extLst>
                </a:gridCol>
                <a:gridCol w="710733">
                  <a:extLst>
                    <a:ext uri="{9D8B030D-6E8A-4147-A177-3AD203B41FA5}">
                      <a16:colId xmlns:a16="http://schemas.microsoft.com/office/drawing/2014/main" val="168106212"/>
                    </a:ext>
                  </a:extLst>
                </a:gridCol>
                <a:gridCol w="833272">
                  <a:extLst>
                    <a:ext uri="{9D8B030D-6E8A-4147-A177-3AD203B41FA5}">
                      <a16:colId xmlns:a16="http://schemas.microsoft.com/office/drawing/2014/main" val="817552706"/>
                    </a:ext>
                  </a:extLst>
                </a:gridCol>
                <a:gridCol w="580437">
                  <a:extLst>
                    <a:ext uri="{9D8B030D-6E8A-4147-A177-3AD203B41FA5}">
                      <a16:colId xmlns:a16="http://schemas.microsoft.com/office/drawing/2014/main" val="105306053"/>
                    </a:ext>
                  </a:extLst>
                </a:gridCol>
                <a:gridCol w="580437">
                  <a:extLst>
                    <a:ext uri="{9D8B030D-6E8A-4147-A177-3AD203B41FA5}">
                      <a16:colId xmlns:a16="http://schemas.microsoft.com/office/drawing/2014/main" val="3973707325"/>
                    </a:ext>
                  </a:extLst>
                </a:gridCol>
                <a:gridCol w="710733">
                  <a:extLst>
                    <a:ext uri="{9D8B030D-6E8A-4147-A177-3AD203B41FA5}">
                      <a16:colId xmlns:a16="http://schemas.microsoft.com/office/drawing/2014/main" val="2700841968"/>
                    </a:ext>
                  </a:extLst>
                </a:gridCol>
                <a:gridCol w="755715">
                  <a:extLst>
                    <a:ext uri="{9D8B030D-6E8A-4147-A177-3AD203B41FA5}">
                      <a16:colId xmlns:a16="http://schemas.microsoft.com/office/drawing/2014/main" val="1755578335"/>
                    </a:ext>
                  </a:extLst>
                </a:gridCol>
                <a:gridCol w="512187">
                  <a:extLst>
                    <a:ext uri="{9D8B030D-6E8A-4147-A177-3AD203B41FA5}">
                      <a16:colId xmlns:a16="http://schemas.microsoft.com/office/drawing/2014/main" val="3255865371"/>
                    </a:ext>
                  </a:extLst>
                </a:gridCol>
                <a:gridCol w="512187">
                  <a:extLst>
                    <a:ext uri="{9D8B030D-6E8A-4147-A177-3AD203B41FA5}">
                      <a16:colId xmlns:a16="http://schemas.microsoft.com/office/drawing/2014/main" val="3786641999"/>
                    </a:ext>
                  </a:extLst>
                </a:gridCol>
                <a:gridCol w="611460">
                  <a:extLst>
                    <a:ext uri="{9D8B030D-6E8A-4147-A177-3AD203B41FA5}">
                      <a16:colId xmlns:a16="http://schemas.microsoft.com/office/drawing/2014/main" val="3608659381"/>
                    </a:ext>
                  </a:extLst>
                </a:gridCol>
                <a:gridCol w="753308">
                  <a:extLst>
                    <a:ext uri="{9D8B030D-6E8A-4147-A177-3AD203B41FA5}">
                      <a16:colId xmlns:a16="http://schemas.microsoft.com/office/drawing/2014/main" val="1062420576"/>
                    </a:ext>
                  </a:extLst>
                </a:gridCol>
              </a:tblGrid>
              <a:tr h="0">
                <a:tc rowSpan="2">
                  <a:txBody>
                    <a:bodyPr/>
                    <a:lstStyle/>
                    <a:p>
                      <a:pPr algn="ctr" latinLnBrk="1"/>
                      <a:r>
                        <a:rPr lang="ko-KR" altLang="en-US" sz="800" b="1" dirty="0">
                          <a:solidFill>
                            <a:schemeClr val="tx1"/>
                          </a:solidFill>
                        </a:rPr>
                        <a:t>등록일</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err="1">
                          <a:solidFill>
                            <a:schemeClr val="tx1"/>
                          </a:solidFill>
                        </a:rPr>
                        <a:t>채널아이디</a:t>
                      </a:r>
                      <a:endParaRPr lang="ko-KR" altLang="en-US" sz="800" b="1"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주문번호</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lumMod val="95000"/>
                      </a:schemeClr>
                    </a:solidFill>
                  </a:tcPr>
                </a:tc>
                <a:tc gridSpan="2">
                  <a:txBody>
                    <a:bodyPr/>
                    <a:lstStyle/>
                    <a:p>
                      <a:pPr algn="ctr" latinLnBrk="1"/>
                      <a:r>
                        <a:rPr lang="en-US" altLang="ko-KR" sz="800" b="1" dirty="0">
                          <a:solidFill>
                            <a:schemeClr val="tx1"/>
                          </a:solidFill>
                        </a:rPr>
                        <a:t>PG </a:t>
                      </a:r>
                      <a:r>
                        <a:rPr lang="ko-KR" altLang="en-US" sz="800" b="1" dirty="0">
                          <a:solidFill>
                            <a:schemeClr val="tx1"/>
                          </a:solidFill>
                        </a:rPr>
                        <a:t>결제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endParaRPr lang="ko-KR" altLang="en-US" sz="800" b="1" dirty="0">
                        <a:solidFill>
                          <a:schemeClr val="tx1"/>
                        </a:solidFill>
                      </a:endParaRP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2">
                  <a:txBody>
                    <a:bodyPr/>
                    <a:lstStyle/>
                    <a:p>
                      <a:pPr algn="ctr" latinLnBrk="1"/>
                      <a:r>
                        <a:rPr lang="ko-KR" altLang="en-US" sz="800" b="1" dirty="0">
                          <a:solidFill>
                            <a:schemeClr val="tx1"/>
                          </a:solidFill>
                        </a:rPr>
                        <a:t>포인트 결제</a:t>
                      </a: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endParaRPr lang="ko-KR" altLang="en-US" sz="800" b="1" dirty="0">
                        <a:solidFill>
                          <a:schemeClr val="tx1"/>
                        </a:solidFill>
                      </a:endParaRP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3">
                  <a:txBody>
                    <a:bodyPr/>
                    <a:lstStyle/>
                    <a:p>
                      <a:pPr algn="ctr" latinLnBrk="1"/>
                      <a:r>
                        <a:rPr lang="ko-KR" altLang="en-US" sz="800" b="1" dirty="0">
                          <a:solidFill>
                            <a:schemeClr val="tx1"/>
                          </a:solidFill>
                        </a:rPr>
                        <a:t>매출</a:t>
                      </a: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endParaRPr lang="ko-KR" altLang="en-US" sz="800" b="1" dirty="0">
                        <a:solidFill>
                          <a:schemeClr val="tx1"/>
                        </a:solidFill>
                      </a:endParaRP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endParaRPr lang="ko-KR" altLang="en-US" sz="800" b="1" dirty="0">
                        <a:solidFill>
                          <a:schemeClr val="tx1"/>
                        </a:solidFill>
                      </a:endParaRP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rowSpan="2">
                  <a:txBody>
                    <a:bodyPr/>
                    <a:lstStyle/>
                    <a:p>
                      <a:pPr algn="ctr" latinLnBrk="1"/>
                      <a:r>
                        <a:rPr lang="ko-KR" altLang="en-US" sz="800" b="1" dirty="0">
                          <a:solidFill>
                            <a:schemeClr val="tx1"/>
                          </a:solidFill>
                        </a:rPr>
                        <a:t>매출액</a:t>
                      </a: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18788801"/>
                  </a:ext>
                </a:extLst>
              </a:tr>
              <a:tr h="0">
                <a:tc vMerge="1">
                  <a:txBody>
                    <a:bodyPr/>
                    <a:lstStyle/>
                    <a:p>
                      <a:pPr algn="ctr" latinLnBrk="1"/>
                      <a:r>
                        <a:rPr lang="ko-KR" altLang="en-US" sz="800" b="1" dirty="0">
                          <a:solidFill>
                            <a:schemeClr val="tx1"/>
                          </a:solidFill>
                        </a:rPr>
                        <a:t>등록일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tc>
                <a:tc vMerge="1">
                  <a:txBody>
                    <a:bodyPr/>
                    <a:lstStyle/>
                    <a:p>
                      <a:pPr algn="ctr" latinLnBrk="1"/>
                      <a:r>
                        <a:rPr lang="ko-KR" altLang="en-US" sz="800" b="1" dirty="0">
                          <a:solidFill>
                            <a:schemeClr val="tx1"/>
                          </a:solidFill>
                        </a:rPr>
                        <a:t>주문번호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자사 </a:t>
                      </a:r>
                      <a:r>
                        <a:rPr lang="en-US" altLang="ko-KR" sz="800" b="1" dirty="0">
                          <a:solidFill>
                            <a:schemeClr val="tx1"/>
                          </a:solidFill>
                        </a:rPr>
                        <a:t>PG</a:t>
                      </a:r>
                      <a:endParaRPr lang="ko-KR" altLang="en-US" sz="800" b="1" dirty="0">
                        <a:solidFill>
                          <a:schemeClr val="tx1"/>
                        </a:solidFill>
                      </a:endParaRP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800" b="1" dirty="0">
                          <a:solidFill>
                            <a:schemeClr val="tx1"/>
                          </a:solidFill>
                        </a:rPr>
                        <a:t>공용</a:t>
                      </a:r>
                      <a:r>
                        <a:rPr lang="en-US" altLang="ko-KR" sz="800" b="1" dirty="0">
                          <a:solidFill>
                            <a:schemeClr val="tx1"/>
                          </a:solidFill>
                        </a:rPr>
                        <a:t> PG</a:t>
                      </a:r>
                      <a:endParaRPr lang="ko-KR" altLang="en-US" sz="800" b="1" dirty="0">
                        <a:solidFill>
                          <a:schemeClr val="tx1"/>
                        </a:solidFill>
                      </a:endParaRP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800" b="1" dirty="0">
                          <a:solidFill>
                            <a:schemeClr val="tx1"/>
                          </a:solidFill>
                        </a:rPr>
                        <a:t>자사포인트</a:t>
                      </a: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800" b="1" dirty="0">
                          <a:solidFill>
                            <a:schemeClr val="tx1"/>
                          </a:solidFill>
                        </a:rPr>
                        <a:t>Me9 </a:t>
                      </a:r>
                      <a:r>
                        <a:rPr lang="ko-KR" altLang="en-US" sz="800" b="1" dirty="0">
                          <a:solidFill>
                            <a:schemeClr val="tx1"/>
                          </a:solidFill>
                        </a:rPr>
                        <a:t>포인트</a:t>
                      </a: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800" b="1" dirty="0" err="1">
                          <a:solidFill>
                            <a:schemeClr val="tx1"/>
                          </a:solidFill>
                        </a:rPr>
                        <a:t>상품가</a:t>
                      </a:r>
                      <a:endParaRPr lang="ko-KR" altLang="en-US" sz="800" b="1" dirty="0">
                        <a:solidFill>
                          <a:schemeClr val="tx1"/>
                        </a:solidFill>
                      </a:endParaRP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800" b="1" dirty="0">
                          <a:solidFill>
                            <a:schemeClr val="tx1"/>
                          </a:solidFill>
                        </a:rPr>
                        <a:t>배송비</a:t>
                      </a: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800" b="1" dirty="0">
                          <a:solidFill>
                            <a:schemeClr val="tx1"/>
                          </a:solidFill>
                        </a:rPr>
                        <a:t>할인금액</a:t>
                      </a: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vMerge="1">
                  <a:txBody>
                    <a:bodyPr/>
                    <a:lstStyle/>
                    <a:p>
                      <a:pPr algn="ctr" latinLnBrk="1"/>
                      <a:r>
                        <a:rPr lang="ko-KR" altLang="en-US" sz="800" b="1" dirty="0">
                          <a:solidFill>
                            <a:schemeClr val="tx1"/>
                          </a:solidFill>
                        </a:rPr>
                        <a:t>정산비용</a:t>
                      </a: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3283379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2026-10-10 00:00:00</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맑은 고딕" panose="020F0502020204030204"/>
                          <a:ea typeface="맑은 고딕" panose="020B0503020000020004" pitchFamily="50" charset="-127"/>
                          <a:cs typeface="+mn-cs"/>
                        </a:rPr>
                        <a:t>AAA</a:t>
                      </a:r>
                      <a:endParaRPr kumimoji="0" lang="ko-KR" altLang="en-US" sz="800" b="0" i="0" u="none" strike="noStrike" kern="1200" cap="none" spc="0" normalizeH="0" baseline="0" noProof="0" dirty="0">
                        <a:ln>
                          <a:noFill/>
                        </a:ln>
                        <a:solidFill>
                          <a:schemeClr val="tx1"/>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Me9-0002328</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12,500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lt"/>
                          <a:ea typeface="+mn-ea"/>
                          <a:cs typeface="+mn-cs"/>
                        </a:rPr>
                        <a:t>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10,000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2026-10-10 00:00:00</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AAA</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rgbClr val="ED7D31">
                              <a:lumMod val="75000"/>
                            </a:srgbClr>
                          </a:solidFill>
                          <a:effectLst/>
                          <a:uLnTx/>
                          <a:uFillTx/>
                          <a:latin typeface="맑은 고딕" panose="020F0502020204030204"/>
                          <a:ea typeface="맑은 고딕" panose="020B0503020000020004" pitchFamily="50" charset="-127"/>
                          <a:cs typeface="+mn-cs"/>
                        </a:rPr>
                        <a:t>Me9-0002328</a:t>
                      </a:r>
                      <a:endParaRPr kumimoji="0" lang="ko-KR" altLang="en-US" sz="800" b="0" i="0" u="sng" strike="noStrike" kern="1200" cap="none" spc="0" normalizeH="0" baseline="0" noProof="0" dirty="0">
                        <a:ln>
                          <a:noFill/>
                        </a:ln>
                        <a:solidFill>
                          <a:srgbClr val="ED7D31">
                            <a:lumMod val="75000"/>
                          </a:srgb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9,500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3,000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10,000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- 3,000</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6392714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2026-10-10 00:00:00</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AAA</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a:ln>
                            <a:noFill/>
                          </a:ln>
                          <a:solidFill>
                            <a:srgbClr val="ED7D31">
                              <a:lumMod val="75000"/>
                            </a:srgbClr>
                          </a:solidFill>
                          <a:effectLst/>
                          <a:uLnTx/>
                          <a:uFillTx/>
                          <a:latin typeface="맑은 고딕" panose="020F0502020204030204"/>
                          <a:ea typeface="맑은 고딕" panose="020B0503020000020004" pitchFamily="50" charset="-127"/>
                          <a:cs typeface="+mn-cs"/>
                        </a:rPr>
                        <a:t>Me9-0002328</a:t>
                      </a:r>
                      <a:endParaRPr kumimoji="0" lang="ko-KR" altLang="en-US" sz="800" b="0" i="0" u="sng" strike="noStrike" kern="1200" cap="none" spc="0" normalizeH="0" baseline="0" noProof="0" dirty="0">
                        <a:ln>
                          <a:noFill/>
                        </a:ln>
                        <a:solidFill>
                          <a:srgbClr val="ED7D31">
                            <a:lumMod val="75000"/>
                          </a:srgb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9,500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3,000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10,000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- 3,000</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449419705"/>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2026-10-10 00:00:00</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AAA</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rgbClr val="ED7D31">
                              <a:lumMod val="75000"/>
                            </a:srgbClr>
                          </a:solidFill>
                          <a:effectLst/>
                          <a:uLnTx/>
                          <a:uFillTx/>
                          <a:latin typeface="맑은 고딕" panose="020F0502020204030204"/>
                          <a:ea typeface="맑은 고딕" panose="020B0503020000020004" pitchFamily="50" charset="-127"/>
                          <a:cs typeface="+mn-cs"/>
                        </a:rPr>
                        <a:t>Me9-0002328</a:t>
                      </a:r>
                      <a:endParaRPr kumimoji="0" lang="ko-KR" altLang="en-US" sz="800" b="0" i="0" u="sng" strike="noStrike" kern="1200" cap="none" spc="0" normalizeH="0" baseline="0" noProof="0" dirty="0">
                        <a:ln>
                          <a:noFill/>
                        </a:ln>
                        <a:solidFill>
                          <a:srgbClr val="ED7D31">
                            <a:lumMod val="75000"/>
                          </a:srgb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10,000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5,500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13,000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15,500</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4000498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2026-10-10 00:00:00</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AAA</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rgbClr val="ED7D31">
                              <a:lumMod val="75000"/>
                            </a:srgbClr>
                          </a:solidFill>
                          <a:effectLst/>
                          <a:uLnTx/>
                          <a:uFillTx/>
                          <a:latin typeface="맑은 고딕" panose="020F0502020204030204"/>
                          <a:ea typeface="맑은 고딕" panose="020B0503020000020004" pitchFamily="50" charset="-127"/>
                          <a:cs typeface="+mn-cs"/>
                        </a:rPr>
                        <a:t>Me9-0002328</a:t>
                      </a:r>
                      <a:endParaRPr kumimoji="0" lang="ko-KR" altLang="en-US" sz="800" b="0" i="0" u="sng" strike="noStrike" kern="1200" cap="none" spc="0" normalizeH="0" baseline="0" noProof="0" dirty="0">
                        <a:ln>
                          <a:noFill/>
                        </a:ln>
                        <a:solidFill>
                          <a:srgbClr val="ED7D31">
                            <a:lumMod val="75000"/>
                          </a:srgb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10,000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12,500</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864615351"/>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2026-10-10 00:00:00</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AAA</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rgbClr val="ED7D31">
                              <a:lumMod val="75000"/>
                            </a:srgbClr>
                          </a:solidFill>
                          <a:effectLst/>
                          <a:uLnTx/>
                          <a:uFillTx/>
                          <a:latin typeface="맑은 고딕" panose="020F0502020204030204"/>
                          <a:ea typeface="맑은 고딕" panose="020B0503020000020004" pitchFamily="50" charset="-127"/>
                          <a:cs typeface="+mn-cs"/>
                        </a:rPr>
                        <a:t>Me9-0002328</a:t>
                      </a:r>
                      <a:endParaRPr kumimoji="0" lang="ko-KR" altLang="en-US" sz="800" b="0" i="0" u="sng" strike="noStrike" kern="1200" cap="none" spc="0" normalizeH="0" baseline="0" noProof="0" dirty="0">
                        <a:ln>
                          <a:noFill/>
                        </a:ln>
                        <a:solidFill>
                          <a:srgbClr val="ED7D31">
                            <a:lumMod val="75000"/>
                          </a:srgb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7,500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1,000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10,000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2,500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2,000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10,500</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96544656"/>
                  </a:ext>
                </a:extLst>
              </a:tr>
            </a:tbl>
          </a:graphicData>
        </a:graphic>
      </p:graphicFrame>
      <p:sp>
        <p:nvSpPr>
          <p:cNvPr id="46" name="타원 45">
            <a:extLst>
              <a:ext uri="{FF2B5EF4-FFF2-40B4-BE49-F238E27FC236}">
                <a16:creationId xmlns:a16="http://schemas.microsoft.com/office/drawing/2014/main" id="{73C86FA2-7260-4E69-9810-A0B18949C7F0}"/>
              </a:ext>
            </a:extLst>
          </p:cNvPr>
          <p:cNvSpPr/>
          <p:nvPr/>
        </p:nvSpPr>
        <p:spPr>
          <a:xfrm>
            <a:off x="1404720" y="3726644"/>
            <a:ext cx="172871" cy="171448"/>
          </a:xfrm>
          <a:prstGeom prst="ellipse">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b="1" dirty="0"/>
              <a:t>1</a:t>
            </a:r>
            <a:endParaRPr lang="ko-KR" altLang="en-US" sz="700" b="1" dirty="0"/>
          </a:p>
        </p:txBody>
      </p:sp>
      <p:cxnSp>
        <p:nvCxnSpPr>
          <p:cNvPr id="29" name="직선 화살표 연결선 28">
            <a:extLst>
              <a:ext uri="{FF2B5EF4-FFF2-40B4-BE49-F238E27FC236}">
                <a16:creationId xmlns:a16="http://schemas.microsoft.com/office/drawing/2014/main" id="{5958BDD9-589E-4BB8-A4D2-381D0E138967}"/>
              </a:ext>
            </a:extLst>
          </p:cNvPr>
          <p:cNvCxnSpPr>
            <a:cxnSpLocks/>
          </p:cNvCxnSpPr>
          <p:nvPr/>
        </p:nvCxnSpPr>
        <p:spPr>
          <a:xfrm>
            <a:off x="6693233" y="2251370"/>
            <a:ext cx="0" cy="483305"/>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91" name="타원 90">
            <a:extLst>
              <a:ext uri="{FF2B5EF4-FFF2-40B4-BE49-F238E27FC236}">
                <a16:creationId xmlns:a16="http://schemas.microsoft.com/office/drawing/2014/main" id="{7CC2315E-6D3D-418F-B355-84AAB34AD6E2}"/>
              </a:ext>
            </a:extLst>
          </p:cNvPr>
          <p:cNvSpPr/>
          <p:nvPr/>
        </p:nvSpPr>
        <p:spPr>
          <a:xfrm>
            <a:off x="1404719" y="3943101"/>
            <a:ext cx="172871" cy="171448"/>
          </a:xfrm>
          <a:prstGeom prst="ellipse">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b="1" dirty="0"/>
              <a:t>2</a:t>
            </a:r>
            <a:endParaRPr lang="ko-KR" altLang="en-US" sz="700" b="1" dirty="0"/>
          </a:p>
        </p:txBody>
      </p:sp>
      <p:sp>
        <p:nvSpPr>
          <p:cNvPr id="92" name="타원 91">
            <a:extLst>
              <a:ext uri="{FF2B5EF4-FFF2-40B4-BE49-F238E27FC236}">
                <a16:creationId xmlns:a16="http://schemas.microsoft.com/office/drawing/2014/main" id="{7F18260F-72BD-483C-9961-375FDECED44B}"/>
              </a:ext>
            </a:extLst>
          </p:cNvPr>
          <p:cNvSpPr/>
          <p:nvPr/>
        </p:nvSpPr>
        <p:spPr>
          <a:xfrm>
            <a:off x="1404718" y="4164582"/>
            <a:ext cx="172871" cy="171448"/>
          </a:xfrm>
          <a:prstGeom prst="ellipse">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b="1" dirty="0"/>
              <a:t>3</a:t>
            </a:r>
            <a:endParaRPr lang="ko-KR" altLang="en-US" sz="700" b="1" dirty="0"/>
          </a:p>
        </p:txBody>
      </p:sp>
      <p:sp>
        <p:nvSpPr>
          <p:cNvPr id="93" name="타원 92">
            <a:extLst>
              <a:ext uri="{FF2B5EF4-FFF2-40B4-BE49-F238E27FC236}">
                <a16:creationId xmlns:a16="http://schemas.microsoft.com/office/drawing/2014/main" id="{EABE8B7D-DBBE-42ED-9ECD-621A75AED14A}"/>
              </a:ext>
            </a:extLst>
          </p:cNvPr>
          <p:cNvSpPr/>
          <p:nvPr/>
        </p:nvSpPr>
        <p:spPr>
          <a:xfrm>
            <a:off x="1404805" y="4384560"/>
            <a:ext cx="172871" cy="171448"/>
          </a:xfrm>
          <a:prstGeom prst="ellipse">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b="1" dirty="0"/>
              <a:t>4</a:t>
            </a:r>
            <a:endParaRPr lang="ko-KR" altLang="en-US" sz="700" b="1" dirty="0"/>
          </a:p>
        </p:txBody>
      </p:sp>
      <p:sp>
        <p:nvSpPr>
          <p:cNvPr id="94" name="타원 93">
            <a:extLst>
              <a:ext uri="{FF2B5EF4-FFF2-40B4-BE49-F238E27FC236}">
                <a16:creationId xmlns:a16="http://schemas.microsoft.com/office/drawing/2014/main" id="{BFB518A5-3782-40ED-8612-07C59BFC1248}"/>
              </a:ext>
            </a:extLst>
          </p:cNvPr>
          <p:cNvSpPr/>
          <p:nvPr/>
        </p:nvSpPr>
        <p:spPr>
          <a:xfrm>
            <a:off x="1404718" y="4597323"/>
            <a:ext cx="172871" cy="171448"/>
          </a:xfrm>
          <a:prstGeom prst="ellipse">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b="1" dirty="0"/>
              <a:t>5</a:t>
            </a:r>
            <a:endParaRPr lang="ko-KR" altLang="en-US" sz="700" b="1" dirty="0"/>
          </a:p>
        </p:txBody>
      </p:sp>
      <p:sp>
        <p:nvSpPr>
          <p:cNvPr id="95" name="타원 94">
            <a:extLst>
              <a:ext uri="{FF2B5EF4-FFF2-40B4-BE49-F238E27FC236}">
                <a16:creationId xmlns:a16="http://schemas.microsoft.com/office/drawing/2014/main" id="{6B9DF541-A9E1-47EF-9DB0-8D054AAB7029}"/>
              </a:ext>
            </a:extLst>
          </p:cNvPr>
          <p:cNvSpPr/>
          <p:nvPr/>
        </p:nvSpPr>
        <p:spPr>
          <a:xfrm>
            <a:off x="1404717" y="4813780"/>
            <a:ext cx="172871" cy="171448"/>
          </a:xfrm>
          <a:prstGeom prst="ellipse">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b="1" dirty="0"/>
              <a:t>6</a:t>
            </a:r>
            <a:endParaRPr lang="ko-KR" altLang="en-US" sz="700" b="1" dirty="0"/>
          </a:p>
        </p:txBody>
      </p:sp>
    </p:spTree>
    <p:extLst>
      <p:ext uri="{BB962C8B-B14F-4D97-AF65-F5344CB8AC3E}">
        <p14:creationId xmlns:p14="http://schemas.microsoft.com/office/powerpoint/2010/main" val="4189219793"/>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타원 1">
            <a:extLst>
              <a:ext uri="{FF2B5EF4-FFF2-40B4-BE49-F238E27FC236}">
                <a16:creationId xmlns:a16="http://schemas.microsoft.com/office/drawing/2014/main" id="{FA37D96B-53F8-468E-A392-84052320C73A}"/>
              </a:ext>
            </a:extLst>
          </p:cNvPr>
          <p:cNvSpPr/>
          <p:nvPr/>
        </p:nvSpPr>
        <p:spPr>
          <a:xfrm>
            <a:off x="7820206" y="1787763"/>
            <a:ext cx="897467"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 name="TextBox 2">
            <a:extLst>
              <a:ext uri="{FF2B5EF4-FFF2-40B4-BE49-F238E27FC236}">
                <a16:creationId xmlns:a16="http://schemas.microsoft.com/office/drawing/2014/main" id="{2F10AFAB-34CD-4B0E-ACBF-AD165B9D45D5}"/>
              </a:ext>
            </a:extLst>
          </p:cNvPr>
          <p:cNvSpPr txBox="1"/>
          <p:nvPr/>
        </p:nvSpPr>
        <p:spPr>
          <a:xfrm>
            <a:off x="8591677" y="1704160"/>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22" name="직사각형 21">
            <a:extLst>
              <a:ext uri="{FF2B5EF4-FFF2-40B4-BE49-F238E27FC236}">
                <a16:creationId xmlns:a16="http://schemas.microsoft.com/office/drawing/2014/main" id="{D4D736FA-8E6B-491A-9D13-1A59643CACDD}"/>
              </a:ext>
            </a:extLst>
          </p:cNvPr>
          <p:cNvSpPr/>
          <p:nvPr/>
        </p:nvSpPr>
        <p:spPr>
          <a:xfrm>
            <a:off x="238540" y="2566494"/>
            <a:ext cx="7903596" cy="2959038"/>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23" name="Image">
            <a:extLst>
              <a:ext uri="{FF2B5EF4-FFF2-40B4-BE49-F238E27FC236}">
                <a16:creationId xmlns:a16="http://schemas.microsoft.com/office/drawing/2014/main" id="{70CA6A52-386D-46D4-87DE-86DCEE0B6E1C}"/>
              </a:ext>
            </a:extLst>
          </p:cNvPr>
          <p:cNvGrpSpPr>
            <a:grpSpLocks/>
          </p:cNvGrpSpPr>
          <p:nvPr/>
        </p:nvGrpSpPr>
        <p:grpSpPr bwMode="auto">
          <a:xfrm>
            <a:off x="7780252" y="2670731"/>
            <a:ext cx="263570" cy="250457"/>
            <a:chOff x="508000" y="1397000"/>
            <a:chExt cx="1008112" cy="1008112"/>
          </a:xfrm>
        </p:grpSpPr>
        <p:sp>
          <p:nvSpPr>
            <p:cNvPr id="24" name="Border">
              <a:extLst>
                <a:ext uri="{FF2B5EF4-FFF2-40B4-BE49-F238E27FC236}">
                  <a16:creationId xmlns:a16="http://schemas.microsoft.com/office/drawing/2014/main" id="{3F5068AB-2C2E-471F-A1CF-96D91CC578F0}"/>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5F5F5F"/>
                </a:solidFill>
                <a:latin typeface="Segoe UI" panose="020B0502040204020203" pitchFamily="34" charset="0"/>
                <a:cs typeface="Segoe UI" panose="020B0502040204020203" pitchFamily="34" charset="0"/>
              </a:endParaRPr>
            </a:p>
          </p:txBody>
        </p:sp>
        <p:sp>
          <p:nvSpPr>
            <p:cNvPr id="25" name="Line 2">
              <a:extLst>
                <a:ext uri="{FF2B5EF4-FFF2-40B4-BE49-F238E27FC236}">
                  <a16:creationId xmlns:a16="http://schemas.microsoft.com/office/drawing/2014/main" id="{FCF1C02C-DC2E-4149-83A9-4D4A59595AEE}"/>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6" name="Line 1">
              <a:extLst>
                <a:ext uri="{FF2B5EF4-FFF2-40B4-BE49-F238E27FC236}">
                  <a16:creationId xmlns:a16="http://schemas.microsoft.com/office/drawing/2014/main" id="{21DBBE80-3393-42C0-940B-7DFADC1F9E9E}"/>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27" name="TextBox 26">
            <a:extLst>
              <a:ext uri="{FF2B5EF4-FFF2-40B4-BE49-F238E27FC236}">
                <a16:creationId xmlns:a16="http://schemas.microsoft.com/office/drawing/2014/main" id="{81091B1F-1473-4AE2-AC32-FCDB9016B735}"/>
              </a:ext>
            </a:extLst>
          </p:cNvPr>
          <p:cNvSpPr txBox="1"/>
          <p:nvPr/>
        </p:nvSpPr>
        <p:spPr>
          <a:xfrm>
            <a:off x="314764" y="2670731"/>
            <a:ext cx="1960793" cy="524246"/>
          </a:xfrm>
          <a:prstGeom prst="rect">
            <a:avLst/>
          </a:prstGeom>
          <a:noFill/>
        </p:spPr>
        <p:txBody>
          <a:bodyPr wrap="none" rtlCol="0">
            <a:spAutoFit/>
          </a:bodyPr>
          <a:lstStyle/>
          <a:p>
            <a:pPr>
              <a:lnSpc>
                <a:spcPct val="150000"/>
              </a:lnSpc>
            </a:pPr>
            <a:r>
              <a:rPr lang="ko-KR" altLang="en-US" sz="1000" b="1" dirty="0">
                <a:latin typeface="맑은 고딕" panose="020B0503020000020004" pitchFamily="50" charset="-127"/>
                <a:ea typeface="맑은 고딕" panose="020B0503020000020004" pitchFamily="50" charset="-127"/>
              </a:rPr>
              <a:t>○ </a:t>
            </a:r>
            <a:r>
              <a:rPr lang="en-US" altLang="ko-KR" sz="1000" b="1" dirty="0">
                <a:latin typeface="맑은 고딕" panose="020B0503020000020004" pitchFamily="50" charset="-127"/>
                <a:ea typeface="맑은 고딕" panose="020B0503020000020004" pitchFamily="50" charset="-127"/>
              </a:rPr>
              <a:t>AAA </a:t>
            </a:r>
            <a:r>
              <a:rPr lang="ko-KR" altLang="en-US" sz="1000" b="1" dirty="0">
                <a:latin typeface="맑은 고딕" panose="020B0503020000020004" pitchFamily="50" charset="-127"/>
                <a:ea typeface="맑은 고딕" panose="020B0503020000020004" pitchFamily="50" charset="-127"/>
              </a:rPr>
              <a:t>채널 청구액 상세 목록</a:t>
            </a:r>
            <a:endParaRPr lang="en-US" altLang="ko-KR" sz="1000" b="1" dirty="0">
              <a:latin typeface="맑은 고딕" panose="020B0503020000020004" pitchFamily="50" charset="-127"/>
              <a:ea typeface="맑은 고딕" panose="020B0503020000020004" pitchFamily="50" charset="-127"/>
            </a:endParaRPr>
          </a:p>
          <a:p>
            <a:pPr>
              <a:lnSpc>
                <a:spcPct val="150000"/>
              </a:lnSpc>
            </a:pPr>
            <a:r>
              <a:rPr lang="en-US" altLang="ko-KR" sz="1000" b="1" dirty="0">
                <a:latin typeface="맑은 고딕" panose="020B0503020000020004" pitchFamily="50" charset="-127"/>
                <a:ea typeface="맑은 고딕" panose="020B0503020000020004" pitchFamily="50" charset="-127"/>
              </a:rPr>
              <a:t>    </a:t>
            </a:r>
            <a:r>
              <a:rPr lang="ko-KR" altLang="en-US" sz="800" b="1" dirty="0">
                <a:latin typeface="맑은 고딕" panose="020B0503020000020004" pitchFamily="50" charset="-127"/>
                <a:ea typeface="맑은 고딕" panose="020B0503020000020004" pitchFamily="50" charset="-127"/>
              </a:rPr>
              <a:t>기간 </a:t>
            </a:r>
            <a:r>
              <a:rPr lang="en-US" altLang="ko-KR" sz="800" b="1" dirty="0">
                <a:latin typeface="맑은 고딕" panose="020B0503020000020004" pitchFamily="50" charset="-127"/>
                <a:ea typeface="맑은 고딕" panose="020B0503020000020004" pitchFamily="50" charset="-127"/>
              </a:rPr>
              <a:t>: 2025.07.15 ~ 2025.08.14</a:t>
            </a:r>
            <a:endParaRPr lang="ko-KR" altLang="en-US" sz="800" dirty="0"/>
          </a:p>
        </p:txBody>
      </p:sp>
      <p:sp>
        <p:nvSpPr>
          <p:cNvPr id="28" name="직사각형 27">
            <a:extLst>
              <a:ext uri="{FF2B5EF4-FFF2-40B4-BE49-F238E27FC236}">
                <a16:creationId xmlns:a16="http://schemas.microsoft.com/office/drawing/2014/main" id="{B5AED16F-1F77-438F-9A79-A5B3C75E6540}"/>
              </a:ext>
            </a:extLst>
          </p:cNvPr>
          <p:cNvSpPr/>
          <p:nvPr/>
        </p:nvSpPr>
        <p:spPr>
          <a:xfrm>
            <a:off x="4340300" y="4874387"/>
            <a:ext cx="1021019" cy="27550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b="1" dirty="0" err="1">
                <a:solidFill>
                  <a:schemeClr val="bg1"/>
                </a:solidFill>
              </a:rPr>
              <a:t>창닫기</a:t>
            </a:r>
            <a:endParaRPr lang="en-US" altLang="ko-KR" sz="1000" b="1" dirty="0">
              <a:solidFill>
                <a:schemeClr val="bg1"/>
              </a:solidFill>
            </a:endParaRPr>
          </a:p>
        </p:txBody>
      </p:sp>
      <p:sp>
        <p:nvSpPr>
          <p:cNvPr id="29" name="TextBox 28">
            <a:extLst>
              <a:ext uri="{FF2B5EF4-FFF2-40B4-BE49-F238E27FC236}">
                <a16:creationId xmlns:a16="http://schemas.microsoft.com/office/drawing/2014/main" id="{58CF2F8A-5CA4-4F74-9C4D-6B7698A0CF54}"/>
              </a:ext>
            </a:extLst>
          </p:cNvPr>
          <p:cNvSpPr txBox="1"/>
          <p:nvPr/>
        </p:nvSpPr>
        <p:spPr>
          <a:xfrm>
            <a:off x="349160" y="2455856"/>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30" name="직사각형 29">
            <a:extLst>
              <a:ext uri="{FF2B5EF4-FFF2-40B4-BE49-F238E27FC236}">
                <a16:creationId xmlns:a16="http://schemas.microsoft.com/office/drawing/2014/main" id="{FF4506B0-6B35-4939-A11D-497248D7E3B6}"/>
              </a:ext>
            </a:extLst>
          </p:cNvPr>
          <p:cNvSpPr/>
          <p:nvPr/>
        </p:nvSpPr>
        <p:spPr>
          <a:xfrm>
            <a:off x="3184163" y="4875623"/>
            <a:ext cx="1021019" cy="275503"/>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b="1" dirty="0">
                <a:solidFill>
                  <a:schemeClr val="bg1"/>
                </a:solidFill>
              </a:rPr>
              <a:t>엑셀출력</a:t>
            </a:r>
            <a:endParaRPr lang="en-US" altLang="ko-KR" sz="1000" b="1" dirty="0">
              <a:solidFill>
                <a:schemeClr val="bg1"/>
              </a:solidFill>
            </a:endParaRPr>
          </a:p>
        </p:txBody>
      </p:sp>
      <p:sp>
        <p:nvSpPr>
          <p:cNvPr id="31" name="직사각형 30">
            <a:extLst>
              <a:ext uri="{FF2B5EF4-FFF2-40B4-BE49-F238E27FC236}">
                <a16:creationId xmlns:a16="http://schemas.microsoft.com/office/drawing/2014/main" id="{9A43F622-B109-4451-B42F-B41C4158F22D}"/>
              </a:ext>
            </a:extLst>
          </p:cNvPr>
          <p:cNvSpPr/>
          <p:nvPr/>
        </p:nvSpPr>
        <p:spPr>
          <a:xfrm>
            <a:off x="2275557" y="2745030"/>
            <a:ext cx="600936" cy="187824"/>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solidFill>
                  <a:schemeClr val="bg1"/>
                </a:solidFill>
              </a:rPr>
              <a:t>엑셀출력</a:t>
            </a:r>
            <a:endParaRPr lang="en-US" altLang="ko-KR" sz="700" b="1" dirty="0">
              <a:solidFill>
                <a:schemeClr val="bg1"/>
              </a:solidFill>
            </a:endParaRPr>
          </a:p>
        </p:txBody>
      </p:sp>
      <p:cxnSp>
        <p:nvCxnSpPr>
          <p:cNvPr id="4" name="직선 화살표 연결선 3">
            <a:extLst>
              <a:ext uri="{FF2B5EF4-FFF2-40B4-BE49-F238E27FC236}">
                <a16:creationId xmlns:a16="http://schemas.microsoft.com/office/drawing/2014/main" id="{F0CD63BA-C440-454E-AB64-2CB376E7539E}"/>
              </a:ext>
            </a:extLst>
          </p:cNvPr>
          <p:cNvCxnSpPr>
            <a:cxnSpLocks/>
          </p:cNvCxnSpPr>
          <p:nvPr/>
        </p:nvCxnSpPr>
        <p:spPr>
          <a:xfrm flipH="1">
            <a:off x="7315200" y="2165310"/>
            <a:ext cx="661955" cy="57972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42" name="표 41">
            <a:extLst>
              <a:ext uri="{FF2B5EF4-FFF2-40B4-BE49-F238E27FC236}">
                <a16:creationId xmlns:a16="http://schemas.microsoft.com/office/drawing/2014/main" id="{BA0ED7E7-3CC1-4D9B-8E0F-98206C2E483E}"/>
              </a:ext>
            </a:extLst>
          </p:cNvPr>
          <p:cNvGraphicFramePr>
            <a:graphicFrameLocks noGrp="1"/>
          </p:cNvGraphicFramePr>
          <p:nvPr>
            <p:extLst>
              <p:ext uri="{D42A27DB-BD31-4B8C-83A1-F6EECF244321}">
                <p14:modId xmlns:p14="http://schemas.microsoft.com/office/powerpoint/2010/main" val="2190925601"/>
              </p:ext>
            </p:extLst>
          </p:nvPr>
        </p:nvGraphicFramePr>
        <p:xfrm>
          <a:off x="550279" y="3279136"/>
          <a:ext cx="7315885" cy="1066800"/>
        </p:xfrm>
        <a:graphic>
          <a:graphicData uri="http://schemas.openxmlformats.org/drawingml/2006/table">
            <a:tbl>
              <a:tblPr firstRow="1" bandRow="1">
                <a:tableStyleId>{5C22544A-7EE6-4342-B048-85BDC9FD1C3A}</a:tableStyleId>
              </a:tblPr>
              <a:tblGrid>
                <a:gridCol w="1160780">
                  <a:extLst>
                    <a:ext uri="{9D8B030D-6E8A-4147-A177-3AD203B41FA5}">
                      <a16:colId xmlns:a16="http://schemas.microsoft.com/office/drawing/2014/main" val="909228187"/>
                    </a:ext>
                  </a:extLst>
                </a:gridCol>
                <a:gridCol w="727393">
                  <a:extLst>
                    <a:ext uri="{9D8B030D-6E8A-4147-A177-3AD203B41FA5}">
                      <a16:colId xmlns:a16="http://schemas.microsoft.com/office/drawing/2014/main" val="168106212"/>
                    </a:ext>
                  </a:extLst>
                </a:gridCol>
                <a:gridCol w="852805">
                  <a:extLst>
                    <a:ext uri="{9D8B030D-6E8A-4147-A177-3AD203B41FA5}">
                      <a16:colId xmlns:a16="http://schemas.microsoft.com/office/drawing/2014/main" val="817552706"/>
                    </a:ext>
                  </a:extLst>
                </a:gridCol>
                <a:gridCol w="815878">
                  <a:extLst>
                    <a:ext uri="{9D8B030D-6E8A-4147-A177-3AD203B41FA5}">
                      <a16:colId xmlns:a16="http://schemas.microsoft.com/office/drawing/2014/main" val="3087197216"/>
                    </a:ext>
                  </a:extLst>
                </a:gridCol>
                <a:gridCol w="614990">
                  <a:extLst>
                    <a:ext uri="{9D8B030D-6E8A-4147-A177-3AD203B41FA5}">
                      <a16:colId xmlns:a16="http://schemas.microsoft.com/office/drawing/2014/main" val="3778572038"/>
                    </a:ext>
                  </a:extLst>
                </a:gridCol>
                <a:gridCol w="839338">
                  <a:extLst>
                    <a:ext uri="{9D8B030D-6E8A-4147-A177-3AD203B41FA5}">
                      <a16:colId xmlns:a16="http://schemas.microsoft.com/office/drawing/2014/main" val="2940944165"/>
                    </a:ext>
                  </a:extLst>
                </a:gridCol>
                <a:gridCol w="1201003">
                  <a:extLst>
                    <a:ext uri="{9D8B030D-6E8A-4147-A177-3AD203B41FA5}">
                      <a16:colId xmlns:a16="http://schemas.microsoft.com/office/drawing/2014/main" val="1062420576"/>
                    </a:ext>
                  </a:extLst>
                </a:gridCol>
                <a:gridCol w="1103698">
                  <a:extLst>
                    <a:ext uri="{9D8B030D-6E8A-4147-A177-3AD203B41FA5}">
                      <a16:colId xmlns:a16="http://schemas.microsoft.com/office/drawing/2014/main" val="3011965823"/>
                    </a:ext>
                  </a:extLst>
                </a:gridCol>
              </a:tblGrid>
              <a:tr h="0">
                <a:tc rowSpan="2">
                  <a:txBody>
                    <a:bodyPr/>
                    <a:lstStyle/>
                    <a:p>
                      <a:pPr algn="ctr" latinLnBrk="1"/>
                      <a:r>
                        <a:rPr lang="ko-KR" altLang="en-US" sz="800" b="1" dirty="0">
                          <a:solidFill>
                            <a:schemeClr val="tx1"/>
                          </a:solidFill>
                        </a:rPr>
                        <a:t>등록일</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err="1">
                          <a:solidFill>
                            <a:schemeClr val="tx1"/>
                          </a:solidFill>
                        </a:rPr>
                        <a:t>채널아이디</a:t>
                      </a:r>
                      <a:endParaRPr lang="ko-KR" altLang="en-US" sz="800" b="1"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lumMod val="95000"/>
                      </a:schemeClr>
                    </a:solidFill>
                  </a:tcPr>
                </a:tc>
                <a:tc rowSpan="2">
                  <a:txBody>
                    <a:bodyPr/>
                    <a:lstStyle/>
                    <a:p>
                      <a:pPr algn="ctr" latinLnBrk="1"/>
                      <a:r>
                        <a:rPr lang="ko-KR" altLang="en-US" sz="800" b="1" dirty="0">
                          <a:solidFill>
                            <a:schemeClr val="tx1"/>
                          </a:solidFill>
                        </a:rPr>
                        <a:t>주문번호</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lumMod val="95000"/>
                      </a:schemeClr>
                    </a:solidFill>
                  </a:tcPr>
                </a:tc>
                <a:tc gridSpan="2">
                  <a:txBody>
                    <a:bodyPr/>
                    <a:lstStyle/>
                    <a:p>
                      <a:pPr algn="ctr" latinLnBrk="1"/>
                      <a:r>
                        <a:rPr lang="ko-KR" altLang="en-US" sz="800" b="1" dirty="0">
                          <a:solidFill>
                            <a:schemeClr val="tx1"/>
                          </a:solidFill>
                        </a:rPr>
                        <a:t>매입</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endParaRPr lang="ko-KR" altLang="en-US" sz="800" b="1" dirty="0">
                        <a:solidFill>
                          <a:schemeClr val="tx1"/>
                        </a:solidFill>
                      </a:endParaRP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rowSpan="2">
                  <a:txBody>
                    <a:bodyPr/>
                    <a:lstStyle/>
                    <a:p>
                      <a:pPr algn="ctr" latinLnBrk="1"/>
                      <a:r>
                        <a:rPr lang="en-US" altLang="ko-KR" sz="800" b="1" dirty="0">
                          <a:solidFill>
                            <a:schemeClr val="tx1"/>
                          </a:solidFill>
                        </a:rPr>
                        <a:t>SMS </a:t>
                      </a:r>
                      <a:r>
                        <a:rPr lang="ko-KR" altLang="en-US" sz="800" b="1" dirty="0">
                          <a:solidFill>
                            <a:schemeClr val="tx1"/>
                          </a:solidFill>
                        </a:rPr>
                        <a:t>수수료</a:t>
                      </a: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row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지급포인트 </a:t>
                      </a:r>
                      <a:r>
                        <a:rPr lang="en-US" altLang="ko-KR" sz="800" b="1" dirty="0">
                          <a:solidFill>
                            <a:schemeClr val="tx1"/>
                          </a:solidFill>
                        </a:rPr>
                        <a:t>(</a:t>
                      </a:r>
                      <a:r>
                        <a:rPr lang="ko-KR" altLang="en-US" sz="800" b="1" dirty="0">
                          <a:solidFill>
                            <a:schemeClr val="tx1"/>
                          </a:solidFill>
                        </a:rPr>
                        <a:t>예수금</a:t>
                      </a:r>
                      <a:r>
                        <a:rPr lang="en-US" altLang="ko-KR" sz="800" b="1" dirty="0">
                          <a:solidFill>
                            <a:schemeClr val="tx1"/>
                          </a:solidFill>
                        </a:rPr>
                        <a:t>)</a:t>
                      </a:r>
                      <a:endParaRPr lang="ko-KR" altLang="en-US" sz="800" b="1" dirty="0">
                        <a:solidFill>
                          <a:schemeClr val="tx1"/>
                        </a:solidFill>
                      </a:endParaRP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rowSpan="2">
                  <a:txBody>
                    <a:bodyPr/>
                    <a:lstStyle/>
                    <a:p>
                      <a:pPr algn="ctr" latinLnBrk="1"/>
                      <a:r>
                        <a:rPr lang="ko-KR" altLang="en-US" sz="800" b="1" dirty="0">
                          <a:solidFill>
                            <a:schemeClr val="tx1"/>
                          </a:solidFill>
                        </a:rPr>
                        <a:t>채널 청구액</a:t>
                      </a: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18788801"/>
                  </a:ext>
                </a:extLst>
              </a:tr>
              <a:tr h="0">
                <a:tc vMerge="1">
                  <a:txBody>
                    <a:bodyPr/>
                    <a:lstStyle/>
                    <a:p>
                      <a:pPr algn="ctr" latinLnBrk="1"/>
                      <a:r>
                        <a:rPr lang="ko-KR" altLang="en-US" sz="800" b="1" dirty="0">
                          <a:solidFill>
                            <a:schemeClr val="tx1"/>
                          </a:solidFill>
                        </a:rPr>
                        <a:t>등록일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tc>
                <a:tc vMerge="1">
                  <a:txBody>
                    <a:bodyPr/>
                    <a:lstStyle/>
                    <a:p>
                      <a:pPr algn="ctr" latinLnBrk="1"/>
                      <a:r>
                        <a:rPr lang="ko-KR" altLang="en-US" sz="800" b="1" dirty="0">
                          <a:solidFill>
                            <a:schemeClr val="tx1"/>
                          </a:solidFill>
                        </a:rPr>
                        <a:t>주문번호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상품</a:t>
                      </a:r>
                      <a:r>
                        <a:rPr lang="en-US" altLang="ko-KR" sz="800" b="1" dirty="0">
                          <a:solidFill>
                            <a:schemeClr val="tx1"/>
                          </a:solidFill>
                        </a:rPr>
                        <a:t>+</a:t>
                      </a:r>
                      <a:r>
                        <a:rPr lang="ko-KR" altLang="en-US" sz="800" b="1" dirty="0">
                          <a:solidFill>
                            <a:schemeClr val="tx1"/>
                          </a:solidFill>
                        </a:rPr>
                        <a:t>수수료</a:t>
                      </a: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800" b="1" dirty="0">
                          <a:solidFill>
                            <a:schemeClr val="tx1"/>
                          </a:solidFill>
                        </a:rPr>
                        <a:t>배송비</a:t>
                      </a: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vMerge="1">
                  <a:txBody>
                    <a:bodyPr/>
                    <a:lstStyle/>
                    <a:p>
                      <a:pPr algn="ctr" latinLnBrk="1"/>
                      <a:endParaRPr lang="ko-KR" altLang="en-US" sz="800" b="1" dirty="0">
                        <a:solidFill>
                          <a:schemeClr val="tx1"/>
                        </a:solidFill>
                      </a:endParaRP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vMerge="1">
                  <a:txBody>
                    <a:bodyPr/>
                    <a:lstStyle/>
                    <a:p>
                      <a:pPr algn="ctr" latinLnBrk="1"/>
                      <a:r>
                        <a:rPr lang="ko-KR" altLang="en-US" sz="800" b="1" dirty="0">
                          <a:solidFill>
                            <a:schemeClr val="tx1"/>
                          </a:solidFill>
                        </a:rPr>
                        <a:t>정산비용</a:t>
                      </a:r>
                    </a:p>
                  </a:txBody>
                  <a:tcPr anchor="ct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vMerge="1">
                  <a:txBody>
                    <a:bodyPr/>
                    <a:lstStyle/>
                    <a:p>
                      <a:pPr latinLnBrk="1"/>
                      <a:endParaRPr lang="ko-KR" altLang="en-US"/>
                    </a:p>
                  </a:txBody>
                  <a:tcPr/>
                </a:tc>
                <a:extLst>
                  <a:ext uri="{0D108BD9-81ED-4DB2-BD59-A6C34878D82A}">
                    <a16:rowId xmlns:a16="http://schemas.microsoft.com/office/drawing/2014/main" val="373283379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2026-10-10 00:00:00</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AA</a:t>
                      </a:r>
                      <a:r>
                        <a:rPr kumimoji="0" lang="en-US" altLang="ko-KR" sz="800" b="0" i="0" u="none" strike="noStrike" kern="1200" cap="none" spc="0" normalizeH="0" baseline="0" noProof="0" dirty="0">
                          <a:ln>
                            <a:noFill/>
                          </a:ln>
                          <a:solidFill>
                            <a:schemeClr val="tx1"/>
                          </a:solidFill>
                          <a:effectLst/>
                          <a:uLnTx/>
                          <a:uFillTx/>
                          <a:latin typeface="맑은 고딕" panose="020F0502020204030204"/>
                          <a:ea typeface="맑은 고딕" panose="020B0503020000020004" pitchFamily="50" charset="-127"/>
                          <a:cs typeface="+mn-cs"/>
                        </a:rPr>
                        <a:t>A</a:t>
                      </a:r>
                      <a:endParaRPr kumimoji="0" lang="ko-KR" altLang="en-US" sz="800" b="0" i="0" u="none" strike="noStrike" kern="1200" cap="none" spc="0" normalizeH="0" baseline="0" noProof="0" dirty="0">
                        <a:ln>
                          <a:noFill/>
                        </a:ln>
                        <a:solidFill>
                          <a:schemeClr val="tx1"/>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Me9-0002328</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100</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0</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100</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422456248"/>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2026-10-10 00:00:00</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AA</a:t>
                      </a:r>
                      <a:r>
                        <a:rPr kumimoji="0" lang="en-US" altLang="ko-KR" sz="800" b="0" i="0" u="none" strike="noStrike" kern="1200" cap="none" spc="0" normalizeH="0" baseline="0" noProof="0" dirty="0">
                          <a:ln>
                            <a:noFill/>
                          </a:ln>
                          <a:solidFill>
                            <a:schemeClr val="tx1"/>
                          </a:solidFill>
                          <a:effectLst/>
                          <a:uLnTx/>
                          <a:uFillTx/>
                          <a:latin typeface="맑은 고딕" panose="020F0502020204030204"/>
                          <a:ea typeface="맑은 고딕" panose="020B0503020000020004" pitchFamily="50" charset="-127"/>
                          <a:cs typeface="+mn-cs"/>
                        </a:rPr>
                        <a:t>A</a:t>
                      </a:r>
                      <a:endParaRPr kumimoji="0" lang="ko-KR" altLang="en-US" sz="800" b="0" i="0" u="none" strike="noStrike" kern="1200" cap="none" spc="0" normalizeH="0" baseline="0" noProof="0" dirty="0">
                        <a:ln>
                          <a:noFill/>
                        </a:ln>
                        <a:solidFill>
                          <a:schemeClr val="tx1"/>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Me9-0002328</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2,360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100</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500</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2,960</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63927140"/>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2026-10-10 00:00:00</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AAA</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rPr>
                        <a:t>Me9-0002328</a:t>
                      </a:r>
                      <a:endParaRPr kumimoji="0" lang="ko-KR" altLang="en-US" sz="800" b="0" i="0" u="sng" strike="noStrike" kern="1200" cap="none" spc="0" normalizeH="0" baseline="0" noProof="0" dirty="0">
                        <a:ln>
                          <a:noFill/>
                        </a:ln>
                        <a:solidFill>
                          <a:schemeClr val="accent2">
                            <a:lumMod val="75000"/>
                          </a:schemeClr>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580</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0</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100</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500</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tx1"/>
                          </a:solidFill>
                        </a:rPr>
                        <a:t>1,180</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6038322"/>
                  </a:ext>
                </a:extLst>
              </a:tr>
            </a:tbl>
          </a:graphicData>
        </a:graphic>
      </p:graphicFrame>
      <p:sp>
        <p:nvSpPr>
          <p:cNvPr id="64" name="타원 63">
            <a:extLst>
              <a:ext uri="{FF2B5EF4-FFF2-40B4-BE49-F238E27FC236}">
                <a16:creationId xmlns:a16="http://schemas.microsoft.com/office/drawing/2014/main" id="{15908BB5-1F86-45C4-A7B2-91162141CB60}"/>
              </a:ext>
            </a:extLst>
          </p:cNvPr>
          <p:cNvSpPr/>
          <p:nvPr/>
        </p:nvSpPr>
        <p:spPr>
          <a:xfrm>
            <a:off x="1632183" y="3736550"/>
            <a:ext cx="172871" cy="171448"/>
          </a:xfrm>
          <a:prstGeom prst="ellipse">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b="1" dirty="0"/>
              <a:t>1</a:t>
            </a:r>
            <a:endParaRPr lang="ko-KR" altLang="en-US" sz="700" b="1" dirty="0"/>
          </a:p>
        </p:txBody>
      </p:sp>
      <p:sp>
        <p:nvSpPr>
          <p:cNvPr id="65" name="타원 64">
            <a:extLst>
              <a:ext uri="{FF2B5EF4-FFF2-40B4-BE49-F238E27FC236}">
                <a16:creationId xmlns:a16="http://schemas.microsoft.com/office/drawing/2014/main" id="{0EEAFE5B-FAA3-4AEF-9624-DA8E440D27C7}"/>
              </a:ext>
            </a:extLst>
          </p:cNvPr>
          <p:cNvSpPr/>
          <p:nvPr/>
        </p:nvSpPr>
        <p:spPr>
          <a:xfrm>
            <a:off x="1632182" y="3953007"/>
            <a:ext cx="172871" cy="171448"/>
          </a:xfrm>
          <a:prstGeom prst="ellipse">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b="1" dirty="0"/>
              <a:t>2</a:t>
            </a:r>
            <a:endParaRPr lang="ko-KR" altLang="en-US" sz="700" b="1" dirty="0"/>
          </a:p>
        </p:txBody>
      </p:sp>
      <p:sp>
        <p:nvSpPr>
          <p:cNvPr id="66" name="타원 65">
            <a:extLst>
              <a:ext uri="{FF2B5EF4-FFF2-40B4-BE49-F238E27FC236}">
                <a16:creationId xmlns:a16="http://schemas.microsoft.com/office/drawing/2014/main" id="{4F2C5DBD-7F74-4311-985E-BB2A537E891E}"/>
              </a:ext>
            </a:extLst>
          </p:cNvPr>
          <p:cNvSpPr/>
          <p:nvPr/>
        </p:nvSpPr>
        <p:spPr>
          <a:xfrm>
            <a:off x="1632181" y="4174488"/>
            <a:ext cx="172871" cy="171448"/>
          </a:xfrm>
          <a:prstGeom prst="ellipse">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00" b="1" dirty="0"/>
              <a:t>3</a:t>
            </a:r>
            <a:endParaRPr lang="ko-KR" altLang="en-US" sz="700" b="1" dirty="0"/>
          </a:p>
        </p:txBody>
      </p:sp>
      <p:graphicFrame>
        <p:nvGraphicFramePr>
          <p:cNvPr id="70" name="표 15">
            <a:extLst>
              <a:ext uri="{FF2B5EF4-FFF2-40B4-BE49-F238E27FC236}">
                <a16:creationId xmlns:a16="http://schemas.microsoft.com/office/drawing/2014/main" id="{4DFCD115-341B-40F2-8394-C3978BC26381}"/>
              </a:ext>
            </a:extLst>
          </p:cNvPr>
          <p:cNvGraphicFramePr>
            <a:graphicFrameLocks noGrp="1"/>
          </p:cNvGraphicFramePr>
          <p:nvPr>
            <p:extLst>
              <p:ext uri="{D42A27DB-BD31-4B8C-83A1-F6EECF244321}">
                <p14:modId xmlns:p14="http://schemas.microsoft.com/office/powerpoint/2010/main" val="3858958997"/>
              </p:ext>
            </p:extLst>
          </p:nvPr>
        </p:nvGraphicFramePr>
        <p:xfrm>
          <a:off x="8252756" y="2572086"/>
          <a:ext cx="6216868" cy="2393696"/>
        </p:xfrm>
        <a:graphic>
          <a:graphicData uri="http://schemas.openxmlformats.org/drawingml/2006/table">
            <a:tbl>
              <a:tblPr firstRow="1" bandRow="1">
                <a:tableStyleId>{5940675A-B579-460E-94D1-54222C63F5DA}</a:tableStyleId>
              </a:tblPr>
              <a:tblGrid>
                <a:gridCol w="434044">
                  <a:extLst>
                    <a:ext uri="{9D8B030D-6E8A-4147-A177-3AD203B41FA5}">
                      <a16:colId xmlns:a16="http://schemas.microsoft.com/office/drawing/2014/main" val="1299318418"/>
                    </a:ext>
                  </a:extLst>
                </a:gridCol>
                <a:gridCol w="5782824">
                  <a:extLst>
                    <a:ext uri="{9D8B030D-6E8A-4147-A177-3AD203B41FA5}">
                      <a16:colId xmlns:a16="http://schemas.microsoft.com/office/drawing/2014/main" val="864278376"/>
                    </a:ext>
                  </a:extLst>
                </a:gridCol>
              </a:tblGrid>
              <a:tr h="210611">
                <a:tc gridSpan="2">
                  <a:txBody>
                    <a:bodyPr/>
                    <a:lstStyle/>
                    <a:p>
                      <a:pPr latinLnBrk="1">
                        <a:lnSpc>
                          <a:spcPct val="150000"/>
                        </a:lnSpc>
                      </a:pPr>
                      <a:r>
                        <a:rPr lang="en-US" altLang="ko-KR" sz="1000" b="1" dirty="0"/>
                        <a:t>※ </a:t>
                      </a:r>
                      <a:r>
                        <a:rPr lang="ko-KR" altLang="en-US" sz="1000" b="1" dirty="0"/>
                        <a:t>채널 청구액 상세 목록 표시 가이드</a:t>
                      </a:r>
                      <a:endParaRPr lang="en-US" altLang="ko-KR" sz="1000" b="1"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tc>
                <a:extLst>
                  <a:ext uri="{0D108BD9-81ED-4DB2-BD59-A6C34878D82A}">
                    <a16:rowId xmlns:a16="http://schemas.microsoft.com/office/drawing/2014/main" val="1347466683"/>
                  </a:ext>
                </a:extLst>
              </a:tr>
              <a:tr h="210611">
                <a:tc>
                  <a:txBody>
                    <a:bodyPr/>
                    <a:lstStyle/>
                    <a:p>
                      <a:pPr algn="ctr" latinLnBrk="1"/>
                      <a:r>
                        <a:rPr lang="en-US" altLang="ko-KR" sz="900" dirty="0"/>
                        <a:t>1</a:t>
                      </a:r>
                      <a:endParaRPr lang="ko-KR" altLang="en-US" sz="9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자사 상품을 팔고</a:t>
                      </a:r>
                      <a:r>
                        <a:rPr lang="en-US" altLang="ko-KR" sz="800" dirty="0"/>
                        <a:t>, </a:t>
                      </a:r>
                      <a:r>
                        <a:rPr lang="ko-KR" altLang="en-US" sz="800" dirty="0"/>
                        <a:t>자사 </a:t>
                      </a:r>
                      <a:r>
                        <a:rPr lang="en-US" altLang="ko-KR" sz="800" dirty="0"/>
                        <a:t>PG</a:t>
                      </a:r>
                      <a:r>
                        <a:rPr lang="ko-KR" altLang="en-US" sz="800" dirty="0"/>
                        <a:t>를 이용했을 때</a:t>
                      </a:r>
                      <a:r>
                        <a:rPr lang="en-US" altLang="ko-KR" sz="800" dirty="0"/>
                        <a:t>, </a:t>
                      </a:r>
                      <a:r>
                        <a:rPr lang="ko-KR" altLang="en-US" sz="800" dirty="0"/>
                        <a:t>수수료는 없으나 </a:t>
                      </a:r>
                      <a:br>
                        <a:rPr lang="en-US" altLang="ko-KR" sz="800" dirty="0"/>
                      </a:br>
                      <a:r>
                        <a:rPr lang="en-US" altLang="ko-KR" sz="800" dirty="0"/>
                        <a:t>SMS </a:t>
                      </a:r>
                      <a:r>
                        <a:rPr lang="ko-KR" altLang="en-US" sz="800" dirty="0"/>
                        <a:t>사용은 했으므로 </a:t>
                      </a:r>
                      <a:r>
                        <a:rPr lang="en-US" altLang="ko-KR" sz="800" dirty="0"/>
                        <a:t>100</a:t>
                      </a:r>
                      <a:r>
                        <a:rPr lang="ko-KR" altLang="en-US" sz="800" dirty="0"/>
                        <a:t>원의 청구금액이 발생하였고</a:t>
                      </a:r>
                      <a:r>
                        <a:rPr lang="en-US" altLang="ko-KR" sz="800" dirty="0"/>
                        <a:t>, </a:t>
                      </a:r>
                      <a:r>
                        <a:rPr lang="ko-KR" altLang="en-US" sz="800" dirty="0"/>
                        <a:t>자사</a:t>
                      </a:r>
                      <a:r>
                        <a:rPr lang="en-US" altLang="ko-KR" sz="800" dirty="0"/>
                        <a:t>PG</a:t>
                      </a:r>
                      <a:r>
                        <a:rPr lang="ko-KR" altLang="en-US" sz="800" dirty="0"/>
                        <a:t>를 이용했기 때문에 지급포인트는 제공할 수 없다</a:t>
                      </a:r>
                      <a:r>
                        <a:rPr lang="en-US" altLang="ko-KR" sz="800" dirty="0"/>
                        <a:t>.</a:t>
                      </a:r>
                      <a:r>
                        <a:rPr lang="ko-KR" altLang="en-US" sz="800" dirty="0"/>
                        <a:t> </a:t>
                      </a:r>
                      <a:endParaRPr lang="en-US" altLang="ko-KR"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68489410"/>
                  </a:ext>
                </a:extLst>
              </a:tr>
              <a:tr h="210611">
                <a:tc>
                  <a:txBody>
                    <a:bodyPr/>
                    <a:lstStyle/>
                    <a:p>
                      <a:pPr algn="ctr" latinLnBrk="1"/>
                      <a:r>
                        <a:rPr lang="en-US" altLang="ko-KR" sz="900" dirty="0"/>
                        <a:t>2</a:t>
                      </a:r>
                      <a:endParaRPr lang="ko-KR" altLang="en-US" sz="9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AAA</a:t>
                      </a:r>
                      <a:r>
                        <a:rPr lang="ko-KR" altLang="en-US" sz="800" dirty="0"/>
                        <a:t>가 상품을 공유하고 </a:t>
                      </a:r>
                      <a:r>
                        <a:rPr lang="en-US" altLang="ko-KR" sz="800" dirty="0"/>
                        <a:t>AAA</a:t>
                      </a:r>
                      <a:r>
                        <a:rPr lang="ko-KR" altLang="en-US" sz="800" dirty="0"/>
                        <a:t>가 판매가를 결정하는 상품판매 형태로 </a:t>
                      </a:r>
                      <a:endParaRPr lang="en-US" altLang="ko-KR" sz="800" dirty="0"/>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매입은 상품판매가</a:t>
                      </a:r>
                      <a:r>
                        <a:rPr lang="en-US" altLang="ko-KR" sz="800" dirty="0"/>
                        <a:t>(</a:t>
                      </a:r>
                      <a:r>
                        <a:rPr lang="ko-KR" altLang="en-US" sz="800" dirty="0" err="1"/>
                        <a:t>상품가</a:t>
                      </a:r>
                      <a:r>
                        <a:rPr lang="ko-KR" altLang="en-US" sz="800" dirty="0"/>
                        <a:t> </a:t>
                      </a:r>
                      <a:r>
                        <a:rPr lang="en-US" altLang="ko-KR" sz="800" dirty="0"/>
                        <a:t>+ </a:t>
                      </a:r>
                      <a:r>
                        <a:rPr lang="ko-KR" altLang="en-US" sz="800" dirty="0"/>
                        <a:t>배송비</a:t>
                      </a:r>
                      <a:r>
                        <a:rPr lang="en-US" altLang="ko-KR" sz="800" dirty="0"/>
                        <a:t>) </a:t>
                      </a:r>
                      <a:r>
                        <a:rPr lang="ko-KR" altLang="en-US" sz="800" dirty="0"/>
                        <a:t>의 수수료와 위탁판매자의 이익금의 합으로 책정한다</a:t>
                      </a:r>
                      <a:r>
                        <a:rPr lang="en-US" altLang="ko-KR" sz="800" dirty="0"/>
                        <a:t>.</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이것에 </a:t>
                      </a:r>
                      <a:r>
                        <a:rPr lang="en-US" altLang="ko-KR" sz="800" dirty="0"/>
                        <a:t>SMS </a:t>
                      </a:r>
                      <a:r>
                        <a:rPr lang="ko-KR" altLang="en-US" sz="800" dirty="0"/>
                        <a:t>사용비용과 지급포인트의 합산되어 채널 청구액이 된다</a:t>
                      </a:r>
                      <a:r>
                        <a:rPr lang="en-US" altLang="ko-KR" sz="800" dirty="0"/>
                        <a:t>.</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546251547"/>
                  </a:ext>
                </a:extLst>
              </a:tr>
              <a:tr h="210611">
                <a:tc>
                  <a:txBody>
                    <a:bodyPr/>
                    <a:lstStyle/>
                    <a:p>
                      <a:pPr algn="ctr" latinLnBrk="1"/>
                      <a:r>
                        <a:rPr lang="en-US" altLang="ko-KR" sz="900" dirty="0"/>
                        <a:t>3</a:t>
                      </a:r>
                      <a:endParaRPr lang="ko-KR" altLang="en-US" sz="9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공동구매의 조건이 다음과 같을 때</a:t>
                      </a:r>
                      <a:r>
                        <a:rPr lang="en-US" altLang="ko-KR" sz="800" dirty="0"/>
                        <a:t>,</a:t>
                      </a:r>
                    </a:p>
                    <a:p>
                      <a:pPr latinLnBrk="1"/>
                      <a:endParaRPr lang="en-US" altLang="ko-KR" sz="800" dirty="0"/>
                    </a:p>
                    <a:p>
                      <a:pPr latinLnBrk="1"/>
                      <a:r>
                        <a:rPr lang="ko-KR" altLang="en-US" sz="800" dirty="0"/>
                        <a:t>공동구매 </a:t>
                      </a:r>
                      <a:r>
                        <a:rPr lang="ko-KR" altLang="en-US" sz="800" dirty="0" err="1"/>
                        <a:t>시작가</a:t>
                      </a:r>
                      <a:r>
                        <a:rPr lang="ko-KR" altLang="en-US" sz="800" dirty="0"/>
                        <a:t> </a:t>
                      </a:r>
                      <a:r>
                        <a:rPr lang="en-US" altLang="ko-KR" sz="800" dirty="0"/>
                        <a:t>: 10,000 </a:t>
                      </a:r>
                      <a:r>
                        <a:rPr lang="ko-KR" altLang="en-US" sz="800" dirty="0"/>
                        <a:t>원</a:t>
                      </a:r>
                    </a:p>
                    <a:p>
                      <a:pPr latinLnBrk="1"/>
                      <a:r>
                        <a:rPr lang="ko-KR" altLang="en-US" sz="800" dirty="0"/>
                        <a:t>공동구매 할인가 </a:t>
                      </a:r>
                      <a:r>
                        <a:rPr lang="en-US" altLang="ko-KR" sz="800" dirty="0"/>
                        <a:t>: 2,000 </a:t>
                      </a:r>
                      <a:r>
                        <a:rPr lang="ko-KR" altLang="en-US" sz="800" dirty="0"/>
                        <a:t>원</a:t>
                      </a:r>
                    </a:p>
                    <a:p>
                      <a:pPr latinLnBrk="1"/>
                      <a:r>
                        <a:rPr lang="ko-KR" altLang="en-US" sz="800" dirty="0"/>
                        <a:t>자사포인트 </a:t>
                      </a:r>
                      <a:r>
                        <a:rPr lang="en-US" altLang="ko-KR" sz="800" dirty="0"/>
                        <a:t>1,000 </a:t>
                      </a:r>
                      <a:r>
                        <a:rPr lang="ko-KR" altLang="en-US" sz="800" dirty="0"/>
                        <a:t>사용</a:t>
                      </a:r>
                    </a:p>
                    <a:p>
                      <a:pPr latinLnBrk="1"/>
                      <a:r>
                        <a:rPr lang="ko-KR" altLang="en-US" sz="800" dirty="0"/>
                        <a:t>미구포인트 </a:t>
                      </a:r>
                      <a:r>
                        <a:rPr lang="en-US" altLang="ko-KR" sz="800" dirty="0"/>
                        <a:t>2,000 </a:t>
                      </a:r>
                      <a:r>
                        <a:rPr lang="ko-KR" altLang="en-US" sz="800" dirty="0"/>
                        <a:t>사용</a:t>
                      </a:r>
                      <a:br>
                        <a:rPr lang="en-US" altLang="ko-KR" sz="800" dirty="0"/>
                      </a:br>
                      <a:endParaRPr lang="en-US" altLang="ko-KR" sz="800" dirty="0"/>
                    </a:p>
                    <a:p>
                      <a:pPr latinLnBrk="1"/>
                      <a:r>
                        <a:rPr lang="ko-KR" altLang="en-US" sz="800" dirty="0"/>
                        <a:t>공동구매 시작가가 </a:t>
                      </a:r>
                      <a:r>
                        <a:rPr lang="en-US" altLang="ko-KR" sz="800" dirty="0"/>
                        <a:t>10,000 </a:t>
                      </a:r>
                      <a:r>
                        <a:rPr lang="ko-KR" altLang="en-US" sz="800" dirty="0"/>
                        <a:t>원이었으나 공동구매 완료가 되었을 때 최종비용은 </a:t>
                      </a:r>
                      <a:r>
                        <a:rPr lang="en-US" altLang="ko-KR" sz="800" dirty="0"/>
                        <a:t>8,000 </a:t>
                      </a:r>
                      <a:r>
                        <a:rPr lang="ko-KR" altLang="en-US" sz="800" dirty="0"/>
                        <a:t>원이 되었기 때문에 </a:t>
                      </a:r>
                      <a:endParaRPr lang="en-US" altLang="ko-KR" sz="800" dirty="0"/>
                    </a:p>
                    <a:p>
                      <a:pPr latinLnBrk="1"/>
                      <a:r>
                        <a:rPr lang="ko-KR" altLang="en-US" sz="800" dirty="0"/>
                        <a:t>공동구매 </a:t>
                      </a:r>
                      <a:r>
                        <a:rPr lang="ko-KR" altLang="en-US" sz="800" dirty="0" err="1"/>
                        <a:t>최종가</a:t>
                      </a:r>
                      <a:r>
                        <a:rPr lang="ko-KR" altLang="en-US" sz="800" dirty="0"/>
                        <a:t> </a:t>
                      </a:r>
                      <a:r>
                        <a:rPr lang="en-US" altLang="ko-KR" sz="800" dirty="0"/>
                        <a:t>8,000</a:t>
                      </a:r>
                      <a:r>
                        <a:rPr lang="ko-KR" altLang="en-US" sz="800" dirty="0"/>
                        <a:t>원과 배송비 </a:t>
                      </a:r>
                      <a:r>
                        <a:rPr lang="en-US" altLang="ko-KR" sz="800" dirty="0"/>
                        <a:t>2,500</a:t>
                      </a:r>
                      <a:r>
                        <a:rPr lang="ko-KR" altLang="en-US" sz="800" dirty="0"/>
                        <a:t>원을 포함해서 </a:t>
                      </a:r>
                      <a:r>
                        <a:rPr lang="en-US" altLang="ko-KR" sz="800" dirty="0"/>
                        <a:t>10,500 </a:t>
                      </a:r>
                      <a:r>
                        <a:rPr lang="ko-KR" altLang="en-US" sz="800" dirty="0"/>
                        <a:t>원이 상품판매가가 되었고</a:t>
                      </a:r>
                      <a:r>
                        <a:rPr lang="en-US" altLang="ko-KR" sz="800" dirty="0"/>
                        <a:t>,</a:t>
                      </a:r>
                    </a:p>
                    <a:p>
                      <a:pPr latinLnBrk="1"/>
                      <a:r>
                        <a:rPr lang="en-US" altLang="ko-KR" sz="800" dirty="0"/>
                        <a:t>AAA </a:t>
                      </a:r>
                      <a:r>
                        <a:rPr lang="ko-KR" altLang="en-US" sz="800" dirty="0"/>
                        <a:t>의 수수료가 </a:t>
                      </a:r>
                      <a:r>
                        <a:rPr lang="en-US" altLang="ko-KR" sz="800" dirty="0"/>
                        <a:t>5% </a:t>
                      </a:r>
                      <a:r>
                        <a:rPr lang="ko-KR" altLang="en-US" sz="800" dirty="0"/>
                        <a:t>였으므로 수수료는 </a:t>
                      </a:r>
                      <a:r>
                        <a:rPr lang="en-US" altLang="ko-KR" sz="800" dirty="0"/>
                        <a:t>580 </a:t>
                      </a:r>
                      <a:r>
                        <a:rPr lang="ko-KR" altLang="en-US" sz="800" dirty="0" err="1"/>
                        <a:t>원이되고</a:t>
                      </a:r>
                      <a:r>
                        <a:rPr lang="en-US" altLang="ko-KR" sz="800" dirty="0"/>
                        <a:t>, SMS </a:t>
                      </a:r>
                      <a:r>
                        <a:rPr lang="ko-KR" altLang="en-US" sz="800" dirty="0"/>
                        <a:t>수수료와 지급포인트를 합산한 금액이 채널청구액이다</a:t>
                      </a:r>
                      <a:r>
                        <a:rPr lang="en-US" altLang="ko-KR" sz="800" dirty="0"/>
                        <a:t>.</a:t>
                      </a:r>
                      <a:r>
                        <a:rPr lang="ko-KR" altLang="en-US" sz="800" dirty="0"/>
                        <a:t> </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700118551"/>
                  </a:ext>
                </a:extLst>
              </a:tr>
            </a:tbl>
          </a:graphicData>
        </a:graphic>
      </p:graphicFrame>
      <p:graphicFrame>
        <p:nvGraphicFramePr>
          <p:cNvPr id="71" name="표 70">
            <a:extLst>
              <a:ext uri="{FF2B5EF4-FFF2-40B4-BE49-F238E27FC236}">
                <a16:creationId xmlns:a16="http://schemas.microsoft.com/office/drawing/2014/main" id="{230EF8F6-0FC3-4740-80CF-9361A61475DA}"/>
              </a:ext>
            </a:extLst>
          </p:cNvPr>
          <p:cNvGraphicFramePr>
            <a:graphicFrameLocks noGrp="1"/>
          </p:cNvGraphicFramePr>
          <p:nvPr>
            <p:extLst>
              <p:ext uri="{D42A27DB-BD31-4B8C-83A1-F6EECF244321}">
                <p14:modId xmlns:p14="http://schemas.microsoft.com/office/powerpoint/2010/main" val="16395426"/>
              </p:ext>
            </p:extLst>
          </p:nvPr>
        </p:nvGraphicFramePr>
        <p:xfrm>
          <a:off x="10171774" y="22159"/>
          <a:ext cx="1979018" cy="1997472"/>
        </p:xfrm>
        <a:graphic>
          <a:graphicData uri="http://schemas.openxmlformats.org/drawingml/2006/table">
            <a:tbl>
              <a:tblPr firstRow="1" bandRow="1">
                <a:tableStyleId>{5940675A-B579-460E-94D1-54222C63F5DA}</a:tableStyleId>
              </a:tblPr>
              <a:tblGrid>
                <a:gridCol w="587962">
                  <a:extLst>
                    <a:ext uri="{9D8B030D-6E8A-4147-A177-3AD203B41FA5}">
                      <a16:colId xmlns:a16="http://schemas.microsoft.com/office/drawing/2014/main" val="2768186151"/>
                    </a:ext>
                  </a:extLst>
                </a:gridCol>
                <a:gridCol w="237127">
                  <a:extLst>
                    <a:ext uri="{9D8B030D-6E8A-4147-A177-3AD203B41FA5}">
                      <a16:colId xmlns:a16="http://schemas.microsoft.com/office/drawing/2014/main" val="3978135536"/>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RF-02-08-02-4</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정산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정산 관리</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총괄 관리자에서 정산 타이틀 및 출력요청화면</a:t>
                      </a:r>
                    </a:p>
                  </a:txBody>
                  <a:tcPr anchor="ctr">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latinLnBrk="1"/>
                      <a:r>
                        <a:rPr lang="ko-KR" altLang="en-US" sz="800" dirty="0">
                          <a:solidFill>
                            <a:schemeClr val="tx1"/>
                          </a:solidFill>
                        </a:rPr>
                        <a:t>채널 청구액의 상세내역을  새창으로 확인할 수 있다</a:t>
                      </a:r>
                      <a:r>
                        <a:rPr lang="en-US" altLang="ko-KR" sz="800" dirty="0">
                          <a:solidFill>
                            <a:schemeClr val="tx1"/>
                          </a:solidFill>
                        </a:rPr>
                        <a:t>.</a:t>
                      </a:r>
                      <a:endParaRPr lang="ko-KR" altLang="en-US" sz="80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175826750"/>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latinLnBrk="1"/>
                      <a:r>
                        <a:rPr lang="ko-KR" altLang="en-US" sz="800" dirty="0">
                          <a:solidFill>
                            <a:schemeClr val="tx1"/>
                          </a:solidFill>
                        </a:rPr>
                        <a:t>채널 청구액의 상세목록</a:t>
                      </a:r>
                    </a:p>
                  </a:txBody>
                  <a:tcPr anchor="ctr">
                    <a:solidFill>
                      <a:schemeClr val="bg1"/>
                    </a:solidFill>
                  </a:tcPr>
                </a:tc>
                <a:tc hMerge="1">
                  <a:txBody>
                    <a:bodyPr/>
                    <a:lstStyle/>
                    <a:p>
                      <a:pPr latinLnBrk="1"/>
                      <a:endParaRPr lang="ko-KR" altLang="en-US" dirty="0"/>
                    </a:p>
                  </a:txBody>
                  <a:tcPr/>
                </a:tc>
                <a:extLst>
                  <a:ext uri="{0D108BD9-81ED-4DB2-BD59-A6C34878D82A}">
                    <a16:rowId xmlns:a16="http://schemas.microsoft.com/office/drawing/2014/main" val="2846421324"/>
                  </a:ext>
                </a:extLst>
              </a:tr>
            </a:tbl>
          </a:graphicData>
        </a:graphic>
      </p:graphicFrame>
    </p:spTree>
    <p:extLst>
      <p:ext uri="{BB962C8B-B14F-4D97-AF65-F5344CB8AC3E}">
        <p14:creationId xmlns:p14="http://schemas.microsoft.com/office/powerpoint/2010/main" val="713269786"/>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6">
            <a:extLst>
              <a:ext uri="{FF2B5EF4-FFF2-40B4-BE49-F238E27FC236}">
                <a16:creationId xmlns:a16="http://schemas.microsoft.com/office/drawing/2014/main" id="{4907CE30-0B42-4F85-A9F9-5BE578233C51}"/>
              </a:ext>
            </a:extLst>
          </p:cNvPr>
          <p:cNvGraphicFramePr>
            <a:graphicFrameLocks noGrp="1"/>
          </p:cNvGraphicFramePr>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b="0" dirty="0">
                          <a:solidFill>
                            <a:schemeClr val="tx1"/>
                          </a:solidFill>
                        </a:rPr>
                        <a:t>●</a:t>
                      </a:r>
                      <a:r>
                        <a:rPr lang="ko-KR" altLang="en-US" sz="1800" dirty="0">
                          <a:solidFill>
                            <a:schemeClr val="bg1">
                              <a:lumMod val="75000"/>
                            </a:schemeClr>
                          </a:solidFill>
                        </a:rPr>
                        <a:t>  </a:t>
                      </a:r>
                      <a:r>
                        <a:rPr lang="ko-KR" altLang="en-US" sz="1800" b="1" dirty="0">
                          <a:solidFill>
                            <a:schemeClr val="tx1"/>
                          </a:solidFill>
                        </a:rPr>
                        <a:t>서브관리자 관리</a:t>
                      </a:r>
                    </a:p>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b="1" dirty="0">
                        <a:solidFill>
                          <a:schemeClr val="tx1"/>
                        </a:solidFill>
                      </a:endParaRPr>
                    </a:p>
                  </a:txBody>
                  <a:tcPr/>
                </a:tc>
                <a:extLst>
                  <a:ext uri="{0D108BD9-81ED-4DB2-BD59-A6C34878D82A}">
                    <a16:rowId xmlns:a16="http://schemas.microsoft.com/office/drawing/2014/main" val="4008812756"/>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3610902406"/>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2495726123"/>
              </p:ext>
            </p:extLst>
          </p:nvPr>
        </p:nvGraphicFramePr>
        <p:xfrm>
          <a:off x="10171774" y="22159"/>
          <a:ext cx="1979018" cy="28204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RF-02-09-01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서브관리자</a:t>
                      </a:r>
                      <a:r>
                        <a:rPr lang="ko-KR" altLang="en-US" sz="800" dirty="0"/>
                        <a:t> 관리</a:t>
                      </a:r>
                      <a:endParaRPr lang="en-US" altLang="ko-KR" sz="800" dirty="0"/>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t>서브관리자</a:t>
                      </a:r>
                      <a:r>
                        <a:rPr lang="ko-KR" altLang="en-US" sz="800" dirty="0"/>
                        <a:t> 목록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등록한 서브 관리자 목록을 확인하는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769599156"/>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서브 관리자 상세 정보를 확인하는 화면 생성</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RF-02-09-01-2</a:t>
                      </a:r>
                      <a:r>
                        <a:rPr lang="en-US" altLang="ko-KR" sz="800" b="0" baseline="0" dirty="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서브 관리자 정보를 수정하는 화면 생성</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RF-02-09-01-3 </a:t>
                      </a:r>
                      <a:r>
                        <a:rPr lang="ko-KR" altLang="en-US" sz="800" dirty="0"/>
                        <a:t>참고</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409605640"/>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서브 관리자 정보를 등록하는 화면 생성</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RF-02-09-01-1</a:t>
                      </a:r>
                      <a:r>
                        <a:rPr lang="en-US" altLang="ko-KR" sz="800" b="0" baseline="0" dirty="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307956355"/>
                  </a:ext>
                </a:extLst>
              </a:tr>
            </a:tbl>
          </a:graphicData>
        </a:graphic>
      </p:graphicFrame>
      <p:sp>
        <p:nvSpPr>
          <p:cNvPr id="3" name="TextBox 2">
            <a:extLst>
              <a:ext uri="{FF2B5EF4-FFF2-40B4-BE49-F238E27FC236}">
                <a16:creationId xmlns:a16="http://schemas.microsoft.com/office/drawing/2014/main" id="{04E9B89B-4BC8-43AF-B734-D670C8179373}"/>
              </a:ext>
            </a:extLst>
          </p:cNvPr>
          <p:cNvSpPr txBox="1"/>
          <p:nvPr/>
        </p:nvSpPr>
        <p:spPr>
          <a:xfrm>
            <a:off x="7845768" y="2062420"/>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4" name="TextBox 3">
            <a:extLst>
              <a:ext uri="{FF2B5EF4-FFF2-40B4-BE49-F238E27FC236}">
                <a16:creationId xmlns:a16="http://schemas.microsoft.com/office/drawing/2014/main" id="{04E9B89B-4BC8-43AF-B734-D670C8179373}"/>
              </a:ext>
            </a:extLst>
          </p:cNvPr>
          <p:cNvSpPr txBox="1"/>
          <p:nvPr/>
        </p:nvSpPr>
        <p:spPr>
          <a:xfrm>
            <a:off x="8375673" y="2062420"/>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5" name="TextBox 4">
            <a:extLst>
              <a:ext uri="{FF2B5EF4-FFF2-40B4-BE49-F238E27FC236}">
                <a16:creationId xmlns:a16="http://schemas.microsoft.com/office/drawing/2014/main" id="{04E9B89B-4BC8-43AF-B734-D670C8179373}"/>
              </a:ext>
            </a:extLst>
          </p:cNvPr>
          <p:cNvSpPr txBox="1"/>
          <p:nvPr/>
        </p:nvSpPr>
        <p:spPr>
          <a:xfrm>
            <a:off x="9056580" y="1594035"/>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Tree>
    <p:extLst>
      <p:ext uri="{BB962C8B-B14F-4D97-AF65-F5344CB8AC3E}">
        <p14:creationId xmlns:p14="http://schemas.microsoft.com/office/powerpoint/2010/main" val="3272794975"/>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2C77986D-DBD3-46CF-924E-B6A9701B2F69}"/>
              </a:ext>
            </a:extLst>
          </p:cNvPr>
          <p:cNvSpPr/>
          <p:nvPr/>
        </p:nvSpPr>
        <p:spPr>
          <a:xfrm>
            <a:off x="2519925" y="995285"/>
            <a:ext cx="4369825" cy="4547189"/>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33" name="TextBox 32">
            <a:extLst>
              <a:ext uri="{FF2B5EF4-FFF2-40B4-BE49-F238E27FC236}">
                <a16:creationId xmlns:a16="http://schemas.microsoft.com/office/drawing/2014/main" id="{4645A70E-ABED-4425-87F1-0A5C91B00A7F}"/>
              </a:ext>
            </a:extLst>
          </p:cNvPr>
          <p:cNvSpPr txBox="1"/>
          <p:nvPr/>
        </p:nvSpPr>
        <p:spPr>
          <a:xfrm>
            <a:off x="2640494" y="1094318"/>
            <a:ext cx="1188146"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서브관리자 등록</a:t>
            </a:r>
            <a:endParaRPr lang="ko-KR" altLang="en-US" sz="900" dirty="0"/>
          </a:p>
        </p:txBody>
      </p:sp>
      <p:graphicFrame>
        <p:nvGraphicFramePr>
          <p:cNvPr id="34" name="표 17">
            <a:extLst>
              <a:ext uri="{FF2B5EF4-FFF2-40B4-BE49-F238E27FC236}">
                <a16:creationId xmlns:a16="http://schemas.microsoft.com/office/drawing/2014/main" id="{8B4305EF-EE2E-40D5-974F-DB48AA790C6B}"/>
              </a:ext>
            </a:extLst>
          </p:cNvPr>
          <p:cNvGraphicFramePr>
            <a:graphicFrameLocks noGrp="1"/>
          </p:cNvGraphicFramePr>
          <p:nvPr>
            <p:extLst>
              <p:ext uri="{D42A27DB-BD31-4B8C-83A1-F6EECF244321}">
                <p14:modId xmlns:p14="http://schemas.microsoft.com/office/powerpoint/2010/main" val="3251514190"/>
              </p:ext>
            </p:extLst>
          </p:nvPr>
        </p:nvGraphicFramePr>
        <p:xfrm>
          <a:off x="2780092" y="2225396"/>
          <a:ext cx="3788761" cy="640080"/>
        </p:xfrm>
        <a:graphic>
          <a:graphicData uri="http://schemas.openxmlformats.org/drawingml/2006/table">
            <a:tbl>
              <a:tblPr firstRow="1" bandRow="1">
                <a:tableStyleId>{5940675A-B579-460E-94D1-54222C63F5DA}</a:tableStyleId>
              </a:tblPr>
              <a:tblGrid>
                <a:gridCol w="1130759">
                  <a:extLst>
                    <a:ext uri="{9D8B030D-6E8A-4147-A177-3AD203B41FA5}">
                      <a16:colId xmlns:a16="http://schemas.microsoft.com/office/drawing/2014/main" val="827257380"/>
                    </a:ext>
                  </a:extLst>
                </a:gridCol>
                <a:gridCol w="2658002">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회원번호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I8878</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err="1">
                          <a:solidFill>
                            <a:schemeClr val="tx1"/>
                          </a:solidFill>
                        </a:rPr>
                        <a:t>회원아이디</a:t>
                      </a:r>
                      <a:endParaRPr lang="ko-KR" altLang="en-US" sz="800"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hlinkClick r:id="rId2"/>
                        </a:rPr>
                        <a:t>test@test.com</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ko-KR" altLang="en-US" sz="800" dirty="0" err="1">
                          <a:solidFill>
                            <a:schemeClr val="tx1"/>
                          </a:solidFill>
                        </a:rPr>
                        <a:t>회원명</a:t>
                      </a:r>
                      <a:endParaRPr lang="ko-KR" altLang="en-US" sz="800"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홍길동</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bl>
          </a:graphicData>
        </a:graphic>
      </p:graphicFrame>
      <p:sp>
        <p:nvSpPr>
          <p:cNvPr id="35" name="TextBox 34">
            <a:extLst>
              <a:ext uri="{FF2B5EF4-FFF2-40B4-BE49-F238E27FC236}">
                <a16:creationId xmlns:a16="http://schemas.microsoft.com/office/drawing/2014/main" id="{90E9DBB4-6CA4-4AB8-BEE4-551FA91CFB93}"/>
              </a:ext>
            </a:extLst>
          </p:cNvPr>
          <p:cNvSpPr txBox="1"/>
          <p:nvPr/>
        </p:nvSpPr>
        <p:spPr>
          <a:xfrm>
            <a:off x="2673275" y="2003391"/>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회원정보</a:t>
            </a:r>
            <a:endParaRPr lang="ko-KR" altLang="en-US" sz="900" dirty="0"/>
          </a:p>
        </p:txBody>
      </p:sp>
      <p:sp>
        <p:nvSpPr>
          <p:cNvPr id="38" name="직사각형 37">
            <a:extLst>
              <a:ext uri="{FF2B5EF4-FFF2-40B4-BE49-F238E27FC236}">
                <a16:creationId xmlns:a16="http://schemas.microsoft.com/office/drawing/2014/main" id="{02157E71-AF3D-4DA1-82BA-4F00F94A6459}"/>
              </a:ext>
            </a:extLst>
          </p:cNvPr>
          <p:cNvSpPr/>
          <p:nvPr/>
        </p:nvSpPr>
        <p:spPr>
          <a:xfrm>
            <a:off x="3590746" y="4666332"/>
            <a:ext cx="1358901" cy="213360"/>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서브관리자 등록</a:t>
            </a:r>
            <a:endParaRPr lang="en-US" altLang="ko-KR" sz="800" dirty="0">
              <a:solidFill>
                <a:schemeClr val="bg1"/>
              </a:solidFill>
            </a:endParaRPr>
          </a:p>
        </p:txBody>
      </p:sp>
      <p:grpSp>
        <p:nvGrpSpPr>
          <p:cNvPr id="39" name="Image">
            <a:extLst>
              <a:ext uri="{FF2B5EF4-FFF2-40B4-BE49-F238E27FC236}">
                <a16:creationId xmlns:a16="http://schemas.microsoft.com/office/drawing/2014/main" id="{F2C57A95-4D8C-40BF-9AE1-D1C0D7CAE19E}"/>
              </a:ext>
            </a:extLst>
          </p:cNvPr>
          <p:cNvGrpSpPr>
            <a:grpSpLocks/>
          </p:cNvGrpSpPr>
          <p:nvPr/>
        </p:nvGrpSpPr>
        <p:grpSpPr bwMode="auto">
          <a:xfrm>
            <a:off x="6568855" y="1094318"/>
            <a:ext cx="204716" cy="209797"/>
            <a:chOff x="508000" y="1397000"/>
            <a:chExt cx="1008112" cy="1008112"/>
          </a:xfrm>
        </p:grpSpPr>
        <p:sp>
          <p:nvSpPr>
            <p:cNvPr id="40" name="Border">
              <a:extLst>
                <a:ext uri="{FF2B5EF4-FFF2-40B4-BE49-F238E27FC236}">
                  <a16:creationId xmlns:a16="http://schemas.microsoft.com/office/drawing/2014/main" id="{91B288DD-CAF3-4069-BCB7-7649090096AD}"/>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1" name="Line 2">
              <a:extLst>
                <a:ext uri="{FF2B5EF4-FFF2-40B4-BE49-F238E27FC236}">
                  <a16:creationId xmlns:a16="http://schemas.microsoft.com/office/drawing/2014/main" id="{A079C0F6-A08D-48A5-AC15-423189611FD5}"/>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2" name="Line 1">
              <a:extLst>
                <a:ext uri="{FF2B5EF4-FFF2-40B4-BE49-F238E27FC236}">
                  <a16:creationId xmlns:a16="http://schemas.microsoft.com/office/drawing/2014/main" id="{C2F64346-E9A3-418A-A18C-5CA46B1720AD}"/>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43" name="직사각형 42">
            <a:extLst>
              <a:ext uri="{FF2B5EF4-FFF2-40B4-BE49-F238E27FC236}">
                <a16:creationId xmlns:a16="http://schemas.microsoft.com/office/drawing/2014/main" id="{571176F9-C1E9-4104-A306-BFA971DB071B}"/>
              </a:ext>
            </a:extLst>
          </p:cNvPr>
          <p:cNvSpPr/>
          <p:nvPr/>
        </p:nvSpPr>
        <p:spPr>
          <a:xfrm>
            <a:off x="5056456" y="4666332"/>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graphicFrame>
        <p:nvGraphicFramePr>
          <p:cNvPr id="45" name="표 17">
            <a:extLst>
              <a:ext uri="{FF2B5EF4-FFF2-40B4-BE49-F238E27FC236}">
                <a16:creationId xmlns:a16="http://schemas.microsoft.com/office/drawing/2014/main" id="{72AA1234-D9F8-48E8-BF46-309D782D5EA7}"/>
              </a:ext>
            </a:extLst>
          </p:cNvPr>
          <p:cNvGraphicFramePr>
            <a:graphicFrameLocks noGrp="1"/>
          </p:cNvGraphicFramePr>
          <p:nvPr>
            <p:extLst>
              <p:ext uri="{D42A27DB-BD31-4B8C-83A1-F6EECF244321}">
                <p14:modId xmlns:p14="http://schemas.microsoft.com/office/powerpoint/2010/main" val="932310952"/>
              </p:ext>
            </p:extLst>
          </p:nvPr>
        </p:nvGraphicFramePr>
        <p:xfrm>
          <a:off x="2780093" y="1645544"/>
          <a:ext cx="3788762" cy="268687"/>
        </p:xfrm>
        <a:graphic>
          <a:graphicData uri="http://schemas.openxmlformats.org/drawingml/2006/table">
            <a:tbl>
              <a:tblPr firstRow="1" bandRow="1">
                <a:tableStyleId>{5940675A-B579-460E-94D1-54222C63F5DA}</a:tableStyleId>
              </a:tblPr>
              <a:tblGrid>
                <a:gridCol w="1130759">
                  <a:extLst>
                    <a:ext uri="{9D8B030D-6E8A-4147-A177-3AD203B41FA5}">
                      <a16:colId xmlns:a16="http://schemas.microsoft.com/office/drawing/2014/main" val="827257380"/>
                    </a:ext>
                  </a:extLst>
                </a:gridCol>
                <a:gridCol w="2658003">
                  <a:extLst>
                    <a:ext uri="{9D8B030D-6E8A-4147-A177-3AD203B41FA5}">
                      <a16:colId xmlns:a16="http://schemas.microsoft.com/office/drawing/2014/main" val="1855344563"/>
                    </a:ext>
                  </a:extLst>
                </a:gridCol>
              </a:tblGrid>
              <a:tr h="268687">
                <a:tc>
                  <a:txBody>
                    <a:bodyPr/>
                    <a:lstStyle/>
                    <a:p>
                      <a:pPr latinLnBrk="1"/>
                      <a:endParaRPr lang="ko-KR" altLang="en-US" sz="800"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bl>
          </a:graphicData>
        </a:graphic>
      </p:graphicFrame>
      <p:sp>
        <p:nvSpPr>
          <p:cNvPr id="46" name="TextBox 45">
            <a:extLst>
              <a:ext uri="{FF2B5EF4-FFF2-40B4-BE49-F238E27FC236}">
                <a16:creationId xmlns:a16="http://schemas.microsoft.com/office/drawing/2014/main" id="{821C432E-0219-437D-BF4C-32A85B1658F0}"/>
              </a:ext>
            </a:extLst>
          </p:cNvPr>
          <p:cNvSpPr txBox="1"/>
          <p:nvPr/>
        </p:nvSpPr>
        <p:spPr>
          <a:xfrm>
            <a:off x="2673275" y="1423540"/>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err="1">
                <a:latin typeface="맑은 고딕" panose="020B0503020000020004" pitchFamily="50" charset="-127"/>
                <a:ea typeface="맑은 고딕" panose="020B0503020000020004" pitchFamily="50" charset="-127"/>
              </a:rPr>
              <a:t>회원찾기</a:t>
            </a:r>
            <a:endParaRPr lang="ko-KR" altLang="en-US" sz="900" dirty="0"/>
          </a:p>
        </p:txBody>
      </p:sp>
      <p:sp>
        <p:nvSpPr>
          <p:cNvPr id="50" name="직사각형 49">
            <a:extLst>
              <a:ext uri="{FF2B5EF4-FFF2-40B4-BE49-F238E27FC236}">
                <a16:creationId xmlns:a16="http://schemas.microsoft.com/office/drawing/2014/main" id="{9A1A4785-D7CA-43AE-86DF-BC03117F6372}"/>
              </a:ext>
            </a:extLst>
          </p:cNvPr>
          <p:cNvSpPr/>
          <p:nvPr/>
        </p:nvSpPr>
        <p:spPr>
          <a:xfrm>
            <a:off x="2868338" y="1689248"/>
            <a:ext cx="960302"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회원번호       ▼</a:t>
            </a:r>
            <a:endParaRPr lang="en-US" altLang="ko-KR" sz="800" dirty="0">
              <a:solidFill>
                <a:schemeClr val="tx1">
                  <a:lumMod val="50000"/>
                  <a:lumOff val="50000"/>
                </a:schemeClr>
              </a:solidFill>
            </a:endParaRPr>
          </a:p>
        </p:txBody>
      </p:sp>
      <p:sp>
        <p:nvSpPr>
          <p:cNvPr id="51" name="직사각형 50">
            <a:extLst>
              <a:ext uri="{FF2B5EF4-FFF2-40B4-BE49-F238E27FC236}">
                <a16:creationId xmlns:a16="http://schemas.microsoft.com/office/drawing/2014/main" id="{68405748-47AD-46F8-B2A4-FC18ED3CF6C9}"/>
              </a:ext>
            </a:extLst>
          </p:cNvPr>
          <p:cNvSpPr/>
          <p:nvPr/>
        </p:nvSpPr>
        <p:spPr>
          <a:xfrm>
            <a:off x="4000834" y="1687342"/>
            <a:ext cx="1422066" cy="17837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i8878</a:t>
            </a:r>
          </a:p>
        </p:txBody>
      </p:sp>
      <p:sp>
        <p:nvSpPr>
          <p:cNvPr id="52" name="직사각형 51">
            <a:extLst>
              <a:ext uri="{FF2B5EF4-FFF2-40B4-BE49-F238E27FC236}">
                <a16:creationId xmlns:a16="http://schemas.microsoft.com/office/drawing/2014/main" id="{ADE6FFC5-BFAE-4106-AF2B-09AC1B44CEAA}"/>
              </a:ext>
            </a:extLst>
          </p:cNvPr>
          <p:cNvSpPr/>
          <p:nvPr/>
        </p:nvSpPr>
        <p:spPr>
          <a:xfrm>
            <a:off x="5455689" y="1687342"/>
            <a:ext cx="735562" cy="17837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회원찾기</a:t>
            </a:r>
            <a:endParaRPr lang="en-US" altLang="ko-KR" sz="800" dirty="0">
              <a:solidFill>
                <a:schemeClr val="bg1"/>
              </a:solidFill>
            </a:endParaRPr>
          </a:p>
        </p:txBody>
      </p:sp>
      <p:graphicFrame>
        <p:nvGraphicFramePr>
          <p:cNvPr id="53" name="표 17">
            <a:extLst>
              <a:ext uri="{FF2B5EF4-FFF2-40B4-BE49-F238E27FC236}">
                <a16:creationId xmlns:a16="http://schemas.microsoft.com/office/drawing/2014/main" id="{91196B47-0E4C-4861-BF44-B7A53DB3936D}"/>
              </a:ext>
            </a:extLst>
          </p:cNvPr>
          <p:cNvGraphicFramePr>
            <a:graphicFrameLocks noGrp="1"/>
          </p:cNvGraphicFramePr>
          <p:nvPr>
            <p:extLst>
              <p:ext uri="{D42A27DB-BD31-4B8C-83A1-F6EECF244321}">
                <p14:modId xmlns:p14="http://schemas.microsoft.com/office/powerpoint/2010/main" val="1886247083"/>
              </p:ext>
            </p:extLst>
          </p:nvPr>
        </p:nvGraphicFramePr>
        <p:xfrm>
          <a:off x="2780092" y="3221423"/>
          <a:ext cx="3788761" cy="1195642"/>
        </p:xfrm>
        <a:graphic>
          <a:graphicData uri="http://schemas.openxmlformats.org/drawingml/2006/table">
            <a:tbl>
              <a:tblPr firstRow="1" bandRow="1">
                <a:tableStyleId>{5940675A-B579-460E-94D1-54222C63F5DA}</a:tableStyleId>
              </a:tblPr>
              <a:tblGrid>
                <a:gridCol w="1130759">
                  <a:extLst>
                    <a:ext uri="{9D8B030D-6E8A-4147-A177-3AD203B41FA5}">
                      <a16:colId xmlns:a16="http://schemas.microsoft.com/office/drawing/2014/main" val="827257380"/>
                    </a:ext>
                  </a:extLst>
                </a:gridCol>
                <a:gridCol w="2658002">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이용기간</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                            ~</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권한 선택</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lnSpc>
                          <a:spcPct val="150000"/>
                        </a:lnSpc>
                      </a:pPr>
                      <a:r>
                        <a:rPr lang="ko-KR" altLang="en-US" sz="800" dirty="0"/>
                        <a:t>□ </a:t>
                      </a:r>
                      <a:r>
                        <a:rPr lang="en-US" altLang="ko-KR" sz="800" dirty="0"/>
                        <a:t>Shop </a:t>
                      </a:r>
                      <a:r>
                        <a:rPr lang="ko-KR" altLang="en-US" sz="800" dirty="0"/>
                        <a:t>채널</a:t>
                      </a:r>
                      <a:endParaRPr lang="en-US" altLang="ko-KR" sz="800" dirty="0"/>
                    </a:p>
                    <a:p>
                      <a:pPr latinLnBrk="1">
                        <a:lnSpc>
                          <a:spcPct val="150000"/>
                        </a:lnSpc>
                      </a:pPr>
                      <a:r>
                        <a:rPr lang="ko-KR" altLang="en-US" sz="800" dirty="0"/>
                        <a:t>□ 상품관리</a:t>
                      </a:r>
                      <a:endParaRPr lang="en-US" altLang="ko-KR" sz="800" dirty="0"/>
                    </a:p>
                    <a:p>
                      <a:pPr latinLnBrk="1">
                        <a:lnSpc>
                          <a:spcPct val="150000"/>
                        </a:lnSpc>
                      </a:pPr>
                      <a:r>
                        <a:rPr lang="ko-KR" altLang="en-US" sz="800" dirty="0"/>
                        <a:t>□ 공동상품관리</a:t>
                      </a:r>
                      <a:endParaRPr lang="en-US" altLang="ko-KR" sz="800" dirty="0"/>
                    </a:p>
                    <a:p>
                      <a:pPr latinLnBrk="1">
                        <a:lnSpc>
                          <a:spcPct val="150000"/>
                        </a:lnSpc>
                      </a:pPr>
                      <a:r>
                        <a:rPr lang="ko-KR" altLang="en-US" sz="800" dirty="0"/>
                        <a:t>□ 주문관리</a:t>
                      </a:r>
                      <a:endParaRPr lang="en-US" altLang="ko-KR" sz="800" dirty="0"/>
                    </a:p>
                    <a:p>
                      <a:pPr latinLnBrk="1">
                        <a:lnSpc>
                          <a:spcPct val="150000"/>
                        </a:lnSpc>
                      </a:pP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bl>
          </a:graphicData>
        </a:graphic>
      </p:graphicFrame>
      <p:sp>
        <p:nvSpPr>
          <p:cNvPr id="54" name="TextBox 53">
            <a:extLst>
              <a:ext uri="{FF2B5EF4-FFF2-40B4-BE49-F238E27FC236}">
                <a16:creationId xmlns:a16="http://schemas.microsoft.com/office/drawing/2014/main" id="{E89ACE4F-E164-4129-8E15-84B0EFAB5A19}"/>
              </a:ext>
            </a:extLst>
          </p:cNvPr>
          <p:cNvSpPr txBox="1"/>
          <p:nvPr/>
        </p:nvSpPr>
        <p:spPr>
          <a:xfrm>
            <a:off x="2673275" y="2999418"/>
            <a:ext cx="103265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서브관리정보</a:t>
            </a:r>
            <a:endParaRPr lang="ko-KR" altLang="en-US" sz="900" dirty="0"/>
          </a:p>
        </p:txBody>
      </p:sp>
      <p:sp>
        <p:nvSpPr>
          <p:cNvPr id="55" name="직사각형 54">
            <a:extLst>
              <a:ext uri="{FF2B5EF4-FFF2-40B4-BE49-F238E27FC236}">
                <a16:creationId xmlns:a16="http://schemas.microsoft.com/office/drawing/2014/main" id="{4FBAB69A-39D4-4E4C-B342-9B7F9E3EA4E8}"/>
              </a:ext>
            </a:extLst>
          </p:cNvPr>
          <p:cNvSpPr/>
          <p:nvPr/>
        </p:nvSpPr>
        <p:spPr>
          <a:xfrm>
            <a:off x="3986638" y="3268205"/>
            <a:ext cx="792089"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56" name="그림 55">
            <a:extLst>
              <a:ext uri="{FF2B5EF4-FFF2-40B4-BE49-F238E27FC236}">
                <a16:creationId xmlns:a16="http://schemas.microsoft.com/office/drawing/2014/main" id="{045750EC-BF59-4251-B001-4B0E92831ADF}"/>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4839180" y="3261246"/>
            <a:ext cx="146839" cy="146839"/>
          </a:xfrm>
          <a:prstGeom prst="rect">
            <a:avLst/>
          </a:prstGeom>
        </p:spPr>
      </p:pic>
      <p:sp>
        <p:nvSpPr>
          <p:cNvPr id="58" name="직사각형 57">
            <a:extLst>
              <a:ext uri="{FF2B5EF4-FFF2-40B4-BE49-F238E27FC236}">
                <a16:creationId xmlns:a16="http://schemas.microsoft.com/office/drawing/2014/main" id="{7BD99C0A-AE5C-45EC-B44C-E4A559458720}"/>
              </a:ext>
            </a:extLst>
          </p:cNvPr>
          <p:cNvSpPr/>
          <p:nvPr/>
        </p:nvSpPr>
        <p:spPr>
          <a:xfrm>
            <a:off x="5155982" y="3268205"/>
            <a:ext cx="792089"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59" name="그림 58">
            <a:extLst>
              <a:ext uri="{FF2B5EF4-FFF2-40B4-BE49-F238E27FC236}">
                <a16:creationId xmlns:a16="http://schemas.microsoft.com/office/drawing/2014/main" id="{DC736F43-1CCE-48F8-9081-6CF62A4585BB}"/>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6008524" y="3261246"/>
            <a:ext cx="146839" cy="146839"/>
          </a:xfrm>
          <a:prstGeom prst="rect">
            <a:avLst/>
          </a:prstGeom>
        </p:spPr>
      </p:pic>
      <p:sp>
        <p:nvSpPr>
          <p:cNvPr id="47" name="타원 46">
            <a:extLst>
              <a:ext uri="{FF2B5EF4-FFF2-40B4-BE49-F238E27FC236}">
                <a16:creationId xmlns:a16="http://schemas.microsoft.com/office/drawing/2014/main" id="{51526A9D-9EB9-4719-A16E-0580D33182A3}"/>
              </a:ext>
            </a:extLst>
          </p:cNvPr>
          <p:cNvSpPr/>
          <p:nvPr/>
        </p:nvSpPr>
        <p:spPr>
          <a:xfrm>
            <a:off x="7740957" y="1539364"/>
            <a:ext cx="1670950"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9" name="직선 화살표 연결선 48">
            <a:extLst>
              <a:ext uri="{FF2B5EF4-FFF2-40B4-BE49-F238E27FC236}">
                <a16:creationId xmlns:a16="http://schemas.microsoft.com/office/drawing/2014/main" id="{387E4742-D535-41DF-9BC1-0B4266CB30F9}"/>
              </a:ext>
            </a:extLst>
          </p:cNvPr>
          <p:cNvCxnSpPr>
            <a:cxnSpLocks/>
            <a:stCxn id="47" idx="2"/>
          </p:cNvCxnSpPr>
          <p:nvPr/>
        </p:nvCxnSpPr>
        <p:spPr>
          <a:xfrm flipH="1" flipV="1">
            <a:off x="6703367" y="1759724"/>
            <a:ext cx="1037590" cy="1452"/>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27" name="표 26">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3116713215"/>
              </p:ext>
            </p:extLst>
          </p:nvPr>
        </p:nvGraphicFramePr>
        <p:xfrm>
          <a:off x="10171774" y="22159"/>
          <a:ext cx="1979018" cy="30947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RF-02-09-01-1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서브관리자</a:t>
                      </a:r>
                      <a:r>
                        <a:rPr lang="ko-KR" altLang="en-US" sz="800" dirty="0"/>
                        <a:t>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t>서브관리자</a:t>
                      </a:r>
                      <a:r>
                        <a:rPr lang="ko-KR" altLang="en-US" sz="800" dirty="0"/>
                        <a:t> 목록 </a:t>
                      </a:r>
                      <a:r>
                        <a:rPr lang="en-US" altLang="ko-KR" sz="800" dirty="0"/>
                        <a:t>&gt; </a:t>
                      </a:r>
                      <a:r>
                        <a:rPr lang="ko-KR" altLang="en-US" sz="800" dirty="0" err="1"/>
                        <a:t>서브관리자</a:t>
                      </a:r>
                      <a:r>
                        <a:rPr lang="ko-KR" altLang="en-US" sz="800" dirty="0"/>
                        <a:t> 등록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서브 관리자 등록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218212021"/>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회원 찾기 버튼을 클릭 시 입력한 정보와 일치 하는 회원이 있을 경우 회원 정보 영역을 표시한다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일치하는 회원이 없을 경우 안내</a:t>
                      </a:r>
                      <a:r>
                        <a:rPr lang="ko-KR" altLang="en-US" sz="800" b="0" baseline="0" dirty="0">
                          <a:solidFill>
                            <a:schemeClr val="tx1"/>
                          </a:solidFill>
                        </a:rPr>
                        <a:t> 메시지를 보여준다</a:t>
                      </a:r>
                      <a:r>
                        <a:rPr lang="en-US" altLang="ko-KR" sz="800" b="0" baseline="0" dirty="0">
                          <a:solidFill>
                            <a:schemeClr val="tx1"/>
                          </a:solidFill>
                        </a:rPr>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입력한 서브 관리자 정보를 등록한다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만약 회원 찾기를 통해 회원을 등록하지 않은 경우에는 등록되지 않는다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202308476"/>
                  </a:ext>
                </a:extLst>
              </a:tr>
            </a:tbl>
          </a:graphicData>
        </a:graphic>
      </p:graphicFrame>
      <p:sp>
        <p:nvSpPr>
          <p:cNvPr id="66" name="타원 65">
            <a:extLst>
              <a:ext uri="{FF2B5EF4-FFF2-40B4-BE49-F238E27FC236}">
                <a16:creationId xmlns:a16="http://schemas.microsoft.com/office/drawing/2014/main" id="{51526A9D-9EB9-4719-A16E-0580D33182A3}"/>
              </a:ext>
            </a:extLst>
          </p:cNvPr>
          <p:cNvSpPr/>
          <p:nvPr/>
        </p:nvSpPr>
        <p:spPr>
          <a:xfrm>
            <a:off x="5389326" y="1626190"/>
            <a:ext cx="882285" cy="346978"/>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67" name="직선 화살표 연결선 66">
            <a:extLst>
              <a:ext uri="{FF2B5EF4-FFF2-40B4-BE49-F238E27FC236}">
                <a16:creationId xmlns:a16="http://schemas.microsoft.com/office/drawing/2014/main" id="{387E4742-D535-41DF-9BC1-0B4266CB30F9}"/>
              </a:ext>
            </a:extLst>
          </p:cNvPr>
          <p:cNvCxnSpPr>
            <a:cxnSpLocks/>
            <a:stCxn id="66" idx="4"/>
            <a:endCxn id="34" idx="0"/>
          </p:cNvCxnSpPr>
          <p:nvPr/>
        </p:nvCxnSpPr>
        <p:spPr>
          <a:xfrm flipH="1">
            <a:off x="4674472" y="1973168"/>
            <a:ext cx="1155997" cy="252228"/>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68" name="직사각형 67">
            <a:extLst>
              <a:ext uri="{FF2B5EF4-FFF2-40B4-BE49-F238E27FC236}">
                <a16:creationId xmlns:a16="http://schemas.microsoft.com/office/drawing/2014/main" id="{3270EF5A-793E-4336-AEA2-D226E5BCE051}"/>
              </a:ext>
            </a:extLst>
          </p:cNvPr>
          <p:cNvSpPr/>
          <p:nvPr/>
        </p:nvSpPr>
        <p:spPr>
          <a:xfrm>
            <a:off x="2780092" y="2193529"/>
            <a:ext cx="3788761" cy="671948"/>
          </a:xfrm>
          <a:prstGeom prst="rect">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3" name="TextBox 62">
            <a:extLst>
              <a:ext uri="{FF2B5EF4-FFF2-40B4-BE49-F238E27FC236}">
                <a16:creationId xmlns:a16="http://schemas.microsoft.com/office/drawing/2014/main" id="{735FCA6C-03DB-47AD-86B7-C512522FE74D}"/>
              </a:ext>
            </a:extLst>
          </p:cNvPr>
          <p:cNvSpPr txBox="1"/>
          <p:nvPr/>
        </p:nvSpPr>
        <p:spPr>
          <a:xfrm>
            <a:off x="5993805" y="1510788"/>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31" name="TextBox 30">
            <a:extLst>
              <a:ext uri="{FF2B5EF4-FFF2-40B4-BE49-F238E27FC236}">
                <a16:creationId xmlns:a16="http://schemas.microsoft.com/office/drawing/2014/main" id="{735FCA6C-03DB-47AD-86B7-C512522FE74D}"/>
              </a:ext>
            </a:extLst>
          </p:cNvPr>
          <p:cNvSpPr txBox="1"/>
          <p:nvPr/>
        </p:nvSpPr>
        <p:spPr>
          <a:xfrm>
            <a:off x="4786603" y="4490977"/>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576730201"/>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2C77986D-DBD3-46CF-924E-B6A9701B2F69}"/>
              </a:ext>
            </a:extLst>
          </p:cNvPr>
          <p:cNvSpPr/>
          <p:nvPr/>
        </p:nvSpPr>
        <p:spPr>
          <a:xfrm>
            <a:off x="2653275" y="1532692"/>
            <a:ext cx="4369825" cy="3792615"/>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33" name="TextBox 32">
            <a:extLst>
              <a:ext uri="{FF2B5EF4-FFF2-40B4-BE49-F238E27FC236}">
                <a16:creationId xmlns:a16="http://schemas.microsoft.com/office/drawing/2014/main" id="{4645A70E-ABED-4425-87F1-0A5C91B00A7F}"/>
              </a:ext>
            </a:extLst>
          </p:cNvPr>
          <p:cNvSpPr txBox="1"/>
          <p:nvPr/>
        </p:nvSpPr>
        <p:spPr>
          <a:xfrm>
            <a:off x="2773844" y="1631725"/>
            <a:ext cx="1188146"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서브관리자 보기</a:t>
            </a:r>
            <a:endParaRPr lang="ko-KR" altLang="en-US" sz="900" dirty="0"/>
          </a:p>
        </p:txBody>
      </p:sp>
      <p:graphicFrame>
        <p:nvGraphicFramePr>
          <p:cNvPr id="34" name="표 17">
            <a:extLst>
              <a:ext uri="{FF2B5EF4-FFF2-40B4-BE49-F238E27FC236}">
                <a16:creationId xmlns:a16="http://schemas.microsoft.com/office/drawing/2014/main" id="{8B4305EF-EE2E-40D5-974F-DB48AA790C6B}"/>
              </a:ext>
            </a:extLst>
          </p:cNvPr>
          <p:cNvGraphicFramePr>
            <a:graphicFrameLocks noGrp="1"/>
          </p:cNvGraphicFramePr>
          <p:nvPr>
            <p:extLst>
              <p:ext uri="{D42A27DB-BD31-4B8C-83A1-F6EECF244321}">
                <p14:modId xmlns:p14="http://schemas.microsoft.com/office/powerpoint/2010/main" val="3166386526"/>
              </p:ext>
            </p:extLst>
          </p:nvPr>
        </p:nvGraphicFramePr>
        <p:xfrm>
          <a:off x="2913442" y="2159553"/>
          <a:ext cx="3788761" cy="640080"/>
        </p:xfrm>
        <a:graphic>
          <a:graphicData uri="http://schemas.openxmlformats.org/drawingml/2006/table">
            <a:tbl>
              <a:tblPr firstRow="1" bandRow="1">
                <a:tableStyleId>{5940675A-B579-460E-94D1-54222C63F5DA}</a:tableStyleId>
              </a:tblPr>
              <a:tblGrid>
                <a:gridCol w="1130759">
                  <a:extLst>
                    <a:ext uri="{9D8B030D-6E8A-4147-A177-3AD203B41FA5}">
                      <a16:colId xmlns:a16="http://schemas.microsoft.com/office/drawing/2014/main" val="827257380"/>
                    </a:ext>
                  </a:extLst>
                </a:gridCol>
                <a:gridCol w="2658002">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회원번호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I8878</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err="1">
                          <a:solidFill>
                            <a:schemeClr val="tx1"/>
                          </a:solidFill>
                        </a:rPr>
                        <a:t>회원아이디</a:t>
                      </a:r>
                      <a:endParaRPr lang="ko-KR" altLang="en-US" sz="800"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hlinkClick r:id="rId2"/>
                        </a:rPr>
                        <a:t>test@test.com</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ko-KR" altLang="en-US" sz="800" dirty="0" err="1">
                          <a:solidFill>
                            <a:schemeClr val="tx1"/>
                          </a:solidFill>
                        </a:rPr>
                        <a:t>회원명</a:t>
                      </a:r>
                      <a:endParaRPr lang="ko-KR" altLang="en-US" sz="800"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홍길동</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bl>
          </a:graphicData>
        </a:graphic>
      </p:graphicFrame>
      <p:sp>
        <p:nvSpPr>
          <p:cNvPr id="35" name="TextBox 34">
            <a:extLst>
              <a:ext uri="{FF2B5EF4-FFF2-40B4-BE49-F238E27FC236}">
                <a16:creationId xmlns:a16="http://schemas.microsoft.com/office/drawing/2014/main" id="{90E9DBB4-6CA4-4AB8-BEE4-551FA91CFB93}"/>
              </a:ext>
            </a:extLst>
          </p:cNvPr>
          <p:cNvSpPr txBox="1"/>
          <p:nvPr/>
        </p:nvSpPr>
        <p:spPr>
          <a:xfrm>
            <a:off x="2806625" y="1937548"/>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회원정보</a:t>
            </a:r>
            <a:endParaRPr lang="ko-KR" altLang="en-US" sz="900" dirty="0"/>
          </a:p>
        </p:txBody>
      </p:sp>
      <p:grpSp>
        <p:nvGrpSpPr>
          <p:cNvPr id="39" name="Image">
            <a:extLst>
              <a:ext uri="{FF2B5EF4-FFF2-40B4-BE49-F238E27FC236}">
                <a16:creationId xmlns:a16="http://schemas.microsoft.com/office/drawing/2014/main" id="{F2C57A95-4D8C-40BF-9AE1-D1C0D7CAE19E}"/>
              </a:ext>
            </a:extLst>
          </p:cNvPr>
          <p:cNvGrpSpPr>
            <a:grpSpLocks/>
          </p:cNvGrpSpPr>
          <p:nvPr/>
        </p:nvGrpSpPr>
        <p:grpSpPr bwMode="auto">
          <a:xfrm>
            <a:off x="6702205" y="1631725"/>
            <a:ext cx="204716" cy="209797"/>
            <a:chOff x="508000" y="1397000"/>
            <a:chExt cx="1008112" cy="1008112"/>
          </a:xfrm>
        </p:grpSpPr>
        <p:sp>
          <p:nvSpPr>
            <p:cNvPr id="40" name="Border">
              <a:extLst>
                <a:ext uri="{FF2B5EF4-FFF2-40B4-BE49-F238E27FC236}">
                  <a16:creationId xmlns:a16="http://schemas.microsoft.com/office/drawing/2014/main" id="{91B288DD-CAF3-4069-BCB7-7649090096AD}"/>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1" name="Line 2">
              <a:extLst>
                <a:ext uri="{FF2B5EF4-FFF2-40B4-BE49-F238E27FC236}">
                  <a16:creationId xmlns:a16="http://schemas.microsoft.com/office/drawing/2014/main" id="{A079C0F6-A08D-48A5-AC15-423189611FD5}"/>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2" name="Line 1">
              <a:extLst>
                <a:ext uri="{FF2B5EF4-FFF2-40B4-BE49-F238E27FC236}">
                  <a16:creationId xmlns:a16="http://schemas.microsoft.com/office/drawing/2014/main" id="{C2F64346-E9A3-418A-A18C-5CA46B1720AD}"/>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43" name="직사각형 42">
            <a:extLst>
              <a:ext uri="{FF2B5EF4-FFF2-40B4-BE49-F238E27FC236}">
                <a16:creationId xmlns:a16="http://schemas.microsoft.com/office/drawing/2014/main" id="{571176F9-C1E9-4104-A306-BFA971DB071B}"/>
              </a:ext>
            </a:extLst>
          </p:cNvPr>
          <p:cNvSpPr/>
          <p:nvPr/>
        </p:nvSpPr>
        <p:spPr>
          <a:xfrm>
            <a:off x="4362014" y="4341409"/>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graphicFrame>
        <p:nvGraphicFramePr>
          <p:cNvPr id="53" name="표 17">
            <a:extLst>
              <a:ext uri="{FF2B5EF4-FFF2-40B4-BE49-F238E27FC236}">
                <a16:creationId xmlns:a16="http://schemas.microsoft.com/office/drawing/2014/main" id="{91196B47-0E4C-4861-BF44-B7A53DB3936D}"/>
              </a:ext>
            </a:extLst>
          </p:cNvPr>
          <p:cNvGraphicFramePr>
            <a:graphicFrameLocks noGrp="1"/>
          </p:cNvGraphicFramePr>
          <p:nvPr>
            <p:extLst>
              <p:ext uri="{D42A27DB-BD31-4B8C-83A1-F6EECF244321}">
                <p14:modId xmlns:p14="http://schemas.microsoft.com/office/powerpoint/2010/main" val="1033923489"/>
              </p:ext>
            </p:extLst>
          </p:nvPr>
        </p:nvGraphicFramePr>
        <p:xfrm>
          <a:off x="2913442" y="3155580"/>
          <a:ext cx="3788761" cy="829882"/>
        </p:xfrm>
        <a:graphic>
          <a:graphicData uri="http://schemas.openxmlformats.org/drawingml/2006/table">
            <a:tbl>
              <a:tblPr firstRow="1" bandRow="1">
                <a:tableStyleId>{5940675A-B579-460E-94D1-54222C63F5DA}</a:tableStyleId>
              </a:tblPr>
              <a:tblGrid>
                <a:gridCol w="1130759">
                  <a:extLst>
                    <a:ext uri="{9D8B030D-6E8A-4147-A177-3AD203B41FA5}">
                      <a16:colId xmlns:a16="http://schemas.microsoft.com/office/drawing/2014/main" val="827257380"/>
                    </a:ext>
                  </a:extLst>
                </a:gridCol>
                <a:gridCol w="2658002">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이용기간</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2024.10.01 01</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시</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 ~ 2024.11.01 23</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시</a:t>
                      </a:r>
                      <a:endParaRPr kumimoji="0" lang="en-US" altLang="ko-KR" sz="800" b="0" i="0" u="none" strike="noStrike" kern="1200" cap="none" spc="0" normalizeH="0" baseline="0" noProof="0" dirty="0">
                        <a:ln>
                          <a:noFill/>
                        </a:ln>
                        <a:solidFill>
                          <a:prstClr val="black"/>
                        </a:solidFill>
                        <a:effectLst/>
                        <a:uLnTx/>
                        <a:uFillTx/>
                        <a:latin typeface="+mn-lt"/>
                        <a:ea typeface="+mn-ea"/>
                        <a:cs typeface="+mn-cs"/>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서브관리 권한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lnSpc>
                          <a:spcPct val="150000"/>
                        </a:lnSpc>
                      </a:pPr>
                      <a:r>
                        <a:rPr lang="en-US" altLang="ko-KR" sz="800" dirty="0"/>
                        <a:t>Shop </a:t>
                      </a:r>
                      <a:r>
                        <a:rPr lang="ko-KR" altLang="en-US" sz="800" dirty="0"/>
                        <a:t>채널</a:t>
                      </a:r>
                      <a:endParaRPr lang="en-US" altLang="ko-KR" sz="800" dirty="0"/>
                    </a:p>
                    <a:p>
                      <a:pPr latinLnBrk="1">
                        <a:lnSpc>
                          <a:spcPct val="150000"/>
                        </a:lnSpc>
                      </a:pPr>
                      <a:r>
                        <a:rPr lang="ko-KR" altLang="en-US" sz="800" dirty="0"/>
                        <a:t>상품관리</a:t>
                      </a:r>
                      <a:endParaRPr lang="en-US" altLang="ko-KR" sz="800" dirty="0"/>
                    </a:p>
                    <a:p>
                      <a:pPr latinLnBrk="1">
                        <a:lnSpc>
                          <a:spcPct val="150000"/>
                        </a:lnSpc>
                      </a:pP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bl>
          </a:graphicData>
        </a:graphic>
      </p:graphicFrame>
      <p:sp>
        <p:nvSpPr>
          <p:cNvPr id="54" name="TextBox 53">
            <a:extLst>
              <a:ext uri="{FF2B5EF4-FFF2-40B4-BE49-F238E27FC236}">
                <a16:creationId xmlns:a16="http://schemas.microsoft.com/office/drawing/2014/main" id="{E89ACE4F-E164-4129-8E15-84B0EFAB5A19}"/>
              </a:ext>
            </a:extLst>
          </p:cNvPr>
          <p:cNvSpPr txBox="1"/>
          <p:nvPr/>
        </p:nvSpPr>
        <p:spPr>
          <a:xfrm>
            <a:off x="2806625" y="2933575"/>
            <a:ext cx="103265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서브관리정보</a:t>
            </a:r>
            <a:endParaRPr lang="ko-KR" altLang="en-US" sz="900" dirty="0"/>
          </a:p>
        </p:txBody>
      </p:sp>
      <p:sp>
        <p:nvSpPr>
          <p:cNvPr id="47" name="타원 46">
            <a:extLst>
              <a:ext uri="{FF2B5EF4-FFF2-40B4-BE49-F238E27FC236}">
                <a16:creationId xmlns:a16="http://schemas.microsoft.com/office/drawing/2014/main" id="{51526A9D-9EB9-4719-A16E-0580D33182A3}"/>
              </a:ext>
            </a:extLst>
          </p:cNvPr>
          <p:cNvSpPr/>
          <p:nvPr/>
        </p:nvSpPr>
        <p:spPr>
          <a:xfrm>
            <a:off x="7867775" y="2066212"/>
            <a:ext cx="628525" cy="384888"/>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9" name="직선 화살표 연결선 48">
            <a:extLst>
              <a:ext uri="{FF2B5EF4-FFF2-40B4-BE49-F238E27FC236}">
                <a16:creationId xmlns:a16="http://schemas.microsoft.com/office/drawing/2014/main" id="{387E4742-D535-41DF-9BC1-0B4266CB30F9}"/>
              </a:ext>
            </a:extLst>
          </p:cNvPr>
          <p:cNvCxnSpPr>
            <a:cxnSpLocks/>
            <a:stCxn id="47" idx="2"/>
          </p:cNvCxnSpPr>
          <p:nvPr/>
        </p:nvCxnSpPr>
        <p:spPr>
          <a:xfrm flipH="1">
            <a:off x="6830185" y="2258656"/>
            <a:ext cx="1037590" cy="27916"/>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16" name="표 15">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3519787071"/>
              </p:ext>
            </p:extLst>
          </p:nvPr>
        </p:nvGraphicFramePr>
        <p:xfrm>
          <a:off x="10171774" y="22159"/>
          <a:ext cx="1979018" cy="157075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RF-02-09-01-2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marL="0" indent="0" algn="l" latinLnBrk="1">
                        <a:buFontTx/>
                        <a:buNone/>
                      </a:pPr>
                      <a:r>
                        <a:rPr lang="ko-KR" altLang="en-US" sz="800" dirty="0" err="1"/>
                        <a:t>서브관리자</a:t>
                      </a:r>
                      <a:r>
                        <a:rPr lang="ko-KR" altLang="en-US" sz="800" dirty="0"/>
                        <a:t> 관리</a:t>
                      </a:r>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t>서브관리자</a:t>
                      </a:r>
                      <a:r>
                        <a:rPr lang="ko-KR" altLang="en-US" sz="800" dirty="0"/>
                        <a:t> 목록 </a:t>
                      </a:r>
                      <a:r>
                        <a:rPr lang="en-US" altLang="ko-KR" sz="800" dirty="0"/>
                        <a:t>&gt; </a:t>
                      </a:r>
                      <a:r>
                        <a:rPr lang="ko-KR" altLang="en-US" sz="800" dirty="0"/>
                        <a:t>보기</a:t>
                      </a:r>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algn="l" latinLnBrk="1"/>
                      <a:r>
                        <a:rPr lang="ko-KR" altLang="en-US" sz="800" dirty="0"/>
                        <a:t>등록한 서브 관리자의 상세 정보를 확인하는 화면</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Tree>
    <p:extLst>
      <p:ext uri="{BB962C8B-B14F-4D97-AF65-F5344CB8AC3E}">
        <p14:creationId xmlns:p14="http://schemas.microsoft.com/office/powerpoint/2010/main" val="3023076890"/>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2C77986D-DBD3-46CF-924E-B6A9701B2F69}"/>
              </a:ext>
            </a:extLst>
          </p:cNvPr>
          <p:cNvSpPr/>
          <p:nvPr/>
        </p:nvSpPr>
        <p:spPr>
          <a:xfrm>
            <a:off x="2519925" y="995285"/>
            <a:ext cx="4369825" cy="4547189"/>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33" name="TextBox 32">
            <a:extLst>
              <a:ext uri="{FF2B5EF4-FFF2-40B4-BE49-F238E27FC236}">
                <a16:creationId xmlns:a16="http://schemas.microsoft.com/office/drawing/2014/main" id="{4645A70E-ABED-4425-87F1-0A5C91B00A7F}"/>
              </a:ext>
            </a:extLst>
          </p:cNvPr>
          <p:cNvSpPr txBox="1"/>
          <p:nvPr/>
        </p:nvSpPr>
        <p:spPr>
          <a:xfrm>
            <a:off x="2640494" y="1094318"/>
            <a:ext cx="1188146"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a:t>
            </a:r>
            <a:r>
              <a:rPr lang="ko-KR" altLang="en-US" sz="900" b="1" dirty="0" err="1">
                <a:latin typeface="맑은 고딕" panose="020B0503020000020004" pitchFamily="50" charset="-127"/>
                <a:ea typeface="맑은 고딕" panose="020B0503020000020004" pitchFamily="50" charset="-127"/>
              </a:rPr>
              <a:t>서브관리자</a:t>
            </a:r>
            <a:r>
              <a:rPr lang="ko-KR" altLang="en-US" sz="900" b="1" dirty="0">
                <a:latin typeface="맑은 고딕" panose="020B0503020000020004" pitchFamily="50" charset="-127"/>
                <a:ea typeface="맑은 고딕" panose="020B0503020000020004" pitchFamily="50" charset="-127"/>
              </a:rPr>
              <a:t> 수정</a:t>
            </a:r>
            <a:endParaRPr lang="ko-KR" altLang="en-US" sz="900" dirty="0"/>
          </a:p>
        </p:txBody>
      </p:sp>
      <p:graphicFrame>
        <p:nvGraphicFramePr>
          <p:cNvPr id="34" name="표 17">
            <a:extLst>
              <a:ext uri="{FF2B5EF4-FFF2-40B4-BE49-F238E27FC236}">
                <a16:creationId xmlns:a16="http://schemas.microsoft.com/office/drawing/2014/main" id="{8B4305EF-EE2E-40D5-974F-DB48AA790C6B}"/>
              </a:ext>
            </a:extLst>
          </p:cNvPr>
          <p:cNvGraphicFramePr>
            <a:graphicFrameLocks noGrp="1"/>
          </p:cNvGraphicFramePr>
          <p:nvPr/>
        </p:nvGraphicFramePr>
        <p:xfrm>
          <a:off x="2780092" y="2225396"/>
          <a:ext cx="3788761" cy="640080"/>
        </p:xfrm>
        <a:graphic>
          <a:graphicData uri="http://schemas.openxmlformats.org/drawingml/2006/table">
            <a:tbl>
              <a:tblPr firstRow="1" bandRow="1">
                <a:tableStyleId>{5940675A-B579-460E-94D1-54222C63F5DA}</a:tableStyleId>
              </a:tblPr>
              <a:tblGrid>
                <a:gridCol w="1130759">
                  <a:extLst>
                    <a:ext uri="{9D8B030D-6E8A-4147-A177-3AD203B41FA5}">
                      <a16:colId xmlns:a16="http://schemas.microsoft.com/office/drawing/2014/main" val="827257380"/>
                    </a:ext>
                  </a:extLst>
                </a:gridCol>
                <a:gridCol w="2658002">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회원번호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I8878</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err="1">
                          <a:solidFill>
                            <a:schemeClr val="tx1"/>
                          </a:solidFill>
                        </a:rPr>
                        <a:t>회원아이디</a:t>
                      </a:r>
                      <a:endParaRPr lang="ko-KR" altLang="en-US" sz="800"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hlinkClick r:id="rId2"/>
                        </a:rPr>
                        <a:t>test@test.com</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ko-KR" altLang="en-US" sz="800" dirty="0" err="1">
                          <a:solidFill>
                            <a:schemeClr val="tx1"/>
                          </a:solidFill>
                        </a:rPr>
                        <a:t>회원명</a:t>
                      </a:r>
                      <a:endParaRPr lang="ko-KR" altLang="en-US" sz="800"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홍길동</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bl>
          </a:graphicData>
        </a:graphic>
      </p:graphicFrame>
      <p:sp>
        <p:nvSpPr>
          <p:cNvPr id="35" name="TextBox 34">
            <a:extLst>
              <a:ext uri="{FF2B5EF4-FFF2-40B4-BE49-F238E27FC236}">
                <a16:creationId xmlns:a16="http://schemas.microsoft.com/office/drawing/2014/main" id="{90E9DBB4-6CA4-4AB8-BEE4-551FA91CFB93}"/>
              </a:ext>
            </a:extLst>
          </p:cNvPr>
          <p:cNvSpPr txBox="1"/>
          <p:nvPr/>
        </p:nvSpPr>
        <p:spPr>
          <a:xfrm>
            <a:off x="2673275" y="2003391"/>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회원정보</a:t>
            </a:r>
            <a:endParaRPr lang="ko-KR" altLang="en-US" sz="900" dirty="0"/>
          </a:p>
        </p:txBody>
      </p:sp>
      <p:sp>
        <p:nvSpPr>
          <p:cNvPr id="38" name="직사각형 37">
            <a:extLst>
              <a:ext uri="{FF2B5EF4-FFF2-40B4-BE49-F238E27FC236}">
                <a16:creationId xmlns:a16="http://schemas.microsoft.com/office/drawing/2014/main" id="{02157E71-AF3D-4DA1-82BA-4F00F94A6459}"/>
              </a:ext>
            </a:extLst>
          </p:cNvPr>
          <p:cNvSpPr/>
          <p:nvPr/>
        </p:nvSpPr>
        <p:spPr>
          <a:xfrm>
            <a:off x="3590746" y="4666332"/>
            <a:ext cx="1358901" cy="213360"/>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서브관리자</a:t>
            </a:r>
            <a:r>
              <a:rPr lang="ko-KR" altLang="en-US" sz="800" dirty="0">
                <a:solidFill>
                  <a:schemeClr val="bg1"/>
                </a:solidFill>
              </a:rPr>
              <a:t> 수정</a:t>
            </a:r>
            <a:endParaRPr lang="en-US" altLang="ko-KR" sz="800" dirty="0">
              <a:solidFill>
                <a:schemeClr val="bg1"/>
              </a:solidFill>
            </a:endParaRPr>
          </a:p>
        </p:txBody>
      </p:sp>
      <p:grpSp>
        <p:nvGrpSpPr>
          <p:cNvPr id="39" name="Image">
            <a:extLst>
              <a:ext uri="{FF2B5EF4-FFF2-40B4-BE49-F238E27FC236}">
                <a16:creationId xmlns:a16="http://schemas.microsoft.com/office/drawing/2014/main" id="{F2C57A95-4D8C-40BF-9AE1-D1C0D7CAE19E}"/>
              </a:ext>
            </a:extLst>
          </p:cNvPr>
          <p:cNvGrpSpPr>
            <a:grpSpLocks/>
          </p:cNvGrpSpPr>
          <p:nvPr/>
        </p:nvGrpSpPr>
        <p:grpSpPr bwMode="auto">
          <a:xfrm>
            <a:off x="6568855" y="1094318"/>
            <a:ext cx="204716" cy="209797"/>
            <a:chOff x="508000" y="1397000"/>
            <a:chExt cx="1008112" cy="1008112"/>
          </a:xfrm>
        </p:grpSpPr>
        <p:sp>
          <p:nvSpPr>
            <p:cNvPr id="40" name="Border">
              <a:extLst>
                <a:ext uri="{FF2B5EF4-FFF2-40B4-BE49-F238E27FC236}">
                  <a16:creationId xmlns:a16="http://schemas.microsoft.com/office/drawing/2014/main" id="{91B288DD-CAF3-4069-BCB7-7649090096AD}"/>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1" name="Line 2">
              <a:extLst>
                <a:ext uri="{FF2B5EF4-FFF2-40B4-BE49-F238E27FC236}">
                  <a16:creationId xmlns:a16="http://schemas.microsoft.com/office/drawing/2014/main" id="{A079C0F6-A08D-48A5-AC15-423189611FD5}"/>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2" name="Line 1">
              <a:extLst>
                <a:ext uri="{FF2B5EF4-FFF2-40B4-BE49-F238E27FC236}">
                  <a16:creationId xmlns:a16="http://schemas.microsoft.com/office/drawing/2014/main" id="{C2F64346-E9A3-418A-A18C-5CA46B1720AD}"/>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43" name="직사각형 42">
            <a:extLst>
              <a:ext uri="{FF2B5EF4-FFF2-40B4-BE49-F238E27FC236}">
                <a16:creationId xmlns:a16="http://schemas.microsoft.com/office/drawing/2014/main" id="{571176F9-C1E9-4104-A306-BFA971DB071B}"/>
              </a:ext>
            </a:extLst>
          </p:cNvPr>
          <p:cNvSpPr/>
          <p:nvPr/>
        </p:nvSpPr>
        <p:spPr>
          <a:xfrm>
            <a:off x="5056456" y="4666332"/>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graphicFrame>
        <p:nvGraphicFramePr>
          <p:cNvPr id="45" name="표 17">
            <a:extLst>
              <a:ext uri="{FF2B5EF4-FFF2-40B4-BE49-F238E27FC236}">
                <a16:creationId xmlns:a16="http://schemas.microsoft.com/office/drawing/2014/main" id="{72AA1234-D9F8-48E8-BF46-309D782D5EA7}"/>
              </a:ext>
            </a:extLst>
          </p:cNvPr>
          <p:cNvGraphicFramePr>
            <a:graphicFrameLocks noGrp="1"/>
          </p:cNvGraphicFramePr>
          <p:nvPr/>
        </p:nvGraphicFramePr>
        <p:xfrm>
          <a:off x="2780093" y="1645544"/>
          <a:ext cx="3788762" cy="268687"/>
        </p:xfrm>
        <a:graphic>
          <a:graphicData uri="http://schemas.openxmlformats.org/drawingml/2006/table">
            <a:tbl>
              <a:tblPr firstRow="1" bandRow="1">
                <a:tableStyleId>{5940675A-B579-460E-94D1-54222C63F5DA}</a:tableStyleId>
              </a:tblPr>
              <a:tblGrid>
                <a:gridCol w="1130759">
                  <a:extLst>
                    <a:ext uri="{9D8B030D-6E8A-4147-A177-3AD203B41FA5}">
                      <a16:colId xmlns:a16="http://schemas.microsoft.com/office/drawing/2014/main" val="827257380"/>
                    </a:ext>
                  </a:extLst>
                </a:gridCol>
                <a:gridCol w="2658003">
                  <a:extLst>
                    <a:ext uri="{9D8B030D-6E8A-4147-A177-3AD203B41FA5}">
                      <a16:colId xmlns:a16="http://schemas.microsoft.com/office/drawing/2014/main" val="1855344563"/>
                    </a:ext>
                  </a:extLst>
                </a:gridCol>
              </a:tblGrid>
              <a:tr h="268687">
                <a:tc>
                  <a:txBody>
                    <a:bodyPr/>
                    <a:lstStyle/>
                    <a:p>
                      <a:pPr latinLnBrk="1"/>
                      <a:endParaRPr lang="ko-KR" altLang="en-US" sz="800"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bl>
          </a:graphicData>
        </a:graphic>
      </p:graphicFrame>
      <p:sp>
        <p:nvSpPr>
          <p:cNvPr id="46" name="TextBox 45">
            <a:extLst>
              <a:ext uri="{FF2B5EF4-FFF2-40B4-BE49-F238E27FC236}">
                <a16:creationId xmlns:a16="http://schemas.microsoft.com/office/drawing/2014/main" id="{821C432E-0219-437D-BF4C-32A85B1658F0}"/>
              </a:ext>
            </a:extLst>
          </p:cNvPr>
          <p:cNvSpPr txBox="1"/>
          <p:nvPr/>
        </p:nvSpPr>
        <p:spPr>
          <a:xfrm>
            <a:off x="2673275" y="1423540"/>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err="1">
                <a:latin typeface="맑은 고딕" panose="020B0503020000020004" pitchFamily="50" charset="-127"/>
                <a:ea typeface="맑은 고딕" panose="020B0503020000020004" pitchFamily="50" charset="-127"/>
              </a:rPr>
              <a:t>회원찾기</a:t>
            </a:r>
            <a:endParaRPr lang="ko-KR" altLang="en-US" sz="900" dirty="0"/>
          </a:p>
        </p:txBody>
      </p:sp>
      <p:sp>
        <p:nvSpPr>
          <p:cNvPr id="50" name="직사각형 49">
            <a:extLst>
              <a:ext uri="{FF2B5EF4-FFF2-40B4-BE49-F238E27FC236}">
                <a16:creationId xmlns:a16="http://schemas.microsoft.com/office/drawing/2014/main" id="{9A1A4785-D7CA-43AE-86DF-BC03117F6372}"/>
              </a:ext>
            </a:extLst>
          </p:cNvPr>
          <p:cNvSpPr/>
          <p:nvPr/>
        </p:nvSpPr>
        <p:spPr>
          <a:xfrm>
            <a:off x="2868338" y="1689248"/>
            <a:ext cx="960302"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회원번호       ▼</a:t>
            </a:r>
            <a:endParaRPr lang="en-US" altLang="ko-KR" sz="800" dirty="0">
              <a:solidFill>
                <a:schemeClr val="tx1">
                  <a:lumMod val="50000"/>
                  <a:lumOff val="50000"/>
                </a:schemeClr>
              </a:solidFill>
            </a:endParaRPr>
          </a:p>
        </p:txBody>
      </p:sp>
      <p:sp>
        <p:nvSpPr>
          <p:cNvPr id="51" name="직사각형 50">
            <a:extLst>
              <a:ext uri="{FF2B5EF4-FFF2-40B4-BE49-F238E27FC236}">
                <a16:creationId xmlns:a16="http://schemas.microsoft.com/office/drawing/2014/main" id="{68405748-47AD-46F8-B2A4-FC18ED3CF6C9}"/>
              </a:ext>
            </a:extLst>
          </p:cNvPr>
          <p:cNvSpPr/>
          <p:nvPr/>
        </p:nvSpPr>
        <p:spPr>
          <a:xfrm>
            <a:off x="4000834" y="1687342"/>
            <a:ext cx="1422066" cy="17837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i8878</a:t>
            </a:r>
          </a:p>
        </p:txBody>
      </p:sp>
      <p:sp>
        <p:nvSpPr>
          <p:cNvPr id="52" name="직사각형 51">
            <a:extLst>
              <a:ext uri="{FF2B5EF4-FFF2-40B4-BE49-F238E27FC236}">
                <a16:creationId xmlns:a16="http://schemas.microsoft.com/office/drawing/2014/main" id="{ADE6FFC5-BFAE-4106-AF2B-09AC1B44CEAA}"/>
              </a:ext>
            </a:extLst>
          </p:cNvPr>
          <p:cNvSpPr/>
          <p:nvPr/>
        </p:nvSpPr>
        <p:spPr>
          <a:xfrm>
            <a:off x="5455689" y="1687342"/>
            <a:ext cx="735562" cy="178373"/>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회원찾기</a:t>
            </a:r>
            <a:endParaRPr lang="en-US" altLang="ko-KR" sz="800" dirty="0">
              <a:solidFill>
                <a:schemeClr val="bg1"/>
              </a:solidFill>
            </a:endParaRPr>
          </a:p>
        </p:txBody>
      </p:sp>
      <p:graphicFrame>
        <p:nvGraphicFramePr>
          <p:cNvPr id="53" name="표 17">
            <a:extLst>
              <a:ext uri="{FF2B5EF4-FFF2-40B4-BE49-F238E27FC236}">
                <a16:creationId xmlns:a16="http://schemas.microsoft.com/office/drawing/2014/main" id="{91196B47-0E4C-4861-BF44-B7A53DB3936D}"/>
              </a:ext>
            </a:extLst>
          </p:cNvPr>
          <p:cNvGraphicFramePr>
            <a:graphicFrameLocks noGrp="1"/>
          </p:cNvGraphicFramePr>
          <p:nvPr/>
        </p:nvGraphicFramePr>
        <p:xfrm>
          <a:off x="2780092" y="3221423"/>
          <a:ext cx="3788761" cy="1195642"/>
        </p:xfrm>
        <a:graphic>
          <a:graphicData uri="http://schemas.openxmlformats.org/drawingml/2006/table">
            <a:tbl>
              <a:tblPr firstRow="1" bandRow="1">
                <a:tableStyleId>{5940675A-B579-460E-94D1-54222C63F5DA}</a:tableStyleId>
              </a:tblPr>
              <a:tblGrid>
                <a:gridCol w="1130759">
                  <a:extLst>
                    <a:ext uri="{9D8B030D-6E8A-4147-A177-3AD203B41FA5}">
                      <a16:colId xmlns:a16="http://schemas.microsoft.com/office/drawing/2014/main" val="827257380"/>
                    </a:ext>
                  </a:extLst>
                </a:gridCol>
                <a:gridCol w="2658002">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이용기간</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                            ~</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권한 선택</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lnSpc>
                          <a:spcPct val="150000"/>
                        </a:lnSpc>
                      </a:pPr>
                      <a:r>
                        <a:rPr lang="ko-KR" altLang="en-US" sz="800" dirty="0"/>
                        <a:t>□ </a:t>
                      </a:r>
                      <a:r>
                        <a:rPr lang="en-US" altLang="ko-KR" sz="800" dirty="0"/>
                        <a:t>Shop </a:t>
                      </a:r>
                      <a:r>
                        <a:rPr lang="ko-KR" altLang="en-US" sz="800" dirty="0"/>
                        <a:t>채널</a:t>
                      </a:r>
                      <a:endParaRPr lang="en-US" altLang="ko-KR" sz="800" dirty="0"/>
                    </a:p>
                    <a:p>
                      <a:pPr latinLnBrk="1">
                        <a:lnSpc>
                          <a:spcPct val="150000"/>
                        </a:lnSpc>
                      </a:pPr>
                      <a:r>
                        <a:rPr lang="ko-KR" altLang="en-US" sz="800" dirty="0"/>
                        <a:t>□ 상품관리</a:t>
                      </a:r>
                      <a:endParaRPr lang="en-US" altLang="ko-KR" sz="800" dirty="0"/>
                    </a:p>
                    <a:p>
                      <a:pPr latinLnBrk="1">
                        <a:lnSpc>
                          <a:spcPct val="150000"/>
                        </a:lnSpc>
                      </a:pPr>
                      <a:r>
                        <a:rPr lang="ko-KR" altLang="en-US" sz="800" dirty="0"/>
                        <a:t>□ 공동상품관리</a:t>
                      </a:r>
                      <a:endParaRPr lang="en-US" altLang="ko-KR" sz="800" dirty="0"/>
                    </a:p>
                    <a:p>
                      <a:pPr latinLnBrk="1">
                        <a:lnSpc>
                          <a:spcPct val="150000"/>
                        </a:lnSpc>
                      </a:pPr>
                      <a:r>
                        <a:rPr lang="ko-KR" altLang="en-US" sz="800" dirty="0"/>
                        <a:t>□ 주문관리</a:t>
                      </a:r>
                      <a:endParaRPr lang="en-US" altLang="ko-KR" sz="800" dirty="0"/>
                    </a:p>
                    <a:p>
                      <a:pPr latinLnBrk="1">
                        <a:lnSpc>
                          <a:spcPct val="150000"/>
                        </a:lnSpc>
                      </a:pP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bl>
          </a:graphicData>
        </a:graphic>
      </p:graphicFrame>
      <p:sp>
        <p:nvSpPr>
          <p:cNvPr id="54" name="TextBox 53">
            <a:extLst>
              <a:ext uri="{FF2B5EF4-FFF2-40B4-BE49-F238E27FC236}">
                <a16:creationId xmlns:a16="http://schemas.microsoft.com/office/drawing/2014/main" id="{E89ACE4F-E164-4129-8E15-84B0EFAB5A19}"/>
              </a:ext>
            </a:extLst>
          </p:cNvPr>
          <p:cNvSpPr txBox="1"/>
          <p:nvPr/>
        </p:nvSpPr>
        <p:spPr>
          <a:xfrm>
            <a:off x="2673275" y="2999418"/>
            <a:ext cx="103265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서브관리정보</a:t>
            </a:r>
            <a:endParaRPr lang="ko-KR" altLang="en-US" sz="900" dirty="0"/>
          </a:p>
        </p:txBody>
      </p:sp>
      <p:sp>
        <p:nvSpPr>
          <p:cNvPr id="55" name="직사각형 54">
            <a:extLst>
              <a:ext uri="{FF2B5EF4-FFF2-40B4-BE49-F238E27FC236}">
                <a16:creationId xmlns:a16="http://schemas.microsoft.com/office/drawing/2014/main" id="{4FBAB69A-39D4-4E4C-B342-9B7F9E3EA4E8}"/>
              </a:ext>
            </a:extLst>
          </p:cNvPr>
          <p:cNvSpPr/>
          <p:nvPr/>
        </p:nvSpPr>
        <p:spPr>
          <a:xfrm>
            <a:off x="3986638" y="3268205"/>
            <a:ext cx="792089"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56" name="그림 55">
            <a:extLst>
              <a:ext uri="{FF2B5EF4-FFF2-40B4-BE49-F238E27FC236}">
                <a16:creationId xmlns:a16="http://schemas.microsoft.com/office/drawing/2014/main" id="{045750EC-BF59-4251-B001-4B0E92831ADF}"/>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4839180" y="3261246"/>
            <a:ext cx="146839" cy="146839"/>
          </a:xfrm>
          <a:prstGeom prst="rect">
            <a:avLst/>
          </a:prstGeom>
        </p:spPr>
      </p:pic>
      <p:sp>
        <p:nvSpPr>
          <p:cNvPr id="58" name="직사각형 57">
            <a:extLst>
              <a:ext uri="{FF2B5EF4-FFF2-40B4-BE49-F238E27FC236}">
                <a16:creationId xmlns:a16="http://schemas.microsoft.com/office/drawing/2014/main" id="{7BD99C0A-AE5C-45EC-B44C-E4A559458720}"/>
              </a:ext>
            </a:extLst>
          </p:cNvPr>
          <p:cNvSpPr/>
          <p:nvPr/>
        </p:nvSpPr>
        <p:spPr>
          <a:xfrm>
            <a:off x="5155982" y="3268205"/>
            <a:ext cx="792089"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59" name="그림 58">
            <a:extLst>
              <a:ext uri="{FF2B5EF4-FFF2-40B4-BE49-F238E27FC236}">
                <a16:creationId xmlns:a16="http://schemas.microsoft.com/office/drawing/2014/main" id="{DC736F43-1CCE-48F8-9081-6CF62A4585BB}"/>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6008524" y="3261246"/>
            <a:ext cx="146839" cy="146839"/>
          </a:xfrm>
          <a:prstGeom prst="rect">
            <a:avLst/>
          </a:prstGeom>
        </p:spPr>
      </p:pic>
      <p:sp>
        <p:nvSpPr>
          <p:cNvPr id="47" name="타원 46">
            <a:extLst>
              <a:ext uri="{FF2B5EF4-FFF2-40B4-BE49-F238E27FC236}">
                <a16:creationId xmlns:a16="http://schemas.microsoft.com/office/drawing/2014/main" id="{51526A9D-9EB9-4719-A16E-0580D33182A3}"/>
              </a:ext>
            </a:extLst>
          </p:cNvPr>
          <p:cNvSpPr/>
          <p:nvPr/>
        </p:nvSpPr>
        <p:spPr>
          <a:xfrm>
            <a:off x="8305341" y="2097248"/>
            <a:ext cx="640574" cy="343948"/>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8" name="TextBox 47">
            <a:extLst>
              <a:ext uri="{FF2B5EF4-FFF2-40B4-BE49-F238E27FC236}">
                <a16:creationId xmlns:a16="http://schemas.microsoft.com/office/drawing/2014/main" id="{9384E767-7C30-457B-9B51-6F2AF6AEB625}"/>
              </a:ext>
            </a:extLst>
          </p:cNvPr>
          <p:cNvSpPr txBox="1"/>
          <p:nvPr/>
        </p:nvSpPr>
        <p:spPr>
          <a:xfrm>
            <a:off x="4790644" y="4514710"/>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cxnSp>
        <p:nvCxnSpPr>
          <p:cNvPr id="49" name="직선 화살표 연결선 48">
            <a:extLst>
              <a:ext uri="{FF2B5EF4-FFF2-40B4-BE49-F238E27FC236}">
                <a16:creationId xmlns:a16="http://schemas.microsoft.com/office/drawing/2014/main" id="{387E4742-D535-41DF-9BC1-0B4266CB30F9}"/>
              </a:ext>
            </a:extLst>
          </p:cNvPr>
          <p:cNvCxnSpPr>
            <a:cxnSpLocks/>
            <a:stCxn id="47" idx="2"/>
          </p:cNvCxnSpPr>
          <p:nvPr/>
        </p:nvCxnSpPr>
        <p:spPr>
          <a:xfrm flipH="1">
            <a:off x="6757122" y="2269222"/>
            <a:ext cx="1548219" cy="22406"/>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27" name="표 26">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195211032"/>
              </p:ext>
            </p:extLst>
          </p:nvPr>
        </p:nvGraphicFramePr>
        <p:xfrm>
          <a:off x="10171774" y="22159"/>
          <a:ext cx="1979018" cy="35519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RF-02-09-01-3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서브관리자</a:t>
                      </a:r>
                      <a:r>
                        <a:rPr lang="ko-KR" altLang="en-US" sz="800" dirty="0"/>
                        <a:t>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t>서브관리자</a:t>
                      </a:r>
                      <a:r>
                        <a:rPr lang="ko-KR" altLang="en-US" sz="800" dirty="0"/>
                        <a:t> 목록 </a:t>
                      </a:r>
                      <a:r>
                        <a:rPr lang="en-US" altLang="ko-KR" sz="800" dirty="0"/>
                        <a:t>&gt;</a:t>
                      </a:r>
                      <a:r>
                        <a:rPr lang="ko-KR" altLang="en-US" sz="800" dirty="0"/>
                        <a:t>수정</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등록한 서브 관리자의 정보를 수정하는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6866430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회원 찾기 버튼을 클릭 시 입력한 정보와 일치 하는 회원이 있을 경우 회원 정보 영역을 표시한다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일치하는 회원이 없을 경우 안내</a:t>
                      </a:r>
                      <a:r>
                        <a:rPr lang="ko-KR" altLang="en-US" sz="800" b="0" baseline="0" dirty="0">
                          <a:solidFill>
                            <a:schemeClr val="tx1"/>
                          </a:solidFill>
                        </a:rPr>
                        <a:t> 메시지를 보여준다</a:t>
                      </a:r>
                      <a:r>
                        <a:rPr lang="en-US" altLang="ko-KR" sz="800" b="0" baseline="0" dirty="0">
                          <a:solidFill>
                            <a:schemeClr val="tx1"/>
                          </a:solidFill>
                        </a:rPr>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기존에 등록한 회원의 정보가 보여진다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426012192"/>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입력한 서브 관리자 정보로</a:t>
                      </a:r>
                      <a:r>
                        <a:rPr lang="ko-KR" altLang="en-US" sz="800" b="0" baseline="0" dirty="0">
                          <a:solidFill>
                            <a:schemeClr val="tx1"/>
                          </a:solidFill>
                        </a:rPr>
                        <a:t> 수정한다</a:t>
                      </a:r>
                      <a:r>
                        <a:rPr lang="en-US" altLang="ko-KR" sz="800" b="0" baseline="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baseline="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만약 회원 찾기를 통해 회원을 등록하지 않은 경우에는 수정되지 않는다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009139187"/>
                  </a:ext>
                </a:extLst>
              </a:tr>
            </a:tbl>
          </a:graphicData>
        </a:graphic>
      </p:graphicFrame>
      <p:sp>
        <p:nvSpPr>
          <p:cNvPr id="32" name="타원 31">
            <a:extLst>
              <a:ext uri="{FF2B5EF4-FFF2-40B4-BE49-F238E27FC236}">
                <a16:creationId xmlns:a16="http://schemas.microsoft.com/office/drawing/2014/main" id="{51526A9D-9EB9-4719-A16E-0580D33182A3}"/>
              </a:ext>
            </a:extLst>
          </p:cNvPr>
          <p:cNvSpPr/>
          <p:nvPr/>
        </p:nvSpPr>
        <p:spPr>
          <a:xfrm>
            <a:off x="5389326" y="1626190"/>
            <a:ext cx="882285" cy="346978"/>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6" name="직선 화살표 연결선 35">
            <a:extLst>
              <a:ext uri="{FF2B5EF4-FFF2-40B4-BE49-F238E27FC236}">
                <a16:creationId xmlns:a16="http://schemas.microsoft.com/office/drawing/2014/main" id="{387E4742-D535-41DF-9BC1-0B4266CB30F9}"/>
              </a:ext>
            </a:extLst>
          </p:cNvPr>
          <p:cNvCxnSpPr>
            <a:cxnSpLocks/>
            <a:stCxn id="32" idx="4"/>
          </p:cNvCxnSpPr>
          <p:nvPr/>
        </p:nvCxnSpPr>
        <p:spPr>
          <a:xfrm flipH="1">
            <a:off x="4674472" y="1973168"/>
            <a:ext cx="1155997" cy="252228"/>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3270EF5A-793E-4336-AEA2-D226E5BCE051}"/>
              </a:ext>
            </a:extLst>
          </p:cNvPr>
          <p:cNvSpPr/>
          <p:nvPr/>
        </p:nvSpPr>
        <p:spPr>
          <a:xfrm>
            <a:off x="2780092" y="2193529"/>
            <a:ext cx="3788761" cy="671948"/>
          </a:xfrm>
          <a:prstGeom prst="rect">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4" name="TextBox 43">
            <a:extLst>
              <a:ext uri="{FF2B5EF4-FFF2-40B4-BE49-F238E27FC236}">
                <a16:creationId xmlns:a16="http://schemas.microsoft.com/office/drawing/2014/main" id="{735FCA6C-03DB-47AD-86B7-C512522FE74D}"/>
              </a:ext>
            </a:extLst>
          </p:cNvPr>
          <p:cNvSpPr txBox="1"/>
          <p:nvPr/>
        </p:nvSpPr>
        <p:spPr>
          <a:xfrm>
            <a:off x="5993805" y="1510788"/>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57" name="TextBox 56">
            <a:extLst>
              <a:ext uri="{FF2B5EF4-FFF2-40B4-BE49-F238E27FC236}">
                <a16:creationId xmlns:a16="http://schemas.microsoft.com/office/drawing/2014/main" id="{735FCA6C-03DB-47AD-86B7-C512522FE74D}"/>
              </a:ext>
            </a:extLst>
          </p:cNvPr>
          <p:cNvSpPr txBox="1"/>
          <p:nvPr/>
        </p:nvSpPr>
        <p:spPr>
          <a:xfrm>
            <a:off x="6419221" y="2078113"/>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4151758621"/>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6">
            <a:extLst>
              <a:ext uri="{FF2B5EF4-FFF2-40B4-BE49-F238E27FC236}">
                <a16:creationId xmlns:a16="http://schemas.microsoft.com/office/drawing/2014/main" id="{9EF673C0-DAF1-4B0D-8EC6-6E999401E531}"/>
              </a:ext>
            </a:extLst>
          </p:cNvPr>
          <p:cNvGraphicFramePr>
            <a:graphicFrameLocks noGrp="1"/>
          </p:cNvGraphicFramePr>
          <p:nvPr>
            <p:extLst>
              <p:ext uri="{D42A27DB-BD31-4B8C-83A1-F6EECF244321}">
                <p14:modId xmlns:p14="http://schemas.microsoft.com/office/powerpoint/2010/main" val="2185536051"/>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b="0" dirty="0">
                          <a:solidFill>
                            <a:schemeClr val="tx1"/>
                          </a:solidFill>
                        </a:rPr>
                        <a:t>●</a:t>
                      </a:r>
                      <a:r>
                        <a:rPr lang="ko-KR" altLang="en-US" sz="1800" dirty="0">
                          <a:solidFill>
                            <a:schemeClr val="bg1">
                              <a:lumMod val="75000"/>
                            </a:schemeClr>
                          </a:solidFill>
                        </a:rPr>
                        <a:t>  </a:t>
                      </a:r>
                      <a:r>
                        <a:rPr lang="ko-KR" altLang="en-US" sz="1800" b="1" dirty="0">
                          <a:solidFill>
                            <a:schemeClr val="tx1"/>
                          </a:solidFill>
                        </a:rPr>
                        <a:t>발주담당 관리</a:t>
                      </a:r>
                    </a:p>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b="1" dirty="0">
                        <a:solidFill>
                          <a:schemeClr val="tx1"/>
                        </a:solidFill>
                      </a:endParaRPr>
                    </a:p>
                  </a:txBody>
                  <a:tcPr/>
                </a:tc>
                <a:extLst>
                  <a:ext uri="{0D108BD9-81ED-4DB2-BD59-A6C34878D82A}">
                    <a16:rowId xmlns:a16="http://schemas.microsoft.com/office/drawing/2014/main" val="4008812756"/>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3224408636"/>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2602173929"/>
              </p:ext>
            </p:extLst>
          </p:nvPr>
        </p:nvGraphicFramePr>
        <p:xfrm>
          <a:off x="10171774" y="22159"/>
          <a:ext cx="1979018" cy="144883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RF-02-10-01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marL="0" indent="0" algn="l" latinLnBrk="1">
                        <a:buFontTx/>
                        <a:buNone/>
                      </a:pPr>
                      <a:r>
                        <a:rPr lang="ko-KR" altLang="en-US" sz="800" dirty="0" err="1"/>
                        <a:t>발주담당</a:t>
                      </a:r>
                      <a:r>
                        <a:rPr lang="ko-KR" altLang="en-US" sz="800" dirty="0"/>
                        <a:t> 관리</a:t>
                      </a:r>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t>발주담당</a:t>
                      </a:r>
                      <a:r>
                        <a:rPr lang="ko-KR" altLang="en-US" sz="800" dirty="0"/>
                        <a:t> 목록</a:t>
                      </a:r>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등록한 발주 담당 목록을 확인하는 화면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Tree>
    <p:extLst>
      <p:ext uri="{BB962C8B-B14F-4D97-AF65-F5344CB8AC3E}">
        <p14:creationId xmlns:p14="http://schemas.microsoft.com/office/powerpoint/2010/main" val="1326681287"/>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19B04831-EE00-470E-9CDE-C766B78D49C1}"/>
              </a:ext>
            </a:extLst>
          </p:cNvPr>
          <p:cNvSpPr/>
          <p:nvPr/>
        </p:nvSpPr>
        <p:spPr>
          <a:xfrm>
            <a:off x="1176035" y="1880675"/>
            <a:ext cx="7446327" cy="3763171"/>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3" name="TextBox 2">
            <a:extLst>
              <a:ext uri="{FF2B5EF4-FFF2-40B4-BE49-F238E27FC236}">
                <a16:creationId xmlns:a16="http://schemas.microsoft.com/office/drawing/2014/main" id="{777F41B7-6868-49A8-8372-691B90799466}"/>
              </a:ext>
            </a:extLst>
          </p:cNvPr>
          <p:cNvSpPr txBox="1"/>
          <p:nvPr/>
        </p:nvSpPr>
        <p:spPr>
          <a:xfrm>
            <a:off x="1277358" y="2008713"/>
            <a:ext cx="1188146"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발주담당자 등록</a:t>
            </a:r>
            <a:endParaRPr lang="ko-KR" altLang="en-US" sz="900" dirty="0"/>
          </a:p>
        </p:txBody>
      </p:sp>
      <p:graphicFrame>
        <p:nvGraphicFramePr>
          <p:cNvPr id="4" name="표 3">
            <a:extLst>
              <a:ext uri="{FF2B5EF4-FFF2-40B4-BE49-F238E27FC236}">
                <a16:creationId xmlns:a16="http://schemas.microsoft.com/office/drawing/2014/main" id="{1983D233-90C4-46F3-9330-93F8E40F3379}"/>
              </a:ext>
            </a:extLst>
          </p:cNvPr>
          <p:cNvGraphicFramePr>
            <a:graphicFrameLocks noGrp="1"/>
          </p:cNvGraphicFramePr>
          <p:nvPr>
            <p:extLst>
              <p:ext uri="{D42A27DB-BD31-4B8C-83A1-F6EECF244321}">
                <p14:modId xmlns:p14="http://schemas.microsoft.com/office/powerpoint/2010/main" val="363813398"/>
              </p:ext>
            </p:extLst>
          </p:nvPr>
        </p:nvGraphicFramePr>
        <p:xfrm>
          <a:off x="1347258" y="2292520"/>
          <a:ext cx="6986669" cy="2880360"/>
        </p:xfrm>
        <a:graphic>
          <a:graphicData uri="http://schemas.openxmlformats.org/drawingml/2006/table">
            <a:tbl>
              <a:tblPr firstRow="1" bandRow="1">
                <a:tableStyleId>{5C22544A-7EE6-4342-B048-85BDC9FD1C3A}</a:tableStyleId>
              </a:tblPr>
              <a:tblGrid>
                <a:gridCol w="1070685">
                  <a:extLst>
                    <a:ext uri="{9D8B030D-6E8A-4147-A177-3AD203B41FA5}">
                      <a16:colId xmlns:a16="http://schemas.microsoft.com/office/drawing/2014/main" val="20000"/>
                    </a:ext>
                  </a:extLst>
                </a:gridCol>
                <a:gridCol w="5915984">
                  <a:extLst>
                    <a:ext uri="{9D8B030D-6E8A-4147-A177-3AD203B41FA5}">
                      <a16:colId xmlns:a16="http://schemas.microsoft.com/office/drawing/2014/main" val="20001"/>
                    </a:ext>
                  </a:extLst>
                </a:gridCol>
              </a:tblGrid>
              <a:tr h="0">
                <a:tc>
                  <a:txBody>
                    <a:bodyPr/>
                    <a:lstStyle/>
                    <a:p>
                      <a:pPr latinLnBrk="1"/>
                      <a:r>
                        <a:rPr lang="ko-KR" altLang="en-US" sz="900" b="0" dirty="0">
                          <a:solidFill>
                            <a:schemeClr val="tx1"/>
                          </a:solidFill>
                        </a:rPr>
                        <a:t>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사용     ○ 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543731296"/>
                  </a:ext>
                </a:extLst>
              </a:tr>
              <a:tr h="0">
                <a:tc>
                  <a:txBody>
                    <a:bodyPr/>
                    <a:lstStyle/>
                    <a:p>
                      <a:pPr latinLnBrk="1"/>
                      <a:r>
                        <a:rPr lang="ko-KR" altLang="en-US" sz="900" b="0" dirty="0">
                          <a:solidFill>
                            <a:schemeClr val="tx1"/>
                          </a:solidFill>
                        </a:rPr>
                        <a:t>이메일</a:t>
                      </a:r>
                      <a:r>
                        <a:rPr lang="ko-KR" altLang="en-US" sz="900" b="1" dirty="0">
                          <a:solidFill>
                            <a:srgbClr val="FF0000"/>
                          </a:solidFill>
                        </a:rPr>
                        <a:t> </a:t>
                      </a:r>
                      <a:r>
                        <a:rPr lang="en-US" altLang="ko-KR" sz="900" b="1" dirty="0">
                          <a:solidFill>
                            <a:srgbClr val="FF0000"/>
                          </a:solidFill>
                        </a:rPr>
                        <a:t>*</a:t>
                      </a:r>
                      <a:endParaRPr lang="ko-KR" altLang="en-US" sz="900" b="1" dirty="0">
                        <a:solidFill>
                          <a:srgbClr val="FF0000"/>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900" b="0" dirty="0">
                          <a:solidFill>
                            <a:schemeClr val="tx1"/>
                          </a:solidFill>
                        </a:rPr>
                        <a:t>발주담당자</a:t>
                      </a:r>
                      <a:r>
                        <a:rPr lang="ko-KR" altLang="en-US" sz="900" b="1" dirty="0">
                          <a:solidFill>
                            <a:srgbClr val="FF0000"/>
                          </a:solidFill>
                        </a:rPr>
                        <a:t> </a:t>
                      </a:r>
                      <a:r>
                        <a:rPr lang="en-US" altLang="ko-KR" sz="900" b="1" dirty="0">
                          <a:solidFill>
                            <a:srgbClr val="FF0000"/>
                          </a:solidFill>
                        </a:rPr>
                        <a:t>*</a:t>
                      </a:r>
                      <a:endParaRPr lang="ko-KR" altLang="en-US" sz="900" b="1" dirty="0">
                        <a:solidFill>
                          <a:srgbClr val="FF0000"/>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3440615"/>
                  </a:ext>
                </a:extLst>
              </a:tr>
              <a:tr h="0">
                <a:tc>
                  <a:txBody>
                    <a:bodyPr/>
                    <a:lstStyle/>
                    <a:p>
                      <a:pPr latinLnBrk="1"/>
                      <a:r>
                        <a:rPr lang="ko-KR" altLang="en-US" sz="900" b="0" dirty="0">
                          <a:solidFill>
                            <a:schemeClr val="tx1"/>
                          </a:solidFill>
                        </a:rPr>
                        <a:t>접속기간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17744534"/>
                  </a:ext>
                </a:extLst>
              </a:tr>
              <a:tr h="0">
                <a:tc>
                  <a:txBody>
                    <a:bodyPr/>
                    <a:lstStyle/>
                    <a:p>
                      <a:pPr latinLnBrk="1"/>
                      <a:r>
                        <a:rPr lang="ko-KR" altLang="en-US" sz="900" b="0" dirty="0" err="1">
                          <a:solidFill>
                            <a:schemeClr val="tx1"/>
                          </a:solidFill>
                        </a:rPr>
                        <a:t>출고지</a:t>
                      </a:r>
                      <a:r>
                        <a:rPr lang="ko-KR" altLang="en-US" sz="900" b="0" dirty="0">
                          <a:solidFill>
                            <a:schemeClr val="tx1"/>
                          </a:solidFill>
                        </a:rPr>
                        <a:t> 주소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342740297"/>
                  </a:ext>
                </a:extLst>
              </a:tr>
              <a:tr h="0">
                <a:tc>
                  <a:txBody>
                    <a:bodyPr/>
                    <a:lstStyle/>
                    <a:p>
                      <a:pPr latinLnBrk="1"/>
                      <a:r>
                        <a:rPr lang="ko-KR" altLang="en-US" sz="900" b="0" dirty="0">
                          <a:solidFill>
                            <a:schemeClr val="tx1"/>
                          </a:solidFill>
                        </a:rPr>
                        <a:t>메모</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907607494"/>
                  </a:ext>
                </a:extLst>
              </a:tr>
            </a:tbl>
          </a:graphicData>
        </a:graphic>
      </p:graphicFrame>
      <p:sp>
        <p:nvSpPr>
          <p:cNvPr id="5" name="직사각형 4">
            <a:extLst>
              <a:ext uri="{FF2B5EF4-FFF2-40B4-BE49-F238E27FC236}">
                <a16:creationId xmlns:a16="http://schemas.microsoft.com/office/drawing/2014/main" id="{3DA4BC72-B052-42CB-89E1-D9D1132B8E92}"/>
              </a:ext>
            </a:extLst>
          </p:cNvPr>
          <p:cNvSpPr/>
          <p:nvPr/>
        </p:nvSpPr>
        <p:spPr>
          <a:xfrm>
            <a:off x="2506219" y="2774992"/>
            <a:ext cx="5379713"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6" name="직사각형 5">
            <a:extLst>
              <a:ext uri="{FF2B5EF4-FFF2-40B4-BE49-F238E27FC236}">
                <a16:creationId xmlns:a16="http://schemas.microsoft.com/office/drawing/2014/main" id="{A079071A-7532-4A73-A33E-1AEDC0D0E09F}"/>
              </a:ext>
            </a:extLst>
          </p:cNvPr>
          <p:cNvSpPr/>
          <p:nvPr/>
        </p:nvSpPr>
        <p:spPr>
          <a:xfrm>
            <a:off x="5273967" y="2552651"/>
            <a:ext cx="1758935"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직접입력                           ▼</a:t>
            </a:r>
            <a:endParaRPr lang="en-US" altLang="ko-KR" sz="800" dirty="0">
              <a:solidFill>
                <a:schemeClr val="tx1">
                  <a:lumMod val="50000"/>
                  <a:lumOff val="50000"/>
                </a:schemeClr>
              </a:solidFill>
            </a:endParaRPr>
          </a:p>
        </p:txBody>
      </p:sp>
      <p:sp>
        <p:nvSpPr>
          <p:cNvPr id="7" name="직사각형 6">
            <a:extLst>
              <a:ext uri="{FF2B5EF4-FFF2-40B4-BE49-F238E27FC236}">
                <a16:creationId xmlns:a16="http://schemas.microsoft.com/office/drawing/2014/main" id="{351FFE9E-778B-4B9F-8CF6-B37448130CD7}"/>
              </a:ext>
            </a:extLst>
          </p:cNvPr>
          <p:cNvSpPr/>
          <p:nvPr/>
        </p:nvSpPr>
        <p:spPr>
          <a:xfrm>
            <a:off x="4239789" y="5268081"/>
            <a:ext cx="1157388"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발주담당 등록</a:t>
            </a:r>
            <a:endParaRPr lang="en-US" altLang="ko-KR" sz="800" dirty="0">
              <a:solidFill>
                <a:schemeClr val="bg1"/>
              </a:solidFill>
            </a:endParaRPr>
          </a:p>
        </p:txBody>
      </p:sp>
      <p:grpSp>
        <p:nvGrpSpPr>
          <p:cNvPr id="8" name="Image">
            <a:extLst>
              <a:ext uri="{FF2B5EF4-FFF2-40B4-BE49-F238E27FC236}">
                <a16:creationId xmlns:a16="http://schemas.microsoft.com/office/drawing/2014/main" id="{6FFD0ECE-4250-476F-BB6E-2295F8B04674}"/>
              </a:ext>
            </a:extLst>
          </p:cNvPr>
          <p:cNvGrpSpPr>
            <a:grpSpLocks/>
          </p:cNvGrpSpPr>
          <p:nvPr/>
        </p:nvGrpSpPr>
        <p:grpSpPr bwMode="auto">
          <a:xfrm>
            <a:off x="8116491" y="1965231"/>
            <a:ext cx="204716" cy="209797"/>
            <a:chOff x="508000" y="1397000"/>
            <a:chExt cx="1008112" cy="1008112"/>
          </a:xfrm>
        </p:grpSpPr>
        <p:sp>
          <p:nvSpPr>
            <p:cNvPr id="9" name="Border">
              <a:extLst>
                <a:ext uri="{FF2B5EF4-FFF2-40B4-BE49-F238E27FC236}">
                  <a16:creationId xmlns:a16="http://schemas.microsoft.com/office/drawing/2014/main" id="{F80F6CD3-42C9-43C4-89C3-DFF4B8C431C6}"/>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Line 2">
              <a:extLst>
                <a:ext uri="{FF2B5EF4-FFF2-40B4-BE49-F238E27FC236}">
                  <a16:creationId xmlns:a16="http://schemas.microsoft.com/office/drawing/2014/main" id="{8F68C890-1A3D-4963-B707-0EB86CC43B91}"/>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 name="Line 1">
              <a:extLst>
                <a:ext uri="{FF2B5EF4-FFF2-40B4-BE49-F238E27FC236}">
                  <a16:creationId xmlns:a16="http://schemas.microsoft.com/office/drawing/2014/main" id="{5CC25729-F055-4157-A5BB-CE4EB20E6940}"/>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2" name="직사각형 11">
            <a:extLst>
              <a:ext uri="{FF2B5EF4-FFF2-40B4-BE49-F238E27FC236}">
                <a16:creationId xmlns:a16="http://schemas.microsoft.com/office/drawing/2014/main" id="{A5A27E85-5671-4467-A7B6-C1DB562768F5}"/>
              </a:ext>
            </a:extLst>
          </p:cNvPr>
          <p:cNvSpPr/>
          <p:nvPr/>
        </p:nvSpPr>
        <p:spPr>
          <a:xfrm>
            <a:off x="2506219" y="2552651"/>
            <a:ext cx="1274119"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13" name="직사각형 12">
            <a:extLst>
              <a:ext uri="{FF2B5EF4-FFF2-40B4-BE49-F238E27FC236}">
                <a16:creationId xmlns:a16="http://schemas.microsoft.com/office/drawing/2014/main" id="{DD7E3482-6DDE-4A59-85D1-5B54514B65C5}"/>
              </a:ext>
            </a:extLst>
          </p:cNvPr>
          <p:cNvSpPr/>
          <p:nvPr/>
        </p:nvSpPr>
        <p:spPr>
          <a:xfrm>
            <a:off x="3933150" y="2552651"/>
            <a:ext cx="1274119"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14" name="직사각형 13">
            <a:extLst>
              <a:ext uri="{FF2B5EF4-FFF2-40B4-BE49-F238E27FC236}">
                <a16:creationId xmlns:a16="http://schemas.microsoft.com/office/drawing/2014/main" id="{7082FEFB-4079-4DA8-A43A-C3067602C571}"/>
              </a:ext>
            </a:extLst>
          </p:cNvPr>
          <p:cNvSpPr/>
          <p:nvPr/>
        </p:nvSpPr>
        <p:spPr>
          <a:xfrm>
            <a:off x="7099600" y="2552651"/>
            <a:ext cx="786332" cy="16936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solidFill>
                  <a:schemeClr val="bg1"/>
                </a:solidFill>
              </a:rPr>
              <a:t>중복확인</a:t>
            </a:r>
            <a:endParaRPr lang="en-US" altLang="ko-KR" sz="700" b="1" dirty="0">
              <a:solidFill>
                <a:schemeClr val="bg1"/>
              </a:solidFill>
            </a:endParaRPr>
          </a:p>
        </p:txBody>
      </p:sp>
      <p:sp>
        <p:nvSpPr>
          <p:cNvPr id="15" name="직사각형 14">
            <a:extLst>
              <a:ext uri="{FF2B5EF4-FFF2-40B4-BE49-F238E27FC236}">
                <a16:creationId xmlns:a16="http://schemas.microsoft.com/office/drawing/2014/main" id="{60C5C4A1-CD70-4DCD-A781-9CD3311E5EB8}"/>
              </a:ext>
            </a:extLst>
          </p:cNvPr>
          <p:cNvSpPr/>
          <p:nvPr/>
        </p:nvSpPr>
        <p:spPr>
          <a:xfrm>
            <a:off x="2506219" y="3030555"/>
            <a:ext cx="792089"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16" name="그림 15">
            <a:extLst>
              <a:ext uri="{FF2B5EF4-FFF2-40B4-BE49-F238E27FC236}">
                <a16:creationId xmlns:a16="http://schemas.microsoft.com/office/drawing/2014/main" id="{D584B269-B367-4264-A466-99E288B53059}"/>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358761" y="3023596"/>
            <a:ext cx="146839" cy="146839"/>
          </a:xfrm>
          <a:prstGeom prst="rect">
            <a:avLst/>
          </a:prstGeom>
        </p:spPr>
      </p:pic>
      <p:sp>
        <p:nvSpPr>
          <p:cNvPr id="17" name="직사각형 16">
            <a:extLst>
              <a:ext uri="{FF2B5EF4-FFF2-40B4-BE49-F238E27FC236}">
                <a16:creationId xmlns:a16="http://schemas.microsoft.com/office/drawing/2014/main" id="{2C039B4D-9784-42E6-871B-6E5C36F869D3}"/>
              </a:ext>
            </a:extLst>
          </p:cNvPr>
          <p:cNvSpPr/>
          <p:nvPr/>
        </p:nvSpPr>
        <p:spPr>
          <a:xfrm>
            <a:off x="3613531" y="3030555"/>
            <a:ext cx="654027"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시 선택▼</a:t>
            </a:r>
            <a:endParaRPr lang="en-US" altLang="ko-KR" sz="800" dirty="0">
              <a:solidFill>
                <a:schemeClr val="tx1">
                  <a:lumMod val="50000"/>
                  <a:lumOff val="50000"/>
                </a:schemeClr>
              </a:solidFill>
            </a:endParaRPr>
          </a:p>
        </p:txBody>
      </p:sp>
      <p:sp>
        <p:nvSpPr>
          <p:cNvPr id="18" name="TextBox 17">
            <a:extLst>
              <a:ext uri="{FF2B5EF4-FFF2-40B4-BE49-F238E27FC236}">
                <a16:creationId xmlns:a16="http://schemas.microsoft.com/office/drawing/2014/main" id="{94EB2513-92AB-45E8-9C64-00DED04B6D4C}"/>
              </a:ext>
            </a:extLst>
          </p:cNvPr>
          <p:cNvSpPr txBox="1"/>
          <p:nvPr/>
        </p:nvSpPr>
        <p:spPr>
          <a:xfrm>
            <a:off x="4243081" y="2973657"/>
            <a:ext cx="264816" cy="230832"/>
          </a:xfrm>
          <a:prstGeom prst="rect">
            <a:avLst/>
          </a:prstGeom>
          <a:noFill/>
        </p:spPr>
        <p:txBody>
          <a:bodyPr wrap="none" rtlCol="0">
            <a:spAutoFit/>
          </a:bodyPr>
          <a:lstStyle/>
          <a:p>
            <a:r>
              <a:rPr lang="en-US" altLang="ko-KR" sz="900" dirty="0"/>
              <a:t>~</a:t>
            </a:r>
            <a:endParaRPr lang="ko-KR" altLang="en-US" sz="900" dirty="0"/>
          </a:p>
        </p:txBody>
      </p:sp>
      <p:sp>
        <p:nvSpPr>
          <p:cNvPr id="19" name="직사각형 18">
            <a:extLst>
              <a:ext uri="{FF2B5EF4-FFF2-40B4-BE49-F238E27FC236}">
                <a16:creationId xmlns:a16="http://schemas.microsoft.com/office/drawing/2014/main" id="{B7501BDB-D436-4250-A49C-3363E34D652B}"/>
              </a:ext>
            </a:extLst>
          </p:cNvPr>
          <p:cNvSpPr/>
          <p:nvPr/>
        </p:nvSpPr>
        <p:spPr>
          <a:xfrm>
            <a:off x="4501063" y="3030555"/>
            <a:ext cx="792089"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20" name="그림 19">
            <a:extLst>
              <a:ext uri="{FF2B5EF4-FFF2-40B4-BE49-F238E27FC236}">
                <a16:creationId xmlns:a16="http://schemas.microsoft.com/office/drawing/2014/main" id="{46343D39-1149-4D8E-BA69-985CE2182835}"/>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353605" y="3023596"/>
            <a:ext cx="146839" cy="146839"/>
          </a:xfrm>
          <a:prstGeom prst="rect">
            <a:avLst/>
          </a:prstGeom>
        </p:spPr>
      </p:pic>
      <p:sp>
        <p:nvSpPr>
          <p:cNvPr id="21" name="직사각형 20">
            <a:extLst>
              <a:ext uri="{FF2B5EF4-FFF2-40B4-BE49-F238E27FC236}">
                <a16:creationId xmlns:a16="http://schemas.microsoft.com/office/drawing/2014/main" id="{89BE2D7B-D7F3-45D8-890E-7671CC1DC5D9}"/>
              </a:ext>
            </a:extLst>
          </p:cNvPr>
          <p:cNvSpPr/>
          <p:nvPr/>
        </p:nvSpPr>
        <p:spPr>
          <a:xfrm>
            <a:off x="5608375" y="3030555"/>
            <a:ext cx="654027"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시 선택▼</a:t>
            </a:r>
            <a:endParaRPr lang="en-US" altLang="ko-KR" sz="800" dirty="0">
              <a:solidFill>
                <a:schemeClr val="tx1">
                  <a:lumMod val="50000"/>
                  <a:lumOff val="50000"/>
                </a:schemeClr>
              </a:solidFill>
            </a:endParaRPr>
          </a:p>
        </p:txBody>
      </p:sp>
      <p:sp>
        <p:nvSpPr>
          <p:cNvPr id="22" name="직사각형 21">
            <a:extLst>
              <a:ext uri="{FF2B5EF4-FFF2-40B4-BE49-F238E27FC236}">
                <a16:creationId xmlns:a16="http://schemas.microsoft.com/office/drawing/2014/main" id="{7B34A8C5-4267-486A-B76C-192C4BCAF99A}"/>
              </a:ext>
            </a:extLst>
          </p:cNvPr>
          <p:cNvSpPr/>
          <p:nvPr/>
        </p:nvSpPr>
        <p:spPr>
          <a:xfrm>
            <a:off x="2506218" y="4039481"/>
            <a:ext cx="5379713" cy="100710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graphicFrame>
        <p:nvGraphicFramePr>
          <p:cNvPr id="23" name="표 22">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1634717256"/>
              </p:ext>
            </p:extLst>
          </p:nvPr>
        </p:nvGraphicFramePr>
        <p:xfrm>
          <a:off x="10171774" y="22159"/>
          <a:ext cx="1979018" cy="367387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RF-02-10-01-1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발주담당</a:t>
                      </a:r>
                      <a:r>
                        <a:rPr lang="ko-KR" altLang="en-US" sz="800" dirty="0"/>
                        <a:t>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t>발주담당</a:t>
                      </a:r>
                      <a:r>
                        <a:rPr lang="ko-KR" altLang="en-US" sz="800" dirty="0"/>
                        <a:t> 목록 </a:t>
                      </a:r>
                      <a:r>
                        <a:rPr lang="en-US" altLang="ko-KR" sz="800" dirty="0"/>
                        <a:t>&gt; </a:t>
                      </a:r>
                      <a:r>
                        <a:rPr lang="ko-KR" altLang="en-US" sz="800" dirty="0" err="1"/>
                        <a:t>발주담당</a:t>
                      </a:r>
                      <a:r>
                        <a:rPr lang="ko-KR" altLang="en-US" sz="800" dirty="0"/>
                        <a:t> 등록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발주 담당 등록 과정</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168764271"/>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등록된 발주 담당의 이메일과 입력한 이메일의 정보가 같은지 확인한다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입력한 이메일과 중복된 이메일 정보가 있을 경우 알림 메시지를 생성한다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606090445"/>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입력한 발주 담당 정보를 등록한다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이메일 입력과</a:t>
                      </a:r>
                      <a:r>
                        <a:rPr lang="en-US" altLang="ko-KR" sz="800" b="0" dirty="0">
                          <a:solidFill>
                            <a:schemeClr val="tx1"/>
                          </a:solidFill>
                        </a:rPr>
                        <a:t> </a:t>
                      </a:r>
                      <a:r>
                        <a:rPr lang="ko-KR" altLang="en-US" sz="800" b="0" dirty="0">
                          <a:solidFill>
                            <a:schemeClr val="tx1"/>
                          </a:solidFill>
                        </a:rPr>
                        <a:t>발주 담당자 입력을 하지 않은 경우에는 등록이 거부된다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이메일 중</a:t>
                      </a:r>
                      <a:r>
                        <a:rPr lang="ko-KR" altLang="en-US" sz="800" b="0" baseline="0" dirty="0">
                          <a:solidFill>
                            <a:schemeClr val="tx1"/>
                          </a:solidFill>
                        </a:rPr>
                        <a:t>복 확인 결과 같은 이메일이 있는 경우에는 등록이 거부된다</a:t>
                      </a:r>
                      <a:r>
                        <a:rPr lang="en-US" altLang="ko-KR" sz="800" b="0" baseline="0" dirty="0">
                          <a:solidFill>
                            <a:schemeClr val="tx1"/>
                          </a:solidFill>
                        </a:rPr>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763391054"/>
                  </a:ext>
                </a:extLst>
              </a:tr>
            </a:tbl>
          </a:graphicData>
        </a:graphic>
      </p:graphicFrame>
      <p:sp>
        <p:nvSpPr>
          <p:cNvPr id="24" name="타원 23">
            <a:extLst>
              <a:ext uri="{FF2B5EF4-FFF2-40B4-BE49-F238E27FC236}">
                <a16:creationId xmlns:a16="http://schemas.microsoft.com/office/drawing/2014/main" id="{B1513A05-975F-4C41-8001-66664BA372E7}"/>
              </a:ext>
            </a:extLst>
          </p:cNvPr>
          <p:cNvSpPr/>
          <p:nvPr/>
        </p:nvSpPr>
        <p:spPr>
          <a:xfrm>
            <a:off x="8321207" y="1357686"/>
            <a:ext cx="491319" cy="357563"/>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 name="TextBox 24">
            <a:extLst>
              <a:ext uri="{FF2B5EF4-FFF2-40B4-BE49-F238E27FC236}">
                <a16:creationId xmlns:a16="http://schemas.microsoft.com/office/drawing/2014/main" id="{38F262C8-ACF8-4FC7-81DA-843C5AB289C5}"/>
              </a:ext>
            </a:extLst>
          </p:cNvPr>
          <p:cNvSpPr txBox="1"/>
          <p:nvPr/>
        </p:nvSpPr>
        <p:spPr>
          <a:xfrm>
            <a:off x="7778157" y="2437235"/>
            <a:ext cx="251992" cy="230832"/>
          </a:xfrm>
          <a:prstGeom prst="rect">
            <a:avLst/>
          </a:prstGeom>
          <a:solidFill>
            <a:srgbClr val="FF0000"/>
          </a:solidFill>
        </p:spPr>
        <p:txBody>
          <a:bodyPr wrap="square" rtlCol="0">
            <a:spAutoFit/>
          </a:bodyPr>
          <a:lstStyle/>
          <a:p>
            <a:r>
              <a:rPr lang="en-US" altLang="ko-KR" sz="900" b="1" dirty="0">
                <a:solidFill>
                  <a:schemeClr val="bg1"/>
                </a:solidFill>
              </a:rPr>
              <a:t>1</a:t>
            </a:r>
            <a:endParaRPr lang="ko-KR" altLang="en-US" sz="900" b="1" dirty="0">
              <a:solidFill>
                <a:schemeClr val="bg1"/>
              </a:solidFill>
            </a:endParaRPr>
          </a:p>
        </p:txBody>
      </p:sp>
      <p:cxnSp>
        <p:nvCxnSpPr>
          <p:cNvPr id="26" name="직선 화살표 연결선 25">
            <a:extLst>
              <a:ext uri="{FF2B5EF4-FFF2-40B4-BE49-F238E27FC236}">
                <a16:creationId xmlns:a16="http://schemas.microsoft.com/office/drawing/2014/main" id="{D8A61CF3-4CF1-4B99-89E2-9ED2191A77B9}"/>
              </a:ext>
            </a:extLst>
          </p:cNvPr>
          <p:cNvCxnSpPr>
            <a:cxnSpLocks/>
            <a:stCxn id="24" idx="2"/>
          </p:cNvCxnSpPr>
          <p:nvPr/>
        </p:nvCxnSpPr>
        <p:spPr>
          <a:xfrm flipH="1">
            <a:off x="7032903" y="1536468"/>
            <a:ext cx="1288304" cy="331076"/>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7" name="TextBox 26">
            <a:extLst>
              <a:ext uri="{FF2B5EF4-FFF2-40B4-BE49-F238E27FC236}">
                <a16:creationId xmlns:a16="http://schemas.microsoft.com/office/drawing/2014/main" id="{38F262C8-ACF8-4FC7-81DA-843C5AB289C5}"/>
              </a:ext>
            </a:extLst>
          </p:cNvPr>
          <p:cNvSpPr txBox="1"/>
          <p:nvPr/>
        </p:nvSpPr>
        <p:spPr>
          <a:xfrm>
            <a:off x="5248164" y="5183525"/>
            <a:ext cx="251992" cy="230832"/>
          </a:xfrm>
          <a:prstGeom prst="rect">
            <a:avLst/>
          </a:prstGeom>
          <a:solidFill>
            <a:srgbClr val="FF0000"/>
          </a:solidFill>
        </p:spPr>
        <p:txBody>
          <a:bodyPr wrap="square" rtlCol="0">
            <a:spAutoFit/>
          </a:bodyPr>
          <a:lstStyle/>
          <a:p>
            <a:r>
              <a:rPr lang="en-US" altLang="ko-KR" sz="900" b="1" dirty="0">
                <a:solidFill>
                  <a:schemeClr val="bg1"/>
                </a:solidFill>
              </a:rPr>
              <a:t>3</a:t>
            </a:r>
            <a:endParaRPr lang="ko-KR" altLang="en-US" sz="900" b="1" dirty="0">
              <a:solidFill>
                <a:schemeClr val="bg1"/>
              </a:solidFill>
            </a:endParaRPr>
          </a:p>
        </p:txBody>
      </p:sp>
      <p:sp>
        <p:nvSpPr>
          <p:cNvPr id="28" name="타원 27">
            <a:extLst>
              <a:ext uri="{FF2B5EF4-FFF2-40B4-BE49-F238E27FC236}">
                <a16:creationId xmlns:a16="http://schemas.microsoft.com/office/drawing/2014/main" id="{059144A2-0DA1-41A7-A50D-7273257933EB}"/>
              </a:ext>
            </a:extLst>
          </p:cNvPr>
          <p:cNvSpPr/>
          <p:nvPr/>
        </p:nvSpPr>
        <p:spPr>
          <a:xfrm>
            <a:off x="6931411" y="2434585"/>
            <a:ext cx="1210733"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9" name="직선 화살표 연결선 28">
            <a:extLst>
              <a:ext uri="{FF2B5EF4-FFF2-40B4-BE49-F238E27FC236}">
                <a16:creationId xmlns:a16="http://schemas.microsoft.com/office/drawing/2014/main" id="{0720530E-7DBF-4C74-B38E-1189B044580D}"/>
              </a:ext>
            </a:extLst>
          </p:cNvPr>
          <p:cNvCxnSpPr>
            <a:cxnSpLocks/>
            <a:stCxn id="28" idx="4"/>
            <a:endCxn id="30" idx="0"/>
          </p:cNvCxnSpPr>
          <p:nvPr/>
        </p:nvCxnSpPr>
        <p:spPr>
          <a:xfrm>
            <a:off x="7536778" y="2878209"/>
            <a:ext cx="585008" cy="82480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36" name="직사각형 35">
            <a:extLst>
              <a:ext uri="{FF2B5EF4-FFF2-40B4-BE49-F238E27FC236}">
                <a16:creationId xmlns:a16="http://schemas.microsoft.com/office/drawing/2014/main" id="{11ED6493-4115-4449-81AA-57B862FFE1E3}"/>
              </a:ext>
            </a:extLst>
          </p:cNvPr>
          <p:cNvSpPr/>
          <p:nvPr/>
        </p:nvSpPr>
        <p:spPr>
          <a:xfrm>
            <a:off x="3406876" y="3278093"/>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우편번호찾기</a:t>
            </a:r>
            <a:endParaRPr lang="ko-KR" altLang="en-US" sz="800" dirty="0">
              <a:solidFill>
                <a:schemeClr val="bg1"/>
              </a:solidFill>
            </a:endParaRPr>
          </a:p>
        </p:txBody>
      </p:sp>
      <p:sp>
        <p:nvSpPr>
          <p:cNvPr id="37" name="직사각형 36">
            <a:extLst>
              <a:ext uri="{FF2B5EF4-FFF2-40B4-BE49-F238E27FC236}">
                <a16:creationId xmlns:a16="http://schemas.microsoft.com/office/drawing/2014/main" id="{1547079B-6BDF-465B-BD73-B809B060FC79}"/>
              </a:ext>
            </a:extLst>
          </p:cNvPr>
          <p:cNvSpPr/>
          <p:nvPr/>
        </p:nvSpPr>
        <p:spPr>
          <a:xfrm>
            <a:off x="2505926" y="3285069"/>
            <a:ext cx="854065"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우편번호</a:t>
            </a:r>
          </a:p>
        </p:txBody>
      </p:sp>
      <p:sp>
        <p:nvSpPr>
          <p:cNvPr id="38" name="직사각형 37">
            <a:extLst>
              <a:ext uri="{FF2B5EF4-FFF2-40B4-BE49-F238E27FC236}">
                <a16:creationId xmlns:a16="http://schemas.microsoft.com/office/drawing/2014/main" id="{04ED8CE4-48AF-4C07-8272-94C67F784E79}"/>
              </a:ext>
            </a:extLst>
          </p:cNvPr>
          <p:cNvSpPr/>
          <p:nvPr/>
        </p:nvSpPr>
        <p:spPr>
          <a:xfrm>
            <a:off x="2505926" y="3493537"/>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주소</a:t>
            </a:r>
          </a:p>
        </p:txBody>
      </p:sp>
      <p:sp>
        <p:nvSpPr>
          <p:cNvPr id="39" name="직사각형 38">
            <a:extLst>
              <a:ext uri="{FF2B5EF4-FFF2-40B4-BE49-F238E27FC236}">
                <a16:creationId xmlns:a16="http://schemas.microsoft.com/office/drawing/2014/main" id="{DDFD9D3C-14AA-4D52-9C5E-FF8D65BCC123}"/>
              </a:ext>
            </a:extLst>
          </p:cNvPr>
          <p:cNvSpPr/>
          <p:nvPr/>
        </p:nvSpPr>
        <p:spPr>
          <a:xfrm>
            <a:off x="2505926" y="3718650"/>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상세 주소 </a:t>
            </a:r>
          </a:p>
        </p:txBody>
      </p:sp>
      <p:sp>
        <p:nvSpPr>
          <p:cNvPr id="30" name="Window Outer">
            <a:extLst>
              <a:ext uri="{FF2B5EF4-FFF2-40B4-BE49-F238E27FC236}">
                <a16:creationId xmlns:a16="http://schemas.microsoft.com/office/drawing/2014/main" id="{95DF667E-24DC-4D7D-99E8-4E885D7E561F}"/>
              </a:ext>
            </a:extLst>
          </p:cNvPr>
          <p:cNvSpPr/>
          <p:nvPr>
            <p:custDataLst>
              <p:tags r:id="rId1"/>
            </p:custDataLst>
          </p:nvPr>
        </p:nvSpPr>
        <p:spPr>
          <a:xfrm>
            <a:off x="6339870" y="3703009"/>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1000" b="1" dirty="0">
                <a:solidFill>
                  <a:schemeClr val="bg1"/>
                </a:solidFill>
                <a:latin typeface="Calibri" pitchFamily="34" charset="0"/>
                <a:cs typeface="Calibri" pitchFamily="34" charset="0"/>
              </a:rPr>
              <a:t>Alert</a:t>
            </a:r>
          </a:p>
        </p:txBody>
      </p:sp>
      <p:sp>
        <p:nvSpPr>
          <p:cNvPr id="31" name="Window Inner">
            <a:extLst>
              <a:ext uri="{FF2B5EF4-FFF2-40B4-BE49-F238E27FC236}">
                <a16:creationId xmlns:a16="http://schemas.microsoft.com/office/drawing/2014/main" id="{98E248D1-246A-4185-A763-E14BC082362C}"/>
              </a:ext>
            </a:extLst>
          </p:cNvPr>
          <p:cNvSpPr/>
          <p:nvPr>
            <p:custDataLst>
              <p:tags r:id="rId2"/>
            </p:custDataLst>
          </p:nvPr>
        </p:nvSpPr>
        <p:spPr>
          <a:xfrm>
            <a:off x="6380086" y="3909384"/>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32" name="TextBox 31">
            <a:extLst>
              <a:ext uri="{FF2B5EF4-FFF2-40B4-BE49-F238E27FC236}">
                <a16:creationId xmlns:a16="http://schemas.microsoft.com/office/drawing/2014/main" id="{FC323E5A-69CF-4432-9AE3-AF31BCA10542}"/>
              </a:ext>
            </a:extLst>
          </p:cNvPr>
          <p:cNvSpPr txBox="1"/>
          <p:nvPr/>
        </p:nvSpPr>
        <p:spPr>
          <a:xfrm>
            <a:off x="7014271" y="4158951"/>
            <a:ext cx="2204450" cy="276999"/>
          </a:xfrm>
          <a:prstGeom prst="rect">
            <a:avLst/>
          </a:prstGeom>
          <a:noFill/>
        </p:spPr>
        <p:txBody>
          <a:bodyPr wrap="none" rtlCol="0">
            <a:spAutoFit/>
          </a:bodyPr>
          <a:lstStyle/>
          <a:p>
            <a:pPr algn="ctr">
              <a:lnSpc>
                <a:spcPct val="150000"/>
              </a:lnSpc>
            </a:pPr>
            <a:r>
              <a:rPr lang="ko-KR" altLang="en-US" sz="800" dirty="0">
                <a:latin typeface="나눔고딕" charset="0"/>
                <a:ea typeface="나눔고딕" charset="0"/>
              </a:rPr>
              <a:t>중복된 이메일을 가진 발주 담당이 있습니다</a:t>
            </a:r>
            <a:r>
              <a:rPr lang="en-US" altLang="ko-KR" sz="800" dirty="0">
                <a:latin typeface="나눔고딕" charset="0"/>
                <a:ea typeface="나눔고딕" charset="0"/>
              </a:rPr>
              <a:t>.</a:t>
            </a:r>
          </a:p>
        </p:txBody>
      </p:sp>
      <p:sp>
        <p:nvSpPr>
          <p:cNvPr id="33" name="직사각형 32">
            <a:extLst>
              <a:ext uri="{FF2B5EF4-FFF2-40B4-BE49-F238E27FC236}">
                <a16:creationId xmlns:a16="http://schemas.microsoft.com/office/drawing/2014/main" id="{B970BF1A-99C7-4E0F-A2FE-EFD4E86F15BD}"/>
              </a:ext>
            </a:extLst>
          </p:cNvPr>
          <p:cNvSpPr/>
          <p:nvPr/>
        </p:nvSpPr>
        <p:spPr>
          <a:xfrm>
            <a:off x="7812395" y="4630167"/>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35" name="TextBox 34">
            <a:extLst>
              <a:ext uri="{FF2B5EF4-FFF2-40B4-BE49-F238E27FC236}">
                <a16:creationId xmlns:a16="http://schemas.microsoft.com/office/drawing/2014/main" id="{38F262C8-ACF8-4FC7-81DA-843C5AB289C5}"/>
              </a:ext>
            </a:extLst>
          </p:cNvPr>
          <p:cNvSpPr txBox="1"/>
          <p:nvPr/>
        </p:nvSpPr>
        <p:spPr>
          <a:xfrm>
            <a:off x="6255439" y="3595089"/>
            <a:ext cx="251992" cy="230832"/>
          </a:xfrm>
          <a:prstGeom prst="rect">
            <a:avLst/>
          </a:prstGeom>
          <a:solidFill>
            <a:srgbClr val="FF0000"/>
          </a:solidFill>
        </p:spPr>
        <p:txBody>
          <a:bodyPr wrap="squar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2282720335"/>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338A0CC0-0171-4C50-BC76-53E8BB1728DE}"/>
              </a:ext>
            </a:extLst>
          </p:cNvPr>
          <p:cNvSpPr/>
          <p:nvPr/>
        </p:nvSpPr>
        <p:spPr>
          <a:xfrm>
            <a:off x="2920280" y="806209"/>
            <a:ext cx="3935785" cy="5758093"/>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9" name="TextBox 8">
            <a:extLst>
              <a:ext uri="{FF2B5EF4-FFF2-40B4-BE49-F238E27FC236}">
                <a16:creationId xmlns:a16="http://schemas.microsoft.com/office/drawing/2014/main" id="{F2737A3F-039A-4862-BD1C-59CD770FA6EA}"/>
              </a:ext>
            </a:extLst>
          </p:cNvPr>
          <p:cNvSpPr txBox="1"/>
          <p:nvPr/>
        </p:nvSpPr>
        <p:spPr>
          <a:xfrm>
            <a:off x="3040849" y="905243"/>
            <a:ext cx="1303562"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발주담당 상세보기</a:t>
            </a:r>
            <a:endParaRPr lang="ko-KR" altLang="en-US" sz="900" dirty="0"/>
          </a:p>
        </p:txBody>
      </p:sp>
      <p:graphicFrame>
        <p:nvGraphicFramePr>
          <p:cNvPr id="10" name="표 17">
            <a:extLst>
              <a:ext uri="{FF2B5EF4-FFF2-40B4-BE49-F238E27FC236}">
                <a16:creationId xmlns:a16="http://schemas.microsoft.com/office/drawing/2014/main" id="{4F2CDCFA-F7DE-4B6C-A044-D05A5A934389}"/>
              </a:ext>
            </a:extLst>
          </p:cNvPr>
          <p:cNvGraphicFramePr>
            <a:graphicFrameLocks noGrp="1"/>
          </p:cNvGraphicFramePr>
          <p:nvPr>
            <p:extLst>
              <p:ext uri="{D42A27DB-BD31-4B8C-83A1-F6EECF244321}">
                <p14:modId xmlns:p14="http://schemas.microsoft.com/office/powerpoint/2010/main" val="421588289"/>
              </p:ext>
            </p:extLst>
          </p:nvPr>
        </p:nvGraphicFramePr>
        <p:xfrm>
          <a:off x="3180448" y="2294396"/>
          <a:ext cx="3472494" cy="426720"/>
        </p:xfrm>
        <a:graphic>
          <a:graphicData uri="http://schemas.openxmlformats.org/drawingml/2006/table">
            <a:tbl>
              <a:tblPr firstRow="1" bandRow="1">
                <a:tableStyleId>{5940675A-B579-460E-94D1-54222C63F5DA}</a:tableStyleId>
              </a:tblPr>
              <a:tblGrid>
                <a:gridCol w="927528">
                  <a:extLst>
                    <a:ext uri="{9D8B030D-6E8A-4147-A177-3AD203B41FA5}">
                      <a16:colId xmlns:a16="http://schemas.microsoft.com/office/drawing/2014/main" val="827257380"/>
                    </a:ext>
                  </a:extLst>
                </a:gridCol>
                <a:gridCol w="2544966">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이메일</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email_id001@email_domain.com</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담당자 명</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홍길동</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bl>
          </a:graphicData>
        </a:graphic>
      </p:graphicFrame>
      <p:sp>
        <p:nvSpPr>
          <p:cNvPr id="11" name="TextBox 10">
            <a:extLst>
              <a:ext uri="{FF2B5EF4-FFF2-40B4-BE49-F238E27FC236}">
                <a16:creationId xmlns:a16="http://schemas.microsoft.com/office/drawing/2014/main" id="{942E1459-1BE9-4494-8CAE-B7AA431A1C1C}"/>
              </a:ext>
            </a:extLst>
          </p:cNvPr>
          <p:cNvSpPr txBox="1"/>
          <p:nvPr/>
        </p:nvSpPr>
        <p:spPr>
          <a:xfrm>
            <a:off x="3073630" y="2072391"/>
            <a:ext cx="103265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발주담당정보</a:t>
            </a:r>
            <a:endParaRPr lang="ko-KR" altLang="en-US" sz="900" dirty="0"/>
          </a:p>
        </p:txBody>
      </p:sp>
      <p:grpSp>
        <p:nvGrpSpPr>
          <p:cNvPr id="15" name="Image">
            <a:extLst>
              <a:ext uri="{FF2B5EF4-FFF2-40B4-BE49-F238E27FC236}">
                <a16:creationId xmlns:a16="http://schemas.microsoft.com/office/drawing/2014/main" id="{F149BC1A-8066-489A-9602-7CE632FFE4C2}"/>
              </a:ext>
            </a:extLst>
          </p:cNvPr>
          <p:cNvGrpSpPr>
            <a:grpSpLocks/>
          </p:cNvGrpSpPr>
          <p:nvPr/>
        </p:nvGrpSpPr>
        <p:grpSpPr bwMode="auto">
          <a:xfrm>
            <a:off x="6543760" y="926278"/>
            <a:ext cx="204716" cy="209797"/>
            <a:chOff x="508000" y="1397000"/>
            <a:chExt cx="1008112" cy="1008112"/>
          </a:xfrm>
        </p:grpSpPr>
        <p:sp>
          <p:nvSpPr>
            <p:cNvPr id="16" name="Border">
              <a:extLst>
                <a:ext uri="{FF2B5EF4-FFF2-40B4-BE49-F238E27FC236}">
                  <a16:creationId xmlns:a16="http://schemas.microsoft.com/office/drawing/2014/main" id="{02B232AB-F910-429D-BF2C-B71276EF42D2}"/>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 name="Line 2">
              <a:extLst>
                <a:ext uri="{FF2B5EF4-FFF2-40B4-BE49-F238E27FC236}">
                  <a16:creationId xmlns:a16="http://schemas.microsoft.com/office/drawing/2014/main" id="{49583E43-D8B8-44A2-8C4E-2FBFAB12A989}"/>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 name="Line 1">
              <a:extLst>
                <a:ext uri="{FF2B5EF4-FFF2-40B4-BE49-F238E27FC236}">
                  <a16:creationId xmlns:a16="http://schemas.microsoft.com/office/drawing/2014/main" id="{E8855C65-68BF-46E5-851B-503625F055CB}"/>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9" name="타원 18">
            <a:extLst>
              <a:ext uri="{FF2B5EF4-FFF2-40B4-BE49-F238E27FC236}">
                <a16:creationId xmlns:a16="http://schemas.microsoft.com/office/drawing/2014/main" id="{B1513A05-975F-4C41-8001-66664BA372E7}"/>
              </a:ext>
            </a:extLst>
          </p:cNvPr>
          <p:cNvSpPr/>
          <p:nvPr/>
        </p:nvSpPr>
        <p:spPr>
          <a:xfrm>
            <a:off x="7942997" y="1857010"/>
            <a:ext cx="491319" cy="357563"/>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TextBox 19">
            <a:extLst>
              <a:ext uri="{FF2B5EF4-FFF2-40B4-BE49-F238E27FC236}">
                <a16:creationId xmlns:a16="http://schemas.microsoft.com/office/drawing/2014/main" id="{38F262C8-ACF8-4FC7-81DA-843C5AB289C5}"/>
              </a:ext>
            </a:extLst>
          </p:cNvPr>
          <p:cNvSpPr txBox="1"/>
          <p:nvPr/>
        </p:nvSpPr>
        <p:spPr>
          <a:xfrm>
            <a:off x="8062660" y="1643651"/>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cxnSp>
        <p:nvCxnSpPr>
          <p:cNvPr id="21" name="직선 화살표 연결선 20">
            <a:extLst>
              <a:ext uri="{FF2B5EF4-FFF2-40B4-BE49-F238E27FC236}">
                <a16:creationId xmlns:a16="http://schemas.microsoft.com/office/drawing/2014/main" id="{D8A61CF3-4CF1-4B99-89E2-9ED2191A77B9}"/>
              </a:ext>
            </a:extLst>
          </p:cNvPr>
          <p:cNvCxnSpPr>
            <a:cxnSpLocks/>
            <a:stCxn id="19" idx="2"/>
          </p:cNvCxnSpPr>
          <p:nvPr/>
        </p:nvCxnSpPr>
        <p:spPr>
          <a:xfrm flipH="1">
            <a:off x="6543760" y="2035792"/>
            <a:ext cx="1399237"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2" name="직사각형 21">
            <a:extLst>
              <a:ext uri="{FF2B5EF4-FFF2-40B4-BE49-F238E27FC236}">
                <a16:creationId xmlns:a16="http://schemas.microsoft.com/office/drawing/2014/main" id="{27D8C170-1ACB-4D51-B1C1-615D67BC2CD7}"/>
              </a:ext>
            </a:extLst>
          </p:cNvPr>
          <p:cNvSpPr/>
          <p:nvPr/>
        </p:nvSpPr>
        <p:spPr>
          <a:xfrm>
            <a:off x="4442364" y="6143525"/>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graphicFrame>
        <p:nvGraphicFramePr>
          <p:cNvPr id="26" name="표 17">
            <a:extLst>
              <a:ext uri="{FF2B5EF4-FFF2-40B4-BE49-F238E27FC236}">
                <a16:creationId xmlns:a16="http://schemas.microsoft.com/office/drawing/2014/main" id="{21370CBA-1B1A-4AB4-9F0A-D458FE7AA9F5}"/>
              </a:ext>
            </a:extLst>
          </p:cNvPr>
          <p:cNvGraphicFramePr>
            <a:graphicFrameLocks noGrp="1"/>
          </p:cNvGraphicFramePr>
          <p:nvPr>
            <p:extLst>
              <p:ext uri="{D42A27DB-BD31-4B8C-83A1-F6EECF244321}">
                <p14:modId xmlns:p14="http://schemas.microsoft.com/office/powerpoint/2010/main" val="2179532780"/>
              </p:ext>
            </p:extLst>
          </p:nvPr>
        </p:nvGraphicFramePr>
        <p:xfrm>
          <a:off x="3184871" y="5152273"/>
          <a:ext cx="3472494" cy="825504"/>
        </p:xfrm>
        <a:graphic>
          <a:graphicData uri="http://schemas.openxmlformats.org/drawingml/2006/table">
            <a:tbl>
              <a:tblPr firstRow="1" bandRow="1">
                <a:tableStyleId>{5940675A-B579-460E-94D1-54222C63F5DA}</a:tableStyleId>
              </a:tblPr>
              <a:tblGrid>
                <a:gridCol w="3472494">
                  <a:extLst>
                    <a:ext uri="{9D8B030D-6E8A-4147-A177-3AD203B41FA5}">
                      <a16:colId xmlns:a16="http://schemas.microsoft.com/office/drawing/2014/main" val="827257380"/>
                    </a:ext>
                  </a:extLst>
                </a:gridCol>
              </a:tblGrid>
              <a:tr h="825504">
                <a:tc>
                  <a:txBody>
                    <a:bodyPr/>
                    <a:lstStyle/>
                    <a:p>
                      <a:pPr latinLnBrk="1"/>
                      <a:endParaRPr lang="en-US" altLang="ko-KR" sz="800" dirty="0">
                        <a:solidFill>
                          <a:schemeClr val="bg1">
                            <a:lumMod val="50000"/>
                          </a:schemeClr>
                        </a:solidFill>
                      </a:endParaRPr>
                    </a:p>
                    <a:p>
                      <a:pPr latinLnBrk="1"/>
                      <a:r>
                        <a:rPr lang="ko-KR" altLang="en-US" sz="800" dirty="0">
                          <a:solidFill>
                            <a:schemeClr val="bg1">
                              <a:lumMod val="50000"/>
                            </a:schemeClr>
                          </a:solidFill>
                        </a:rPr>
                        <a:t>메모 입니다</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bl>
          </a:graphicData>
        </a:graphic>
      </p:graphicFrame>
      <p:sp>
        <p:nvSpPr>
          <p:cNvPr id="27" name="TextBox 26">
            <a:extLst>
              <a:ext uri="{FF2B5EF4-FFF2-40B4-BE49-F238E27FC236}">
                <a16:creationId xmlns:a16="http://schemas.microsoft.com/office/drawing/2014/main" id="{BFAE473D-BB8B-4441-AC70-569D221ACA68}"/>
              </a:ext>
            </a:extLst>
          </p:cNvPr>
          <p:cNvSpPr txBox="1"/>
          <p:nvPr/>
        </p:nvSpPr>
        <p:spPr>
          <a:xfrm>
            <a:off x="3087278" y="4941913"/>
            <a:ext cx="570990"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메모</a:t>
            </a:r>
            <a:endParaRPr lang="ko-KR" altLang="en-US" sz="900" dirty="0"/>
          </a:p>
        </p:txBody>
      </p:sp>
      <p:graphicFrame>
        <p:nvGraphicFramePr>
          <p:cNvPr id="28" name="표 17">
            <a:extLst>
              <a:ext uri="{FF2B5EF4-FFF2-40B4-BE49-F238E27FC236}">
                <a16:creationId xmlns:a16="http://schemas.microsoft.com/office/drawing/2014/main" id="{17541BEA-22E4-429D-BBB2-83BD9EF4AF3E}"/>
              </a:ext>
            </a:extLst>
          </p:cNvPr>
          <p:cNvGraphicFramePr>
            <a:graphicFrameLocks noGrp="1"/>
          </p:cNvGraphicFramePr>
          <p:nvPr>
            <p:extLst>
              <p:ext uri="{D42A27DB-BD31-4B8C-83A1-F6EECF244321}">
                <p14:modId xmlns:p14="http://schemas.microsoft.com/office/powerpoint/2010/main" val="108686415"/>
              </p:ext>
            </p:extLst>
          </p:nvPr>
        </p:nvGraphicFramePr>
        <p:xfrm>
          <a:off x="3180448" y="1430291"/>
          <a:ext cx="3472494" cy="426720"/>
        </p:xfrm>
        <a:graphic>
          <a:graphicData uri="http://schemas.openxmlformats.org/drawingml/2006/table">
            <a:tbl>
              <a:tblPr firstRow="1" bandRow="1">
                <a:tableStyleId>{5940675A-B579-460E-94D1-54222C63F5DA}</a:tableStyleId>
              </a:tblPr>
              <a:tblGrid>
                <a:gridCol w="934352">
                  <a:extLst>
                    <a:ext uri="{9D8B030D-6E8A-4147-A177-3AD203B41FA5}">
                      <a16:colId xmlns:a16="http://schemas.microsoft.com/office/drawing/2014/main" val="827257380"/>
                    </a:ext>
                  </a:extLst>
                </a:gridCol>
                <a:gridCol w="2538142">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상태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solidFill>
                            <a:schemeClr val="accent1">
                              <a:lumMod val="75000"/>
                            </a:schemeClr>
                          </a:solidFill>
                        </a:rPr>
                        <a:t>운영</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운영기간</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2024.10.01 01</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시</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 ~ 2024.11.01 23</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시</a:t>
                      </a:r>
                      <a:endParaRPr kumimoji="0" lang="en-US" altLang="ko-KR" sz="800" b="0" i="0" u="none" strike="noStrike" kern="1200" cap="none" spc="0" normalizeH="0" baseline="0" noProof="0" dirty="0">
                        <a:ln>
                          <a:noFill/>
                        </a:ln>
                        <a:solidFill>
                          <a:prstClr val="black"/>
                        </a:solidFill>
                        <a:effectLst/>
                        <a:uLnTx/>
                        <a:uFillTx/>
                        <a:latin typeface="+mn-lt"/>
                        <a:ea typeface="+mn-ea"/>
                        <a:cs typeface="+mn-cs"/>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279442871"/>
                  </a:ext>
                </a:extLst>
              </a:tr>
            </a:tbl>
          </a:graphicData>
        </a:graphic>
      </p:graphicFrame>
      <p:sp>
        <p:nvSpPr>
          <p:cNvPr id="29" name="TextBox 28">
            <a:extLst>
              <a:ext uri="{FF2B5EF4-FFF2-40B4-BE49-F238E27FC236}">
                <a16:creationId xmlns:a16="http://schemas.microsoft.com/office/drawing/2014/main" id="{776955EB-F8E3-4621-807F-A1F3655EDCF4}"/>
              </a:ext>
            </a:extLst>
          </p:cNvPr>
          <p:cNvSpPr txBox="1"/>
          <p:nvPr/>
        </p:nvSpPr>
        <p:spPr>
          <a:xfrm>
            <a:off x="3073630" y="1215110"/>
            <a:ext cx="103265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발주담당상태</a:t>
            </a:r>
            <a:endParaRPr lang="ko-KR" altLang="en-US" sz="900" dirty="0"/>
          </a:p>
        </p:txBody>
      </p:sp>
      <p:graphicFrame>
        <p:nvGraphicFramePr>
          <p:cNvPr id="33" name="표 17">
            <a:extLst>
              <a:ext uri="{FF2B5EF4-FFF2-40B4-BE49-F238E27FC236}">
                <a16:creationId xmlns:a16="http://schemas.microsoft.com/office/drawing/2014/main" id="{D44BCF05-C030-4C24-9A38-51FB585D4078}"/>
              </a:ext>
            </a:extLst>
          </p:cNvPr>
          <p:cNvGraphicFramePr>
            <a:graphicFrameLocks noGrp="1"/>
          </p:cNvGraphicFramePr>
          <p:nvPr>
            <p:extLst>
              <p:ext uri="{D42A27DB-BD31-4B8C-83A1-F6EECF244321}">
                <p14:modId xmlns:p14="http://schemas.microsoft.com/office/powerpoint/2010/main" val="3788554900"/>
              </p:ext>
            </p:extLst>
          </p:nvPr>
        </p:nvGraphicFramePr>
        <p:xfrm>
          <a:off x="3180448" y="3839171"/>
          <a:ext cx="3472494" cy="958215"/>
        </p:xfrm>
        <a:graphic>
          <a:graphicData uri="http://schemas.openxmlformats.org/drawingml/2006/table">
            <a:tbl>
              <a:tblPr firstRow="1" bandRow="1">
                <a:tableStyleId>{5940675A-B579-460E-94D1-54222C63F5DA}</a:tableStyleId>
              </a:tblPr>
              <a:tblGrid>
                <a:gridCol w="3472494">
                  <a:extLst>
                    <a:ext uri="{9D8B030D-6E8A-4147-A177-3AD203B41FA5}">
                      <a16:colId xmlns:a16="http://schemas.microsoft.com/office/drawing/2014/main" val="827257380"/>
                    </a:ext>
                  </a:extLst>
                </a:gridCol>
              </a:tblGrid>
              <a:tr h="958215">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bl>
          </a:graphicData>
        </a:graphic>
      </p:graphicFrame>
      <p:sp>
        <p:nvSpPr>
          <p:cNvPr id="34" name="TextBox 33">
            <a:extLst>
              <a:ext uri="{FF2B5EF4-FFF2-40B4-BE49-F238E27FC236}">
                <a16:creationId xmlns:a16="http://schemas.microsoft.com/office/drawing/2014/main" id="{A4EB7BF1-AAA5-4993-8524-361F0C413696}"/>
              </a:ext>
            </a:extLst>
          </p:cNvPr>
          <p:cNvSpPr txBox="1"/>
          <p:nvPr/>
        </p:nvSpPr>
        <p:spPr>
          <a:xfrm>
            <a:off x="3073630" y="3617167"/>
            <a:ext cx="1351652"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발주상품정보 </a:t>
            </a:r>
            <a:r>
              <a:rPr lang="en-US" altLang="ko-KR" sz="900" dirty="0">
                <a:latin typeface="맑은 고딕" panose="020B0503020000020004" pitchFamily="50" charset="-127"/>
                <a:ea typeface="맑은 고딕" panose="020B0503020000020004" pitchFamily="50" charset="-127"/>
              </a:rPr>
              <a:t>( 12 )</a:t>
            </a:r>
            <a:endParaRPr lang="ko-KR" altLang="en-US" sz="900" dirty="0"/>
          </a:p>
        </p:txBody>
      </p:sp>
      <p:sp>
        <p:nvSpPr>
          <p:cNvPr id="36" name="직사각형 35">
            <a:extLst>
              <a:ext uri="{FF2B5EF4-FFF2-40B4-BE49-F238E27FC236}">
                <a16:creationId xmlns:a16="http://schemas.microsoft.com/office/drawing/2014/main" id="{4172CA3F-078F-42BF-8AF2-EA5A4CCA2845}"/>
              </a:ext>
            </a:extLst>
          </p:cNvPr>
          <p:cNvSpPr/>
          <p:nvPr/>
        </p:nvSpPr>
        <p:spPr>
          <a:xfrm>
            <a:off x="6543760" y="3839171"/>
            <a:ext cx="102358" cy="958215"/>
          </a:xfrm>
          <a:prstGeom prst="rect">
            <a:avLst/>
          </a:prstGeom>
          <a:solidFill>
            <a:schemeClr val="bg1"/>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7" name="직사각형 36">
            <a:extLst>
              <a:ext uri="{FF2B5EF4-FFF2-40B4-BE49-F238E27FC236}">
                <a16:creationId xmlns:a16="http://schemas.microsoft.com/office/drawing/2014/main" id="{F232A3D0-021D-4575-8E82-0438BCEF165D}"/>
              </a:ext>
            </a:extLst>
          </p:cNvPr>
          <p:cNvSpPr/>
          <p:nvPr/>
        </p:nvSpPr>
        <p:spPr>
          <a:xfrm>
            <a:off x="6575465" y="3879114"/>
            <a:ext cx="49377" cy="9212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8" name="그룹 37">
            <a:extLst>
              <a:ext uri="{FF2B5EF4-FFF2-40B4-BE49-F238E27FC236}">
                <a16:creationId xmlns:a16="http://schemas.microsoft.com/office/drawing/2014/main" id="{B7ABFF67-1738-4BC3-A024-D34AE924C235}"/>
              </a:ext>
            </a:extLst>
          </p:cNvPr>
          <p:cNvGrpSpPr/>
          <p:nvPr/>
        </p:nvGrpSpPr>
        <p:grpSpPr>
          <a:xfrm>
            <a:off x="3256311" y="3988686"/>
            <a:ext cx="517956" cy="248122"/>
            <a:chOff x="2681976" y="1955121"/>
            <a:chExt cx="1929510" cy="596970"/>
          </a:xfrm>
        </p:grpSpPr>
        <p:sp>
          <p:nvSpPr>
            <p:cNvPr id="39" name="Border">
              <a:extLst>
                <a:ext uri="{FF2B5EF4-FFF2-40B4-BE49-F238E27FC236}">
                  <a16:creationId xmlns:a16="http://schemas.microsoft.com/office/drawing/2014/main" id="{92795118-248C-49AF-AECD-9C68D7A6889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0" name="Line 2">
              <a:extLst>
                <a:ext uri="{FF2B5EF4-FFF2-40B4-BE49-F238E27FC236}">
                  <a16:creationId xmlns:a16="http://schemas.microsoft.com/office/drawing/2014/main" id="{1F69DE24-EC44-4B02-8500-6E96DFDD9682}"/>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1" name="Line 1">
              <a:extLst>
                <a:ext uri="{FF2B5EF4-FFF2-40B4-BE49-F238E27FC236}">
                  <a16:creationId xmlns:a16="http://schemas.microsoft.com/office/drawing/2014/main" id="{031EAB88-B8D1-4B76-89CF-D24F9587EDD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2" name="TextBox 41">
              <a:extLst>
                <a:ext uri="{FF2B5EF4-FFF2-40B4-BE49-F238E27FC236}">
                  <a16:creationId xmlns:a16="http://schemas.microsoft.com/office/drawing/2014/main" id="{B1CF4B46-5AAE-4EA0-83AB-393BF9CDFAF6}"/>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43" name="직사각형 42">
            <a:extLst>
              <a:ext uri="{FF2B5EF4-FFF2-40B4-BE49-F238E27FC236}">
                <a16:creationId xmlns:a16="http://schemas.microsoft.com/office/drawing/2014/main" id="{9120BD91-FF34-4359-A49B-8AFA24D4D588}"/>
              </a:ext>
            </a:extLst>
          </p:cNvPr>
          <p:cNvSpPr/>
          <p:nvPr/>
        </p:nvSpPr>
        <p:spPr>
          <a:xfrm>
            <a:off x="3774266" y="3901320"/>
            <a:ext cx="2687949"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pSp>
        <p:nvGrpSpPr>
          <p:cNvPr id="44" name="그룹 43">
            <a:extLst>
              <a:ext uri="{FF2B5EF4-FFF2-40B4-BE49-F238E27FC236}">
                <a16:creationId xmlns:a16="http://schemas.microsoft.com/office/drawing/2014/main" id="{63DE094D-1C45-4490-ABB2-DB4C094012C4}"/>
              </a:ext>
            </a:extLst>
          </p:cNvPr>
          <p:cNvGrpSpPr/>
          <p:nvPr/>
        </p:nvGrpSpPr>
        <p:grpSpPr>
          <a:xfrm>
            <a:off x="3256311" y="4434356"/>
            <a:ext cx="517956" cy="248122"/>
            <a:chOff x="2681976" y="1955121"/>
            <a:chExt cx="1929510" cy="596970"/>
          </a:xfrm>
        </p:grpSpPr>
        <p:sp>
          <p:nvSpPr>
            <p:cNvPr id="45" name="Border">
              <a:extLst>
                <a:ext uri="{FF2B5EF4-FFF2-40B4-BE49-F238E27FC236}">
                  <a16:creationId xmlns:a16="http://schemas.microsoft.com/office/drawing/2014/main" id="{B0F62B78-8B8F-479E-B6E7-FF184308B4C3}"/>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6" name="Line 2">
              <a:extLst>
                <a:ext uri="{FF2B5EF4-FFF2-40B4-BE49-F238E27FC236}">
                  <a16:creationId xmlns:a16="http://schemas.microsoft.com/office/drawing/2014/main" id="{A43ECBF3-D581-4576-841A-4D77578E52CE}"/>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7" name="Line 1">
              <a:extLst>
                <a:ext uri="{FF2B5EF4-FFF2-40B4-BE49-F238E27FC236}">
                  <a16:creationId xmlns:a16="http://schemas.microsoft.com/office/drawing/2014/main" id="{C7555AF7-5B9F-4AD9-87C9-EC73C5778EE1}"/>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8" name="TextBox 47">
              <a:extLst>
                <a:ext uri="{FF2B5EF4-FFF2-40B4-BE49-F238E27FC236}">
                  <a16:creationId xmlns:a16="http://schemas.microsoft.com/office/drawing/2014/main" id="{139AAE44-BF5C-47D4-B8B6-8E2C0D18D7C5}"/>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49" name="직사각형 48">
            <a:extLst>
              <a:ext uri="{FF2B5EF4-FFF2-40B4-BE49-F238E27FC236}">
                <a16:creationId xmlns:a16="http://schemas.microsoft.com/office/drawing/2014/main" id="{048D7E8E-85F8-40B5-88C5-0DAD11085351}"/>
              </a:ext>
            </a:extLst>
          </p:cNvPr>
          <p:cNvSpPr/>
          <p:nvPr/>
        </p:nvSpPr>
        <p:spPr>
          <a:xfrm>
            <a:off x="3774266" y="4346990"/>
            <a:ext cx="2687949"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aphicFrame>
        <p:nvGraphicFramePr>
          <p:cNvPr id="35" name="표 34">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3995423508"/>
              </p:ext>
            </p:extLst>
          </p:nvPr>
        </p:nvGraphicFramePr>
        <p:xfrm>
          <a:off x="10171774" y="22159"/>
          <a:ext cx="1979018" cy="20279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RF-02-10-01-2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발주담당</a:t>
                      </a:r>
                      <a:r>
                        <a:rPr lang="ko-KR" altLang="en-US" sz="800" dirty="0"/>
                        <a:t>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t>발주담당</a:t>
                      </a:r>
                      <a:r>
                        <a:rPr lang="ko-KR" altLang="en-US" sz="800" dirty="0"/>
                        <a:t> 목록 </a:t>
                      </a:r>
                      <a:r>
                        <a:rPr lang="en-US" altLang="ko-KR" sz="800" dirty="0"/>
                        <a:t>&gt;</a:t>
                      </a:r>
                      <a:r>
                        <a:rPr lang="en-US" altLang="ko-KR" sz="800" baseline="0" dirty="0"/>
                        <a:t> </a:t>
                      </a:r>
                      <a:r>
                        <a:rPr lang="ko-KR" altLang="en-US" sz="800" dirty="0"/>
                        <a:t>보기</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b="0" dirty="0">
                          <a:solidFill>
                            <a:schemeClr val="tx1"/>
                          </a:solidFill>
                        </a:rPr>
                        <a:t>등록한 발주 담당의 상세 정보를 확인하는 화면</a:t>
                      </a:r>
                      <a:endParaRPr lang="en-US" altLang="ko-KR" sz="800" b="0" dirty="0">
                        <a:solidFill>
                          <a:schemeClr val="tx1"/>
                        </a:solidFill>
                      </a:endParaRP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 등록에서 발주 담당자를 선택한 경우 해당 상품들이 목록으로 보여진다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
        <p:nvSpPr>
          <p:cNvPr id="50" name="TextBox 49">
            <a:extLst>
              <a:ext uri="{FF2B5EF4-FFF2-40B4-BE49-F238E27FC236}">
                <a16:creationId xmlns:a16="http://schemas.microsoft.com/office/drawing/2014/main" id="{38F262C8-ACF8-4FC7-81DA-843C5AB289C5}"/>
              </a:ext>
            </a:extLst>
          </p:cNvPr>
          <p:cNvSpPr txBox="1"/>
          <p:nvPr/>
        </p:nvSpPr>
        <p:spPr>
          <a:xfrm>
            <a:off x="3066806" y="3829821"/>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graphicFrame>
        <p:nvGraphicFramePr>
          <p:cNvPr id="51" name="표 17">
            <a:extLst>
              <a:ext uri="{FF2B5EF4-FFF2-40B4-BE49-F238E27FC236}">
                <a16:creationId xmlns:a16="http://schemas.microsoft.com/office/drawing/2014/main" id="{C5F44C90-67E7-436D-AA96-BEDC508ACB37}"/>
              </a:ext>
            </a:extLst>
          </p:cNvPr>
          <p:cNvGraphicFramePr>
            <a:graphicFrameLocks noGrp="1"/>
          </p:cNvGraphicFramePr>
          <p:nvPr>
            <p:extLst>
              <p:ext uri="{D42A27DB-BD31-4B8C-83A1-F6EECF244321}">
                <p14:modId xmlns:p14="http://schemas.microsoft.com/office/powerpoint/2010/main" val="215268774"/>
              </p:ext>
            </p:extLst>
          </p:nvPr>
        </p:nvGraphicFramePr>
        <p:xfrm>
          <a:off x="3196275" y="3045920"/>
          <a:ext cx="3472494" cy="426720"/>
        </p:xfrm>
        <a:graphic>
          <a:graphicData uri="http://schemas.openxmlformats.org/drawingml/2006/table">
            <a:tbl>
              <a:tblPr firstRow="1" bandRow="1">
                <a:tableStyleId>{5940675A-B579-460E-94D1-54222C63F5DA}</a:tableStyleId>
              </a:tblPr>
              <a:tblGrid>
                <a:gridCol w="927528">
                  <a:extLst>
                    <a:ext uri="{9D8B030D-6E8A-4147-A177-3AD203B41FA5}">
                      <a16:colId xmlns:a16="http://schemas.microsoft.com/office/drawing/2014/main" val="827257380"/>
                    </a:ext>
                  </a:extLst>
                </a:gridCol>
                <a:gridCol w="2544966">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우편번호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19987</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err="1">
                          <a:solidFill>
                            <a:schemeClr val="tx1"/>
                          </a:solidFill>
                        </a:rPr>
                        <a:t>출고지</a:t>
                      </a:r>
                      <a:endParaRPr lang="ko-KR" altLang="en-US" sz="800"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서울시 강남구 삼성동 </a:t>
                      </a:r>
                      <a:r>
                        <a:rPr lang="en-US" altLang="ko-KR" sz="800" dirty="0"/>
                        <a:t>2283-33 6</a:t>
                      </a:r>
                      <a:r>
                        <a:rPr lang="ko-KR" altLang="en-US" sz="800" dirty="0"/>
                        <a:t>층</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bl>
          </a:graphicData>
        </a:graphic>
      </p:graphicFrame>
      <p:sp>
        <p:nvSpPr>
          <p:cNvPr id="52" name="TextBox 51">
            <a:extLst>
              <a:ext uri="{FF2B5EF4-FFF2-40B4-BE49-F238E27FC236}">
                <a16:creationId xmlns:a16="http://schemas.microsoft.com/office/drawing/2014/main" id="{E008BCB5-93EB-40B3-81EA-0D26BCA06207}"/>
              </a:ext>
            </a:extLst>
          </p:cNvPr>
          <p:cNvSpPr txBox="1"/>
          <p:nvPr/>
        </p:nvSpPr>
        <p:spPr>
          <a:xfrm>
            <a:off x="3089457" y="2823915"/>
            <a:ext cx="95731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err="1">
                <a:latin typeface="맑은 고딕" panose="020B0503020000020004" pitchFamily="50" charset="-127"/>
                <a:ea typeface="맑은 고딕" panose="020B0503020000020004" pitchFamily="50" charset="-127"/>
              </a:rPr>
              <a:t>출고지</a:t>
            </a:r>
            <a:r>
              <a:rPr lang="ko-KR" altLang="en-US" sz="900" dirty="0">
                <a:latin typeface="맑은 고딕" panose="020B0503020000020004" pitchFamily="50" charset="-127"/>
                <a:ea typeface="맑은 고딕" panose="020B0503020000020004" pitchFamily="50" charset="-127"/>
              </a:rPr>
              <a:t> 주소</a:t>
            </a:r>
            <a:endParaRPr lang="ko-KR" altLang="en-US" sz="900" dirty="0"/>
          </a:p>
        </p:txBody>
      </p:sp>
    </p:spTree>
    <p:extLst>
      <p:ext uri="{BB962C8B-B14F-4D97-AF65-F5344CB8AC3E}">
        <p14:creationId xmlns:p14="http://schemas.microsoft.com/office/powerpoint/2010/main" val="617192215"/>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19B04831-EE00-470E-9CDE-C766B78D49C1}"/>
              </a:ext>
            </a:extLst>
          </p:cNvPr>
          <p:cNvSpPr/>
          <p:nvPr/>
        </p:nvSpPr>
        <p:spPr>
          <a:xfrm>
            <a:off x="1217979" y="2375626"/>
            <a:ext cx="7446327" cy="3922228"/>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3" name="TextBox 2">
            <a:extLst>
              <a:ext uri="{FF2B5EF4-FFF2-40B4-BE49-F238E27FC236}">
                <a16:creationId xmlns:a16="http://schemas.microsoft.com/office/drawing/2014/main" id="{777F41B7-6868-49A8-8372-691B90799466}"/>
              </a:ext>
            </a:extLst>
          </p:cNvPr>
          <p:cNvSpPr txBox="1"/>
          <p:nvPr/>
        </p:nvSpPr>
        <p:spPr>
          <a:xfrm>
            <a:off x="1319302" y="2503664"/>
            <a:ext cx="1188146"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err="1">
                <a:latin typeface="맑은 고딕" panose="020B0503020000020004" pitchFamily="50" charset="-127"/>
                <a:ea typeface="맑은 고딕" panose="020B0503020000020004" pitchFamily="50" charset="-127"/>
              </a:rPr>
              <a:t>발주담당자</a:t>
            </a:r>
            <a:r>
              <a:rPr lang="ko-KR" altLang="en-US" sz="900" dirty="0">
                <a:latin typeface="맑은 고딕" panose="020B0503020000020004" pitchFamily="50" charset="-127"/>
                <a:ea typeface="맑은 고딕" panose="020B0503020000020004" pitchFamily="50" charset="-127"/>
              </a:rPr>
              <a:t> 수정</a:t>
            </a:r>
            <a:endParaRPr lang="ko-KR" altLang="en-US" sz="900" dirty="0"/>
          </a:p>
        </p:txBody>
      </p:sp>
      <p:grpSp>
        <p:nvGrpSpPr>
          <p:cNvPr id="8" name="Image">
            <a:extLst>
              <a:ext uri="{FF2B5EF4-FFF2-40B4-BE49-F238E27FC236}">
                <a16:creationId xmlns:a16="http://schemas.microsoft.com/office/drawing/2014/main" id="{6FFD0ECE-4250-476F-BB6E-2295F8B04674}"/>
              </a:ext>
            </a:extLst>
          </p:cNvPr>
          <p:cNvGrpSpPr>
            <a:grpSpLocks/>
          </p:cNvGrpSpPr>
          <p:nvPr/>
        </p:nvGrpSpPr>
        <p:grpSpPr bwMode="auto">
          <a:xfrm>
            <a:off x="8158435" y="2460182"/>
            <a:ext cx="204716" cy="209797"/>
            <a:chOff x="508000" y="1397000"/>
            <a:chExt cx="1008112" cy="1008112"/>
          </a:xfrm>
        </p:grpSpPr>
        <p:sp>
          <p:nvSpPr>
            <p:cNvPr id="9" name="Border">
              <a:extLst>
                <a:ext uri="{FF2B5EF4-FFF2-40B4-BE49-F238E27FC236}">
                  <a16:creationId xmlns:a16="http://schemas.microsoft.com/office/drawing/2014/main" id="{F80F6CD3-42C9-43C4-89C3-DFF4B8C431C6}"/>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Line 2">
              <a:extLst>
                <a:ext uri="{FF2B5EF4-FFF2-40B4-BE49-F238E27FC236}">
                  <a16:creationId xmlns:a16="http://schemas.microsoft.com/office/drawing/2014/main" id="{8F68C890-1A3D-4963-B707-0EB86CC43B91}"/>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 name="Line 1">
              <a:extLst>
                <a:ext uri="{FF2B5EF4-FFF2-40B4-BE49-F238E27FC236}">
                  <a16:creationId xmlns:a16="http://schemas.microsoft.com/office/drawing/2014/main" id="{5CC25729-F055-4157-A5BB-CE4EB20E6940}"/>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aphicFrame>
        <p:nvGraphicFramePr>
          <p:cNvPr id="23" name="표 22">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2463976706"/>
              </p:ext>
            </p:extLst>
          </p:nvPr>
        </p:nvGraphicFramePr>
        <p:xfrm>
          <a:off x="10171774" y="22159"/>
          <a:ext cx="1979018" cy="440539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RF-02-10-01-3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발주담당</a:t>
                      </a:r>
                      <a:r>
                        <a:rPr lang="ko-KR" altLang="en-US" sz="800" dirty="0"/>
                        <a:t>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t>발주담당</a:t>
                      </a:r>
                      <a:r>
                        <a:rPr lang="ko-KR" altLang="en-US" sz="800" dirty="0"/>
                        <a:t> 목록 </a:t>
                      </a:r>
                      <a:r>
                        <a:rPr lang="en-US" altLang="ko-KR" sz="800" dirty="0"/>
                        <a:t>&gt; </a:t>
                      </a:r>
                      <a:r>
                        <a:rPr lang="ko-KR" altLang="en-US" sz="800" dirty="0"/>
                        <a:t>수정</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등록한 발주 담당의 정보를 수정하는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72801904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등록된 발주 담당의 이메일과 입력한 이메일의 정보가 같은지 확인한다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입력한 이메일과 중복된 이메일 정보가 있을 경우 알림 메시지를 생성한다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626869050"/>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입력한 발주 담당 정보를 등록한다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이메일 입력과</a:t>
                      </a:r>
                      <a:r>
                        <a:rPr lang="en-US" altLang="ko-KR" sz="800" b="0" dirty="0">
                          <a:solidFill>
                            <a:schemeClr val="tx1"/>
                          </a:solidFill>
                        </a:rPr>
                        <a:t> </a:t>
                      </a:r>
                      <a:r>
                        <a:rPr lang="ko-KR" altLang="en-US" sz="800" b="0" dirty="0">
                          <a:solidFill>
                            <a:schemeClr val="tx1"/>
                          </a:solidFill>
                        </a:rPr>
                        <a:t>발주 담당자 입력을 하지 않은 경우에는 등록이 거부된다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이메일 중</a:t>
                      </a:r>
                      <a:r>
                        <a:rPr lang="ko-KR" altLang="en-US" sz="800" b="0" baseline="0" dirty="0">
                          <a:solidFill>
                            <a:schemeClr val="tx1"/>
                          </a:solidFill>
                        </a:rPr>
                        <a:t>복 확인 결과 같은 이메일이 있는 경우에는 등록이 거부된다</a:t>
                      </a:r>
                      <a:r>
                        <a:rPr lang="en-US" altLang="ko-KR" sz="800" b="0" baseline="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baseline="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baseline="0" dirty="0">
                          <a:solidFill>
                            <a:schemeClr val="tx1"/>
                          </a:solidFill>
                        </a:rPr>
                        <a:t>발주 담당자 수정 화면에서는 이메일을 새로 입력하지 않은 경우에는 중복 확인이 되어 있다고 가정한다</a:t>
                      </a:r>
                      <a:r>
                        <a:rPr lang="en-US" altLang="ko-KR" sz="800" b="0" baseline="0" dirty="0">
                          <a:solidFill>
                            <a:schemeClr val="tx1"/>
                          </a:solidFill>
                        </a:rPr>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708050733"/>
                  </a:ext>
                </a:extLst>
              </a:tr>
            </a:tbl>
          </a:graphicData>
        </a:graphic>
      </p:graphicFrame>
      <p:sp>
        <p:nvSpPr>
          <p:cNvPr id="24" name="타원 23">
            <a:extLst>
              <a:ext uri="{FF2B5EF4-FFF2-40B4-BE49-F238E27FC236}">
                <a16:creationId xmlns:a16="http://schemas.microsoft.com/office/drawing/2014/main" id="{B1513A05-975F-4C41-8001-66664BA372E7}"/>
              </a:ext>
            </a:extLst>
          </p:cNvPr>
          <p:cNvSpPr/>
          <p:nvPr/>
        </p:nvSpPr>
        <p:spPr>
          <a:xfrm>
            <a:off x="8363151" y="1852637"/>
            <a:ext cx="491319" cy="357563"/>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6" name="직선 화살표 연결선 25">
            <a:extLst>
              <a:ext uri="{FF2B5EF4-FFF2-40B4-BE49-F238E27FC236}">
                <a16:creationId xmlns:a16="http://schemas.microsoft.com/office/drawing/2014/main" id="{D8A61CF3-4CF1-4B99-89E2-9ED2191A77B9}"/>
              </a:ext>
            </a:extLst>
          </p:cNvPr>
          <p:cNvCxnSpPr>
            <a:cxnSpLocks/>
            <a:stCxn id="24" idx="2"/>
          </p:cNvCxnSpPr>
          <p:nvPr/>
        </p:nvCxnSpPr>
        <p:spPr>
          <a:xfrm flipH="1">
            <a:off x="7074847" y="2031419"/>
            <a:ext cx="1288304" cy="331076"/>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8" name="타원 27">
            <a:extLst>
              <a:ext uri="{FF2B5EF4-FFF2-40B4-BE49-F238E27FC236}">
                <a16:creationId xmlns:a16="http://schemas.microsoft.com/office/drawing/2014/main" id="{059144A2-0DA1-41A7-A50D-7273257933EB}"/>
              </a:ext>
            </a:extLst>
          </p:cNvPr>
          <p:cNvSpPr/>
          <p:nvPr/>
        </p:nvSpPr>
        <p:spPr>
          <a:xfrm>
            <a:off x="6900267" y="2910473"/>
            <a:ext cx="1210733"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9" name="직선 화살표 연결선 28">
            <a:extLst>
              <a:ext uri="{FF2B5EF4-FFF2-40B4-BE49-F238E27FC236}">
                <a16:creationId xmlns:a16="http://schemas.microsoft.com/office/drawing/2014/main" id="{0720530E-7DBF-4C74-B38E-1189B044580D}"/>
              </a:ext>
            </a:extLst>
          </p:cNvPr>
          <p:cNvCxnSpPr>
            <a:cxnSpLocks/>
            <a:stCxn id="28" idx="4"/>
            <a:endCxn id="30" idx="0"/>
          </p:cNvCxnSpPr>
          <p:nvPr/>
        </p:nvCxnSpPr>
        <p:spPr>
          <a:xfrm>
            <a:off x="7505634" y="3354097"/>
            <a:ext cx="671029" cy="894495"/>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7" name="TextBox 26">
            <a:extLst>
              <a:ext uri="{FF2B5EF4-FFF2-40B4-BE49-F238E27FC236}">
                <a16:creationId xmlns:a16="http://schemas.microsoft.com/office/drawing/2014/main" id="{38F262C8-ACF8-4FC7-81DA-843C5AB289C5}"/>
              </a:ext>
            </a:extLst>
          </p:cNvPr>
          <p:cNvSpPr txBox="1"/>
          <p:nvPr/>
        </p:nvSpPr>
        <p:spPr>
          <a:xfrm>
            <a:off x="7859008" y="2862662"/>
            <a:ext cx="251992" cy="230832"/>
          </a:xfrm>
          <a:prstGeom prst="rect">
            <a:avLst/>
          </a:prstGeom>
          <a:solidFill>
            <a:srgbClr val="FF0000"/>
          </a:solidFill>
        </p:spPr>
        <p:txBody>
          <a:bodyPr wrap="square" rtlCol="0">
            <a:spAutoFit/>
          </a:bodyPr>
          <a:lstStyle/>
          <a:p>
            <a:r>
              <a:rPr lang="en-US" altLang="ko-KR" sz="900" b="1" dirty="0">
                <a:solidFill>
                  <a:schemeClr val="bg1"/>
                </a:solidFill>
              </a:rPr>
              <a:t>1</a:t>
            </a:r>
            <a:endParaRPr lang="ko-KR" altLang="en-US" sz="900" b="1" dirty="0">
              <a:solidFill>
                <a:schemeClr val="bg1"/>
              </a:solidFill>
            </a:endParaRPr>
          </a:p>
        </p:txBody>
      </p:sp>
      <p:graphicFrame>
        <p:nvGraphicFramePr>
          <p:cNvPr id="35" name="표 34">
            <a:extLst>
              <a:ext uri="{FF2B5EF4-FFF2-40B4-BE49-F238E27FC236}">
                <a16:creationId xmlns:a16="http://schemas.microsoft.com/office/drawing/2014/main" id="{C0355C0A-B8DE-4CB3-81AE-2B1395C3FE2C}"/>
              </a:ext>
            </a:extLst>
          </p:cNvPr>
          <p:cNvGraphicFramePr>
            <a:graphicFrameLocks noGrp="1"/>
          </p:cNvGraphicFramePr>
          <p:nvPr>
            <p:extLst>
              <p:ext uri="{D42A27DB-BD31-4B8C-83A1-F6EECF244321}">
                <p14:modId xmlns:p14="http://schemas.microsoft.com/office/powerpoint/2010/main" val="3220561902"/>
              </p:ext>
            </p:extLst>
          </p:nvPr>
        </p:nvGraphicFramePr>
        <p:xfrm>
          <a:off x="1376482" y="2798017"/>
          <a:ext cx="6986669" cy="2880360"/>
        </p:xfrm>
        <a:graphic>
          <a:graphicData uri="http://schemas.openxmlformats.org/drawingml/2006/table">
            <a:tbl>
              <a:tblPr firstRow="1" bandRow="1">
                <a:tableStyleId>{5C22544A-7EE6-4342-B048-85BDC9FD1C3A}</a:tableStyleId>
              </a:tblPr>
              <a:tblGrid>
                <a:gridCol w="1070685">
                  <a:extLst>
                    <a:ext uri="{9D8B030D-6E8A-4147-A177-3AD203B41FA5}">
                      <a16:colId xmlns:a16="http://schemas.microsoft.com/office/drawing/2014/main" val="20000"/>
                    </a:ext>
                  </a:extLst>
                </a:gridCol>
                <a:gridCol w="5915984">
                  <a:extLst>
                    <a:ext uri="{9D8B030D-6E8A-4147-A177-3AD203B41FA5}">
                      <a16:colId xmlns:a16="http://schemas.microsoft.com/office/drawing/2014/main" val="20001"/>
                    </a:ext>
                  </a:extLst>
                </a:gridCol>
              </a:tblGrid>
              <a:tr h="0">
                <a:tc>
                  <a:txBody>
                    <a:bodyPr/>
                    <a:lstStyle/>
                    <a:p>
                      <a:pPr latinLnBrk="1"/>
                      <a:r>
                        <a:rPr lang="ko-KR" altLang="en-US" sz="900" b="0" dirty="0">
                          <a:solidFill>
                            <a:schemeClr val="tx1"/>
                          </a:solidFill>
                        </a:rPr>
                        <a:t>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사용     ○ 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543731296"/>
                  </a:ext>
                </a:extLst>
              </a:tr>
              <a:tr h="0">
                <a:tc>
                  <a:txBody>
                    <a:bodyPr/>
                    <a:lstStyle/>
                    <a:p>
                      <a:pPr latinLnBrk="1"/>
                      <a:r>
                        <a:rPr lang="ko-KR" altLang="en-US" sz="900" b="0" dirty="0">
                          <a:solidFill>
                            <a:schemeClr val="tx1"/>
                          </a:solidFill>
                        </a:rPr>
                        <a:t>이메일</a:t>
                      </a:r>
                      <a:r>
                        <a:rPr lang="ko-KR" altLang="en-US" sz="900" b="1" dirty="0">
                          <a:solidFill>
                            <a:srgbClr val="FF0000"/>
                          </a:solidFill>
                        </a:rPr>
                        <a:t> </a:t>
                      </a:r>
                      <a:r>
                        <a:rPr lang="en-US" altLang="ko-KR" sz="900" b="1" dirty="0">
                          <a:solidFill>
                            <a:srgbClr val="FF0000"/>
                          </a:solidFill>
                        </a:rPr>
                        <a:t>*</a:t>
                      </a:r>
                      <a:endParaRPr lang="ko-KR" altLang="en-US" sz="900" b="1" dirty="0">
                        <a:solidFill>
                          <a:srgbClr val="FF0000"/>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900" b="0" dirty="0">
                          <a:solidFill>
                            <a:schemeClr val="tx1"/>
                          </a:solidFill>
                        </a:rPr>
                        <a:t>발주담당자</a:t>
                      </a:r>
                      <a:r>
                        <a:rPr lang="ko-KR" altLang="en-US" sz="900" b="1" dirty="0">
                          <a:solidFill>
                            <a:srgbClr val="FF0000"/>
                          </a:solidFill>
                        </a:rPr>
                        <a:t> </a:t>
                      </a:r>
                      <a:r>
                        <a:rPr lang="en-US" altLang="ko-KR" sz="900" b="1" dirty="0">
                          <a:solidFill>
                            <a:srgbClr val="FF0000"/>
                          </a:solidFill>
                        </a:rPr>
                        <a:t>*</a:t>
                      </a:r>
                      <a:endParaRPr lang="ko-KR" altLang="en-US" sz="900" b="1" dirty="0">
                        <a:solidFill>
                          <a:srgbClr val="FF0000"/>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3440615"/>
                  </a:ext>
                </a:extLst>
              </a:tr>
              <a:tr h="0">
                <a:tc>
                  <a:txBody>
                    <a:bodyPr/>
                    <a:lstStyle/>
                    <a:p>
                      <a:pPr latinLnBrk="1"/>
                      <a:r>
                        <a:rPr lang="ko-KR" altLang="en-US" sz="900" b="0" dirty="0">
                          <a:solidFill>
                            <a:schemeClr val="tx1"/>
                          </a:solidFill>
                        </a:rPr>
                        <a:t>접속기간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17744534"/>
                  </a:ext>
                </a:extLst>
              </a:tr>
              <a:tr h="0">
                <a:tc>
                  <a:txBody>
                    <a:bodyPr/>
                    <a:lstStyle/>
                    <a:p>
                      <a:pPr latinLnBrk="1"/>
                      <a:r>
                        <a:rPr lang="ko-KR" altLang="en-US" sz="900" b="0" dirty="0" err="1">
                          <a:solidFill>
                            <a:schemeClr val="tx1"/>
                          </a:solidFill>
                        </a:rPr>
                        <a:t>출고지</a:t>
                      </a:r>
                      <a:r>
                        <a:rPr lang="ko-KR" altLang="en-US" sz="900" b="0" dirty="0">
                          <a:solidFill>
                            <a:schemeClr val="tx1"/>
                          </a:solidFill>
                        </a:rPr>
                        <a:t> 주소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342740297"/>
                  </a:ext>
                </a:extLst>
              </a:tr>
              <a:tr h="0">
                <a:tc>
                  <a:txBody>
                    <a:bodyPr/>
                    <a:lstStyle/>
                    <a:p>
                      <a:pPr latinLnBrk="1"/>
                      <a:r>
                        <a:rPr lang="ko-KR" altLang="en-US" sz="900" b="0" dirty="0">
                          <a:solidFill>
                            <a:schemeClr val="tx1"/>
                          </a:solidFill>
                        </a:rPr>
                        <a:t>메모</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907607494"/>
                  </a:ext>
                </a:extLst>
              </a:tr>
            </a:tbl>
          </a:graphicData>
        </a:graphic>
      </p:graphicFrame>
      <p:sp>
        <p:nvSpPr>
          <p:cNvPr id="36" name="직사각형 35">
            <a:extLst>
              <a:ext uri="{FF2B5EF4-FFF2-40B4-BE49-F238E27FC236}">
                <a16:creationId xmlns:a16="http://schemas.microsoft.com/office/drawing/2014/main" id="{CABFF829-C7FE-4665-AEFC-71A98510EF56}"/>
              </a:ext>
            </a:extLst>
          </p:cNvPr>
          <p:cNvSpPr/>
          <p:nvPr/>
        </p:nvSpPr>
        <p:spPr>
          <a:xfrm>
            <a:off x="2535443" y="3280489"/>
            <a:ext cx="5379713"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37" name="직사각형 36">
            <a:extLst>
              <a:ext uri="{FF2B5EF4-FFF2-40B4-BE49-F238E27FC236}">
                <a16:creationId xmlns:a16="http://schemas.microsoft.com/office/drawing/2014/main" id="{C8269050-FA27-4D97-B9BB-418BFEE7526B}"/>
              </a:ext>
            </a:extLst>
          </p:cNvPr>
          <p:cNvSpPr/>
          <p:nvPr/>
        </p:nvSpPr>
        <p:spPr>
          <a:xfrm>
            <a:off x="5303191" y="3058148"/>
            <a:ext cx="1758935"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직접입력                           ▼</a:t>
            </a:r>
            <a:endParaRPr lang="en-US" altLang="ko-KR" sz="800" dirty="0">
              <a:solidFill>
                <a:schemeClr val="tx1">
                  <a:lumMod val="50000"/>
                  <a:lumOff val="50000"/>
                </a:schemeClr>
              </a:solidFill>
            </a:endParaRPr>
          </a:p>
        </p:txBody>
      </p:sp>
      <p:sp>
        <p:nvSpPr>
          <p:cNvPr id="38" name="직사각형 37">
            <a:extLst>
              <a:ext uri="{FF2B5EF4-FFF2-40B4-BE49-F238E27FC236}">
                <a16:creationId xmlns:a16="http://schemas.microsoft.com/office/drawing/2014/main" id="{34E5B983-E0FC-48C1-AA4D-8ED80F0C982E}"/>
              </a:ext>
            </a:extLst>
          </p:cNvPr>
          <p:cNvSpPr/>
          <p:nvPr/>
        </p:nvSpPr>
        <p:spPr>
          <a:xfrm>
            <a:off x="2535443" y="3058148"/>
            <a:ext cx="1274119"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39" name="직사각형 38">
            <a:extLst>
              <a:ext uri="{FF2B5EF4-FFF2-40B4-BE49-F238E27FC236}">
                <a16:creationId xmlns:a16="http://schemas.microsoft.com/office/drawing/2014/main" id="{0F7754FD-FCBD-4569-8403-8C02BCE6A0BE}"/>
              </a:ext>
            </a:extLst>
          </p:cNvPr>
          <p:cNvSpPr/>
          <p:nvPr/>
        </p:nvSpPr>
        <p:spPr>
          <a:xfrm>
            <a:off x="3962374" y="3058148"/>
            <a:ext cx="1274119"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0" name="직사각형 39">
            <a:extLst>
              <a:ext uri="{FF2B5EF4-FFF2-40B4-BE49-F238E27FC236}">
                <a16:creationId xmlns:a16="http://schemas.microsoft.com/office/drawing/2014/main" id="{D5430DF8-606D-4647-932A-C3BFCFAFBD63}"/>
              </a:ext>
            </a:extLst>
          </p:cNvPr>
          <p:cNvSpPr/>
          <p:nvPr/>
        </p:nvSpPr>
        <p:spPr>
          <a:xfrm>
            <a:off x="7128824" y="3058148"/>
            <a:ext cx="786332" cy="16936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solidFill>
                  <a:schemeClr val="bg1"/>
                </a:solidFill>
              </a:rPr>
              <a:t>중복확인</a:t>
            </a:r>
            <a:endParaRPr lang="en-US" altLang="ko-KR" sz="700" b="1" dirty="0">
              <a:solidFill>
                <a:schemeClr val="bg1"/>
              </a:solidFill>
            </a:endParaRPr>
          </a:p>
        </p:txBody>
      </p:sp>
      <p:sp>
        <p:nvSpPr>
          <p:cNvPr id="41" name="직사각형 40">
            <a:extLst>
              <a:ext uri="{FF2B5EF4-FFF2-40B4-BE49-F238E27FC236}">
                <a16:creationId xmlns:a16="http://schemas.microsoft.com/office/drawing/2014/main" id="{18F6FCB5-63B4-480E-9DE9-476F009E0AF8}"/>
              </a:ext>
            </a:extLst>
          </p:cNvPr>
          <p:cNvSpPr/>
          <p:nvPr/>
        </p:nvSpPr>
        <p:spPr>
          <a:xfrm>
            <a:off x="2535443" y="3536052"/>
            <a:ext cx="792089"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42" name="그림 41">
            <a:extLst>
              <a:ext uri="{FF2B5EF4-FFF2-40B4-BE49-F238E27FC236}">
                <a16:creationId xmlns:a16="http://schemas.microsoft.com/office/drawing/2014/main" id="{7D5A863D-01F4-44EB-95CB-FC59EEB9E8EB}"/>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387985" y="3529093"/>
            <a:ext cx="146839" cy="146839"/>
          </a:xfrm>
          <a:prstGeom prst="rect">
            <a:avLst/>
          </a:prstGeom>
        </p:spPr>
      </p:pic>
      <p:sp>
        <p:nvSpPr>
          <p:cNvPr id="43" name="직사각형 42">
            <a:extLst>
              <a:ext uri="{FF2B5EF4-FFF2-40B4-BE49-F238E27FC236}">
                <a16:creationId xmlns:a16="http://schemas.microsoft.com/office/drawing/2014/main" id="{2AA83853-9DA6-4C81-802F-FD7B1AA2F923}"/>
              </a:ext>
            </a:extLst>
          </p:cNvPr>
          <p:cNvSpPr/>
          <p:nvPr/>
        </p:nvSpPr>
        <p:spPr>
          <a:xfrm>
            <a:off x="3642755" y="3536052"/>
            <a:ext cx="654027"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시 선택▼</a:t>
            </a:r>
            <a:endParaRPr lang="en-US" altLang="ko-KR" sz="800" dirty="0">
              <a:solidFill>
                <a:schemeClr val="tx1">
                  <a:lumMod val="50000"/>
                  <a:lumOff val="50000"/>
                </a:schemeClr>
              </a:solidFill>
            </a:endParaRPr>
          </a:p>
        </p:txBody>
      </p:sp>
      <p:sp>
        <p:nvSpPr>
          <p:cNvPr id="44" name="TextBox 43">
            <a:extLst>
              <a:ext uri="{FF2B5EF4-FFF2-40B4-BE49-F238E27FC236}">
                <a16:creationId xmlns:a16="http://schemas.microsoft.com/office/drawing/2014/main" id="{73F01CFC-3AC1-4589-8292-BD5B6B0A4EE3}"/>
              </a:ext>
            </a:extLst>
          </p:cNvPr>
          <p:cNvSpPr txBox="1"/>
          <p:nvPr/>
        </p:nvSpPr>
        <p:spPr>
          <a:xfrm>
            <a:off x="4272305" y="3479154"/>
            <a:ext cx="264816" cy="230832"/>
          </a:xfrm>
          <a:prstGeom prst="rect">
            <a:avLst/>
          </a:prstGeom>
          <a:noFill/>
        </p:spPr>
        <p:txBody>
          <a:bodyPr wrap="none" rtlCol="0">
            <a:spAutoFit/>
          </a:bodyPr>
          <a:lstStyle/>
          <a:p>
            <a:r>
              <a:rPr lang="en-US" altLang="ko-KR" sz="900" dirty="0"/>
              <a:t>~</a:t>
            </a:r>
            <a:endParaRPr lang="ko-KR" altLang="en-US" sz="900" dirty="0"/>
          </a:p>
        </p:txBody>
      </p:sp>
      <p:sp>
        <p:nvSpPr>
          <p:cNvPr id="45" name="직사각형 44">
            <a:extLst>
              <a:ext uri="{FF2B5EF4-FFF2-40B4-BE49-F238E27FC236}">
                <a16:creationId xmlns:a16="http://schemas.microsoft.com/office/drawing/2014/main" id="{03CD5D96-FF7C-4522-9AE6-F058D8776F03}"/>
              </a:ext>
            </a:extLst>
          </p:cNvPr>
          <p:cNvSpPr/>
          <p:nvPr/>
        </p:nvSpPr>
        <p:spPr>
          <a:xfrm>
            <a:off x="4530287" y="3536052"/>
            <a:ext cx="792089"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46" name="그림 45">
            <a:extLst>
              <a:ext uri="{FF2B5EF4-FFF2-40B4-BE49-F238E27FC236}">
                <a16:creationId xmlns:a16="http://schemas.microsoft.com/office/drawing/2014/main" id="{65C7D694-F6C1-4DB7-AF33-AB88B9583297}"/>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382829" y="3529093"/>
            <a:ext cx="146839" cy="146839"/>
          </a:xfrm>
          <a:prstGeom prst="rect">
            <a:avLst/>
          </a:prstGeom>
        </p:spPr>
      </p:pic>
      <p:sp>
        <p:nvSpPr>
          <p:cNvPr id="47" name="직사각형 46">
            <a:extLst>
              <a:ext uri="{FF2B5EF4-FFF2-40B4-BE49-F238E27FC236}">
                <a16:creationId xmlns:a16="http://schemas.microsoft.com/office/drawing/2014/main" id="{022F9EA3-3D1E-480D-933A-6BF5ABAF7C7E}"/>
              </a:ext>
            </a:extLst>
          </p:cNvPr>
          <p:cNvSpPr/>
          <p:nvPr/>
        </p:nvSpPr>
        <p:spPr>
          <a:xfrm>
            <a:off x="5637599" y="3536052"/>
            <a:ext cx="654027"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시 선택▼</a:t>
            </a:r>
            <a:endParaRPr lang="en-US" altLang="ko-KR" sz="800" dirty="0">
              <a:solidFill>
                <a:schemeClr val="tx1">
                  <a:lumMod val="50000"/>
                  <a:lumOff val="50000"/>
                </a:schemeClr>
              </a:solidFill>
            </a:endParaRPr>
          </a:p>
        </p:txBody>
      </p:sp>
      <p:sp>
        <p:nvSpPr>
          <p:cNvPr id="48" name="직사각형 47">
            <a:extLst>
              <a:ext uri="{FF2B5EF4-FFF2-40B4-BE49-F238E27FC236}">
                <a16:creationId xmlns:a16="http://schemas.microsoft.com/office/drawing/2014/main" id="{1F5B153E-799B-4789-BECA-C902B705BFA6}"/>
              </a:ext>
            </a:extLst>
          </p:cNvPr>
          <p:cNvSpPr/>
          <p:nvPr/>
        </p:nvSpPr>
        <p:spPr>
          <a:xfrm>
            <a:off x="2535442" y="4544978"/>
            <a:ext cx="5379713" cy="1007100"/>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49" name="TextBox 48">
            <a:extLst>
              <a:ext uri="{FF2B5EF4-FFF2-40B4-BE49-F238E27FC236}">
                <a16:creationId xmlns:a16="http://schemas.microsoft.com/office/drawing/2014/main" id="{460FD130-2C50-4F32-94A1-EF3E63CEF45B}"/>
              </a:ext>
            </a:extLst>
          </p:cNvPr>
          <p:cNvSpPr txBox="1"/>
          <p:nvPr/>
        </p:nvSpPr>
        <p:spPr>
          <a:xfrm>
            <a:off x="7807381" y="2942732"/>
            <a:ext cx="251992" cy="230832"/>
          </a:xfrm>
          <a:prstGeom prst="rect">
            <a:avLst/>
          </a:prstGeom>
          <a:solidFill>
            <a:srgbClr val="FF0000"/>
          </a:solidFill>
        </p:spPr>
        <p:txBody>
          <a:bodyPr wrap="square" rtlCol="0">
            <a:spAutoFit/>
          </a:bodyPr>
          <a:lstStyle/>
          <a:p>
            <a:r>
              <a:rPr lang="en-US" altLang="ko-KR" sz="900" b="1" dirty="0">
                <a:solidFill>
                  <a:schemeClr val="bg1"/>
                </a:solidFill>
              </a:rPr>
              <a:t>1</a:t>
            </a:r>
            <a:endParaRPr lang="ko-KR" altLang="en-US" sz="900" b="1" dirty="0">
              <a:solidFill>
                <a:schemeClr val="bg1"/>
              </a:solidFill>
            </a:endParaRPr>
          </a:p>
        </p:txBody>
      </p:sp>
      <p:sp>
        <p:nvSpPr>
          <p:cNvPr id="50" name="타원 49">
            <a:extLst>
              <a:ext uri="{FF2B5EF4-FFF2-40B4-BE49-F238E27FC236}">
                <a16:creationId xmlns:a16="http://schemas.microsoft.com/office/drawing/2014/main" id="{A32DE675-CF93-4205-8D4C-D370D1B849D0}"/>
              </a:ext>
            </a:extLst>
          </p:cNvPr>
          <p:cNvSpPr/>
          <p:nvPr/>
        </p:nvSpPr>
        <p:spPr>
          <a:xfrm>
            <a:off x="6960635" y="2940082"/>
            <a:ext cx="1210733"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51" name="직선 화살표 연결선 50">
            <a:extLst>
              <a:ext uri="{FF2B5EF4-FFF2-40B4-BE49-F238E27FC236}">
                <a16:creationId xmlns:a16="http://schemas.microsoft.com/office/drawing/2014/main" id="{44871CC3-606C-4DA6-883D-D453B40764F4}"/>
              </a:ext>
            </a:extLst>
          </p:cNvPr>
          <p:cNvCxnSpPr>
            <a:cxnSpLocks/>
            <a:stCxn id="50" idx="4"/>
          </p:cNvCxnSpPr>
          <p:nvPr/>
        </p:nvCxnSpPr>
        <p:spPr>
          <a:xfrm>
            <a:off x="7566002" y="3383706"/>
            <a:ext cx="585008" cy="82480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52" name="직사각형 51">
            <a:extLst>
              <a:ext uri="{FF2B5EF4-FFF2-40B4-BE49-F238E27FC236}">
                <a16:creationId xmlns:a16="http://schemas.microsoft.com/office/drawing/2014/main" id="{5EAFC706-7B2D-431F-B0C5-5E3F6316B8A3}"/>
              </a:ext>
            </a:extLst>
          </p:cNvPr>
          <p:cNvSpPr/>
          <p:nvPr/>
        </p:nvSpPr>
        <p:spPr>
          <a:xfrm>
            <a:off x="3436100" y="3783590"/>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우편번호찾기</a:t>
            </a:r>
            <a:endParaRPr lang="ko-KR" altLang="en-US" sz="800" dirty="0">
              <a:solidFill>
                <a:schemeClr val="bg1"/>
              </a:solidFill>
            </a:endParaRPr>
          </a:p>
        </p:txBody>
      </p:sp>
      <p:sp>
        <p:nvSpPr>
          <p:cNvPr id="53" name="직사각형 52">
            <a:extLst>
              <a:ext uri="{FF2B5EF4-FFF2-40B4-BE49-F238E27FC236}">
                <a16:creationId xmlns:a16="http://schemas.microsoft.com/office/drawing/2014/main" id="{4A145DFE-3BCA-4C20-9575-990AA69F7AA3}"/>
              </a:ext>
            </a:extLst>
          </p:cNvPr>
          <p:cNvSpPr/>
          <p:nvPr/>
        </p:nvSpPr>
        <p:spPr>
          <a:xfrm>
            <a:off x="2535150" y="3790566"/>
            <a:ext cx="854065"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우편번호</a:t>
            </a:r>
          </a:p>
        </p:txBody>
      </p:sp>
      <p:sp>
        <p:nvSpPr>
          <p:cNvPr id="54" name="직사각형 53">
            <a:extLst>
              <a:ext uri="{FF2B5EF4-FFF2-40B4-BE49-F238E27FC236}">
                <a16:creationId xmlns:a16="http://schemas.microsoft.com/office/drawing/2014/main" id="{694B1B01-796F-487F-A649-0512F2B45E43}"/>
              </a:ext>
            </a:extLst>
          </p:cNvPr>
          <p:cNvSpPr/>
          <p:nvPr/>
        </p:nvSpPr>
        <p:spPr>
          <a:xfrm>
            <a:off x="2535150" y="3999034"/>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주소</a:t>
            </a:r>
          </a:p>
        </p:txBody>
      </p:sp>
      <p:sp>
        <p:nvSpPr>
          <p:cNvPr id="55" name="직사각형 54">
            <a:extLst>
              <a:ext uri="{FF2B5EF4-FFF2-40B4-BE49-F238E27FC236}">
                <a16:creationId xmlns:a16="http://schemas.microsoft.com/office/drawing/2014/main" id="{96BB0B31-743F-4257-9090-46E88C1D6DD4}"/>
              </a:ext>
            </a:extLst>
          </p:cNvPr>
          <p:cNvSpPr/>
          <p:nvPr/>
        </p:nvSpPr>
        <p:spPr>
          <a:xfrm>
            <a:off x="2535150" y="4224147"/>
            <a:ext cx="5474510" cy="14851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상세 주소 </a:t>
            </a:r>
          </a:p>
        </p:txBody>
      </p:sp>
      <p:sp>
        <p:nvSpPr>
          <p:cNvPr id="30" name="Window Outer">
            <a:extLst>
              <a:ext uri="{FF2B5EF4-FFF2-40B4-BE49-F238E27FC236}">
                <a16:creationId xmlns:a16="http://schemas.microsoft.com/office/drawing/2014/main" id="{95DF667E-24DC-4D7D-99E8-4E885D7E561F}"/>
              </a:ext>
            </a:extLst>
          </p:cNvPr>
          <p:cNvSpPr/>
          <p:nvPr>
            <p:custDataLst>
              <p:tags r:id="rId1"/>
            </p:custDataLst>
          </p:nvPr>
        </p:nvSpPr>
        <p:spPr>
          <a:xfrm>
            <a:off x="6394747" y="4248592"/>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1000" b="1" dirty="0">
                <a:solidFill>
                  <a:schemeClr val="bg1"/>
                </a:solidFill>
                <a:latin typeface="Calibri" pitchFamily="34" charset="0"/>
                <a:cs typeface="Calibri" pitchFamily="34" charset="0"/>
              </a:rPr>
              <a:t>Alert</a:t>
            </a:r>
          </a:p>
        </p:txBody>
      </p:sp>
      <p:sp>
        <p:nvSpPr>
          <p:cNvPr id="31" name="Window Inner">
            <a:extLst>
              <a:ext uri="{FF2B5EF4-FFF2-40B4-BE49-F238E27FC236}">
                <a16:creationId xmlns:a16="http://schemas.microsoft.com/office/drawing/2014/main" id="{98E248D1-246A-4185-A763-E14BC082362C}"/>
              </a:ext>
            </a:extLst>
          </p:cNvPr>
          <p:cNvSpPr/>
          <p:nvPr>
            <p:custDataLst>
              <p:tags r:id="rId2"/>
            </p:custDataLst>
          </p:nvPr>
        </p:nvSpPr>
        <p:spPr>
          <a:xfrm>
            <a:off x="6434963" y="4454967"/>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32" name="TextBox 31">
            <a:extLst>
              <a:ext uri="{FF2B5EF4-FFF2-40B4-BE49-F238E27FC236}">
                <a16:creationId xmlns:a16="http://schemas.microsoft.com/office/drawing/2014/main" id="{FC323E5A-69CF-4432-9AE3-AF31BCA10542}"/>
              </a:ext>
            </a:extLst>
          </p:cNvPr>
          <p:cNvSpPr txBox="1"/>
          <p:nvPr/>
        </p:nvSpPr>
        <p:spPr>
          <a:xfrm>
            <a:off x="7069148" y="4704534"/>
            <a:ext cx="2204450" cy="276999"/>
          </a:xfrm>
          <a:prstGeom prst="rect">
            <a:avLst/>
          </a:prstGeom>
          <a:noFill/>
        </p:spPr>
        <p:txBody>
          <a:bodyPr wrap="none" rtlCol="0">
            <a:spAutoFit/>
          </a:bodyPr>
          <a:lstStyle/>
          <a:p>
            <a:pPr algn="ctr">
              <a:lnSpc>
                <a:spcPct val="150000"/>
              </a:lnSpc>
            </a:pPr>
            <a:r>
              <a:rPr lang="ko-KR" altLang="en-US" sz="800" dirty="0">
                <a:latin typeface="나눔고딕" charset="0"/>
                <a:ea typeface="나눔고딕" charset="0"/>
              </a:rPr>
              <a:t>중복된 이메일을 가진 발주 담당이 있습니다</a:t>
            </a:r>
            <a:r>
              <a:rPr lang="en-US" altLang="ko-KR" sz="800" dirty="0">
                <a:latin typeface="나눔고딕" charset="0"/>
                <a:ea typeface="나눔고딕" charset="0"/>
              </a:rPr>
              <a:t>.</a:t>
            </a:r>
          </a:p>
        </p:txBody>
      </p:sp>
      <p:sp>
        <p:nvSpPr>
          <p:cNvPr id="33" name="직사각형 32">
            <a:extLst>
              <a:ext uri="{FF2B5EF4-FFF2-40B4-BE49-F238E27FC236}">
                <a16:creationId xmlns:a16="http://schemas.microsoft.com/office/drawing/2014/main" id="{B970BF1A-99C7-4E0F-A2FE-EFD4E86F15BD}"/>
              </a:ext>
            </a:extLst>
          </p:cNvPr>
          <p:cNvSpPr/>
          <p:nvPr/>
        </p:nvSpPr>
        <p:spPr>
          <a:xfrm>
            <a:off x="7822439" y="5238555"/>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56" name="TextBox 55">
            <a:extLst>
              <a:ext uri="{FF2B5EF4-FFF2-40B4-BE49-F238E27FC236}">
                <a16:creationId xmlns:a16="http://schemas.microsoft.com/office/drawing/2014/main" id="{1E0AD330-E1A1-4963-8FFD-5DA1CED03C00}"/>
              </a:ext>
            </a:extLst>
          </p:cNvPr>
          <p:cNvSpPr txBox="1"/>
          <p:nvPr/>
        </p:nvSpPr>
        <p:spPr>
          <a:xfrm>
            <a:off x="6258689" y="4220742"/>
            <a:ext cx="251992" cy="230832"/>
          </a:xfrm>
          <a:prstGeom prst="rect">
            <a:avLst/>
          </a:prstGeom>
          <a:solidFill>
            <a:srgbClr val="FF0000"/>
          </a:solidFill>
        </p:spPr>
        <p:txBody>
          <a:bodyPr wrap="square" rtlCol="0">
            <a:spAutoFit/>
          </a:bodyPr>
          <a:lstStyle/>
          <a:p>
            <a:r>
              <a:rPr lang="en-US" altLang="ko-KR" sz="900" b="1" dirty="0">
                <a:solidFill>
                  <a:schemeClr val="bg1"/>
                </a:solidFill>
              </a:rPr>
              <a:t>2</a:t>
            </a:r>
            <a:endParaRPr lang="ko-KR" altLang="en-US" sz="900" b="1" dirty="0">
              <a:solidFill>
                <a:schemeClr val="bg1"/>
              </a:solidFill>
            </a:endParaRPr>
          </a:p>
        </p:txBody>
      </p:sp>
      <p:sp>
        <p:nvSpPr>
          <p:cNvPr id="7" name="직사각형 6">
            <a:extLst>
              <a:ext uri="{FF2B5EF4-FFF2-40B4-BE49-F238E27FC236}">
                <a16:creationId xmlns:a16="http://schemas.microsoft.com/office/drawing/2014/main" id="{351FFE9E-778B-4B9F-8CF6-B37448130CD7}"/>
              </a:ext>
            </a:extLst>
          </p:cNvPr>
          <p:cNvSpPr/>
          <p:nvPr/>
        </p:nvSpPr>
        <p:spPr>
          <a:xfrm>
            <a:off x="4272305" y="5855562"/>
            <a:ext cx="1157388"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발주담당</a:t>
            </a:r>
            <a:r>
              <a:rPr lang="ko-KR" altLang="en-US" sz="800" dirty="0">
                <a:solidFill>
                  <a:schemeClr val="bg1"/>
                </a:solidFill>
              </a:rPr>
              <a:t> 수정</a:t>
            </a:r>
            <a:endParaRPr lang="en-US" altLang="ko-KR" sz="800" dirty="0">
              <a:solidFill>
                <a:schemeClr val="bg1"/>
              </a:solidFill>
            </a:endParaRPr>
          </a:p>
        </p:txBody>
      </p:sp>
      <p:sp>
        <p:nvSpPr>
          <p:cNvPr id="25" name="TextBox 24">
            <a:extLst>
              <a:ext uri="{FF2B5EF4-FFF2-40B4-BE49-F238E27FC236}">
                <a16:creationId xmlns:a16="http://schemas.microsoft.com/office/drawing/2014/main" id="{38F262C8-ACF8-4FC7-81DA-843C5AB289C5}"/>
              </a:ext>
            </a:extLst>
          </p:cNvPr>
          <p:cNvSpPr txBox="1"/>
          <p:nvPr/>
        </p:nvSpPr>
        <p:spPr>
          <a:xfrm>
            <a:off x="5303697" y="5751830"/>
            <a:ext cx="251992" cy="230832"/>
          </a:xfrm>
          <a:prstGeom prst="rect">
            <a:avLst/>
          </a:prstGeom>
          <a:solidFill>
            <a:srgbClr val="FF0000"/>
          </a:solidFill>
        </p:spPr>
        <p:txBody>
          <a:bodyPr wrap="square" rtlCol="0">
            <a:spAutoFit/>
          </a:bodyPr>
          <a:lstStyle/>
          <a:p>
            <a:r>
              <a:rPr lang="en-US" altLang="ko-KR" sz="900" b="1" dirty="0">
                <a:solidFill>
                  <a:schemeClr val="bg1"/>
                </a:solidFill>
              </a:rPr>
              <a:t>3</a:t>
            </a:r>
            <a:endParaRPr lang="ko-KR" altLang="en-US" sz="900" b="1" dirty="0">
              <a:solidFill>
                <a:schemeClr val="bg1"/>
              </a:solidFill>
            </a:endParaRPr>
          </a:p>
        </p:txBody>
      </p:sp>
    </p:spTree>
    <p:extLst>
      <p:ext uri="{BB962C8B-B14F-4D97-AF65-F5344CB8AC3E}">
        <p14:creationId xmlns:p14="http://schemas.microsoft.com/office/powerpoint/2010/main" val="2503554451"/>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표 6">
            <a:extLst>
              <a:ext uri="{FF2B5EF4-FFF2-40B4-BE49-F238E27FC236}">
                <a16:creationId xmlns:a16="http://schemas.microsoft.com/office/drawing/2014/main" id="{07315569-A52C-45C3-8626-D6BF42C97291}"/>
              </a:ext>
            </a:extLst>
          </p:cNvPr>
          <p:cNvGraphicFramePr>
            <a:graphicFrameLocks noGrp="1"/>
          </p:cNvGraphicFramePr>
          <p:nvPr>
            <p:extLst>
              <p:ext uri="{D42A27DB-BD31-4B8C-83A1-F6EECF244321}">
                <p14:modId xmlns:p14="http://schemas.microsoft.com/office/powerpoint/2010/main" val="2297890553"/>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b="1" dirty="0">
                        <a:solidFill>
                          <a:schemeClr val="tx1"/>
                        </a:solidFill>
                      </a:endParaRPr>
                    </a:p>
                  </a:txBody>
                  <a:tcPr/>
                </a:tc>
                <a:extLst>
                  <a:ext uri="{0D108BD9-81ED-4DB2-BD59-A6C34878D82A}">
                    <a16:rowId xmlns:a16="http://schemas.microsoft.com/office/drawing/2014/main" val="4008812756"/>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b="0" dirty="0">
                          <a:solidFill>
                            <a:schemeClr val="tx1"/>
                          </a:solidFill>
                        </a:rPr>
                        <a:t>●</a:t>
                      </a:r>
                      <a:r>
                        <a:rPr lang="ko-KR" altLang="en-US" sz="1800" b="0" baseline="0" dirty="0">
                          <a:solidFill>
                            <a:schemeClr val="tx1"/>
                          </a:solidFill>
                        </a:rPr>
                        <a:t>  포인트 관리</a:t>
                      </a:r>
                      <a:endParaRPr lang="ko-KR" altLang="en-US" sz="1800" b="1"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1851778917"/>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7">
            <a:extLst>
              <a:ext uri="{FF2B5EF4-FFF2-40B4-BE49-F238E27FC236}">
                <a16:creationId xmlns:a16="http://schemas.microsoft.com/office/drawing/2014/main" id="{E03E0620-91CC-448B-93B1-CCAEB14CDFBF}"/>
              </a:ext>
            </a:extLst>
          </p:cNvPr>
          <p:cNvGraphicFramePr>
            <a:graphicFrameLocks noGrp="1"/>
          </p:cNvGraphicFramePr>
          <p:nvPr>
            <p:extLst>
              <p:ext uri="{D42A27DB-BD31-4B8C-83A1-F6EECF244321}">
                <p14:modId xmlns:p14="http://schemas.microsoft.com/office/powerpoint/2010/main" val="838755925"/>
              </p:ext>
            </p:extLst>
          </p:nvPr>
        </p:nvGraphicFramePr>
        <p:xfrm>
          <a:off x="1815358" y="1403275"/>
          <a:ext cx="6984694" cy="213360"/>
        </p:xfrm>
        <a:graphic>
          <a:graphicData uri="http://schemas.openxmlformats.org/drawingml/2006/table">
            <a:tbl>
              <a:tblPr firstRow="1" bandRow="1">
                <a:tableStyleId>{5940675A-B579-460E-94D1-54222C63F5DA}</a:tableStyleId>
              </a:tblPr>
              <a:tblGrid>
                <a:gridCol w="1028510">
                  <a:extLst>
                    <a:ext uri="{9D8B030D-6E8A-4147-A177-3AD203B41FA5}">
                      <a16:colId xmlns:a16="http://schemas.microsoft.com/office/drawing/2014/main" val="827257380"/>
                    </a:ext>
                  </a:extLst>
                </a:gridCol>
                <a:gridCol w="1694576">
                  <a:extLst>
                    <a:ext uri="{9D8B030D-6E8A-4147-A177-3AD203B41FA5}">
                      <a16:colId xmlns:a16="http://schemas.microsoft.com/office/drawing/2014/main" val="1855344563"/>
                    </a:ext>
                  </a:extLst>
                </a:gridCol>
                <a:gridCol w="796954">
                  <a:extLst>
                    <a:ext uri="{9D8B030D-6E8A-4147-A177-3AD203B41FA5}">
                      <a16:colId xmlns:a16="http://schemas.microsoft.com/office/drawing/2014/main" val="2198092714"/>
                    </a:ext>
                  </a:extLst>
                </a:gridCol>
                <a:gridCol w="1333850">
                  <a:extLst>
                    <a:ext uri="{9D8B030D-6E8A-4147-A177-3AD203B41FA5}">
                      <a16:colId xmlns:a16="http://schemas.microsoft.com/office/drawing/2014/main" val="1640202137"/>
                    </a:ext>
                  </a:extLst>
                </a:gridCol>
                <a:gridCol w="847288">
                  <a:extLst>
                    <a:ext uri="{9D8B030D-6E8A-4147-A177-3AD203B41FA5}">
                      <a16:colId xmlns:a16="http://schemas.microsoft.com/office/drawing/2014/main" val="2238609548"/>
                    </a:ext>
                  </a:extLst>
                </a:gridCol>
                <a:gridCol w="1283516">
                  <a:extLst>
                    <a:ext uri="{9D8B030D-6E8A-4147-A177-3AD203B41FA5}">
                      <a16:colId xmlns:a16="http://schemas.microsoft.com/office/drawing/2014/main" val="3976521686"/>
                    </a:ext>
                  </a:extLst>
                </a:gridCol>
              </a:tblGrid>
              <a:tr h="0">
                <a:tc>
                  <a:txBody>
                    <a:bodyPr/>
                    <a:lstStyle/>
                    <a:p>
                      <a:pPr latinLnBrk="1"/>
                      <a:r>
                        <a:rPr lang="ko-KR" altLang="en-US" sz="800" dirty="0">
                          <a:solidFill>
                            <a:schemeClr val="tx1"/>
                          </a:solidFill>
                        </a:rPr>
                        <a:t>보유 포인트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l" latinLnBrk="1"/>
                      <a:r>
                        <a:rPr lang="en-US" altLang="ko-KR" sz="800" dirty="0"/>
                        <a:t>1,000,492 P</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latinLnBrk="1"/>
                      <a:r>
                        <a:rPr lang="ko-KR" altLang="en-US" sz="800" dirty="0"/>
                        <a:t>분배 포인트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latinLnBrk="1"/>
                      <a:r>
                        <a:rPr lang="en-US" altLang="ko-KR" sz="800" dirty="0"/>
                        <a:t>6,000,000 P</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latinLnBrk="1"/>
                      <a:r>
                        <a:rPr lang="ko-KR" altLang="en-US" sz="800" dirty="0"/>
                        <a:t>환급 포인트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latinLnBrk="1"/>
                      <a:r>
                        <a:rPr lang="en-US" altLang="ko-KR" sz="800" dirty="0"/>
                        <a:t>1.000.000 P</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bl>
          </a:graphicData>
        </a:graphic>
      </p:graphicFrame>
      <p:sp>
        <p:nvSpPr>
          <p:cNvPr id="3" name="직사각형 2">
            <a:extLst>
              <a:ext uri="{FF2B5EF4-FFF2-40B4-BE49-F238E27FC236}">
                <a16:creationId xmlns:a16="http://schemas.microsoft.com/office/drawing/2014/main" id="{DB6998A3-2309-47A8-B064-AB1EC0D6D165}"/>
              </a:ext>
            </a:extLst>
          </p:cNvPr>
          <p:cNvSpPr/>
          <p:nvPr/>
        </p:nvSpPr>
        <p:spPr>
          <a:xfrm>
            <a:off x="7642664" y="1079009"/>
            <a:ext cx="1157388"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포인트 구매</a:t>
            </a:r>
            <a:endParaRPr lang="en-US" altLang="ko-KR" sz="800" dirty="0">
              <a:solidFill>
                <a:schemeClr val="bg1"/>
              </a:solidFill>
            </a:endParaRPr>
          </a:p>
        </p:txBody>
      </p:sp>
      <p:sp>
        <p:nvSpPr>
          <p:cNvPr id="4" name="TextBox 3">
            <a:extLst>
              <a:ext uri="{FF2B5EF4-FFF2-40B4-BE49-F238E27FC236}">
                <a16:creationId xmlns:a16="http://schemas.microsoft.com/office/drawing/2014/main" id="{518155B0-19E9-458F-B5A3-0CE885586B76}"/>
              </a:ext>
            </a:extLst>
          </p:cNvPr>
          <p:cNvSpPr txBox="1"/>
          <p:nvPr/>
        </p:nvSpPr>
        <p:spPr>
          <a:xfrm>
            <a:off x="1755530" y="888092"/>
            <a:ext cx="95731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a:t>
            </a:r>
            <a:r>
              <a:rPr lang="en-US" altLang="ko-KR" sz="900" dirty="0">
                <a:latin typeface="맑은 고딕" panose="020B0503020000020004" pitchFamily="50" charset="-127"/>
                <a:ea typeface="맑은 고딕" panose="020B0503020000020004" pitchFamily="50" charset="-127"/>
              </a:rPr>
              <a:t> </a:t>
            </a:r>
            <a:r>
              <a:rPr lang="ko-KR" altLang="en-US" sz="900" dirty="0">
                <a:latin typeface="맑은 고딕" panose="020B0503020000020004" pitchFamily="50" charset="-127"/>
                <a:ea typeface="맑은 고딕" panose="020B0503020000020004" pitchFamily="50" charset="-127"/>
              </a:rPr>
              <a:t>포인트 현황</a:t>
            </a:r>
            <a:endParaRPr lang="ko-KR" altLang="en-US" sz="900" dirty="0"/>
          </a:p>
        </p:txBody>
      </p:sp>
      <p:sp>
        <p:nvSpPr>
          <p:cNvPr id="5" name="TextBox 4">
            <a:extLst>
              <a:ext uri="{FF2B5EF4-FFF2-40B4-BE49-F238E27FC236}">
                <a16:creationId xmlns:a16="http://schemas.microsoft.com/office/drawing/2014/main" id="{66B1213A-2367-475E-917F-DFC1A9417976}"/>
              </a:ext>
            </a:extLst>
          </p:cNvPr>
          <p:cNvSpPr txBox="1"/>
          <p:nvPr/>
        </p:nvSpPr>
        <p:spPr>
          <a:xfrm>
            <a:off x="1755530" y="1172443"/>
            <a:ext cx="175881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총 포인트 통화량  </a:t>
            </a:r>
            <a:r>
              <a:rPr lang="en-US" altLang="ko-KR" sz="900" dirty="0">
                <a:latin typeface="맑은 고딕" panose="020B0503020000020004" pitchFamily="50" charset="-127"/>
                <a:ea typeface="맑은 고딕" panose="020B0503020000020004" pitchFamily="50" charset="-127"/>
              </a:rPr>
              <a:t>7,000,492 P</a:t>
            </a:r>
            <a:endParaRPr lang="ko-KR" altLang="en-US" sz="900" dirty="0"/>
          </a:p>
        </p:txBody>
      </p:sp>
      <p:graphicFrame>
        <p:nvGraphicFramePr>
          <p:cNvPr id="6" name="표 5">
            <a:extLst>
              <a:ext uri="{FF2B5EF4-FFF2-40B4-BE49-F238E27FC236}">
                <a16:creationId xmlns:a16="http://schemas.microsoft.com/office/drawing/2014/main" id="{1756BA56-C5ED-4A2F-8845-C61DDCDA1FF5}"/>
              </a:ext>
            </a:extLst>
          </p:cNvPr>
          <p:cNvGraphicFramePr>
            <a:graphicFrameLocks noGrp="1"/>
          </p:cNvGraphicFramePr>
          <p:nvPr>
            <p:extLst>
              <p:ext uri="{D42A27DB-BD31-4B8C-83A1-F6EECF244321}">
                <p14:modId xmlns:p14="http://schemas.microsoft.com/office/powerpoint/2010/main" val="1582175589"/>
              </p:ext>
            </p:extLst>
          </p:nvPr>
        </p:nvGraphicFramePr>
        <p:xfrm>
          <a:off x="1815358" y="3372108"/>
          <a:ext cx="6984693" cy="1051560"/>
        </p:xfrm>
        <a:graphic>
          <a:graphicData uri="http://schemas.openxmlformats.org/drawingml/2006/table">
            <a:tbl>
              <a:tblPr firstRow="1" bandRow="1">
                <a:tableStyleId>{5C22544A-7EE6-4342-B048-85BDC9FD1C3A}</a:tableStyleId>
              </a:tblPr>
              <a:tblGrid>
                <a:gridCol w="534246">
                  <a:extLst>
                    <a:ext uri="{9D8B030D-6E8A-4147-A177-3AD203B41FA5}">
                      <a16:colId xmlns:a16="http://schemas.microsoft.com/office/drawing/2014/main" val="20000"/>
                    </a:ext>
                  </a:extLst>
                </a:gridCol>
                <a:gridCol w="985285">
                  <a:extLst>
                    <a:ext uri="{9D8B030D-6E8A-4147-A177-3AD203B41FA5}">
                      <a16:colId xmlns:a16="http://schemas.microsoft.com/office/drawing/2014/main" val="20001"/>
                    </a:ext>
                  </a:extLst>
                </a:gridCol>
                <a:gridCol w="762306">
                  <a:extLst>
                    <a:ext uri="{9D8B030D-6E8A-4147-A177-3AD203B41FA5}">
                      <a16:colId xmlns:a16="http://schemas.microsoft.com/office/drawing/2014/main" val="20009"/>
                    </a:ext>
                  </a:extLst>
                </a:gridCol>
                <a:gridCol w="1712426">
                  <a:extLst>
                    <a:ext uri="{9D8B030D-6E8A-4147-A177-3AD203B41FA5}">
                      <a16:colId xmlns:a16="http://schemas.microsoft.com/office/drawing/2014/main" val="2179269706"/>
                    </a:ext>
                  </a:extLst>
                </a:gridCol>
                <a:gridCol w="2990430">
                  <a:extLst>
                    <a:ext uri="{9D8B030D-6E8A-4147-A177-3AD203B41FA5}">
                      <a16:colId xmlns:a16="http://schemas.microsoft.com/office/drawing/2014/main" val="3501964476"/>
                    </a:ext>
                  </a:extLst>
                </a:gridCol>
              </a:tblGrid>
              <a:tr h="163001">
                <a:tc>
                  <a:txBody>
                    <a:bodyPr/>
                    <a:lstStyle/>
                    <a:p>
                      <a:pPr algn="ctr" latinLnBrk="1"/>
                      <a:r>
                        <a:rPr lang="en-US" altLang="ko-KR" sz="700" b="0" dirty="0">
                          <a:solidFill>
                            <a:schemeClr val="tx1"/>
                          </a:solidFill>
                        </a:rPr>
                        <a:t>No</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등록일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포인트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내역</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190800">
                <a:tc>
                  <a:txBody>
                    <a:bodyPr/>
                    <a:lstStyle/>
                    <a:p>
                      <a:pPr algn="ctr" latinLnBrk="1"/>
                      <a:r>
                        <a:rPr lang="en-US" altLang="ko-KR" sz="800" b="0" dirty="0">
                          <a:solidFill>
                            <a:schemeClr val="tx1"/>
                          </a:solidFill>
                        </a:rPr>
                        <a:t>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2025-00-00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ko-KR" altLang="en-US" sz="800" dirty="0"/>
                        <a:t>구매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accent6"/>
                          </a:solidFill>
                        </a:rPr>
                        <a:t>+8,000.000</a:t>
                      </a:r>
                      <a:endParaRPr lang="ko-KR" altLang="en-US" sz="800" b="0" dirty="0">
                        <a:solidFill>
                          <a:schemeClr val="accent6"/>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포인트 구매</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190800">
                <a:tc>
                  <a:txBody>
                    <a:bodyPr/>
                    <a:lstStyle/>
                    <a:p>
                      <a:pPr algn="ctr" latinLnBrk="1"/>
                      <a:r>
                        <a:rPr lang="en-US" altLang="ko-KR" sz="800" b="0" dirty="0">
                          <a:solidFill>
                            <a:schemeClr val="tx1"/>
                          </a:solidFill>
                        </a:rPr>
                        <a:t>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2025-00-00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ko-KR" altLang="en-US" sz="800" dirty="0" err="1"/>
                        <a:t>회입</a:t>
                      </a:r>
                      <a:endParaRPr lang="ko-KR" altLang="en-US" sz="80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accent6"/>
                          </a:solidFill>
                        </a:rPr>
                        <a:t>+492</a:t>
                      </a:r>
                      <a:endParaRPr lang="ko-KR" altLang="en-US" sz="800" b="0" dirty="0">
                        <a:solidFill>
                          <a:schemeClr val="accent6"/>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포인트 </a:t>
                      </a:r>
                      <a:r>
                        <a:rPr lang="ko-KR" altLang="en-US" sz="800" b="0" dirty="0" err="1">
                          <a:solidFill>
                            <a:schemeClr val="tx1"/>
                          </a:solidFill>
                        </a:rPr>
                        <a:t>회입</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190800">
                <a:tc>
                  <a:txBody>
                    <a:bodyPr/>
                    <a:lstStyle/>
                    <a:p>
                      <a:pPr algn="ctr" latinLnBrk="1"/>
                      <a:r>
                        <a:rPr lang="en-US" altLang="ko-KR" sz="800" b="0" dirty="0">
                          <a:solidFill>
                            <a:schemeClr val="tx1"/>
                          </a:solidFill>
                        </a:rPr>
                        <a:t>2</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2025-00-00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ko-KR" altLang="en-US" sz="800" dirty="0"/>
                        <a:t>분배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rgbClr val="FF0000"/>
                          </a:solidFill>
                        </a:rPr>
                        <a:t>-6,000,000</a:t>
                      </a:r>
                      <a:endParaRPr lang="ko-KR" altLang="en-US" sz="800" b="0" dirty="0">
                        <a:solidFill>
                          <a:srgbClr val="FF0000"/>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포인트 분배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190800">
                <a:tc>
                  <a:txBody>
                    <a:bodyPr/>
                    <a:lstStyle/>
                    <a:p>
                      <a:pPr algn="ctr" latinLnBrk="1"/>
                      <a:r>
                        <a:rPr lang="en-US" altLang="ko-KR" sz="800" b="0" dirty="0">
                          <a:solidFill>
                            <a:schemeClr val="tx1"/>
                          </a:solidFill>
                        </a:rPr>
                        <a:t>1</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2025-00-00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ko-KR" altLang="en-US" sz="800" dirty="0"/>
                        <a:t>환급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rgbClr val="FF0000"/>
                          </a:solidFill>
                        </a:rPr>
                        <a:t>-1,000,000</a:t>
                      </a:r>
                      <a:endParaRPr lang="ko-KR" altLang="en-US" sz="800" b="0" dirty="0">
                        <a:solidFill>
                          <a:srgbClr val="FF0000"/>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ko-KR" altLang="en-US" sz="800" b="0" dirty="0">
                          <a:solidFill>
                            <a:schemeClr val="tx1"/>
                          </a:solidFill>
                        </a:rPr>
                        <a:t>포인트 구매를 초과해서 구매하였습니다</a:t>
                      </a:r>
                      <a:r>
                        <a:rPr lang="en-US" altLang="ko-KR" sz="800" b="0" dirty="0">
                          <a:solidFill>
                            <a:schemeClr val="tx1"/>
                          </a:solidFill>
                        </a:rPr>
                        <a:t>. </a:t>
                      </a:r>
                      <a:r>
                        <a:rPr lang="ko-KR" altLang="en-US" sz="800" b="0" dirty="0">
                          <a:solidFill>
                            <a:schemeClr val="tx1"/>
                          </a:solidFill>
                        </a:rPr>
                        <a:t>환급 부탁드립니다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804127286"/>
                  </a:ext>
                </a:extLst>
              </a:tr>
            </a:tbl>
          </a:graphicData>
        </a:graphic>
      </p:graphicFrame>
      <p:pic>
        <p:nvPicPr>
          <p:cNvPr id="7" name="Picture 2">
            <a:extLst>
              <a:ext uri="{FF2B5EF4-FFF2-40B4-BE49-F238E27FC236}">
                <a16:creationId xmlns:a16="http://schemas.microsoft.com/office/drawing/2014/main" id="{B2C6EBAD-8EB4-456A-B8D5-0FF4114E9CE7}"/>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084567" y="4872267"/>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aphicFrame>
        <p:nvGraphicFramePr>
          <p:cNvPr id="8" name="표 63">
            <a:extLst>
              <a:ext uri="{FF2B5EF4-FFF2-40B4-BE49-F238E27FC236}">
                <a16:creationId xmlns:a16="http://schemas.microsoft.com/office/drawing/2014/main" id="{3A1F6CF5-CB87-4ADC-8CE4-E0C34B57F156}"/>
              </a:ext>
            </a:extLst>
          </p:cNvPr>
          <p:cNvGraphicFramePr>
            <a:graphicFrameLocks noGrp="1"/>
          </p:cNvGraphicFramePr>
          <p:nvPr>
            <p:extLst>
              <p:ext uri="{D42A27DB-BD31-4B8C-83A1-F6EECF244321}">
                <p14:modId xmlns:p14="http://schemas.microsoft.com/office/powerpoint/2010/main" val="3045885354"/>
              </p:ext>
            </p:extLst>
          </p:nvPr>
        </p:nvGraphicFramePr>
        <p:xfrm>
          <a:off x="1815358" y="1982355"/>
          <a:ext cx="6984694" cy="825821"/>
        </p:xfrm>
        <a:graphic>
          <a:graphicData uri="http://schemas.openxmlformats.org/drawingml/2006/table">
            <a:tbl>
              <a:tblPr firstRow="1" bandRow="1">
                <a:tableStyleId>{5940675A-B579-460E-94D1-54222C63F5DA}</a:tableStyleId>
              </a:tblPr>
              <a:tblGrid>
                <a:gridCol w="774585">
                  <a:extLst>
                    <a:ext uri="{9D8B030D-6E8A-4147-A177-3AD203B41FA5}">
                      <a16:colId xmlns:a16="http://schemas.microsoft.com/office/drawing/2014/main" val="3701388552"/>
                    </a:ext>
                  </a:extLst>
                </a:gridCol>
                <a:gridCol w="6210109">
                  <a:extLst>
                    <a:ext uri="{9D8B030D-6E8A-4147-A177-3AD203B41FA5}">
                      <a16:colId xmlns:a16="http://schemas.microsoft.com/office/drawing/2014/main" val="339215266"/>
                    </a:ext>
                  </a:extLst>
                </a:gridCol>
              </a:tblGrid>
              <a:tr h="288996">
                <a:tc>
                  <a:txBody>
                    <a:bodyPr/>
                    <a:lstStyle/>
                    <a:p>
                      <a:pPr algn="ctr" latinLnBrk="1">
                        <a:lnSpc>
                          <a:spcPct val="100000"/>
                        </a:lnSpc>
                      </a:pPr>
                      <a:r>
                        <a:rPr lang="ko-KR" altLang="en-US" sz="800" dirty="0"/>
                        <a:t>날짜</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286063">
                <a:tc>
                  <a:txBody>
                    <a:bodyPr/>
                    <a:lstStyle/>
                    <a:p>
                      <a:pPr algn="ctr" latinLnBrk="1">
                        <a:lnSpc>
                          <a:spcPct val="100000"/>
                        </a:lnSpc>
                      </a:pPr>
                      <a:r>
                        <a:rPr lang="ko-KR" altLang="en-US" sz="800" dirty="0"/>
                        <a:t>구분</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i="0" u="none" strike="noStrike" dirty="0">
                          <a:solidFill>
                            <a:srgbClr val="000000"/>
                          </a:solidFill>
                          <a:effectLst/>
                          <a:latin typeface="+mn-lt"/>
                        </a:rPr>
                        <a:t>● 전체 </a:t>
                      </a:r>
                      <a:r>
                        <a:rPr lang="ko-KR" altLang="en-US" sz="800" b="0" i="0" u="none" strike="noStrike" baseline="0" dirty="0">
                          <a:solidFill>
                            <a:srgbClr val="000000"/>
                          </a:solidFill>
                          <a:effectLst/>
                          <a:latin typeface="+mn-lt"/>
                        </a:rPr>
                        <a:t> </a:t>
                      </a:r>
                      <a:r>
                        <a:rPr lang="ko-KR" altLang="en-US" sz="800" b="0" i="0" u="none" strike="noStrike" dirty="0">
                          <a:solidFill>
                            <a:srgbClr val="000000"/>
                          </a:solidFill>
                          <a:effectLst/>
                          <a:latin typeface="+mn-lt"/>
                        </a:rPr>
                        <a:t>○ 구매  ○ </a:t>
                      </a:r>
                      <a:r>
                        <a:rPr lang="ko-KR" altLang="en-US" sz="800" b="0" i="0" u="none" strike="noStrike" dirty="0" err="1">
                          <a:solidFill>
                            <a:srgbClr val="000000"/>
                          </a:solidFill>
                          <a:effectLst/>
                          <a:latin typeface="+mn-lt"/>
                        </a:rPr>
                        <a:t>회입</a:t>
                      </a:r>
                      <a:r>
                        <a:rPr lang="ko-KR" altLang="en-US" sz="800" b="0" i="0" u="none" strike="noStrike" dirty="0">
                          <a:solidFill>
                            <a:srgbClr val="000000"/>
                          </a:solidFill>
                          <a:effectLst/>
                          <a:latin typeface="+mn-lt"/>
                        </a:rPr>
                        <a:t>  ○ 분배  ○</a:t>
                      </a:r>
                      <a:r>
                        <a:rPr lang="ko-KR" altLang="en-US" sz="800" b="0" i="0" u="none" strike="noStrike" baseline="0" dirty="0">
                          <a:solidFill>
                            <a:srgbClr val="000000"/>
                          </a:solidFill>
                          <a:effectLst/>
                          <a:latin typeface="+mn-lt"/>
                        </a:rPr>
                        <a:t> 환급</a:t>
                      </a:r>
                      <a:endParaRPr lang="ko-KR" altLang="en-US" sz="800" b="0" i="0" u="none" strike="noStrike" dirty="0">
                        <a:solidFill>
                          <a:srgbClr val="000000"/>
                        </a:solidFill>
                        <a:effectLst/>
                        <a:latin typeface="+mn-lt"/>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16101665"/>
                  </a:ext>
                </a:extLst>
              </a:tr>
              <a:tr h="221337">
                <a:tc>
                  <a:txBody>
                    <a:bodyPr/>
                    <a:lstStyle/>
                    <a:p>
                      <a:pPr algn="ctr" latinLnBrk="1">
                        <a:lnSpc>
                          <a:spcPct val="150000"/>
                        </a:lnSpc>
                      </a:pPr>
                      <a:r>
                        <a:rPr lang="ko-KR" altLang="en-US" sz="800" dirty="0"/>
                        <a:t>상세</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9280296"/>
                  </a:ext>
                </a:extLst>
              </a:tr>
            </a:tbl>
          </a:graphicData>
        </a:graphic>
      </p:graphicFrame>
      <p:pic>
        <p:nvPicPr>
          <p:cNvPr id="9" name="그림 8">
            <a:extLst>
              <a:ext uri="{FF2B5EF4-FFF2-40B4-BE49-F238E27FC236}">
                <a16:creationId xmlns:a16="http://schemas.microsoft.com/office/drawing/2014/main" id="{25339FEB-21D6-425E-9280-CC908039D741}"/>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3800852" y="2018596"/>
            <a:ext cx="200163" cy="207177"/>
          </a:xfrm>
          <a:prstGeom prst="rect">
            <a:avLst/>
          </a:prstGeom>
          <a:ln w="6350">
            <a:noFill/>
          </a:ln>
        </p:spPr>
      </p:pic>
      <p:pic>
        <p:nvPicPr>
          <p:cNvPr id="10" name="그림 9">
            <a:extLst>
              <a:ext uri="{FF2B5EF4-FFF2-40B4-BE49-F238E27FC236}">
                <a16:creationId xmlns:a16="http://schemas.microsoft.com/office/drawing/2014/main" id="{7F8B05D5-52A1-4758-8DE5-67F598A0FAA2}"/>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5358241" y="2010498"/>
            <a:ext cx="208267" cy="215565"/>
          </a:xfrm>
          <a:prstGeom prst="rect">
            <a:avLst/>
          </a:prstGeom>
          <a:ln w="6350">
            <a:noFill/>
          </a:ln>
        </p:spPr>
      </p:pic>
      <p:sp>
        <p:nvSpPr>
          <p:cNvPr id="11" name="직사각형 10">
            <a:extLst>
              <a:ext uri="{FF2B5EF4-FFF2-40B4-BE49-F238E27FC236}">
                <a16:creationId xmlns:a16="http://schemas.microsoft.com/office/drawing/2014/main" id="{5825D118-289A-4F81-B4C3-AB8D3711F3D8}"/>
              </a:ext>
            </a:extLst>
          </p:cNvPr>
          <p:cNvSpPr/>
          <p:nvPr/>
        </p:nvSpPr>
        <p:spPr>
          <a:xfrm>
            <a:off x="8079865" y="2585191"/>
            <a:ext cx="686631" cy="188787"/>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12" name="TextBox 11">
            <a:extLst>
              <a:ext uri="{FF2B5EF4-FFF2-40B4-BE49-F238E27FC236}">
                <a16:creationId xmlns:a16="http://schemas.microsoft.com/office/drawing/2014/main" id="{9864E113-E8EB-432D-A1A2-158271E825EB}"/>
              </a:ext>
            </a:extLst>
          </p:cNvPr>
          <p:cNvSpPr txBox="1"/>
          <p:nvPr/>
        </p:nvSpPr>
        <p:spPr>
          <a:xfrm>
            <a:off x="3972061" y="2002865"/>
            <a:ext cx="264816" cy="230832"/>
          </a:xfrm>
          <a:prstGeom prst="rect">
            <a:avLst/>
          </a:prstGeom>
          <a:noFill/>
        </p:spPr>
        <p:txBody>
          <a:bodyPr wrap="square" rtlCol="0">
            <a:spAutoFit/>
          </a:bodyPr>
          <a:lstStyle/>
          <a:p>
            <a:r>
              <a:rPr lang="en-US" altLang="ko-KR" sz="900" dirty="0"/>
              <a:t>~</a:t>
            </a:r>
            <a:endParaRPr lang="ko-KR" altLang="en-US" sz="900" dirty="0"/>
          </a:p>
        </p:txBody>
      </p:sp>
      <p:sp>
        <p:nvSpPr>
          <p:cNvPr id="13" name="직사각형 12">
            <a:extLst>
              <a:ext uri="{FF2B5EF4-FFF2-40B4-BE49-F238E27FC236}">
                <a16:creationId xmlns:a16="http://schemas.microsoft.com/office/drawing/2014/main" id="{BA6564F5-ECE2-4074-8FF8-6F4586FABB89}"/>
              </a:ext>
            </a:extLst>
          </p:cNvPr>
          <p:cNvSpPr/>
          <p:nvPr/>
        </p:nvSpPr>
        <p:spPr>
          <a:xfrm>
            <a:off x="2678645" y="2029541"/>
            <a:ext cx="1106553" cy="185289"/>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4" name="직사각형 13">
            <a:extLst>
              <a:ext uri="{FF2B5EF4-FFF2-40B4-BE49-F238E27FC236}">
                <a16:creationId xmlns:a16="http://schemas.microsoft.com/office/drawing/2014/main" id="{9DA5A93D-0CDD-4F6D-A301-E7BD649D7973}"/>
              </a:ext>
            </a:extLst>
          </p:cNvPr>
          <p:cNvSpPr/>
          <p:nvPr/>
        </p:nvSpPr>
        <p:spPr>
          <a:xfrm>
            <a:off x="4217989" y="2029541"/>
            <a:ext cx="1106553" cy="185289"/>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5" name="직사각형 14">
            <a:extLst>
              <a:ext uri="{FF2B5EF4-FFF2-40B4-BE49-F238E27FC236}">
                <a16:creationId xmlns:a16="http://schemas.microsoft.com/office/drawing/2014/main" id="{25F20C61-C7E7-41F8-8F08-8653299D313A}"/>
              </a:ext>
            </a:extLst>
          </p:cNvPr>
          <p:cNvSpPr/>
          <p:nvPr/>
        </p:nvSpPr>
        <p:spPr>
          <a:xfrm>
            <a:off x="2678645" y="2580485"/>
            <a:ext cx="5131505" cy="19349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6" name="직사각형 15">
            <a:extLst>
              <a:ext uri="{FF2B5EF4-FFF2-40B4-BE49-F238E27FC236}">
                <a16:creationId xmlns:a16="http://schemas.microsoft.com/office/drawing/2014/main" id="{2D16B4B8-B39C-4DF1-A8D3-20EA910F15B3}"/>
              </a:ext>
            </a:extLst>
          </p:cNvPr>
          <p:cNvSpPr/>
          <p:nvPr/>
        </p:nvSpPr>
        <p:spPr>
          <a:xfrm>
            <a:off x="3809241" y="1433661"/>
            <a:ext cx="665420" cy="14347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환급 요청</a:t>
            </a:r>
            <a:endParaRPr lang="en-US" altLang="ko-KR" sz="800" dirty="0">
              <a:solidFill>
                <a:schemeClr val="bg1"/>
              </a:solidFill>
            </a:endParaRPr>
          </a:p>
        </p:txBody>
      </p:sp>
      <p:sp>
        <p:nvSpPr>
          <p:cNvPr id="17" name="TextBox 16">
            <a:extLst>
              <a:ext uri="{FF2B5EF4-FFF2-40B4-BE49-F238E27FC236}">
                <a16:creationId xmlns:a16="http://schemas.microsoft.com/office/drawing/2014/main" id="{31A82195-7870-4B1A-9F1C-2E44B12FA549}"/>
              </a:ext>
            </a:extLst>
          </p:cNvPr>
          <p:cNvSpPr txBox="1"/>
          <p:nvPr/>
        </p:nvSpPr>
        <p:spPr>
          <a:xfrm>
            <a:off x="1598189" y="1093383"/>
            <a:ext cx="251992" cy="230832"/>
          </a:xfrm>
          <a:prstGeom prst="rect">
            <a:avLst/>
          </a:prstGeom>
          <a:solidFill>
            <a:srgbClr val="FF0000"/>
          </a:solidFill>
        </p:spPr>
        <p:txBody>
          <a:bodyPr wrap="square" rtlCol="0">
            <a:spAutoFit/>
          </a:bodyPr>
          <a:lstStyle/>
          <a:p>
            <a:r>
              <a:rPr lang="en-US" altLang="ko-KR" sz="900" b="1" dirty="0">
                <a:solidFill>
                  <a:schemeClr val="bg1"/>
                </a:solidFill>
              </a:rPr>
              <a:t>1</a:t>
            </a:r>
            <a:endParaRPr lang="ko-KR" altLang="en-US" sz="900" b="1" dirty="0">
              <a:solidFill>
                <a:schemeClr val="bg1"/>
              </a:solidFill>
            </a:endParaRPr>
          </a:p>
        </p:txBody>
      </p:sp>
      <p:sp>
        <p:nvSpPr>
          <p:cNvPr id="18" name="TextBox 17">
            <a:extLst>
              <a:ext uri="{FF2B5EF4-FFF2-40B4-BE49-F238E27FC236}">
                <a16:creationId xmlns:a16="http://schemas.microsoft.com/office/drawing/2014/main" id="{574DD5A5-5B3F-418A-A0BA-8E325D5BF127}"/>
              </a:ext>
            </a:extLst>
          </p:cNvPr>
          <p:cNvSpPr txBox="1"/>
          <p:nvPr/>
        </p:nvSpPr>
        <p:spPr>
          <a:xfrm>
            <a:off x="4368434" y="1295806"/>
            <a:ext cx="251992" cy="230832"/>
          </a:xfrm>
          <a:prstGeom prst="rect">
            <a:avLst/>
          </a:prstGeom>
          <a:solidFill>
            <a:srgbClr val="FF0000"/>
          </a:solidFill>
        </p:spPr>
        <p:txBody>
          <a:bodyPr wrap="square" rtlCol="0">
            <a:spAutoFit/>
          </a:bodyPr>
          <a:lstStyle/>
          <a:p>
            <a:r>
              <a:rPr lang="en-US" altLang="ko-KR" sz="900" b="1" dirty="0">
                <a:solidFill>
                  <a:schemeClr val="bg1"/>
                </a:solidFill>
              </a:rPr>
              <a:t>2</a:t>
            </a:r>
            <a:endParaRPr lang="ko-KR" altLang="en-US" sz="900" b="1" dirty="0">
              <a:solidFill>
                <a:schemeClr val="bg1"/>
              </a:solidFill>
            </a:endParaRPr>
          </a:p>
        </p:txBody>
      </p:sp>
      <p:sp>
        <p:nvSpPr>
          <p:cNvPr id="19" name="TextBox 18">
            <a:extLst>
              <a:ext uri="{FF2B5EF4-FFF2-40B4-BE49-F238E27FC236}">
                <a16:creationId xmlns:a16="http://schemas.microsoft.com/office/drawing/2014/main" id="{8EB84D02-69BD-46B5-BEFB-7F256C62944F}"/>
              </a:ext>
            </a:extLst>
          </p:cNvPr>
          <p:cNvSpPr txBox="1"/>
          <p:nvPr/>
        </p:nvSpPr>
        <p:spPr>
          <a:xfrm>
            <a:off x="8674055" y="969351"/>
            <a:ext cx="251992" cy="230832"/>
          </a:xfrm>
          <a:prstGeom prst="rect">
            <a:avLst/>
          </a:prstGeom>
          <a:solidFill>
            <a:srgbClr val="FF0000"/>
          </a:solidFill>
        </p:spPr>
        <p:txBody>
          <a:bodyPr wrap="square" rtlCol="0">
            <a:spAutoFit/>
          </a:bodyPr>
          <a:lstStyle/>
          <a:p>
            <a:r>
              <a:rPr lang="en-US" altLang="ko-KR" sz="900" b="1" dirty="0">
                <a:solidFill>
                  <a:schemeClr val="bg1"/>
                </a:solidFill>
              </a:rPr>
              <a:t>3</a:t>
            </a:r>
            <a:endParaRPr lang="ko-KR" altLang="en-US" sz="900" b="1" dirty="0">
              <a:solidFill>
                <a:schemeClr val="bg1"/>
              </a:solidFill>
            </a:endParaRPr>
          </a:p>
        </p:txBody>
      </p:sp>
      <p:sp>
        <p:nvSpPr>
          <p:cNvPr id="20" name="TextBox 19">
            <a:extLst>
              <a:ext uri="{FF2B5EF4-FFF2-40B4-BE49-F238E27FC236}">
                <a16:creationId xmlns:a16="http://schemas.microsoft.com/office/drawing/2014/main" id="{9BCB3171-A5A2-4FA3-9003-9841DC563354}"/>
              </a:ext>
            </a:extLst>
          </p:cNvPr>
          <p:cNvSpPr txBox="1"/>
          <p:nvPr/>
        </p:nvSpPr>
        <p:spPr>
          <a:xfrm>
            <a:off x="3323277" y="3256692"/>
            <a:ext cx="251992" cy="230832"/>
          </a:xfrm>
          <a:prstGeom prst="rect">
            <a:avLst/>
          </a:prstGeom>
          <a:solidFill>
            <a:srgbClr val="FF0000"/>
          </a:solidFill>
        </p:spPr>
        <p:txBody>
          <a:bodyPr wrap="square" rtlCol="0">
            <a:spAutoFit/>
          </a:bodyPr>
          <a:lstStyle/>
          <a:p>
            <a:r>
              <a:rPr lang="en-US" altLang="ko-KR" sz="900" b="1" dirty="0">
                <a:solidFill>
                  <a:schemeClr val="bg1"/>
                </a:solidFill>
              </a:rPr>
              <a:t>4</a:t>
            </a:r>
            <a:endParaRPr lang="ko-KR" altLang="en-US" sz="900" b="1" dirty="0">
              <a:solidFill>
                <a:schemeClr val="bg1"/>
              </a:solidFill>
            </a:endParaRPr>
          </a:p>
        </p:txBody>
      </p:sp>
      <p:sp>
        <p:nvSpPr>
          <p:cNvPr id="21" name="직사각형 20">
            <a:extLst>
              <a:ext uri="{FF2B5EF4-FFF2-40B4-BE49-F238E27FC236}">
                <a16:creationId xmlns:a16="http://schemas.microsoft.com/office/drawing/2014/main" id="{13EC44D0-BF7F-483A-B53F-9DF83BA6DDEE}"/>
              </a:ext>
            </a:extLst>
          </p:cNvPr>
          <p:cNvSpPr/>
          <p:nvPr/>
        </p:nvSpPr>
        <p:spPr>
          <a:xfrm>
            <a:off x="7491203" y="1178752"/>
            <a:ext cx="1460310" cy="45719"/>
          </a:xfrm>
          <a:prstGeom prst="rect">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 name="직사각형 21">
            <a:extLst>
              <a:ext uri="{FF2B5EF4-FFF2-40B4-BE49-F238E27FC236}">
                <a16:creationId xmlns:a16="http://schemas.microsoft.com/office/drawing/2014/main" id="{6C626BE8-8D4B-46D6-B7C1-BAF283A437F2}"/>
              </a:ext>
            </a:extLst>
          </p:cNvPr>
          <p:cNvSpPr/>
          <p:nvPr/>
        </p:nvSpPr>
        <p:spPr>
          <a:xfrm>
            <a:off x="1755530" y="1490352"/>
            <a:ext cx="2795205" cy="45719"/>
          </a:xfrm>
          <a:prstGeom prst="rect">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 name="직사각형 22">
            <a:extLst>
              <a:ext uri="{FF2B5EF4-FFF2-40B4-BE49-F238E27FC236}">
                <a16:creationId xmlns:a16="http://schemas.microsoft.com/office/drawing/2014/main" id="{D2CDA403-3F03-4C09-894A-8CF46997A720}"/>
              </a:ext>
            </a:extLst>
          </p:cNvPr>
          <p:cNvSpPr/>
          <p:nvPr/>
        </p:nvSpPr>
        <p:spPr>
          <a:xfrm>
            <a:off x="6634103" y="1479720"/>
            <a:ext cx="2225778" cy="45719"/>
          </a:xfrm>
          <a:prstGeom prst="rect">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24" name="표 23">
            <a:extLst>
              <a:ext uri="{FF2B5EF4-FFF2-40B4-BE49-F238E27FC236}">
                <a16:creationId xmlns:a16="http://schemas.microsoft.com/office/drawing/2014/main" id="{C1DB91AA-715F-4E25-87EB-AD0A81F660EE}"/>
              </a:ext>
            </a:extLst>
          </p:cNvPr>
          <p:cNvGraphicFramePr>
            <a:graphicFrameLocks noGrp="1"/>
          </p:cNvGraphicFramePr>
          <p:nvPr>
            <p:extLst>
              <p:ext uri="{D42A27DB-BD31-4B8C-83A1-F6EECF244321}">
                <p14:modId xmlns:p14="http://schemas.microsoft.com/office/powerpoint/2010/main" val="2858130887"/>
              </p:ext>
            </p:extLst>
          </p:nvPr>
        </p:nvGraphicFramePr>
        <p:xfrm>
          <a:off x="10171774" y="22159"/>
          <a:ext cx="1979018" cy="51064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RF-02-11-01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포인트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채널 관리자 포인트</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포인트 보유 현황 및 포인트 이력을 확인하는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72801904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총 포인트 </a:t>
                      </a:r>
                      <a:r>
                        <a:rPr lang="en-US" altLang="ko-KR" sz="800" b="0" dirty="0">
                          <a:solidFill>
                            <a:schemeClr val="tx1"/>
                          </a:solidFill>
                        </a:rPr>
                        <a:t>= </a:t>
                      </a:r>
                      <a:r>
                        <a:rPr lang="ko-KR" altLang="en-US" sz="800" b="0" dirty="0">
                          <a:solidFill>
                            <a:schemeClr val="tx1"/>
                          </a:solidFill>
                        </a:rPr>
                        <a:t>보유 포인트 </a:t>
                      </a:r>
                      <a:r>
                        <a:rPr lang="en-US" altLang="ko-KR" sz="800" b="0" dirty="0">
                          <a:solidFill>
                            <a:schemeClr val="tx1"/>
                          </a:solidFill>
                        </a:rPr>
                        <a:t>+ </a:t>
                      </a:r>
                      <a:r>
                        <a:rPr lang="ko-KR" altLang="en-US" sz="800" b="0" dirty="0">
                          <a:solidFill>
                            <a:schemeClr val="tx1"/>
                          </a:solidFill>
                        </a:rPr>
                        <a:t>분배 포인트</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포인트 환급 요청 하는 화면이 생성된다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RF-02-11-01</a:t>
                      </a:r>
                      <a:r>
                        <a:rPr lang="en-US" altLang="ko-KR" sz="800" b="0" dirty="0">
                          <a:solidFill>
                            <a:schemeClr val="tx1"/>
                          </a:solidFill>
                        </a:rPr>
                        <a:t>-1</a:t>
                      </a:r>
                      <a:r>
                        <a:rPr lang="en-US" altLang="ko-KR" sz="800" b="0" baseline="0" dirty="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626869050"/>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strike="sngStrike" dirty="0">
                          <a:solidFill>
                            <a:srgbClr val="FF0000"/>
                          </a:solidFill>
                        </a:rPr>
                        <a:t>포인트를 구매하는 화면이 생성된다</a:t>
                      </a:r>
                      <a:r>
                        <a:rPr lang="en-US" altLang="ko-KR" sz="800" b="0" strike="sngStrike" dirty="0">
                          <a:solidFill>
                            <a:srgbClr val="FF0000"/>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strike="sngStrike" dirty="0">
                          <a:solidFill>
                            <a:srgbClr val="FF0000"/>
                          </a:solidFill>
                        </a:rPr>
                        <a:t>RF-02-11-01</a:t>
                      </a:r>
                      <a:r>
                        <a:rPr lang="en-US" altLang="ko-KR" sz="800" b="0" strike="sngStrike" dirty="0">
                          <a:solidFill>
                            <a:srgbClr val="FF0000"/>
                          </a:solidFill>
                        </a:rPr>
                        <a:t>-2</a:t>
                      </a:r>
                      <a:r>
                        <a:rPr lang="en-US" altLang="ko-KR" sz="800" b="0" strike="sngStrike" baseline="0" dirty="0">
                          <a:solidFill>
                            <a:srgbClr val="FF0000"/>
                          </a:solidFill>
                        </a:rPr>
                        <a:t> </a:t>
                      </a:r>
                      <a:r>
                        <a:rPr lang="ko-KR" altLang="en-US" sz="800" b="0" strike="sngStrike" baseline="0" dirty="0">
                          <a:solidFill>
                            <a:srgbClr val="FF0000"/>
                          </a:solidFill>
                        </a:rPr>
                        <a:t>참고</a:t>
                      </a:r>
                      <a:endParaRPr lang="en-US" altLang="ko-KR" sz="800" b="0" strike="sngStrike" baseline="0" dirty="0">
                        <a:solidFill>
                          <a:srgbClr val="FF0000"/>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strike="sngStrike" baseline="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strike="noStrike" dirty="0"/>
                        <a:t>포인트 구매는 제거되었으며</a:t>
                      </a:r>
                      <a:r>
                        <a:rPr lang="en-US" altLang="ko-KR" sz="800" strike="noStrike" dirty="0"/>
                        <a:t>, </a:t>
                      </a:r>
                      <a:r>
                        <a:rPr lang="ko-KR" altLang="en-US" sz="800" strike="noStrike" dirty="0"/>
                        <a:t>포인트 충전개념은 사라졌다</a:t>
                      </a:r>
                      <a:r>
                        <a:rPr lang="en-US" altLang="ko-KR" sz="800" strike="noStrike" dirty="0"/>
                        <a:t>.</a:t>
                      </a:r>
                      <a:br>
                        <a:rPr lang="en-US" altLang="ko-KR" sz="800" strike="noStrike" dirty="0"/>
                      </a:br>
                      <a:br>
                        <a:rPr lang="en-US" altLang="ko-KR" sz="800" strike="noStrike" dirty="0"/>
                      </a:br>
                      <a:r>
                        <a:rPr lang="ko-KR" altLang="en-US" sz="800" strike="noStrike" dirty="0"/>
                        <a:t>포인트충전</a:t>
                      </a:r>
                      <a:r>
                        <a:rPr lang="en-US" altLang="ko-KR" sz="800" strike="noStrike" dirty="0"/>
                        <a:t>(</a:t>
                      </a:r>
                      <a:r>
                        <a:rPr lang="ko-KR" altLang="en-US" sz="800" strike="noStrike" dirty="0"/>
                        <a:t>예수금</a:t>
                      </a:r>
                      <a:r>
                        <a:rPr lang="en-US" altLang="ko-KR" sz="800" strike="noStrike" dirty="0"/>
                        <a:t>)</a:t>
                      </a:r>
                      <a:r>
                        <a:rPr lang="ko-KR" altLang="en-US" sz="800" strike="noStrike" dirty="0"/>
                        <a:t>은 실제 물건을 </a:t>
                      </a:r>
                      <a:r>
                        <a:rPr lang="ko-KR" altLang="en-US" sz="800" strike="noStrike" dirty="0" err="1"/>
                        <a:t>구매시</a:t>
                      </a:r>
                      <a:r>
                        <a:rPr lang="ko-KR" altLang="en-US" sz="800" strike="noStrike" dirty="0"/>
                        <a:t> 지급하는 형태로 전환 되었다</a:t>
                      </a:r>
                      <a:r>
                        <a:rPr lang="en-US" altLang="ko-KR" sz="800" strike="noStrike" dirty="0"/>
                        <a:t>.</a:t>
                      </a:r>
                      <a:r>
                        <a:rPr lang="ko-KR" altLang="en-US" sz="800" strike="noStrike" dirty="0"/>
                        <a:t>  </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708050733"/>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구매 </a:t>
                      </a:r>
                      <a:r>
                        <a:rPr lang="en-US" altLang="ko-KR" sz="800" dirty="0"/>
                        <a:t>– </a:t>
                      </a:r>
                      <a:r>
                        <a:rPr lang="ko-KR" altLang="en-US" sz="800" dirty="0"/>
                        <a:t>포인트 구매</a:t>
                      </a:r>
                      <a:r>
                        <a:rPr lang="ko-KR" altLang="en-US" sz="800" baseline="0" dirty="0"/>
                        <a:t> 화면에서 포인트를 구매한 경우</a:t>
                      </a:r>
                      <a:endParaRPr lang="en-US" altLang="ko-KR" sz="800" baseline="0"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aseline="0" dirty="0"/>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aseline="0" dirty="0" err="1"/>
                        <a:t>회입</a:t>
                      </a:r>
                      <a:r>
                        <a:rPr lang="ko-KR" altLang="en-US" sz="800" baseline="0" dirty="0"/>
                        <a:t> </a:t>
                      </a:r>
                      <a:r>
                        <a:rPr lang="en-US" altLang="ko-KR" sz="800" baseline="0" dirty="0"/>
                        <a:t>– </a:t>
                      </a:r>
                      <a:r>
                        <a:rPr lang="en-US" altLang="ko-KR" sz="800" dirty="0"/>
                        <a:t>Shop </a:t>
                      </a:r>
                      <a:r>
                        <a:rPr lang="ko-KR" altLang="en-US" sz="800" dirty="0"/>
                        <a:t>채널에 분배된 포인트가</a:t>
                      </a:r>
                      <a:r>
                        <a:rPr lang="en-US" altLang="ko-KR" sz="800" dirty="0"/>
                        <a:t> </a:t>
                      </a:r>
                      <a:r>
                        <a:rPr lang="ko-KR" altLang="en-US" sz="800" dirty="0"/>
                        <a:t>채널 폐쇄로 인해 다시 회수된 경우</a:t>
                      </a:r>
                      <a:endParaRPr lang="en-US" altLang="ko-KR" sz="800"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dirty="0"/>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분배 </a:t>
                      </a:r>
                      <a:r>
                        <a:rPr lang="en-US" altLang="ko-KR" sz="800" dirty="0"/>
                        <a:t>– Shop </a:t>
                      </a:r>
                      <a:r>
                        <a:rPr lang="ko-KR" altLang="en-US" sz="800" dirty="0"/>
                        <a:t>채널에</a:t>
                      </a:r>
                      <a:r>
                        <a:rPr lang="ko-KR" altLang="en-US" sz="800" baseline="0" dirty="0"/>
                        <a:t> 포인트를 분배한 경우</a:t>
                      </a:r>
                      <a:endParaRPr lang="en-US" altLang="ko-KR" sz="800" baseline="0"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aseline="0" dirty="0"/>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aseline="0" dirty="0"/>
                        <a:t>환급 </a:t>
                      </a:r>
                      <a:r>
                        <a:rPr lang="en-US" altLang="ko-KR" sz="800" baseline="0" dirty="0"/>
                        <a:t>– </a:t>
                      </a:r>
                      <a:r>
                        <a:rPr lang="ko-KR" altLang="en-US" sz="800" baseline="0" dirty="0"/>
                        <a:t>환급 요청을 통해 포인트가 환급된 경우</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323958529"/>
                  </a:ext>
                </a:extLst>
              </a:tr>
            </a:tbl>
          </a:graphicData>
        </a:graphic>
      </p:graphicFrame>
      <p:grpSp>
        <p:nvGrpSpPr>
          <p:cNvPr id="27" name="그룹 26">
            <a:extLst>
              <a:ext uri="{FF2B5EF4-FFF2-40B4-BE49-F238E27FC236}">
                <a16:creationId xmlns:a16="http://schemas.microsoft.com/office/drawing/2014/main" id="{B65C96D9-CA0E-4B07-9371-39C04B324B6B}"/>
              </a:ext>
            </a:extLst>
          </p:cNvPr>
          <p:cNvGrpSpPr/>
          <p:nvPr/>
        </p:nvGrpSpPr>
        <p:grpSpPr>
          <a:xfrm>
            <a:off x="0" y="-7052"/>
            <a:ext cx="12192000" cy="6865052"/>
            <a:chOff x="0" y="-7052"/>
            <a:chExt cx="12192000" cy="6865052"/>
          </a:xfrm>
        </p:grpSpPr>
        <p:sp>
          <p:nvSpPr>
            <p:cNvPr id="25" name="직사각형 24">
              <a:extLst>
                <a:ext uri="{FF2B5EF4-FFF2-40B4-BE49-F238E27FC236}">
                  <a16:creationId xmlns:a16="http://schemas.microsoft.com/office/drawing/2014/main" id="{694DED3E-81ED-4DE2-8643-0BF7B5847FD7}"/>
                </a:ext>
              </a:extLst>
            </p:cNvPr>
            <p:cNvSpPr/>
            <p:nvPr/>
          </p:nvSpPr>
          <p:spPr>
            <a:xfrm>
              <a:off x="0" y="-7052"/>
              <a:ext cx="12192000" cy="6865052"/>
            </a:xfrm>
            <a:prstGeom prst="rect">
              <a:avLst/>
            </a:prstGeom>
            <a:solidFill>
              <a:srgbClr val="000000">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 name="직사각형 25">
              <a:extLst>
                <a:ext uri="{FF2B5EF4-FFF2-40B4-BE49-F238E27FC236}">
                  <a16:creationId xmlns:a16="http://schemas.microsoft.com/office/drawing/2014/main" id="{F31490B8-00CD-4387-8F38-90DB5ECF0D77}"/>
                </a:ext>
              </a:extLst>
            </p:cNvPr>
            <p:cNvSpPr/>
            <p:nvPr/>
          </p:nvSpPr>
          <p:spPr>
            <a:xfrm>
              <a:off x="0" y="3173831"/>
              <a:ext cx="12192000" cy="398062"/>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b="1" dirty="0"/>
                <a:t>구조의 변경으로 재설계</a:t>
              </a:r>
            </a:p>
          </p:txBody>
        </p:sp>
      </p:grpSp>
    </p:spTree>
    <p:extLst>
      <p:ext uri="{BB962C8B-B14F-4D97-AF65-F5344CB8AC3E}">
        <p14:creationId xmlns:p14="http://schemas.microsoft.com/office/powerpoint/2010/main" val="3655385356"/>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3890218344"/>
              </p:ext>
            </p:extLst>
          </p:nvPr>
        </p:nvGraphicFramePr>
        <p:xfrm>
          <a:off x="10171774" y="22159"/>
          <a:ext cx="1979018" cy="272899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RF-02-11-01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포인트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채널 관리자 포인트</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포인트 보유 현황 및 포인트 이력을 확인하는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72801904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총 포인트 </a:t>
                      </a:r>
                      <a:r>
                        <a:rPr lang="en-US" altLang="ko-KR" sz="800" b="0" dirty="0">
                          <a:solidFill>
                            <a:schemeClr val="tx1"/>
                          </a:solidFill>
                        </a:rPr>
                        <a:t>= </a:t>
                      </a:r>
                      <a:r>
                        <a:rPr lang="ko-KR" altLang="en-US" sz="800" b="0" dirty="0">
                          <a:solidFill>
                            <a:schemeClr val="tx1"/>
                          </a:solidFill>
                        </a:rPr>
                        <a:t>분배 포인트 </a:t>
                      </a:r>
                      <a:r>
                        <a:rPr lang="en-US" altLang="ko-KR" sz="800" b="0" dirty="0">
                          <a:solidFill>
                            <a:schemeClr val="tx1"/>
                          </a:solidFill>
                        </a:rPr>
                        <a:t>- </a:t>
                      </a:r>
                      <a:r>
                        <a:rPr lang="ko-KR" altLang="en-US" sz="800" b="0" dirty="0">
                          <a:solidFill>
                            <a:schemeClr val="tx1"/>
                          </a:solidFill>
                        </a:rPr>
                        <a:t>소진 포인트</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분배 </a:t>
                      </a:r>
                      <a:r>
                        <a:rPr lang="en-US" altLang="ko-KR" sz="800" dirty="0"/>
                        <a:t>– </a:t>
                      </a:r>
                      <a:r>
                        <a:rPr lang="ko-KR" altLang="en-US" sz="800" dirty="0"/>
                        <a:t>상품구입시 지급포인트가 발생한 경우</a:t>
                      </a:r>
                      <a:endParaRPr lang="en-US" altLang="ko-KR" sz="800" baseline="0"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aseline="0" dirty="0"/>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aseline="0" dirty="0"/>
                        <a:t>소진 </a:t>
                      </a:r>
                      <a:r>
                        <a:rPr lang="en-US" altLang="ko-KR" sz="800" baseline="0" dirty="0"/>
                        <a:t>– </a:t>
                      </a:r>
                      <a:r>
                        <a:rPr lang="en-US" altLang="ko-KR" sz="800" dirty="0"/>
                        <a:t>Shop</a:t>
                      </a:r>
                      <a:r>
                        <a:rPr lang="ko-KR" altLang="en-US" sz="800" dirty="0"/>
                        <a:t>채널에서 포인트가 사용되었을 경우 나 채널 </a:t>
                      </a:r>
                      <a:r>
                        <a:rPr lang="ko-KR" altLang="en-US" sz="800" dirty="0" err="1"/>
                        <a:t>폐쇄시</a:t>
                      </a:r>
                      <a:r>
                        <a:rPr lang="ko-KR" altLang="en-US" sz="800" dirty="0"/>
                        <a:t> 고객이 </a:t>
                      </a:r>
                      <a:r>
                        <a:rPr lang="en-US" altLang="ko-KR" sz="800" dirty="0"/>
                        <a:t>Me9 </a:t>
                      </a:r>
                      <a:r>
                        <a:rPr lang="ko-KR" altLang="en-US" sz="800" dirty="0"/>
                        <a:t>포인트로 전환 했을 경우</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323958529"/>
                  </a:ext>
                </a:extLst>
              </a:tr>
            </a:tbl>
          </a:graphicData>
        </a:graphic>
      </p:graphicFrame>
      <p:sp>
        <p:nvSpPr>
          <p:cNvPr id="6" name="TextBox 5">
            <a:extLst>
              <a:ext uri="{FF2B5EF4-FFF2-40B4-BE49-F238E27FC236}">
                <a16:creationId xmlns:a16="http://schemas.microsoft.com/office/drawing/2014/main" id="{777F41B7-6868-49A8-8372-691B90799466}"/>
              </a:ext>
            </a:extLst>
          </p:cNvPr>
          <p:cNvSpPr txBox="1"/>
          <p:nvPr/>
        </p:nvSpPr>
        <p:spPr>
          <a:xfrm>
            <a:off x="1755530" y="888092"/>
            <a:ext cx="95731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a:t>
            </a:r>
            <a:r>
              <a:rPr lang="en-US" altLang="ko-KR" sz="900" dirty="0">
                <a:latin typeface="맑은 고딕" panose="020B0503020000020004" pitchFamily="50" charset="-127"/>
                <a:ea typeface="맑은 고딕" panose="020B0503020000020004" pitchFamily="50" charset="-127"/>
              </a:rPr>
              <a:t> </a:t>
            </a:r>
            <a:r>
              <a:rPr lang="ko-KR" altLang="en-US" sz="900" dirty="0">
                <a:latin typeface="맑은 고딕" panose="020B0503020000020004" pitchFamily="50" charset="-127"/>
                <a:ea typeface="맑은 고딕" panose="020B0503020000020004" pitchFamily="50" charset="-127"/>
              </a:rPr>
              <a:t>포인트 현황</a:t>
            </a:r>
            <a:endParaRPr lang="ko-KR" altLang="en-US" sz="900" dirty="0"/>
          </a:p>
        </p:txBody>
      </p:sp>
      <p:sp>
        <p:nvSpPr>
          <p:cNvPr id="7" name="TextBox 6">
            <a:extLst>
              <a:ext uri="{FF2B5EF4-FFF2-40B4-BE49-F238E27FC236}">
                <a16:creationId xmlns:a16="http://schemas.microsoft.com/office/drawing/2014/main" id="{777F41B7-6868-49A8-8372-691B90799466}"/>
              </a:ext>
            </a:extLst>
          </p:cNvPr>
          <p:cNvSpPr txBox="1"/>
          <p:nvPr/>
        </p:nvSpPr>
        <p:spPr>
          <a:xfrm>
            <a:off x="1755530" y="2372615"/>
            <a:ext cx="1810111"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총 포인트 통화량  </a:t>
            </a:r>
            <a:r>
              <a:rPr lang="en-US" altLang="ko-KR" sz="900" dirty="0">
                <a:latin typeface="맑은 고딕" panose="020B0503020000020004" pitchFamily="50" charset="-127"/>
                <a:ea typeface="맑은 고딕" panose="020B0503020000020004" pitchFamily="50" charset="-127"/>
              </a:rPr>
              <a:t>60,492 Point</a:t>
            </a:r>
            <a:endParaRPr lang="ko-KR" altLang="en-US" sz="900" dirty="0"/>
          </a:p>
        </p:txBody>
      </p:sp>
      <p:graphicFrame>
        <p:nvGraphicFramePr>
          <p:cNvPr id="8" name="표 7">
            <a:extLst>
              <a:ext uri="{FF2B5EF4-FFF2-40B4-BE49-F238E27FC236}">
                <a16:creationId xmlns:a16="http://schemas.microsoft.com/office/drawing/2014/main" id="{67B3B92E-E588-41D0-B091-947E6CDFF24B}"/>
              </a:ext>
            </a:extLst>
          </p:cNvPr>
          <p:cNvGraphicFramePr>
            <a:graphicFrameLocks noGrp="1"/>
          </p:cNvGraphicFramePr>
          <p:nvPr>
            <p:extLst>
              <p:ext uri="{D42A27DB-BD31-4B8C-83A1-F6EECF244321}">
                <p14:modId xmlns:p14="http://schemas.microsoft.com/office/powerpoint/2010/main" val="1082425735"/>
              </p:ext>
            </p:extLst>
          </p:nvPr>
        </p:nvGraphicFramePr>
        <p:xfrm>
          <a:off x="1815358" y="2686308"/>
          <a:ext cx="6984693" cy="1051560"/>
        </p:xfrm>
        <a:graphic>
          <a:graphicData uri="http://schemas.openxmlformats.org/drawingml/2006/table">
            <a:tbl>
              <a:tblPr firstRow="1" bandRow="1">
                <a:tableStyleId>{5C22544A-7EE6-4342-B048-85BDC9FD1C3A}</a:tableStyleId>
              </a:tblPr>
              <a:tblGrid>
                <a:gridCol w="405328">
                  <a:extLst>
                    <a:ext uri="{9D8B030D-6E8A-4147-A177-3AD203B41FA5}">
                      <a16:colId xmlns:a16="http://schemas.microsoft.com/office/drawing/2014/main" val="20000"/>
                    </a:ext>
                  </a:extLst>
                </a:gridCol>
                <a:gridCol w="1297577">
                  <a:extLst>
                    <a:ext uri="{9D8B030D-6E8A-4147-A177-3AD203B41FA5}">
                      <a16:colId xmlns:a16="http://schemas.microsoft.com/office/drawing/2014/main" val="20001"/>
                    </a:ext>
                  </a:extLst>
                </a:gridCol>
                <a:gridCol w="670560">
                  <a:extLst>
                    <a:ext uri="{9D8B030D-6E8A-4147-A177-3AD203B41FA5}">
                      <a16:colId xmlns:a16="http://schemas.microsoft.com/office/drawing/2014/main" val="20009"/>
                    </a:ext>
                  </a:extLst>
                </a:gridCol>
                <a:gridCol w="766354">
                  <a:extLst>
                    <a:ext uri="{9D8B030D-6E8A-4147-A177-3AD203B41FA5}">
                      <a16:colId xmlns:a16="http://schemas.microsoft.com/office/drawing/2014/main" val="2179269706"/>
                    </a:ext>
                  </a:extLst>
                </a:gridCol>
                <a:gridCol w="3844874">
                  <a:extLst>
                    <a:ext uri="{9D8B030D-6E8A-4147-A177-3AD203B41FA5}">
                      <a16:colId xmlns:a16="http://schemas.microsoft.com/office/drawing/2014/main" val="3501964476"/>
                    </a:ext>
                  </a:extLst>
                </a:gridCol>
              </a:tblGrid>
              <a:tr h="163001">
                <a:tc>
                  <a:txBody>
                    <a:bodyPr/>
                    <a:lstStyle/>
                    <a:p>
                      <a:pPr algn="ctr" latinLnBrk="1"/>
                      <a:r>
                        <a:rPr lang="en-US" altLang="ko-KR" sz="700" b="0" dirty="0">
                          <a:solidFill>
                            <a:schemeClr val="tx1"/>
                          </a:solidFill>
                        </a:rPr>
                        <a:t>No</a:t>
                      </a:r>
                      <a:endParaRPr lang="ko-KR" altLang="en-US" sz="7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등록일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포인트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700" b="0" dirty="0">
                          <a:solidFill>
                            <a:schemeClr val="tx1"/>
                          </a:solidFill>
                        </a:rPr>
                        <a:t>내역</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190800">
                <a:tc>
                  <a:txBody>
                    <a:bodyPr/>
                    <a:lstStyle/>
                    <a:p>
                      <a:pPr algn="ctr" latinLnBrk="1"/>
                      <a:r>
                        <a:rPr lang="en-US" altLang="ko-KR" sz="800" b="0" dirty="0">
                          <a:solidFill>
                            <a:schemeClr val="tx1"/>
                          </a:solidFill>
                        </a:rPr>
                        <a:t>4</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2025-00-00 00:00:00</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ko-KR" altLang="en-US" sz="800" dirty="0"/>
                        <a:t>분배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accent6"/>
                          </a:solidFill>
                        </a:rPr>
                        <a:t>+300</a:t>
                      </a:r>
                      <a:endParaRPr lang="ko-KR" altLang="en-US" sz="800" b="0" dirty="0">
                        <a:solidFill>
                          <a:schemeClr val="accent6"/>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u="none" dirty="0" err="1">
                          <a:solidFill>
                            <a:schemeClr val="tx1"/>
                          </a:solidFill>
                          <a:latin typeface="+mn-ea"/>
                          <a:ea typeface="+mn-ea"/>
                        </a:rPr>
                        <a:t>Kasze</a:t>
                      </a:r>
                      <a:r>
                        <a:rPr lang="en-US" altLang="ko-KR" sz="800" b="0" u="none" dirty="0">
                          <a:solidFill>
                            <a:schemeClr val="tx1"/>
                          </a:solidFill>
                          <a:latin typeface="+mn-ea"/>
                          <a:ea typeface="+mn-ea"/>
                        </a:rPr>
                        <a:t> </a:t>
                      </a:r>
                      <a:r>
                        <a:rPr lang="ko-KR" altLang="en-US" sz="800" b="0" u="none" dirty="0">
                          <a:solidFill>
                            <a:schemeClr val="tx1"/>
                          </a:solidFill>
                          <a:latin typeface="+mn-ea"/>
                          <a:ea typeface="+mn-ea"/>
                        </a:rPr>
                        <a:t>님 </a:t>
                      </a:r>
                      <a:r>
                        <a:rPr lang="en-US" altLang="ko-KR" sz="800" b="0" i="0" u="none" strike="noStrike" kern="1200" dirty="0" err="1">
                          <a:solidFill>
                            <a:schemeClr val="tx1"/>
                          </a:solidFill>
                          <a:effectLst/>
                          <a:latin typeface="+mn-ea"/>
                          <a:ea typeface="+mn-ea"/>
                          <a:cs typeface="+mn-cs"/>
                          <a:hlinkClick r:id="rId2" tooltip="새 창 열림">
                            <a:extLst>
                              <a:ext uri="{A12FA001-AC4F-418D-AE19-62706E023703}">
                                <ahyp:hlinkClr xmlns:ahyp="http://schemas.microsoft.com/office/drawing/2018/hyperlinkcolor" val="tx"/>
                              </a:ext>
                            </a:extLst>
                          </a:hlinkClick>
                        </a:rPr>
                        <a:t>BlueViolet</a:t>
                      </a:r>
                      <a:r>
                        <a:rPr lang="en-US" altLang="ko-KR" sz="800" b="0" i="0" u="none" strike="noStrike" kern="1200" dirty="0">
                          <a:solidFill>
                            <a:schemeClr val="tx1"/>
                          </a:solidFill>
                          <a:effectLst/>
                          <a:latin typeface="+mn-ea"/>
                          <a:ea typeface="+mn-ea"/>
                          <a:cs typeface="+mn-cs"/>
                          <a:hlinkClick r:id="rId2" tooltip="새 창 열림">
                            <a:extLst>
                              <a:ext uri="{A12FA001-AC4F-418D-AE19-62706E023703}">
                                <ahyp:hlinkClr xmlns:ahyp="http://schemas.microsoft.com/office/drawing/2018/hyperlinkcolor" val="tx"/>
                              </a:ext>
                            </a:extLst>
                          </a:hlinkClick>
                        </a:rPr>
                        <a:t> a </a:t>
                      </a:r>
                      <a:r>
                        <a:rPr lang="en-US" altLang="ko-KR" sz="800" b="0" i="0" u="none" strike="noStrike" kern="1200" dirty="0" err="1">
                          <a:solidFill>
                            <a:schemeClr val="tx1"/>
                          </a:solidFill>
                          <a:effectLst/>
                          <a:latin typeface="+mn-ea"/>
                          <a:ea typeface="+mn-ea"/>
                          <a:cs typeface="+mn-cs"/>
                          <a:hlinkClick r:id="rId2" tooltip="새 창 열림">
                            <a:extLst>
                              <a:ext uri="{A12FA001-AC4F-418D-AE19-62706E023703}">
                                <ahyp:hlinkClr xmlns:ahyp="http://schemas.microsoft.com/office/drawing/2018/hyperlinkcolor" val="tx"/>
                              </a:ext>
                            </a:extLst>
                          </a:hlinkClick>
                        </a:rPr>
                        <a:t>omnis</a:t>
                      </a:r>
                      <a:r>
                        <a:rPr kumimoji="0" lang="ko-KR" altLang="en-US" sz="800" b="0" i="0" u="none" strike="noStrike" kern="1200" cap="none" spc="0" normalizeH="0" baseline="0" noProof="0" dirty="0">
                          <a:ln>
                            <a:noFill/>
                          </a:ln>
                          <a:solidFill>
                            <a:schemeClr val="tx1"/>
                          </a:solidFill>
                          <a:effectLst/>
                          <a:uLnTx/>
                          <a:uFillTx/>
                          <a:latin typeface="+mn-ea"/>
                          <a:ea typeface="+mn-ea"/>
                          <a:cs typeface="+mn-cs"/>
                        </a:rPr>
                        <a:t> 상품구매로 </a:t>
                      </a:r>
                      <a:r>
                        <a:rPr kumimoji="0" lang="en-US" altLang="ko-KR" sz="800" b="0" i="0" u="none" strike="noStrike" kern="1200" cap="none" spc="0" normalizeH="0" baseline="0" noProof="0" dirty="0">
                          <a:ln>
                            <a:noFill/>
                          </a:ln>
                          <a:solidFill>
                            <a:schemeClr val="tx1"/>
                          </a:solidFill>
                          <a:effectLst/>
                          <a:uLnTx/>
                          <a:uFillTx/>
                          <a:latin typeface="+mn-ea"/>
                          <a:ea typeface="+mn-ea"/>
                          <a:cs typeface="+mn-cs"/>
                        </a:rPr>
                        <a:t>300 </a:t>
                      </a:r>
                      <a:r>
                        <a:rPr lang="ko-KR" altLang="en-US" sz="800" b="0" u="none" dirty="0">
                          <a:solidFill>
                            <a:schemeClr val="tx1"/>
                          </a:solidFill>
                          <a:latin typeface="+mn-ea"/>
                          <a:ea typeface="+mn-ea"/>
                        </a:rPr>
                        <a:t>포인트 지급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190800">
                <a:tc>
                  <a:txBody>
                    <a:bodyPr/>
                    <a:lstStyle/>
                    <a:p>
                      <a:pPr algn="ctr" latinLnBrk="1"/>
                      <a:r>
                        <a:rPr lang="en-US" altLang="ko-KR" sz="800" b="0" dirty="0">
                          <a:solidFill>
                            <a:schemeClr val="tx1"/>
                          </a:solidFill>
                        </a:rPr>
                        <a:t>3</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2025-00-00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ko-KR" altLang="en-US" sz="800" dirty="0"/>
                        <a:t>분배</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chemeClr val="accent6"/>
                          </a:solidFill>
                        </a:rPr>
                        <a:t>+492</a:t>
                      </a:r>
                      <a:endParaRPr lang="ko-KR" altLang="en-US" sz="800" b="0" dirty="0">
                        <a:solidFill>
                          <a:schemeClr val="accent6"/>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u="none" dirty="0">
                          <a:solidFill>
                            <a:schemeClr val="tx1"/>
                          </a:solidFill>
                          <a:latin typeface="+mn-ea"/>
                          <a:ea typeface="+mn-ea"/>
                        </a:rPr>
                        <a:t>assccsa23 </a:t>
                      </a:r>
                      <a:r>
                        <a:rPr lang="ko-KR" altLang="en-US" sz="800" b="0" u="none" dirty="0">
                          <a:solidFill>
                            <a:schemeClr val="tx1"/>
                          </a:solidFill>
                          <a:latin typeface="+mn-ea"/>
                          <a:ea typeface="+mn-ea"/>
                        </a:rPr>
                        <a:t>님 </a:t>
                      </a:r>
                      <a:r>
                        <a:rPr lang="en-US" altLang="ko-KR" sz="800" b="0" i="0" u="none" strike="noStrike" kern="1200" dirty="0" err="1">
                          <a:solidFill>
                            <a:schemeClr val="tx1"/>
                          </a:solidFill>
                          <a:effectLst/>
                          <a:latin typeface="+mn-ea"/>
                          <a:ea typeface="+mn-ea"/>
                          <a:cs typeface="+mn-cs"/>
                          <a:hlinkClick r:id="rId2" tooltip="새 창 열림">
                            <a:extLst>
                              <a:ext uri="{A12FA001-AC4F-418D-AE19-62706E023703}">
                                <ahyp:hlinkClr xmlns:ahyp="http://schemas.microsoft.com/office/drawing/2018/hyperlinkcolor" val="tx"/>
                              </a:ext>
                            </a:extLst>
                          </a:hlinkClick>
                        </a:rPr>
                        <a:t>BlueViolet</a:t>
                      </a:r>
                      <a:r>
                        <a:rPr lang="en-US" altLang="ko-KR" sz="800" b="0" i="0" u="none" strike="noStrike" kern="1200" dirty="0">
                          <a:solidFill>
                            <a:schemeClr val="tx1"/>
                          </a:solidFill>
                          <a:effectLst/>
                          <a:latin typeface="+mn-ea"/>
                          <a:ea typeface="+mn-ea"/>
                          <a:cs typeface="+mn-cs"/>
                          <a:hlinkClick r:id="rId2" tooltip="새 창 열림">
                            <a:extLst>
                              <a:ext uri="{A12FA001-AC4F-418D-AE19-62706E023703}">
                                <ahyp:hlinkClr xmlns:ahyp="http://schemas.microsoft.com/office/drawing/2018/hyperlinkcolor" val="tx"/>
                              </a:ext>
                            </a:extLst>
                          </a:hlinkClick>
                        </a:rPr>
                        <a:t> a </a:t>
                      </a:r>
                      <a:r>
                        <a:rPr lang="en-US" altLang="ko-KR" sz="800" b="0" i="0" u="none" strike="noStrike" kern="1200" dirty="0" err="1">
                          <a:solidFill>
                            <a:schemeClr val="tx1"/>
                          </a:solidFill>
                          <a:effectLst/>
                          <a:latin typeface="+mn-ea"/>
                          <a:ea typeface="+mn-ea"/>
                          <a:cs typeface="+mn-cs"/>
                          <a:hlinkClick r:id="rId2" tooltip="새 창 열림">
                            <a:extLst>
                              <a:ext uri="{A12FA001-AC4F-418D-AE19-62706E023703}">
                                <ahyp:hlinkClr xmlns:ahyp="http://schemas.microsoft.com/office/drawing/2018/hyperlinkcolor" val="tx"/>
                              </a:ext>
                            </a:extLst>
                          </a:hlinkClick>
                        </a:rPr>
                        <a:t>omnis</a:t>
                      </a:r>
                      <a:r>
                        <a:rPr lang="en-US" altLang="ko-KR" sz="800" b="0" i="0" u="none" strike="noStrike" kern="1200" dirty="0">
                          <a:solidFill>
                            <a:schemeClr val="tx1"/>
                          </a:solidFill>
                          <a:effectLst/>
                          <a:latin typeface="+mn-ea"/>
                          <a:ea typeface="+mn-ea"/>
                          <a:cs typeface="+mn-cs"/>
                        </a:rPr>
                        <a:t> b11122</a:t>
                      </a:r>
                      <a:r>
                        <a:rPr kumimoji="0" lang="ko-KR" altLang="en-US" sz="800" b="0" i="0" u="none" strike="noStrike" kern="1200" cap="none" spc="0" normalizeH="0" baseline="0" noProof="0" dirty="0">
                          <a:ln>
                            <a:noFill/>
                          </a:ln>
                          <a:solidFill>
                            <a:schemeClr val="tx1"/>
                          </a:solidFill>
                          <a:effectLst/>
                          <a:uLnTx/>
                          <a:uFillTx/>
                          <a:latin typeface="+mn-ea"/>
                          <a:ea typeface="+mn-ea"/>
                          <a:cs typeface="+mn-cs"/>
                        </a:rPr>
                        <a:t> 상품구매로 </a:t>
                      </a:r>
                      <a:r>
                        <a:rPr kumimoji="0" lang="en-US" altLang="ko-KR" sz="800" b="0" i="0" u="none" strike="noStrike" kern="1200" cap="none" spc="0" normalizeH="0" baseline="0" noProof="0" dirty="0">
                          <a:ln>
                            <a:noFill/>
                          </a:ln>
                          <a:solidFill>
                            <a:schemeClr val="tx1"/>
                          </a:solidFill>
                          <a:effectLst/>
                          <a:uLnTx/>
                          <a:uFillTx/>
                          <a:latin typeface="+mn-ea"/>
                          <a:ea typeface="+mn-ea"/>
                          <a:cs typeface="+mn-cs"/>
                        </a:rPr>
                        <a:t>492 </a:t>
                      </a:r>
                      <a:r>
                        <a:rPr lang="ko-KR" altLang="en-US" sz="800" b="0" u="none" dirty="0">
                          <a:solidFill>
                            <a:schemeClr val="tx1"/>
                          </a:solidFill>
                          <a:latin typeface="+mn-ea"/>
                          <a:ea typeface="+mn-ea"/>
                        </a:rPr>
                        <a:t>포인트 지급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190800">
                <a:tc>
                  <a:txBody>
                    <a:bodyPr/>
                    <a:lstStyle/>
                    <a:p>
                      <a:pPr algn="ctr" latinLnBrk="1"/>
                      <a:r>
                        <a:rPr lang="en-US" altLang="ko-KR" sz="800" b="0" dirty="0">
                          <a:solidFill>
                            <a:schemeClr val="tx1"/>
                          </a:solidFill>
                        </a:rPr>
                        <a:t>2</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2025-00-00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ko-KR" altLang="en-US" sz="800" dirty="0"/>
                        <a:t>소진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rgbClr val="FF0000"/>
                          </a:solidFill>
                        </a:rPr>
                        <a:t>-10,000</a:t>
                      </a:r>
                      <a:endParaRPr lang="ko-KR" altLang="en-US" sz="800" b="0" dirty="0">
                        <a:solidFill>
                          <a:srgbClr val="FF0000"/>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en-US" altLang="ko-KR" sz="800" b="0" u="none" dirty="0" err="1">
                          <a:solidFill>
                            <a:schemeClr val="tx1"/>
                          </a:solidFill>
                          <a:latin typeface="+mn-ea"/>
                          <a:ea typeface="+mn-ea"/>
                        </a:rPr>
                        <a:t>Kasze</a:t>
                      </a:r>
                      <a:r>
                        <a:rPr lang="en-US" altLang="ko-KR" sz="800" b="0" u="none" dirty="0">
                          <a:solidFill>
                            <a:schemeClr val="tx1"/>
                          </a:solidFill>
                          <a:latin typeface="+mn-ea"/>
                          <a:ea typeface="+mn-ea"/>
                        </a:rPr>
                        <a:t> </a:t>
                      </a:r>
                      <a:r>
                        <a:rPr lang="ko-KR" altLang="en-US" sz="800" b="0" u="none" dirty="0">
                          <a:solidFill>
                            <a:schemeClr val="tx1"/>
                          </a:solidFill>
                          <a:latin typeface="+mn-ea"/>
                          <a:ea typeface="+mn-ea"/>
                        </a:rPr>
                        <a:t>님 </a:t>
                      </a:r>
                      <a:r>
                        <a:rPr lang="en-US" altLang="ko-KR" sz="800" b="0" i="0" u="none" strike="noStrike" kern="1200" dirty="0" err="1">
                          <a:solidFill>
                            <a:schemeClr val="tx1"/>
                          </a:solidFill>
                          <a:effectLst/>
                          <a:latin typeface="+mn-ea"/>
                          <a:ea typeface="+mn-ea"/>
                          <a:cs typeface="+mn-cs"/>
                          <a:hlinkClick r:id="rId2" tooltip="새 창 열림">
                            <a:extLst>
                              <a:ext uri="{A12FA001-AC4F-418D-AE19-62706E023703}">
                                <ahyp:hlinkClr xmlns:ahyp="http://schemas.microsoft.com/office/drawing/2018/hyperlinkcolor" val="tx"/>
                              </a:ext>
                            </a:extLst>
                          </a:hlinkClick>
                        </a:rPr>
                        <a:t>BlueViolet</a:t>
                      </a:r>
                      <a:r>
                        <a:rPr lang="en-US" altLang="ko-KR" sz="800" b="0" i="0" u="none" strike="noStrike" kern="1200" dirty="0">
                          <a:solidFill>
                            <a:schemeClr val="tx1"/>
                          </a:solidFill>
                          <a:effectLst/>
                          <a:latin typeface="+mn-ea"/>
                          <a:ea typeface="+mn-ea"/>
                          <a:cs typeface="+mn-cs"/>
                          <a:hlinkClick r:id="rId2" tooltip="새 창 열림">
                            <a:extLst>
                              <a:ext uri="{A12FA001-AC4F-418D-AE19-62706E023703}">
                                <ahyp:hlinkClr xmlns:ahyp="http://schemas.microsoft.com/office/drawing/2018/hyperlinkcolor" val="tx"/>
                              </a:ext>
                            </a:extLst>
                          </a:hlinkClick>
                        </a:rPr>
                        <a:t> a </a:t>
                      </a:r>
                      <a:r>
                        <a:rPr lang="en-US" altLang="ko-KR" sz="800" b="0" i="0" u="none" strike="noStrike" kern="1200" dirty="0" err="1">
                          <a:solidFill>
                            <a:schemeClr val="tx1"/>
                          </a:solidFill>
                          <a:effectLst/>
                          <a:latin typeface="+mn-ea"/>
                          <a:ea typeface="+mn-ea"/>
                          <a:cs typeface="+mn-cs"/>
                          <a:hlinkClick r:id="rId2" tooltip="새 창 열림">
                            <a:extLst>
                              <a:ext uri="{A12FA001-AC4F-418D-AE19-62706E023703}">
                                <ahyp:hlinkClr xmlns:ahyp="http://schemas.microsoft.com/office/drawing/2018/hyperlinkcolor" val="tx"/>
                              </a:ext>
                            </a:extLst>
                          </a:hlinkClick>
                        </a:rPr>
                        <a:t>omnis</a:t>
                      </a:r>
                      <a:r>
                        <a:rPr kumimoji="0" lang="ko-KR" altLang="en-US" sz="800" b="0" i="0" u="none" strike="noStrike" kern="1200" cap="none" spc="0" normalizeH="0" baseline="0" noProof="0" dirty="0">
                          <a:ln>
                            <a:noFill/>
                          </a:ln>
                          <a:solidFill>
                            <a:schemeClr val="tx1"/>
                          </a:solidFill>
                          <a:effectLst/>
                          <a:uLnTx/>
                          <a:uFillTx/>
                          <a:latin typeface="+mn-ea"/>
                          <a:ea typeface="+mn-ea"/>
                          <a:cs typeface="+mn-cs"/>
                        </a:rPr>
                        <a:t> 상품구매시 </a:t>
                      </a:r>
                      <a:r>
                        <a:rPr kumimoji="0" lang="en-US" altLang="ko-KR" sz="800" b="0" i="0" u="none" strike="noStrike" kern="1200" cap="none" spc="0" normalizeH="0" baseline="0" noProof="0" dirty="0">
                          <a:ln>
                            <a:noFill/>
                          </a:ln>
                          <a:solidFill>
                            <a:schemeClr val="tx1"/>
                          </a:solidFill>
                          <a:effectLst/>
                          <a:uLnTx/>
                          <a:uFillTx/>
                          <a:latin typeface="+mn-ea"/>
                          <a:ea typeface="+mn-ea"/>
                          <a:cs typeface="+mn-cs"/>
                        </a:rPr>
                        <a:t>10,000 </a:t>
                      </a:r>
                      <a:r>
                        <a:rPr lang="ko-KR" altLang="en-US" sz="800" b="0" u="none" dirty="0">
                          <a:solidFill>
                            <a:schemeClr val="tx1"/>
                          </a:solidFill>
                          <a:latin typeface="+mn-ea"/>
                          <a:ea typeface="+mn-ea"/>
                        </a:rPr>
                        <a:t>포인트 사용</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190800">
                <a:tc>
                  <a:txBody>
                    <a:bodyPr/>
                    <a:lstStyle/>
                    <a:p>
                      <a:pPr algn="ctr" latinLnBrk="1"/>
                      <a:r>
                        <a:rPr lang="en-US" altLang="ko-KR" sz="800" b="0" dirty="0">
                          <a:solidFill>
                            <a:schemeClr val="tx1"/>
                          </a:solidFill>
                        </a:rPr>
                        <a:t>1</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2025-00-00 00:00:00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ko-KR" altLang="en-US" sz="800" dirty="0"/>
                        <a:t>소진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r" latinLnBrk="1"/>
                      <a:r>
                        <a:rPr lang="en-US" altLang="ko-KR" sz="800" b="0" dirty="0">
                          <a:solidFill>
                            <a:srgbClr val="FF0000"/>
                          </a:solidFill>
                        </a:rPr>
                        <a:t>-1,000</a:t>
                      </a:r>
                      <a:endParaRPr lang="ko-KR" altLang="en-US" sz="800" b="0" dirty="0">
                        <a:solidFill>
                          <a:srgbClr val="FF0000"/>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l" latinLnBrk="1"/>
                      <a:r>
                        <a:rPr lang="en-US" altLang="ko-KR" sz="800" b="0" u="none" dirty="0" err="1">
                          <a:solidFill>
                            <a:schemeClr val="tx1"/>
                          </a:solidFill>
                          <a:latin typeface="+mn-ea"/>
                          <a:ea typeface="+mn-ea"/>
                        </a:rPr>
                        <a:t>Kasze</a:t>
                      </a:r>
                      <a:r>
                        <a:rPr lang="en-US" altLang="ko-KR" sz="800" b="0" u="none" dirty="0">
                          <a:solidFill>
                            <a:schemeClr val="tx1"/>
                          </a:solidFill>
                          <a:latin typeface="+mn-ea"/>
                          <a:ea typeface="+mn-ea"/>
                        </a:rPr>
                        <a:t> </a:t>
                      </a:r>
                      <a:r>
                        <a:rPr lang="ko-KR" altLang="en-US" sz="800" b="0" u="none" dirty="0">
                          <a:solidFill>
                            <a:schemeClr val="tx1"/>
                          </a:solidFill>
                          <a:latin typeface="+mn-ea"/>
                          <a:ea typeface="+mn-ea"/>
                        </a:rPr>
                        <a:t>님 </a:t>
                      </a:r>
                      <a:r>
                        <a:rPr lang="en-US" altLang="ko-KR" sz="800" b="0" i="0" u="none" strike="noStrike" kern="1200" dirty="0" err="1">
                          <a:solidFill>
                            <a:schemeClr val="tx1"/>
                          </a:solidFill>
                          <a:effectLst/>
                          <a:latin typeface="+mn-ea"/>
                          <a:ea typeface="+mn-ea"/>
                          <a:cs typeface="+mn-cs"/>
                          <a:hlinkClick r:id="rId2" tooltip="새 창 열림">
                            <a:extLst>
                              <a:ext uri="{A12FA001-AC4F-418D-AE19-62706E023703}">
                                <ahyp:hlinkClr xmlns:ahyp="http://schemas.microsoft.com/office/drawing/2018/hyperlinkcolor" val="tx"/>
                              </a:ext>
                            </a:extLst>
                          </a:hlinkClick>
                        </a:rPr>
                        <a:t>BlueViolet</a:t>
                      </a:r>
                      <a:r>
                        <a:rPr lang="en-US" altLang="ko-KR" sz="800" b="0" i="0" u="none" strike="noStrike" kern="1200" dirty="0">
                          <a:solidFill>
                            <a:schemeClr val="tx1"/>
                          </a:solidFill>
                          <a:effectLst/>
                          <a:latin typeface="+mn-ea"/>
                          <a:ea typeface="+mn-ea"/>
                          <a:cs typeface="+mn-cs"/>
                          <a:hlinkClick r:id="rId2" tooltip="새 창 열림">
                            <a:extLst>
                              <a:ext uri="{A12FA001-AC4F-418D-AE19-62706E023703}">
                                <ahyp:hlinkClr xmlns:ahyp="http://schemas.microsoft.com/office/drawing/2018/hyperlinkcolor" val="tx"/>
                              </a:ext>
                            </a:extLst>
                          </a:hlinkClick>
                        </a:rPr>
                        <a:t> a </a:t>
                      </a:r>
                      <a:r>
                        <a:rPr lang="en-US" altLang="ko-KR" sz="800" b="0" i="0" u="none" strike="noStrike" kern="1200" dirty="0" err="1">
                          <a:solidFill>
                            <a:schemeClr val="tx1"/>
                          </a:solidFill>
                          <a:effectLst/>
                          <a:latin typeface="+mn-ea"/>
                          <a:ea typeface="+mn-ea"/>
                          <a:cs typeface="+mn-cs"/>
                          <a:hlinkClick r:id="rId2" tooltip="새 창 열림">
                            <a:extLst>
                              <a:ext uri="{A12FA001-AC4F-418D-AE19-62706E023703}">
                                <ahyp:hlinkClr xmlns:ahyp="http://schemas.microsoft.com/office/drawing/2018/hyperlinkcolor" val="tx"/>
                              </a:ext>
                            </a:extLst>
                          </a:hlinkClick>
                        </a:rPr>
                        <a:t>omnis</a:t>
                      </a:r>
                      <a:r>
                        <a:rPr kumimoji="0" lang="ko-KR" altLang="en-US" sz="800" b="0" i="0" u="none" strike="noStrike" kern="1200" cap="none" spc="0" normalizeH="0" baseline="0" noProof="0" dirty="0">
                          <a:ln>
                            <a:noFill/>
                          </a:ln>
                          <a:solidFill>
                            <a:schemeClr val="tx1"/>
                          </a:solidFill>
                          <a:effectLst/>
                          <a:uLnTx/>
                          <a:uFillTx/>
                          <a:latin typeface="+mn-ea"/>
                          <a:ea typeface="+mn-ea"/>
                          <a:cs typeface="+mn-cs"/>
                        </a:rPr>
                        <a:t> 상품구매시 </a:t>
                      </a:r>
                      <a:r>
                        <a:rPr kumimoji="0" lang="en-US" altLang="ko-KR" sz="800" b="0" i="0" u="none" strike="noStrike" kern="1200" cap="none" spc="0" normalizeH="0" baseline="0" noProof="0" dirty="0">
                          <a:ln>
                            <a:noFill/>
                          </a:ln>
                          <a:solidFill>
                            <a:schemeClr val="tx1"/>
                          </a:solidFill>
                          <a:effectLst/>
                          <a:uLnTx/>
                          <a:uFillTx/>
                          <a:latin typeface="+mn-ea"/>
                          <a:ea typeface="+mn-ea"/>
                          <a:cs typeface="+mn-cs"/>
                        </a:rPr>
                        <a:t>1,000 </a:t>
                      </a:r>
                      <a:r>
                        <a:rPr lang="ko-KR" altLang="en-US" sz="800" b="0" u="none" dirty="0">
                          <a:solidFill>
                            <a:schemeClr val="tx1"/>
                          </a:solidFill>
                          <a:latin typeface="+mn-ea"/>
                          <a:ea typeface="+mn-ea"/>
                        </a:rPr>
                        <a:t>포인트 사용</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804127286"/>
                  </a:ext>
                </a:extLst>
              </a:tr>
            </a:tbl>
          </a:graphicData>
        </a:graphic>
      </p:graphicFrame>
      <p:pic>
        <p:nvPicPr>
          <p:cNvPr id="9" name="Picture 2">
            <a:extLst>
              <a:ext uri="{FF2B5EF4-FFF2-40B4-BE49-F238E27FC236}">
                <a16:creationId xmlns:a16="http://schemas.microsoft.com/office/drawing/2014/main" id="{9DBD7ABE-A358-4C58-8E88-EEA1D309F4C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084567" y="4186467"/>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aphicFrame>
        <p:nvGraphicFramePr>
          <p:cNvPr id="10" name="표 63">
            <a:extLst>
              <a:ext uri="{FF2B5EF4-FFF2-40B4-BE49-F238E27FC236}">
                <a16:creationId xmlns:a16="http://schemas.microsoft.com/office/drawing/2014/main" id="{477FA6EC-C084-42AE-ADCD-A354BA2086C8}"/>
              </a:ext>
            </a:extLst>
          </p:cNvPr>
          <p:cNvGraphicFramePr>
            <a:graphicFrameLocks noGrp="1"/>
          </p:cNvGraphicFramePr>
          <p:nvPr>
            <p:extLst>
              <p:ext uri="{D42A27DB-BD31-4B8C-83A1-F6EECF244321}">
                <p14:modId xmlns:p14="http://schemas.microsoft.com/office/powerpoint/2010/main" val="2862069120"/>
              </p:ext>
            </p:extLst>
          </p:nvPr>
        </p:nvGraphicFramePr>
        <p:xfrm>
          <a:off x="1815358" y="1296555"/>
          <a:ext cx="6984694" cy="825821"/>
        </p:xfrm>
        <a:graphic>
          <a:graphicData uri="http://schemas.openxmlformats.org/drawingml/2006/table">
            <a:tbl>
              <a:tblPr firstRow="1" bandRow="1">
                <a:tableStyleId>{5940675A-B579-460E-94D1-54222C63F5DA}</a:tableStyleId>
              </a:tblPr>
              <a:tblGrid>
                <a:gridCol w="774585">
                  <a:extLst>
                    <a:ext uri="{9D8B030D-6E8A-4147-A177-3AD203B41FA5}">
                      <a16:colId xmlns:a16="http://schemas.microsoft.com/office/drawing/2014/main" val="3701388552"/>
                    </a:ext>
                  </a:extLst>
                </a:gridCol>
                <a:gridCol w="6210109">
                  <a:extLst>
                    <a:ext uri="{9D8B030D-6E8A-4147-A177-3AD203B41FA5}">
                      <a16:colId xmlns:a16="http://schemas.microsoft.com/office/drawing/2014/main" val="339215266"/>
                    </a:ext>
                  </a:extLst>
                </a:gridCol>
              </a:tblGrid>
              <a:tr h="288996">
                <a:tc>
                  <a:txBody>
                    <a:bodyPr/>
                    <a:lstStyle/>
                    <a:p>
                      <a:pPr algn="ctr" latinLnBrk="1">
                        <a:lnSpc>
                          <a:spcPct val="100000"/>
                        </a:lnSpc>
                      </a:pPr>
                      <a:r>
                        <a:rPr lang="ko-KR" altLang="en-US" sz="800" dirty="0"/>
                        <a:t>날짜</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5685650"/>
                  </a:ext>
                </a:extLst>
              </a:tr>
              <a:tr h="286063">
                <a:tc>
                  <a:txBody>
                    <a:bodyPr/>
                    <a:lstStyle/>
                    <a:p>
                      <a:pPr algn="ctr" latinLnBrk="1">
                        <a:lnSpc>
                          <a:spcPct val="100000"/>
                        </a:lnSpc>
                      </a:pPr>
                      <a:r>
                        <a:rPr lang="ko-KR" altLang="en-US" sz="800" dirty="0"/>
                        <a:t>구분</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i="0" u="none" strike="noStrike" dirty="0">
                          <a:solidFill>
                            <a:srgbClr val="000000"/>
                          </a:solidFill>
                          <a:effectLst/>
                          <a:latin typeface="+mn-lt"/>
                        </a:rPr>
                        <a:t>● 전체 </a:t>
                      </a:r>
                      <a:r>
                        <a:rPr lang="ko-KR" altLang="en-US" sz="800" b="0" i="0" u="none" strike="noStrike" baseline="0" dirty="0">
                          <a:solidFill>
                            <a:srgbClr val="000000"/>
                          </a:solidFill>
                          <a:effectLst/>
                          <a:latin typeface="+mn-lt"/>
                        </a:rPr>
                        <a:t> </a:t>
                      </a:r>
                      <a:r>
                        <a:rPr lang="ko-KR" altLang="en-US" sz="800" b="0" i="0" u="none" strike="noStrike" dirty="0">
                          <a:solidFill>
                            <a:srgbClr val="000000"/>
                          </a:solidFill>
                          <a:effectLst/>
                          <a:latin typeface="+mn-lt"/>
                        </a:rPr>
                        <a:t>○ 분배  ○ 소진</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16101665"/>
                  </a:ext>
                </a:extLst>
              </a:tr>
              <a:tr h="221337">
                <a:tc>
                  <a:txBody>
                    <a:bodyPr/>
                    <a:lstStyle/>
                    <a:p>
                      <a:pPr algn="ctr" latinLnBrk="1">
                        <a:lnSpc>
                          <a:spcPct val="150000"/>
                        </a:lnSpc>
                      </a:pPr>
                      <a:r>
                        <a:rPr lang="ko-KR" altLang="en-US" sz="800" dirty="0"/>
                        <a:t>상세</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latinLnBrk="1"/>
                      <a:endParaRPr lang="ko-KR" altLang="en-US" sz="8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69280296"/>
                  </a:ext>
                </a:extLst>
              </a:tr>
            </a:tbl>
          </a:graphicData>
        </a:graphic>
      </p:graphicFrame>
      <p:pic>
        <p:nvPicPr>
          <p:cNvPr id="13" name="그림 12">
            <a:extLst>
              <a:ext uri="{FF2B5EF4-FFF2-40B4-BE49-F238E27FC236}">
                <a16:creationId xmlns:a16="http://schemas.microsoft.com/office/drawing/2014/main" id="{33C9A05F-E493-4C70-A3C8-2585ECA29678}"/>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800852" y="1332796"/>
            <a:ext cx="200163" cy="207177"/>
          </a:xfrm>
          <a:prstGeom prst="rect">
            <a:avLst/>
          </a:prstGeom>
          <a:ln w="6350">
            <a:noFill/>
          </a:ln>
        </p:spPr>
      </p:pic>
      <p:pic>
        <p:nvPicPr>
          <p:cNvPr id="16" name="그림 15">
            <a:extLst>
              <a:ext uri="{FF2B5EF4-FFF2-40B4-BE49-F238E27FC236}">
                <a16:creationId xmlns:a16="http://schemas.microsoft.com/office/drawing/2014/main" id="{5AE449CF-6139-49F1-9690-272904AB5AAB}"/>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358241" y="1324698"/>
            <a:ext cx="208267" cy="215565"/>
          </a:xfrm>
          <a:prstGeom prst="rect">
            <a:avLst/>
          </a:prstGeom>
          <a:ln w="6350">
            <a:noFill/>
          </a:ln>
        </p:spPr>
      </p:pic>
      <p:sp>
        <p:nvSpPr>
          <p:cNvPr id="19" name="직사각형 18">
            <a:extLst>
              <a:ext uri="{FF2B5EF4-FFF2-40B4-BE49-F238E27FC236}">
                <a16:creationId xmlns:a16="http://schemas.microsoft.com/office/drawing/2014/main" id="{779E96A2-95CF-4DCB-B7D8-17469EBE4F4C}"/>
              </a:ext>
            </a:extLst>
          </p:cNvPr>
          <p:cNvSpPr/>
          <p:nvPr/>
        </p:nvSpPr>
        <p:spPr>
          <a:xfrm>
            <a:off x="8079865" y="1899391"/>
            <a:ext cx="686631" cy="188787"/>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검색</a:t>
            </a:r>
            <a:endParaRPr lang="en-US" altLang="ko-KR" sz="800" dirty="0">
              <a:solidFill>
                <a:schemeClr val="bg1"/>
              </a:solidFill>
            </a:endParaRPr>
          </a:p>
        </p:txBody>
      </p:sp>
      <p:sp>
        <p:nvSpPr>
          <p:cNvPr id="23" name="TextBox 22">
            <a:extLst>
              <a:ext uri="{FF2B5EF4-FFF2-40B4-BE49-F238E27FC236}">
                <a16:creationId xmlns:a16="http://schemas.microsoft.com/office/drawing/2014/main" id="{079A09DA-E2F4-44AF-A165-8253190F9AA0}"/>
              </a:ext>
            </a:extLst>
          </p:cNvPr>
          <p:cNvSpPr txBox="1"/>
          <p:nvPr/>
        </p:nvSpPr>
        <p:spPr>
          <a:xfrm>
            <a:off x="3972061" y="1317065"/>
            <a:ext cx="264816" cy="230832"/>
          </a:xfrm>
          <a:prstGeom prst="rect">
            <a:avLst/>
          </a:prstGeom>
          <a:noFill/>
        </p:spPr>
        <p:txBody>
          <a:bodyPr wrap="square" rtlCol="0">
            <a:spAutoFit/>
          </a:bodyPr>
          <a:lstStyle/>
          <a:p>
            <a:r>
              <a:rPr lang="en-US" altLang="ko-KR" sz="900" dirty="0"/>
              <a:t>~</a:t>
            </a:r>
            <a:endParaRPr lang="ko-KR" altLang="en-US" sz="900" dirty="0"/>
          </a:p>
        </p:txBody>
      </p:sp>
      <p:sp>
        <p:nvSpPr>
          <p:cNvPr id="27" name="직사각형 26">
            <a:extLst>
              <a:ext uri="{FF2B5EF4-FFF2-40B4-BE49-F238E27FC236}">
                <a16:creationId xmlns:a16="http://schemas.microsoft.com/office/drawing/2014/main" id="{D1D13EC7-65D3-4AA9-A7BD-AF4395E8371F}"/>
              </a:ext>
            </a:extLst>
          </p:cNvPr>
          <p:cNvSpPr/>
          <p:nvPr/>
        </p:nvSpPr>
        <p:spPr>
          <a:xfrm>
            <a:off x="2678645" y="1343741"/>
            <a:ext cx="1106553" cy="185289"/>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28" name="직사각형 27">
            <a:extLst>
              <a:ext uri="{FF2B5EF4-FFF2-40B4-BE49-F238E27FC236}">
                <a16:creationId xmlns:a16="http://schemas.microsoft.com/office/drawing/2014/main" id="{D1D13EC7-65D3-4AA9-A7BD-AF4395E8371F}"/>
              </a:ext>
            </a:extLst>
          </p:cNvPr>
          <p:cNvSpPr/>
          <p:nvPr/>
        </p:nvSpPr>
        <p:spPr>
          <a:xfrm>
            <a:off x="4217989" y="1343741"/>
            <a:ext cx="1106553" cy="185289"/>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29" name="직사각형 28">
            <a:extLst>
              <a:ext uri="{FF2B5EF4-FFF2-40B4-BE49-F238E27FC236}">
                <a16:creationId xmlns:a16="http://schemas.microsoft.com/office/drawing/2014/main" id="{D1D13EC7-65D3-4AA9-A7BD-AF4395E8371F}"/>
              </a:ext>
            </a:extLst>
          </p:cNvPr>
          <p:cNvSpPr/>
          <p:nvPr/>
        </p:nvSpPr>
        <p:spPr>
          <a:xfrm>
            <a:off x="2678645" y="1894685"/>
            <a:ext cx="5131505" cy="19349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31" name="TextBox 30">
            <a:extLst>
              <a:ext uri="{FF2B5EF4-FFF2-40B4-BE49-F238E27FC236}">
                <a16:creationId xmlns:a16="http://schemas.microsoft.com/office/drawing/2014/main" id="{38F262C8-ACF8-4FC7-81DA-843C5AB289C5}"/>
              </a:ext>
            </a:extLst>
          </p:cNvPr>
          <p:cNvSpPr txBox="1"/>
          <p:nvPr/>
        </p:nvSpPr>
        <p:spPr>
          <a:xfrm>
            <a:off x="1598189" y="2293555"/>
            <a:ext cx="251992" cy="230832"/>
          </a:xfrm>
          <a:prstGeom prst="rect">
            <a:avLst/>
          </a:prstGeom>
          <a:solidFill>
            <a:srgbClr val="FF0000"/>
          </a:solidFill>
        </p:spPr>
        <p:txBody>
          <a:bodyPr wrap="square" rtlCol="0">
            <a:spAutoFit/>
          </a:bodyPr>
          <a:lstStyle/>
          <a:p>
            <a:r>
              <a:rPr lang="en-US" altLang="ko-KR" sz="900" b="1" dirty="0">
                <a:solidFill>
                  <a:schemeClr val="bg1"/>
                </a:solidFill>
              </a:rPr>
              <a:t>1</a:t>
            </a:r>
            <a:endParaRPr lang="ko-KR" altLang="en-US" sz="900" b="1" dirty="0">
              <a:solidFill>
                <a:schemeClr val="bg1"/>
              </a:solidFill>
            </a:endParaRPr>
          </a:p>
        </p:txBody>
      </p:sp>
      <p:sp>
        <p:nvSpPr>
          <p:cNvPr id="34" name="TextBox 33">
            <a:extLst>
              <a:ext uri="{FF2B5EF4-FFF2-40B4-BE49-F238E27FC236}">
                <a16:creationId xmlns:a16="http://schemas.microsoft.com/office/drawing/2014/main" id="{38F262C8-ACF8-4FC7-81DA-843C5AB289C5}"/>
              </a:ext>
            </a:extLst>
          </p:cNvPr>
          <p:cNvSpPr txBox="1"/>
          <p:nvPr/>
        </p:nvSpPr>
        <p:spPr>
          <a:xfrm>
            <a:off x="3323277" y="2570892"/>
            <a:ext cx="251992" cy="230832"/>
          </a:xfrm>
          <a:prstGeom prst="rect">
            <a:avLst/>
          </a:prstGeom>
          <a:solidFill>
            <a:srgbClr val="FF0000"/>
          </a:solidFill>
        </p:spPr>
        <p:txBody>
          <a:bodyPr wrap="squar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219749184"/>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563985504"/>
              </p:ext>
            </p:extLst>
          </p:nvPr>
        </p:nvGraphicFramePr>
        <p:xfrm>
          <a:off x="10171774" y="22159"/>
          <a:ext cx="1979018" cy="199747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RF-02-11-01-1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포인트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환급 요청</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보유 포인트를 환급 요청하는</a:t>
                      </a:r>
                      <a:r>
                        <a:rPr lang="ko-KR" altLang="en-US" sz="800" baseline="0" dirty="0"/>
                        <a:t> 화면</a:t>
                      </a:r>
                      <a:endParaRPr lang="ko-KR" altLang="en-US" sz="800" dirty="0"/>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72801904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포인트는 </a:t>
                      </a:r>
                      <a:r>
                        <a:rPr lang="en-US" altLang="ko-KR" sz="800" b="0" dirty="0">
                          <a:solidFill>
                            <a:schemeClr val="tx1"/>
                          </a:solidFill>
                        </a:rPr>
                        <a:t>1,000</a:t>
                      </a:r>
                      <a:r>
                        <a:rPr lang="en-US" altLang="ko-KR" sz="800" b="0" baseline="0" dirty="0">
                          <a:solidFill>
                            <a:schemeClr val="tx1"/>
                          </a:solidFill>
                        </a:rPr>
                        <a:t> </a:t>
                      </a:r>
                      <a:r>
                        <a:rPr lang="ko-KR" altLang="en-US" sz="800" b="0" baseline="0" dirty="0">
                          <a:solidFill>
                            <a:schemeClr val="tx1"/>
                          </a:solidFill>
                        </a:rPr>
                        <a:t>단위로 입력해야 한다</a:t>
                      </a:r>
                      <a:r>
                        <a:rPr lang="en-US" altLang="ko-KR" sz="800" b="0" baseline="0" dirty="0">
                          <a:solidFill>
                            <a:schemeClr val="tx1"/>
                          </a:solidFill>
                        </a:rPr>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환급 포인트를 입력하지 않은 경우 환급 요청을 거부한다</a:t>
                      </a:r>
                      <a:r>
                        <a:rPr lang="en-US" altLang="ko-KR" sz="80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626869050"/>
                  </a:ext>
                </a:extLst>
              </a:tr>
            </a:tbl>
          </a:graphicData>
        </a:graphic>
      </p:graphicFrame>
      <p:sp>
        <p:nvSpPr>
          <p:cNvPr id="3" name="TextBox 2">
            <a:extLst>
              <a:ext uri="{FF2B5EF4-FFF2-40B4-BE49-F238E27FC236}">
                <a16:creationId xmlns:a16="http://schemas.microsoft.com/office/drawing/2014/main" id="{777F41B7-6868-49A8-8372-691B90799466}"/>
              </a:ext>
            </a:extLst>
          </p:cNvPr>
          <p:cNvSpPr txBox="1"/>
          <p:nvPr/>
        </p:nvSpPr>
        <p:spPr>
          <a:xfrm>
            <a:off x="2183369" y="1491225"/>
            <a:ext cx="95731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a:t>
            </a:r>
            <a:r>
              <a:rPr lang="en-US" altLang="ko-KR" sz="900" dirty="0">
                <a:latin typeface="맑은 고딕" panose="020B0503020000020004" pitchFamily="50" charset="-127"/>
                <a:ea typeface="맑은 고딕" panose="020B0503020000020004" pitchFamily="50" charset="-127"/>
              </a:rPr>
              <a:t> </a:t>
            </a:r>
            <a:r>
              <a:rPr lang="ko-KR" altLang="en-US" sz="900" dirty="0">
                <a:latin typeface="맑은 고딕" panose="020B0503020000020004" pitchFamily="50" charset="-127"/>
                <a:ea typeface="맑은 고딕" panose="020B0503020000020004" pitchFamily="50" charset="-127"/>
              </a:rPr>
              <a:t>포인트 환급</a:t>
            </a:r>
            <a:endParaRPr lang="ko-KR" altLang="en-US" sz="900" dirty="0"/>
          </a:p>
        </p:txBody>
      </p:sp>
      <p:graphicFrame>
        <p:nvGraphicFramePr>
          <p:cNvPr id="4" name="표 17">
            <a:extLst>
              <a:ext uri="{FF2B5EF4-FFF2-40B4-BE49-F238E27FC236}">
                <a16:creationId xmlns:a16="http://schemas.microsoft.com/office/drawing/2014/main" id="{8B4305EF-EE2E-40D5-974F-DB48AA790C6B}"/>
              </a:ext>
            </a:extLst>
          </p:cNvPr>
          <p:cNvGraphicFramePr>
            <a:graphicFrameLocks noGrp="1"/>
          </p:cNvGraphicFramePr>
          <p:nvPr>
            <p:extLst>
              <p:ext uri="{D42A27DB-BD31-4B8C-83A1-F6EECF244321}">
                <p14:modId xmlns:p14="http://schemas.microsoft.com/office/powerpoint/2010/main" val="2943728309"/>
              </p:ext>
            </p:extLst>
          </p:nvPr>
        </p:nvGraphicFramePr>
        <p:xfrm>
          <a:off x="2243197" y="1722057"/>
          <a:ext cx="6305185" cy="1791062"/>
        </p:xfrm>
        <a:graphic>
          <a:graphicData uri="http://schemas.openxmlformats.org/drawingml/2006/table">
            <a:tbl>
              <a:tblPr firstRow="1" bandRow="1">
                <a:tableStyleId>{5940675A-B579-460E-94D1-54222C63F5DA}</a:tableStyleId>
              </a:tblPr>
              <a:tblGrid>
                <a:gridCol w="928451">
                  <a:extLst>
                    <a:ext uri="{9D8B030D-6E8A-4147-A177-3AD203B41FA5}">
                      <a16:colId xmlns:a16="http://schemas.microsoft.com/office/drawing/2014/main" val="827257380"/>
                    </a:ext>
                  </a:extLst>
                </a:gridCol>
                <a:gridCol w="5376734">
                  <a:extLst>
                    <a:ext uri="{9D8B030D-6E8A-4147-A177-3AD203B41FA5}">
                      <a16:colId xmlns:a16="http://schemas.microsoft.com/office/drawing/2014/main" val="1855344563"/>
                    </a:ext>
                  </a:extLst>
                </a:gridCol>
              </a:tblGrid>
              <a:tr h="383580">
                <a:tc>
                  <a:txBody>
                    <a:bodyPr/>
                    <a:lstStyle/>
                    <a:p>
                      <a:pPr latinLnBrk="1"/>
                      <a:r>
                        <a:rPr lang="ko-KR" altLang="en-US" sz="800" dirty="0">
                          <a:solidFill>
                            <a:schemeClr val="tx1"/>
                          </a:solidFill>
                        </a:rPr>
                        <a:t>환급 가이드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l" latinLnBrk="1"/>
                      <a:r>
                        <a:rPr lang="ko-KR" altLang="en-US" sz="800" dirty="0"/>
                        <a:t>환급 가이드 내용</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280127">
                <a:tc>
                  <a:txBody>
                    <a:bodyPr/>
                    <a:lstStyle/>
                    <a:p>
                      <a:pPr latinLnBrk="1"/>
                      <a:r>
                        <a:rPr lang="ko-KR" altLang="en-US" sz="800" dirty="0">
                          <a:solidFill>
                            <a:schemeClr val="tx1"/>
                          </a:solidFill>
                        </a:rPr>
                        <a:t>보유 포인트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t>2,000,492 P</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9866090"/>
                  </a:ext>
                </a:extLst>
              </a:tr>
              <a:tr h="516827">
                <a:tc>
                  <a:txBody>
                    <a:bodyPr/>
                    <a:lstStyle/>
                    <a:p>
                      <a:pPr latinLnBrk="1"/>
                      <a:r>
                        <a:rPr lang="ko-KR" altLang="en-US" sz="800" dirty="0">
                          <a:solidFill>
                            <a:schemeClr val="tx1"/>
                          </a:solidFill>
                        </a:rPr>
                        <a:t>환급 포인트 </a:t>
                      </a:r>
                      <a:r>
                        <a:rPr lang="en-US" altLang="ko-KR" sz="800" b="1" dirty="0">
                          <a:solidFill>
                            <a:srgbClr val="FF0000"/>
                          </a:solidFill>
                        </a:rPr>
                        <a:t>*</a:t>
                      </a:r>
                      <a:endParaRPr lang="ko-KR" altLang="en-US" sz="800"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l" latinLnBrk="1"/>
                      <a:endParaRPr lang="en-US" altLang="ko-KR" sz="800" dirty="0"/>
                    </a:p>
                    <a:p>
                      <a:pPr algn="l" latinLnBrk="1"/>
                      <a:endParaRPr lang="en-US" altLang="ko-KR" sz="800" dirty="0"/>
                    </a:p>
                    <a:p>
                      <a:pPr algn="l" latinLnBrk="1"/>
                      <a:r>
                        <a:rPr lang="en-US" altLang="ko-KR" sz="800" dirty="0">
                          <a:solidFill>
                            <a:srgbClr val="FF0000"/>
                          </a:solidFill>
                        </a:rPr>
                        <a:t>(</a:t>
                      </a:r>
                      <a:r>
                        <a:rPr lang="ko-KR" altLang="en-US" sz="800" dirty="0">
                          <a:solidFill>
                            <a:srgbClr val="FF0000"/>
                          </a:solidFill>
                        </a:rPr>
                        <a:t>포인트는 </a:t>
                      </a:r>
                      <a:r>
                        <a:rPr lang="en-US" altLang="ko-KR" sz="800" dirty="0">
                          <a:solidFill>
                            <a:srgbClr val="FF0000"/>
                          </a:solidFill>
                        </a:rPr>
                        <a:t>1,000P </a:t>
                      </a:r>
                      <a:r>
                        <a:rPr lang="ko-KR" altLang="en-US" sz="800" dirty="0">
                          <a:solidFill>
                            <a:srgbClr val="FF0000"/>
                          </a:solidFill>
                        </a:rPr>
                        <a:t>단위로 환급할 수 있습니다</a:t>
                      </a:r>
                      <a:r>
                        <a:rPr lang="en-US" altLang="ko-KR" sz="800" dirty="0">
                          <a:solidFill>
                            <a:srgbClr val="FF0000"/>
                          </a:solidFill>
                        </a:rPr>
                        <a:t>. )</a:t>
                      </a:r>
                      <a:endParaRPr lang="ko-KR" altLang="en-US" sz="800" dirty="0">
                        <a:solidFill>
                          <a:srgbClr val="FF0000"/>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5622353"/>
                  </a:ext>
                </a:extLst>
              </a:tr>
              <a:tr h="610528">
                <a:tc>
                  <a:txBody>
                    <a:bodyPr/>
                    <a:lstStyle/>
                    <a:p>
                      <a:pPr latinLnBrk="1"/>
                      <a:r>
                        <a:rPr lang="ko-KR" altLang="en-US" sz="800" dirty="0">
                          <a:solidFill>
                            <a:schemeClr val="tx1"/>
                          </a:solidFill>
                        </a:rPr>
                        <a:t>메모</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l"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31770323"/>
                  </a:ext>
                </a:extLst>
              </a:tr>
            </a:tbl>
          </a:graphicData>
        </a:graphic>
      </p:graphicFrame>
      <p:sp>
        <p:nvSpPr>
          <p:cNvPr id="5" name="직사각형 4">
            <a:extLst>
              <a:ext uri="{FF2B5EF4-FFF2-40B4-BE49-F238E27FC236}">
                <a16:creationId xmlns:a16="http://schemas.microsoft.com/office/drawing/2014/main" id="{D1D13EC7-65D3-4AA9-A7BD-AF4395E8371F}"/>
              </a:ext>
            </a:extLst>
          </p:cNvPr>
          <p:cNvSpPr/>
          <p:nvPr/>
        </p:nvSpPr>
        <p:spPr>
          <a:xfrm>
            <a:off x="3257486" y="2421117"/>
            <a:ext cx="5131505" cy="19349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6" name="직사각형 5">
            <a:extLst>
              <a:ext uri="{FF2B5EF4-FFF2-40B4-BE49-F238E27FC236}">
                <a16:creationId xmlns:a16="http://schemas.microsoft.com/office/drawing/2014/main" id="{D1D13EC7-65D3-4AA9-A7BD-AF4395E8371F}"/>
              </a:ext>
            </a:extLst>
          </p:cNvPr>
          <p:cNvSpPr/>
          <p:nvPr/>
        </p:nvSpPr>
        <p:spPr>
          <a:xfrm>
            <a:off x="3257486" y="2971312"/>
            <a:ext cx="5131505" cy="46817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8" name="직사각형 7">
            <a:extLst>
              <a:ext uri="{FF2B5EF4-FFF2-40B4-BE49-F238E27FC236}">
                <a16:creationId xmlns:a16="http://schemas.microsoft.com/office/drawing/2014/main" id="{351FFE9E-778B-4B9F-8CF6-B37448130CD7}"/>
              </a:ext>
            </a:extLst>
          </p:cNvPr>
          <p:cNvSpPr/>
          <p:nvPr/>
        </p:nvSpPr>
        <p:spPr>
          <a:xfrm>
            <a:off x="4716428" y="3869821"/>
            <a:ext cx="1357201" cy="347972"/>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환급 요청</a:t>
            </a:r>
            <a:endParaRPr lang="en-US" altLang="ko-KR" sz="800" dirty="0">
              <a:solidFill>
                <a:schemeClr val="bg1"/>
              </a:solidFill>
            </a:endParaRPr>
          </a:p>
        </p:txBody>
      </p:sp>
      <p:sp>
        <p:nvSpPr>
          <p:cNvPr id="9" name="TextBox 8">
            <a:extLst>
              <a:ext uri="{FF2B5EF4-FFF2-40B4-BE49-F238E27FC236}">
                <a16:creationId xmlns:a16="http://schemas.microsoft.com/office/drawing/2014/main" id="{777F41B7-6868-49A8-8372-691B90799466}"/>
              </a:ext>
            </a:extLst>
          </p:cNvPr>
          <p:cNvSpPr txBox="1"/>
          <p:nvPr/>
        </p:nvSpPr>
        <p:spPr>
          <a:xfrm>
            <a:off x="3194697" y="2989955"/>
            <a:ext cx="2993127" cy="215444"/>
          </a:xfrm>
          <a:prstGeom prst="rect">
            <a:avLst/>
          </a:prstGeom>
          <a:noFill/>
        </p:spPr>
        <p:txBody>
          <a:bodyPr wrap="none" rtlCol="0">
            <a:spAutoFit/>
          </a:bodyPr>
          <a:lstStyle/>
          <a:p>
            <a:r>
              <a:rPr lang="en-US" altLang="ko-KR" sz="800" dirty="0">
                <a:latin typeface="맑은 고딕" panose="020B0503020000020004" pitchFamily="50" charset="-127"/>
                <a:ea typeface="맑은 고딕" panose="020B0503020000020004" pitchFamily="50" charset="-127"/>
              </a:rPr>
              <a:t> </a:t>
            </a:r>
            <a:r>
              <a:rPr lang="ko-KR" altLang="en-US" sz="800" dirty="0"/>
              <a:t>포인트 구매를 초과해서 구매하였습니다</a:t>
            </a:r>
            <a:r>
              <a:rPr lang="en-US" altLang="ko-KR" sz="800" dirty="0"/>
              <a:t>. </a:t>
            </a:r>
            <a:r>
              <a:rPr lang="ko-KR" altLang="en-US" sz="800" dirty="0"/>
              <a:t>환급 부탁드립니다</a:t>
            </a:r>
            <a:r>
              <a:rPr lang="en-US" altLang="ko-KR" sz="800" dirty="0"/>
              <a:t>.</a:t>
            </a:r>
            <a:endParaRPr lang="ko-KR" altLang="en-US" sz="800" dirty="0"/>
          </a:p>
        </p:txBody>
      </p:sp>
      <p:sp>
        <p:nvSpPr>
          <p:cNvPr id="10" name="TextBox 9">
            <a:extLst>
              <a:ext uri="{FF2B5EF4-FFF2-40B4-BE49-F238E27FC236}">
                <a16:creationId xmlns:a16="http://schemas.microsoft.com/office/drawing/2014/main" id="{777F41B7-6868-49A8-8372-691B90799466}"/>
              </a:ext>
            </a:extLst>
          </p:cNvPr>
          <p:cNvSpPr txBox="1"/>
          <p:nvPr/>
        </p:nvSpPr>
        <p:spPr>
          <a:xfrm>
            <a:off x="3194696" y="2412151"/>
            <a:ext cx="622286" cy="215444"/>
          </a:xfrm>
          <a:prstGeom prst="rect">
            <a:avLst/>
          </a:prstGeom>
          <a:noFill/>
        </p:spPr>
        <p:txBody>
          <a:bodyPr wrap="none" rtlCol="0">
            <a:spAutoFit/>
          </a:bodyPr>
          <a:lstStyle/>
          <a:p>
            <a:r>
              <a:rPr lang="en-US" altLang="ko-KR" sz="800" dirty="0"/>
              <a:t>1,000,000</a:t>
            </a:r>
            <a:endParaRPr lang="ko-KR" altLang="en-US" sz="800" dirty="0"/>
          </a:p>
        </p:txBody>
      </p:sp>
      <p:sp>
        <p:nvSpPr>
          <p:cNvPr id="11" name="TextBox 10">
            <a:extLst>
              <a:ext uri="{FF2B5EF4-FFF2-40B4-BE49-F238E27FC236}">
                <a16:creationId xmlns:a16="http://schemas.microsoft.com/office/drawing/2014/main" id="{38F262C8-ACF8-4FC7-81DA-843C5AB289C5}"/>
              </a:ext>
            </a:extLst>
          </p:cNvPr>
          <p:cNvSpPr txBox="1"/>
          <p:nvPr/>
        </p:nvSpPr>
        <p:spPr>
          <a:xfrm>
            <a:off x="3014686" y="2338519"/>
            <a:ext cx="251992" cy="230832"/>
          </a:xfrm>
          <a:prstGeom prst="rect">
            <a:avLst/>
          </a:prstGeom>
          <a:solidFill>
            <a:srgbClr val="FF0000"/>
          </a:solidFill>
        </p:spPr>
        <p:txBody>
          <a:bodyPr wrap="square" rtlCol="0">
            <a:spAutoFit/>
          </a:bodyPr>
          <a:lstStyle/>
          <a:p>
            <a:r>
              <a:rPr lang="en-US" altLang="ko-KR" sz="900" b="1" dirty="0">
                <a:solidFill>
                  <a:schemeClr val="bg1"/>
                </a:solidFill>
              </a:rPr>
              <a:t>1</a:t>
            </a:r>
            <a:endParaRPr lang="ko-KR" altLang="en-US" sz="900" b="1" dirty="0">
              <a:solidFill>
                <a:schemeClr val="bg1"/>
              </a:solidFill>
            </a:endParaRPr>
          </a:p>
        </p:txBody>
      </p:sp>
      <p:sp>
        <p:nvSpPr>
          <p:cNvPr id="12" name="TextBox 11">
            <a:extLst>
              <a:ext uri="{FF2B5EF4-FFF2-40B4-BE49-F238E27FC236}">
                <a16:creationId xmlns:a16="http://schemas.microsoft.com/office/drawing/2014/main" id="{38F262C8-ACF8-4FC7-81DA-843C5AB289C5}"/>
              </a:ext>
            </a:extLst>
          </p:cNvPr>
          <p:cNvSpPr txBox="1"/>
          <p:nvPr/>
        </p:nvSpPr>
        <p:spPr>
          <a:xfrm>
            <a:off x="5935832" y="3754405"/>
            <a:ext cx="251992" cy="230832"/>
          </a:xfrm>
          <a:prstGeom prst="rect">
            <a:avLst/>
          </a:prstGeom>
          <a:solidFill>
            <a:srgbClr val="FF0000"/>
          </a:solidFill>
        </p:spPr>
        <p:txBody>
          <a:bodyPr wrap="square" rtlCol="0">
            <a:spAutoFit/>
          </a:bodyPr>
          <a:lstStyle/>
          <a:p>
            <a:r>
              <a:rPr lang="en-US" altLang="ko-KR" sz="900" b="1" dirty="0">
                <a:solidFill>
                  <a:schemeClr val="bg1"/>
                </a:solidFill>
              </a:rPr>
              <a:t>2</a:t>
            </a:r>
            <a:endParaRPr lang="ko-KR" altLang="en-US" sz="900" b="1" dirty="0">
              <a:solidFill>
                <a:schemeClr val="bg1"/>
              </a:solidFill>
            </a:endParaRPr>
          </a:p>
        </p:txBody>
      </p:sp>
      <p:grpSp>
        <p:nvGrpSpPr>
          <p:cNvPr id="13" name="그룹 12">
            <a:extLst>
              <a:ext uri="{FF2B5EF4-FFF2-40B4-BE49-F238E27FC236}">
                <a16:creationId xmlns:a16="http://schemas.microsoft.com/office/drawing/2014/main" id="{25360F6B-866D-4C39-AEDD-C883ADE4C7A5}"/>
              </a:ext>
            </a:extLst>
          </p:cNvPr>
          <p:cNvGrpSpPr/>
          <p:nvPr/>
        </p:nvGrpSpPr>
        <p:grpSpPr>
          <a:xfrm>
            <a:off x="0" y="-7052"/>
            <a:ext cx="12192000" cy="6865052"/>
            <a:chOff x="0" y="-7052"/>
            <a:chExt cx="12192000" cy="6865052"/>
          </a:xfrm>
        </p:grpSpPr>
        <p:sp>
          <p:nvSpPr>
            <p:cNvPr id="14" name="직사각형 13">
              <a:extLst>
                <a:ext uri="{FF2B5EF4-FFF2-40B4-BE49-F238E27FC236}">
                  <a16:creationId xmlns:a16="http://schemas.microsoft.com/office/drawing/2014/main" id="{1C7F2CB1-A49D-4F42-9255-06EB38EDAA5E}"/>
                </a:ext>
              </a:extLst>
            </p:cNvPr>
            <p:cNvSpPr/>
            <p:nvPr/>
          </p:nvSpPr>
          <p:spPr>
            <a:xfrm>
              <a:off x="0" y="-7052"/>
              <a:ext cx="12192000" cy="6865052"/>
            </a:xfrm>
            <a:prstGeom prst="rect">
              <a:avLst/>
            </a:prstGeom>
            <a:solidFill>
              <a:srgbClr val="000000">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 name="직사각형 14">
              <a:extLst>
                <a:ext uri="{FF2B5EF4-FFF2-40B4-BE49-F238E27FC236}">
                  <a16:creationId xmlns:a16="http://schemas.microsoft.com/office/drawing/2014/main" id="{3508F5D2-C414-4F74-AC84-985A452E9B36}"/>
                </a:ext>
              </a:extLst>
            </p:cNvPr>
            <p:cNvSpPr/>
            <p:nvPr/>
          </p:nvSpPr>
          <p:spPr>
            <a:xfrm>
              <a:off x="0" y="3173831"/>
              <a:ext cx="12192000" cy="398062"/>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b="1" dirty="0"/>
                <a:t>구조의 변경으로 삭제</a:t>
              </a:r>
            </a:p>
          </p:txBody>
        </p:sp>
      </p:grpSp>
    </p:spTree>
    <p:extLst>
      <p:ext uri="{BB962C8B-B14F-4D97-AF65-F5344CB8AC3E}">
        <p14:creationId xmlns:p14="http://schemas.microsoft.com/office/powerpoint/2010/main" val="1377971872"/>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3584315575"/>
              </p:ext>
            </p:extLst>
          </p:nvPr>
        </p:nvGraphicFramePr>
        <p:xfrm>
          <a:off x="10171774" y="22159"/>
          <a:ext cx="1979018" cy="397867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RF-02-11-01-2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포인트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포인트 구매</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포인트를 구매하는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72801904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라디오 버튼으로 금액을 선택할 수 있다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포인트와 현금의 비율은 </a:t>
                      </a:r>
                      <a:r>
                        <a:rPr lang="en-US" altLang="ko-KR" sz="800" dirty="0"/>
                        <a:t>1</a:t>
                      </a:r>
                      <a:r>
                        <a:rPr lang="ko-KR" altLang="en-US" sz="800" dirty="0"/>
                        <a:t>대</a:t>
                      </a:r>
                      <a:r>
                        <a:rPr lang="en-US" altLang="ko-KR" sz="800" dirty="0"/>
                        <a:t>1</a:t>
                      </a:r>
                      <a:r>
                        <a:rPr lang="ko-KR" altLang="en-US" sz="800" dirty="0"/>
                        <a:t>이다</a:t>
                      </a:r>
                      <a:r>
                        <a:rPr lang="en-US" altLang="ko-KR" sz="800" dirty="0"/>
                        <a:t>.</a:t>
                      </a:r>
                      <a:r>
                        <a:rPr lang="ko-KR" altLang="en-US" sz="800" dirty="0"/>
                        <a:t> </a:t>
                      </a:r>
                      <a:r>
                        <a:rPr lang="en-US" altLang="ko-KR" sz="800" dirty="0"/>
                        <a:t>(</a:t>
                      </a:r>
                      <a:r>
                        <a:rPr lang="ko-KR" altLang="en-US" sz="800" dirty="0"/>
                        <a:t>추후 변경</a:t>
                      </a:r>
                      <a:r>
                        <a:rPr lang="ko-KR" altLang="en-US" sz="800" baseline="0" dirty="0"/>
                        <a:t> 할 수 있음</a:t>
                      </a:r>
                      <a:r>
                        <a:rPr lang="en-US" altLang="ko-KR" sz="80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626869050"/>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‘직접 </a:t>
                      </a:r>
                      <a:r>
                        <a:rPr lang="ko-KR" altLang="en-US" sz="800" dirty="0" err="1"/>
                        <a:t>입력’을</a:t>
                      </a:r>
                      <a:r>
                        <a:rPr lang="ko-KR" altLang="en-US" sz="800" dirty="0"/>
                        <a:t> 선택하기 전까지는 </a:t>
                      </a:r>
                      <a:r>
                        <a:rPr lang="en-US" altLang="ko-KR" sz="800" dirty="0"/>
                        <a:t>3-1 </a:t>
                      </a:r>
                      <a:r>
                        <a:rPr lang="ko-KR" altLang="en-US" sz="800" dirty="0"/>
                        <a:t>입력 칸이 표시되지 않는다</a:t>
                      </a:r>
                      <a:r>
                        <a:rPr lang="en-US" altLang="ko-KR" sz="800" dirty="0"/>
                        <a:t>. </a:t>
                      </a:r>
                      <a:r>
                        <a:rPr lang="ko-KR" altLang="en-US" sz="800" dirty="0"/>
                        <a:t>선택 시 </a:t>
                      </a:r>
                      <a:r>
                        <a:rPr lang="en-US" altLang="ko-KR" sz="800" dirty="0"/>
                        <a:t>3-1 </a:t>
                      </a:r>
                      <a:r>
                        <a:rPr lang="ko-KR" altLang="en-US" sz="800" dirty="0"/>
                        <a:t>입력 칸이 나타난다</a:t>
                      </a:r>
                      <a:r>
                        <a:rPr lang="en-US" altLang="ko-KR" sz="80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87816248"/>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선택한 금액이 표시되는 영역</a:t>
                      </a:r>
                      <a:endParaRPr lang="en-US" altLang="ko-KR" sz="800"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a:t>
                      </a:r>
                      <a:r>
                        <a:rPr lang="ko-KR" altLang="en-US" sz="800" dirty="0"/>
                        <a:t>직접 입력</a:t>
                      </a:r>
                      <a:r>
                        <a:rPr lang="en-US" altLang="ko-KR" sz="800" dirty="0"/>
                        <a:t>’</a:t>
                      </a:r>
                      <a:r>
                        <a:rPr lang="ko-KR" altLang="en-US" sz="800" dirty="0"/>
                        <a:t>을 선택한 경우 입력한 금액이 표시된다</a:t>
                      </a:r>
                      <a:r>
                        <a:rPr lang="en-US" altLang="ko-KR" sz="80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161454780"/>
                  </a:ext>
                </a:extLst>
              </a:tr>
              <a:tr h="140746">
                <a:tc>
                  <a:txBody>
                    <a:bodyPr/>
                    <a:lstStyle/>
                    <a:p>
                      <a:pPr algn="ctr" latinLnBrk="1"/>
                      <a:r>
                        <a:rPr lang="en-US" altLang="ko-KR" sz="800" dirty="0"/>
                        <a:t>5</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선택한 결제 방식에 따라 해당 결제 </a:t>
                      </a:r>
                      <a:r>
                        <a:rPr lang="ko-KR" altLang="en-US" sz="800" dirty="0" err="1"/>
                        <a:t>팝업창이</a:t>
                      </a:r>
                      <a:r>
                        <a:rPr lang="ko-KR" altLang="en-US" sz="800" dirty="0"/>
                        <a:t> 생성되어 결제 절차를 진행할 수 있다</a:t>
                      </a:r>
                      <a:r>
                        <a:rPr lang="en-US" altLang="ko-KR" sz="800" dirty="0"/>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aseline="0" dirty="0"/>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aseline="0" dirty="0"/>
                        <a:t>결제가 완료된 경우 </a:t>
                      </a:r>
                      <a:r>
                        <a:rPr lang="en-US" altLang="ko-KR" sz="800" dirty="0"/>
                        <a:t>RF-02-11-01 </a:t>
                      </a:r>
                      <a:r>
                        <a:rPr lang="ko-KR" altLang="en-US" sz="800" dirty="0"/>
                        <a:t>화면으로 이동한다</a:t>
                      </a:r>
                      <a:r>
                        <a:rPr lang="en-US" altLang="ko-KR" sz="80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593514019"/>
                  </a:ext>
                </a:extLst>
              </a:tr>
            </a:tbl>
          </a:graphicData>
        </a:graphic>
      </p:graphicFrame>
      <p:sp>
        <p:nvSpPr>
          <p:cNvPr id="3" name="TextBox 2">
            <a:extLst>
              <a:ext uri="{FF2B5EF4-FFF2-40B4-BE49-F238E27FC236}">
                <a16:creationId xmlns:a16="http://schemas.microsoft.com/office/drawing/2014/main" id="{777F41B7-6868-49A8-8372-691B90799466}"/>
              </a:ext>
            </a:extLst>
          </p:cNvPr>
          <p:cNvSpPr txBox="1"/>
          <p:nvPr/>
        </p:nvSpPr>
        <p:spPr>
          <a:xfrm>
            <a:off x="2183369" y="1491225"/>
            <a:ext cx="95731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a:t>
            </a:r>
            <a:r>
              <a:rPr lang="en-US" altLang="ko-KR" sz="900" dirty="0">
                <a:latin typeface="맑은 고딕" panose="020B0503020000020004" pitchFamily="50" charset="-127"/>
                <a:ea typeface="맑은 고딕" panose="020B0503020000020004" pitchFamily="50" charset="-127"/>
              </a:rPr>
              <a:t> </a:t>
            </a:r>
            <a:r>
              <a:rPr lang="ko-KR" altLang="en-US" sz="900" dirty="0">
                <a:latin typeface="맑은 고딕" panose="020B0503020000020004" pitchFamily="50" charset="-127"/>
                <a:ea typeface="맑은 고딕" panose="020B0503020000020004" pitchFamily="50" charset="-127"/>
              </a:rPr>
              <a:t>포인트 구매</a:t>
            </a:r>
            <a:endParaRPr lang="ko-KR" altLang="en-US" sz="900" dirty="0"/>
          </a:p>
        </p:txBody>
      </p:sp>
      <p:graphicFrame>
        <p:nvGraphicFramePr>
          <p:cNvPr id="4" name="표 17">
            <a:extLst>
              <a:ext uri="{FF2B5EF4-FFF2-40B4-BE49-F238E27FC236}">
                <a16:creationId xmlns:a16="http://schemas.microsoft.com/office/drawing/2014/main" id="{8B4305EF-EE2E-40D5-974F-DB48AA790C6B}"/>
              </a:ext>
            </a:extLst>
          </p:cNvPr>
          <p:cNvGraphicFramePr>
            <a:graphicFrameLocks noGrp="1"/>
          </p:cNvGraphicFramePr>
          <p:nvPr>
            <p:extLst>
              <p:ext uri="{D42A27DB-BD31-4B8C-83A1-F6EECF244321}">
                <p14:modId xmlns:p14="http://schemas.microsoft.com/office/powerpoint/2010/main" val="579039324"/>
              </p:ext>
            </p:extLst>
          </p:nvPr>
        </p:nvGraphicFramePr>
        <p:xfrm>
          <a:off x="2243197" y="1722057"/>
          <a:ext cx="6305185" cy="2229818"/>
        </p:xfrm>
        <a:graphic>
          <a:graphicData uri="http://schemas.openxmlformats.org/drawingml/2006/table">
            <a:tbl>
              <a:tblPr firstRow="1" bandRow="1">
                <a:tableStyleId>{5940675A-B579-460E-94D1-54222C63F5DA}</a:tableStyleId>
              </a:tblPr>
              <a:tblGrid>
                <a:gridCol w="928451">
                  <a:extLst>
                    <a:ext uri="{9D8B030D-6E8A-4147-A177-3AD203B41FA5}">
                      <a16:colId xmlns:a16="http://schemas.microsoft.com/office/drawing/2014/main" val="827257380"/>
                    </a:ext>
                  </a:extLst>
                </a:gridCol>
                <a:gridCol w="5376734">
                  <a:extLst>
                    <a:ext uri="{9D8B030D-6E8A-4147-A177-3AD203B41FA5}">
                      <a16:colId xmlns:a16="http://schemas.microsoft.com/office/drawing/2014/main" val="1855344563"/>
                    </a:ext>
                  </a:extLst>
                </a:gridCol>
              </a:tblGrid>
              <a:tr h="463112">
                <a:tc>
                  <a:txBody>
                    <a:bodyPr/>
                    <a:lstStyle/>
                    <a:p>
                      <a:pPr latinLnBrk="1"/>
                      <a:r>
                        <a:rPr lang="ko-KR" altLang="en-US" sz="800" dirty="0">
                          <a:solidFill>
                            <a:schemeClr val="tx1"/>
                          </a:solidFill>
                        </a:rPr>
                        <a:t>구매 가이드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l" latinLnBrk="1"/>
                      <a:r>
                        <a:rPr lang="ko-KR" altLang="en-US" sz="800" dirty="0"/>
                        <a:t>구매 가이드 내용</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1262706">
                <a:tc>
                  <a:txBody>
                    <a:bodyPr/>
                    <a:lstStyle/>
                    <a:p>
                      <a:pPr latinLnBrk="1"/>
                      <a:r>
                        <a:rPr lang="ko-KR" altLang="en-US" sz="800" dirty="0">
                          <a:solidFill>
                            <a:schemeClr val="tx1"/>
                          </a:solidFill>
                        </a:rPr>
                        <a:t>포인트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a:t>
                      </a:r>
                      <a:r>
                        <a:rPr lang="ko-KR" altLang="en-US" sz="800" b="0" i="0" u="none" strike="noStrike" baseline="0" dirty="0">
                          <a:solidFill>
                            <a:srgbClr val="000000"/>
                          </a:solidFill>
                          <a:effectLst/>
                          <a:latin typeface="+mn-lt"/>
                        </a:rPr>
                        <a:t>  </a:t>
                      </a:r>
                      <a:r>
                        <a:rPr lang="en-US" altLang="ko-KR" sz="800" b="0" i="0" u="none" strike="noStrike" baseline="0" dirty="0">
                          <a:solidFill>
                            <a:srgbClr val="000000"/>
                          </a:solidFill>
                          <a:effectLst/>
                          <a:latin typeface="+mn-lt"/>
                        </a:rPr>
                        <a:t>1,000,000 P           ( \ 1,000,000 )</a:t>
                      </a: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baseline="0"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a:t>
                      </a:r>
                      <a:r>
                        <a:rPr lang="ko-KR" altLang="en-US" sz="800" b="0" i="0" u="none" strike="noStrike" baseline="0" dirty="0">
                          <a:solidFill>
                            <a:srgbClr val="000000"/>
                          </a:solidFill>
                          <a:effectLst/>
                          <a:latin typeface="+mn-lt"/>
                        </a:rPr>
                        <a:t>    </a:t>
                      </a:r>
                      <a:r>
                        <a:rPr lang="en-US" altLang="ko-KR" sz="800" b="0" i="0" u="none" strike="noStrike" baseline="0" dirty="0">
                          <a:solidFill>
                            <a:srgbClr val="000000"/>
                          </a:solidFill>
                          <a:effectLst/>
                          <a:latin typeface="+mn-lt"/>
                        </a:rPr>
                        <a:t>500,000 P           ( \   500,000 )</a:t>
                      </a: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baseline="0"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a:t>
                      </a:r>
                      <a:r>
                        <a:rPr lang="ko-KR" altLang="en-US" sz="800" b="0" i="0" u="none" strike="noStrike" baseline="0" dirty="0">
                          <a:solidFill>
                            <a:srgbClr val="000000"/>
                          </a:solidFill>
                          <a:effectLst/>
                          <a:latin typeface="+mn-lt"/>
                        </a:rPr>
                        <a:t>    </a:t>
                      </a:r>
                      <a:r>
                        <a:rPr lang="en-US" altLang="ko-KR" sz="800" b="0" i="0" u="none" strike="noStrike" baseline="0" dirty="0">
                          <a:solidFill>
                            <a:srgbClr val="000000"/>
                          </a:solidFill>
                          <a:effectLst/>
                          <a:latin typeface="+mn-lt"/>
                        </a:rPr>
                        <a:t>300,000 P           ( \   300,000 )</a:t>
                      </a:r>
                      <a:endParaRPr lang="ko-KR" altLang="en-US" sz="800" dirty="0"/>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dirty="0"/>
                    </a:p>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a:t>
                      </a:r>
                      <a:r>
                        <a:rPr lang="ko-KR" altLang="en-US" sz="800" b="0" i="0" u="none" strike="noStrike" baseline="0" dirty="0">
                          <a:solidFill>
                            <a:srgbClr val="000000"/>
                          </a:solidFill>
                          <a:effectLst/>
                          <a:latin typeface="+mn-lt"/>
                        </a:rPr>
                        <a:t>    </a:t>
                      </a:r>
                      <a:r>
                        <a:rPr lang="en-US" altLang="ko-KR" sz="800" b="0" i="0" u="none" strike="noStrike" baseline="0" dirty="0">
                          <a:solidFill>
                            <a:srgbClr val="000000"/>
                          </a:solidFill>
                          <a:effectLst/>
                          <a:latin typeface="+mn-lt"/>
                        </a:rPr>
                        <a:t>100,000 P           ( \   100,000 )</a:t>
                      </a: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baseline="0"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a:t>
                      </a:r>
                      <a:r>
                        <a:rPr lang="ko-KR" altLang="en-US" sz="800" b="0" i="0" u="none" strike="noStrike" baseline="0" dirty="0">
                          <a:solidFill>
                            <a:srgbClr val="000000"/>
                          </a:solidFill>
                          <a:effectLst/>
                          <a:latin typeface="+mn-lt"/>
                        </a:rPr>
                        <a:t>    직접 입력                                                      </a:t>
                      </a:r>
                      <a:endParaRPr lang="en-US" altLang="ko-KR" sz="800" b="0" i="0" u="none" strike="noStrike" baseline="0" dirty="0">
                        <a:solidFill>
                          <a:srgbClr val="000000"/>
                        </a:solidFill>
                        <a:effectLst/>
                        <a:latin typeface="+mn-lt"/>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9866090"/>
                  </a:ext>
                </a:extLst>
              </a:tr>
              <a:tr h="252000">
                <a:tc>
                  <a:txBody>
                    <a:bodyPr/>
                    <a:lstStyle/>
                    <a:p>
                      <a:pPr latinLnBrk="1"/>
                      <a:r>
                        <a:rPr lang="ko-KR" altLang="en-US" sz="800" dirty="0">
                          <a:solidFill>
                            <a:schemeClr val="tx1"/>
                          </a:solidFill>
                        </a:rPr>
                        <a:t>결제 비용</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baseline="0" dirty="0">
                          <a:solidFill>
                            <a:srgbClr val="000000"/>
                          </a:solidFill>
                          <a:effectLst/>
                          <a:latin typeface="+mn-lt"/>
                        </a:rPr>
                        <a:t>\ 8,000,000</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031596385"/>
                  </a:ext>
                </a:extLst>
              </a:tr>
              <a:tr h="252000">
                <a:tc>
                  <a:txBody>
                    <a:bodyPr/>
                    <a:lstStyle/>
                    <a:p>
                      <a:pPr latinLnBrk="1"/>
                      <a:r>
                        <a:rPr lang="ko-KR" altLang="en-US" sz="800" dirty="0">
                          <a:solidFill>
                            <a:schemeClr val="tx1"/>
                          </a:solidFill>
                        </a:rPr>
                        <a:t>결제 방법</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l" latinLnBrk="1"/>
                      <a:r>
                        <a:rPr lang="ko-KR" altLang="en-US" sz="800" b="0" i="0" u="none" strike="noStrike" dirty="0">
                          <a:solidFill>
                            <a:srgbClr val="000000"/>
                          </a:solidFill>
                          <a:effectLst/>
                          <a:latin typeface="+mn-lt"/>
                        </a:rPr>
                        <a:t>● 카드 결제 </a:t>
                      </a:r>
                      <a:r>
                        <a:rPr lang="ko-KR" altLang="en-US" sz="800" b="0" i="0" u="none" strike="noStrike" baseline="0" dirty="0">
                          <a:solidFill>
                            <a:srgbClr val="000000"/>
                          </a:solidFill>
                          <a:effectLst/>
                          <a:latin typeface="+mn-lt"/>
                        </a:rPr>
                        <a:t>       </a:t>
                      </a:r>
                      <a:r>
                        <a:rPr lang="ko-KR" altLang="en-US" sz="800" b="0" i="0" u="none" strike="noStrike" dirty="0">
                          <a:solidFill>
                            <a:srgbClr val="000000"/>
                          </a:solidFill>
                          <a:effectLst/>
                          <a:latin typeface="+mn-lt"/>
                        </a:rPr>
                        <a:t>○ 실시간 계좌이체 </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31770323"/>
                  </a:ext>
                </a:extLst>
              </a:tr>
            </a:tbl>
          </a:graphicData>
        </a:graphic>
      </p:graphicFrame>
      <p:sp>
        <p:nvSpPr>
          <p:cNvPr id="8" name="직사각형 7">
            <a:extLst>
              <a:ext uri="{FF2B5EF4-FFF2-40B4-BE49-F238E27FC236}">
                <a16:creationId xmlns:a16="http://schemas.microsoft.com/office/drawing/2014/main" id="{351FFE9E-778B-4B9F-8CF6-B37448130CD7}"/>
              </a:ext>
            </a:extLst>
          </p:cNvPr>
          <p:cNvSpPr/>
          <p:nvPr/>
        </p:nvSpPr>
        <p:spPr>
          <a:xfrm>
            <a:off x="4716428" y="4196991"/>
            <a:ext cx="1357201" cy="347972"/>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결제 하기</a:t>
            </a:r>
            <a:endParaRPr lang="en-US" altLang="ko-KR" sz="800" dirty="0">
              <a:solidFill>
                <a:schemeClr val="bg1"/>
              </a:solidFill>
            </a:endParaRPr>
          </a:p>
        </p:txBody>
      </p:sp>
      <p:sp>
        <p:nvSpPr>
          <p:cNvPr id="13" name="직사각형 12">
            <a:extLst>
              <a:ext uri="{FF2B5EF4-FFF2-40B4-BE49-F238E27FC236}">
                <a16:creationId xmlns:a16="http://schemas.microsoft.com/office/drawing/2014/main" id="{D1D13EC7-65D3-4AA9-A7BD-AF4395E8371F}"/>
              </a:ext>
            </a:extLst>
          </p:cNvPr>
          <p:cNvSpPr/>
          <p:nvPr/>
        </p:nvSpPr>
        <p:spPr>
          <a:xfrm>
            <a:off x="4054441" y="3184515"/>
            <a:ext cx="994070" cy="184873"/>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sp>
        <p:nvSpPr>
          <p:cNvPr id="14" name="TextBox 13">
            <a:extLst>
              <a:ext uri="{FF2B5EF4-FFF2-40B4-BE49-F238E27FC236}">
                <a16:creationId xmlns:a16="http://schemas.microsoft.com/office/drawing/2014/main" id="{777F41B7-6868-49A8-8372-691B90799466}"/>
              </a:ext>
            </a:extLst>
          </p:cNvPr>
          <p:cNvSpPr txBox="1"/>
          <p:nvPr/>
        </p:nvSpPr>
        <p:spPr>
          <a:xfrm>
            <a:off x="4486053" y="3179691"/>
            <a:ext cx="622286" cy="215444"/>
          </a:xfrm>
          <a:prstGeom prst="rect">
            <a:avLst/>
          </a:prstGeom>
          <a:noFill/>
        </p:spPr>
        <p:txBody>
          <a:bodyPr wrap="none" rtlCol="0">
            <a:spAutoFit/>
          </a:bodyPr>
          <a:lstStyle/>
          <a:p>
            <a:r>
              <a:rPr lang="en-US" altLang="ko-KR" sz="800" dirty="0"/>
              <a:t>8,000,000</a:t>
            </a:r>
            <a:endParaRPr lang="ko-KR" altLang="en-US" sz="800" dirty="0"/>
          </a:p>
        </p:txBody>
      </p:sp>
      <p:sp>
        <p:nvSpPr>
          <p:cNvPr id="15" name="TextBox 14">
            <a:extLst>
              <a:ext uri="{FF2B5EF4-FFF2-40B4-BE49-F238E27FC236}">
                <a16:creationId xmlns:a16="http://schemas.microsoft.com/office/drawing/2014/main" id="{38F262C8-ACF8-4FC7-81DA-843C5AB289C5}"/>
              </a:ext>
            </a:extLst>
          </p:cNvPr>
          <p:cNvSpPr txBox="1"/>
          <p:nvPr/>
        </p:nvSpPr>
        <p:spPr>
          <a:xfrm>
            <a:off x="3014686" y="2083284"/>
            <a:ext cx="251992" cy="230832"/>
          </a:xfrm>
          <a:prstGeom prst="rect">
            <a:avLst/>
          </a:prstGeom>
          <a:solidFill>
            <a:srgbClr val="FF0000"/>
          </a:solidFill>
        </p:spPr>
        <p:txBody>
          <a:bodyPr wrap="square" rtlCol="0">
            <a:spAutoFit/>
          </a:bodyPr>
          <a:lstStyle/>
          <a:p>
            <a:r>
              <a:rPr lang="en-US" altLang="ko-KR" sz="900" b="1" dirty="0">
                <a:solidFill>
                  <a:schemeClr val="bg1"/>
                </a:solidFill>
              </a:rPr>
              <a:t>1</a:t>
            </a:r>
            <a:endParaRPr lang="ko-KR" altLang="en-US" sz="900" b="1" dirty="0">
              <a:solidFill>
                <a:schemeClr val="bg1"/>
              </a:solidFill>
            </a:endParaRPr>
          </a:p>
        </p:txBody>
      </p:sp>
      <p:sp>
        <p:nvSpPr>
          <p:cNvPr id="16" name="TextBox 15">
            <a:extLst>
              <a:ext uri="{FF2B5EF4-FFF2-40B4-BE49-F238E27FC236}">
                <a16:creationId xmlns:a16="http://schemas.microsoft.com/office/drawing/2014/main" id="{38F262C8-ACF8-4FC7-81DA-843C5AB289C5}"/>
              </a:ext>
            </a:extLst>
          </p:cNvPr>
          <p:cNvSpPr txBox="1"/>
          <p:nvPr/>
        </p:nvSpPr>
        <p:spPr>
          <a:xfrm>
            <a:off x="5048511" y="2048809"/>
            <a:ext cx="251992" cy="230832"/>
          </a:xfrm>
          <a:prstGeom prst="rect">
            <a:avLst/>
          </a:prstGeom>
          <a:solidFill>
            <a:srgbClr val="FF0000"/>
          </a:solidFill>
        </p:spPr>
        <p:txBody>
          <a:bodyPr wrap="square" rtlCol="0">
            <a:spAutoFit/>
          </a:bodyPr>
          <a:lstStyle/>
          <a:p>
            <a:r>
              <a:rPr lang="en-US" altLang="ko-KR" sz="900" b="1" dirty="0">
                <a:solidFill>
                  <a:schemeClr val="bg1"/>
                </a:solidFill>
              </a:rPr>
              <a:t>2</a:t>
            </a:r>
            <a:endParaRPr lang="ko-KR" altLang="en-US" sz="900" b="1" dirty="0">
              <a:solidFill>
                <a:schemeClr val="bg1"/>
              </a:solidFill>
            </a:endParaRPr>
          </a:p>
        </p:txBody>
      </p:sp>
      <p:sp>
        <p:nvSpPr>
          <p:cNvPr id="17" name="TextBox 16">
            <a:extLst>
              <a:ext uri="{FF2B5EF4-FFF2-40B4-BE49-F238E27FC236}">
                <a16:creationId xmlns:a16="http://schemas.microsoft.com/office/drawing/2014/main" id="{38F262C8-ACF8-4FC7-81DA-843C5AB289C5}"/>
              </a:ext>
            </a:extLst>
          </p:cNvPr>
          <p:cNvSpPr txBox="1"/>
          <p:nvPr/>
        </p:nvSpPr>
        <p:spPr>
          <a:xfrm>
            <a:off x="3014686" y="3030835"/>
            <a:ext cx="251992" cy="230832"/>
          </a:xfrm>
          <a:prstGeom prst="rect">
            <a:avLst/>
          </a:prstGeom>
          <a:solidFill>
            <a:srgbClr val="FF0000"/>
          </a:solidFill>
        </p:spPr>
        <p:txBody>
          <a:bodyPr wrap="square" rtlCol="0">
            <a:spAutoFit/>
          </a:bodyPr>
          <a:lstStyle/>
          <a:p>
            <a:r>
              <a:rPr lang="en-US" altLang="ko-KR" sz="900" b="1" dirty="0">
                <a:solidFill>
                  <a:schemeClr val="bg1"/>
                </a:solidFill>
              </a:rPr>
              <a:t>3</a:t>
            </a:r>
            <a:endParaRPr lang="ko-KR" altLang="en-US" sz="900" b="1" dirty="0">
              <a:solidFill>
                <a:schemeClr val="bg1"/>
              </a:solidFill>
            </a:endParaRPr>
          </a:p>
        </p:txBody>
      </p:sp>
      <p:sp>
        <p:nvSpPr>
          <p:cNvPr id="18" name="TextBox 17">
            <a:extLst>
              <a:ext uri="{FF2B5EF4-FFF2-40B4-BE49-F238E27FC236}">
                <a16:creationId xmlns:a16="http://schemas.microsoft.com/office/drawing/2014/main" id="{38F262C8-ACF8-4FC7-81DA-843C5AB289C5}"/>
              </a:ext>
            </a:extLst>
          </p:cNvPr>
          <p:cNvSpPr txBox="1"/>
          <p:nvPr/>
        </p:nvSpPr>
        <p:spPr>
          <a:xfrm>
            <a:off x="3014686" y="3375939"/>
            <a:ext cx="251992" cy="230832"/>
          </a:xfrm>
          <a:prstGeom prst="rect">
            <a:avLst/>
          </a:prstGeom>
          <a:solidFill>
            <a:srgbClr val="FF0000"/>
          </a:solidFill>
        </p:spPr>
        <p:txBody>
          <a:bodyPr wrap="square" rtlCol="0">
            <a:spAutoFit/>
          </a:bodyPr>
          <a:lstStyle/>
          <a:p>
            <a:r>
              <a:rPr lang="en-US" altLang="ko-KR" sz="900" b="1" dirty="0">
                <a:solidFill>
                  <a:schemeClr val="bg1"/>
                </a:solidFill>
              </a:rPr>
              <a:t>4</a:t>
            </a:r>
            <a:endParaRPr lang="ko-KR" altLang="en-US" sz="900" b="1" dirty="0">
              <a:solidFill>
                <a:schemeClr val="bg1"/>
              </a:solidFill>
            </a:endParaRPr>
          </a:p>
        </p:txBody>
      </p:sp>
      <p:sp>
        <p:nvSpPr>
          <p:cNvPr id="19" name="TextBox 18">
            <a:extLst>
              <a:ext uri="{FF2B5EF4-FFF2-40B4-BE49-F238E27FC236}">
                <a16:creationId xmlns:a16="http://schemas.microsoft.com/office/drawing/2014/main" id="{38F262C8-ACF8-4FC7-81DA-843C5AB289C5}"/>
              </a:ext>
            </a:extLst>
          </p:cNvPr>
          <p:cNvSpPr txBox="1"/>
          <p:nvPr/>
        </p:nvSpPr>
        <p:spPr>
          <a:xfrm>
            <a:off x="5947633" y="4092944"/>
            <a:ext cx="251992" cy="230832"/>
          </a:xfrm>
          <a:prstGeom prst="rect">
            <a:avLst/>
          </a:prstGeom>
          <a:solidFill>
            <a:srgbClr val="FF0000"/>
          </a:solidFill>
        </p:spPr>
        <p:txBody>
          <a:bodyPr wrap="square" rtlCol="0">
            <a:spAutoFit/>
          </a:bodyPr>
          <a:lstStyle/>
          <a:p>
            <a:r>
              <a:rPr lang="en-US" altLang="ko-KR" sz="900" b="1" dirty="0">
                <a:solidFill>
                  <a:schemeClr val="bg1"/>
                </a:solidFill>
              </a:rPr>
              <a:t>5</a:t>
            </a:r>
            <a:endParaRPr lang="ko-KR" altLang="en-US" sz="900" b="1" dirty="0">
              <a:solidFill>
                <a:schemeClr val="bg1"/>
              </a:solidFill>
            </a:endParaRPr>
          </a:p>
        </p:txBody>
      </p:sp>
      <p:sp>
        <p:nvSpPr>
          <p:cNvPr id="20" name="TextBox 19">
            <a:extLst>
              <a:ext uri="{FF2B5EF4-FFF2-40B4-BE49-F238E27FC236}">
                <a16:creationId xmlns:a16="http://schemas.microsoft.com/office/drawing/2014/main" id="{38F262C8-ACF8-4FC7-81DA-843C5AB289C5}"/>
              </a:ext>
            </a:extLst>
          </p:cNvPr>
          <p:cNvSpPr txBox="1"/>
          <p:nvPr/>
        </p:nvSpPr>
        <p:spPr>
          <a:xfrm>
            <a:off x="5730625" y="3007856"/>
            <a:ext cx="343004" cy="215444"/>
          </a:xfrm>
          <a:prstGeom prst="rect">
            <a:avLst/>
          </a:prstGeom>
          <a:solidFill>
            <a:srgbClr val="FF0000"/>
          </a:solidFill>
        </p:spPr>
        <p:txBody>
          <a:bodyPr wrap="square" rtlCol="0">
            <a:spAutoFit/>
          </a:bodyPr>
          <a:lstStyle/>
          <a:p>
            <a:r>
              <a:rPr lang="en-US" altLang="ko-KR" sz="800" b="1" dirty="0">
                <a:solidFill>
                  <a:schemeClr val="bg1"/>
                </a:solidFill>
              </a:rPr>
              <a:t>3-1</a:t>
            </a:r>
            <a:endParaRPr lang="ko-KR" altLang="en-US" sz="800" b="1" dirty="0">
              <a:solidFill>
                <a:schemeClr val="bg1"/>
              </a:solidFill>
            </a:endParaRPr>
          </a:p>
        </p:txBody>
      </p:sp>
      <p:grpSp>
        <p:nvGrpSpPr>
          <p:cNvPr id="22" name="그룹 21">
            <a:extLst>
              <a:ext uri="{FF2B5EF4-FFF2-40B4-BE49-F238E27FC236}">
                <a16:creationId xmlns:a16="http://schemas.microsoft.com/office/drawing/2014/main" id="{B4923036-C3D2-429B-9F02-2C3E6A5DD3CD}"/>
              </a:ext>
            </a:extLst>
          </p:cNvPr>
          <p:cNvGrpSpPr/>
          <p:nvPr/>
        </p:nvGrpSpPr>
        <p:grpSpPr>
          <a:xfrm>
            <a:off x="0" y="-7052"/>
            <a:ext cx="12192000" cy="6865052"/>
            <a:chOff x="0" y="-7052"/>
            <a:chExt cx="12192000" cy="6865052"/>
          </a:xfrm>
        </p:grpSpPr>
        <p:sp>
          <p:nvSpPr>
            <p:cNvPr id="23" name="직사각형 22">
              <a:extLst>
                <a:ext uri="{FF2B5EF4-FFF2-40B4-BE49-F238E27FC236}">
                  <a16:creationId xmlns:a16="http://schemas.microsoft.com/office/drawing/2014/main" id="{606CB27B-A5B5-4CB5-B9AF-827D0EF6E3D8}"/>
                </a:ext>
              </a:extLst>
            </p:cNvPr>
            <p:cNvSpPr/>
            <p:nvPr/>
          </p:nvSpPr>
          <p:spPr>
            <a:xfrm>
              <a:off x="0" y="-7052"/>
              <a:ext cx="12192000" cy="6865052"/>
            </a:xfrm>
            <a:prstGeom prst="rect">
              <a:avLst/>
            </a:prstGeom>
            <a:solidFill>
              <a:srgbClr val="000000">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직사각형 23">
              <a:extLst>
                <a:ext uri="{FF2B5EF4-FFF2-40B4-BE49-F238E27FC236}">
                  <a16:creationId xmlns:a16="http://schemas.microsoft.com/office/drawing/2014/main" id="{669B700B-8ED1-4077-B610-F004AE76B57F}"/>
                </a:ext>
              </a:extLst>
            </p:cNvPr>
            <p:cNvSpPr/>
            <p:nvPr/>
          </p:nvSpPr>
          <p:spPr>
            <a:xfrm>
              <a:off x="0" y="3173831"/>
              <a:ext cx="12192000" cy="398062"/>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b="1" dirty="0"/>
                <a:t>구조의 변경으로 삭제</a:t>
              </a:r>
            </a:p>
          </p:txBody>
        </p:sp>
      </p:grpSp>
    </p:spTree>
    <p:extLst>
      <p:ext uri="{BB962C8B-B14F-4D97-AF65-F5344CB8AC3E}">
        <p14:creationId xmlns:p14="http://schemas.microsoft.com/office/powerpoint/2010/main" val="3604726061"/>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표 6">
            <a:extLst>
              <a:ext uri="{FF2B5EF4-FFF2-40B4-BE49-F238E27FC236}">
                <a16:creationId xmlns:a16="http://schemas.microsoft.com/office/drawing/2014/main" id="{07315569-A52C-45C3-8626-D6BF42C97291}"/>
              </a:ext>
            </a:extLst>
          </p:cNvPr>
          <p:cNvGraphicFramePr>
            <a:graphicFrameLocks noGrp="1"/>
          </p:cNvGraphicFramePr>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b="1" dirty="0">
                        <a:solidFill>
                          <a:schemeClr val="tx1"/>
                        </a:solidFill>
                      </a:endParaRPr>
                    </a:p>
                  </a:txBody>
                  <a:tcPr/>
                </a:tc>
                <a:extLst>
                  <a:ext uri="{0D108BD9-81ED-4DB2-BD59-A6C34878D82A}">
                    <a16:rowId xmlns:a16="http://schemas.microsoft.com/office/drawing/2014/main" val="4008812756"/>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b="0" dirty="0">
                          <a:solidFill>
                            <a:schemeClr val="tx1"/>
                          </a:solidFill>
                        </a:rPr>
                        <a:t>●</a:t>
                      </a:r>
                      <a:r>
                        <a:rPr lang="ko-KR" altLang="en-US" sz="1800" dirty="0">
                          <a:solidFill>
                            <a:schemeClr val="bg1">
                              <a:lumMod val="75000"/>
                            </a:schemeClr>
                          </a:solidFill>
                        </a:rPr>
                        <a:t>  </a:t>
                      </a:r>
                      <a:r>
                        <a:rPr lang="ko-KR" altLang="en-US" sz="1800" b="1" dirty="0" err="1">
                          <a:solidFill>
                            <a:schemeClr val="tx1"/>
                          </a:solidFill>
                        </a:rPr>
                        <a:t>배송비설정</a:t>
                      </a:r>
                      <a:r>
                        <a:rPr lang="ko-KR" altLang="en-US" sz="1800" b="1" dirty="0">
                          <a:solidFill>
                            <a:schemeClr val="tx1"/>
                          </a:solidFill>
                        </a:rPr>
                        <a:t> 관리</a:t>
                      </a:r>
                    </a:p>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4091784905"/>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2194112846"/>
              </p:ext>
            </p:extLst>
          </p:nvPr>
        </p:nvGraphicFramePr>
        <p:xfrm>
          <a:off x="10171774" y="22159"/>
          <a:ext cx="1979018" cy="166219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RF-02-12-01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배송비설정</a:t>
                      </a:r>
                      <a:r>
                        <a:rPr lang="ko-KR" altLang="en-US" sz="800" dirty="0"/>
                        <a:t>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t>배송비설정</a:t>
                      </a:r>
                      <a:r>
                        <a:rPr lang="ko-KR" altLang="en-US" sz="800" dirty="0"/>
                        <a:t> 목록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배송비</a:t>
                      </a:r>
                      <a:r>
                        <a:rPr lang="ko-KR" altLang="en-US" sz="800" b="0" dirty="0">
                          <a:solidFill>
                            <a:schemeClr val="tx1"/>
                          </a:solidFill>
                        </a:rPr>
                        <a:t> 목록</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배송비</a:t>
                      </a:r>
                      <a:r>
                        <a:rPr lang="ko-KR" altLang="en-US" sz="800" b="0" dirty="0">
                          <a:solidFill>
                            <a:schemeClr val="tx1"/>
                          </a:solidFill>
                        </a:rPr>
                        <a:t> 정보를 복사하여 생성할 수 있는 버튼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
        <p:nvSpPr>
          <p:cNvPr id="3" name="TextBox 2">
            <a:extLst>
              <a:ext uri="{FF2B5EF4-FFF2-40B4-BE49-F238E27FC236}">
                <a16:creationId xmlns:a16="http://schemas.microsoft.com/office/drawing/2014/main" id="{38F262C8-ACF8-4FC7-81DA-843C5AB289C5}"/>
              </a:ext>
            </a:extLst>
          </p:cNvPr>
          <p:cNvSpPr txBox="1"/>
          <p:nvPr/>
        </p:nvSpPr>
        <p:spPr>
          <a:xfrm>
            <a:off x="1267577" y="1103599"/>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4" name="TextBox 3">
            <a:extLst>
              <a:ext uri="{FF2B5EF4-FFF2-40B4-BE49-F238E27FC236}">
                <a16:creationId xmlns:a16="http://schemas.microsoft.com/office/drawing/2014/main" id="{38F262C8-ACF8-4FC7-81DA-843C5AB289C5}"/>
              </a:ext>
            </a:extLst>
          </p:cNvPr>
          <p:cNvSpPr txBox="1"/>
          <p:nvPr/>
        </p:nvSpPr>
        <p:spPr>
          <a:xfrm>
            <a:off x="7980168" y="1219015"/>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2927404257"/>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5E8DBE22-BB54-464B-9A15-D934F1C16FE5}"/>
              </a:ext>
            </a:extLst>
          </p:cNvPr>
          <p:cNvSpPr/>
          <p:nvPr/>
        </p:nvSpPr>
        <p:spPr>
          <a:xfrm>
            <a:off x="422741" y="1297529"/>
            <a:ext cx="8673492" cy="3513307"/>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29" name="TextBox 28">
            <a:extLst>
              <a:ext uri="{FF2B5EF4-FFF2-40B4-BE49-F238E27FC236}">
                <a16:creationId xmlns:a16="http://schemas.microsoft.com/office/drawing/2014/main" id="{8248F226-CF6C-4C1A-9F3E-D3F4E4AD6192}"/>
              </a:ext>
            </a:extLst>
          </p:cNvPr>
          <p:cNvSpPr txBox="1"/>
          <p:nvPr/>
        </p:nvSpPr>
        <p:spPr>
          <a:xfrm>
            <a:off x="505653" y="1425567"/>
            <a:ext cx="95731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배송비 등록</a:t>
            </a:r>
            <a:endParaRPr lang="ko-KR" altLang="en-US" sz="900" dirty="0"/>
          </a:p>
        </p:txBody>
      </p:sp>
      <p:graphicFrame>
        <p:nvGraphicFramePr>
          <p:cNvPr id="32" name="표 31">
            <a:extLst>
              <a:ext uri="{FF2B5EF4-FFF2-40B4-BE49-F238E27FC236}">
                <a16:creationId xmlns:a16="http://schemas.microsoft.com/office/drawing/2014/main" id="{E28502CD-EFD6-40B3-9B3B-13D1DCCD473F}"/>
              </a:ext>
            </a:extLst>
          </p:cNvPr>
          <p:cNvGraphicFramePr>
            <a:graphicFrameLocks noGrp="1"/>
          </p:cNvGraphicFramePr>
          <p:nvPr>
            <p:extLst>
              <p:ext uri="{D42A27DB-BD31-4B8C-83A1-F6EECF244321}">
                <p14:modId xmlns:p14="http://schemas.microsoft.com/office/powerpoint/2010/main" val="522861058"/>
              </p:ext>
            </p:extLst>
          </p:nvPr>
        </p:nvGraphicFramePr>
        <p:xfrm>
          <a:off x="575553" y="1709374"/>
          <a:ext cx="8213605" cy="2076577"/>
        </p:xfrm>
        <a:graphic>
          <a:graphicData uri="http://schemas.openxmlformats.org/drawingml/2006/table">
            <a:tbl>
              <a:tblPr firstRow="1" bandRow="1">
                <a:tableStyleId>{5C22544A-7EE6-4342-B048-85BDC9FD1C3A}</a:tableStyleId>
              </a:tblPr>
              <a:tblGrid>
                <a:gridCol w="1065236">
                  <a:extLst>
                    <a:ext uri="{9D8B030D-6E8A-4147-A177-3AD203B41FA5}">
                      <a16:colId xmlns:a16="http://schemas.microsoft.com/office/drawing/2014/main" val="20000"/>
                    </a:ext>
                  </a:extLst>
                </a:gridCol>
                <a:gridCol w="7148369">
                  <a:extLst>
                    <a:ext uri="{9D8B030D-6E8A-4147-A177-3AD203B41FA5}">
                      <a16:colId xmlns:a16="http://schemas.microsoft.com/office/drawing/2014/main" val="20001"/>
                    </a:ext>
                  </a:extLst>
                </a:gridCol>
              </a:tblGrid>
              <a:tr h="0">
                <a:tc>
                  <a:txBody>
                    <a:bodyPr/>
                    <a:lstStyle/>
                    <a:p>
                      <a:pPr latinLnBrk="1"/>
                      <a:r>
                        <a:rPr lang="ko-KR" altLang="en-US" sz="900" b="0" dirty="0">
                          <a:solidFill>
                            <a:schemeClr val="tx1"/>
                          </a:solidFill>
                        </a:rPr>
                        <a:t>배송구분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사용자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0991833"/>
                  </a:ext>
                </a:extLst>
              </a:tr>
              <a:tr h="0">
                <a:tc>
                  <a:txBody>
                    <a:bodyPr/>
                    <a:lstStyle/>
                    <a:p>
                      <a:pPr latinLnBrk="1"/>
                      <a:r>
                        <a:rPr lang="ko-KR" altLang="en-US" sz="900" b="0" dirty="0">
                          <a:solidFill>
                            <a:schemeClr val="tx1"/>
                          </a:solidFill>
                        </a:rPr>
                        <a:t>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사용     ○ 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543731296"/>
                  </a:ext>
                </a:extLst>
              </a:tr>
              <a:tr h="0">
                <a:tc>
                  <a:txBody>
                    <a:bodyPr/>
                    <a:lstStyle/>
                    <a:p>
                      <a:pPr latinLnBrk="1"/>
                      <a:r>
                        <a:rPr lang="ko-KR" altLang="en-US" sz="900" b="0" dirty="0">
                          <a:solidFill>
                            <a:schemeClr val="tx1"/>
                          </a:solidFill>
                        </a:rPr>
                        <a:t>배송비 명칭 </a:t>
                      </a:r>
                      <a:r>
                        <a:rPr lang="en-US" altLang="ko-KR" sz="900" b="1" dirty="0">
                          <a:solidFill>
                            <a:srgbClr val="FF0000"/>
                          </a:solidFill>
                        </a:rPr>
                        <a:t>*</a:t>
                      </a:r>
                      <a:endParaRPr lang="ko-KR" altLang="en-US" sz="900" b="1" dirty="0">
                        <a:solidFill>
                          <a:srgbClr val="FF0000"/>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900" b="0" dirty="0" err="1">
                          <a:solidFill>
                            <a:schemeClr val="tx1"/>
                          </a:solidFill>
                        </a:rPr>
                        <a:t>지정택배사</a:t>
                      </a:r>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3440615"/>
                  </a:ext>
                </a:extLst>
              </a:tr>
              <a:tr h="0">
                <a:tc>
                  <a:txBody>
                    <a:bodyPr/>
                    <a:lstStyle/>
                    <a:p>
                      <a:pPr latinLnBrk="1"/>
                      <a:r>
                        <a:rPr lang="ko-KR" altLang="en-US" sz="900" b="0" dirty="0">
                          <a:solidFill>
                            <a:schemeClr val="tx1"/>
                          </a:solidFill>
                        </a:rPr>
                        <a:t>배송비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무료배송     ○ 무료배송 </a:t>
                      </a:r>
                      <a:r>
                        <a:rPr lang="en-US" altLang="ko-KR" sz="900" b="0" i="0" u="none" strike="noStrike" dirty="0">
                          <a:solidFill>
                            <a:srgbClr val="000000"/>
                          </a:solidFill>
                          <a:effectLst/>
                          <a:latin typeface="+mn-lt"/>
                        </a:rPr>
                        <a:t>(</a:t>
                      </a:r>
                      <a:r>
                        <a:rPr lang="ko-KR" altLang="en-US" sz="900" b="0" i="0" u="none" strike="noStrike" dirty="0">
                          <a:solidFill>
                            <a:srgbClr val="000000"/>
                          </a:solidFill>
                          <a:effectLst/>
                          <a:latin typeface="+mn-lt"/>
                        </a:rPr>
                        <a:t>조건부</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고정 배송비</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변동 배송비</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구간별 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17744534"/>
                  </a:ext>
                </a:extLst>
              </a:tr>
              <a:tr h="0">
                <a:tc>
                  <a:txBody>
                    <a:bodyPr/>
                    <a:lstStyle/>
                    <a:p>
                      <a:pPr latinLnBrk="1"/>
                      <a:r>
                        <a:rPr lang="ko-KR" altLang="en-US" sz="900" b="0" dirty="0">
                          <a:solidFill>
                            <a:schemeClr val="tx1"/>
                          </a:solidFill>
                        </a:rPr>
                        <a:t>배송비 결제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a:t>
                      </a:r>
                      <a:r>
                        <a:rPr lang="ko-KR" altLang="en-US" sz="900" b="0" i="0" u="none" strike="noStrike" dirty="0" err="1">
                          <a:solidFill>
                            <a:srgbClr val="000000"/>
                          </a:solidFill>
                          <a:effectLst/>
                          <a:latin typeface="+mn-lt"/>
                        </a:rPr>
                        <a:t>선결제</a:t>
                      </a:r>
                      <a:r>
                        <a:rPr lang="ko-KR" altLang="en-US" sz="900" b="0" i="0" u="none" strike="noStrike" dirty="0">
                          <a:solidFill>
                            <a:srgbClr val="000000"/>
                          </a:solidFill>
                          <a:effectLst/>
                          <a:latin typeface="+mn-lt"/>
                        </a:rPr>
                        <a:t>        ○ 착불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928728226"/>
                  </a:ext>
                </a:extLst>
              </a:tr>
              <a:tr h="0">
                <a:tc>
                  <a:txBody>
                    <a:bodyPr/>
                    <a:lstStyle/>
                    <a:p>
                      <a:pPr latinLnBrk="1"/>
                      <a:r>
                        <a:rPr lang="ko-KR" altLang="en-US" sz="900" b="0" dirty="0">
                          <a:solidFill>
                            <a:schemeClr val="tx1"/>
                          </a:solidFill>
                        </a:rPr>
                        <a:t>지역별 배송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제주 지역          ● 배송함   ○ </a:t>
                      </a:r>
                      <a:r>
                        <a:rPr lang="ko-KR" altLang="en-US" sz="900" b="0" i="0" u="none" strike="noStrike" dirty="0" err="1">
                          <a:solidFill>
                            <a:srgbClr val="000000"/>
                          </a:solidFill>
                          <a:effectLst/>
                          <a:latin typeface="+mn-lt"/>
                        </a:rPr>
                        <a:t>배송안함</a:t>
                      </a:r>
                      <a:r>
                        <a:rPr lang="ko-KR" altLang="en-US" sz="900" b="0" i="0" u="none" strike="noStrike" dirty="0">
                          <a:solidFill>
                            <a:srgbClr val="000000"/>
                          </a:solidFill>
                          <a:effectLst/>
                          <a:latin typeface="+mn-lt"/>
                        </a:rPr>
                        <a:t> </a:t>
                      </a: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도서산간 지역    ● 배송함   ○ </a:t>
                      </a:r>
                      <a:r>
                        <a:rPr lang="ko-KR" altLang="en-US" sz="900" b="0" i="0" u="none" strike="noStrike" dirty="0" err="1">
                          <a:solidFill>
                            <a:srgbClr val="000000"/>
                          </a:solidFill>
                          <a:effectLst/>
                          <a:latin typeface="+mn-lt"/>
                        </a:rPr>
                        <a:t>배송안함</a:t>
                      </a:r>
                      <a:endParaRPr lang="en-US" altLang="ko-KR"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19695819"/>
                  </a:ext>
                </a:extLst>
              </a:tr>
              <a:tr h="0">
                <a:tc>
                  <a:txBody>
                    <a:bodyPr/>
                    <a:lstStyle/>
                    <a:p>
                      <a:pPr latinLnBrk="1"/>
                      <a:r>
                        <a:rPr lang="ko-KR" altLang="en-US" sz="900" b="0" dirty="0">
                          <a:solidFill>
                            <a:schemeClr val="tx1"/>
                          </a:solidFill>
                        </a:rPr>
                        <a:t>지역별 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a:t>
                      </a:r>
                      <a:r>
                        <a:rPr lang="ko-KR" altLang="en-US" sz="900" b="0" i="0" u="none" strike="noStrike" dirty="0" err="1">
                          <a:solidFill>
                            <a:srgbClr val="000000"/>
                          </a:solidFill>
                          <a:effectLst/>
                          <a:latin typeface="+mn-lt"/>
                        </a:rPr>
                        <a:t>사용안함</a:t>
                      </a:r>
                      <a:r>
                        <a:rPr lang="ko-KR" altLang="en-US" sz="900" b="0" i="0" u="none" strike="noStrike" dirty="0">
                          <a:solidFill>
                            <a:srgbClr val="000000"/>
                          </a:solidFill>
                          <a:effectLst/>
                          <a:latin typeface="+mn-lt"/>
                        </a:rPr>
                        <a:t> </a:t>
                      </a:r>
                      <a:r>
                        <a:rPr lang="ko-KR" altLang="en-US" sz="900" b="0" i="0" u="none" strike="noStrike" dirty="0">
                          <a:solidFill>
                            <a:schemeClr val="bg1">
                              <a:lumMod val="50000"/>
                            </a:schemeClr>
                          </a:solidFill>
                          <a:effectLst/>
                          <a:latin typeface="+mn-lt"/>
                        </a:rPr>
                        <a:t>ⓘ</a:t>
                      </a:r>
                      <a:r>
                        <a:rPr lang="ko-KR" altLang="en-US" sz="900" b="0" i="0" u="none" strike="noStrike" dirty="0">
                          <a:solidFill>
                            <a:srgbClr val="000000"/>
                          </a:solidFill>
                          <a:effectLst/>
                          <a:latin typeface="+mn-lt"/>
                        </a:rPr>
                        <a:t>     ○ 배송권역 방식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59286478"/>
                  </a:ext>
                </a:extLst>
              </a:tr>
            </a:tbl>
          </a:graphicData>
        </a:graphic>
      </p:graphicFrame>
      <p:sp>
        <p:nvSpPr>
          <p:cNvPr id="3" name="직사각형 2">
            <a:extLst>
              <a:ext uri="{FF2B5EF4-FFF2-40B4-BE49-F238E27FC236}">
                <a16:creationId xmlns:a16="http://schemas.microsoft.com/office/drawing/2014/main" id="{AA3FD4E5-DD3F-4AD0-8194-94E484A298B5}"/>
              </a:ext>
            </a:extLst>
          </p:cNvPr>
          <p:cNvSpPr/>
          <p:nvPr/>
        </p:nvSpPr>
        <p:spPr>
          <a:xfrm>
            <a:off x="1734514" y="2191846"/>
            <a:ext cx="693212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5" name="직사각형 4">
            <a:extLst>
              <a:ext uri="{FF2B5EF4-FFF2-40B4-BE49-F238E27FC236}">
                <a16:creationId xmlns:a16="http://schemas.microsoft.com/office/drawing/2014/main" id="{E40867FE-8C1B-4EBC-89F9-8B83E7ED604F}"/>
              </a:ext>
            </a:extLst>
          </p:cNvPr>
          <p:cNvSpPr/>
          <p:nvPr/>
        </p:nvSpPr>
        <p:spPr>
          <a:xfrm>
            <a:off x="1734514" y="2414187"/>
            <a:ext cx="2741952"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자체배송                                                      ▼</a:t>
            </a:r>
            <a:endParaRPr lang="en-US" altLang="ko-KR" sz="800" dirty="0">
              <a:solidFill>
                <a:schemeClr val="tx1">
                  <a:lumMod val="50000"/>
                  <a:lumOff val="50000"/>
                </a:schemeClr>
              </a:solidFill>
            </a:endParaRPr>
          </a:p>
        </p:txBody>
      </p:sp>
      <p:sp>
        <p:nvSpPr>
          <p:cNvPr id="7" name="직사각형 6">
            <a:extLst>
              <a:ext uri="{FF2B5EF4-FFF2-40B4-BE49-F238E27FC236}">
                <a16:creationId xmlns:a16="http://schemas.microsoft.com/office/drawing/2014/main" id="{0B18F919-F3F8-4406-BD39-88C4EAD94E89}"/>
              </a:ext>
            </a:extLst>
          </p:cNvPr>
          <p:cNvSpPr/>
          <p:nvPr/>
        </p:nvSpPr>
        <p:spPr>
          <a:xfrm>
            <a:off x="4103661" y="4175790"/>
            <a:ext cx="1157388"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배송비 등록</a:t>
            </a:r>
            <a:endParaRPr lang="en-US" altLang="ko-KR" sz="800" dirty="0">
              <a:solidFill>
                <a:schemeClr val="bg1"/>
              </a:solidFill>
            </a:endParaRPr>
          </a:p>
        </p:txBody>
      </p:sp>
      <p:grpSp>
        <p:nvGrpSpPr>
          <p:cNvPr id="8" name="Image">
            <a:extLst>
              <a:ext uri="{FF2B5EF4-FFF2-40B4-BE49-F238E27FC236}">
                <a16:creationId xmlns:a16="http://schemas.microsoft.com/office/drawing/2014/main" id="{A2B0E5EF-7A0D-432E-8A62-E333B704216D}"/>
              </a:ext>
            </a:extLst>
          </p:cNvPr>
          <p:cNvGrpSpPr>
            <a:grpSpLocks/>
          </p:cNvGrpSpPr>
          <p:nvPr/>
        </p:nvGrpSpPr>
        <p:grpSpPr bwMode="auto">
          <a:xfrm>
            <a:off x="8789158" y="1383911"/>
            <a:ext cx="204716" cy="209797"/>
            <a:chOff x="508000" y="1397000"/>
            <a:chExt cx="1008112" cy="1008112"/>
          </a:xfrm>
        </p:grpSpPr>
        <p:sp>
          <p:nvSpPr>
            <p:cNvPr id="9" name="Border">
              <a:extLst>
                <a:ext uri="{FF2B5EF4-FFF2-40B4-BE49-F238E27FC236}">
                  <a16:creationId xmlns:a16="http://schemas.microsoft.com/office/drawing/2014/main" id="{2F8BF8D3-7329-4DB1-A61D-7C977CA85DC3}"/>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Line 2">
              <a:extLst>
                <a:ext uri="{FF2B5EF4-FFF2-40B4-BE49-F238E27FC236}">
                  <a16:creationId xmlns:a16="http://schemas.microsoft.com/office/drawing/2014/main" id="{C1FF4C56-D05F-4E78-A3DF-A69DA7D3AC77}"/>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 name="Line 1">
              <a:extLst>
                <a:ext uri="{FF2B5EF4-FFF2-40B4-BE49-F238E27FC236}">
                  <a16:creationId xmlns:a16="http://schemas.microsoft.com/office/drawing/2014/main" id="{0674BDEE-F7AB-4E23-A747-D5BF01B16E87}"/>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aphicFrame>
        <p:nvGraphicFramePr>
          <p:cNvPr id="12" name="표 11">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905525663"/>
              </p:ext>
            </p:extLst>
          </p:nvPr>
        </p:nvGraphicFramePr>
        <p:xfrm>
          <a:off x="10171774" y="22159"/>
          <a:ext cx="1979018" cy="15707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RF-02-12-01-1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배송비설정</a:t>
                      </a:r>
                      <a:r>
                        <a:rPr lang="ko-KR" altLang="en-US" sz="800" dirty="0"/>
                        <a:t>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t>배송비설정</a:t>
                      </a:r>
                      <a:r>
                        <a:rPr lang="ko-KR" altLang="en-US" sz="800" dirty="0"/>
                        <a:t> 목록 </a:t>
                      </a:r>
                      <a:r>
                        <a:rPr lang="en-US" altLang="ko-KR" sz="800" dirty="0"/>
                        <a:t>&gt; </a:t>
                      </a:r>
                      <a:r>
                        <a:rPr lang="ko-KR" altLang="en-US" sz="800" dirty="0" err="1"/>
                        <a:t>배송비</a:t>
                      </a:r>
                      <a:r>
                        <a:rPr lang="ko-KR" altLang="en-US" sz="800" dirty="0"/>
                        <a:t> 등록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배송비</a:t>
                      </a:r>
                      <a:r>
                        <a:rPr lang="ko-KR" altLang="en-US" sz="800" b="0" dirty="0">
                          <a:solidFill>
                            <a:schemeClr val="tx1"/>
                          </a:solidFill>
                        </a:rPr>
                        <a:t> 등록을 할 수 있는 화면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13" name="타원 12">
            <a:extLst>
              <a:ext uri="{FF2B5EF4-FFF2-40B4-BE49-F238E27FC236}">
                <a16:creationId xmlns:a16="http://schemas.microsoft.com/office/drawing/2014/main" id="{B1513A05-975F-4C41-8001-66664BA372E7}"/>
              </a:ext>
            </a:extLst>
          </p:cNvPr>
          <p:cNvSpPr/>
          <p:nvPr/>
        </p:nvSpPr>
        <p:spPr>
          <a:xfrm>
            <a:off x="8061820" y="824300"/>
            <a:ext cx="1174459" cy="357563"/>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 name="TextBox 13">
            <a:extLst>
              <a:ext uri="{FF2B5EF4-FFF2-40B4-BE49-F238E27FC236}">
                <a16:creationId xmlns:a16="http://schemas.microsoft.com/office/drawing/2014/main" id="{38F262C8-ACF8-4FC7-81DA-843C5AB289C5}"/>
              </a:ext>
            </a:extLst>
          </p:cNvPr>
          <p:cNvSpPr txBox="1"/>
          <p:nvPr/>
        </p:nvSpPr>
        <p:spPr>
          <a:xfrm>
            <a:off x="338201" y="1279975"/>
            <a:ext cx="251992" cy="230832"/>
          </a:xfrm>
          <a:prstGeom prst="rect">
            <a:avLst/>
          </a:prstGeom>
          <a:solidFill>
            <a:srgbClr val="FF0000"/>
          </a:solidFill>
        </p:spPr>
        <p:txBody>
          <a:bodyPr wrap="square" rtlCol="0">
            <a:spAutoFit/>
          </a:bodyPr>
          <a:lstStyle/>
          <a:p>
            <a:r>
              <a:rPr lang="en-US" altLang="ko-KR" sz="900" b="1" dirty="0">
                <a:solidFill>
                  <a:schemeClr val="bg1"/>
                </a:solidFill>
              </a:rPr>
              <a:t>1</a:t>
            </a:r>
            <a:endParaRPr lang="ko-KR" altLang="en-US" sz="900" b="1" dirty="0">
              <a:solidFill>
                <a:schemeClr val="bg1"/>
              </a:solidFill>
            </a:endParaRPr>
          </a:p>
        </p:txBody>
      </p:sp>
      <p:cxnSp>
        <p:nvCxnSpPr>
          <p:cNvPr id="15" name="직선 화살표 연결선 14">
            <a:extLst>
              <a:ext uri="{FF2B5EF4-FFF2-40B4-BE49-F238E27FC236}">
                <a16:creationId xmlns:a16="http://schemas.microsoft.com/office/drawing/2014/main" id="{D8A61CF3-4CF1-4B99-89E2-9ED2191A77B9}"/>
              </a:ext>
            </a:extLst>
          </p:cNvPr>
          <p:cNvCxnSpPr>
            <a:cxnSpLocks/>
            <a:stCxn id="13" idx="2"/>
          </p:cNvCxnSpPr>
          <p:nvPr/>
        </p:nvCxnSpPr>
        <p:spPr>
          <a:xfrm flipH="1">
            <a:off x="6744750" y="1003082"/>
            <a:ext cx="1317070" cy="294447"/>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37086510"/>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5E8DBE22-BB54-464B-9A15-D934F1C16FE5}"/>
              </a:ext>
            </a:extLst>
          </p:cNvPr>
          <p:cNvSpPr/>
          <p:nvPr/>
        </p:nvSpPr>
        <p:spPr>
          <a:xfrm>
            <a:off x="401866" y="1291065"/>
            <a:ext cx="8673492" cy="4261948"/>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29" name="TextBox 28">
            <a:extLst>
              <a:ext uri="{FF2B5EF4-FFF2-40B4-BE49-F238E27FC236}">
                <a16:creationId xmlns:a16="http://schemas.microsoft.com/office/drawing/2014/main" id="{8248F226-CF6C-4C1A-9F3E-D3F4E4AD6192}"/>
              </a:ext>
            </a:extLst>
          </p:cNvPr>
          <p:cNvSpPr txBox="1"/>
          <p:nvPr/>
        </p:nvSpPr>
        <p:spPr>
          <a:xfrm>
            <a:off x="505653" y="1425567"/>
            <a:ext cx="95731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배송비 등록</a:t>
            </a:r>
            <a:endParaRPr lang="ko-KR" altLang="en-US" sz="900" dirty="0"/>
          </a:p>
        </p:txBody>
      </p:sp>
      <p:graphicFrame>
        <p:nvGraphicFramePr>
          <p:cNvPr id="32" name="표 31">
            <a:extLst>
              <a:ext uri="{FF2B5EF4-FFF2-40B4-BE49-F238E27FC236}">
                <a16:creationId xmlns:a16="http://schemas.microsoft.com/office/drawing/2014/main" id="{E28502CD-EFD6-40B3-9B3B-13D1DCCD473F}"/>
              </a:ext>
            </a:extLst>
          </p:cNvPr>
          <p:cNvGraphicFramePr>
            <a:graphicFrameLocks noGrp="1"/>
          </p:cNvGraphicFramePr>
          <p:nvPr>
            <p:extLst>
              <p:ext uri="{D42A27DB-BD31-4B8C-83A1-F6EECF244321}">
                <p14:modId xmlns:p14="http://schemas.microsoft.com/office/powerpoint/2010/main" val="3568824975"/>
              </p:ext>
            </p:extLst>
          </p:nvPr>
        </p:nvGraphicFramePr>
        <p:xfrm>
          <a:off x="575553" y="1709374"/>
          <a:ext cx="8213605" cy="2922397"/>
        </p:xfrm>
        <a:graphic>
          <a:graphicData uri="http://schemas.openxmlformats.org/drawingml/2006/table">
            <a:tbl>
              <a:tblPr firstRow="1" bandRow="1">
                <a:tableStyleId>{5C22544A-7EE6-4342-B048-85BDC9FD1C3A}</a:tableStyleId>
              </a:tblPr>
              <a:tblGrid>
                <a:gridCol w="1065236">
                  <a:extLst>
                    <a:ext uri="{9D8B030D-6E8A-4147-A177-3AD203B41FA5}">
                      <a16:colId xmlns:a16="http://schemas.microsoft.com/office/drawing/2014/main" val="20000"/>
                    </a:ext>
                  </a:extLst>
                </a:gridCol>
                <a:gridCol w="7148369">
                  <a:extLst>
                    <a:ext uri="{9D8B030D-6E8A-4147-A177-3AD203B41FA5}">
                      <a16:colId xmlns:a16="http://schemas.microsoft.com/office/drawing/2014/main" val="20001"/>
                    </a:ext>
                  </a:extLst>
                </a:gridCol>
              </a:tblGrid>
              <a:tr h="0">
                <a:tc>
                  <a:txBody>
                    <a:bodyPr/>
                    <a:lstStyle/>
                    <a:p>
                      <a:pPr latinLnBrk="1"/>
                      <a:r>
                        <a:rPr lang="ko-KR" altLang="en-US" sz="900" b="0" dirty="0">
                          <a:solidFill>
                            <a:schemeClr val="tx1"/>
                          </a:solidFill>
                        </a:rPr>
                        <a:t>배송구분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사용자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0991833"/>
                  </a:ext>
                </a:extLst>
              </a:tr>
              <a:tr h="0">
                <a:tc>
                  <a:txBody>
                    <a:bodyPr/>
                    <a:lstStyle/>
                    <a:p>
                      <a:pPr latinLnBrk="1"/>
                      <a:r>
                        <a:rPr lang="ko-KR" altLang="en-US" sz="900" b="0" dirty="0">
                          <a:solidFill>
                            <a:schemeClr val="tx1"/>
                          </a:solidFill>
                        </a:rPr>
                        <a:t>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사용     ○ 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543731296"/>
                  </a:ext>
                </a:extLst>
              </a:tr>
              <a:tr h="0">
                <a:tc>
                  <a:txBody>
                    <a:bodyPr/>
                    <a:lstStyle/>
                    <a:p>
                      <a:pPr latinLnBrk="1"/>
                      <a:r>
                        <a:rPr lang="ko-KR" altLang="en-US" sz="900" b="0" dirty="0">
                          <a:solidFill>
                            <a:schemeClr val="tx1"/>
                          </a:solidFill>
                        </a:rPr>
                        <a:t>배송비 명칭 </a:t>
                      </a:r>
                      <a:r>
                        <a:rPr lang="en-US" altLang="ko-KR" sz="900" b="1" dirty="0">
                          <a:solidFill>
                            <a:srgbClr val="FF0000"/>
                          </a:solidFill>
                        </a:rPr>
                        <a:t>*</a:t>
                      </a:r>
                      <a:endParaRPr lang="ko-KR" altLang="en-US" sz="900" b="1" dirty="0">
                        <a:solidFill>
                          <a:srgbClr val="FF0000"/>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900" b="0" dirty="0" err="1">
                          <a:solidFill>
                            <a:schemeClr val="tx1"/>
                          </a:solidFill>
                        </a:rPr>
                        <a:t>지정택배사</a:t>
                      </a:r>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3440615"/>
                  </a:ext>
                </a:extLst>
              </a:tr>
              <a:tr h="0">
                <a:tc rowSpan="2">
                  <a:txBody>
                    <a:bodyPr/>
                    <a:lstStyle/>
                    <a:p>
                      <a:pPr latinLnBrk="1"/>
                      <a:r>
                        <a:rPr lang="ko-KR" altLang="en-US" sz="900" b="0" dirty="0">
                          <a:solidFill>
                            <a:schemeClr val="tx1"/>
                          </a:solidFill>
                        </a:rPr>
                        <a:t>배송비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무료배송     ● 무료배송 </a:t>
                      </a:r>
                      <a:r>
                        <a:rPr lang="en-US" altLang="ko-KR" sz="900" b="0" i="0" u="none" strike="noStrike" dirty="0">
                          <a:solidFill>
                            <a:srgbClr val="000000"/>
                          </a:solidFill>
                          <a:effectLst/>
                          <a:latin typeface="+mn-lt"/>
                        </a:rPr>
                        <a:t>(</a:t>
                      </a:r>
                      <a:r>
                        <a:rPr lang="ko-KR" altLang="en-US" sz="900" b="0" i="0" u="none" strike="noStrike" dirty="0">
                          <a:solidFill>
                            <a:srgbClr val="000000"/>
                          </a:solidFill>
                          <a:effectLst/>
                          <a:latin typeface="+mn-lt"/>
                        </a:rPr>
                        <a:t>조건부</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고정 배송비</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변동 배송비</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구간별 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17744534"/>
                  </a:ext>
                </a:extLst>
              </a:tr>
              <a:tr h="0">
                <a:tc vMerge="1">
                  <a:txBody>
                    <a:bodyPr/>
                    <a:lstStyle/>
                    <a:p>
                      <a:pPr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lang="ko-KR" altLang="en-US" sz="900" b="0" i="0" u="none" strike="noStrike" dirty="0">
                          <a:solidFill>
                            <a:srgbClr val="000000"/>
                          </a:solidFill>
                          <a:effectLst/>
                          <a:latin typeface="+mn-lt"/>
                        </a:rPr>
                        <a:t>기본배송비                              원</a:t>
                      </a: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ko-KR" altLang="en-US" sz="900" b="0" i="0" u="none" strike="noStrike" dirty="0">
                          <a:solidFill>
                            <a:srgbClr val="000000"/>
                          </a:solidFill>
                          <a:effectLst/>
                          <a:latin typeface="+mn-lt"/>
                        </a:rPr>
                        <a:t>□ 조건 </a:t>
                      </a:r>
                      <a:r>
                        <a:rPr lang="en-US" altLang="ko-KR" sz="900" b="0" i="0" u="none" strike="noStrike" dirty="0">
                          <a:solidFill>
                            <a:srgbClr val="000000"/>
                          </a:solidFill>
                          <a:effectLst/>
                          <a:latin typeface="+mn-lt"/>
                        </a:rPr>
                        <a:t>1                                </a:t>
                      </a:r>
                      <a:r>
                        <a:rPr lang="ko-KR" altLang="en-US" sz="900" b="0" i="0" u="none" strike="noStrike" dirty="0">
                          <a:solidFill>
                            <a:srgbClr val="000000"/>
                          </a:solidFill>
                          <a:effectLst/>
                          <a:latin typeface="+mn-lt"/>
                        </a:rPr>
                        <a:t>원 이상 </a:t>
                      </a:r>
                      <a:r>
                        <a:rPr lang="ko-KR" altLang="en-US" sz="900" b="0" i="0" u="none" strike="noStrike" dirty="0" err="1">
                          <a:solidFill>
                            <a:srgbClr val="000000"/>
                          </a:solidFill>
                          <a:effectLst/>
                          <a:latin typeface="+mn-lt"/>
                        </a:rPr>
                        <a:t>구매시</a:t>
                      </a:r>
                      <a:r>
                        <a:rPr lang="ko-KR" altLang="en-US" sz="900" b="0" i="0" u="none" strike="noStrike" dirty="0">
                          <a:solidFill>
                            <a:srgbClr val="000000"/>
                          </a:solidFill>
                          <a:effectLst/>
                          <a:latin typeface="+mn-lt"/>
                        </a:rPr>
                        <a:t> 배송비 무료</a:t>
                      </a: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ko-KR" altLang="en-US" sz="900" b="0" i="0" u="none" strike="noStrike" dirty="0">
                          <a:solidFill>
                            <a:srgbClr val="000000"/>
                          </a:solidFill>
                          <a:effectLst/>
                          <a:latin typeface="+mn-lt"/>
                        </a:rPr>
                        <a:t>□ 조건 </a:t>
                      </a:r>
                      <a:r>
                        <a:rPr lang="en-US" altLang="ko-KR" sz="900" b="0" i="0" u="none" strike="noStrike" dirty="0">
                          <a:solidFill>
                            <a:srgbClr val="000000"/>
                          </a:solidFill>
                          <a:effectLst/>
                          <a:latin typeface="+mn-lt"/>
                        </a:rPr>
                        <a:t>2                                </a:t>
                      </a:r>
                      <a:r>
                        <a:rPr lang="ko-KR" altLang="en-US" sz="900" b="0" i="0" u="none" strike="noStrike" dirty="0">
                          <a:solidFill>
                            <a:srgbClr val="000000"/>
                          </a:solidFill>
                          <a:effectLst/>
                          <a:latin typeface="+mn-lt"/>
                        </a:rPr>
                        <a:t>개 이상 </a:t>
                      </a:r>
                      <a:r>
                        <a:rPr lang="ko-KR" altLang="en-US" sz="900" b="0" i="0" u="none" strike="noStrike" dirty="0" err="1">
                          <a:solidFill>
                            <a:srgbClr val="000000"/>
                          </a:solidFill>
                          <a:effectLst/>
                          <a:latin typeface="+mn-lt"/>
                        </a:rPr>
                        <a:t>구매시</a:t>
                      </a:r>
                      <a:r>
                        <a:rPr lang="ko-KR" altLang="en-US" sz="900" b="0" i="0" u="none" strike="noStrike" dirty="0">
                          <a:solidFill>
                            <a:srgbClr val="000000"/>
                          </a:solidFill>
                          <a:effectLst/>
                          <a:latin typeface="+mn-lt"/>
                        </a:rPr>
                        <a:t> 배송비 무료</a:t>
                      </a: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59347248"/>
                  </a:ext>
                </a:extLst>
              </a:tr>
              <a:tr h="0">
                <a:tc>
                  <a:txBody>
                    <a:bodyPr/>
                    <a:lstStyle/>
                    <a:p>
                      <a:pPr latinLnBrk="1"/>
                      <a:r>
                        <a:rPr lang="ko-KR" altLang="en-US" sz="900" b="0" dirty="0">
                          <a:solidFill>
                            <a:schemeClr val="tx1"/>
                          </a:solidFill>
                        </a:rPr>
                        <a:t>배송비 결제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a:t>
                      </a:r>
                      <a:r>
                        <a:rPr lang="ko-KR" altLang="en-US" sz="900" b="0" i="0" u="none" strike="noStrike" dirty="0" err="1">
                          <a:solidFill>
                            <a:srgbClr val="000000"/>
                          </a:solidFill>
                          <a:effectLst/>
                          <a:latin typeface="+mn-lt"/>
                        </a:rPr>
                        <a:t>선결제</a:t>
                      </a:r>
                      <a:r>
                        <a:rPr lang="ko-KR" altLang="en-US" sz="900" b="0" i="0" u="none" strike="noStrike" dirty="0">
                          <a:solidFill>
                            <a:srgbClr val="000000"/>
                          </a:solidFill>
                          <a:effectLst/>
                          <a:latin typeface="+mn-lt"/>
                        </a:rPr>
                        <a:t>        ○ 착불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928728226"/>
                  </a:ext>
                </a:extLst>
              </a:tr>
              <a:tr h="0">
                <a:tc>
                  <a:txBody>
                    <a:bodyPr/>
                    <a:lstStyle/>
                    <a:p>
                      <a:pPr latinLnBrk="1"/>
                      <a:r>
                        <a:rPr lang="ko-KR" altLang="en-US" sz="900" b="0" dirty="0">
                          <a:solidFill>
                            <a:schemeClr val="tx1"/>
                          </a:solidFill>
                        </a:rPr>
                        <a:t>지역별 배송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제주 지역          ● 배송함   ○ </a:t>
                      </a:r>
                      <a:r>
                        <a:rPr lang="ko-KR" altLang="en-US" sz="900" b="0" i="0" u="none" strike="noStrike" dirty="0" err="1">
                          <a:solidFill>
                            <a:srgbClr val="000000"/>
                          </a:solidFill>
                          <a:effectLst/>
                          <a:latin typeface="+mn-lt"/>
                        </a:rPr>
                        <a:t>배송안함</a:t>
                      </a:r>
                      <a:r>
                        <a:rPr lang="ko-KR" altLang="en-US" sz="900" b="0" i="0" u="none" strike="noStrike" dirty="0">
                          <a:solidFill>
                            <a:srgbClr val="000000"/>
                          </a:solidFill>
                          <a:effectLst/>
                          <a:latin typeface="+mn-lt"/>
                        </a:rPr>
                        <a:t> </a:t>
                      </a: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도서산간 지역    ● 배송함   ○ </a:t>
                      </a:r>
                      <a:r>
                        <a:rPr lang="ko-KR" altLang="en-US" sz="900" b="0" i="0" u="none" strike="noStrike" dirty="0" err="1">
                          <a:solidFill>
                            <a:srgbClr val="000000"/>
                          </a:solidFill>
                          <a:effectLst/>
                          <a:latin typeface="+mn-lt"/>
                        </a:rPr>
                        <a:t>배송안함</a:t>
                      </a:r>
                      <a:endParaRPr lang="en-US" altLang="ko-KR"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19695819"/>
                  </a:ext>
                </a:extLst>
              </a:tr>
              <a:tr h="0">
                <a:tc>
                  <a:txBody>
                    <a:bodyPr/>
                    <a:lstStyle/>
                    <a:p>
                      <a:pPr latinLnBrk="1"/>
                      <a:r>
                        <a:rPr lang="ko-KR" altLang="en-US" sz="900" b="0" dirty="0">
                          <a:solidFill>
                            <a:schemeClr val="tx1"/>
                          </a:solidFill>
                        </a:rPr>
                        <a:t>지역별 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a:t>
                      </a:r>
                      <a:r>
                        <a:rPr lang="ko-KR" altLang="en-US" sz="900" b="0" i="0" u="none" strike="noStrike" dirty="0" err="1">
                          <a:solidFill>
                            <a:srgbClr val="000000"/>
                          </a:solidFill>
                          <a:effectLst/>
                          <a:latin typeface="+mn-lt"/>
                        </a:rPr>
                        <a:t>사용안함</a:t>
                      </a:r>
                      <a:r>
                        <a:rPr lang="ko-KR" altLang="en-US" sz="900" b="0" i="0" u="none" strike="noStrike" dirty="0">
                          <a:solidFill>
                            <a:srgbClr val="000000"/>
                          </a:solidFill>
                          <a:effectLst/>
                          <a:latin typeface="+mn-lt"/>
                        </a:rPr>
                        <a:t> </a:t>
                      </a:r>
                      <a:r>
                        <a:rPr lang="ko-KR" altLang="en-US" sz="900" b="0" i="0" u="none" strike="noStrike" dirty="0">
                          <a:solidFill>
                            <a:schemeClr val="bg1">
                              <a:lumMod val="50000"/>
                            </a:schemeClr>
                          </a:solidFill>
                          <a:effectLst/>
                          <a:latin typeface="+mn-lt"/>
                        </a:rPr>
                        <a:t>ⓘ</a:t>
                      </a:r>
                      <a:r>
                        <a:rPr lang="ko-KR" altLang="en-US" sz="900" b="0" i="0" u="none" strike="noStrike" dirty="0">
                          <a:solidFill>
                            <a:srgbClr val="000000"/>
                          </a:solidFill>
                          <a:effectLst/>
                          <a:latin typeface="+mn-lt"/>
                        </a:rPr>
                        <a:t>     ○ 배송권역 방식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59286478"/>
                  </a:ext>
                </a:extLst>
              </a:tr>
            </a:tbl>
          </a:graphicData>
        </a:graphic>
      </p:graphicFrame>
      <p:sp>
        <p:nvSpPr>
          <p:cNvPr id="3" name="직사각형 2">
            <a:extLst>
              <a:ext uri="{FF2B5EF4-FFF2-40B4-BE49-F238E27FC236}">
                <a16:creationId xmlns:a16="http://schemas.microsoft.com/office/drawing/2014/main" id="{AA3FD4E5-DD3F-4AD0-8194-94E484A298B5}"/>
              </a:ext>
            </a:extLst>
          </p:cNvPr>
          <p:cNvSpPr/>
          <p:nvPr/>
        </p:nvSpPr>
        <p:spPr>
          <a:xfrm>
            <a:off x="1734514" y="2191846"/>
            <a:ext cx="693212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5" name="직사각형 4">
            <a:extLst>
              <a:ext uri="{FF2B5EF4-FFF2-40B4-BE49-F238E27FC236}">
                <a16:creationId xmlns:a16="http://schemas.microsoft.com/office/drawing/2014/main" id="{E40867FE-8C1B-4EBC-89F9-8B83E7ED604F}"/>
              </a:ext>
            </a:extLst>
          </p:cNvPr>
          <p:cNvSpPr/>
          <p:nvPr/>
        </p:nvSpPr>
        <p:spPr>
          <a:xfrm>
            <a:off x="1734514" y="2414187"/>
            <a:ext cx="2741952"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자체배송                                                      ▼</a:t>
            </a:r>
            <a:endParaRPr lang="en-US" altLang="ko-KR" sz="800" dirty="0">
              <a:solidFill>
                <a:schemeClr val="tx1">
                  <a:lumMod val="50000"/>
                  <a:lumOff val="50000"/>
                </a:schemeClr>
              </a:solidFill>
            </a:endParaRPr>
          </a:p>
        </p:txBody>
      </p:sp>
      <p:sp>
        <p:nvSpPr>
          <p:cNvPr id="31" name="직사각형 30">
            <a:extLst>
              <a:ext uri="{FF2B5EF4-FFF2-40B4-BE49-F238E27FC236}">
                <a16:creationId xmlns:a16="http://schemas.microsoft.com/office/drawing/2014/main" id="{85A03CA7-A815-45C1-B211-31DFA3175F9F}"/>
              </a:ext>
            </a:extLst>
          </p:cNvPr>
          <p:cNvSpPr/>
          <p:nvPr/>
        </p:nvSpPr>
        <p:spPr>
          <a:xfrm>
            <a:off x="2370201" y="2933398"/>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3000</a:t>
            </a:r>
          </a:p>
        </p:txBody>
      </p:sp>
      <p:sp>
        <p:nvSpPr>
          <p:cNvPr id="33" name="직사각형 32">
            <a:extLst>
              <a:ext uri="{FF2B5EF4-FFF2-40B4-BE49-F238E27FC236}">
                <a16:creationId xmlns:a16="http://schemas.microsoft.com/office/drawing/2014/main" id="{721823D9-B942-47D9-8E6D-BB94FDF27987}"/>
              </a:ext>
            </a:extLst>
          </p:cNvPr>
          <p:cNvSpPr/>
          <p:nvPr/>
        </p:nvSpPr>
        <p:spPr>
          <a:xfrm>
            <a:off x="2370200" y="3132895"/>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0</a:t>
            </a:r>
          </a:p>
        </p:txBody>
      </p:sp>
      <p:sp>
        <p:nvSpPr>
          <p:cNvPr id="34" name="직사각형 33">
            <a:extLst>
              <a:ext uri="{FF2B5EF4-FFF2-40B4-BE49-F238E27FC236}">
                <a16:creationId xmlns:a16="http://schemas.microsoft.com/office/drawing/2014/main" id="{2264C15A-3596-4237-904F-4CDD3F3288C9}"/>
              </a:ext>
            </a:extLst>
          </p:cNvPr>
          <p:cNvSpPr/>
          <p:nvPr/>
        </p:nvSpPr>
        <p:spPr>
          <a:xfrm>
            <a:off x="2370199" y="3354480"/>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0</a:t>
            </a:r>
          </a:p>
        </p:txBody>
      </p:sp>
      <p:sp>
        <p:nvSpPr>
          <p:cNvPr id="10" name="직사각형 9">
            <a:extLst>
              <a:ext uri="{FF2B5EF4-FFF2-40B4-BE49-F238E27FC236}">
                <a16:creationId xmlns:a16="http://schemas.microsoft.com/office/drawing/2014/main" id="{33382609-193A-4536-BE16-64036E4AE29E}"/>
              </a:ext>
            </a:extLst>
          </p:cNvPr>
          <p:cNvSpPr/>
          <p:nvPr/>
        </p:nvSpPr>
        <p:spPr>
          <a:xfrm>
            <a:off x="4103661" y="4909312"/>
            <a:ext cx="1157388"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배송비 등록</a:t>
            </a:r>
            <a:endParaRPr lang="en-US" altLang="ko-KR" sz="800" dirty="0">
              <a:solidFill>
                <a:schemeClr val="bg1"/>
              </a:solidFill>
            </a:endParaRPr>
          </a:p>
        </p:txBody>
      </p:sp>
      <p:grpSp>
        <p:nvGrpSpPr>
          <p:cNvPr id="11" name="Image">
            <a:extLst>
              <a:ext uri="{FF2B5EF4-FFF2-40B4-BE49-F238E27FC236}">
                <a16:creationId xmlns:a16="http://schemas.microsoft.com/office/drawing/2014/main" id="{464DD826-1804-46A7-8B4F-8EF2FE3CE9E2}"/>
              </a:ext>
            </a:extLst>
          </p:cNvPr>
          <p:cNvGrpSpPr>
            <a:grpSpLocks/>
          </p:cNvGrpSpPr>
          <p:nvPr/>
        </p:nvGrpSpPr>
        <p:grpSpPr bwMode="auto">
          <a:xfrm>
            <a:off x="8789158" y="1383911"/>
            <a:ext cx="204716" cy="209797"/>
            <a:chOff x="508000" y="1397000"/>
            <a:chExt cx="1008112" cy="1008112"/>
          </a:xfrm>
        </p:grpSpPr>
        <p:sp>
          <p:nvSpPr>
            <p:cNvPr id="12" name="Border">
              <a:extLst>
                <a:ext uri="{FF2B5EF4-FFF2-40B4-BE49-F238E27FC236}">
                  <a16:creationId xmlns:a16="http://schemas.microsoft.com/office/drawing/2014/main" id="{8D6B2FE2-3A21-44A8-B19C-07AB2752A778}"/>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 name="Line 2">
              <a:extLst>
                <a:ext uri="{FF2B5EF4-FFF2-40B4-BE49-F238E27FC236}">
                  <a16:creationId xmlns:a16="http://schemas.microsoft.com/office/drawing/2014/main" id="{B83B97A2-4EEE-481A-823D-8B216AB18AAB}"/>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 name="Line 1">
              <a:extLst>
                <a:ext uri="{FF2B5EF4-FFF2-40B4-BE49-F238E27FC236}">
                  <a16:creationId xmlns:a16="http://schemas.microsoft.com/office/drawing/2014/main" id="{96991699-D9C8-45A8-BED4-2699EAD83DC7}"/>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aphicFrame>
        <p:nvGraphicFramePr>
          <p:cNvPr id="15" name="표 14">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3410767742"/>
              </p:ext>
            </p:extLst>
          </p:nvPr>
        </p:nvGraphicFramePr>
        <p:xfrm>
          <a:off x="10171774" y="22159"/>
          <a:ext cx="1979018" cy="214987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RF-02-12-01-2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배송비설정</a:t>
                      </a:r>
                      <a:r>
                        <a:rPr lang="ko-KR" altLang="en-US" sz="800" dirty="0"/>
                        <a:t>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t>배송비설정</a:t>
                      </a:r>
                      <a:r>
                        <a:rPr lang="ko-KR" altLang="en-US" sz="800" dirty="0"/>
                        <a:t> 목록 </a:t>
                      </a:r>
                      <a:r>
                        <a:rPr lang="en-US" altLang="ko-KR" sz="800" dirty="0"/>
                        <a:t>&gt; </a:t>
                      </a:r>
                      <a:r>
                        <a:rPr lang="ko-KR" altLang="en-US" sz="800" dirty="0" err="1"/>
                        <a:t>배송비</a:t>
                      </a:r>
                      <a:r>
                        <a:rPr lang="ko-KR" altLang="en-US" sz="800" dirty="0"/>
                        <a:t> 등록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무료배송</a:t>
                      </a:r>
                      <a:r>
                        <a:rPr lang="en-US" altLang="ko-KR" sz="800" dirty="0"/>
                        <a:t>(</a:t>
                      </a:r>
                      <a:r>
                        <a:rPr lang="ko-KR" altLang="en-US" sz="800" dirty="0"/>
                        <a:t>조건부</a:t>
                      </a:r>
                      <a:r>
                        <a:rPr lang="en-US" altLang="ko-KR" sz="800" dirty="0"/>
                        <a:t>) </a:t>
                      </a:r>
                      <a:r>
                        <a:rPr lang="ko-KR" altLang="en-US" sz="800" dirty="0"/>
                        <a:t>선택 시 출력되는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배송비</a:t>
                      </a:r>
                      <a:r>
                        <a:rPr lang="ko-KR" altLang="en-US" sz="800" b="0" dirty="0">
                          <a:solidFill>
                            <a:schemeClr val="tx1"/>
                          </a:solidFill>
                        </a:rPr>
                        <a:t> 유형 중 무료배송</a:t>
                      </a:r>
                      <a:r>
                        <a:rPr lang="en-US" altLang="ko-KR" sz="800" b="0" dirty="0">
                          <a:solidFill>
                            <a:schemeClr val="tx1"/>
                          </a:solidFill>
                        </a:rPr>
                        <a:t>(</a:t>
                      </a:r>
                      <a:r>
                        <a:rPr lang="ko-KR" altLang="en-US" sz="800" b="0" dirty="0">
                          <a:solidFill>
                            <a:schemeClr val="tx1"/>
                          </a:solidFill>
                        </a:rPr>
                        <a:t>조건부</a:t>
                      </a:r>
                      <a:r>
                        <a:rPr lang="en-US" altLang="ko-KR" sz="800" b="0" dirty="0">
                          <a:solidFill>
                            <a:schemeClr val="tx1"/>
                          </a:solidFill>
                        </a:rPr>
                        <a:t>)</a:t>
                      </a:r>
                      <a:r>
                        <a:rPr lang="ko-KR" altLang="en-US" sz="800" b="0" dirty="0">
                          <a:solidFill>
                            <a:schemeClr val="tx1"/>
                          </a:solidFill>
                        </a:rPr>
                        <a:t>을 선택한 경우 조건을 입력할 수 있는 영역이 활성화된다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17" name="TextBox 16">
            <a:extLst>
              <a:ext uri="{FF2B5EF4-FFF2-40B4-BE49-F238E27FC236}">
                <a16:creationId xmlns:a16="http://schemas.microsoft.com/office/drawing/2014/main" id="{38F262C8-ACF8-4FC7-81DA-843C5AB289C5}"/>
              </a:ext>
            </a:extLst>
          </p:cNvPr>
          <p:cNvSpPr txBox="1"/>
          <p:nvPr/>
        </p:nvSpPr>
        <p:spPr>
          <a:xfrm>
            <a:off x="1462966" y="2804394"/>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3372603562"/>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5E8DBE22-BB54-464B-9A15-D934F1C16FE5}"/>
              </a:ext>
            </a:extLst>
          </p:cNvPr>
          <p:cNvSpPr/>
          <p:nvPr/>
        </p:nvSpPr>
        <p:spPr>
          <a:xfrm>
            <a:off x="401866" y="1309230"/>
            <a:ext cx="8673492" cy="4062113"/>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29" name="TextBox 28">
            <a:extLst>
              <a:ext uri="{FF2B5EF4-FFF2-40B4-BE49-F238E27FC236}">
                <a16:creationId xmlns:a16="http://schemas.microsoft.com/office/drawing/2014/main" id="{8248F226-CF6C-4C1A-9F3E-D3F4E4AD6192}"/>
              </a:ext>
            </a:extLst>
          </p:cNvPr>
          <p:cNvSpPr txBox="1"/>
          <p:nvPr/>
        </p:nvSpPr>
        <p:spPr>
          <a:xfrm>
            <a:off x="505653" y="1425567"/>
            <a:ext cx="95731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배송비 등록</a:t>
            </a:r>
            <a:endParaRPr lang="ko-KR" altLang="en-US" sz="900" dirty="0"/>
          </a:p>
        </p:txBody>
      </p:sp>
      <p:graphicFrame>
        <p:nvGraphicFramePr>
          <p:cNvPr id="32" name="표 31">
            <a:extLst>
              <a:ext uri="{FF2B5EF4-FFF2-40B4-BE49-F238E27FC236}">
                <a16:creationId xmlns:a16="http://schemas.microsoft.com/office/drawing/2014/main" id="{E28502CD-EFD6-40B3-9B3B-13D1DCCD473F}"/>
              </a:ext>
            </a:extLst>
          </p:cNvPr>
          <p:cNvGraphicFramePr>
            <a:graphicFrameLocks noGrp="1"/>
          </p:cNvGraphicFramePr>
          <p:nvPr>
            <p:extLst>
              <p:ext uri="{D42A27DB-BD31-4B8C-83A1-F6EECF244321}">
                <p14:modId xmlns:p14="http://schemas.microsoft.com/office/powerpoint/2010/main" val="3670222088"/>
              </p:ext>
            </p:extLst>
          </p:nvPr>
        </p:nvGraphicFramePr>
        <p:xfrm>
          <a:off x="575553" y="1709374"/>
          <a:ext cx="8213605" cy="2552954"/>
        </p:xfrm>
        <a:graphic>
          <a:graphicData uri="http://schemas.openxmlformats.org/drawingml/2006/table">
            <a:tbl>
              <a:tblPr firstRow="1" bandRow="1">
                <a:tableStyleId>{5C22544A-7EE6-4342-B048-85BDC9FD1C3A}</a:tableStyleId>
              </a:tblPr>
              <a:tblGrid>
                <a:gridCol w="1065236">
                  <a:extLst>
                    <a:ext uri="{9D8B030D-6E8A-4147-A177-3AD203B41FA5}">
                      <a16:colId xmlns:a16="http://schemas.microsoft.com/office/drawing/2014/main" val="20000"/>
                    </a:ext>
                  </a:extLst>
                </a:gridCol>
                <a:gridCol w="7148369">
                  <a:extLst>
                    <a:ext uri="{9D8B030D-6E8A-4147-A177-3AD203B41FA5}">
                      <a16:colId xmlns:a16="http://schemas.microsoft.com/office/drawing/2014/main" val="20001"/>
                    </a:ext>
                  </a:extLst>
                </a:gridCol>
              </a:tblGrid>
              <a:tr h="0">
                <a:tc>
                  <a:txBody>
                    <a:bodyPr/>
                    <a:lstStyle/>
                    <a:p>
                      <a:pPr latinLnBrk="1"/>
                      <a:r>
                        <a:rPr lang="ko-KR" altLang="en-US" sz="900" b="0" dirty="0">
                          <a:solidFill>
                            <a:schemeClr val="tx1"/>
                          </a:solidFill>
                        </a:rPr>
                        <a:t>배송구분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사용자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0991833"/>
                  </a:ext>
                </a:extLst>
              </a:tr>
              <a:tr h="0">
                <a:tc>
                  <a:txBody>
                    <a:bodyPr/>
                    <a:lstStyle/>
                    <a:p>
                      <a:pPr latinLnBrk="1"/>
                      <a:r>
                        <a:rPr lang="ko-KR" altLang="en-US" sz="900" b="0" dirty="0">
                          <a:solidFill>
                            <a:schemeClr val="tx1"/>
                          </a:solidFill>
                        </a:rPr>
                        <a:t>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사용     ○ 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543731296"/>
                  </a:ext>
                </a:extLst>
              </a:tr>
              <a:tr h="0">
                <a:tc>
                  <a:txBody>
                    <a:bodyPr/>
                    <a:lstStyle/>
                    <a:p>
                      <a:pPr latinLnBrk="1"/>
                      <a:r>
                        <a:rPr lang="ko-KR" altLang="en-US" sz="900" b="0" dirty="0">
                          <a:solidFill>
                            <a:schemeClr val="tx1"/>
                          </a:solidFill>
                        </a:rPr>
                        <a:t>배송비 명칭 </a:t>
                      </a:r>
                      <a:r>
                        <a:rPr lang="en-US" altLang="ko-KR" sz="900" b="1" dirty="0">
                          <a:solidFill>
                            <a:srgbClr val="FF0000"/>
                          </a:solidFill>
                        </a:rPr>
                        <a:t>*</a:t>
                      </a:r>
                      <a:endParaRPr lang="ko-KR" altLang="en-US" sz="900" b="1" dirty="0">
                        <a:solidFill>
                          <a:srgbClr val="FF0000"/>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900" b="0" dirty="0" err="1">
                          <a:solidFill>
                            <a:schemeClr val="tx1"/>
                          </a:solidFill>
                        </a:rPr>
                        <a:t>지정택배사</a:t>
                      </a:r>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3440615"/>
                  </a:ext>
                </a:extLst>
              </a:tr>
              <a:tr h="0">
                <a:tc rowSpan="2">
                  <a:txBody>
                    <a:bodyPr/>
                    <a:lstStyle/>
                    <a:p>
                      <a:pPr latinLnBrk="1"/>
                      <a:r>
                        <a:rPr lang="ko-KR" altLang="en-US" sz="900" b="0" dirty="0">
                          <a:solidFill>
                            <a:schemeClr val="tx1"/>
                          </a:solidFill>
                        </a:rPr>
                        <a:t>배송비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무료배송     ○ 무료배송 </a:t>
                      </a:r>
                      <a:r>
                        <a:rPr lang="en-US" altLang="ko-KR" sz="900" b="0" i="0" u="none" strike="noStrike" dirty="0">
                          <a:solidFill>
                            <a:srgbClr val="000000"/>
                          </a:solidFill>
                          <a:effectLst/>
                          <a:latin typeface="+mn-lt"/>
                        </a:rPr>
                        <a:t>(</a:t>
                      </a:r>
                      <a:r>
                        <a:rPr lang="ko-KR" altLang="en-US" sz="900" b="0" i="0" u="none" strike="noStrike" dirty="0">
                          <a:solidFill>
                            <a:srgbClr val="000000"/>
                          </a:solidFill>
                          <a:effectLst/>
                          <a:latin typeface="+mn-lt"/>
                        </a:rPr>
                        <a:t>조건부</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고정 배송비</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변동 배송비</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구간별 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17744534"/>
                  </a:ext>
                </a:extLst>
              </a:tr>
              <a:tr h="0">
                <a:tc vMerge="1">
                  <a:txBody>
                    <a:bodyPr/>
                    <a:lstStyle/>
                    <a:p>
                      <a:pPr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lang="ko-KR" altLang="en-US" sz="900" b="0" i="0" u="none" strike="noStrike" dirty="0">
                          <a:solidFill>
                            <a:srgbClr val="000000"/>
                          </a:solidFill>
                          <a:effectLst/>
                          <a:latin typeface="+mn-lt"/>
                        </a:rPr>
                        <a:t>구매 금액에 상관없이                              원을 고정적으로 부과</a:t>
                      </a: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59347248"/>
                  </a:ext>
                </a:extLst>
              </a:tr>
              <a:tr h="0">
                <a:tc>
                  <a:txBody>
                    <a:bodyPr/>
                    <a:lstStyle/>
                    <a:p>
                      <a:pPr latinLnBrk="1"/>
                      <a:r>
                        <a:rPr lang="ko-KR" altLang="en-US" sz="900" b="0" dirty="0">
                          <a:solidFill>
                            <a:schemeClr val="tx1"/>
                          </a:solidFill>
                        </a:rPr>
                        <a:t>배송비 결제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a:t>
                      </a:r>
                      <a:r>
                        <a:rPr lang="ko-KR" altLang="en-US" sz="900" b="0" i="0" u="none" strike="noStrike" dirty="0" err="1">
                          <a:solidFill>
                            <a:srgbClr val="000000"/>
                          </a:solidFill>
                          <a:effectLst/>
                          <a:latin typeface="+mn-lt"/>
                        </a:rPr>
                        <a:t>선결제</a:t>
                      </a:r>
                      <a:r>
                        <a:rPr lang="ko-KR" altLang="en-US" sz="900" b="0" i="0" u="none" strike="noStrike" dirty="0">
                          <a:solidFill>
                            <a:srgbClr val="000000"/>
                          </a:solidFill>
                          <a:effectLst/>
                          <a:latin typeface="+mn-lt"/>
                        </a:rPr>
                        <a:t>        ○ 착불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928728226"/>
                  </a:ext>
                </a:extLst>
              </a:tr>
              <a:tr h="0">
                <a:tc>
                  <a:txBody>
                    <a:bodyPr/>
                    <a:lstStyle/>
                    <a:p>
                      <a:pPr latinLnBrk="1"/>
                      <a:r>
                        <a:rPr lang="ko-KR" altLang="en-US" sz="900" b="0" dirty="0">
                          <a:solidFill>
                            <a:schemeClr val="tx1"/>
                          </a:solidFill>
                        </a:rPr>
                        <a:t>지역별 배송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제주 지역          ● 배송함   ○ </a:t>
                      </a:r>
                      <a:r>
                        <a:rPr lang="ko-KR" altLang="en-US" sz="900" b="0" i="0" u="none" strike="noStrike" dirty="0" err="1">
                          <a:solidFill>
                            <a:srgbClr val="000000"/>
                          </a:solidFill>
                          <a:effectLst/>
                          <a:latin typeface="+mn-lt"/>
                        </a:rPr>
                        <a:t>배송안함</a:t>
                      </a:r>
                      <a:r>
                        <a:rPr lang="ko-KR" altLang="en-US" sz="900" b="0" i="0" u="none" strike="noStrike" dirty="0">
                          <a:solidFill>
                            <a:srgbClr val="000000"/>
                          </a:solidFill>
                          <a:effectLst/>
                          <a:latin typeface="+mn-lt"/>
                        </a:rPr>
                        <a:t> </a:t>
                      </a: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도서산간 지역    ● 배송함   ○ </a:t>
                      </a:r>
                      <a:r>
                        <a:rPr lang="ko-KR" altLang="en-US" sz="900" b="0" i="0" u="none" strike="noStrike" dirty="0" err="1">
                          <a:solidFill>
                            <a:srgbClr val="000000"/>
                          </a:solidFill>
                          <a:effectLst/>
                          <a:latin typeface="+mn-lt"/>
                        </a:rPr>
                        <a:t>배송안함</a:t>
                      </a:r>
                      <a:endParaRPr lang="en-US" altLang="ko-KR"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19695819"/>
                  </a:ext>
                </a:extLst>
              </a:tr>
              <a:tr h="0">
                <a:tc>
                  <a:txBody>
                    <a:bodyPr/>
                    <a:lstStyle/>
                    <a:p>
                      <a:pPr latinLnBrk="1"/>
                      <a:r>
                        <a:rPr lang="ko-KR" altLang="en-US" sz="900" b="0" dirty="0">
                          <a:solidFill>
                            <a:schemeClr val="tx1"/>
                          </a:solidFill>
                        </a:rPr>
                        <a:t>지역별 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a:t>
                      </a:r>
                      <a:r>
                        <a:rPr lang="ko-KR" altLang="en-US" sz="900" b="0" i="0" u="none" strike="noStrike" dirty="0" err="1">
                          <a:solidFill>
                            <a:srgbClr val="000000"/>
                          </a:solidFill>
                          <a:effectLst/>
                          <a:latin typeface="+mn-lt"/>
                        </a:rPr>
                        <a:t>사용안함</a:t>
                      </a:r>
                      <a:r>
                        <a:rPr lang="ko-KR" altLang="en-US" sz="900" b="0" i="0" u="none" strike="noStrike" dirty="0">
                          <a:solidFill>
                            <a:srgbClr val="000000"/>
                          </a:solidFill>
                          <a:effectLst/>
                          <a:latin typeface="+mn-lt"/>
                        </a:rPr>
                        <a:t> </a:t>
                      </a:r>
                      <a:r>
                        <a:rPr lang="ko-KR" altLang="en-US" sz="900" b="0" i="0" u="none" strike="noStrike" dirty="0">
                          <a:solidFill>
                            <a:schemeClr val="bg1">
                              <a:lumMod val="50000"/>
                            </a:schemeClr>
                          </a:solidFill>
                          <a:effectLst/>
                          <a:latin typeface="+mn-lt"/>
                        </a:rPr>
                        <a:t>ⓘ</a:t>
                      </a:r>
                      <a:r>
                        <a:rPr lang="ko-KR" altLang="en-US" sz="900" b="0" i="0" u="none" strike="noStrike" dirty="0">
                          <a:solidFill>
                            <a:srgbClr val="000000"/>
                          </a:solidFill>
                          <a:effectLst/>
                          <a:latin typeface="+mn-lt"/>
                        </a:rPr>
                        <a:t>     ○ 배송권역 방식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59286478"/>
                  </a:ext>
                </a:extLst>
              </a:tr>
            </a:tbl>
          </a:graphicData>
        </a:graphic>
      </p:graphicFrame>
      <p:sp>
        <p:nvSpPr>
          <p:cNvPr id="3" name="직사각형 2">
            <a:extLst>
              <a:ext uri="{FF2B5EF4-FFF2-40B4-BE49-F238E27FC236}">
                <a16:creationId xmlns:a16="http://schemas.microsoft.com/office/drawing/2014/main" id="{AA3FD4E5-DD3F-4AD0-8194-94E484A298B5}"/>
              </a:ext>
            </a:extLst>
          </p:cNvPr>
          <p:cNvSpPr/>
          <p:nvPr/>
        </p:nvSpPr>
        <p:spPr>
          <a:xfrm>
            <a:off x="1734514" y="2191846"/>
            <a:ext cx="693212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5" name="직사각형 4">
            <a:extLst>
              <a:ext uri="{FF2B5EF4-FFF2-40B4-BE49-F238E27FC236}">
                <a16:creationId xmlns:a16="http://schemas.microsoft.com/office/drawing/2014/main" id="{E40867FE-8C1B-4EBC-89F9-8B83E7ED604F}"/>
              </a:ext>
            </a:extLst>
          </p:cNvPr>
          <p:cNvSpPr/>
          <p:nvPr/>
        </p:nvSpPr>
        <p:spPr>
          <a:xfrm>
            <a:off x="1734514" y="2414187"/>
            <a:ext cx="2741952"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자체배송                                                      ▼</a:t>
            </a:r>
            <a:endParaRPr lang="en-US" altLang="ko-KR" sz="800" dirty="0">
              <a:solidFill>
                <a:schemeClr val="tx1">
                  <a:lumMod val="50000"/>
                  <a:lumOff val="50000"/>
                </a:schemeClr>
              </a:solidFill>
            </a:endParaRPr>
          </a:p>
        </p:txBody>
      </p:sp>
      <p:sp>
        <p:nvSpPr>
          <p:cNvPr id="31" name="직사각형 30">
            <a:extLst>
              <a:ext uri="{FF2B5EF4-FFF2-40B4-BE49-F238E27FC236}">
                <a16:creationId xmlns:a16="http://schemas.microsoft.com/office/drawing/2014/main" id="{85A03CA7-A815-45C1-B211-31DFA3175F9F}"/>
              </a:ext>
            </a:extLst>
          </p:cNvPr>
          <p:cNvSpPr/>
          <p:nvPr/>
        </p:nvSpPr>
        <p:spPr>
          <a:xfrm>
            <a:off x="2918835" y="2933398"/>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3000</a:t>
            </a:r>
          </a:p>
        </p:txBody>
      </p:sp>
      <p:sp>
        <p:nvSpPr>
          <p:cNvPr id="8" name="직사각형 7">
            <a:extLst>
              <a:ext uri="{FF2B5EF4-FFF2-40B4-BE49-F238E27FC236}">
                <a16:creationId xmlns:a16="http://schemas.microsoft.com/office/drawing/2014/main" id="{1E9920DA-2380-440D-9F07-2ADC40DE27C2}"/>
              </a:ext>
            </a:extLst>
          </p:cNvPr>
          <p:cNvSpPr/>
          <p:nvPr/>
        </p:nvSpPr>
        <p:spPr>
          <a:xfrm>
            <a:off x="4103661" y="4662472"/>
            <a:ext cx="1157388"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배송비 등록</a:t>
            </a:r>
            <a:endParaRPr lang="en-US" altLang="ko-KR" sz="800" dirty="0">
              <a:solidFill>
                <a:schemeClr val="bg1"/>
              </a:solidFill>
            </a:endParaRPr>
          </a:p>
        </p:txBody>
      </p:sp>
      <p:grpSp>
        <p:nvGrpSpPr>
          <p:cNvPr id="9" name="Image">
            <a:extLst>
              <a:ext uri="{FF2B5EF4-FFF2-40B4-BE49-F238E27FC236}">
                <a16:creationId xmlns:a16="http://schemas.microsoft.com/office/drawing/2014/main" id="{BF8EEBF5-B10A-44AB-8D5E-006929E85EFB}"/>
              </a:ext>
            </a:extLst>
          </p:cNvPr>
          <p:cNvGrpSpPr>
            <a:grpSpLocks/>
          </p:cNvGrpSpPr>
          <p:nvPr/>
        </p:nvGrpSpPr>
        <p:grpSpPr bwMode="auto">
          <a:xfrm>
            <a:off x="8789158" y="1383911"/>
            <a:ext cx="204716" cy="209797"/>
            <a:chOff x="508000" y="1397000"/>
            <a:chExt cx="1008112" cy="1008112"/>
          </a:xfrm>
        </p:grpSpPr>
        <p:sp>
          <p:nvSpPr>
            <p:cNvPr id="10" name="Border">
              <a:extLst>
                <a:ext uri="{FF2B5EF4-FFF2-40B4-BE49-F238E27FC236}">
                  <a16:creationId xmlns:a16="http://schemas.microsoft.com/office/drawing/2014/main" id="{606E9C94-08FE-49B7-AAFA-903E724D8CC1}"/>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 name="Line 2">
              <a:extLst>
                <a:ext uri="{FF2B5EF4-FFF2-40B4-BE49-F238E27FC236}">
                  <a16:creationId xmlns:a16="http://schemas.microsoft.com/office/drawing/2014/main" id="{1744A8E0-9F98-4D2E-9DF6-BEB43C73D789}"/>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 name="Line 1">
              <a:extLst>
                <a:ext uri="{FF2B5EF4-FFF2-40B4-BE49-F238E27FC236}">
                  <a16:creationId xmlns:a16="http://schemas.microsoft.com/office/drawing/2014/main" id="{7F5C31AD-3DA1-452D-A3E7-96AD2324FE70}"/>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aphicFrame>
        <p:nvGraphicFramePr>
          <p:cNvPr id="13" name="표 12">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424017267"/>
              </p:ext>
            </p:extLst>
          </p:nvPr>
        </p:nvGraphicFramePr>
        <p:xfrm>
          <a:off x="10171774" y="22159"/>
          <a:ext cx="1979018" cy="19060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RF-02-12-01-3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배송비설정</a:t>
                      </a:r>
                      <a:r>
                        <a:rPr lang="ko-KR" altLang="en-US" sz="800" dirty="0"/>
                        <a:t>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t>배송비설정</a:t>
                      </a:r>
                      <a:r>
                        <a:rPr lang="ko-KR" altLang="en-US" sz="800" dirty="0"/>
                        <a:t> 목록 </a:t>
                      </a:r>
                      <a:r>
                        <a:rPr lang="en-US" altLang="ko-KR" sz="800" dirty="0"/>
                        <a:t>&gt; </a:t>
                      </a:r>
                      <a:r>
                        <a:rPr lang="ko-KR" altLang="en-US" sz="800" dirty="0" err="1"/>
                        <a:t>배송비</a:t>
                      </a:r>
                      <a:r>
                        <a:rPr lang="ko-KR" altLang="en-US" sz="800" dirty="0"/>
                        <a:t> 등록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고정 </a:t>
                      </a:r>
                      <a:r>
                        <a:rPr lang="ko-KR" altLang="en-US" sz="800" dirty="0" err="1"/>
                        <a:t>배송비</a:t>
                      </a:r>
                      <a:r>
                        <a:rPr lang="ko-KR" altLang="en-US" sz="800" dirty="0"/>
                        <a:t> 선택 시 출력되는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배송비</a:t>
                      </a:r>
                      <a:r>
                        <a:rPr lang="ko-KR" altLang="en-US" sz="800" b="0" dirty="0">
                          <a:solidFill>
                            <a:schemeClr val="tx1"/>
                          </a:solidFill>
                        </a:rPr>
                        <a:t> 유형 중 고정 </a:t>
                      </a:r>
                      <a:r>
                        <a:rPr lang="ko-KR" altLang="en-US" sz="800" b="0" dirty="0" err="1">
                          <a:solidFill>
                            <a:schemeClr val="tx1"/>
                          </a:solidFill>
                        </a:rPr>
                        <a:t>배송비를</a:t>
                      </a:r>
                      <a:r>
                        <a:rPr lang="ko-KR" altLang="en-US" sz="800" b="0" dirty="0">
                          <a:solidFill>
                            <a:schemeClr val="tx1"/>
                          </a:solidFill>
                        </a:rPr>
                        <a:t> 선택한 경우 고정 값을 입력할 수 있는 영역이 활성화된다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14" name="TextBox 13">
            <a:extLst>
              <a:ext uri="{FF2B5EF4-FFF2-40B4-BE49-F238E27FC236}">
                <a16:creationId xmlns:a16="http://schemas.microsoft.com/office/drawing/2014/main" id="{38F262C8-ACF8-4FC7-81DA-843C5AB289C5}"/>
              </a:ext>
            </a:extLst>
          </p:cNvPr>
          <p:cNvSpPr txBox="1"/>
          <p:nvPr/>
        </p:nvSpPr>
        <p:spPr>
          <a:xfrm>
            <a:off x="1462966" y="2804394"/>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1943607902"/>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5E8DBE22-BB54-464B-9A15-D934F1C16FE5}"/>
              </a:ext>
            </a:extLst>
          </p:cNvPr>
          <p:cNvSpPr/>
          <p:nvPr/>
        </p:nvSpPr>
        <p:spPr>
          <a:xfrm>
            <a:off x="401866" y="1309230"/>
            <a:ext cx="8673492" cy="5152126"/>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29" name="TextBox 28">
            <a:extLst>
              <a:ext uri="{FF2B5EF4-FFF2-40B4-BE49-F238E27FC236}">
                <a16:creationId xmlns:a16="http://schemas.microsoft.com/office/drawing/2014/main" id="{8248F226-CF6C-4C1A-9F3E-D3F4E4AD6192}"/>
              </a:ext>
            </a:extLst>
          </p:cNvPr>
          <p:cNvSpPr txBox="1"/>
          <p:nvPr/>
        </p:nvSpPr>
        <p:spPr>
          <a:xfrm>
            <a:off x="505653" y="1425567"/>
            <a:ext cx="95731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배송비 등록</a:t>
            </a:r>
            <a:endParaRPr lang="ko-KR" altLang="en-US" sz="900" dirty="0"/>
          </a:p>
        </p:txBody>
      </p:sp>
      <p:graphicFrame>
        <p:nvGraphicFramePr>
          <p:cNvPr id="32" name="표 31">
            <a:extLst>
              <a:ext uri="{FF2B5EF4-FFF2-40B4-BE49-F238E27FC236}">
                <a16:creationId xmlns:a16="http://schemas.microsoft.com/office/drawing/2014/main" id="{E28502CD-EFD6-40B3-9B3B-13D1DCCD473F}"/>
              </a:ext>
            </a:extLst>
          </p:cNvPr>
          <p:cNvGraphicFramePr>
            <a:graphicFrameLocks noGrp="1"/>
          </p:cNvGraphicFramePr>
          <p:nvPr>
            <p:extLst>
              <p:ext uri="{D42A27DB-BD31-4B8C-83A1-F6EECF244321}">
                <p14:modId xmlns:p14="http://schemas.microsoft.com/office/powerpoint/2010/main" val="468982464"/>
              </p:ext>
            </p:extLst>
          </p:nvPr>
        </p:nvGraphicFramePr>
        <p:xfrm>
          <a:off x="575553" y="1709374"/>
          <a:ext cx="8213605" cy="3924554"/>
        </p:xfrm>
        <a:graphic>
          <a:graphicData uri="http://schemas.openxmlformats.org/drawingml/2006/table">
            <a:tbl>
              <a:tblPr firstRow="1" bandRow="1">
                <a:tableStyleId>{5C22544A-7EE6-4342-B048-85BDC9FD1C3A}</a:tableStyleId>
              </a:tblPr>
              <a:tblGrid>
                <a:gridCol w="1065236">
                  <a:extLst>
                    <a:ext uri="{9D8B030D-6E8A-4147-A177-3AD203B41FA5}">
                      <a16:colId xmlns:a16="http://schemas.microsoft.com/office/drawing/2014/main" val="20000"/>
                    </a:ext>
                  </a:extLst>
                </a:gridCol>
                <a:gridCol w="7148369">
                  <a:extLst>
                    <a:ext uri="{9D8B030D-6E8A-4147-A177-3AD203B41FA5}">
                      <a16:colId xmlns:a16="http://schemas.microsoft.com/office/drawing/2014/main" val="20001"/>
                    </a:ext>
                  </a:extLst>
                </a:gridCol>
              </a:tblGrid>
              <a:tr h="0">
                <a:tc>
                  <a:txBody>
                    <a:bodyPr/>
                    <a:lstStyle/>
                    <a:p>
                      <a:pPr latinLnBrk="1"/>
                      <a:r>
                        <a:rPr lang="ko-KR" altLang="en-US" sz="900" b="0" dirty="0">
                          <a:solidFill>
                            <a:schemeClr val="tx1"/>
                          </a:solidFill>
                        </a:rPr>
                        <a:t>배송구분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사용자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0991833"/>
                  </a:ext>
                </a:extLst>
              </a:tr>
              <a:tr h="0">
                <a:tc>
                  <a:txBody>
                    <a:bodyPr/>
                    <a:lstStyle/>
                    <a:p>
                      <a:pPr latinLnBrk="1"/>
                      <a:r>
                        <a:rPr lang="ko-KR" altLang="en-US" sz="900" b="0" dirty="0">
                          <a:solidFill>
                            <a:schemeClr val="tx1"/>
                          </a:solidFill>
                        </a:rPr>
                        <a:t>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사용     ○ 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543731296"/>
                  </a:ext>
                </a:extLst>
              </a:tr>
              <a:tr h="0">
                <a:tc>
                  <a:txBody>
                    <a:bodyPr/>
                    <a:lstStyle/>
                    <a:p>
                      <a:pPr latinLnBrk="1"/>
                      <a:r>
                        <a:rPr lang="ko-KR" altLang="en-US" sz="900" b="0" dirty="0">
                          <a:solidFill>
                            <a:schemeClr val="tx1"/>
                          </a:solidFill>
                        </a:rPr>
                        <a:t>배송비 명칭 </a:t>
                      </a:r>
                      <a:r>
                        <a:rPr lang="en-US" altLang="ko-KR" sz="900" b="1" dirty="0">
                          <a:solidFill>
                            <a:srgbClr val="FF0000"/>
                          </a:solidFill>
                        </a:rPr>
                        <a:t>*</a:t>
                      </a:r>
                      <a:endParaRPr lang="ko-KR" altLang="en-US" sz="900" b="1" dirty="0">
                        <a:solidFill>
                          <a:srgbClr val="FF0000"/>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900" b="0" dirty="0" err="1">
                          <a:solidFill>
                            <a:schemeClr val="tx1"/>
                          </a:solidFill>
                        </a:rPr>
                        <a:t>지정택배사</a:t>
                      </a:r>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3440615"/>
                  </a:ext>
                </a:extLst>
              </a:tr>
              <a:tr h="0">
                <a:tc rowSpan="2">
                  <a:txBody>
                    <a:bodyPr/>
                    <a:lstStyle/>
                    <a:p>
                      <a:pPr latinLnBrk="1"/>
                      <a:r>
                        <a:rPr lang="ko-KR" altLang="en-US" sz="900" b="0" dirty="0">
                          <a:solidFill>
                            <a:schemeClr val="tx1"/>
                          </a:solidFill>
                        </a:rPr>
                        <a:t>배송비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무료배송     ○ 무료배송 </a:t>
                      </a:r>
                      <a:r>
                        <a:rPr lang="en-US" altLang="ko-KR" sz="900" b="0" i="0" u="none" strike="noStrike" dirty="0">
                          <a:solidFill>
                            <a:srgbClr val="000000"/>
                          </a:solidFill>
                          <a:effectLst/>
                          <a:latin typeface="+mn-lt"/>
                        </a:rPr>
                        <a:t>(</a:t>
                      </a:r>
                      <a:r>
                        <a:rPr lang="ko-KR" altLang="en-US" sz="900" b="0" i="0" u="none" strike="noStrike" dirty="0">
                          <a:solidFill>
                            <a:srgbClr val="000000"/>
                          </a:solidFill>
                          <a:effectLst/>
                          <a:latin typeface="+mn-lt"/>
                        </a:rPr>
                        <a:t>조건부</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고정 배송비</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변동 배송비</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구간별 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17744534"/>
                  </a:ext>
                </a:extLst>
              </a:tr>
              <a:tr h="0">
                <a:tc vMerge="1">
                  <a:txBody>
                    <a:bodyPr/>
                    <a:lstStyle/>
                    <a:p>
                      <a:pPr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lang="ko-KR" altLang="en-US" sz="900" b="0" i="0" u="none" strike="noStrike" dirty="0">
                          <a:solidFill>
                            <a:srgbClr val="000000"/>
                          </a:solidFill>
                          <a:effectLst/>
                          <a:latin typeface="+mn-lt"/>
                        </a:rPr>
                        <a:t>기본배송비                              원   </a:t>
                      </a:r>
                      <a:r>
                        <a:rPr lang="ko-KR" altLang="en-US" sz="800" b="0" i="0" u="none" strike="noStrike" dirty="0">
                          <a:solidFill>
                            <a:schemeClr val="bg1">
                              <a:lumMod val="50000"/>
                            </a:schemeClr>
                          </a:solidFill>
                          <a:effectLst/>
                          <a:latin typeface="+mn-lt"/>
                        </a:rPr>
                        <a:t>ⓘ</a:t>
                      </a:r>
                      <a:r>
                        <a:rPr lang="en-US" altLang="ko-KR" sz="800" b="0" i="0" u="none" strike="noStrike" dirty="0">
                          <a:solidFill>
                            <a:schemeClr val="bg1">
                              <a:lumMod val="50000"/>
                            </a:schemeClr>
                          </a:solidFill>
                          <a:effectLst/>
                          <a:latin typeface="+mn-lt"/>
                        </a:rPr>
                        <a:t> </a:t>
                      </a:r>
                      <a:r>
                        <a:rPr lang="ko-KR" altLang="en-US" sz="800" b="0" i="0" u="none" strike="noStrike" dirty="0">
                          <a:solidFill>
                            <a:schemeClr val="bg1">
                              <a:lumMod val="50000"/>
                            </a:schemeClr>
                          </a:solidFill>
                          <a:effectLst/>
                          <a:latin typeface="+mn-lt"/>
                        </a:rPr>
                        <a:t>기본배송비가 </a:t>
                      </a:r>
                      <a:r>
                        <a:rPr lang="en-US" altLang="ko-KR" sz="800" b="0" i="0" u="none" strike="noStrike" dirty="0">
                          <a:solidFill>
                            <a:schemeClr val="bg1">
                              <a:lumMod val="50000"/>
                            </a:schemeClr>
                          </a:solidFill>
                          <a:effectLst/>
                          <a:latin typeface="+mn-lt"/>
                        </a:rPr>
                        <a:t>0 </a:t>
                      </a:r>
                      <a:r>
                        <a:rPr lang="ko-KR" altLang="en-US" sz="800" b="0" i="0" u="none" strike="noStrike" dirty="0">
                          <a:solidFill>
                            <a:schemeClr val="bg1">
                              <a:lumMod val="50000"/>
                            </a:schemeClr>
                          </a:solidFill>
                          <a:effectLst/>
                          <a:latin typeface="+mn-lt"/>
                        </a:rPr>
                        <a:t>일 경우 반복 부과 금액만 계산됩니다</a:t>
                      </a:r>
                      <a:r>
                        <a:rPr lang="en-US" altLang="ko-KR" sz="800" b="0" i="0" u="none" strike="noStrike" dirty="0">
                          <a:solidFill>
                            <a:schemeClr val="bg1">
                              <a:lumMod val="50000"/>
                            </a:schemeClr>
                          </a:solidFill>
                          <a:effectLst/>
                          <a:latin typeface="+mn-lt"/>
                        </a:rPr>
                        <a:t>.</a:t>
                      </a:r>
                    </a:p>
                    <a:p>
                      <a:pPr marL="0" marR="0" lvl="0" indent="0" algn="l" defTabSz="914400" rtl="0" eaLnBrk="1" fontAlgn="auto" latinLnBrk="1" hangingPunct="1">
                        <a:lnSpc>
                          <a:spcPct val="150000"/>
                        </a:lnSpc>
                        <a:spcBef>
                          <a:spcPts val="0"/>
                        </a:spcBef>
                        <a:spcAft>
                          <a:spcPts val="0"/>
                        </a:spcAft>
                        <a:buClrTx/>
                        <a:buSzTx/>
                        <a:buFontTx/>
                        <a:buNone/>
                        <a:tabLst/>
                        <a:defRPr/>
                      </a:pPr>
                      <a:r>
                        <a:rPr lang="ko-KR" altLang="en-US" sz="900" b="0" i="0" u="none" strike="noStrike" dirty="0">
                          <a:solidFill>
                            <a:srgbClr val="000000"/>
                          </a:solidFill>
                          <a:effectLst/>
                          <a:latin typeface="+mn-lt"/>
                        </a:rPr>
                        <a:t>● 조건 </a:t>
                      </a:r>
                      <a:r>
                        <a:rPr lang="en-US" altLang="ko-KR" sz="900" b="0" i="0" u="none" strike="noStrike" dirty="0">
                          <a:solidFill>
                            <a:srgbClr val="000000"/>
                          </a:solidFill>
                          <a:effectLst/>
                          <a:latin typeface="+mn-lt"/>
                        </a:rPr>
                        <a:t>1                                </a:t>
                      </a:r>
                      <a:r>
                        <a:rPr lang="ko-KR" altLang="en-US" sz="900" b="0" i="0" u="none" strike="noStrike" dirty="0">
                          <a:solidFill>
                            <a:srgbClr val="000000"/>
                          </a:solidFill>
                          <a:effectLst/>
                          <a:latin typeface="+mn-lt"/>
                        </a:rPr>
                        <a:t>개 마다 기본 배송비에                               원 반복 부과  </a:t>
                      </a:r>
                      <a:r>
                        <a:rPr lang="ko-KR" altLang="en-US" sz="900" b="1" i="0" u="none" strike="noStrike" dirty="0">
                          <a:solidFill>
                            <a:srgbClr val="000000"/>
                          </a:solidFill>
                          <a:effectLst/>
                          <a:latin typeface="+mn-lt"/>
                        </a:rPr>
                        <a:t>ⓘ </a:t>
                      </a:r>
                      <a:endParaRPr lang="en-US" altLang="ko-KR" sz="900" b="1"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1" i="0" u="none" strike="noStrike" dirty="0">
                          <a:solidFill>
                            <a:srgbClr val="000000"/>
                          </a:solidFill>
                          <a:effectLst/>
                          <a:latin typeface="+mn-lt"/>
                        </a:rPr>
                        <a:t>                </a:t>
                      </a:r>
                      <a:r>
                        <a:rPr lang="ko-KR" altLang="en-US" sz="900" b="1" i="0" u="none" strike="noStrike" dirty="0">
                          <a:solidFill>
                            <a:srgbClr val="000000"/>
                          </a:solidFill>
                          <a:effectLst/>
                          <a:latin typeface="+mn-lt"/>
                        </a:rPr>
                        <a:t>□ </a:t>
                      </a:r>
                      <a:r>
                        <a:rPr lang="ko-KR" altLang="en-US" sz="900" b="0" i="0" u="none" strike="noStrike" dirty="0">
                          <a:solidFill>
                            <a:srgbClr val="000000"/>
                          </a:solidFill>
                          <a:effectLst/>
                          <a:latin typeface="+mn-lt"/>
                        </a:rPr>
                        <a:t>반복 부과 기준을 </a:t>
                      </a:r>
                      <a:r>
                        <a:rPr lang="en-US" altLang="ko-KR" sz="900" b="0" i="0" u="none" strike="noStrike" dirty="0">
                          <a:solidFill>
                            <a:srgbClr val="000000"/>
                          </a:solidFill>
                          <a:effectLst/>
                          <a:latin typeface="+mn-lt"/>
                        </a:rPr>
                        <a:t>1</a:t>
                      </a:r>
                      <a:r>
                        <a:rPr lang="ko-KR" altLang="en-US" sz="900" b="0" i="0" u="none" strike="noStrike" dirty="0">
                          <a:solidFill>
                            <a:srgbClr val="000000"/>
                          </a:solidFill>
                          <a:effectLst/>
                          <a:latin typeface="+mn-lt"/>
                        </a:rPr>
                        <a:t>부터 시작  ⓘ</a:t>
                      </a: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ko-KR" altLang="en-US" sz="900" b="0" i="0" u="none" strike="noStrike" dirty="0">
                          <a:solidFill>
                            <a:srgbClr val="000000"/>
                          </a:solidFill>
                          <a:effectLst/>
                          <a:latin typeface="+mn-lt"/>
                        </a:rPr>
                        <a:t>○ 조건 </a:t>
                      </a:r>
                      <a:r>
                        <a:rPr lang="en-US" altLang="ko-KR" sz="900" b="0" i="0" u="none" strike="noStrike" dirty="0">
                          <a:solidFill>
                            <a:srgbClr val="000000"/>
                          </a:solidFill>
                          <a:effectLst/>
                          <a:latin typeface="+mn-lt"/>
                        </a:rPr>
                        <a:t>2                                </a:t>
                      </a:r>
                      <a:r>
                        <a:rPr lang="ko-KR" altLang="en-US" sz="900" b="0" i="0" u="none" strike="noStrike" dirty="0">
                          <a:solidFill>
                            <a:srgbClr val="000000"/>
                          </a:solidFill>
                          <a:effectLst/>
                          <a:latin typeface="+mn-lt"/>
                        </a:rPr>
                        <a:t>원 마다 기본 배송비에                               원 반복 부과  </a:t>
                      </a:r>
                      <a:r>
                        <a:rPr lang="ko-KR" altLang="en-US" sz="900" b="1" i="0" u="none" strike="noStrike" dirty="0">
                          <a:solidFill>
                            <a:srgbClr val="000000"/>
                          </a:solidFill>
                          <a:effectLst/>
                          <a:latin typeface="+mn-lt"/>
                        </a:rPr>
                        <a:t>ⓘ </a:t>
                      </a:r>
                      <a:endParaRPr lang="en-US" altLang="ko-KR" sz="900" b="1"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ko-KR" altLang="en-US" sz="900" b="0" i="0" u="none" strike="noStrike" dirty="0">
                          <a:solidFill>
                            <a:srgbClr val="000000"/>
                          </a:solidFill>
                          <a:effectLst/>
                          <a:latin typeface="+mn-lt"/>
                        </a:rPr>
                        <a:t>□ 지역별 배송비를 동일한 조건으로 반복 부과  ⓘ</a:t>
                      </a: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800" b="0" i="0" u="none" strike="noStrike" dirty="0">
                          <a:solidFill>
                            <a:schemeClr val="tx1">
                              <a:lumMod val="50000"/>
                              <a:lumOff val="50000"/>
                            </a:schemeClr>
                          </a:solidFill>
                          <a:effectLst/>
                          <a:latin typeface="+mn-lt"/>
                        </a:rPr>
                        <a:t>- </a:t>
                      </a:r>
                      <a:r>
                        <a:rPr lang="ko-KR" altLang="en-US" sz="800" b="0" i="0" u="none" strike="noStrike" dirty="0">
                          <a:solidFill>
                            <a:schemeClr val="tx1">
                              <a:lumMod val="50000"/>
                              <a:lumOff val="50000"/>
                            </a:schemeClr>
                          </a:solidFill>
                          <a:effectLst/>
                          <a:latin typeface="+mn-lt"/>
                        </a:rPr>
                        <a:t>반복해서 부과되는 금액은 기본 배송비와 합산됩니다</a:t>
                      </a:r>
                      <a:r>
                        <a:rPr lang="en-US" altLang="ko-KR" sz="800" b="0" i="0" u="none" strike="noStrike" dirty="0">
                          <a:solidFill>
                            <a:schemeClr val="tx1">
                              <a:lumMod val="50000"/>
                              <a:lumOff val="50000"/>
                            </a:schemeClr>
                          </a:solidFill>
                          <a:effectLst/>
                          <a:latin typeface="+mn-lt"/>
                        </a:rPr>
                        <a:t>.</a:t>
                      </a:r>
                      <a:br>
                        <a:rPr lang="en-US" altLang="ko-KR" sz="800" b="0" i="0" u="none" strike="noStrike" dirty="0">
                          <a:solidFill>
                            <a:schemeClr val="tx1">
                              <a:lumMod val="50000"/>
                              <a:lumOff val="50000"/>
                            </a:schemeClr>
                          </a:solidFill>
                          <a:effectLst/>
                          <a:latin typeface="+mn-lt"/>
                        </a:rPr>
                      </a:br>
                      <a:r>
                        <a:rPr lang="en-US" altLang="ko-KR" sz="800" b="0" i="0" u="none" strike="noStrike" dirty="0">
                          <a:solidFill>
                            <a:schemeClr val="tx1">
                              <a:lumMod val="50000"/>
                              <a:lumOff val="50000"/>
                            </a:schemeClr>
                          </a:solidFill>
                          <a:effectLst/>
                          <a:latin typeface="+mn-lt"/>
                        </a:rPr>
                        <a:t>- </a:t>
                      </a:r>
                      <a:r>
                        <a:rPr lang="ko-KR" altLang="en-US" sz="800" b="0" i="0" u="none" strike="noStrike" dirty="0">
                          <a:solidFill>
                            <a:schemeClr val="tx1">
                              <a:lumMod val="50000"/>
                              <a:lumOff val="50000"/>
                            </a:schemeClr>
                          </a:solidFill>
                          <a:effectLst/>
                          <a:latin typeface="+mn-lt"/>
                        </a:rPr>
                        <a:t>지역별 배송비는 기본 </a:t>
                      </a:r>
                      <a:r>
                        <a:rPr lang="en-US" altLang="ko-KR" sz="800" b="0" i="0" u="none" strike="noStrike" dirty="0">
                          <a:solidFill>
                            <a:schemeClr val="tx1">
                              <a:lumMod val="50000"/>
                              <a:lumOff val="50000"/>
                            </a:schemeClr>
                          </a:solidFill>
                          <a:effectLst/>
                          <a:latin typeface="+mn-lt"/>
                        </a:rPr>
                        <a:t>1</a:t>
                      </a:r>
                      <a:r>
                        <a:rPr lang="ko-KR" altLang="en-US" sz="800" b="0" i="0" u="none" strike="noStrike" dirty="0">
                          <a:solidFill>
                            <a:schemeClr val="tx1">
                              <a:lumMod val="50000"/>
                              <a:lumOff val="50000"/>
                            </a:schemeClr>
                          </a:solidFill>
                          <a:effectLst/>
                          <a:latin typeface="+mn-lt"/>
                        </a:rPr>
                        <a:t>회 자동 부과되며 이후 반복 조건에 따라 부과됩니다</a:t>
                      </a:r>
                      <a:r>
                        <a:rPr lang="en-US" altLang="ko-KR" sz="800" b="0" i="0" u="none" strike="noStrike" dirty="0">
                          <a:solidFill>
                            <a:schemeClr val="tx1">
                              <a:lumMod val="50000"/>
                              <a:lumOff val="50000"/>
                            </a:schemeClr>
                          </a:solidFill>
                          <a:effectLst/>
                          <a:latin typeface="+mn-lt"/>
                        </a:rPr>
                        <a:t>.</a:t>
                      </a:r>
                      <a:br>
                        <a:rPr lang="en-US" altLang="ko-KR" sz="800" b="0" i="0" u="none" strike="noStrike" dirty="0">
                          <a:solidFill>
                            <a:schemeClr val="tx1">
                              <a:lumMod val="50000"/>
                              <a:lumOff val="50000"/>
                            </a:schemeClr>
                          </a:solidFill>
                          <a:effectLst/>
                          <a:latin typeface="+mn-lt"/>
                        </a:rPr>
                      </a:br>
                      <a:r>
                        <a:rPr lang="en-US" altLang="ko-KR" sz="800" b="0" i="0" u="none" strike="noStrike" dirty="0">
                          <a:solidFill>
                            <a:schemeClr val="tx1">
                              <a:lumMod val="50000"/>
                              <a:lumOff val="50000"/>
                            </a:schemeClr>
                          </a:solidFill>
                          <a:effectLst/>
                          <a:latin typeface="+mn-lt"/>
                        </a:rPr>
                        <a:t>- </a:t>
                      </a:r>
                      <a:r>
                        <a:rPr lang="ko-KR" altLang="en-US" sz="800" b="0" i="0" u="none" strike="noStrike" dirty="0">
                          <a:solidFill>
                            <a:schemeClr val="tx1">
                              <a:lumMod val="50000"/>
                              <a:lumOff val="50000"/>
                            </a:schemeClr>
                          </a:solidFill>
                          <a:effectLst/>
                          <a:latin typeface="+mn-lt"/>
                        </a:rPr>
                        <a:t>기본배송비를 </a:t>
                      </a:r>
                      <a:r>
                        <a:rPr lang="en-US" altLang="ko-KR" sz="800" b="0" i="0" u="none" strike="noStrike" dirty="0">
                          <a:solidFill>
                            <a:schemeClr val="tx1">
                              <a:lumMod val="50000"/>
                              <a:lumOff val="50000"/>
                            </a:schemeClr>
                          </a:solidFill>
                          <a:effectLst/>
                          <a:latin typeface="+mn-lt"/>
                        </a:rPr>
                        <a:t>0</a:t>
                      </a:r>
                      <a:r>
                        <a:rPr lang="ko-KR" altLang="en-US" sz="800" b="0" i="0" u="none" strike="noStrike" dirty="0">
                          <a:solidFill>
                            <a:schemeClr val="tx1">
                              <a:lumMod val="50000"/>
                              <a:lumOff val="50000"/>
                            </a:schemeClr>
                          </a:solidFill>
                          <a:effectLst/>
                          <a:latin typeface="+mn-lt"/>
                        </a:rPr>
                        <a:t>원으로 입력할 경우 설정하신 조건에 따라 반복 부과 금액만 처리됩니다</a:t>
                      </a:r>
                      <a:r>
                        <a:rPr lang="en-US" altLang="ko-KR" sz="800" b="0" i="0" u="none" strike="noStrike" dirty="0">
                          <a:solidFill>
                            <a:schemeClr val="tx1">
                              <a:lumMod val="50000"/>
                              <a:lumOff val="50000"/>
                            </a:schemeClr>
                          </a:solidFill>
                          <a:effectLst/>
                          <a:latin typeface="+mn-lt"/>
                        </a:rPr>
                        <a:t>.</a:t>
                      </a:r>
                    </a:p>
                    <a:p>
                      <a:pPr marL="0" marR="0" lvl="0" indent="0" algn="l" defTabSz="914400" rtl="0" eaLnBrk="1" fontAlgn="auto" latinLnBrk="1" hangingPunct="1">
                        <a:lnSpc>
                          <a:spcPct val="15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59347248"/>
                  </a:ext>
                </a:extLst>
              </a:tr>
              <a:tr h="0">
                <a:tc>
                  <a:txBody>
                    <a:bodyPr/>
                    <a:lstStyle/>
                    <a:p>
                      <a:pPr latinLnBrk="1"/>
                      <a:r>
                        <a:rPr lang="ko-KR" altLang="en-US" sz="900" b="0" dirty="0">
                          <a:solidFill>
                            <a:schemeClr val="tx1"/>
                          </a:solidFill>
                        </a:rPr>
                        <a:t>배송비 결제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a:t>
                      </a:r>
                      <a:r>
                        <a:rPr lang="ko-KR" altLang="en-US" sz="900" b="0" i="0" u="none" strike="noStrike" dirty="0" err="1">
                          <a:solidFill>
                            <a:srgbClr val="000000"/>
                          </a:solidFill>
                          <a:effectLst/>
                          <a:latin typeface="+mn-lt"/>
                        </a:rPr>
                        <a:t>선결제</a:t>
                      </a:r>
                      <a:r>
                        <a:rPr lang="ko-KR" altLang="en-US" sz="900" b="0" i="0" u="none" strike="noStrike" dirty="0">
                          <a:solidFill>
                            <a:srgbClr val="000000"/>
                          </a:solidFill>
                          <a:effectLst/>
                          <a:latin typeface="+mn-lt"/>
                        </a:rPr>
                        <a:t>        ○ 착불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928728226"/>
                  </a:ext>
                </a:extLst>
              </a:tr>
              <a:tr h="0">
                <a:tc>
                  <a:txBody>
                    <a:bodyPr/>
                    <a:lstStyle/>
                    <a:p>
                      <a:pPr latinLnBrk="1"/>
                      <a:r>
                        <a:rPr lang="ko-KR" altLang="en-US" sz="900" b="0" dirty="0">
                          <a:solidFill>
                            <a:schemeClr val="tx1"/>
                          </a:solidFill>
                        </a:rPr>
                        <a:t>지역별 배송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제주 지역          ● 배송함   ○ </a:t>
                      </a:r>
                      <a:r>
                        <a:rPr lang="ko-KR" altLang="en-US" sz="900" b="0" i="0" u="none" strike="noStrike" dirty="0" err="1">
                          <a:solidFill>
                            <a:srgbClr val="000000"/>
                          </a:solidFill>
                          <a:effectLst/>
                          <a:latin typeface="+mn-lt"/>
                        </a:rPr>
                        <a:t>배송안함</a:t>
                      </a:r>
                      <a:r>
                        <a:rPr lang="ko-KR" altLang="en-US" sz="900" b="0" i="0" u="none" strike="noStrike" dirty="0">
                          <a:solidFill>
                            <a:srgbClr val="000000"/>
                          </a:solidFill>
                          <a:effectLst/>
                          <a:latin typeface="+mn-lt"/>
                        </a:rPr>
                        <a:t> </a:t>
                      </a: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도서산간 지역    ● 배송함   ○ </a:t>
                      </a:r>
                      <a:r>
                        <a:rPr lang="ko-KR" altLang="en-US" sz="900" b="0" i="0" u="none" strike="noStrike" dirty="0" err="1">
                          <a:solidFill>
                            <a:srgbClr val="000000"/>
                          </a:solidFill>
                          <a:effectLst/>
                          <a:latin typeface="+mn-lt"/>
                        </a:rPr>
                        <a:t>배송안함</a:t>
                      </a:r>
                      <a:endParaRPr lang="en-US" altLang="ko-KR"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19695819"/>
                  </a:ext>
                </a:extLst>
              </a:tr>
              <a:tr h="0">
                <a:tc>
                  <a:txBody>
                    <a:bodyPr/>
                    <a:lstStyle/>
                    <a:p>
                      <a:pPr latinLnBrk="1"/>
                      <a:r>
                        <a:rPr lang="ko-KR" altLang="en-US" sz="900" b="0" dirty="0">
                          <a:solidFill>
                            <a:schemeClr val="tx1"/>
                          </a:solidFill>
                        </a:rPr>
                        <a:t>지역별 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a:t>
                      </a:r>
                      <a:r>
                        <a:rPr lang="ko-KR" altLang="en-US" sz="900" b="0" i="0" u="none" strike="noStrike" dirty="0" err="1">
                          <a:solidFill>
                            <a:srgbClr val="000000"/>
                          </a:solidFill>
                          <a:effectLst/>
                          <a:latin typeface="+mn-lt"/>
                        </a:rPr>
                        <a:t>사용안함</a:t>
                      </a:r>
                      <a:r>
                        <a:rPr lang="ko-KR" altLang="en-US" sz="900" b="0" i="0" u="none" strike="noStrike" dirty="0">
                          <a:solidFill>
                            <a:srgbClr val="000000"/>
                          </a:solidFill>
                          <a:effectLst/>
                          <a:latin typeface="+mn-lt"/>
                        </a:rPr>
                        <a:t> </a:t>
                      </a:r>
                      <a:r>
                        <a:rPr lang="ko-KR" altLang="en-US" sz="900" b="0" i="0" u="none" strike="noStrike" dirty="0">
                          <a:solidFill>
                            <a:schemeClr val="bg1">
                              <a:lumMod val="50000"/>
                            </a:schemeClr>
                          </a:solidFill>
                          <a:effectLst/>
                          <a:latin typeface="+mn-lt"/>
                        </a:rPr>
                        <a:t>ⓘ</a:t>
                      </a:r>
                      <a:r>
                        <a:rPr lang="ko-KR" altLang="en-US" sz="900" b="0" i="0" u="none" strike="noStrike" dirty="0">
                          <a:solidFill>
                            <a:srgbClr val="000000"/>
                          </a:solidFill>
                          <a:effectLst/>
                          <a:latin typeface="+mn-lt"/>
                        </a:rPr>
                        <a:t>     ○ 배송권역 방식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59286478"/>
                  </a:ext>
                </a:extLst>
              </a:tr>
            </a:tbl>
          </a:graphicData>
        </a:graphic>
      </p:graphicFrame>
      <p:sp>
        <p:nvSpPr>
          <p:cNvPr id="3" name="직사각형 2">
            <a:extLst>
              <a:ext uri="{FF2B5EF4-FFF2-40B4-BE49-F238E27FC236}">
                <a16:creationId xmlns:a16="http://schemas.microsoft.com/office/drawing/2014/main" id="{AA3FD4E5-DD3F-4AD0-8194-94E484A298B5}"/>
              </a:ext>
            </a:extLst>
          </p:cNvPr>
          <p:cNvSpPr/>
          <p:nvPr/>
        </p:nvSpPr>
        <p:spPr>
          <a:xfrm>
            <a:off x="1734514" y="2191846"/>
            <a:ext cx="693212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5" name="직사각형 4">
            <a:extLst>
              <a:ext uri="{FF2B5EF4-FFF2-40B4-BE49-F238E27FC236}">
                <a16:creationId xmlns:a16="http://schemas.microsoft.com/office/drawing/2014/main" id="{E40867FE-8C1B-4EBC-89F9-8B83E7ED604F}"/>
              </a:ext>
            </a:extLst>
          </p:cNvPr>
          <p:cNvSpPr/>
          <p:nvPr/>
        </p:nvSpPr>
        <p:spPr>
          <a:xfrm>
            <a:off x="1734514" y="2414187"/>
            <a:ext cx="2741952"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자체배송                                                      ▼</a:t>
            </a:r>
            <a:endParaRPr lang="en-US" altLang="ko-KR" sz="800" dirty="0">
              <a:solidFill>
                <a:schemeClr val="tx1">
                  <a:lumMod val="50000"/>
                  <a:lumOff val="50000"/>
                </a:schemeClr>
              </a:solidFill>
            </a:endParaRPr>
          </a:p>
        </p:txBody>
      </p:sp>
      <p:sp>
        <p:nvSpPr>
          <p:cNvPr id="31" name="직사각형 30">
            <a:extLst>
              <a:ext uri="{FF2B5EF4-FFF2-40B4-BE49-F238E27FC236}">
                <a16:creationId xmlns:a16="http://schemas.microsoft.com/office/drawing/2014/main" id="{85A03CA7-A815-45C1-B211-31DFA3175F9F}"/>
              </a:ext>
            </a:extLst>
          </p:cNvPr>
          <p:cNvSpPr/>
          <p:nvPr/>
        </p:nvSpPr>
        <p:spPr>
          <a:xfrm>
            <a:off x="2370200" y="2933398"/>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3000</a:t>
            </a:r>
          </a:p>
        </p:txBody>
      </p:sp>
      <p:sp>
        <p:nvSpPr>
          <p:cNvPr id="8" name="직사각형 7">
            <a:extLst>
              <a:ext uri="{FF2B5EF4-FFF2-40B4-BE49-F238E27FC236}">
                <a16:creationId xmlns:a16="http://schemas.microsoft.com/office/drawing/2014/main" id="{76BFC693-4AEE-4934-86F3-78D2F9ED9432}"/>
              </a:ext>
            </a:extLst>
          </p:cNvPr>
          <p:cNvSpPr/>
          <p:nvPr/>
        </p:nvSpPr>
        <p:spPr>
          <a:xfrm>
            <a:off x="2370200" y="3132895"/>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0</a:t>
            </a:r>
          </a:p>
        </p:txBody>
      </p:sp>
      <p:sp>
        <p:nvSpPr>
          <p:cNvPr id="9" name="직사각형 8">
            <a:extLst>
              <a:ext uri="{FF2B5EF4-FFF2-40B4-BE49-F238E27FC236}">
                <a16:creationId xmlns:a16="http://schemas.microsoft.com/office/drawing/2014/main" id="{9DACB7AC-9D0F-473B-8971-2AFD62BD6A82}"/>
              </a:ext>
            </a:extLst>
          </p:cNvPr>
          <p:cNvSpPr/>
          <p:nvPr/>
        </p:nvSpPr>
        <p:spPr>
          <a:xfrm>
            <a:off x="2370200" y="3555680"/>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0</a:t>
            </a:r>
          </a:p>
        </p:txBody>
      </p:sp>
      <p:sp>
        <p:nvSpPr>
          <p:cNvPr id="10" name="직사각형 9">
            <a:extLst>
              <a:ext uri="{FF2B5EF4-FFF2-40B4-BE49-F238E27FC236}">
                <a16:creationId xmlns:a16="http://schemas.microsoft.com/office/drawing/2014/main" id="{654B122F-FA29-43B9-9B80-549E01D2A525}"/>
              </a:ext>
            </a:extLst>
          </p:cNvPr>
          <p:cNvSpPr/>
          <p:nvPr/>
        </p:nvSpPr>
        <p:spPr>
          <a:xfrm>
            <a:off x="4738612" y="3129483"/>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0</a:t>
            </a:r>
          </a:p>
        </p:txBody>
      </p:sp>
      <p:sp>
        <p:nvSpPr>
          <p:cNvPr id="11" name="직사각형 10">
            <a:extLst>
              <a:ext uri="{FF2B5EF4-FFF2-40B4-BE49-F238E27FC236}">
                <a16:creationId xmlns:a16="http://schemas.microsoft.com/office/drawing/2014/main" id="{47A487CF-95FC-4F38-8652-37FA4C1BA3A7}"/>
              </a:ext>
            </a:extLst>
          </p:cNvPr>
          <p:cNvSpPr/>
          <p:nvPr/>
        </p:nvSpPr>
        <p:spPr>
          <a:xfrm>
            <a:off x="4738612" y="3559092"/>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0</a:t>
            </a:r>
          </a:p>
        </p:txBody>
      </p:sp>
      <p:sp>
        <p:nvSpPr>
          <p:cNvPr id="12" name="직사각형 11">
            <a:extLst>
              <a:ext uri="{FF2B5EF4-FFF2-40B4-BE49-F238E27FC236}">
                <a16:creationId xmlns:a16="http://schemas.microsoft.com/office/drawing/2014/main" id="{73AACED6-A4A4-47A5-8793-FDD85304FB7F}"/>
              </a:ext>
            </a:extLst>
          </p:cNvPr>
          <p:cNvSpPr/>
          <p:nvPr/>
        </p:nvSpPr>
        <p:spPr>
          <a:xfrm>
            <a:off x="4103661" y="5895460"/>
            <a:ext cx="1157388"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배송비 등록</a:t>
            </a:r>
            <a:endParaRPr lang="en-US" altLang="ko-KR" sz="800" dirty="0">
              <a:solidFill>
                <a:schemeClr val="bg1"/>
              </a:solidFill>
            </a:endParaRPr>
          </a:p>
        </p:txBody>
      </p:sp>
      <p:grpSp>
        <p:nvGrpSpPr>
          <p:cNvPr id="13" name="Image">
            <a:extLst>
              <a:ext uri="{FF2B5EF4-FFF2-40B4-BE49-F238E27FC236}">
                <a16:creationId xmlns:a16="http://schemas.microsoft.com/office/drawing/2014/main" id="{C140A539-51E0-4E73-A99F-6AFDC6E77581}"/>
              </a:ext>
            </a:extLst>
          </p:cNvPr>
          <p:cNvGrpSpPr>
            <a:grpSpLocks/>
          </p:cNvGrpSpPr>
          <p:nvPr/>
        </p:nvGrpSpPr>
        <p:grpSpPr bwMode="auto">
          <a:xfrm>
            <a:off x="8789158" y="1383911"/>
            <a:ext cx="204716" cy="209797"/>
            <a:chOff x="508000" y="1397000"/>
            <a:chExt cx="1008112" cy="1008112"/>
          </a:xfrm>
        </p:grpSpPr>
        <p:sp>
          <p:nvSpPr>
            <p:cNvPr id="14" name="Border">
              <a:extLst>
                <a:ext uri="{FF2B5EF4-FFF2-40B4-BE49-F238E27FC236}">
                  <a16:creationId xmlns:a16="http://schemas.microsoft.com/office/drawing/2014/main" id="{95E9EDC8-9C97-46FC-A6BE-6BB06D33E33A}"/>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5" name="Line 2">
              <a:extLst>
                <a:ext uri="{FF2B5EF4-FFF2-40B4-BE49-F238E27FC236}">
                  <a16:creationId xmlns:a16="http://schemas.microsoft.com/office/drawing/2014/main" id="{609F9420-DCAD-4653-B716-AB3473316236}"/>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6" name="Line 1">
              <a:extLst>
                <a:ext uri="{FF2B5EF4-FFF2-40B4-BE49-F238E27FC236}">
                  <a16:creationId xmlns:a16="http://schemas.microsoft.com/office/drawing/2014/main" id="{52AD8B62-6E00-46F2-917A-FC311D2899AF}"/>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aphicFrame>
        <p:nvGraphicFramePr>
          <p:cNvPr id="17" name="표 16">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994733235"/>
              </p:ext>
            </p:extLst>
          </p:nvPr>
        </p:nvGraphicFramePr>
        <p:xfrm>
          <a:off x="10171774" y="22159"/>
          <a:ext cx="1979018" cy="20279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RF-02-12-01-4</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배송비설정</a:t>
                      </a:r>
                      <a:r>
                        <a:rPr lang="ko-KR" altLang="en-US" sz="800" dirty="0"/>
                        <a:t>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t>배송비설정</a:t>
                      </a:r>
                      <a:r>
                        <a:rPr lang="ko-KR" altLang="en-US" sz="800" dirty="0"/>
                        <a:t> 목록 </a:t>
                      </a:r>
                      <a:r>
                        <a:rPr lang="en-US" altLang="ko-KR" sz="800" dirty="0"/>
                        <a:t>&gt; </a:t>
                      </a:r>
                      <a:r>
                        <a:rPr lang="ko-KR" altLang="en-US" sz="800" dirty="0" err="1"/>
                        <a:t>배송비</a:t>
                      </a:r>
                      <a:r>
                        <a:rPr lang="ko-KR" altLang="en-US" sz="800" dirty="0"/>
                        <a:t> 등록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변동 </a:t>
                      </a:r>
                      <a:r>
                        <a:rPr lang="ko-KR" altLang="en-US" sz="800" dirty="0" err="1"/>
                        <a:t>배송비</a:t>
                      </a:r>
                      <a:r>
                        <a:rPr lang="ko-KR" altLang="en-US" sz="800" dirty="0"/>
                        <a:t> 선택 시 출력되는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배송비</a:t>
                      </a:r>
                      <a:r>
                        <a:rPr lang="ko-KR" altLang="en-US" sz="800" b="0" dirty="0">
                          <a:solidFill>
                            <a:schemeClr val="tx1"/>
                          </a:solidFill>
                        </a:rPr>
                        <a:t> 유형 중 변동 </a:t>
                      </a:r>
                      <a:r>
                        <a:rPr lang="ko-KR" altLang="en-US" sz="800" b="0" dirty="0" err="1">
                          <a:solidFill>
                            <a:schemeClr val="tx1"/>
                          </a:solidFill>
                        </a:rPr>
                        <a:t>배송비를</a:t>
                      </a:r>
                      <a:r>
                        <a:rPr lang="ko-KR" altLang="en-US" sz="800" b="0" dirty="0">
                          <a:solidFill>
                            <a:schemeClr val="tx1"/>
                          </a:solidFill>
                        </a:rPr>
                        <a:t> 선택할 경우 기본 </a:t>
                      </a:r>
                      <a:r>
                        <a:rPr lang="ko-KR" altLang="en-US" sz="800" b="0" dirty="0" err="1">
                          <a:solidFill>
                            <a:schemeClr val="tx1"/>
                          </a:solidFill>
                        </a:rPr>
                        <a:t>배송비와</a:t>
                      </a:r>
                      <a:r>
                        <a:rPr lang="ko-KR" altLang="en-US" sz="800" b="0" dirty="0">
                          <a:solidFill>
                            <a:schemeClr val="tx1"/>
                          </a:solidFill>
                        </a:rPr>
                        <a:t> 조건을 선택 및 입력할 수 있는 영역이 활성화 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18" name="TextBox 17">
            <a:extLst>
              <a:ext uri="{FF2B5EF4-FFF2-40B4-BE49-F238E27FC236}">
                <a16:creationId xmlns:a16="http://schemas.microsoft.com/office/drawing/2014/main" id="{38F262C8-ACF8-4FC7-81DA-843C5AB289C5}"/>
              </a:ext>
            </a:extLst>
          </p:cNvPr>
          <p:cNvSpPr txBox="1"/>
          <p:nvPr/>
        </p:nvSpPr>
        <p:spPr>
          <a:xfrm>
            <a:off x="1462966" y="2898651"/>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4011956096"/>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5E8DBE22-BB54-464B-9A15-D934F1C16FE5}"/>
              </a:ext>
            </a:extLst>
          </p:cNvPr>
          <p:cNvSpPr/>
          <p:nvPr/>
        </p:nvSpPr>
        <p:spPr>
          <a:xfrm>
            <a:off x="401866" y="1309230"/>
            <a:ext cx="8673492" cy="5006791"/>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29" name="TextBox 28">
            <a:extLst>
              <a:ext uri="{FF2B5EF4-FFF2-40B4-BE49-F238E27FC236}">
                <a16:creationId xmlns:a16="http://schemas.microsoft.com/office/drawing/2014/main" id="{8248F226-CF6C-4C1A-9F3E-D3F4E4AD6192}"/>
              </a:ext>
            </a:extLst>
          </p:cNvPr>
          <p:cNvSpPr txBox="1"/>
          <p:nvPr/>
        </p:nvSpPr>
        <p:spPr>
          <a:xfrm>
            <a:off x="505653" y="1425567"/>
            <a:ext cx="95731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배송비 등록</a:t>
            </a:r>
            <a:endParaRPr lang="ko-KR" altLang="en-US" sz="900" dirty="0"/>
          </a:p>
        </p:txBody>
      </p:sp>
      <p:graphicFrame>
        <p:nvGraphicFramePr>
          <p:cNvPr id="32" name="표 31">
            <a:extLst>
              <a:ext uri="{FF2B5EF4-FFF2-40B4-BE49-F238E27FC236}">
                <a16:creationId xmlns:a16="http://schemas.microsoft.com/office/drawing/2014/main" id="{E28502CD-EFD6-40B3-9B3B-13D1DCCD473F}"/>
              </a:ext>
            </a:extLst>
          </p:cNvPr>
          <p:cNvGraphicFramePr>
            <a:graphicFrameLocks noGrp="1"/>
          </p:cNvGraphicFramePr>
          <p:nvPr>
            <p:extLst>
              <p:ext uri="{D42A27DB-BD31-4B8C-83A1-F6EECF244321}">
                <p14:modId xmlns:p14="http://schemas.microsoft.com/office/powerpoint/2010/main" val="3202950892"/>
              </p:ext>
            </p:extLst>
          </p:nvPr>
        </p:nvGraphicFramePr>
        <p:xfrm>
          <a:off x="575553" y="1709374"/>
          <a:ext cx="8213605" cy="3718814"/>
        </p:xfrm>
        <a:graphic>
          <a:graphicData uri="http://schemas.openxmlformats.org/drawingml/2006/table">
            <a:tbl>
              <a:tblPr firstRow="1" bandRow="1">
                <a:tableStyleId>{5C22544A-7EE6-4342-B048-85BDC9FD1C3A}</a:tableStyleId>
              </a:tblPr>
              <a:tblGrid>
                <a:gridCol w="1065236">
                  <a:extLst>
                    <a:ext uri="{9D8B030D-6E8A-4147-A177-3AD203B41FA5}">
                      <a16:colId xmlns:a16="http://schemas.microsoft.com/office/drawing/2014/main" val="20000"/>
                    </a:ext>
                  </a:extLst>
                </a:gridCol>
                <a:gridCol w="7148369">
                  <a:extLst>
                    <a:ext uri="{9D8B030D-6E8A-4147-A177-3AD203B41FA5}">
                      <a16:colId xmlns:a16="http://schemas.microsoft.com/office/drawing/2014/main" val="20001"/>
                    </a:ext>
                  </a:extLst>
                </a:gridCol>
              </a:tblGrid>
              <a:tr h="0">
                <a:tc>
                  <a:txBody>
                    <a:bodyPr/>
                    <a:lstStyle/>
                    <a:p>
                      <a:pPr latinLnBrk="1"/>
                      <a:r>
                        <a:rPr lang="ko-KR" altLang="en-US" sz="900" b="0" dirty="0">
                          <a:solidFill>
                            <a:schemeClr val="tx1"/>
                          </a:solidFill>
                        </a:rPr>
                        <a:t>배송구분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사용자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0991833"/>
                  </a:ext>
                </a:extLst>
              </a:tr>
              <a:tr h="0">
                <a:tc>
                  <a:txBody>
                    <a:bodyPr/>
                    <a:lstStyle/>
                    <a:p>
                      <a:pPr latinLnBrk="1"/>
                      <a:r>
                        <a:rPr lang="ko-KR" altLang="en-US" sz="900" b="0" dirty="0">
                          <a:solidFill>
                            <a:schemeClr val="tx1"/>
                          </a:solidFill>
                        </a:rPr>
                        <a:t>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사용     ○ 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543731296"/>
                  </a:ext>
                </a:extLst>
              </a:tr>
              <a:tr h="0">
                <a:tc>
                  <a:txBody>
                    <a:bodyPr/>
                    <a:lstStyle/>
                    <a:p>
                      <a:pPr latinLnBrk="1"/>
                      <a:r>
                        <a:rPr lang="ko-KR" altLang="en-US" sz="900" b="0" dirty="0">
                          <a:solidFill>
                            <a:schemeClr val="tx1"/>
                          </a:solidFill>
                        </a:rPr>
                        <a:t>배송비 명칭 </a:t>
                      </a:r>
                      <a:r>
                        <a:rPr lang="en-US" altLang="ko-KR" sz="900" b="1" dirty="0">
                          <a:solidFill>
                            <a:srgbClr val="FF0000"/>
                          </a:solidFill>
                        </a:rPr>
                        <a:t>*</a:t>
                      </a:r>
                      <a:endParaRPr lang="ko-KR" altLang="en-US" sz="900" b="1" dirty="0">
                        <a:solidFill>
                          <a:srgbClr val="FF0000"/>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900" b="0" dirty="0" err="1">
                          <a:solidFill>
                            <a:schemeClr val="tx1"/>
                          </a:solidFill>
                        </a:rPr>
                        <a:t>지정택배사</a:t>
                      </a:r>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3440615"/>
                  </a:ext>
                </a:extLst>
              </a:tr>
              <a:tr h="0">
                <a:tc rowSpan="2">
                  <a:txBody>
                    <a:bodyPr/>
                    <a:lstStyle/>
                    <a:p>
                      <a:pPr latinLnBrk="1"/>
                      <a:r>
                        <a:rPr lang="ko-KR" altLang="en-US" sz="900" b="0" dirty="0">
                          <a:solidFill>
                            <a:schemeClr val="tx1"/>
                          </a:solidFill>
                        </a:rPr>
                        <a:t>배송비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무료배송     ○ 무료배송 </a:t>
                      </a:r>
                      <a:r>
                        <a:rPr lang="en-US" altLang="ko-KR" sz="900" b="0" i="0" u="none" strike="noStrike" dirty="0">
                          <a:solidFill>
                            <a:srgbClr val="000000"/>
                          </a:solidFill>
                          <a:effectLst/>
                          <a:latin typeface="+mn-lt"/>
                        </a:rPr>
                        <a:t>(</a:t>
                      </a:r>
                      <a:r>
                        <a:rPr lang="ko-KR" altLang="en-US" sz="900" b="0" i="0" u="none" strike="noStrike" dirty="0">
                          <a:solidFill>
                            <a:srgbClr val="000000"/>
                          </a:solidFill>
                          <a:effectLst/>
                          <a:latin typeface="+mn-lt"/>
                        </a:rPr>
                        <a:t>조건부</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고정 배송비</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변동 배송비</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구간별 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17744534"/>
                  </a:ext>
                </a:extLst>
              </a:tr>
              <a:tr h="0">
                <a:tc vMerge="1">
                  <a:txBody>
                    <a:bodyPr/>
                    <a:lstStyle/>
                    <a:p>
                      <a:pPr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구매조건선택    ● 금액별      ○ </a:t>
                      </a:r>
                      <a:r>
                        <a:rPr lang="ko-KR" altLang="en-US" sz="900" b="0" i="0" u="none" strike="noStrike" dirty="0" err="1">
                          <a:solidFill>
                            <a:srgbClr val="000000"/>
                          </a:solidFill>
                          <a:effectLst/>
                          <a:latin typeface="+mn-lt"/>
                        </a:rPr>
                        <a:t>수량별</a:t>
                      </a: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상품 금액                              원 이상 </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원 미만</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배송비                             원 부과</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a:t>
                      </a: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상품 금액                              원 이상 </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원 미만</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배송비                             원 부과</a:t>
                      </a:r>
                      <a:r>
                        <a:rPr lang="en-US" altLang="ko-KR" sz="900" b="0" i="0" u="none" strike="noStrike" dirty="0">
                          <a:solidFill>
                            <a:srgbClr val="000000"/>
                          </a:solidFill>
                          <a:effectLst/>
                          <a:latin typeface="+mn-lt"/>
                        </a:rPr>
                        <a:t> </a:t>
                      </a:r>
                    </a:p>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상품 금액                              원 이상</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배송비                             원 부과</a:t>
                      </a:r>
                      <a:r>
                        <a:rPr lang="en-US" altLang="ko-KR" sz="900" b="0" i="0" u="none" strike="noStrike" dirty="0">
                          <a:solidFill>
                            <a:srgbClr val="000000"/>
                          </a:solidFill>
                          <a:effectLst/>
                          <a:latin typeface="+mn-lt"/>
                        </a:rPr>
                        <a:t>  </a:t>
                      </a:r>
                      <a:r>
                        <a:rPr lang="ko-KR" altLang="en-US" sz="800" b="0" i="0" u="none" strike="noStrike" dirty="0">
                          <a:solidFill>
                            <a:schemeClr val="bg1">
                              <a:lumMod val="50000"/>
                            </a:schemeClr>
                          </a:solidFill>
                          <a:effectLst/>
                          <a:latin typeface="+mn-lt"/>
                        </a:rPr>
                        <a:t>ⓘ</a:t>
                      </a:r>
                      <a:r>
                        <a:rPr lang="en-US" altLang="ko-KR" sz="800" b="0" i="0" u="none" strike="noStrike" dirty="0">
                          <a:solidFill>
                            <a:schemeClr val="bg1">
                              <a:lumMod val="50000"/>
                            </a:schemeClr>
                          </a:solidFill>
                          <a:effectLst/>
                          <a:latin typeface="+mn-lt"/>
                        </a:rPr>
                        <a:t> </a:t>
                      </a:r>
                      <a:r>
                        <a:rPr lang="ko-KR" altLang="en-US" sz="800" b="0" i="0" u="none" strike="noStrike" dirty="0">
                          <a:solidFill>
                            <a:schemeClr val="bg1">
                              <a:lumMod val="50000"/>
                            </a:schemeClr>
                          </a:solidFill>
                          <a:effectLst/>
                          <a:latin typeface="+mn-lt"/>
                        </a:rPr>
                        <a:t>마지막 금액</a:t>
                      </a:r>
                      <a:r>
                        <a:rPr lang="en-US" altLang="ko-KR" sz="800" b="0" i="0" u="none" strike="noStrike" dirty="0">
                          <a:solidFill>
                            <a:schemeClr val="bg1">
                              <a:lumMod val="50000"/>
                            </a:schemeClr>
                          </a:solidFill>
                          <a:effectLst/>
                          <a:latin typeface="+mn-lt"/>
                        </a:rPr>
                        <a:t>, </a:t>
                      </a:r>
                      <a:r>
                        <a:rPr lang="ko-KR" altLang="en-US" sz="800" b="0" i="0" u="none" strike="noStrike" dirty="0">
                          <a:solidFill>
                            <a:schemeClr val="bg1">
                              <a:lumMod val="50000"/>
                            </a:schemeClr>
                          </a:solidFill>
                          <a:effectLst/>
                          <a:latin typeface="+mn-lt"/>
                        </a:rPr>
                        <a:t>자동 입력</a:t>
                      </a:r>
                      <a:endParaRPr lang="en-US" altLang="ko-KR" sz="800" b="0" i="0" u="none" strike="noStrike" dirty="0">
                        <a:solidFill>
                          <a:schemeClr val="bg1">
                            <a:lumMod val="50000"/>
                          </a:schemeClr>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800" b="0" i="0" u="none" strike="noStrike" dirty="0">
                          <a:solidFill>
                            <a:schemeClr val="tx1">
                              <a:lumMod val="50000"/>
                              <a:lumOff val="50000"/>
                            </a:schemeClr>
                          </a:solidFill>
                          <a:effectLst/>
                          <a:latin typeface="+mn-lt"/>
                        </a:rPr>
                        <a:t>- </a:t>
                      </a:r>
                      <a:r>
                        <a:rPr lang="ko-KR" altLang="en-US" sz="800" b="0" i="0" u="none" strike="noStrike" dirty="0">
                          <a:solidFill>
                            <a:schemeClr val="tx1">
                              <a:lumMod val="50000"/>
                              <a:lumOff val="50000"/>
                            </a:schemeClr>
                          </a:solidFill>
                          <a:effectLst/>
                          <a:latin typeface="+mn-lt"/>
                        </a:rPr>
                        <a:t>구간별 배송비는 해당 구간만 적용되며</a:t>
                      </a:r>
                      <a:r>
                        <a:rPr lang="en-US" altLang="ko-KR" sz="800" b="0" i="0" u="none" strike="noStrike" dirty="0">
                          <a:solidFill>
                            <a:schemeClr val="tx1">
                              <a:lumMod val="50000"/>
                              <a:lumOff val="50000"/>
                            </a:schemeClr>
                          </a:solidFill>
                          <a:effectLst/>
                          <a:latin typeface="+mn-lt"/>
                        </a:rPr>
                        <a:t>, </a:t>
                      </a:r>
                      <a:r>
                        <a:rPr lang="ko-KR" altLang="en-US" sz="800" b="0" i="0" u="none" strike="noStrike" dirty="0">
                          <a:solidFill>
                            <a:schemeClr val="tx1">
                              <a:lumMod val="50000"/>
                              <a:lumOff val="50000"/>
                            </a:schemeClr>
                          </a:solidFill>
                          <a:effectLst/>
                          <a:latin typeface="+mn-lt"/>
                        </a:rPr>
                        <a:t>다른 구간의 배송비 금액은 합산되지 않습니다</a:t>
                      </a:r>
                      <a:r>
                        <a:rPr lang="en-US" altLang="ko-KR" sz="800" b="0" i="0" u="none" strike="noStrike" dirty="0">
                          <a:solidFill>
                            <a:schemeClr val="tx1">
                              <a:lumMod val="50000"/>
                              <a:lumOff val="50000"/>
                            </a:schemeClr>
                          </a:solidFill>
                          <a:effectLst/>
                          <a:latin typeface="+mn-lt"/>
                        </a:rPr>
                        <a:t>.</a:t>
                      </a:r>
                      <a:br>
                        <a:rPr lang="en-US" altLang="ko-KR" sz="800" b="0" i="0" u="none" strike="noStrike" dirty="0">
                          <a:solidFill>
                            <a:schemeClr val="tx1">
                              <a:lumMod val="50000"/>
                              <a:lumOff val="50000"/>
                            </a:schemeClr>
                          </a:solidFill>
                          <a:effectLst/>
                          <a:latin typeface="+mn-lt"/>
                        </a:rPr>
                      </a:br>
                      <a:r>
                        <a:rPr lang="en-US" altLang="ko-KR" sz="800" b="0" i="0" u="none" strike="noStrike" dirty="0">
                          <a:solidFill>
                            <a:schemeClr val="tx1">
                              <a:lumMod val="50000"/>
                              <a:lumOff val="50000"/>
                            </a:schemeClr>
                          </a:solidFill>
                          <a:effectLst/>
                          <a:latin typeface="+mn-lt"/>
                        </a:rPr>
                        <a:t>- </a:t>
                      </a:r>
                      <a:r>
                        <a:rPr lang="ko-KR" altLang="en-US" sz="800" b="0" i="0" u="none" strike="noStrike" dirty="0">
                          <a:solidFill>
                            <a:schemeClr val="tx1">
                              <a:lumMod val="50000"/>
                              <a:lumOff val="50000"/>
                            </a:schemeClr>
                          </a:solidFill>
                          <a:effectLst/>
                          <a:latin typeface="+mn-lt"/>
                        </a:rPr>
                        <a:t>지역별 배송비는 지역별 배송비 조건에 따라 별도 부과될 수 있습니다</a:t>
                      </a:r>
                      <a:r>
                        <a:rPr lang="en-US" altLang="ko-KR" sz="800" b="0" i="0" u="none" strike="noStrike" dirty="0">
                          <a:solidFill>
                            <a:schemeClr val="tx1">
                              <a:lumMod val="50000"/>
                              <a:lumOff val="50000"/>
                            </a:schemeClr>
                          </a:solidFill>
                          <a:effectLst/>
                          <a:latin typeface="+mn-lt"/>
                        </a:rPr>
                        <a:t>.</a:t>
                      </a:r>
                      <a:br>
                        <a:rPr lang="en-US" altLang="ko-KR" sz="800" b="0" i="0" u="none" strike="noStrike" dirty="0">
                          <a:solidFill>
                            <a:schemeClr val="tx1">
                              <a:lumMod val="50000"/>
                              <a:lumOff val="50000"/>
                            </a:schemeClr>
                          </a:solidFill>
                          <a:effectLst/>
                          <a:latin typeface="+mn-lt"/>
                        </a:rPr>
                      </a:br>
                      <a:r>
                        <a:rPr lang="en-US" altLang="ko-KR" sz="800" b="0" i="0" u="none" strike="noStrike" dirty="0">
                          <a:solidFill>
                            <a:schemeClr val="tx1">
                              <a:lumMod val="50000"/>
                              <a:lumOff val="50000"/>
                            </a:schemeClr>
                          </a:solidFill>
                          <a:effectLst/>
                          <a:latin typeface="+mn-lt"/>
                        </a:rPr>
                        <a:t>- </a:t>
                      </a:r>
                      <a:r>
                        <a:rPr lang="ko-KR" altLang="en-US" sz="800" b="0" i="0" u="none" strike="noStrike" dirty="0">
                          <a:solidFill>
                            <a:schemeClr val="tx1">
                              <a:lumMod val="50000"/>
                              <a:lumOff val="50000"/>
                            </a:schemeClr>
                          </a:solidFill>
                          <a:effectLst/>
                          <a:latin typeface="+mn-lt"/>
                        </a:rPr>
                        <a:t>배송비 금액을 </a:t>
                      </a:r>
                      <a:r>
                        <a:rPr lang="en-US" altLang="ko-KR" sz="800" b="0" i="0" u="none" strike="noStrike" dirty="0">
                          <a:solidFill>
                            <a:schemeClr val="tx1">
                              <a:lumMod val="50000"/>
                              <a:lumOff val="50000"/>
                            </a:schemeClr>
                          </a:solidFill>
                          <a:effectLst/>
                          <a:latin typeface="+mn-lt"/>
                        </a:rPr>
                        <a:t>0</a:t>
                      </a:r>
                      <a:r>
                        <a:rPr lang="ko-KR" altLang="en-US" sz="800" b="0" i="0" u="none" strike="noStrike" dirty="0">
                          <a:solidFill>
                            <a:schemeClr val="tx1">
                              <a:lumMod val="50000"/>
                              <a:lumOff val="50000"/>
                            </a:schemeClr>
                          </a:solidFill>
                          <a:effectLst/>
                          <a:latin typeface="+mn-lt"/>
                        </a:rPr>
                        <a:t>원으로 입력할 경우 무료배송 처리됩니다</a:t>
                      </a:r>
                      <a:r>
                        <a:rPr lang="en-US" altLang="ko-KR" sz="800" b="0" i="0" u="none" strike="noStrike" dirty="0">
                          <a:solidFill>
                            <a:schemeClr val="tx1">
                              <a:lumMod val="50000"/>
                              <a:lumOff val="50000"/>
                            </a:schemeClr>
                          </a:solidFill>
                          <a:effectLst/>
                          <a:latin typeface="+mn-lt"/>
                        </a:rPr>
                        <a:t>.</a:t>
                      </a:r>
                      <a:endParaRPr lang="en-US" altLang="ko-KR" sz="800" b="0"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59347248"/>
                  </a:ext>
                </a:extLst>
              </a:tr>
              <a:tr h="0">
                <a:tc>
                  <a:txBody>
                    <a:bodyPr/>
                    <a:lstStyle/>
                    <a:p>
                      <a:pPr latinLnBrk="1"/>
                      <a:r>
                        <a:rPr lang="ko-KR" altLang="en-US" sz="900" b="0" dirty="0">
                          <a:solidFill>
                            <a:schemeClr val="tx1"/>
                          </a:solidFill>
                        </a:rPr>
                        <a:t>배송비 결제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a:t>
                      </a:r>
                      <a:r>
                        <a:rPr lang="ko-KR" altLang="en-US" sz="900" b="0" i="0" u="none" strike="noStrike" dirty="0" err="1">
                          <a:solidFill>
                            <a:srgbClr val="000000"/>
                          </a:solidFill>
                          <a:effectLst/>
                          <a:latin typeface="+mn-lt"/>
                        </a:rPr>
                        <a:t>선결제</a:t>
                      </a:r>
                      <a:r>
                        <a:rPr lang="ko-KR" altLang="en-US" sz="900" b="0" i="0" u="none" strike="noStrike" dirty="0">
                          <a:solidFill>
                            <a:srgbClr val="000000"/>
                          </a:solidFill>
                          <a:effectLst/>
                          <a:latin typeface="+mn-lt"/>
                        </a:rPr>
                        <a:t>        ○ 착불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928728226"/>
                  </a:ext>
                </a:extLst>
              </a:tr>
              <a:tr h="0">
                <a:tc>
                  <a:txBody>
                    <a:bodyPr/>
                    <a:lstStyle/>
                    <a:p>
                      <a:pPr latinLnBrk="1"/>
                      <a:r>
                        <a:rPr lang="ko-KR" altLang="en-US" sz="900" b="0" dirty="0">
                          <a:solidFill>
                            <a:schemeClr val="tx1"/>
                          </a:solidFill>
                        </a:rPr>
                        <a:t>지역별 배송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제주 지역          ● 배송함   ○ </a:t>
                      </a:r>
                      <a:r>
                        <a:rPr lang="ko-KR" altLang="en-US" sz="900" b="0" i="0" u="none" strike="noStrike" dirty="0" err="1">
                          <a:solidFill>
                            <a:srgbClr val="000000"/>
                          </a:solidFill>
                          <a:effectLst/>
                          <a:latin typeface="+mn-lt"/>
                        </a:rPr>
                        <a:t>배송안함</a:t>
                      </a:r>
                      <a:r>
                        <a:rPr lang="ko-KR" altLang="en-US" sz="900" b="0" i="0" u="none" strike="noStrike" dirty="0">
                          <a:solidFill>
                            <a:srgbClr val="000000"/>
                          </a:solidFill>
                          <a:effectLst/>
                          <a:latin typeface="+mn-lt"/>
                        </a:rPr>
                        <a:t> </a:t>
                      </a: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도서산간 지역    ● 배송함   ○ </a:t>
                      </a:r>
                      <a:r>
                        <a:rPr lang="ko-KR" altLang="en-US" sz="900" b="0" i="0" u="none" strike="noStrike" dirty="0" err="1">
                          <a:solidFill>
                            <a:srgbClr val="000000"/>
                          </a:solidFill>
                          <a:effectLst/>
                          <a:latin typeface="+mn-lt"/>
                        </a:rPr>
                        <a:t>배송안함</a:t>
                      </a:r>
                      <a:endParaRPr lang="en-US" altLang="ko-KR"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19695819"/>
                  </a:ext>
                </a:extLst>
              </a:tr>
              <a:tr h="0">
                <a:tc>
                  <a:txBody>
                    <a:bodyPr/>
                    <a:lstStyle/>
                    <a:p>
                      <a:pPr latinLnBrk="1"/>
                      <a:r>
                        <a:rPr lang="ko-KR" altLang="en-US" sz="900" b="0" dirty="0">
                          <a:solidFill>
                            <a:schemeClr val="tx1"/>
                          </a:solidFill>
                        </a:rPr>
                        <a:t>지역별 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a:t>
                      </a:r>
                      <a:r>
                        <a:rPr lang="ko-KR" altLang="en-US" sz="900" b="0" i="0" u="none" strike="noStrike" dirty="0" err="1">
                          <a:solidFill>
                            <a:srgbClr val="000000"/>
                          </a:solidFill>
                          <a:effectLst/>
                          <a:latin typeface="+mn-lt"/>
                        </a:rPr>
                        <a:t>사용안함</a:t>
                      </a:r>
                      <a:r>
                        <a:rPr lang="ko-KR" altLang="en-US" sz="900" b="0" i="0" u="none" strike="noStrike" dirty="0">
                          <a:solidFill>
                            <a:srgbClr val="000000"/>
                          </a:solidFill>
                          <a:effectLst/>
                          <a:latin typeface="+mn-lt"/>
                        </a:rPr>
                        <a:t> </a:t>
                      </a:r>
                      <a:r>
                        <a:rPr lang="ko-KR" altLang="en-US" sz="900" b="0" i="0" u="none" strike="noStrike" dirty="0">
                          <a:solidFill>
                            <a:schemeClr val="bg1">
                              <a:lumMod val="50000"/>
                            </a:schemeClr>
                          </a:solidFill>
                          <a:effectLst/>
                          <a:latin typeface="+mn-lt"/>
                        </a:rPr>
                        <a:t>ⓘ</a:t>
                      </a:r>
                      <a:r>
                        <a:rPr lang="ko-KR" altLang="en-US" sz="900" b="0" i="0" u="none" strike="noStrike" dirty="0">
                          <a:solidFill>
                            <a:srgbClr val="000000"/>
                          </a:solidFill>
                          <a:effectLst/>
                          <a:latin typeface="+mn-lt"/>
                        </a:rPr>
                        <a:t>     ○ 배송권역 방식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59286478"/>
                  </a:ext>
                </a:extLst>
              </a:tr>
            </a:tbl>
          </a:graphicData>
        </a:graphic>
      </p:graphicFrame>
      <p:sp>
        <p:nvSpPr>
          <p:cNvPr id="3" name="직사각형 2">
            <a:extLst>
              <a:ext uri="{FF2B5EF4-FFF2-40B4-BE49-F238E27FC236}">
                <a16:creationId xmlns:a16="http://schemas.microsoft.com/office/drawing/2014/main" id="{AA3FD4E5-DD3F-4AD0-8194-94E484A298B5}"/>
              </a:ext>
            </a:extLst>
          </p:cNvPr>
          <p:cNvSpPr/>
          <p:nvPr/>
        </p:nvSpPr>
        <p:spPr>
          <a:xfrm>
            <a:off x="1734514" y="2191846"/>
            <a:ext cx="693212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5" name="직사각형 4">
            <a:extLst>
              <a:ext uri="{FF2B5EF4-FFF2-40B4-BE49-F238E27FC236}">
                <a16:creationId xmlns:a16="http://schemas.microsoft.com/office/drawing/2014/main" id="{E40867FE-8C1B-4EBC-89F9-8B83E7ED604F}"/>
              </a:ext>
            </a:extLst>
          </p:cNvPr>
          <p:cNvSpPr/>
          <p:nvPr/>
        </p:nvSpPr>
        <p:spPr>
          <a:xfrm>
            <a:off x="1734514" y="2414187"/>
            <a:ext cx="2741952"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자체배송                                                      ▼</a:t>
            </a:r>
            <a:endParaRPr lang="en-US" altLang="ko-KR" sz="800" dirty="0">
              <a:solidFill>
                <a:schemeClr val="tx1">
                  <a:lumMod val="50000"/>
                  <a:lumOff val="50000"/>
                </a:schemeClr>
              </a:solidFill>
            </a:endParaRPr>
          </a:p>
        </p:txBody>
      </p:sp>
      <p:sp>
        <p:nvSpPr>
          <p:cNvPr id="31" name="직사각형 30">
            <a:extLst>
              <a:ext uri="{FF2B5EF4-FFF2-40B4-BE49-F238E27FC236}">
                <a16:creationId xmlns:a16="http://schemas.microsoft.com/office/drawing/2014/main" id="{85A03CA7-A815-45C1-B211-31DFA3175F9F}"/>
              </a:ext>
            </a:extLst>
          </p:cNvPr>
          <p:cNvSpPr/>
          <p:nvPr/>
        </p:nvSpPr>
        <p:spPr>
          <a:xfrm>
            <a:off x="2373829" y="3136498"/>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5000</a:t>
            </a:r>
          </a:p>
        </p:txBody>
      </p:sp>
      <p:sp>
        <p:nvSpPr>
          <p:cNvPr id="8" name="직사각형 7">
            <a:extLst>
              <a:ext uri="{FF2B5EF4-FFF2-40B4-BE49-F238E27FC236}">
                <a16:creationId xmlns:a16="http://schemas.microsoft.com/office/drawing/2014/main" id="{5E462126-E79F-4B4A-8EBF-29D1CEAE7453}"/>
              </a:ext>
            </a:extLst>
          </p:cNvPr>
          <p:cNvSpPr/>
          <p:nvPr/>
        </p:nvSpPr>
        <p:spPr>
          <a:xfrm>
            <a:off x="4046191" y="3136498"/>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5000</a:t>
            </a:r>
          </a:p>
        </p:txBody>
      </p:sp>
      <p:sp>
        <p:nvSpPr>
          <p:cNvPr id="9" name="직사각형 8">
            <a:extLst>
              <a:ext uri="{FF2B5EF4-FFF2-40B4-BE49-F238E27FC236}">
                <a16:creationId xmlns:a16="http://schemas.microsoft.com/office/drawing/2014/main" id="{F0D99826-2BAD-44B7-BB11-D697763FFB13}"/>
              </a:ext>
            </a:extLst>
          </p:cNvPr>
          <p:cNvSpPr/>
          <p:nvPr/>
        </p:nvSpPr>
        <p:spPr>
          <a:xfrm>
            <a:off x="5978946" y="3136498"/>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5000</a:t>
            </a:r>
          </a:p>
        </p:txBody>
      </p:sp>
      <p:sp>
        <p:nvSpPr>
          <p:cNvPr id="10" name="직사각형 9">
            <a:extLst>
              <a:ext uri="{FF2B5EF4-FFF2-40B4-BE49-F238E27FC236}">
                <a16:creationId xmlns:a16="http://schemas.microsoft.com/office/drawing/2014/main" id="{283AB35A-9EAB-4A7B-92C3-FD3B200A0C10}"/>
              </a:ext>
            </a:extLst>
          </p:cNvPr>
          <p:cNvSpPr/>
          <p:nvPr/>
        </p:nvSpPr>
        <p:spPr>
          <a:xfrm>
            <a:off x="7598077" y="3360755"/>
            <a:ext cx="341530" cy="146522"/>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11" name="직사각형 10">
            <a:extLst>
              <a:ext uri="{FF2B5EF4-FFF2-40B4-BE49-F238E27FC236}">
                <a16:creationId xmlns:a16="http://schemas.microsoft.com/office/drawing/2014/main" id="{FC3E3946-6042-4DBF-B612-01A996A00F5D}"/>
              </a:ext>
            </a:extLst>
          </p:cNvPr>
          <p:cNvSpPr/>
          <p:nvPr/>
        </p:nvSpPr>
        <p:spPr>
          <a:xfrm>
            <a:off x="7598077" y="3130594"/>
            <a:ext cx="341530" cy="146522"/>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추가</a:t>
            </a:r>
            <a:endParaRPr lang="en-US" altLang="ko-KR" sz="600" dirty="0">
              <a:solidFill>
                <a:schemeClr val="bg1"/>
              </a:solidFill>
            </a:endParaRPr>
          </a:p>
        </p:txBody>
      </p:sp>
      <p:sp>
        <p:nvSpPr>
          <p:cNvPr id="12" name="직사각형 11">
            <a:extLst>
              <a:ext uri="{FF2B5EF4-FFF2-40B4-BE49-F238E27FC236}">
                <a16:creationId xmlns:a16="http://schemas.microsoft.com/office/drawing/2014/main" id="{F5B2E736-F99C-4DDA-B92F-5E8D5CF3D11E}"/>
              </a:ext>
            </a:extLst>
          </p:cNvPr>
          <p:cNvSpPr/>
          <p:nvPr/>
        </p:nvSpPr>
        <p:spPr>
          <a:xfrm>
            <a:off x="2373829" y="3355739"/>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5000</a:t>
            </a:r>
          </a:p>
        </p:txBody>
      </p:sp>
      <p:sp>
        <p:nvSpPr>
          <p:cNvPr id="13" name="직사각형 12">
            <a:extLst>
              <a:ext uri="{FF2B5EF4-FFF2-40B4-BE49-F238E27FC236}">
                <a16:creationId xmlns:a16="http://schemas.microsoft.com/office/drawing/2014/main" id="{D1287DE2-8A32-4944-8A9A-25A0FA71796B}"/>
              </a:ext>
            </a:extLst>
          </p:cNvPr>
          <p:cNvSpPr/>
          <p:nvPr/>
        </p:nvSpPr>
        <p:spPr>
          <a:xfrm>
            <a:off x="4046191" y="3355739"/>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5000</a:t>
            </a:r>
          </a:p>
        </p:txBody>
      </p:sp>
      <p:sp>
        <p:nvSpPr>
          <p:cNvPr id="14" name="직사각형 13">
            <a:extLst>
              <a:ext uri="{FF2B5EF4-FFF2-40B4-BE49-F238E27FC236}">
                <a16:creationId xmlns:a16="http://schemas.microsoft.com/office/drawing/2014/main" id="{30486B06-84F5-497F-AB22-B4EE789095E8}"/>
              </a:ext>
            </a:extLst>
          </p:cNvPr>
          <p:cNvSpPr/>
          <p:nvPr/>
        </p:nvSpPr>
        <p:spPr>
          <a:xfrm>
            <a:off x="5978946" y="3355739"/>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5000</a:t>
            </a:r>
          </a:p>
        </p:txBody>
      </p:sp>
      <p:sp>
        <p:nvSpPr>
          <p:cNvPr id="15" name="직사각형 14">
            <a:extLst>
              <a:ext uri="{FF2B5EF4-FFF2-40B4-BE49-F238E27FC236}">
                <a16:creationId xmlns:a16="http://schemas.microsoft.com/office/drawing/2014/main" id="{A29F5B00-A12B-446A-9FE3-19A9B8E7AFDC}"/>
              </a:ext>
            </a:extLst>
          </p:cNvPr>
          <p:cNvSpPr/>
          <p:nvPr/>
        </p:nvSpPr>
        <p:spPr>
          <a:xfrm>
            <a:off x="2373829" y="3556946"/>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5000</a:t>
            </a:r>
          </a:p>
        </p:txBody>
      </p:sp>
      <p:sp>
        <p:nvSpPr>
          <p:cNvPr id="16" name="직사각형 15">
            <a:extLst>
              <a:ext uri="{FF2B5EF4-FFF2-40B4-BE49-F238E27FC236}">
                <a16:creationId xmlns:a16="http://schemas.microsoft.com/office/drawing/2014/main" id="{B067DA9D-694A-4138-9F44-642A3C280A54}"/>
              </a:ext>
            </a:extLst>
          </p:cNvPr>
          <p:cNvSpPr/>
          <p:nvPr/>
        </p:nvSpPr>
        <p:spPr>
          <a:xfrm>
            <a:off x="4331815" y="3555236"/>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5000</a:t>
            </a:r>
          </a:p>
        </p:txBody>
      </p:sp>
      <p:sp>
        <p:nvSpPr>
          <p:cNvPr id="17" name="직사각형 16">
            <a:extLst>
              <a:ext uri="{FF2B5EF4-FFF2-40B4-BE49-F238E27FC236}">
                <a16:creationId xmlns:a16="http://schemas.microsoft.com/office/drawing/2014/main" id="{1B5467B5-46CE-4CCF-8578-0530FFFD913E}"/>
              </a:ext>
            </a:extLst>
          </p:cNvPr>
          <p:cNvSpPr/>
          <p:nvPr/>
        </p:nvSpPr>
        <p:spPr>
          <a:xfrm>
            <a:off x="4103661" y="5700395"/>
            <a:ext cx="1157388"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배송비 등록</a:t>
            </a:r>
            <a:endParaRPr lang="en-US" altLang="ko-KR" sz="800" dirty="0">
              <a:solidFill>
                <a:schemeClr val="bg1"/>
              </a:solidFill>
            </a:endParaRPr>
          </a:p>
        </p:txBody>
      </p:sp>
      <p:grpSp>
        <p:nvGrpSpPr>
          <p:cNvPr id="18" name="Image">
            <a:extLst>
              <a:ext uri="{FF2B5EF4-FFF2-40B4-BE49-F238E27FC236}">
                <a16:creationId xmlns:a16="http://schemas.microsoft.com/office/drawing/2014/main" id="{40C11FB2-B54A-4357-B9E5-EEDE2A737C10}"/>
              </a:ext>
            </a:extLst>
          </p:cNvPr>
          <p:cNvGrpSpPr>
            <a:grpSpLocks/>
          </p:cNvGrpSpPr>
          <p:nvPr/>
        </p:nvGrpSpPr>
        <p:grpSpPr bwMode="auto">
          <a:xfrm>
            <a:off x="8789158" y="1383911"/>
            <a:ext cx="204716" cy="209797"/>
            <a:chOff x="508000" y="1397000"/>
            <a:chExt cx="1008112" cy="1008112"/>
          </a:xfrm>
        </p:grpSpPr>
        <p:sp>
          <p:nvSpPr>
            <p:cNvPr id="19" name="Border">
              <a:extLst>
                <a:ext uri="{FF2B5EF4-FFF2-40B4-BE49-F238E27FC236}">
                  <a16:creationId xmlns:a16="http://schemas.microsoft.com/office/drawing/2014/main" id="{8F9A5F3D-F82A-4FA3-9F25-35A1AAEEA493}"/>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 name="Line 2">
              <a:extLst>
                <a:ext uri="{FF2B5EF4-FFF2-40B4-BE49-F238E27FC236}">
                  <a16:creationId xmlns:a16="http://schemas.microsoft.com/office/drawing/2014/main" id="{371860E9-34B1-46BE-9905-6A304A5E31A8}"/>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 name="Line 1">
              <a:extLst>
                <a:ext uri="{FF2B5EF4-FFF2-40B4-BE49-F238E27FC236}">
                  <a16:creationId xmlns:a16="http://schemas.microsoft.com/office/drawing/2014/main" id="{64EE815C-CF35-468F-BA68-265391B907CE}"/>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aphicFrame>
        <p:nvGraphicFramePr>
          <p:cNvPr id="22" name="표 21">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2796243510"/>
              </p:ext>
            </p:extLst>
          </p:nvPr>
        </p:nvGraphicFramePr>
        <p:xfrm>
          <a:off x="10171774" y="22159"/>
          <a:ext cx="1979018" cy="214987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RF-02-12-01-5</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배송비설정</a:t>
                      </a:r>
                      <a:r>
                        <a:rPr lang="ko-KR" altLang="en-US" sz="800" dirty="0"/>
                        <a:t>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t>배송비설정</a:t>
                      </a:r>
                      <a:r>
                        <a:rPr lang="ko-KR" altLang="en-US" sz="800" dirty="0"/>
                        <a:t> 목록 </a:t>
                      </a:r>
                      <a:r>
                        <a:rPr lang="en-US" altLang="ko-KR" sz="800" dirty="0"/>
                        <a:t>&gt; </a:t>
                      </a:r>
                      <a:r>
                        <a:rPr lang="ko-KR" altLang="en-US" sz="800" dirty="0" err="1"/>
                        <a:t>배송비</a:t>
                      </a:r>
                      <a:r>
                        <a:rPr lang="ko-KR" altLang="en-US" sz="800" dirty="0"/>
                        <a:t> 등록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구간별 </a:t>
                      </a:r>
                      <a:r>
                        <a:rPr lang="ko-KR" altLang="en-US" sz="800" dirty="0" err="1"/>
                        <a:t>배송비</a:t>
                      </a:r>
                      <a:r>
                        <a:rPr lang="ko-KR" altLang="en-US" sz="800" baseline="0" dirty="0"/>
                        <a:t> </a:t>
                      </a:r>
                      <a:r>
                        <a:rPr lang="ko-KR" altLang="en-US" sz="800" dirty="0"/>
                        <a:t>선택 시 출력되는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배송비</a:t>
                      </a:r>
                      <a:r>
                        <a:rPr lang="ko-KR" altLang="en-US" sz="800" b="0" dirty="0">
                          <a:solidFill>
                            <a:schemeClr val="tx1"/>
                          </a:solidFill>
                        </a:rPr>
                        <a:t> 유형 중 구간별 </a:t>
                      </a:r>
                      <a:r>
                        <a:rPr lang="ko-KR" altLang="en-US" sz="800" b="0" dirty="0" err="1">
                          <a:solidFill>
                            <a:schemeClr val="tx1"/>
                          </a:solidFill>
                        </a:rPr>
                        <a:t>배송비를</a:t>
                      </a:r>
                      <a:r>
                        <a:rPr lang="ko-KR" altLang="en-US" sz="800" b="0" dirty="0">
                          <a:solidFill>
                            <a:schemeClr val="tx1"/>
                          </a:solidFill>
                        </a:rPr>
                        <a:t> 선택</a:t>
                      </a:r>
                      <a:r>
                        <a:rPr lang="ko-KR" altLang="en-US" sz="800" b="0" baseline="0" dirty="0">
                          <a:solidFill>
                            <a:schemeClr val="tx1"/>
                          </a:solidFill>
                        </a:rPr>
                        <a:t> 후 구매조건을 금액별로 선택한 경우 조건 금액 을 입력할 수 있는 영역이 활성화된다</a:t>
                      </a:r>
                      <a:r>
                        <a:rPr lang="en-US" altLang="ko-KR" sz="800" b="0" baseline="0" dirty="0">
                          <a:solidFill>
                            <a:schemeClr val="tx1"/>
                          </a:solidFill>
                        </a:rPr>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23" name="TextBox 22">
            <a:extLst>
              <a:ext uri="{FF2B5EF4-FFF2-40B4-BE49-F238E27FC236}">
                <a16:creationId xmlns:a16="http://schemas.microsoft.com/office/drawing/2014/main" id="{38F262C8-ACF8-4FC7-81DA-843C5AB289C5}"/>
              </a:ext>
            </a:extLst>
          </p:cNvPr>
          <p:cNvSpPr txBox="1"/>
          <p:nvPr/>
        </p:nvSpPr>
        <p:spPr>
          <a:xfrm>
            <a:off x="1462966" y="2804394"/>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213740232"/>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5E8DBE22-BB54-464B-9A15-D934F1C16FE5}"/>
              </a:ext>
            </a:extLst>
          </p:cNvPr>
          <p:cNvSpPr/>
          <p:nvPr/>
        </p:nvSpPr>
        <p:spPr>
          <a:xfrm>
            <a:off x="401866" y="1309230"/>
            <a:ext cx="8673492" cy="5079459"/>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29" name="TextBox 28">
            <a:extLst>
              <a:ext uri="{FF2B5EF4-FFF2-40B4-BE49-F238E27FC236}">
                <a16:creationId xmlns:a16="http://schemas.microsoft.com/office/drawing/2014/main" id="{8248F226-CF6C-4C1A-9F3E-D3F4E4AD6192}"/>
              </a:ext>
            </a:extLst>
          </p:cNvPr>
          <p:cNvSpPr txBox="1"/>
          <p:nvPr/>
        </p:nvSpPr>
        <p:spPr>
          <a:xfrm>
            <a:off x="505653" y="1425567"/>
            <a:ext cx="95731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배송비 등록</a:t>
            </a:r>
            <a:endParaRPr lang="ko-KR" altLang="en-US" sz="900" dirty="0"/>
          </a:p>
        </p:txBody>
      </p:sp>
      <p:graphicFrame>
        <p:nvGraphicFramePr>
          <p:cNvPr id="32" name="표 31">
            <a:extLst>
              <a:ext uri="{FF2B5EF4-FFF2-40B4-BE49-F238E27FC236}">
                <a16:creationId xmlns:a16="http://schemas.microsoft.com/office/drawing/2014/main" id="{E28502CD-EFD6-40B3-9B3B-13D1DCCD473F}"/>
              </a:ext>
            </a:extLst>
          </p:cNvPr>
          <p:cNvGraphicFramePr>
            <a:graphicFrameLocks noGrp="1"/>
          </p:cNvGraphicFramePr>
          <p:nvPr>
            <p:extLst>
              <p:ext uri="{D42A27DB-BD31-4B8C-83A1-F6EECF244321}">
                <p14:modId xmlns:p14="http://schemas.microsoft.com/office/powerpoint/2010/main" val="3552855248"/>
              </p:ext>
            </p:extLst>
          </p:nvPr>
        </p:nvGraphicFramePr>
        <p:xfrm>
          <a:off x="575553" y="1709374"/>
          <a:ext cx="8213605" cy="3718814"/>
        </p:xfrm>
        <a:graphic>
          <a:graphicData uri="http://schemas.openxmlformats.org/drawingml/2006/table">
            <a:tbl>
              <a:tblPr firstRow="1" bandRow="1">
                <a:tableStyleId>{5C22544A-7EE6-4342-B048-85BDC9FD1C3A}</a:tableStyleId>
              </a:tblPr>
              <a:tblGrid>
                <a:gridCol w="1065236">
                  <a:extLst>
                    <a:ext uri="{9D8B030D-6E8A-4147-A177-3AD203B41FA5}">
                      <a16:colId xmlns:a16="http://schemas.microsoft.com/office/drawing/2014/main" val="20000"/>
                    </a:ext>
                  </a:extLst>
                </a:gridCol>
                <a:gridCol w="7148369">
                  <a:extLst>
                    <a:ext uri="{9D8B030D-6E8A-4147-A177-3AD203B41FA5}">
                      <a16:colId xmlns:a16="http://schemas.microsoft.com/office/drawing/2014/main" val="20001"/>
                    </a:ext>
                  </a:extLst>
                </a:gridCol>
              </a:tblGrid>
              <a:tr h="0">
                <a:tc>
                  <a:txBody>
                    <a:bodyPr/>
                    <a:lstStyle/>
                    <a:p>
                      <a:pPr latinLnBrk="1"/>
                      <a:r>
                        <a:rPr lang="ko-KR" altLang="en-US" sz="900" b="0" dirty="0">
                          <a:solidFill>
                            <a:schemeClr val="tx1"/>
                          </a:solidFill>
                        </a:rPr>
                        <a:t>배송구분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사용자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0991833"/>
                  </a:ext>
                </a:extLst>
              </a:tr>
              <a:tr h="0">
                <a:tc>
                  <a:txBody>
                    <a:bodyPr/>
                    <a:lstStyle/>
                    <a:p>
                      <a:pPr latinLnBrk="1"/>
                      <a:r>
                        <a:rPr lang="ko-KR" altLang="en-US" sz="900" b="0" dirty="0">
                          <a:solidFill>
                            <a:schemeClr val="tx1"/>
                          </a:solidFill>
                        </a:rPr>
                        <a:t>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사용     ○ 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543731296"/>
                  </a:ext>
                </a:extLst>
              </a:tr>
              <a:tr h="0">
                <a:tc>
                  <a:txBody>
                    <a:bodyPr/>
                    <a:lstStyle/>
                    <a:p>
                      <a:pPr latinLnBrk="1"/>
                      <a:r>
                        <a:rPr lang="ko-KR" altLang="en-US" sz="900" b="0" dirty="0">
                          <a:solidFill>
                            <a:schemeClr val="tx1"/>
                          </a:solidFill>
                        </a:rPr>
                        <a:t>배송비 명칭 </a:t>
                      </a:r>
                      <a:r>
                        <a:rPr lang="en-US" altLang="ko-KR" sz="900" b="1" dirty="0">
                          <a:solidFill>
                            <a:srgbClr val="FF0000"/>
                          </a:solidFill>
                        </a:rPr>
                        <a:t>*</a:t>
                      </a:r>
                      <a:endParaRPr lang="ko-KR" altLang="en-US" sz="900" b="1" dirty="0">
                        <a:solidFill>
                          <a:srgbClr val="FF0000"/>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900" b="0" dirty="0" err="1">
                          <a:solidFill>
                            <a:schemeClr val="tx1"/>
                          </a:solidFill>
                        </a:rPr>
                        <a:t>지정택배사</a:t>
                      </a:r>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3440615"/>
                  </a:ext>
                </a:extLst>
              </a:tr>
              <a:tr h="0">
                <a:tc rowSpan="2">
                  <a:txBody>
                    <a:bodyPr/>
                    <a:lstStyle/>
                    <a:p>
                      <a:pPr latinLnBrk="1"/>
                      <a:r>
                        <a:rPr lang="ko-KR" altLang="en-US" sz="900" b="0" dirty="0">
                          <a:solidFill>
                            <a:schemeClr val="tx1"/>
                          </a:solidFill>
                        </a:rPr>
                        <a:t>배송비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무료배송     ○ 무료배송 </a:t>
                      </a:r>
                      <a:r>
                        <a:rPr lang="en-US" altLang="ko-KR" sz="900" b="0" i="0" u="none" strike="noStrike" dirty="0">
                          <a:solidFill>
                            <a:srgbClr val="000000"/>
                          </a:solidFill>
                          <a:effectLst/>
                          <a:latin typeface="+mn-lt"/>
                        </a:rPr>
                        <a:t>(</a:t>
                      </a:r>
                      <a:r>
                        <a:rPr lang="ko-KR" altLang="en-US" sz="900" b="0" i="0" u="none" strike="noStrike" dirty="0">
                          <a:solidFill>
                            <a:srgbClr val="000000"/>
                          </a:solidFill>
                          <a:effectLst/>
                          <a:latin typeface="+mn-lt"/>
                        </a:rPr>
                        <a:t>조건부</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고정 배송비</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변동 배송비</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구간별 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17744534"/>
                  </a:ext>
                </a:extLst>
              </a:tr>
              <a:tr h="0">
                <a:tc vMerge="1">
                  <a:txBody>
                    <a:bodyPr/>
                    <a:lstStyle/>
                    <a:p>
                      <a:pPr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구매조건선택    ○ 금액별      ● </a:t>
                      </a:r>
                      <a:r>
                        <a:rPr lang="ko-KR" altLang="en-US" sz="900" b="0" i="0" u="none" strike="noStrike" dirty="0" err="1">
                          <a:solidFill>
                            <a:srgbClr val="000000"/>
                          </a:solidFill>
                          <a:effectLst/>
                          <a:latin typeface="+mn-lt"/>
                        </a:rPr>
                        <a:t>수량별</a:t>
                      </a: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상품 수량                              개 이상 </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개 미만</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배송비                             원 부과</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a:t>
                      </a: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상품 수량                              개 이상 </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개 미만</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배송비                             원 부과</a:t>
                      </a:r>
                      <a:r>
                        <a:rPr lang="en-US" altLang="ko-KR" sz="900" b="0" i="0" u="none" strike="noStrike" dirty="0">
                          <a:solidFill>
                            <a:srgbClr val="000000"/>
                          </a:solidFill>
                          <a:effectLst/>
                          <a:latin typeface="+mn-lt"/>
                        </a:rPr>
                        <a:t> </a:t>
                      </a:r>
                    </a:p>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상품 수량                              개 이상</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배송비                             원 부과</a:t>
                      </a:r>
                      <a:r>
                        <a:rPr lang="en-US" altLang="ko-KR" sz="900" b="0" i="0" u="none" strike="noStrike" dirty="0">
                          <a:solidFill>
                            <a:srgbClr val="000000"/>
                          </a:solidFill>
                          <a:effectLst/>
                          <a:latin typeface="+mn-lt"/>
                        </a:rPr>
                        <a:t>  </a:t>
                      </a:r>
                      <a:r>
                        <a:rPr lang="ko-KR" altLang="en-US" sz="800" b="0" i="0" u="none" strike="noStrike" dirty="0">
                          <a:solidFill>
                            <a:schemeClr val="bg1">
                              <a:lumMod val="50000"/>
                            </a:schemeClr>
                          </a:solidFill>
                          <a:effectLst/>
                          <a:latin typeface="+mn-lt"/>
                        </a:rPr>
                        <a:t>ⓘ</a:t>
                      </a:r>
                      <a:r>
                        <a:rPr lang="en-US" altLang="ko-KR" sz="800" b="0" i="0" u="none" strike="noStrike" dirty="0">
                          <a:solidFill>
                            <a:schemeClr val="bg1">
                              <a:lumMod val="50000"/>
                            </a:schemeClr>
                          </a:solidFill>
                          <a:effectLst/>
                          <a:latin typeface="+mn-lt"/>
                        </a:rPr>
                        <a:t> </a:t>
                      </a:r>
                      <a:r>
                        <a:rPr lang="ko-KR" altLang="en-US" sz="800" b="0" i="0" u="none" strike="noStrike" dirty="0">
                          <a:solidFill>
                            <a:schemeClr val="bg1">
                              <a:lumMod val="50000"/>
                            </a:schemeClr>
                          </a:solidFill>
                          <a:effectLst/>
                          <a:latin typeface="+mn-lt"/>
                        </a:rPr>
                        <a:t>마지막 금액</a:t>
                      </a:r>
                      <a:r>
                        <a:rPr lang="en-US" altLang="ko-KR" sz="800" b="0" i="0" u="none" strike="noStrike" dirty="0">
                          <a:solidFill>
                            <a:schemeClr val="bg1">
                              <a:lumMod val="50000"/>
                            </a:schemeClr>
                          </a:solidFill>
                          <a:effectLst/>
                          <a:latin typeface="+mn-lt"/>
                        </a:rPr>
                        <a:t>, </a:t>
                      </a:r>
                      <a:r>
                        <a:rPr lang="ko-KR" altLang="en-US" sz="800" b="0" i="0" u="none" strike="noStrike" dirty="0">
                          <a:solidFill>
                            <a:schemeClr val="bg1">
                              <a:lumMod val="50000"/>
                            </a:schemeClr>
                          </a:solidFill>
                          <a:effectLst/>
                          <a:latin typeface="+mn-lt"/>
                        </a:rPr>
                        <a:t>자동 입력</a:t>
                      </a:r>
                      <a:endParaRPr lang="en-US" altLang="ko-KR" sz="800" b="0" i="0" u="none" strike="noStrike" dirty="0">
                        <a:solidFill>
                          <a:schemeClr val="bg1">
                            <a:lumMod val="50000"/>
                          </a:schemeClr>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800" b="0" i="0" u="none" strike="noStrike" dirty="0">
                          <a:solidFill>
                            <a:schemeClr val="tx1">
                              <a:lumMod val="50000"/>
                              <a:lumOff val="50000"/>
                            </a:schemeClr>
                          </a:solidFill>
                          <a:effectLst/>
                          <a:latin typeface="+mn-lt"/>
                        </a:rPr>
                        <a:t>- </a:t>
                      </a:r>
                      <a:r>
                        <a:rPr lang="ko-KR" altLang="en-US" sz="800" b="0" i="0" u="none" strike="noStrike" dirty="0">
                          <a:solidFill>
                            <a:schemeClr val="tx1">
                              <a:lumMod val="50000"/>
                              <a:lumOff val="50000"/>
                            </a:schemeClr>
                          </a:solidFill>
                          <a:effectLst/>
                          <a:latin typeface="+mn-lt"/>
                        </a:rPr>
                        <a:t>구간별 배송비는 해당 구간만 적용되며</a:t>
                      </a:r>
                      <a:r>
                        <a:rPr lang="en-US" altLang="ko-KR" sz="800" b="0" i="0" u="none" strike="noStrike" dirty="0">
                          <a:solidFill>
                            <a:schemeClr val="tx1">
                              <a:lumMod val="50000"/>
                              <a:lumOff val="50000"/>
                            </a:schemeClr>
                          </a:solidFill>
                          <a:effectLst/>
                          <a:latin typeface="+mn-lt"/>
                        </a:rPr>
                        <a:t>, </a:t>
                      </a:r>
                      <a:r>
                        <a:rPr lang="ko-KR" altLang="en-US" sz="800" b="0" i="0" u="none" strike="noStrike" dirty="0">
                          <a:solidFill>
                            <a:schemeClr val="tx1">
                              <a:lumMod val="50000"/>
                              <a:lumOff val="50000"/>
                            </a:schemeClr>
                          </a:solidFill>
                          <a:effectLst/>
                          <a:latin typeface="+mn-lt"/>
                        </a:rPr>
                        <a:t>다른 구간의 배송비 금액은 합산되지 않습니다</a:t>
                      </a:r>
                      <a:r>
                        <a:rPr lang="en-US" altLang="ko-KR" sz="800" b="0" i="0" u="none" strike="noStrike" dirty="0">
                          <a:solidFill>
                            <a:schemeClr val="tx1">
                              <a:lumMod val="50000"/>
                              <a:lumOff val="50000"/>
                            </a:schemeClr>
                          </a:solidFill>
                          <a:effectLst/>
                          <a:latin typeface="+mn-lt"/>
                        </a:rPr>
                        <a:t>.</a:t>
                      </a:r>
                      <a:br>
                        <a:rPr lang="en-US" altLang="ko-KR" sz="800" b="0" i="0" u="none" strike="noStrike" dirty="0">
                          <a:solidFill>
                            <a:schemeClr val="tx1">
                              <a:lumMod val="50000"/>
                              <a:lumOff val="50000"/>
                            </a:schemeClr>
                          </a:solidFill>
                          <a:effectLst/>
                          <a:latin typeface="+mn-lt"/>
                        </a:rPr>
                      </a:br>
                      <a:r>
                        <a:rPr lang="en-US" altLang="ko-KR" sz="800" b="0" i="0" u="none" strike="noStrike" dirty="0">
                          <a:solidFill>
                            <a:schemeClr val="tx1">
                              <a:lumMod val="50000"/>
                              <a:lumOff val="50000"/>
                            </a:schemeClr>
                          </a:solidFill>
                          <a:effectLst/>
                          <a:latin typeface="+mn-lt"/>
                        </a:rPr>
                        <a:t>- </a:t>
                      </a:r>
                      <a:r>
                        <a:rPr lang="ko-KR" altLang="en-US" sz="800" b="0" i="0" u="none" strike="noStrike" dirty="0">
                          <a:solidFill>
                            <a:schemeClr val="tx1">
                              <a:lumMod val="50000"/>
                              <a:lumOff val="50000"/>
                            </a:schemeClr>
                          </a:solidFill>
                          <a:effectLst/>
                          <a:latin typeface="+mn-lt"/>
                        </a:rPr>
                        <a:t>지역별 배송비는 지역별 배송비 조건에 따라 별도 부과될 수 있습니다</a:t>
                      </a:r>
                      <a:r>
                        <a:rPr lang="en-US" altLang="ko-KR" sz="800" b="0" i="0" u="none" strike="noStrike" dirty="0">
                          <a:solidFill>
                            <a:schemeClr val="tx1">
                              <a:lumMod val="50000"/>
                              <a:lumOff val="50000"/>
                            </a:schemeClr>
                          </a:solidFill>
                          <a:effectLst/>
                          <a:latin typeface="+mn-lt"/>
                        </a:rPr>
                        <a:t>.</a:t>
                      </a:r>
                      <a:br>
                        <a:rPr lang="en-US" altLang="ko-KR" sz="800" b="0" i="0" u="none" strike="noStrike" dirty="0">
                          <a:solidFill>
                            <a:schemeClr val="tx1">
                              <a:lumMod val="50000"/>
                              <a:lumOff val="50000"/>
                            </a:schemeClr>
                          </a:solidFill>
                          <a:effectLst/>
                          <a:latin typeface="+mn-lt"/>
                        </a:rPr>
                      </a:br>
                      <a:r>
                        <a:rPr lang="en-US" altLang="ko-KR" sz="800" b="0" i="0" u="none" strike="noStrike" dirty="0">
                          <a:solidFill>
                            <a:schemeClr val="tx1">
                              <a:lumMod val="50000"/>
                              <a:lumOff val="50000"/>
                            </a:schemeClr>
                          </a:solidFill>
                          <a:effectLst/>
                          <a:latin typeface="+mn-lt"/>
                        </a:rPr>
                        <a:t>- </a:t>
                      </a:r>
                      <a:r>
                        <a:rPr lang="ko-KR" altLang="en-US" sz="800" b="0" i="0" u="none" strike="noStrike" dirty="0">
                          <a:solidFill>
                            <a:schemeClr val="tx1">
                              <a:lumMod val="50000"/>
                              <a:lumOff val="50000"/>
                            </a:schemeClr>
                          </a:solidFill>
                          <a:effectLst/>
                          <a:latin typeface="+mn-lt"/>
                        </a:rPr>
                        <a:t>배송비 금액을 </a:t>
                      </a:r>
                      <a:r>
                        <a:rPr lang="en-US" altLang="ko-KR" sz="800" b="0" i="0" u="none" strike="noStrike" dirty="0">
                          <a:solidFill>
                            <a:schemeClr val="tx1">
                              <a:lumMod val="50000"/>
                              <a:lumOff val="50000"/>
                            </a:schemeClr>
                          </a:solidFill>
                          <a:effectLst/>
                          <a:latin typeface="+mn-lt"/>
                        </a:rPr>
                        <a:t>0</a:t>
                      </a:r>
                      <a:r>
                        <a:rPr lang="ko-KR" altLang="en-US" sz="800" b="0" i="0" u="none" strike="noStrike" dirty="0">
                          <a:solidFill>
                            <a:schemeClr val="tx1">
                              <a:lumMod val="50000"/>
                              <a:lumOff val="50000"/>
                            </a:schemeClr>
                          </a:solidFill>
                          <a:effectLst/>
                          <a:latin typeface="+mn-lt"/>
                        </a:rPr>
                        <a:t>원으로 입력할 경우 무료배송 처리됩니다</a:t>
                      </a:r>
                      <a:r>
                        <a:rPr lang="en-US" altLang="ko-KR" sz="800" b="0" i="0" u="none" strike="noStrike" dirty="0">
                          <a:solidFill>
                            <a:schemeClr val="tx1">
                              <a:lumMod val="50000"/>
                              <a:lumOff val="50000"/>
                            </a:schemeClr>
                          </a:solidFill>
                          <a:effectLst/>
                          <a:latin typeface="+mn-lt"/>
                        </a:rPr>
                        <a:t>.</a:t>
                      </a:r>
                      <a:endParaRPr lang="en-US" altLang="ko-KR" sz="800" b="0"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59347248"/>
                  </a:ext>
                </a:extLst>
              </a:tr>
              <a:tr h="0">
                <a:tc>
                  <a:txBody>
                    <a:bodyPr/>
                    <a:lstStyle/>
                    <a:p>
                      <a:pPr latinLnBrk="1"/>
                      <a:r>
                        <a:rPr lang="ko-KR" altLang="en-US" sz="900" b="0" dirty="0">
                          <a:solidFill>
                            <a:schemeClr val="tx1"/>
                          </a:solidFill>
                        </a:rPr>
                        <a:t>배송비 결제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a:t>
                      </a:r>
                      <a:r>
                        <a:rPr lang="ko-KR" altLang="en-US" sz="900" b="0" i="0" u="none" strike="noStrike" dirty="0" err="1">
                          <a:solidFill>
                            <a:srgbClr val="000000"/>
                          </a:solidFill>
                          <a:effectLst/>
                          <a:latin typeface="+mn-lt"/>
                        </a:rPr>
                        <a:t>선결제</a:t>
                      </a:r>
                      <a:r>
                        <a:rPr lang="ko-KR" altLang="en-US" sz="900" b="0" i="0" u="none" strike="noStrike" dirty="0">
                          <a:solidFill>
                            <a:srgbClr val="000000"/>
                          </a:solidFill>
                          <a:effectLst/>
                          <a:latin typeface="+mn-lt"/>
                        </a:rPr>
                        <a:t>        ○ 착불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928728226"/>
                  </a:ext>
                </a:extLst>
              </a:tr>
              <a:tr h="0">
                <a:tc>
                  <a:txBody>
                    <a:bodyPr/>
                    <a:lstStyle/>
                    <a:p>
                      <a:pPr latinLnBrk="1"/>
                      <a:r>
                        <a:rPr lang="ko-KR" altLang="en-US" sz="900" b="0" dirty="0">
                          <a:solidFill>
                            <a:schemeClr val="tx1"/>
                          </a:solidFill>
                        </a:rPr>
                        <a:t>지역별 배송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제주 지역          ● 배송함   ○ </a:t>
                      </a:r>
                      <a:r>
                        <a:rPr lang="ko-KR" altLang="en-US" sz="900" b="0" i="0" u="none" strike="noStrike" dirty="0" err="1">
                          <a:solidFill>
                            <a:srgbClr val="000000"/>
                          </a:solidFill>
                          <a:effectLst/>
                          <a:latin typeface="+mn-lt"/>
                        </a:rPr>
                        <a:t>배송안함</a:t>
                      </a:r>
                      <a:r>
                        <a:rPr lang="ko-KR" altLang="en-US" sz="900" b="0" i="0" u="none" strike="noStrike" dirty="0">
                          <a:solidFill>
                            <a:srgbClr val="000000"/>
                          </a:solidFill>
                          <a:effectLst/>
                          <a:latin typeface="+mn-lt"/>
                        </a:rPr>
                        <a:t> </a:t>
                      </a: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도서산간 지역    ● 배송함   ○ </a:t>
                      </a:r>
                      <a:r>
                        <a:rPr lang="ko-KR" altLang="en-US" sz="900" b="0" i="0" u="none" strike="noStrike" dirty="0" err="1">
                          <a:solidFill>
                            <a:srgbClr val="000000"/>
                          </a:solidFill>
                          <a:effectLst/>
                          <a:latin typeface="+mn-lt"/>
                        </a:rPr>
                        <a:t>배송안함</a:t>
                      </a:r>
                      <a:endParaRPr lang="en-US" altLang="ko-KR"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19695819"/>
                  </a:ext>
                </a:extLst>
              </a:tr>
              <a:tr h="0">
                <a:tc>
                  <a:txBody>
                    <a:bodyPr/>
                    <a:lstStyle/>
                    <a:p>
                      <a:pPr latinLnBrk="1"/>
                      <a:r>
                        <a:rPr lang="ko-KR" altLang="en-US" sz="900" b="0" dirty="0">
                          <a:solidFill>
                            <a:schemeClr val="tx1"/>
                          </a:solidFill>
                        </a:rPr>
                        <a:t>지역별 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a:t>
                      </a:r>
                      <a:r>
                        <a:rPr lang="ko-KR" altLang="en-US" sz="900" b="0" i="0" u="none" strike="noStrike" dirty="0" err="1">
                          <a:solidFill>
                            <a:srgbClr val="000000"/>
                          </a:solidFill>
                          <a:effectLst/>
                          <a:latin typeface="+mn-lt"/>
                        </a:rPr>
                        <a:t>사용안함</a:t>
                      </a:r>
                      <a:r>
                        <a:rPr lang="ko-KR" altLang="en-US" sz="900" b="0" i="0" u="none" strike="noStrike" dirty="0">
                          <a:solidFill>
                            <a:srgbClr val="000000"/>
                          </a:solidFill>
                          <a:effectLst/>
                          <a:latin typeface="+mn-lt"/>
                        </a:rPr>
                        <a:t> </a:t>
                      </a:r>
                      <a:r>
                        <a:rPr lang="ko-KR" altLang="en-US" sz="900" b="0" i="0" u="none" strike="noStrike" dirty="0">
                          <a:solidFill>
                            <a:schemeClr val="bg1">
                              <a:lumMod val="50000"/>
                            </a:schemeClr>
                          </a:solidFill>
                          <a:effectLst/>
                          <a:latin typeface="+mn-lt"/>
                        </a:rPr>
                        <a:t>ⓘ</a:t>
                      </a:r>
                      <a:r>
                        <a:rPr lang="ko-KR" altLang="en-US" sz="900" b="0" i="0" u="none" strike="noStrike" dirty="0">
                          <a:solidFill>
                            <a:srgbClr val="000000"/>
                          </a:solidFill>
                          <a:effectLst/>
                          <a:latin typeface="+mn-lt"/>
                        </a:rPr>
                        <a:t>     ○ 배송권역 방식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59286478"/>
                  </a:ext>
                </a:extLst>
              </a:tr>
            </a:tbl>
          </a:graphicData>
        </a:graphic>
      </p:graphicFrame>
      <p:sp>
        <p:nvSpPr>
          <p:cNvPr id="3" name="직사각형 2">
            <a:extLst>
              <a:ext uri="{FF2B5EF4-FFF2-40B4-BE49-F238E27FC236}">
                <a16:creationId xmlns:a16="http://schemas.microsoft.com/office/drawing/2014/main" id="{AA3FD4E5-DD3F-4AD0-8194-94E484A298B5}"/>
              </a:ext>
            </a:extLst>
          </p:cNvPr>
          <p:cNvSpPr/>
          <p:nvPr/>
        </p:nvSpPr>
        <p:spPr>
          <a:xfrm>
            <a:off x="1734514" y="2191846"/>
            <a:ext cx="693212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5" name="직사각형 4">
            <a:extLst>
              <a:ext uri="{FF2B5EF4-FFF2-40B4-BE49-F238E27FC236}">
                <a16:creationId xmlns:a16="http://schemas.microsoft.com/office/drawing/2014/main" id="{E40867FE-8C1B-4EBC-89F9-8B83E7ED604F}"/>
              </a:ext>
            </a:extLst>
          </p:cNvPr>
          <p:cNvSpPr/>
          <p:nvPr/>
        </p:nvSpPr>
        <p:spPr>
          <a:xfrm>
            <a:off x="1734514" y="2414187"/>
            <a:ext cx="2741952"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자체배송                                                      ▼</a:t>
            </a:r>
            <a:endParaRPr lang="en-US" altLang="ko-KR" sz="800" dirty="0">
              <a:solidFill>
                <a:schemeClr val="tx1">
                  <a:lumMod val="50000"/>
                  <a:lumOff val="50000"/>
                </a:schemeClr>
              </a:solidFill>
            </a:endParaRPr>
          </a:p>
        </p:txBody>
      </p:sp>
      <p:sp>
        <p:nvSpPr>
          <p:cNvPr id="31" name="직사각형 30">
            <a:extLst>
              <a:ext uri="{FF2B5EF4-FFF2-40B4-BE49-F238E27FC236}">
                <a16:creationId xmlns:a16="http://schemas.microsoft.com/office/drawing/2014/main" id="{85A03CA7-A815-45C1-B211-31DFA3175F9F}"/>
              </a:ext>
            </a:extLst>
          </p:cNvPr>
          <p:cNvSpPr/>
          <p:nvPr/>
        </p:nvSpPr>
        <p:spPr>
          <a:xfrm>
            <a:off x="2373829" y="3136498"/>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5000</a:t>
            </a:r>
          </a:p>
        </p:txBody>
      </p:sp>
      <p:sp>
        <p:nvSpPr>
          <p:cNvPr id="8" name="직사각형 7">
            <a:extLst>
              <a:ext uri="{FF2B5EF4-FFF2-40B4-BE49-F238E27FC236}">
                <a16:creationId xmlns:a16="http://schemas.microsoft.com/office/drawing/2014/main" id="{5E462126-E79F-4B4A-8EBF-29D1CEAE7453}"/>
              </a:ext>
            </a:extLst>
          </p:cNvPr>
          <p:cNvSpPr/>
          <p:nvPr/>
        </p:nvSpPr>
        <p:spPr>
          <a:xfrm>
            <a:off x="4046191" y="3136498"/>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5000</a:t>
            </a:r>
          </a:p>
        </p:txBody>
      </p:sp>
      <p:sp>
        <p:nvSpPr>
          <p:cNvPr id="9" name="직사각형 8">
            <a:extLst>
              <a:ext uri="{FF2B5EF4-FFF2-40B4-BE49-F238E27FC236}">
                <a16:creationId xmlns:a16="http://schemas.microsoft.com/office/drawing/2014/main" id="{F0D99826-2BAD-44B7-BB11-D697763FFB13}"/>
              </a:ext>
            </a:extLst>
          </p:cNvPr>
          <p:cNvSpPr/>
          <p:nvPr/>
        </p:nvSpPr>
        <p:spPr>
          <a:xfrm>
            <a:off x="5978946" y="3136498"/>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5000</a:t>
            </a:r>
          </a:p>
        </p:txBody>
      </p:sp>
      <p:sp>
        <p:nvSpPr>
          <p:cNvPr id="10" name="직사각형 9">
            <a:extLst>
              <a:ext uri="{FF2B5EF4-FFF2-40B4-BE49-F238E27FC236}">
                <a16:creationId xmlns:a16="http://schemas.microsoft.com/office/drawing/2014/main" id="{283AB35A-9EAB-4A7B-92C3-FD3B200A0C10}"/>
              </a:ext>
            </a:extLst>
          </p:cNvPr>
          <p:cNvSpPr/>
          <p:nvPr/>
        </p:nvSpPr>
        <p:spPr>
          <a:xfrm>
            <a:off x="7598077" y="3360755"/>
            <a:ext cx="341530" cy="146522"/>
          </a:xfrm>
          <a:prstGeom prst="rect">
            <a:avLst/>
          </a:prstGeom>
          <a:solidFill>
            <a:srgbClr val="FF0000"/>
          </a:solidFill>
          <a:ln w="63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삭제</a:t>
            </a:r>
            <a:endParaRPr lang="en-US" altLang="ko-KR" sz="600" dirty="0">
              <a:solidFill>
                <a:schemeClr val="bg1"/>
              </a:solidFill>
            </a:endParaRPr>
          </a:p>
        </p:txBody>
      </p:sp>
      <p:sp>
        <p:nvSpPr>
          <p:cNvPr id="11" name="직사각형 10">
            <a:extLst>
              <a:ext uri="{FF2B5EF4-FFF2-40B4-BE49-F238E27FC236}">
                <a16:creationId xmlns:a16="http://schemas.microsoft.com/office/drawing/2014/main" id="{FC3E3946-6042-4DBF-B612-01A996A00F5D}"/>
              </a:ext>
            </a:extLst>
          </p:cNvPr>
          <p:cNvSpPr/>
          <p:nvPr/>
        </p:nvSpPr>
        <p:spPr>
          <a:xfrm>
            <a:off x="7598077" y="3130594"/>
            <a:ext cx="341530" cy="146522"/>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a:solidFill>
                  <a:schemeClr val="bg1"/>
                </a:solidFill>
              </a:rPr>
              <a:t>추가</a:t>
            </a:r>
            <a:endParaRPr lang="en-US" altLang="ko-KR" sz="600" dirty="0">
              <a:solidFill>
                <a:schemeClr val="bg1"/>
              </a:solidFill>
            </a:endParaRPr>
          </a:p>
        </p:txBody>
      </p:sp>
      <p:sp>
        <p:nvSpPr>
          <p:cNvPr id="12" name="직사각형 11">
            <a:extLst>
              <a:ext uri="{FF2B5EF4-FFF2-40B4-BE49-F238E27FC236}">
                <a16:creationId xmlns:a16="http://schemas.microsoft.com/office/drawing/2014/main" id="{F5B2E736-F99C-4DDA-B92F-5E8D5CF3D11E}"/>
              </a:ext>
            </a:extLst>
          </p:cNvPr>
          <p:cNvSpPr/>
          <p:nvPr/>
        </p:nvSpPr>
        <p:spPr>
          <a:xfrm>
            <a:off x="2373829" y="3355739"/>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5000</a:t>
            </a:r>
          </a:p>
        </p:txBody>
      </p:sp>
      <p:sp>
        <p:nvSpPr>
          <p:cNvPr id="13" name="직사각형 12">
            <a:extLst>
              <a:ext uri="{FF2B5EF4-FFF2-40B4-BE49-F238E27FC236}">
                <a16:creationId xmlns:a16="http://schemas.microsoft.com/office/drawing/2014/main" id="{D1287DE2-8A32-4944-8A9A-25A0FA71796B}"/>
              </a:ext>
            </a:extLst>
          </p:cNvPr>
          <p:cNvSpPr/>
          <p:nvPr/>
        </p:nvSpPr>
        <p:spPr>
          <a:xfrm>
            <a:off x="4046191" y="3355739"/>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5000</a:t>
            </a:r>
          </a:p>
        </p:txBody>
      </p:sp>
      <p:sp>
        <p:nvSpPr>
          <p:cNvPr id="14" name="직사각형 13">
            <a:extLst>
              <a:ext uri="{FF2B5EF4-FFF2-40B4-BE49-F238E27FC236}">
                <a16:creationId xmlns:a16="http://schemas.microsoft.com/office/drawing/2014/main" id="{30486B06-84F5-497F-AB22-B4EE789095E8}"/>
              </a:ext>
            </a:extLst>
          </p:cNvPr>
          <p:cNvSpPr/>
          <p:nvPr/>
        </p:nvSpPr>
        <p:spPr>
          <a:xfrm>
            <a:off x="5978946" y="3355739"/>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5000</a:t>
            </a:r>
          </a:p>
        </p:txBody>
      </p:sp>
      <p:sp>
        <p:nvSpPr>
          <p:cNvPr id="15" name="직사각형 14">
            <a:extLst>
              <a:ext uri="{FF2B5EF4-FFF2-40B4-BE49-F238E27FC236}">
                <a16:creationId xmlns:a16="http://schemas.microsoft.com/office/drawing/2014/main" id="{A29F5B00-A12B-446A-9FE3-19A9B8E7AFDC}"/>
              </a:ext>
            </a:extLst>
          </p:cNvPr>
          <p:cNvSpPr/>
          <p:nvPr/>
        </p:nvSpPr>
        <p:spPr>
          <a:xfrm>
            <a:off x="2373829" y="3556946"/>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5000</a:t>
            </a:r>
          </a:p>
        </p:txBody>
      </p:sp>
      <p:sp>
        <p:nvSpPr>
          <p:cNvPr id="16" name="직사각형 15">
            <a:extLst>
              <a:ext uri="{FF2B5EF4-FFF2-40B4-BE49-F238E27FC236}">
                <a16:creationId xmlns:a16="http://schemas.microsoft.com/office/drawing/2014/main" id="{B067DA9D-694A-4138-9F44-642A3C280A54}"/>
              </a:ext>
            </a:extLst>
          </p:cNvPr>
          <p:cNvSpPr/>
          <p:nvPr/>
        </p:nvSpPr>
        <p:spPr>
          <a:xfrm>
            <a:off x="4331815" y="3555236"/>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5000</a:t>
            </a:r>
          </a:p>
        </p:txBody>
      </p:sp>
      <p:sp>
        <p:nvSpPr>
          <p:cNvPr id="17" name="직사각형 16">
            <a:extLst>
              <a:ext uri="{FF2B5EF4-FFF2-40B4-BE49-F238E27FC236}">
                <a16:creationId xmlns:a16="http://schemas.microsoft.com/office/drawing/2014/main" id="{CD4A0F85-5C28-403A-889E-4D2F94F9B68C}"/>
              </a:ext>
            </a:extLst>
          </p:cNvPr>
          <p:cNvSpPr/>
          <p:nvPr/>
        </p:nvSpPr>
        <p:spPr>
          <a:xfrm>
            <a:off x="4103661" y="5700404"/>
            <a:ext cx="1157388"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배송비 등록</a:t>
            </a:r>
            <a:endParaRPr lang="en-US" altLang="ko-KR" sz="800" dirty="0">
              <a:solidFill>
                <a:schemeClr val="bg1"/>
              </a:solidFill>
            </a:endParaRPr>
          </a:p>
        </p:txBody>
      </p:sp>
      <p:grpSp>
        <p:nvGrpSpPr>
          <p:cNvPr id="18" name="Image">
            <a:extLst>
              <a:ext uri="{FF2B5EF4-FFF2-40B4-BE49-F238E27FC236}">
                <a16:creationId xmlns:a16="http://schemas.microsoft.com/office/drawing/2014/main" id="{15FDCD58-A553-4477-B67E-E9E70F6D9CFA}"/>
              </a:ext>
            </a:extLst>
          </p:cNvPr>
          <p:cNvGrpSpPr>
            <a:grpSpLocks/>
          </p:cNvGrpSpPr>
          <p:nvPr/>
        </p:nvGrpSpPr>
        <p:grpSpPr bwMode="auto">
          <a:xfrm>
            <a:off x="8789158" y="1383911"/>
            <a:ext cx="204716" cy="209797"/>
            <a:chOff x="508000" y="1397000"/>
            <a:chExt cx="1008112" cy="1008112"/>
          </a:xfrm>
        </p:grpSpPr>
        <p:sp>
          <p:nvSpPr>
            <p:cNvPr id="19" name="Border">
              <a:extLst>
                <a:ext uri="{FF2B5EF4-FFF2-40B4-BE49-F238E27FC236}">
                  <a16:creationId xmlns:a16="http://schemas.microsoft.com/office/drawing/2014/main" id="{25DFB9EC-41E1-43C8-AB95-848E6F81B635}"/>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 name="Line 2">
              <a:extLst>
                <a:ext uri="{FF2B5EF4-FFF2-40B4-BE49-F238E27FC236}">
                  <a16:creationId xmlns:a16="http://schemas.microsoft.com/office/drawing/2014/main" id="{157DD570-D5FC-4A1E-B5A1-B6575F10884D}"/>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 name="Line 1">
              <a:extLst>
                <a:ext uri="{FF2B5EF4-FFF2-40B4-BE49-F238E27FC236}">
                  <a16:creationId xmlns:a16="http://schemas.microsoft.com/office/drawing/2014/main" id="{1F1958DE-EF02-411A-9D43-2DF3AAAF1C8F}"/>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aphicFrame>
        <p:nvGraphicFramePr>
          <p:cNvPr id="22" name="표 21">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1036405712"/>
              </p:ext>
            </p:extLst>
          </p:nvPr>
        </p:nvGraphicFramePr>
        <p:xfrm>
          <a:off x="10171774" y="22159"/>
          <a:ext cx="1979018" cy="227179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RF-02-12-01-6</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배송비설정</a:t>
                      </a:r>
                      <a:r>
                        <a:rPr lang="ko-KR" altLang="en-US" sz="800" dirty="0"/>
                        <a:t>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t>배송비설정</a:t>
                      </a:r>
                      <a:r>
                        <a:rPr lang="ko-KR" altLang="en-US" sz="800" dirty="0"/>
                        <a:t> 목록 </a:t>
                      </a:r>
                      <a:r>
                        <a:rPr lang="en-US" altLang="ko-KR" sz="800" dirty="0"/>
                        <a:t>&gt; </a:t>
                      </a:r>
                      <a:r>
                        <a:rPr lang="ko-KR" altLang="en-US" sz="800" dirty="0" err="1"/>
                        <a:t>배송비</a:t>
                      </a:r>
                      <a:r>
                        <a:rPr lang="ko-KR" altLang="en-US" sz="800" dirty="0"/>
                        <a:t> 등록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구간별 </a:t>
                      </a:r>
                      <a:r>
                        <a:rPr lang="ko-KR" altLang="en-US" sz="800" dirty="0" err="1"/>
                        <a:t>배송비</a:t>
                      </a:r>
                      <a:r>
                        <a:rPr lang="ko-KR" altLang="en-US" sz="800" baseline="0" dirty="0"/>
                        <a:t> </a:t>
                      </a:r>
                      <a:r>
                        <a:rPr lang="en-US" altLang="ko-KR" sz="800" baseline="0" dirty="0"/>
                        <a:t>&gt; </a:t>
                      </a:r>
                      <a:r>
                        <a:rPr lang="ko-KR" altLang="en-US" sz="800" baseline="0" dirty="0" err="1"/>
                        <a:t>수량별</a:t>
                      </a:r>
                      <a:r>
                        <a:rPr lang="ko-KR" altLang="en-US" sz="800" baseline="0" dirty="0"/>
                        <a:t> </a:t>
                      </a:r>
                      <a:r>
                        <a:rPr lang="ko-KR" altLang="en-US" sz="800" dirty="0"/>
                        <a:t>선택 시 출력되는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배송비</a:t>
                      </a:r>
                      <a:r>
                        <a:rPr lang="ko-KR" altLang="en-US" sz="800" b="0" dirty="0">
                          <a:solidFill>
                            <a:schemeClr val="tx1"/>
                          </a:solidFill>
                        </a:rPr>
                        <a:t> 유형 중 구간별 </a:t>
                      </a:r>
                      <a:r>
                        <a:rPr lang="ko-KR" altLang="en-US" sz="800" b="0" dirty="0" err="1">
                          <a:solidFill>
                            <a:schemeClr val="tx1"/>
                          </a:solidFill>
                        </a:rPr>
                        <a:t>배송비를</a:t>
                      </a:r>
                      <a:r>
                        <a:rPr lang="ko-KR" altLang="en-US" sz="800" b="0" dirty="0">
                          <a:solidFill>
                            <a:schemeClr val="tx1"/>
                          </a:solidFill>
                        </a:rPr>
                        <a:t> 선택한 후 구매조건 중 </a:t>
                      </a:r>
                      <a:r>
                        <a:rPr lang="ko-KR" altLang="en-US" sz="800" b="0" dirty="0" err="1">
                          <a:solidFill>
                            <a:schemeClr val="tx1"/>
                          </a:solidFill>
                        </a:rPr>
                        <a:t>수량별을</a:t>
                      </a:r>
                      <a:r>
                        <a:rPr lang="ko-KR" altLang="en-US" sz="800" b="0" dirty="0">
                          <a:solidFill>
                            <a:schemeClr val="tx1"/>
                          </a:solidFill>
                        </a:rPr>
                        <a:t> 선택한 경우 조건 수량을 입력할 수 있는 영역이 활성화된다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23" name="TextBox 22">
            <a:extLst>
              <a:ext uri="{FF2B5EF4-FFF2-40B4-BE49-F238E27FC236}">
                <a16:creationId xmlns:a16="http://schemas.microsoft.com/office/drawing/2014/main" id="{38F262C8-ACF8-4FC7-81DA-843C5AB289C5}"/>
              </a:ext>
            </a:extLst>
          </p:cNvPr>
          <p:cNvSpPr txBox="1"/>
          <p:nvPr/>
        </p:nvSpPr>
        <p:spPr>
          <a:xfrm>
            <a:off x="1462966" y="2899762"/>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1456748706"/>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직사각형 16">
            <a:extLst>
              <a:ext uri="{FF2B5EF4-FFF2-40B4-BE49-F238E27FC236}">
                <a16:creationId xmlns:a16="http://schemas.microsoft.com/office/drawing/2014/main" id="{D1108794-9258-426E-88ED-09A51819D499}"/>
              </a:ext>
            </a:extLst>
          </p:cNvPr>
          <p:cNvSpPr/>
          <p:nvPr/>
        </p:nvSpPr>
        <p:spPr>
          <a:xfrm>
            <a:off x="422741" y="1297530"/>
            <a:ext cx="8673492" cy="4691488"/>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18" name="TextBox 17">
            <a:extLst>
              <a:ext uri="{FF2B5EF4-FFF2-40B4-BE49-F238E27FC236}">
                <a16:creationId xmlns:a16="http://schemas.microsoft.com/office/drawing/2014/main" id="{DE7BE336-4E42-4357-A8D2-69B2F016793A}"/>
              </a:ext>
            </a:extLst>
          </p:cNvPr>
          <p:cNvSpPr txBox="1"/>
          <p:nvPr/>
        </p:nvSpPr>
        <p:spPr>
          <a:xfrm>
            <a:off x="505653" y="1425567"/>
            <a:ext cx="95731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배송비 등록</a:t>
            </a:r>
            <a:endParaRPr lang="ko-KR" altLang="en-US" sz="900" dirty="0"/>
          </a:p>
        </p:txBody>
      </p:sp>
      <p:graphicFrame>
        <p:nvGraphicFramePr>
          <p:cNvPr id="19" name="표 18">
            <a:extLst>
              <a:ext uri="{FF2B5EF4-FFF2-40B4-BE49-F238E27FC236}">
                <a16:creationId xmlns:a16="http://schemas.microsoft.com/office/drawing/2014/main" id="{1E0A0AAF-FFBE-4124-AEAC-E4F53184AE49}"/>
              </a:ext>
            </a:extLst>
          </p:cNvPr>
          <p:cNvGraphicFramePr>
            <a:graphicFrameLocks noGrp="1"/>
          </p:cNvGraphicFramePr>
          <p:nvPr>
            <p:extLst>
              <p:ext uri="{D42A27DB-BD31-4B8C-83A1-F6EECF244321}">
                <p14:modId xmlns:p14="http://schemas.microsoft.com/office/powerpoint/2010/main" val="871496366"/>
              </p:ext>
            </p:extLst>
          </p:nvPr>
        </p:nvGraphicFramePr>
        <p:xfrm>
          <a:off x="575553" y="1709375"/>
          <a:ext cx="8213605" cy="3036503"/>
        </p:xfrm>
        <a:graphic>
          <a:graphicData uri="http://schemas.openxmlformats.org/drawingml/2006/table">
            <a:tbl>
              <a:tblPr firstRow="1" bandRow="1">
                <a:tableStyleId>{5C22544A-7EE6-4342-B048-85BDC9FD1C3A}</a:tableStyleId>
              </a:tblPr>
              <a:tblGrid>
                <a:gridCol w="1065236">
                  <a:extLst>
                    <a:ext uri="{9D8B030D-6E8A-4147-A177-3AD203B41FA5}">
                      <a16:colId xmlns:a16="http://schemas.microsoft.com/office/drawing/2014/main" val="20000"/>
                    </a:ext>
                  </a:extLst>
                </a:gridCol>
                <a:gridCol w="7148369">
                  <a:extLst>
                    <a:ext uri="{9D8B030D-6E8A-4147-A177-3AD203B41FA5}">
                      <a16:colId xmlns:a16="http://schemas.microsoft.com/office/drawing/2014/main" val="20001"/>
                    </a:ext>
                  </a:extLst>
                </a:gridCol>
              </a:tblGrid>
              <a:tr h="220125">
                <a:tc>
                  <a:txBody>
                    <a:bodyPr/>
                    <a:lstStyle/>
                    <a:p>
                      <a:pPr latinLnBrk="1"/>
                      <a:r>
                        <a:rPr lang="ko-KR" altLang="en-US" sz="900" b="0" dirty="0">
                          <a:solidFill>
                            <a:schemeClr val="tx1"/>
                          </a:solidFill>
                        </a:rPr>
                        <a:t>배송구분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사용자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0991833"/>
                  </a:ext>
                </a:extLst>
              </a:tr>
              <a:tr h="220125">
                <a:tc>
                  <a:txBody>
                    <a:bodyPr/>
                    <a:lstStyle/>
                    <a:p>
                      <a:pPr latinLnBrk="1"/>
                      <a:r>
                        <a:rPr lang="ko-KR" altLang="en-US" sz="900" b="0" dirty="0">
                          <a:solidFill>
                            <a:schemeClr val="tx1"/>
                          </a:solidFill>
                        </a:rPr>
                        <a:t>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사용     ○ 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543731296"/>
                  </a:ext>
                </a:extLst>
              </a:tr>
              <a:tr h="220125">
                <a:tc>
                  <a:txBody>
                    <a:bodyPr/>
                    <a:lstStyle/>
                    <a:p>
                      <a:pPr latinLnBrk="1"/>
                      <a:r>
                        <a:rPr lang="ko-KR" altLang="en-US" sz="900" b="0" dirty="0">
                          <a:solidFill>
                            <a:schemeClr val="tx1"/>
                          </a:solidFill>
                        </a:rPr>
                        <a:t>배송비 명칭 </a:t>
                      </a:r>
                      <a:r>
                        <a:rPr lang="en-US" altLang="ko-KR" sz="900" b="1" dirty="0">
                          <a:solidFill>
                            <a:srgbClr val="FF0000"/>
                          </a:solidFill>
                        </a:rPr>
                        <a:t>*</a:t>
                      </a:r>
                      <a:endParaRPr lang="ko-KR" altLang="en-US" sz="900" b="1" dirty="0">
                        <a:solidFill>
                          <a:srgbClr val="FF0000"/>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220125">
                <a:tc>
                  <a:txBody>
                    <a:bodyPr/>
                    <a:lstStyle/>
                    <a:p>
                      <a:pPr latinLnBrk="1"/>
                      <a:r>
                        <a:rPr lang="ko-KR" altLang="en-US" sz="900" b="0" dirty="0" err="1">
                          <a:solidFill>
                            <a:schemeClr val="tx1"/>
                          </a:solidFill>
                        </a:rPr>
                        <a:t>지정택배사</a:t>
                      </a:r>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3440615"/>
                  </a:ext>
                </a:extLst>
              </a:tr>
              <a:tr h="220125">
                <a:tc>
                  <a:txBody>
                    <a:bodyPr/>
                    <a:lstStyle/>
                    <a:p>
                      <a:pPr latinLnBrk="1"/>
                      <a:r>
                        <a:rPr lang="ko-KR" altLang="en-US" sz="900" b="0" dirty="0">
                          <a:solidFill>
                            <a:schemeClr val="tx1"/>
                          </a:solidFill>
                        </a:rPr>
                        <a:t>배송비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무료배송     ○ 무료배송 </a:t>
                      </a:r>
                      <a:r>
                        <a:rPr lang="en-US" altLang="ko-KR" sz="900" b="0" i="0" u="none" strike="noStrike" dirty="0">
                          <a:solidFill>
                            <a:srgbClr val="000000"/>
                          </a:solidFill>
                          <a:effectLst/>
                          <a:latin typeface="+mn-lt"/>
                        </a:rPr>
                        <a:t>(</a:t>
                      </a:r>
                      <a:r>
                        <a:rPr lang="ko-KR" altLang="en-US" sz="900" b="0" i="0" u="none" strike="noStrike" dirty="0">
                          <a:solidFill>
                            <a:srgbClr val="000000"/>
                          </a:solidFill>
                          <a:effectLst/>
                          <a:latin typeface="+mn-lt"/>
                        </a:rPr>
                        <a:t>조건부</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고정 배송비</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변동 배송비</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구간별 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17744534"/>
                  </a:ext>
                </a:extLst>
              </a:tr>
              <a:tr h="220125">
                <a:tc>
                  <a:txBody>
                    <a:bodyPr/>
                    <a:lstStyle/>
                    <a:p>
                      <a:pPr latinLnBrk="1"/>
                      <a:r>
                        <a:rPr lang="ko-KR" altLang="en-US" sz="900" b="0" dirty="0">
                          <a:solidFill>
                            <a:schemeClr val="tx1"/>
                          </a:solidFill>
                        </a:rPr>
                        <a:t>배송비 결제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a:t>
                      </a:r>
                      <a:r>
                        <a:rPr lang="ko-KR" altLang="en-US" sz="900" b="0" i="0" u="none" strike="noStrike" dirty="0" err="1">
                          <a:solidFill>
                            <a:srgbClr val="000000"/>
                          </a:solidFill>
                          <a:effectLst/>
                          <a:latin typeface="+mn-lt"/>
                        </a:rPr>
                        <a:t>선결제</a:t>
                      </a:r>
                      <a:r>
                        <a:rPr lang="ko-KR" altLang="en-US" sz="900" b="0" i="0" u="none" strike="noStrike" dirty="0">
                          <a:solidFill>
                            <a:srgbClr val="000000"/>
                          </a:solidFill>
                          <a:effectLst/>
                          <a:latin typeface="+mn-lt"/>
                        </a:rPr>
                        <a:t>        ○ 착불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928728226"/>
                  </a:ext>
                </a:extLst>
              </a:tr>
              <a:tr h="458716">
                <a:tc>
                  <a:txBody>
                    <a:bodyPr/>
                    <a:lstStyle/>
                    <a:p>
                      <a:pPr latinLnBrk="1"/>
                      <a:r>
                        <a:rPr lang="ko-KR" altLang="en-US" sz="900" b="0" dirty="0">
                          <a:solidFill>
                            <a:schemeClr val="tx1"/>
                          </a:solidFill>
                        </a:rPr>
                        <a:t>지역별 배송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제주 지역          ● 배송함   ○ </a:t>
                      </a:r>
                      <a:r>
                        <a:rPr lang="ko-KR" altLang="en-US" sz="900" b="0" i="0" u="none" strike="noStrike" dirty="0" err="1">
                          <a:solidFill>
                            <a:srgbClr val="000000"/>
                          </a:solidFill>
                          <a:effectLst/>
                          <a:latin typeface="+mn-lt"/>
                        </a:rPr>
                        <a:t>배송안함</a:t>
                      </a:r>
                      <a:r>
                        <a:rPr lang="ko-KR" altLang="en-US" sz="900" b="0" i="0" u="none" strike="noStrike" dirty="0">
                          <a:solidFill>
                            <a:srgbClr val="000000"/>
                          </a:solidFill>
                          <a:effectLst/>
                          <a:latin typeface="+mn-lt"/>
                        </a:rPr>
                        <a:t> </a:t>
                      </a: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도서산간 지역    ● 배송함   ○ </a:t>
                      </a:r>
                      <a:r>
                        <a:rPr lang="ko-KR" altLang="en-US" sz="900" b="0" i="0" u="none" strike="noStrike" dirty="0" err="1">
                          <a:solidFill>
                            <a:srgbClr val="000000"/>
                          </a:solidFill>
                          <a:effectLst/>
                          <a:latin typeface="+mn-lt"/>
                        </a:rPr>
                        <a:t>배송안함</a:t>
                      </a:r>
                      <a:endParaRPr lang="en-US" altLang="ko-KR"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19695819"/>
                  </a:ext>
                </a:extLst>
              </a:tr>
              <a:tr h="220125">
                <a:tc rowSpan="2">
                  <a:txBody>
                    <a:bodyPr/>
                    <a:lstStyle/>
                    <a:p>
                      <a:pPr latinLnBrk="1"/>
                      <a:r>
                        <a:rPr lang="ko-KR" altLang="en-US" sz="900" b="0" dirty="0">
                          <a:solidFill>
                            <a:schemeClr val="tx1"/>
                          </a:solidFill>
                        </a:rPr>
                        <a:t>지역별 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a:t>
                      </a:r>
                      <a:r>
                        <a:rPr lang="ko-KR" altLang="en-US" sz="900" b="0" i="0" u="none" strike="noStrike" dirty="0" err="1">
                          <a:solidFill>
                            <a:srgbClr val="000000"/>
                          </a:solidFill>
                          <a:effectLst/>
                          <a:latin typeface="+mn-lt"/>
                        </a:rPr>
                        <a:t>사용안함</a:t>
                      </a:r>
                      <a:r>
                        <a:rPr lang="ko-KR" altLang="en-US" sz="900" b="0" i="0" u="none" strike="noStrike" dirty="0">
                          <a:solidFill>
                            <a:srgbClr val="000000"/>
                          </a:solidFill>
                          <a:effectLst/>
                          <a:latin typeface="+mn-lt"/>
                        </a:rPr>
                        <a:t> </a:t>
                      </a:r>
                      <a:r>
                        <a:rPr lang="ko-KR" altLang="en-US" sz="900" b="0" i="0" u="none" strike="noStrike" dirty="0">
                          <a:solidFill>
                            <a:schemeClr val="bg1">
                              <a:lumMod val="50000"/>
                            </a:schemeClr>
                          </a:solidFill>
                          <a:effectLst/>
                          <a:latin typeface="+mn-lt"/>
                        </a:rPr>
                        <a:t>ⓘ</a:t>
                      </a:r>
                      <a:r>
                        <a:rPr lang="ko-KR" altLang="en-US" sz="900" b="0" i="0" u="none" strike="noStrike" dirty="0">
                          <a:solidFill>
                            <a:srgbClr val="000000"/>
                          </a:solidFill>
                          <a:effectLst/>
                          <a:latin typeface="+mn-lt"/>
                        </a:rPr>
                        <a:t>     ● 배송권역 방식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59286478"/>
                  </a:ext>
                </a:extLst>
              </a:tr>
              <a:tr h="959926">
                <a:tc vMerge="1">
                  <a:txBody>
                    <a:bodyPr/>
                    <a:lstStyle/>
                    <a:p>
                      <a:pPr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lang="ko-KR" altLang="en-US" sz="900" b="0" i="0" u="none" strike="noStrike" dirty="0">
                          <a:solidFill>
                            <a:schemeClr val="bg1">
                              <a:lumMod val="50000"/>
                            </a:schemeClr>
                          </a:solidFill>
                          <a:effectLst/>
                          <a:latin typeface="+mn-lt"/>
                        </a:rPr>
                        <a:t>                                                     </a:t>
                      </a:r>
                      <a:r>
                        <a:rPr lang="ko-KR" altLang="en-US" sz="800" b="0" i="0" u="none" strike="noStrike" dirty="0">
                          <a:solidFill>
                            <a:schemeClr val="bg1">
                              <a:lumMod val="50000"/>
                            </a:schemeClr>
                          </a:solidFill>
                          <a:effectLst/>
                          <a:latin typeface="+mn-lt"/>
                        </a:rPr>
                        <a:t>ⓘ</a:t>
                      </a:r>
                      <a:r>
                        <a:rPr lang="en-US" altLang="ko-KR" sz="800" b="0" i="0" u="none" strike="noStrike" dirty="0">
                          <a:solidFill>
                            <a:schemeClr val="bg1">
                              <a:lumMod val="50000"/>
                            </a:schemeClr>
                          </a:solidFill>
                          <a:effectLst/>
                          <a:latin typeface="+mn-lt"/>
                        </a:rPr>
                        <a:t> 2</a:t>
                      </a:r>
                      <a:r>
                        <a:rPr lang="ko-KR" altLang="en-US" sz="800" b="0" i="0" u="none" strike="noStrike" dirty="0">
                          <a:solidFill>
                            <a:schemeClr val="bg1">
                              <a:lumMod val="50000"/>
                            </a:schemeClr>
                          </a:solidFill>
                          <a:effectLst/>
                          <a:latin typeface="+mn-lt"/>
                        </a:rPr>
                        <a:t>권역 </a:t>
                      </a:r>
                      <a:r>
                        <a:rPr lang="en-US" altLang="ko-KR" sz="800" b="0" i="0" u="none" strike="noStrike" dirty="0">
                          <a:solidFill>
                            <a:schemeClr val="bg1">
                              <a:lumMod val="50000"/>
                            </a:schemeClr>
                          </a:solidFill>
                          <a:effectLst/>
                          <a:latin typeface="+mn-lt"/>
                        </a:rPr>
                        <a:t>: </a:t>
                      </a:r>
                      <a:r>
                        <a:rPr lang="ko-KR" altLang="en-US" sz="800" b="0" i="0" u="none" strike="noStrike" dirty="0">
                          <a:solidFill>
                            <a:schemeClr val="bg1">
                              <a:lumMod val="50000"/>
                            </a:schemeClr>
                          </a:solidFill>
                          <a:effectLst/>
                          <a:latin typeface="+mn-lt"/>
                        </a:rPr>
                        <a:t>제주 </a:t>
                      </a:r>
                      <a:r>
                        <a:rPr lang="en-US" altLang="ko-KR" sz="800" b="0" i="0" u="none" strike="noStrike" dirty="0">
                          <a:solidFill>
                            <a:schemeClr val="bg1">
                              <a:lumMod val="50000"/>
                            </a:schemeClr>
                          </a:solidFill>
                          <a:effectLst/>
                          <a:latin typeface="+mn-lt"/>
                        </a:rPr>
                        <a:t>+ </a:t>
                      </a:r>
                      <a:r>
                        <a:rPr lang="ko-KR" altLang="en-US" sz="800" b="0" i="0" u="none" strike="noStrike" dirty="0">
                          <a:solidFill>
                            <a:schemeClr val="bg1">
                              <a:lumMod val="50000"/>
                            </a:schemeClr>
                          </a:solidFill>
                          <a:effectLst/>
                          <a:latin typeface="+mn-lt"/>
                        </a:rPr>
                        <a:t>도서산간지역 통합 </a:t>
                      </a:r>
                      <a:r>
                        <a:rPr lang="en-US" altLang="ko-KR" sz="800" b="0" i="0" u="none" strike="noStrike" dirty="0">
                          <a:solidFill>
                            <a:schemeClr val="bg1">
                              <a:lumMod val="50000"/>
                            </a:schemeClr>
                          </a:solidFill>
                          <a:effectLst/>
                          <a:latin typeface="+mn-lt"/>
                        </a:rPr>
                        <a:t>/ 3</a:t>
                      </a:r>
                      <a:r>
                        <a:rPr lang="ko-KR" altLang="en-US" sz="800" b="0" i="0" u="none" strike="noStrike" dirty="0">
                          <a:solidFill>
                            <a:schemeClr val="bg1">
                              <a:lumMod val="50000"/>
                            </a:schemeClr>
                          </a:solidFill>
                          <a:effectLst/>
                          <a:latin typeface="+mn-lt"/>
                        </a:rPr>
                        <a:t>권역 </a:t>
                      </a:r>
                      <a:r>
                        <a:rPr lang="en-US" altLang="ko-KR" sz="800" b="0" i="0" u="none" strike="noStrike" dirty="0">
                          <a:solidFill>
                            <a:schemeClr val="bg1">
                              <a:lumMod val="50000"/>
                            </a:schemeClr>
                          </a:solidFill>
                          <a:effectLst/>
                          <a:latin typeface="+mn-lt"/>
                        </a:rPr>
                        <a:t>: </a:t>
                      </a:r>
                      <a:r>
                        <a:rPr lang="ko-KR" altLang="en-US" sz="800" b="0" i="0" u="none" strike="noStrike" dirty="0">
                          <a:solidFill>
                            <a:schemeClr val="bg1">
                              <a:lumMod val="50000"/>
                            </a:schemeClr>
                          </a:solidFill>
                          <a:effectLst/>
                          <a:latin typeface="+mn-lt"/>
                        </a:rPr>
                        <a:t>제주</a:t>
                      </a:r>
                      <a:r>
                        <a:rPr lang="en-US" altLang="ko-KR" sz="800" b="0" i="0" u="none" strike="noStrike" dirty="0">
                          <a:solidFill>
                            <a:schemeClr val="bg1">
                              <a:lumMod val="50000"/>
                            </a:schemeClr>
                          </a:solidFill>
                          <a:effectLst/>
                          <a:latin typeface="+mn-lt"/>
                        </a:rPr>
                        <a:t>, </a:t>
                      </a:r>
                      <a:r>
                        <a:rPr lang="ko-KR" altLang="en-US" sz="800" b="0" i="0" u="none" strike="noStrike" dirty="0">
                          <a:solidFill>
                            <a:schemeClr val="bg1">
                              <a:lumMod val="50000"/>
                            </a:schemeClr>
                          </a:solidFill>
                          <a:effectLst/>
                          <a:latin typeface="+mn-lt"/>
                        </a:rPr>
                        <a:t>도서산간지역 분리</a:t>
                      </a:r>
                      <a:endParaRPr lang="en-US" altLang="ko-KR" sz="800" b="0" i="0" u="none" strike="noStrike" dirty="0">
                        <a:solidFill>
                          <a:schemeClr val="bg1">
                            <a:lumMod val="50000"/>
                          </a:schemeClr>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제주</a:t>
                      </a:r>
                      <a:r>
                        <a:rPr lang="en-US" altLang="ko-KR" sz="900" b="0" i="0" u="none" strike="noStrike" dirty="0">
                          <a:solidFill>
                            <a:srgbClr val="000000"/>
                          </a:solidFill>
                          <a:effectLst/>
                          <a:latin typeface="+mn-lt"/>
                        </a:rPr>
                        <a:t>/</a:t>
                      </a:r>
                      <a:r>
                        <a:rPr lang="ko-KR" altLang="en-US" sz="900" b="0" i="0" u="none" strike="noStrike" dirty="0">
                          <a:solidFill>
                            <a:srgbClr val="000000"/>
                          </a:solidFill>
                          <a:effectLst/>
                          <a:latin typeface="+mn-lt"/>
                        </a:rPr>
                        <a:t>도서산간지역 추가 배송비                              원</a:t>
                      </a: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제주</a:t>
                      </a:r>
                      <a:r>
                        <a:rPr lang="en-US" altLang="ko-KR" sz="900" b="0" i="0" u="none" strike="noStrike" dirty="0">
                          <a:solidFill>
                            <a:srgbClr val="000000"/>
                          </a:solidFill>
                          <a:effectLst/>
                          <a:latin typeface="+mn-lt"/>
                        </a:rPr>
                        <a:t>/</a:t>
                      </a:r>
                      <a:r>
                        <a:rPr lang="ko-KR" altLang="en-US" sz="900" b="0" i="0" u="none" strike="noStrike" dirty="0">
                          <a:solidFill>
                            <a:srgbClr val="000000"/>
                          </a:solidFill>
                          <a:effectLst/>
                          <a:latin typeface="+mn-lt"/>
                        </a:rPr>
                        <a:t>도서산간지역을 제외한 지역 추가 배송비                              원   </a:t>
                      </a:r>
                      <a:r>
                        <a:rPr lang="ko-KR" altLang="en-US" sz="800" b="0" i="0" u="none" strike="noStrike" dirty="0">
                          <a:solidFill>
                            <a:schemeClr val="bg1">
                              <a:lumMod val="50000"/>
                            </a:schemeClr>
                          </a:solidFill>
                          <a:effectLst/>
                          <a:latin typeface="+mn-lt"/>
                        </a:rPr>
                        <a:t>ⓘ</a:t>
                      </a:r>
                      <a:r>
                        <a:rPr lang="en-US" altLang="ko-KR" sz="800" b="0" i="0" u="none" strike="noStrike" dirty="0">
                          <a:solidFill>
                            <a:schemeClr val="bg1">
                              <a:lumMod val="50000"/>
                            </a:schemeClr>
                          </a:solidFill>
                          <a:effectLst/>
                          <a:latin typeface="+mn-lt"/>
                        </a:rPr>
                        <a:t> </a:t>
                      </a:r>
                      <a:r>
                        <a:rPr lang="ko-KR" altLang="en-US" sz="800" b="0" i="0" u="none" strike="noStrike" dirty="0">
                          <a:solidFill>
                            <a:schemeClr val="bg1">
                              <a:lumMod val="50000"/>
                            </a:schemeClr>
                          </a:solidFill>
                          <a:effectLst/>
                          <a:latin typeface="+mn-lt"/>
                        </a:rPr>
                        <a:t>제주도에서 배송되는 상품일 경우에 설정하실 수 있습니다</a:t>
                      </a:r>
                      <a:r>
                        <a:rPr lang="en-US" altLang="ko-KR" sz="800" b="0" i="0" u="none" strike="noStrike" dirty="0">
                          <a:solidFill>
                            <a:schemeClr val="bg1">
                              <a:lumMod val="50000"/>
                            </a:schemeClr>
                          </a:solidFill>
                          <a:effectLst/>
                          <a:latin typeface="+mn-lt"/>
                        </a:rPr>
                        <a:t>.</a:t>
                      </a:r>
                    </a:p>
                    <a:p>
                      <a:pPr marL="0" marR="0" lvl="0" indent="0" algn="l" defTabSz="914400" rtl="0" eaLnBrk="1" fontAlgn="auto" latinLnBrk="1" hangingPunct="1">
                        <a:lnSpc>
                          <a:spcPct val="15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19543794"/>
                  </a:ext>
                </a:extLst>
              </a:tr>
            </a:tbl>
          </a:graphicData>
        </a:graphic>
      </p:graphicFrame>
      <p:sp>
        <p:nvSpPr>
          <p:cNvPr id="20" name="직사각형 19">
            <a:extLst>
              <a:ext uri="{FF2B5EF4-FFF2-40B4-BE49-F238E27FC236}">
                <a16:creationId xmlns:a16="http://schemas.microsoft.com/office/drawing/2014/main" id="{D0462E39-90D5-4F58-8E40-8FA70DA214B7}"/>
              </a:ext>
            </a:extLst>
          </p:cNvPr>
          <p:cNvSpPr/>
          <p:nvPr/>
        </p:nvSpPr>
        <p:spPr>
          <a:xfrm>
            <a:off x="1734514" y="2191846"/>
            <a:ext cx="693212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21" name="직사각형 20">
            <a:extLst>
              <a:ext uri="{FF2B5EF4-FFF2-40B4-BE49-F238E27FC236}">
                <a16:creationId xmlns:a16="http://schemas.microsoft.com/office/drawing/2014/main" id="{E1158684-5142-408D-B164-9678E1559C28}"/>
              </a:ext>
            </a:extLst>
          </p:cNvPr>
          <p:cNvSpPr/>
          <p:nvPr/>
        </p:nvSpPr>
        <p:spPr>
          <a:xfrm>
            <a:off x="1734514" y="2414187"/>
            <a:ext cx="2741952"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자체배송                                                      ▼</a:t>
            </a:r>
            <a:endParaRPr lang="en-US" altLang="ko-KR" sz="800" dirty="0">
              <a:solidFill>
                <a:schemeClr val="tx1">
                  <a:lumMod val="50000"/>
                  <a:lumOff val="50000"/>
                </a:schemeClr>
              </a:solidFill>
            </a:endParaRPr>
          </a:p>
        </p:txBody>
      </p:sp>
      <p:sp>
        <p:nvSpPr>
          <p:cNvPr id="22" name="직사각형 21">
            <a:extLst>
              <a:ext uri="{FF2B5EF4-FFF2-40B4-BE49-F238E27FC236}">
                <a16:creationId xmlns:a16="http://schemas.microsoft.com/office/drawing/2014/main" id="{55F852A0-0BC7-41AC-A27B-CFECDE053403}"/>
              </a:ext>
            </a:extLst>
          </p:cNvPr>
          <p:cNvSpPr/>
          <p:nvPr/>
        </p:nvSpPr>
        <p:spPr>
          <a:xfrm>
            <a:off x="4103661" y="5157724"/>
            <a:ext cx="1157388"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배송비 등록</a:t>
            </a:r>
            <a:endParaRPr lang="en-US" altLang="ko-KR" sz="800" dirty="0">
              <a:solidFill>
                <a:schemeClr val="bg1"/>
              </a:solidFill>
            </a:endParaRPr>
          </a:p>
        </p:txBody>
      </p:sp>
      <p:sp>
        <p:nvSpPr>
          <p:cNvPr id="23" name="직사각형 22">
            <a:extLst>
              <a:ext uri="{FF2B5EF4-FFF2-40B4-BE49-F238E27FC236}">
                <a16:creationId xmlns:a16="http://schemas.microsoft.com/office/drawing/2014/main" id="{57A042BA-2221-4CDF-8A9F-02EA7014727F}"/>
              </a:ext>
            </a:extLst>
          </p:cNvPr>
          <p:cNvSpPr/>
          <p:nvPr/>
        </p:nvSpPr>
        <p:spPr>
          <a:xfrm>
            <a:off x="1734514" y="3830997"/>
            <a:ext cx="1959420"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2</a:t>
            </a:r>
            <a:r>
              <a:rPr lang="ko-KR" altLang="en-US" sz="800" dirty="0">
                <a:solidFill>
                  <a:schemeClr val="tx1">
                    <a:lumMod val="50000"/>
                    <a:lumOff val="50000"/>
                  </a:schemeClr>
                </a:solidFill>
              </a:rPr>
              <a:t>권역                                      ▼</a:t>
            </a:r>
            <a:endParaRPr lang="en-US" altLang="ko-KR" sz="800" dirty="0">
              <a:solidFill>
                <a:schemeClr val="tx1">
                  <a:lumMod val="50000"/>
                  <a:lumOff val="50000"/>
                </a:schemeClr>
              </a:solidFill>
            </a:endParaRPr>
          </a:p>
        </p:txBody>
      </p:sp>
      <p:sp>
        <p:nvSpPr>
          <p:cNvPr id="24" name="직사각형 23">
            <a:extLst>
              <a:ext uri="{FF2B5EF4-FFF2-40B4-BE49-F238E27FC236}">
                <a16:creationId xmlns:a16="http://schemas.microsoft.com/office/drawing/2014/main" id="{8254547C-41CD-486B-BC21-87CB882808C6}"/>
              </a:ext>
            </a:extLst>
          </p:cNvPr>
          <p:cNvSpPr/>
          <p:nvPr/>
        </p:nvSpPr>
        <p:spPr>
          <a:xfrm>
            <a:off x="3489269" y="4069344"/>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0</a:t>
            </a:r>
          </a:p>
        </p:txBody>
      </p:sp>
      <p:sp>
        <p:nvSpPr>
          <p:cNvPr id="25" name="직사각형 24">
            <a:extLst>
              <a:ext uri="{FF2B5EF4-FFF2-40B4-BE49-F238E27FC236}">
                <a16:creationId xmlns:a16="http://schemas.microsoft.com/office/drawing/2014/main" id="{4A3DE8CC-D26B-48D1-A1B9-3453B523A278}"/>
              </a:ext>
            </a:extLst>
          </p:cNvPr>
          <p:cNvSpPr/>
          <p:nvPr/>
        </p:nvSpPr>
        <p:spPr>
          <a:xfrm>
            <a:off x="4229874" y="4265185"/>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0</a:t>
            </a:r>
          </a:p>
        </p:txBody>
      </p:sp>
      <p:grpSp>
        <p:nvGrpSpPr>
          <p:cNvPr id="11" name="Image">
            <a:extLst>
              <a:ext uri="{FF2B5EF4-FFF2-40B4-BE49-F238E27FC236}">
                <a16:creationId xmlns:a16="http://schemas.microsoft.com/office/drawing/2014/main" id="{377AFE0D-9E84-45BA-9308-41AA122F50E2}"/>
              </a:ext>
            </a:extLst>
          </p:cNvPr>
          <p:cNvGrpSpPr>
            <a:grpSpLocks/>
          </p:cNvGrpSpPr>
          <p:nvPr/>
        </p:nvGrpSpPr>
        <p:grpSpPr bwMode="auto">
          <a:xfrm>
            <a:off x="8789158" y="1383911"/>
            <a:ext cx="204716" cy="209797"/>
            <a:chOff x="508000" y="1397000"/>
            <a:chExt cx="1008112" cy="1008112"/>
          </a:xfrm>
        </p:grpSpPr>
        <p:sp>
          <p:nvSpPr>
            <p:cNvPr id="12" name="Border">
              <a:extLst>
                <a:ext uri="{FF2B5EF4-FFF2-40B4-BE49-F238E27FC236}">
                  <a16:creationId xmlns:a16="http://schemas.microsoft.com/office/drawing/2014/main" id="{516A55ED-2840-46A7-AA61-25DA8283796A}"/>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 name="Line 2">
              <a:extLst>
                <a:ext uri="{FF2B5EF4-FFF2-40B4-BE49-F238E27FC236}">
                  <a16:creationId xmlns:a16="http://schemas.microsoft.com/office/drawing/2014/main" id="{BAEBE08D-1AEC-450A-922B-E2640532ED50}"/>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 name="Line 1">
              <a:extLst>
                <a:ext uri="{FF2B5EF4-FFF2-40B4-BE49-F238E27FC236}">
                  <a16:creationId xmlns:a16="http://schemas.microsoft.com/office/drawing/2014/main" id="{3FC319A8-7423-4706-807E-030378168D7B}"/>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aphicFrame>
        <p:nvGraphicFramePr>
          <p:cNvPr id="15" name="표 14">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2334511630"/>
              </p:ext>
            </p:extLst>
          </p:nvPr>
        </p:nvGraphicFramePr>
        <p:xfrm>
          <a:off x="10171774" y="22159"/>
          <a:ext cx="1979018" cy="20279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RF-02-12-01-7</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배송비설정</a:t>
                      </a:r>
                      <a:r>
                        <a:rPr lang="ko-KR" altLang="en-US" sz="800" dirty="0"/>
                        <a:t>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t>배송비설정</a:t>
                      </a:r>
                      <a:r>
                        <a:rPr lang="ko-KR" altLang="en-US" sz="800" dirty="0"/>
                        <a:t> 목록 </a:t>
                      </a:r>
                      <a:r>
                        <a:rPr lang="en-US" altLang="ko-KR" sz="800" dirty="0"/>
                        <a:t>&gt; </a:t>
                      </a:r>
                      <a:r>
                        <a:rPr lang="ko-KR" altLang="en-US" sz="800" dirty="0" err="1"/>
                        <a:t>배송비</a:t>
                      </a:r>
                      <a:r>
                        <a:rPr lang="ko-KR" altLang="en-US" sz="800" dirty="0"/>
                        <a:t> 등록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err="1"/>
                        <a:t>배송권역</a:t>
                      </a:r>
                      <a:r>
                        <a:rPr lang="ko-KR" altLang="en-US" sz="800" dirty="0"/>
                        <a:t> 방식</a:t>
                      </a:r>
                      <a:r>
                        <a:rPr lang="en-US" altLang="ko-KR" sz="800" baseline="0" dirty="0"/>
                        <a:t> &gt; </a:t>
                      </a:r>
                      <a:r>
                        <a:rPr lang="en-US" altLang="ko-KR" sz="800" dirty="0"/>
                        <a:t>2</a:t>
                      </a:r>
                      <a:r>
                        <a:rPr lang="ko-KR" altLang="en-US" sz="800" dirty="0"/>
                        <a:t>권역 선택 시 출력되는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배송 권역 방식 선택 후</a:t>
                      </a:r>
                      <a:r>
                        <a:rPr lang="en-US" altLang="ko-KR" sz="800" b="0" baseline="0" dirty="0">
                          <a:solidFill>
                            <a:schemeClr val="tx1"/>
                          </a:solidFill>
                        </a:rPr>
                        <a:t> 2</a:t>
                      </a:r>
                      <a:r>
                        <a:rPr lang="ko-KR" altLang="en-US" sz="800" b="0" baseline="0" dirty="0">
                          <a:solidFill>
                            <a:schemeClr val="tx1"/>
                          </a:solidFill>
                        </a:rPr>
                        <a:t>권역을 선택한 경우 조건에 맞는 영역이 활성화 된다</a:t>
                      </a:r>
                      <a:r>
                        <a:rPr lang="en-US" altLang="ko-KR" sz="800" b="0" baseline="0" dirty="0">
                          <a:solidFill>
                            <a:schemeClr val="tx1"/>
                          </a:solidFill>
                        </a:rPr>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16" name="TextBox 15">
            <a:extLst>
              <a:ext uri="{FF2B5EF4-FFF2-40B4-BE49-F238E27FC236}">
                <a16:creationId xmlns:a16="http://schemas.microsoft.com/office/drawing/2014/main" id="{38F262C8-ACF8-4FC7-81DA-843C5AB289C5}"/>
              </a:ext>
            </a:extLst>
          </p:cNvPr>
          <p:cNvSpPr txBox="1"/>
          <p:nvPr/>
        </p:nvSpPr>
        <p:spPr>
          <a:xfrm>
            <a:off x="1532112" y="3792493"/>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1601805989"/>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직사각형 16">
            <a:extLst>
              <a:ext uri="{FF2B5EF4-FFF2-40B4-BE49-F238E27FC236}">
                <a16:creationId xmlns:a16="http://schemas.microsoft.com/office/drawing/2014/main" id="{D1108794-9258-426E-88ED-09A51819D499}"/>
              </a:ext>
            </a:extLst>
          </p:cNvPr>
          <p:cNvSpPr/>
          <p:nvPr/>
        </p:nvSpPr>
        <p:spPr>
          <a:xfrm>
            <a:off x="422741" y="1297529"/>
            <a:ext cx="8673492" cy="5066937"/>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18" name="TextBox 17">
            <a:extLst>
              <a:ext uri="{FF2B5EF4-FFF2-40B4-BE49-F238E27FC236}">
                <a16:creationId xmlns:a16="http://schemas.microsoft.com/office/drawing/2014/main" id="{DE7BE336-4E42-4357-A8D2-69B2F016793A}"/>
              </a:ext>
            </a:extLst>
          </p:cNvPr>
          <p:cNvSpPr txBox="1"/>
          <p:nvPr/>
        </p:nvSpPr>
        <p:spPr>
          <a:xfrm>
            <a:off x="505653" y="1425567"/>
            <a:ext cx="95731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배송비 등록</a:t>
            </a:r>
            <a:endParaRPr lang="ko-KR" altLang="en-US" sz="900" dirty="0"/>
          </a:p>
        </p:txBody>
      </p:sp>
      <p:graphicFrame>
        <p:nvGraphicFramePr>
          <p:cNvPr id="19" name="표 18">
            <a:extLst>
              <a:ext uri="{FF2B5EF4-FFF2-40B4-BE49-F238E27FC236}">
                <a16:creationId xmlns:a16="http://schemas.microsoft.com/office/drawing/2014/main" id="{1E0A0AAF-FFBE-4124-AEAC-E4F53184AE49}"/>
              </a:ext>
            </a:extLst>
          </p:cNvPr>
          <p:cNvGraphicFramePr>
            <a:graphicFrameLocks noGrp="1"/>
          </p:cNvGraphicFramePr>
          <p:nvPr>
            <p:extLst>
              <p:ext uri="{D42A27DB-BD31-4B8C-83A1-F6EECF244321}">
                <p14:modId xmlns:p14="http://schemas.microsoft.com/office/powerpoint/2010/main" val="4278204196"/>
              </p:ext>
            </p:extLst>
          </p:nvPr>
        </p:nvGraphicFramePr>
        <p:xfrm>
          <a:off x="575553" y="1709374"/>
          <a:ext cx="8213605" cy="3170238"/>
        </p:xfrm>
        <a:graphic>
          <a:graphicData uri="http://schemas.openxmlformats.org/drawingml/2006/table">
            <a:tbl>
              <a:tblPr firstRow="1" bandRow="1">
                <a:tableStyleId>{5C22544A-7EE6-4342-B048-85BDC9FD1C3A}</a:tableStyleId>
              </a:tblPr>
              <a:tblGrid>
                <a:gridCol w="1065236">
                  <a:extLst>
                    <a:ext uri="{9D8B030D-6E8A-4147-A177-3AD203B41FA5}">
                      <a16:colId xmlns:a16="http://schemas.microsoft.com/office/drawing/2014/main" val="20000"/>
                    </a:ext>
                  </a:extLst>
                </a:gridCol>
                <a:gridCol w="7148369">
                  <a:extLst>
                    <a:ext uri="{9D8B030D-6E8A-4147-A177-3AD203B41FA5}">
                      <a16:colId xmlns:a16="http://schemas.microsoft.com/office/drawing/2014/main" val="20001"/>
                    </a:ext>
                  </a:extLst>
                </a:gridCol>
              </a:tblGrid>
              <a:tr h="212736">
                <a:tc>
                  <a:txBody>
                    <a:bodyPr/>
                    <a:lstStyle/>
                    <a:p>
                      <a:pPr latinLnBrk="1"/>
                      <a:r>
                        <a:rPr lang="ko-KR" altLang="en-US" sz="900" b="0" dirty="0">
                          <a:solidFill>
                            <a:schemeClr val="tx1"/>
                          </a:solidFill>
                        </a:rPr>
                        <a:t>배송구분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사용자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0991833"/>
                  </a:ext>
                </a:extLst>
              </a:tr>
              <a:tr h="212736">
                <a:tc>
                  <a:txBody>
                    <a:bodyPr/>
                    <a:lstStyle/>
                    <a:p>
                      <a:pPr latinLnBrk="1"/>
                      <a:r>
                        <a:rPr lang="ko-KR" altLang="en-US" sz="900" b="0" dirty="0">
                          <a:solidFill>
                            <a:schemeClr val="tx1"/>
                          </a:solidFill>
                        </a:rPr>
                        <a:t>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사용     ○ 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543731296"/>
                  </a:ext>
                </a:extLst>
              </a:tr>
              <a:tr h="212736">
                <a:tc>
                  <a:txBody>
                    <a:bodyPr/>
                    <a:lstStyle/>
                    <a:p>
                      <a:pPr latinLnBrk="1"/>
                      <a:r>
                        <a:rPr lang="ko-KR" altLang="en-US" sz="900" b="0" dirty="0">
                          <a:solidFill>
                            <a:schemeClr val="tx1"/>
                          </a:solidFill>
                        </a:rPr>
                        <a:t>배송비 명칭 </a:t>
                      </a:r>
                      <a:r>
                        <a:rPr lang="en-US" altLang="ko-KR" sz="900" b="1" dirty="0">
                          <a:solidFill>
                            <a:srgbClr val="FF0000"/>
                          </a:solidFill>
                        </a:rPr>
                        <a:t>*</a:t>
                      </a:r>
                      <a:endParaRPr lang="ko-KR" altLang="en-US" sz="900" b="1" dirty="0">
                        <a:solidFill>
                          <a:srgbClr val="FF0000"/>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212736">
                <a:tc>
                  <a:txBody>
                    <a:bodyPr/>
                    <a:lstStyle/>
                    <a:p>
                      <a:pPr latinLnBrk="1"/>
                      <a:r>
                        <a:rPr lang="ko-KR" altLang="en-US" sz="900" b="0" dirty="0" err="1">
                          <a:solidFill>
                            <a:schemeClr val="tx1"/>
                          </a:solidFill>
                        </a:rPr>
                        <a:t>지정택배사</a:t>
                      </a:r>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3440615"/>
                  </a:ext>
                </a:extLst>
              </a:tr>
              <a:tr h="212736">
                <a:tc>
                  <a:txBody>
                    <a:bodyPr/>
                    <a:lstStyle/>
                    <a:p>
                      <a:pPr latinLnBrk="1"/>
                      <a:r>
                        <a:rPr lang="ko-KR" altLang="en-US" sz="900" b="0" dirty="0">
                          <a:solidFill>
                            <a:schemeClr val="tx1"/>
                          </a:solidFill>
                        </a:rPr>
                        <a:t>배송비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무료배송     ○ 무료배송 </a:t>
                      </a:r>
                      <a:r>
                        <a:rPr lang="en-US" altLang="ko-KR" sz="900" b="0" i="0" u="none" strike="noStrike" dirty="0">
                          <a:solidFill>
                            <a:srgbClr val="000000"/>
                          </a:solidFill>
                          <a:effectLst/>
                          <a:latin typeface="+mn-lt"/>
                        </a:rPr>
                        <a:t>(</a:t>
                      </a:r>
                      <a:r>
                        <a:rPr lang="ko-KR" altLang="en-US" sz="900" b="0" i="0" u="none" strike="noStrike" dirty="0">
                          <a:solidFill>
                            <a:srgbClr val="000000"/>
                          </a:solidFill>
                          <a:effectLst/>
                          <a:latin typeface="+mn-lt"/>
                        </a:rPr>
                        <a:t>조건부</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고정 배송비</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변동 배송비</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구간별 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17744534"/>
                  </a:ext>
                </a:extLst>
              </a:tr>
              <a:tr h="212736">
                <a:tc>
                  <a:txBody>
                    <a:bodyPr/>
                    <a:lstStyle/>
                    <a:p>
                      <a:pPr latinLnBrk="1"/>
                      <a:r>
                        <a:rPr lang="ko-KR" altLang="en-US" sz="900" b="0" dirty="0">
                          <a:solidFill>
                            <a:schemeClr val="tx1"/>
                          </a:solidFill>
                        </a:rPr>
                        <a:t>배송비 결제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a:t>
                      </a:r>
                      <a:r>
                        <a:rPr lang="ko-KR" altLang="en-US" sz="900" b="0" i="0" u="none" strike="noStrike" dirty="0" err="1">
                          <a:solidFill>
                            <a:srgbClr val="000000"/>
                          </a:solidFill>
                          <a:effectLst/>
                          <a:latin typeface="+mn-lt"/>
                        </a:rPr>
                        <a:t>선결제</a:t>
                      </a:r>
                      <a:r>
                        <a:rPr lang="ko-KR" altLang="en-US" sz="900" b="0" i="0" u="none" strike="noStrike" dirty="0">
                          <a:solidFill>
                            <a:srgbClr val="000000"/>
                          </a:solidFill>
                          <a:effectLst/>
                          <a:latin typeface="+mn-lt"/>
                        </a:rPr>
                        <a:t>        ○ 착불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928728226"/>
                  </a:ext>
                </a:extLst>
              </a:tr>
              <a:tr h="443317">
                <a:tc>
                  <a:txBody>
                    <a:bodyPr/>
                    <a:lstStyle/>
                    <a:p>
                      <a:pPr latinLnBrk="1"/>
                      <a:r>
                        <a:rPr lang="ko-KR" altLang="en-US" sz="900" b="0" dirty="0">
                          <a:solidFill>
                            <a:schemeClr val="tx1"/>
                          </a:solidFill>
                        </a:rPr>
                        <a:t>지역별 배송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제주 지역          ● 배송함   ○ </a:t>
                      </a:r>
                      <a:r>
                        <a:rPr lang="ko-KR" altLang="en-US" sz="900" b="0" i="0" u="none" strike="noStrike" dirty="0" err="1">
                          <a:solidFill>
                            <a:srgbClr val="000000"/>
                          </a:solidFill>
                          <a:effectLst/>
                          <a:latin typeface="+mn-lt"/>
                        </a:rPr>
                        <a:t>배송안함</a:t>
                      </a:r>
                      <a:r>
                        <a:rPr lang="ko-KR" altLang="en-US" sz="900" b="0" i="0" u="none" strike="noStrike" dirty="0">
                          <a:solidFill>
                            <a:srgbClr val="000000"/>
                          </a:solidFill>
                          <a:effectLst/>
                          <a:latin typeface="+mn-lt"/>
                        </a:rPr>
                        <a:t> </a:t>
                      </a: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도서산간 지역    ● 배송함   ○ </a:t>
                      </a:r>
                      <a:r>
                        <a:rPr lang="ko-KR" altLang="en-US" sz="900" b="0" i="0" u="none" strike="noStrike" dirty="0" err="1">
                          <a:solidFill>
                            <a:srgbClr val="000000"/>
                          </a:solidFill>
                          <a:effectLst/>
                          <a:latin typeface="+mn-lt"/>
                        </a:rPr>
                        <a:t>배송안함</a:t>
                      </a:r>
                      <a:endParaRPr lang="en-US" altLang="ko-KR"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19695819"/>
                  </a:ext>
                </a:extLst>
              </a:tr>
              <a:tr h="212736">
                <a:tc rowSpan="2">
                  <a:txBody>
                    <a:bodyPr/>
                    <a:lstStyle/>
                    <a:p>
                      <a:pPr latinLnBrk="1"/>
                      <a:r>
                        <a:rPr lang="ko-KR" altLang="en-US" sz="900" b="0" dirty="0">
                          <a:solidFill>
                            <a:schemeClr val="tx1"/>
                          </a:solidFill>
                        </a:rPr>
                        <a:t>지역별 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a:t>
                      </a:r>
                      <a:r>
                        <a:rPr lang="ko-KR" altLang="en-US" sz="900" b="0" i="0" u="none" strike="noStrike" dirty="0" err="1">
                          <a:solidFill>
                            <a:srgbClr val="000000"/>
                          </a:solidFill>
                          <a:effectLst/>
                          <a:latin typeface="+mn-lt"/>
                        </a:rPr>
                        <a:t>사용안함</a:t>
                      </a:r>
                      <a:r>
                        <a:rPr lang="ko-KR" altLang="en-US" sz="900" b="0" i="0" u="none" strike="noStrike" dirty="0">
                          <a:solidFill>
                            <a:srgbClr val="000000"/>
                          </a:solidFill>
                          <a:effectLst/>
                          <a:latin typeface="+mn-lt"/>
                        </a:rPr>
                        <a:t> </a:t>
                      </a:r>
                      <a:r>
                        <a:rPr lang="ko-KR" altLang="en-US" sz="900" b="0" i="0" u="none" strike="noStrike" dirty="0">
                          <a:solidFill>
                            <a:schemeClr val="bg1">
                              <a:lumMod val="50000"/>
                            </a:schemeClr>
                          </a:solidFill>
                          <a:effectLst/>
                          <a:latin typeface="+mn-lt"/>
                        </a:rPr>
                        <a:t>ⓘ</a:t>
                      </a:r>
                      <a:r>
                        <a:rPr lang="ko-KR" altLang="en-US" sz="900" b="0" i="0" u="none" strike="noStrike" dirty="0">
                          <a:solidFill>
                            <a:srgbClr val="000000"/>
                          </a:solidFill>
                          <a:effectLst/>
                          <a:latin typeface="+mn-lt"/>
                        </a:rPr>
                        <a:t>     ● 배송권역 방식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59286478"/>
                  </a:ext>
                </a:extLst>
              </a:tr>
              <a:tr h="1093661">
                <a:tc vMerge="1">
                  <a:txBody>
                    <a:bodyPr/>
                    <a:lstStyle/>
                    <a:p>
                      <a:pPr latinLnBrk="1"/>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lang="ko-KR" altLang="en-US" sz="900" b="0" i="0" u="none" strike="noStrike" dirty="0">
                          <a:solidFill>
                            <a:schemeClr val="bg1">
                              <a:lumMod val="50000"/>
                            </a:schemeClr>
                          </a:solidFill>
                          <a:effectLst/>
                          <a:latin typeface="+mn-lt"/>
                        </a:rPr>
                        <a:t>                                                     </a:t>
                      </a:r>
                      <a:r>
                        <a:rPr lang="ko-KR" altLang="en-US" sz="800" b="0" i="0" u="none" strike="noStrike" dirty="0">
                          <a:solidFill>
                            <a:schemeClr val="bg1">
                              <a:lumMod val="50000"/>
                            </a:schemeClr>
                          </a:solidFill>
                          <a:effectLst/>
                          <a:latin typeface="+mn-lt"/>
                        </a:rPr>
                        <a:t>ⓘ</a:t>
                      </a:r>
                      <a:r>
                        <a:rPr lang="en-US" altLang="ko-KR" sz="800" b="0" i="0" u="none" strike="noStrike" dirty="0">
                          <a:solidFill>
                            <a:schemeClr val="bg1">
                              <a:lumMod val="50000"/>
                            </a:schemeClr>
                          </a:solidFill>
                          <a:effectLst/>
                          <a:latin typeface="+mn-lt"/>
                        </a:rPr>
                        <a:t> 2</a:t>
                      </a:r>
                      <a:r>
                        <a:rPr lang="ko-KR" altLang="en-US" sz="800" b="0" i="0" u="none" strike="noStrike" dirty="0">
                          <a:solidFill>
                            <a:schemeClr val="bg1">
                              <a:lumMod val="50000"/>
                            </a:schemeClr>
                          </a:solidFill>
                          <a:effectLst/>
                          <a:latin typeface="+mn-lt"/>
                        </a:rPr>
                        <a:t>권역 </a:t>
                      </a:r>
                      <a:r>
                        <a:rPr lang="en-US" altLang="ko-KR" sz="800" b="0" i="0" u="none" strike="noStrike" dirty="0">
                          <a:solidFill>
                            <a:schemeClr val="bg1">
                              <a:lumMod val="50000"/>
                            </a:schemeClr>
                          </a:solidFill>
                          <a:effectLst/>
                          <a:latin typeface="+mn-lt"/>
                        </a:rPr>
                        <a:t>: </a:t>
                      </a:r>
                      <a:r>
                        <a:rPr lang="ko-KR" altLang="en-US" sz="800" b="0" i="0" u="none" strike="noStrike" dirty="0">
                          <a:solidFill>
                            <a:schemeClr val="bg1">
                              <a:lumMod val="50000"/>
                            </a:schemeClr>
                          </a:solidFill>
                          <a:effectLst/>
                          <a:latin typeface="+mn-lt"/>
                        </a:rPr>
                        <a:t>제주 </a:t>
                      </a:r>
                      <a:r>
                        <a:rPr lang="en-US" altLang="ko-KR" sz="800" b="0" i="0" u="none" strike="noStrike" dirty="0">
                          <a:solidFill>
                            <a:schemeClr val="bg1">
                              <a:lumMod val="50000"/>
                            </a:schemeClr>
                          </a:solidFill>
                          <a:effectLst/>
                          <a:latin typeface="+mn-lt"/>
                        </a:rPr>
                        <a:t>+ </a:t>
                      </a:r>
                      <a:r>
                        <a:rPr lang="ko-KR" altLang="en-US" sz="800" b="0" i="0" u="none" strike="noStrike" dirty="0">
                          <a:solidFill>
                            <a:schemeClr val="bg1">
                              <a:lumMod val="50000"/>
                            </a:schemeClr>
                          </a:solidFill>
                          <a:effectLst/>
                          <a:latin typeface="+mn-lt"/>
                        </a:rPr>
                        <a:t>도서산간지역 통합 </a:t>
                      </a:r>
                      <a:r>
                        <a:rPr lang="en-US" altLang="ko-KR" sz="800" b="0" i="0" u="none" strike="noStrike" dirty="0">
                          <a:solidFill>
                            <a:schemeClr val="bg1">
                              <a:lumMod val="50000"/>
                            </a:schemeClr>
                          </a:solidFill>
                          <a:effectLst/>
                          <a:latin typeface="+mn-lt"/>
                        </a:rPr>
                        <a:t>/ 3</a:t>
                      </a:r>
                      <a:r>
                        <a:rPr lang="ko-KR" altLang="en-US" sz="800" b="0" i="0" u="none" strike="noStrike" dirty="0">
                          <a:solidFill>
                            <a:schemeClr val="bg1">
                              <a:lumMod val="50000"/>
                            </a:schemeClr>
                          </a:solidFill>
                          <a:effectLst/>
                          <a:latin typeface="+mn-lt"/>
                        </a:rPr>
                        <a:t>권역 </a:t>
                      </a:r>
                      <a:r>
                        <a:rPr lang="en-US" altLang="ko-KR" sz="800" b="0" i="0" u="none" strike="noStrike" dirty="0">
                          <a:solidFill>
                            <a:schemeClr val="bg1">
                              <a:lumMod val="50000"/>
                            </a:schemeClr>
                          </a:solidFill>
                          <a:effectLst/>
                          <a:latin typeface="+mn-lt"/>
                        </a:rPr>
                        <a:t>: </a:t>
                      </a:r>
                      <a:r>
                        <a:rPr lang="ko-KR" altLang="en-US" sz="800" b="0" i="0" u="none" strike="noStrike" dirty="0">
                          <a:solidFill>
                            <a:schemeClr val="bg1">
                              <a:lumMod val="50000"/>
                            </a:schemeClr>
                          </a:solidFill>
                          <a:effectLst/>
                          <a:latin typeface="+mn-lt"/>
                        </a:rPr>
                        <a:t>제주</a:t>
                      </a:r>
                      <a:r>
                        <a:rPr lang="en-US" altLang="ko-KR" sz="800" b="0" i="0" u="none" strike="noStrike" dirty="0">
                          <a:solidFill>
                            <a:schemeClr val="bg1">
                              <a:lumMod val="50000"/>
                            </a:schemeClr>
                          </a:solidFill>
                          <a:effectLst/>
                          <a:latin typeface="+mn-lt"/>
                        </a:rPr>
                        <a:t>, </a:t>
                      </a:r>
                      <a:r>
                        <a:rPr lang="ko-KR" altLang="en-US" sz="800" b="0" i="0" u="none" strike="noStrike" dirty="0">
                          <a:solidFill>
                            <a:schemeClr val="bg1">
                              <a:lumMod val="50000"/>
                            </a:schemeClr>
                          </a:solidFill>
                          <a:effectLst/>
                          <a:latin typeface="+mn-lt"/>
                        </a:rPr>
                        <a:t>도서산간지역 분리</a:t>
                      </a:r>
                      <a:endParaRPr lang="en-US" altLang="ko-KR" sz="800" b="0" i="0" u="none" strike="noStrike" dirty="0">
                        <a:solidFill>
                          <a:schemeClr val="bg1">
                            <a:lumMod val="50000"/>
                          </a:schemeClr>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제주지역 추가 배송비                              원</a:t>
                      </a: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도서산간지역 추가 배송비                              원</a:t>
                      </a: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제주</a:t>
                      </a:r>
                      <a:r>
                        <a:rPr lang="en-US" altLang="ko-KR" sz="900" b="0" i="0" u="none" strike="noStrike" dirty="0">
                          <a:solidFill>
                            <a:srgbClr val="000000"/>
                          </a:solidFill>
                          <a:effectLst/>
                          <a:latin typeface="+mn-lt"/>
                        </a:rPr>
                        <a:t>/</a:t>
                      </a:r>
                      <a:r>
                        <a:rPr lang="ko-KR" altLang="en-US" sz="900" b="0" i="0" u="none" strike="noStrike" dirty="0">
                          <a:solidFill>
                            <a:srgbClr val="000000"/>
                          </a:solidFill>
                          <a:effectLst/>
                          <a:latin typeface="+mn-lt"/>
                        </a:rPr>
                        <a:t>도서산간지역을 제외한 지역 추가 배송비                              원   </a:t>
                      </a:r>
                      <a:r>
                        <a:rPr lang="ko-KR" altLang="en-US" sz="800" b="0" i="0" u="none" strike="noStrike" dirty="0">
                          <a:solidFill>
                            <a:schemeClr val="bg1">
                              <a:lumMod val="50000"/>
                            </a:schemeClr>
                          </a:solidFill>
                          <a:effectLst/>
                          <a:latin typeface="+mn-lt"/>
                        </a:rPr>
                        <a:t>ⓘ</a:t>
                      </a:r>
                      <a:r>
                        <a:rPr lang="en-US" altLang="ko-KR" sz="800" b="0" i="0" u="none" strike="noStrike" dirty="0">
                          <a:solidFill>
                            <a:schemeClr val="bg1">
                              <a:lumMod val="50000"/>
                            </a:schemeClr>
                          </a:solidFill>
                          <a:effectLst/>
                          <a:latin typeface="+mn-lt"/>
                        </a:rPr>
                        <a:t> </a:t>
                      </a:r>
                      <a:r>
                        <a:rPr lang="ko-KR" altLang="en-US" sz="800" b="0" i="0" u="none" strike="noStrike" dirty="0">
                          <a:solidFill>
                            <a:schemeClr val="bg1">
                              <a:lumMod val="50000"/>
                            </a:schemeClr>
                          </a:solidFill>
                          <a:effectLst/>
                          <a:latin typeface="+mn-lt"/>
                        </a:rPr>
                        <a:t>제주도에서 배송되는 상품일 경우에 설정하실 수 있습니다</a:t>
                      </a:r>
                      <a:r>
                        <a:rPr lang="en-US" altLang="ko-KR" sz="800" b="0" i="0" u="none" strike="noStrike" dirty="0">
                          <a:solidFill>
                            <a:schemeClr val="bg1">
                              <a:lumMod val="50000"/>
                            </a:schemeClr>
                          </a:solidFill>
                          <a:effectLst/>
                          <a:latin typeface="+mn-lt"/>
                        </a:rPr>
                        <a:t>.</a:t>
                      </a:r>
                      <a:endParaRPr lang="en-US" altLang="ko-KR" sz="800" b="0"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19543794"/>
                  </a:ext>
                </a:extLst>
              </a:tr>
            </a:tbl>
          </a:graphicData>
        </a:graphic>
      </p:graphicFrame>
      <p:sp>
        <p:nvSpPr>
          <p:cNvPr id="20" name="직사각형 19">
            <a:extLst>
              <a:ext uri="{FF2B5EF4-FFF2-40B4-BE49-F238E27FC236}">
                <a16:creationId xmlns:a16="http://schemas.microsoft.com/office/drawing/2014/main" id="{D0462E39-90D5-4F58-8E40-8FA70DA214B7}"/>
              </a:ext>
            </a:extLst>
          </p:cNvPr>
          <p:cNvSpPr/>
          <p:nvPr/>
        </p:nvSpPr>
        <p:spPr>
          <a:xfrm>
            <a:off x="1734514" y="2191846"/>
            <a:ext cx="693212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21" name="직사각형 20">
            <a:extLst>
              <a:ext uri="{FF2B5EF4-FFF2-40B4-BE49-F238E27FC236}">
                <a16:creationId xmlns:a16="http://schemas.microsoft.com/office/drawing/2014/main" id="{E1158684-5142-408D-B164-9678E1559C28}"/>
              </a:ext>
            </a:extLst>
          </p:cNvPr>
          <p:cNvSpPr/>
          <p:nvPr/>
        </p:nvSpPr>
        <p:spPr>
          <a:xfrm>
            <a:off x="1734514" y="2414187"/>
            <a:ext cx="2741952"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자체배송                                                      ▼</a:t>
            </a:r>
            <a:endParaRPr lang="en-US" altLang="ko-KR" sz="800" dirty="0">
              <a:solidFill>
                <a:schemeClr val="tx1">
                  <a:lumMod val="50000"/>
                  <a:lumOff val="50000"/>
                </a:schemeClr>
              </a:solidFill>
            </a:endParaRPr>
          </a:p>
        </p:txBody>
      </p:sp>
      <p:sp>
        <p:nvSpPr>
          <p:cNvPr id="22" name="직사각형 21">
            <a:extLst>
              <a:ext uri="{FF2B5EF4-FFF2-40B4-BE49-F238E27FC236}">
                <a16:creationId xmlns:a16="http://schemas.microsoft.com/office/drawing/2014/main" id="{55F852A0-0BC7-41AC-A27B-CFECDE053403}"/>
              </a:ext>
            </a:extLst>
          </p:cNvPr>
          <p:cNvSpPr/>
          <p:nvPr/>
        </p:nvSpPr>
        <p:spPr>
          <a:xfrm>
            <a:off x="4103661" y="5291457"/>
            <a:ext cx="1157388"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배송비 등록</a:t>
            </a:r>
            <a:endParaRPr lang="en-US" altLang="ko-KR" sz="800" dirty="0">
              <a:solidFill>
                <a:schemeClr val="bg1"/>
              </a:solidFill>
            </a:endParaRPr>
          </a:p>
        </p:txBody>
      </p:sp>
      <p:sp>
        <p:nvSpPr>
          <p:cNvPr id="23" name="직사각형 22">
            <a:extLst>
              <a:ext uri="{FF2B5EF4-FFF2-40B4-BE49-F238E27FC236}">
                <a16:creationId xmlns:a16="http://schemas.microsoft.com/office/drawing/2014/main" id="{57A042BA-2221-4CDF-8A9F-02EA7014727F}"/>
              </a:ext>
            </a:extLst>
          </p:cNvPr>
          <p:cNvSpPr/>
          <p:nvPr/>
        </p:nvSpPr>
        <p:spPr>
          <a:xfrm>
            <a:off x="1734514" y="3830997"/>
            <a:ext cx="1959420"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3</a:t>
            </a:r>
            <a:r>
              <a:rPr lang="ko-KR" altLang="en-US" sz="800" dirty="0">
                <a:solidFill>
                  <a:schemeClr val="tx1">
                    <a:lumMod val="50000"/>
                    <a:lumOff val="50000"/>
                  </a:schemeClr>
                </a:solidFill>
              </a:rPr>
              <a:t>권역                                      ▼</a:t>
            </a:r>
            <a:endParaRPr lang="en-US" altLang="ko-KR" sz="800" dirty="0">
              <a:solidFill>
                <a:schemeClr val="tx1">
                  <a:lumMod val="50000"/>
                  <a:lumOff val="50000"/>
                </a:schemeClr>
              </a:solidFill>
            </a:endParaRPr>
          </a:p>
        </p:txBody>
      </p:sp>
      <p:sp>
        <p:nvSpPr>
          <p:cNvPr id="24" name="직사각형 23">
            <a:extLst>
              <a:ext uri="{FF2B5EF4-FFF2-40B4-BE49-F238E27FC236}">
                <a16:creationId xmlns:a16="http://schemas.microsoft.com/office/drawing/2014/main" id="{8254547C-41CD-486B-BC21-87CB882808C6}"/>
              </a:ext>
            </a:extLst>
          </p:cNvPr>
          <p:cNvSpPr/>
          <p:nvPr/>
        </p:nvSpPr>
        <p:spPr>
          <a:xfrm>
            <a:off x="2998764" y="4054752"/>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0</a:t>
            </a:r>
          </a:p>
        </p:txBody>
      </p:sp>
      <p:sp>
        <p:nvSpPr>
          <p:cNvPr id="25" name="직사각형 24">
            <a:extLst>
              <a:ext uri="{FF2B5EF4-FFF2-40B4-BE49-F238E27FC236}">
                <a16:creationId xmlns:a16="http://schemas.microsoft.com/office/drawing/2014/main" id="{4A3DE8CC-D26B-48D1-A1B9-3453B523A278}"/>
              </a:ext>
            </a:extLst>
          </p:cNvPr>
          <p:cNvSpPr/>
          <p:nvPr/>
        </p:nvSpPr>
        <p:spPr>
          <a:xfrm>
            <a:off x="4229874" y="4483245"/>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0</a:t>
            </a:r>
          </a:p>
        </p:txBody>
      </p:sp>
      <p:sp>
        <p:nvSpPr>
          <p:cNvPr id="26" name="직사각형 25">
            <a:extLst>
              <a:ext uri="{FF2B5EF4-FFF2-40B4-BE49-F238E27FC236}">
                <a16:creationId xmlns:a16="http://schemas.microsoft.com/office/drawing/2014/main" id="{92A5C52C-C3ED-4202-8B9B-26B10CB841B9}"/>
              </a:ext>
            </a:extLst>
          </p:cNvPr>
          <p:cNvSpPr/>
          <p:nvPr/>
        </p:nvSpPr>
        <p:spPr>
          <a:xfrm>
            <a:off x="3229888" y="4261656"/>
            <a:ext cx="1059225" cy="146522"/>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0</a:t>
            </a:r>
          </a:p>
        </p:txBody>
      </p:sp>
      <p:grpSp>
        <p:nvGrpSpPr>
          <p:cNvPr id="27" name="Image">
            <a:extLst>
              <a:ext uri="{FF2B5EF4-FFF2-40B4-BE49-F238E27FC236}">
                <a16:creationId xmlns:a16="http://schemas.microsoft.com/office/drawing/2014/main" id="{59215398-E854-424F-9456-5419BE1E23E7}"/>
              </a:ext>
            </a:extLst>
          </p:cNvPr>
          <p:cNvGrpSpPr>
            <a:grpSpLocks/>
          </p:cNvGrpSpPr>
          <p:nvPr/>
        </p:nvGrpSpPr>
        <p:grpSpPr bwMode="auto">
          <a:xfrm>
            <a:off x="8789158" y="1383911"/>
            <a:ext cx="204716" cy="209797"/>
            <a:chOff x="508000" y="1397000"/>
            <a:chExt cx="1008112" cy="1008112"/>
          </a:xfrm>
        </p:grpSpPr>
        <p:sp>
          <p:nvSpPr>
            <p:cNvPr id="28" name="Border">
              <a:extLst>
                <a:ext uri="{FF2B5EF4-FFF2-40B4-BE49-F238E27FC236}">
                  <a16:creationId xmlns:a16="http://schemas.microsoft.com/office/drawing/2014/main" id="{A3AFF3AC-7645-4E87-A0F5-558E592F9BAE}"/>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0" name="Line 2">
              <a:extLst>
                <a:ext uri="{FF2B5EF4-FFF2-40B4-BE49-F238E27FC236}">
                  <a16:creationId xmlns:a16="http://schemas.microsoft.com/office/drawing/2014/main" id="{EBC58AD5-1DFD-454A-BF86-368E3C9FCE00}"/>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3" name="Line 1">
              <a:extLst>
                <a:ext uri="{FF2B5EF4-FFF2-40B4-BE49-F238E27FC236}">
                  <a16:creationId xmlns:a16="http://schemas.microsoft.com/office/drawing/2014/main" id="{39E21B89-738E-46D1-913A-AEB717F88E35}"/>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aphicFrame>
        <p:nvGraphicFramePr>
          <p:cNvPr id="16" name="표 15">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2654426876"/>
              </p:ext>
            </p:extLst>
          </p:nvPr>
        </p:nvGraphicFramePr>
        <p:xfrm>
          <a:off x="10171774" y="22159"/>
          <a:ext cx="1979018" cy="20279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RF-02-12-01-8</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배송비설정</a:t>
                      </a:r>
                      <a:r>
                        <a:rPr lang="ko-KR" altLang="en-US" sz="800" dirty="0"/>
                        <a:t>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t>배송비설정</a:t>
                      </a:r>
                      <a:r>
                        <a:rPr lang="ko-KR" altLang="en-US" sz="800" dirty="0"/>
                        <a:t> 목록 </a:t>
                      </a:r>
                      <a:r>
                        <a:rPr lang="en-US" altLang="ko-KR" sz="800" dirty="0"/>
                        <a:t>&gt; </a:t>
                      </a:r>
                      <a:r>
                        <a:rPr lang="ko-KR" altLang="en-US" sz="800" dirty="0" err="1"/>
                        <a:t>배송비</a:t>
                      </a:r>
                      <a:r>
                        <a:rPr lang="ko-KR" altLang="en-US" sz="800" dirty="0"/>
                        <a:t> 등록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err="1"/>
                        <a:t>배송권역</a:t>
                      </a:r>
                      <a:r>
                        <a:rPr lang="ko-KR" altLang="en-US" sz="800" dirty="0"/>
                        <a:t> 방식</a:t>
                      </a:r>
                      <a:r>
                        <a:rPr lang="en-US" altLang="ko-KR" sz="800" baseline="0" dirty="0"/>
                        <a:t> &gt; </a:t>
                      </a:r>
                      <a:r>
                        <a:rPr lang="en-US" altLang="ko-KR" sz="800" dirty="0"/>
                        <a:t>3</a:t>
                      </a:r>
                      <a:r>
                        <a:rPr lang="ko-KR" altLang="en-US" sz="800" dirty="0"/>
                        <a:t>권역 선택 시 출력되는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배송 권역 방식 선택 후</a:t>
                      </a:r>
                      <a:r>
                        <a:rPr lang="en-US" altLang="ko-KR" sz="800" b="0" baseline="0" dirty="0">
                          <a:solidFill>
                            <a:schemeClr val="tx1"/>
                          </a:solidFill>
                        </a:rPr>
                        <a:t> 3</a:t>
                      </a:r>
                      <a:r>
                        <a:rPr lang="ko-KR" altLang="en-US" sz="800" b="0" baseline="0" dirty="0">
                          <a:solidFill>
                            <a:schemeClr val="tx1"/>
                          </a:solidFill>
                        </a:rPr>
                        <a:t>권역을 선택한 경우 조건에 맞는 영역이 활성화 된다</a:t>
                      </a:r>
                      <a:r>
                        <a:rPr lang="en-US" altLang="ko-KR" sz="800" b="0" baseline="0" dirty="0">
                          <a:solidFill>
                            <a:schemeClr val="tx1"/>
                          </a:solidFill>
                        </a:rPr>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29" name="TextBox 28">
            <a:extLst>
              <a:ext uri="{FF2B5EF4-FFF2-40B4-BE49-F238E27FC236}">
                <a16:creationId xmlns:a16="http://schemas.microsoft.com/office/drawing/2014/main" id="{38F262C8-ACF8-4FC7-81DA-843C5AB289C5}"/>
              </a:ext>
            </a:extLst>
          </p:cNvPr>
          <p:cNvSpPr txBox="1"/>
          <p:nvPr/>
        </p:nvSpPr>
        <p:spPr>
          <a:xfrm>
            <a:off x="1532112" y="3792493"/>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4168067080"/>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직사각형 11">
            <a:extLst>
              <a:ext uri="{FF2B5EF4-FFF2-40B4-BE49-F238E27FC236}">
                <a16:creationId xmlns:a16="http://schemas.microsoft.com/office/drawing/2014/main" id="{EF698EAA-605C-4EC6-A220-B9870C80CE3A}"/>
              </a:ext>
            </a:extLst>
          </p:cNvPr>
          <p:cNvSpPr/>
          <p:nvPr/>
        </p:nvSpPr>
        <p:spPr>
          <a:xfrm>
            <a:off x="3006529" y="922022"/>
            <a:ext cx="3935785" cy="4865587"/>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13" name="타원 12">
            <a:extLst>
              <a:ext uri="{FF2B5EF4-FFF2-40B4-BE49-F238E27FC236}">
                <a16:creationId xmlns:a16="http://schemas.microsoft.com/office/drawing/2014/main" id="{DC9AB3C2-031B-4F19-BB5C-EEA6AFD74D33}"/>
              </a:ext>
            </a:extLst>
          </p:cNvPr>
          <p:cNvSpPr/>
          <p:nvPr/>
        </p:nvSpPr>
        <p:spPr>
          <a:xfrm>
            <a:off x="7562307" y="1552647"/>
            <a:ext cx="528586" cy="334810"/>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 name="TextBox 13">
            <a:extLst>
              <a:ext uri="{FF2B5EF4-FFF2-40B4-BE49-F238E27FC236}">
                <a16:creationId xmlns:a16="http://schemas.microsoft.com/office/drawing/2014/main" id="{05FF8395-5E08-4D47-A3CE-3312269608C0}"/>
              </a:ext>
            </a:extLst>
          </p:cNvPr>
          <p:cNvSpPr txBox="1"/>
          <p:nvPr/>
        </p:nvSpPr>
        <p:spPr>
          <a:xfrm>
            <a:off x="2880533" y="806606"/>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cxnSp>
        <p:nvCxnSpPr>
          <p:cNvPr id="15" name="직선 화살표 연결선 14">
            <a:extLst>
              <a:ext uri="{FF2B5EF4-FFF2-40B4-BE49-F238E27FC236}">
                <a16:creationId xmlns:a16="http://schemas.microsoft.com/office/drawing/2014/main" id="{298B8662-E2D4-46F7-AD50-BDA55D31233E}"/>
              </a:ext>
            </a:extLst>
          </p:cNvPr>
          <p:cNvCxnSpPr>
            <a:cxnSpLocks/>
            <a:stCxn id="13" idx="2"/>
          </p:cNvCxnSpPr>
          <p:nvPr/>
        </p:nvCxnSpPr>
        <p:spPr>
          <a:xfrm flipH="1">
            <a:off x="6786958" y="1720052"/>
            <a:ext cx="775349"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32" name="TextBox 31">
            <a:extLst>
              <a:ext uri="{FF2B5EF4-FFF2-40B4-BE49-F238E27FC236}">
                <a16:creationId xmlns:a16="http://schemas.microsoft.com/office/drawing/2014/main" id="{4238DE49-3BC9-48F9-A178-47508492B8CA}"/>
              </a:ext>
            </a:extLst>
          </p:cNvPr>
          <p:cNvSpPr txBox="1"/>
          <p:nvPr/>
        </p:nvSpPr>
        <p:spPr>
          <a:xfrm>
            <a:off x="3079331" y="1049355"/>
            <a:ext cx="1088760" cy="246221"/>
          </a:xfrm>
          <a:prstGeom prst="rect">
            <a:avLst/>
          </a:prstGeom>
          <a:noFill/>
        </p:spPr>
        <p:txBody>
          <a:bodyPr wrap="none" rtlCol="0">
            <a:spAutoFit/>
          </a:bodyPr>
          <a:lstStyle/>
          <a:p>
            <a:r>
              <a:rPr lang="ko-KR" altLang="en-US" sz="1000" b="1" dirty="0">
                <a:latin typeface="맑은 고딕" panose="020B0503020000020004" pitchFamily="50" charset="-127"/>
                <a:ea typeface="맑은 고딕" panose="020B0503020000020004" pitchFamily="50" charset="-127"/>
              </a:rPr>
              <a:t>○ 배송비 정보 </a:t>
            </a:r>
            <a:endParaRPr lang="ko-KR" altLang="en-US" sz="1000" b="1" dirty="0"/>
          </a:p>
        </p:txBody>
      </p:sp>
      <p:graphicFrame>
        <p:nvGraphicFramePr>
          <p:cNvPr id="33" name="표 17">
            <a:extLst>
              <a:ext uri="{FF2B5EF4-FFF2-40B4-BE49-F238E27FC236}">
                <a16:creationId xmlns:a16="http://schemas.microsoft.com/office/drawing/2014/main" id="{9B19C198-F6F9-4B06-BA40-B043D7986208}"/>
              </a:ext>
            </a:extLst>
          </p:cNvPr>
          <p:cNvGraphicFramePr>
            <a:graphicFrameLocks noGrp="1"/>
          </p:cNvGraphicFramePr>
          <p:nvPr>
            <p:extLst>
              <p:ext uri="{D42A27DB-BD31-4B8C-83A1-F6EECF244321}">
                <p14:modId xmlns:p14="http://schemas.microsoft.com/office/powerpoint/2010/main" val="3665305412"/>
              </p:ext>
            </p:extLst>
          </p:nvPr>
        </p:nvGraphicFramePr>
        <p:xfrm>
          <a:off x="3212106" y="1720052"/>
          <a:ext cx="3472494" cy="3160206"/>
        </p:xfrm>
        <a:graphic>
          <a:graphicData uri="http://schemas.openxmlformats.org/drawingml/2006/table">
            <a:tbl>
              <a:tblPr firstRow="1" bandRow="1">
                <a:tableStyleId>{5940675A-B579-460E-94D1-54222C63F5DA}</a:tableStyleId>
              </a:tblPr>
              <a:tblGrid>
                <a:gridCol w="910393">
                  <a:extLst>
                    <a:ext uri="{9D8B030D-6E8A-4147-A177-3AD203B41FA5}">
                      <a16:colId xmlns:a16="http://schemas.microsoft.com/office/drawing/2014/main" val="827257380"/>
                    </a:ext>
                  </a:extLst>
                </a:gridCol>
                <a:gridCol w="2562101">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배송구분</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사용자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상태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사용</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ko-KR" altLang="en-US" sz="800" dirty="0" err="1">
                          <a:solidFill>
                            <a:schemeClr val="tx1"/>
                          </a:solidFill>
                        </a:rPr>
                        <a:t>지정택배사</a:t>
                      </a:r>
                      <a:endParaRPr lang="ko-KR" altLang="en-US" sz="800"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한진 </a:t>
                      </a:r>
                      <a:r>
                        <a:rPr lang="ko-KR" altLang="en-US" sz="800" dirty="0" err="1"/>
                        <a:t>택배사</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r h="0">
                <a:tc rowSpan="2">
                  <a:txBody>
                    <a:bodyPr/>
                    <a:lstStyle/>
                    <a:p>
                      <a:pPr latinLnBrk="1"/>
                      <a:r>
                        <a:rPr lang="ko-KR" altLang="en-US" sz="800" dirty="0">
                          <a:solidFill>
                            <a:schemeClr val="tx1"/>
                          </a:solidFill>
                        </a:rPr>
                        <a:t>배송비 유형</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무료배송 </a:t>
                      </a:r>
                      <a:r>
                        <a:rPr lang="en-US" altLang="ko-KR" sz="800" dirty="0"/>
                        <a:t>( </a:t>
                      </a:r>
                      <a:r>
                        <a:rPr lang="ko-KR" altLang="en-US" sz="800" dirty="0"/>
                        <a:t>조건부 </a:t>
                      </a:r>
                      <a:r>
                        <a:rPr lang="en-US" altLang="ko-KR" sz="800" dirty="0"/>
                        <a:t>)</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03615924"/>
                  </a:ext>
                </a:extLst>
              </a:tr>
              <a:tr h="0">
                <a:tc vMerge="1">
                  <a:txBody>
                    <a:bodyPr/>
                    <a:lstStyle/>
                    <a:p>
                      <a:pPr latinLnBrk="1"/>
                      <a:endParaRPr lang="ko-KR" altLang="en-US" sz="800"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lnSpc>
                          <a:spcPct val="150000"/>
                        </a:lnSpc>
                      </a:pPr>
                      <a:r>
                        <a:rPr lang="en-US" altLang="ko-KR" sz="800" b="0" i="0" u="none" strike="noStrike" dirty="0">
                          <a:solidFill>
                            <a:srgbClr val="000000"/>
                          </a:solidFill>
                          <a:effectLst/>
                          <a:latin typeface="+mn-lt"/>
                        </a:rPr>
                        <a:t>· </a:t>
                      </a:r>
                      <a:r>
                        <a:rPr lang="ko-KR" altLang="en-US" sz="800" dirty="0"/>
                        <a:t>기본 배송비 </a:t>
                      </a:r>
                      <a:r>
                        <a:rPr lang="en-US" altLang="ko-KR" sz="800" dirty="0"/>
                        <a:t>: 3,000 </a:t>
                      </a:r>
                      <a:r>
                        <a:rPr lang="ko-KR" altLang="en-US" sz="800" dirty="0"/>
                        <a:t>원</a:t>
                      </a:r>
                      <a:endParaRPr lang="en-US" altLang="ko-KR" sz="800" dirty="0"/>
                    </a:p>
                    <a:p>
                      <a:pPr latinLnBrk="1">
                        <a:lnSpc>
                          <a:spcPct val="150000"/>
                        </a:lnSpc>
                      </a:pPr>
                      <a:r>
                        <a:rPr lang="en-US" altLang="ko-KR" sz="800" b="0" i="0" u="none" strike="noStrike" dirty="0">
                          <a:solidFill>
                            <a:srgbClr val="000000"/>
                          </a:solidFill>
                          <a:effectLst/>
                          <a:latin typeface="+mn-lt"/>
                        </a:rPr>
                        <a:t>· </a:t>
                      </a:r>
                      <a:r>
                        <a:rPr lang="ko-KR" altLang="en-US" sz="800" dirty="0"/>
                        <a:t>조건 </a:t>
                      </a:r>
                      <a:r>
                        <a:rPr lang="en-US" altLang="ko-KR" sz="800" dirty="0"/>
                        <a:t>1 : 30,000 </a:t>
                      </a:r>
                      <a:r>
                        <a:rPr lang="ko-KR" altLang="en-US" sz="800" dirty="0"/>
                        <a:t>원 이상 구매 시 배송비 무료 </a:t>
                      </a:r>
                      <a:endParaRPr lang="en-US" altLang="ko-KR"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523570304"/>
                  </a:ext>
                </a:extLst>
              </a:tr>
              <a:tr h="0">
                <a:tc>
                  <a:txBody>
                    <a:bodyPr/>
                    <a:lstStyle/>
                    <a:p>
                      <a:pPr latinLnBrk="1"/>
                      <a:r>
                        <a:rPr lang="ko-KR" altLang="en-US" sz="800" dirty="0">
                          <a:solidFill>
                            <a:schemeClr val="tx1"/>
                          </a:solidFill>
                        </a:rPr>
                        <a:t>배송비 결제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err="1"/>
                        <a:t>선결제</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44197470"/>
                  </a:ext>
                </a:extLst>
              </a:tr>
              <a:tr h="0">
                <a:tc>
                  <a:txBody>
                    <a:bodyPr/>
                    <a:lstStyle/>
                    <a:p>
                      <a:pPr latinLnBrk="1"/>
                      <a:r>
                        <a:rPr lang="ko-KR" altLang="en-US" sz="800" dirty="0">
                          <a:solidFill>
                            <a:schemeClr val="tx1"/>
                          </a:solidFill>
                        </a:rPr>
                        <a:t>지역별 배송</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lnSpc>
                          <a:spcPct val="150000"/>
                        </a:lnSpc>
                      </a:pPr>
                      <a:r>
                        <a:rPr lang="en-US" altLang="ko-KR" sz="800" b="0" i="0" u="none" strike="noStrike" dirty="0">
                          <a:solidFill>
                            <a:srgbClr val="000000"/>
                          </a:solidFill>
                          <a:effectLst/>
                          <a:latin typeface="+mn-lt"/>
                        </a:rPr>
                        <a:t>· </a:t>
                      </a:r>
                      <a:r>
                        <a:rPr lang="ko-KR" altLang="en-US" sz="800" dirty="0"/>
                        <a:t>제주지역 </a:t>
                      </a:r>
                      <a:r>
                        <a:rPr lang="en-US" altLang="ko-KR" sz="800" dirty="0"/>
                        <a:t>/ </a:t>
                      </a:r>
                      <a:r>
                        <a:rPr lang="ko-KR" altLang="en-US" sz="800" dirty="0"/>
                        <a:t>배송함</a:t>
                      </a:r>
                      <a:endParaRPr lang="en-US" altLang="ko-KR" sz="800" dirty="0"/>
                    </a:p>
                    <a:p>
                      <a:pPr latinLnBrk="1">
                        <a:lnSpc>
                          <a:spcPct val="150000"/>
                        </a:lnSpc>
                      </a:pPr>
                      <a:r>
                        <a:rPr lang="en-US" altLang="ko-KR" sz="800" b="0" i="0" u="none" strike="noStrike" dirty="0">
                          <a:solidFill>
                            <a:srgbClr val="000000"/>
                          </a:solidFill>
                          <a:effectLst/>
                          <a:latin typeface="+mn-lt"/>
                        </a:rPr>
                        <a:t>· </a:t>
                      </a:r>
                      <a:r>
                        <a:rPr lang="ko-KR" altLang="en-US" sz="800" dirty="0"/>
                        <a:t>도서산간지역 </a:t>
                      </a:r>
                      <a:r>
                        <a:rPr lang="en-US" altLang="ko-KR" sz="800" dirty="0"/>
                        <a:t>/ </a:t>
                      </a:r>
                      <a:r>
                        <a:rPr lang="ko-KR" altLang="en-US" sz="800" dirty="0"/>
                        <a:t>배송함</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877790170"/>
                  </a:ext>
                </a:extLst>
              </a:tr>
              <a:tr h="0">
                <a:tc>
                  <a:txBody>
                    <a:bodyPr/>
                    <a:lstStyle/>
                    <a:p>
                      <a:pPr latinLnBrk="1"/>
                      <a:r>
                        <a:rPr lang="ko-KR" altLang="en-US" sz="800" dirty="0">
                          <a:solidFill>
                            <a:schemeClr val="tx1"/>
                          </a:solidFill>
                        </a:rPr>
                        <a:t>지역별 배송비</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배송권역 방식</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7697432"/>
                  </a:ext>
                </a:extLst>
              </a:tr>
              <a:tr h="0">
                <a:tc>
                  <a:txBody>
                    <a:bodyPr/>
                    <a:lstStyle/>
                    <a:p>
                      <a:pPr latinLnBrk="1"/>
                      <a:r>
                        <a:rPr lang="ko-KR" altLang="en-US" sz="800" dirty="0">
                          <a:solidFill>
                            <a:schemeClr val="tx1"/>
                          </a:solidFill>
                        </a:rPr>
                        <a:t>배송권역</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lnSpc>
                          <a:spcPct val="150000"/>
                        </a:lnSpc>
                      </a:pPr>
                      <a:r>
                        <a:rPr lang="en-US" altLang="ko-KR" sz="800" dirty="0"/>
                        <a:t>2</a:t>
                      </a:r>
                      <a:r>
                        <a:rPr lang="ko-KR" altLang="en-US" sz="800" dirty="0"/>
                        <a:t>권역</a:t>
                      </a:r>
                      <a:endParaRPr lang="en-US" altLang="ko-KR" sz="800" dirty="0"/>
                    </a:p>
                    <a:p>
                      <a:pPr latinLnBrk="1">
                        <a:lnSpc>
                          <a:spcPct val="150000"/>
                        </a:lnSpc>
                      </a:pPr>
                      <a:r>
                        <a:rPr lang="en-US" altLang="ko-KR" sz="800" b="0" i="0" u="none" strike="noStrike" dirty="0">
                          <a:solidFill>
                            <a:srgbClr val="000000"/>
                          </a:solidFill>
                          <a:effectLst/>
                          <a:latin typeface="+mn-lt"/>
                        </a:rPr>
                        <a:t>· </a:t>
                      </a:r>
                      <a:r>
                        <a:rPr lang="ko-KR" altLang="en-US" sz="800" dirty="0"/>
                        <a:t>제주</a:t>
                      </a:r>
                      <a:r>
                        <a:rPr lang="en-US" altLang="ko-KR" sz="800" dirty="0"/>
                        <a:t>/</a:t>
                      </a:r>
                      <a:r>
                        <a:rPr lang="ko-KR" altLang="en-US" sz="800" dirty="0"/>
                        <a:t>도서산간지역 추가 배송비 </a:t>
                      </a:r>
                      <a:r>
                        <a:rPr lang="en-US" altLang="ko-KR" sz="800" dirty="0"/>
                        <a:t>/ 5,000 </a:t>
                      </a:r>
                      <a:r>
                        <a:rPr lang="ko-KR" altLang="en-US" sz="800" dirty="0"/>
                        <a:t>원</a:t>
                      </a:r>
                      <a:endParaRPr lang="en-US" altLang="ko-KR" sz="800" dirty="0"/>
                    </a:p>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800" b="0" i="0" u="none" strike="noStrike" dirty="0">
                          <a:solidFill>
                            <a:srgbClr val="000000"/>
                          </a:solidFill>
                          <a:effectLst/>
                          <a:latin typeface="+mn-lt"/>
                        </a:rPr>
                        <a:t>· </a:t>
                      </a:r>
                      <a:r>
                        <a:rPr lang="ko-KR" altLang="en-US" sz="800" b="0" i="0" u="none" strike="noStrike" dirty="0">
                          <a:solidFill>
                            <a:srgbClr val="000000"/>
                          </a:solidFill>
                          <a:effectLst/>
                          <a:latin typeface="+mn-lt"/>
                        </a:rPr>
                        <a:t>제주</a:t>
                      </a:r>
                      <a:r>
                        <a:rPr lang="en-US" altLang="ko-KR" sz="800" b="0" i="0" u="none" strike="noStrike" dirty="0">
                          <a:solidFill>
                            <a:srgbClr val="000000"/>
                          </a:solidFill>
                          <a:effectLst/>
                          <a:latin typeface="+mn-lt"/>
                        </a:rPr>
                        <a:t>/</a:t>
                      </a:r>
                      <a:r>
                        <a:rPr lang="ko-KR" altLang="en-US" sz="800" dirty="0"/>
                        <a:t>도서산간지역을 제외한 지역 추가 배송비 </a:t>
                      </a:r>
                      <a:r>
                        <a:rPr lang="en-US" altLang="ko-KR" sz="800" dirty="0"/>
                        <a:t>/ 3,000 </a:t>
                      </a:r>
                      <a:r>
                        <a:rPr lang="ko-KR" altLang="en-US" sz="800" dirty="0"/>
                        <a:t>원</a:t>
                      </a:r>
                      <a:endParaRPr lang="en-US" altLang="ko-KR"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784206991"/>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solidFill>
                            <a:schemeClr val="tx1"/>
                          </a:solidFill>
                        </a:rPr>
                        <a:t>연결 </a:t>
                      </a:r>
                      <a:r>
                        <a:rPr lang="ko-KR" altLang="en-US" sz="800" dirty="0" err="1">
                          <a:solidFill>
                            <a:schemeClr val="tx1"/>
                          </a:solidFill>
                        </a:rPr>
                        <a:t>상품수</a:t>
                      </a:r>
                      <a:endParaRPr lang="ko-KR" altLang="en-US" sz="800"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22</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30238472"/>
                  </a:ext>
                </a:extLst>
              </a:tr>
            </a:tbl>
          </a:graphicData>
        </a:graphic>
      </p:graphicFrame>
      <p:sp>
        <p:nvSpPr>
          <p:cNvPr id="34" name="TextBox 33">
            <a:extLst>
              <a:ext uri="{FF2B5EF4-FFF2-40B4-BE49-F238E27FC236}">
                <a16:creationId xmlns:a16="http://schemas.microsoft.com/office/drawing/2014/main" id="{0F1E8967-9530-4B54-84F8-2660ADDDBE7F}"/>
              </a:ext>
            </a:extLst>
          </p:cNvPr>
          <p:cNvSpPr txBox="1"/>
          <p:nvPr/>
        </p:nvSpPr>
        <p:spPr>
          <a:xfrm>
            <a:off x="3106672" y="1426609"/>
            <a:ext cx="1343638"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조건부 배송비 명칭</a:t>
            </a:r>
            <a:endParaRPr lang="ko-KR" altLang="en-US" sz="900" dirty="0"/>
          </a:p>
        </p:txBody>
      </p:sp>
      <p:sp>
        <p:nvSpPr>
          <p:cNvPr id="37" name="직사각형 36">
            <a:extLst>
              <a:ext uri="{FF2B5EF4-FFF2-40B4-BE49-F238E27FC236}">
                <a16:creationId xmlns:a16="http://schemas.microsoft.com/office/drawing/2014/main" id="{241376C8-E36A-40A8-8723-680011BA8B4D}"/>
              </a:ext>
            </a:extLst>
          </p:cNvPr>
          <p:cNvSpPr/>
          <p:nvPr/>
        </p:nvSpPr>
        <p:spPr>
          <a:xfrm>
            <a:off x="4600890" y="5227253"/>
            <a:ext cx="747061"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창닫기</a:t>
            </a:r>
            <a:endParaRPr lang="en-US" altLang="ko-KR" sz="800" dirty="0">
              <a:solidFill>
                <a:schemeClr val="bg1"/>
              </a:solidFill>
            </a:endParaRPr>
          </a:p>
        </p:txBody>
      </p:sp>
      <p:grpSp>
        <p:nvGrpSpPr>
          <p:cNvPr id="38" name="Image">
            <a:extLst>
              <a:ext uri="{FF2B5EF4-FFF2-40B4-BE49-F238E27FC236}">
                <a16:creationId xmlns:a16="http://schemas.microsoft.com/office/drawing/2014/main" id="{80DC6DEF-6B39-47A1-B212-14D15E4974D2}"/>
              </a:ext>
            </a:extLst>
          </p:cNvPr>
          <p:cNvGrpSpPr>
            <a:grpSpLocks/>
          </p:cNvGrpSpPr>
          <p:nvPr/>
        </p:nvGrpSpPr>
        <p:grpSpPr bwMode="auto">
          <a:xfrm>
            <a:off x="6582242" y="1070390"/>
            <a:ext cx="204716" cy="209797"/>
            <a:chOff x="508000" y="1397000"/>
            <a:chExt cx="1008112" cy="1008112"/>
          </a:xfrm>
        </p:grpSpPr>
        <p:sp>
          <p:nvSpPr>
            <p:cNvPr id="39" name="Border">
              <a:extLst>
                <a:ext uri="{FF2B5EF4-FFF2-40B4-BE49-F238E27FC236}">
                  <a16:creationId xmlns:a16="http://schemas.microsoft.com/office/drawing/2014/main" id="{B3EEDF27-C2C8-4EE2-8DF0-482CF9100E2D}"/>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0" name="Line 2">
              <a:extLst>
                <a:ext uri="{FF2B5EF4-FFF2-40B4-BE49-F238E27FC236}">
                  <a16:creationId xmlns:a16="http://schemas.microsoft.com/office/drawing/2014/main" id="{070FF171-F321-4D44-9139-D0ADC7454D0A}"/>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1" name="Line 1">
              <a:extLst>
                <a:ext uri="{FF2B5EF4-FFF2-40B4-BE49-F238E27FC236}">
                  <a16:creationId xmlns:a16="http://schemas.microsoft.com/office/drawing/2014/main" id="{3D23FAC6-C0A5-4C55-B314-0FEAC221FDAB}"/>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aphicFrame>
        <p:nvGraphicFramePr>
          <p:cNvPr id="16" name="표 15">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897929606"/>
              </p:ext>
            </p:extLst>
          </p:nvPr>
        </p:nvGraphicFramePr>
        <p:xfrm>
          <a:off x="10171774" y="22159"/>
          <a:ext cx="1979018" cy="14488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RF-02-12-01-9</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배송비설정</a:t>
                      </a:r>
                      <a:r>
                        <a:rPr lang="ko-KR" altLang="en-US" sz="800" dirty="0"/>
                        <a:t>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t>배송비설정</a:t>
                      </a:r>
                      <a:r>
                        <a:rPr lang="ko-KR" altLang="en-US" sz="800" dirty="0"/>
                        <a:t> 목록 </a:t>
                      </a:r>
                      <a:r>
                        <a:rPr lang="en-US" altLang="ko-KR" sz="800" dirty="0"/>
                        <a:t>&gt; </a:t>
                      </a:r>
                      <a:r>
                        <a:rPr lang="ko-KR" altLang="en-US" sz="800" dirty="0" err="1"/>
                        <a:t>배송비</a:t>
                      </a:r>
                      <a:r>
                        <a:rPr lang="ko-KR" altLang="en-US" sz="800" baseline="0" dirty="0"/>
                        <a:t> 정보 보기</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배송비</a:t>
                      </a:r>
                      <a:r>
                        <a:rPr lang="ko-KR" altLang="en-US" sz="800" b="0" dirty="0">
                          <a:solidFill>
                            <a:schemeClr val="tx1"/>
                          </a:solidFill>
                        </a:rPr>
                        <a:t> 상세 정보 화면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Tree>
    <p:extLst>
      <p:ext uri="{BB962C8B-B14F-4D97-AF65-F5344CB8AC3E}">
        <p14:creationId xmlns:p14="http://schemas.microsoft.com/office/powerpoint/2010/main" val="3185987791"/>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5E8DBE22-BB54-464B-9A15-D934F1C16FE5}"/>
              </a:ext>
            </a:extLst>
          </p:cNvPr>
          <p:cNvSpPr/>
          <p:nvPr/>
        </p:nvSpPr>
        <p:spPr>
          <a:xfrm>
            <a:off x="364018" y="1985426"/>
            <a:ext cx="8673492" cy="3513307"/>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29" name="TextBox 28">
            <a:extLst>
              <a:ext uri="{FF2B5EF4-FFF2-40B4-BE49-F238E27FC236}">
                <a16:creationId xmlns:a16="http://schemas.microsoft.com/office/drawing/2014/main" id="{8248F226-CF6C-4C1A-9F3E-D3F4E4AD6192}"/>
              </a:ext>
            </a:extLst>
          </p:cNvPr>
          <p:cNvSpPr txBox="1"/>
          <p:nvPr/>
        </p:nvSpPr>
        <p:spPr>
          <a:xfrm>
            <a:off x="446930" y="2113464"/>
            <a:ext cx="95731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err="1">
                <a:latin typeface="맑은 고딕" panose="020B0503020000020004" pitchFamily="50" charset="-127"/>
                <a:ea typeface="맑은 고딕" panose="020B0503020000020004" pitchFamily="50" charset="-127"/>
              </a:rPr>
              <a:t>배송비</a:t>
            </a:r>
            <a:r>
              <a:rPr lang="ko-KR" altLang="en-US" sz="900" dirty="0">
                <a:latin typeface="맑은 고딕" panose="020B0503020000020004" pitchFamily="50" charset="-127"/>
                <a:ea typeface="맑은 고딕" panose="020B0503020000020004" pitchFamily="50" charset="-127"/>
              </a:rPr>
              <a:t> 수정</a:t>
            </a:r>
            <a:endParaRPr lang="ko-KR" altLang="en-US" sz="900" dirty="0"/>
          </a:p>
        </p:txBody>
      </p:sp>
      <p:graphicFrame>
        <p:nvGraphicFramePr>
          <p:cNvPr id="32" name="표 31">
            <a:extLst>
              <a:ext uri="{FF2B5EF4-FFF2-40B4-BE49-F238E27FC236}">
                <a16:creationId xmlns:a16="http://schemas.microsoft.com/office/drawing/2014/main" id="{E28502CD-EFD6-40B3-9B3B-13D1DCCD473F}"/>
              </a:ext>
            </a:extLst>
          </p:cNvPr>
          <p:cNvGraphicFramePr>
            <a:graphicFrameLocks noGrp="1"/>
          </p:cNvGraphicFramePr>
          <p:nvPr>
            <p:extLst>
              <p:ext uri="{D42A27DB-BD31-4B8C-83A1-F6EECF244321}">
                <p14:modId xmlns:p14="http://schemas.microsoft.com/office/powerpoint/2010/main" val="2651156286"/>
              </p:ext>
            </p:extLst>
          </p:nvPr>
        </p:nvGraphicFramePr>
        <p:xfrm>
          <a:off x="516830" y="2397271"/>
          <a:ext cx="8213605" cy="2076577"/>
        </p:xfrm>
        <a:graphic>
          <a:graphicData uri="http://schemas.openxmlformats.org/drawingml/2006/table">
            <a:tbl>
              <a:tblPr firstRow="1" bandRow="1">
                <a:tableStyleId>{5C22544A-7EE6-4342-B048-85BDC9FD1C3A}</a:tableStyleId>
              </a:tblPr>
              <a:tblGrid>
                <a:gridCol w="1065236">
                  <a:extLst>
                    <a:ext uri="{9D8B030D-6E8A-4147-A177-3AD203B41FA5}">
                      <a16:colId xmlns:a16="http://schemas.microsoft.com/office/drawing/2014/main" val="20000"/>
                    </a:ext>
                  </a:extLst>
                </a:gridCol>
                <a:gridCol w="7148369">
                  <a:extLst>
                    <a:ext uri="{9D8B030D-6E8A-4147-A177-3AD203B41FA5}">
                      <a16:colId xmlns:a16="http://schemas.microsoft.com/office/drawing/2014/main" val="20001"/>
                    </a:ext>
                  </a:extLst>
                </a:gridCol>
              </a:tblGrid>
              <a:tr h="0">
                <a:tc>
                  <a:txBody>
                    <a:bodyPr/>
                    <a:lstStyle/>
                    <a:p>
                      <a:pPr latinLnBrk="1"/>
                      <a:r>
                        <a:rPr lang="ko-KR" altLang="en-US" sz="900" b="0" dirty="0">
                          <a:solidFill>
                            <a:schemeClr val="tx1"/>
                          </a:solidFill>
                        </a:rPr>
                        <a:t>배송구분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사용자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0991833"/>
                  </a:ext>
                </a:extLst>
              </a:tr>
              <a:tr h="0">
                <a:tc>
                  <a:txBody>
                    <a:bodyPr/>
                    <a:lstStyle/>
                    <a:p>
                      <a:pPr latinLnBrk="1"/>
                      <a:r>
                        <a:rPr lang="ko-KR" altLang="en-US" sz="900" b="0" dirty="0">
                          <a:solidFill>
                            <a:schemeClr val="tx1"/>
                          </a:solidFill>
                        </a:rPr>
                        <a:t>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사용     ○ 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543731296"/>
                  </a:ext>
                </a:extLst>
              </a:tr>
              <a:tr h="0">
                <a:tc>
                  <a:txBody>
                    <a:bodyPr/>
                    <a:lstStyle/>
                    <a:p>
                      <a:pPr latinLnBrk="1"/>
                      <a:r>
                        <a:rPr lang="ko-KR" altLang="en-US" sz="900" b="0" dirty="0">
                          <a:solidFill>
                            <a:schemeClr val="tx1"/>
                          </a:solidFill>
                        </a:rPr>
                        <a:t>배송비 명칭 </a:t>
                      </a:r>
                      <a:r>
                        <a:rPr lang="en-US" altLang="ko-KR" sz="900" b="1" dirty="0">
                          <a:solidFill>
                            <a:srgbClr val="FF0000"/>
                          </a:solidFill>
                        </a:rPr>
                        <a:t>*</a:t>
                      </a:r>
                      <a:endParaRPr lang="ko-KR" altLang="en-US" sz="900" b="1" dirty="0">
                        <a:solidFill>
                          <a:srgbClr val="FF0000"/>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900" b="0" dirty="0" err="1">
                          <a:solidFill>
                            <a:schemeClr val="tx1"/>
                          </a:solidFill>
                        </a:rPr>
                        <a:t>지정택배사</a:t>
                      </a:r>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3440615"/>
                  </a:ext>
                </a:extLst>
              </a:tr>
              <a:tr h="0">
                <a:tc>
                  <a:txBody>
                    <a:bodyPr/>
                    <a:lstStyle/>
                    <a:p>
                      <a:pPr latinLnBrk="1"/>
                      <a:r>
                        <a:rPr lang="ko-KR" altLang="en-US" sz="900" b="0" dirty="0">
                          <a:solidFill>
                            <a:schemeClr val="tx1"/>
                          </a:solidFill>
                        </a:rPr>
                        <a:t>배송비 유형</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무료배송     ○ 무료배송 </a:t>
                      </a:r>
                      <a:r>
                        <a:rPr lang="en-US" altLang="ko-KR" sz="900" b="0" i="0" u="none" strike="noStrike" dirty="0">
                          <a:solidFill>
                            <a:srgbClr val="000000"/>
                          </a:solidFill>
                          <a:effectLst/>
                          <a:latin typeface="+mn-lt"/>
                        </a:rPr>
                        <a:t>(</a:t>
                      </a:r>
                      <a:r>
                        <a:rPr lang="ko-KR" altLang="en-US" sz="900" b="0" i="0" u="none" strike="noStrike" dirty="0">
                          <a:solidFill>
                            <a:srgbClr val="000000"/>
                          </a:solidFill>
                          <a:effectLst/>
                          <a:latin typeface="+mn-lt"/>
                        </a:rPr>
                        <a:t>조건부</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고정 배송비</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변동 배송비</a:t>
                      </a: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 구간별 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17744534"/>
                  </a:ext>
                </a:extLst>
              </a:tr>
              <a:tr h="0">
                <a:tc>
                  <a:txBody>
                    <a:bodyPr/>
                    <a:lstStyle/>
                    <a:p>
                      <a:pPr latinLnBrk="1"/>
                      <a:r>
                        <a:rPr lang="ko-KR" altLang="en-US" sz="900" b="0" dirty="0">
                          <a:solidFill>
                            <a:schemeClr val="tx1"/>
                          </a:solidFill>
                        </a:rPr>
                        <a:t>배송비 결제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a:t>
                      </a:r>
                      <a:r>
                        <a:rPr lang="ko-KR" altLang="en-US" sz="900" b="0" i="0" u="none" strike="noStrike" dirty="0" err="1">
                          <a:solidFill>
                            <a:srgbClr val="000000"/>
                          </a:solidFill>
                          <a:effectLst/>
                          <a:latin typeface="+mn-lt"/>
                        </a:rPr>
                        <a:t>선결제</a:t>
                      </a:r>
                      <a:r>
                        <a:rPr lang="ko-KR" altLang="en-US" sz="900" b="0" i="0" u="none" strike="noStrike" dirty="0">
                          <a:solidFill>
                            <a:srgbClr val="000000"/>
                          </a:solidFill>
                          <a:effectLst/>
                          <a:latin typeface="+mn-lt"/>
                        </a:rPr>
                        <a:t>        ○ 착불</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928728226"/>
                  </a:ext>
                </a:extLst>
              </a:tr>
              <a:tr h="0">
                <a:tc>
                  <a:txBody>
                    <a:bodyPr/>
                    <a:lstStyle/>
                    <a:p>
                      <a:pPr latinLnBrk="1"/>
                      <a:r>
                        <a:rPr lang="ko-KR" altLang="en-US" sz="900" b="0" dirty="0">
                          <a:solidFill>
                            <a:schemeClr val="tx1"/>
                          </a:solidFill>
                        </a:rPr>
                        <a:t>지역별 배송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제주 지역          ● 배송함   ○ </a:t>
                      </a:r>
                      <a:r>
                        <a:rPr lang="ko-KR" altLang="en-US" sz="900" b="0" i="0" u="none" strike="noStrike" dirty="0" err="1">
                          <a:solidFill>
                            <a:srgbClr val="000000"/>
                          </a:solidFill>
                          <a:effectLst/>
                          <a:latin typeface="+mn-lt"/>
                        </a:rPr>
                        <a:t>배송안함</a:t>
                      </a:r>
                      <a:r>
                        <a:rPr lang="ko-KR" altLang="en-US" sz="900" b="0" i="0" u="none" strike="noStrike" dirty="0">
                          <a:solidFill>
                            <a:srgbClr val="000000"/>
                          </a:solidFill>
                          <a:effectLst/>
                          <a:latin typeface="+mn-lt"/>
                        </a:rPr>
                        <a:t> </a:t>
                      </a: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00" b="0" i="0" u="none" strike="noStrike" dirty="0">
                          <a:solidFill>
                            <a:srgbClr val="000000"/>
                          </a:solidFill>
                          <a:effectLst/>
                          <a:latin typeface="+mn-lt"/>
                        </a:rPr>
                        <a:t>- </a:t>
                      </a:r>
                      <a:r>
                        <a:rPr lang="ko-KR" altLang="en-US" sz="900" b="0" i="0" u="none" strike="noStrike" dirty="0">
                          <a:solidFill>
                            <a:srgbClr val="000000"/>
                          </a:solidFill>
                          <a:effectLst/>
                          <a:latin typeface="+mn-lt"/>
                        </a:rPr>
                        <a:t>도서산간 지역    ● 배송함   ○ </a:t>
                      </a:r>
                      <a:r>
                        <a:rPr lang="ko-KR" altLang="en-US" sz="900" b="0" i="0" u="none" strike="noStrike" dirty="0" err="1">
                          <a:solidFill>
                            <a:srgbClr val="000000"/>
                          </a:solidFill>
                          <a:effectLst/>
                          <a:latin typeface="+mn-lt"/>
                        </a:rPr>
                        <a:t>배송안함</a:t>
                      </a:r>
                      <a:endParaRPr lang="en-US" altLang="ko-KR"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19695819"/>
                  </a:ext>
                </a:extLst>
              </a:tr>
              <a:tr h="0">
                <a:tc>
                  <a:txBody>
                    <a:bodyPr/>
                    <a:lstStyle/>
                    <a:p>
                      <a:pPr latinLnBrk="1"/>
                      <a:r>
                        <a:rPr lang="ko-KR" altLang="en-US" sz="900" b="0" dirty="0">
                          <a:solidFill>
                            <a:schemeClr val="tx1"/>
                          </a:solidFill>
                        </a:rPr>
                        <a:t>지역별 배송비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a:t>
                      </a:r>
                      <a:r>
                        <a:rPr lang="ko-KR" altLang="en-US" sz="900" b="0" i="0" u="none" strike="noStrike" dirty="0" err="1">
                          <a:solidFill>
                            <a:srgbClr val="000000"/>
                          </a:solidFill>
                          <a:effectLst/>
                          <a:latin typeface="+mn-lt"/>
                        </a:rPr>
                        <a:t>사용안함</a:t>
                      </a:r>
                      <a:r>
                        <a:rPr lang="ko-KR" altLang="en-US" sz="900" b="0" i="0" u="none" strike="noStrike" dirty="0">
                          <a:solidFill>
                            <a:srgbClr val="000000"/>
                          </a:solidFill>
                          <a:effectLst/>
                          <a:latin typeface="+mn-lt"/>
                        </a:rPr>
                        <a:t> </a:t>
                      </a:r>
                      <a:r>
                        <a:rPr lang="ko-KR" altLang="en-US" sz="900" b="0" i="0" u="none" strike="noStrike" dirty="0">
                          <a:solidFill>
                            <a:schemeClr val="bg1">
                              <a:lumMod val="50000"/>
                            </a:schemeClr>
                          </a:solidFill>
                          <a:effectLst/>
                          <a:latin typeface="+mn-lt"/>
                        </a:rPr>
                        <a:t>ⓘ</a:t>
                      </a:r>
                      <a:r>
                        <a:rPr lang="ko-KR" altLang="en-US" sz="900" b="0" i="0" u="none" strike="noStrike" dirty="0">
                          <a:solidFill>
                            <a:srgbClr val="000000"/>
                          </a:solidFill>
                          <a:effectLst/>
                          <a:latin typeface="+mn-lt"/>
                        </a:rPr>
                        <a:t>     ○ 배송권역 방식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59286478"/>
                  </a:ext>
                </a:extLst>
              </a:tr>
            </a:tbl>
          </a:graphicData>
        </a:graphic>
      </p:graphicFrame>
      <p:sp>
        <p:nvSpPr>
          <p:cNvPr id="3" name="직사각형 2">
            <a:extLst>
              <a:ext uri="{FF2B5EF4-FFF2-40B4-BE49-F238E27FC236}">
                <a16:creationId xmlns:a16="http://schemas.microsoft.com/office/drawing/2014/main" id="{AA3FD4E5-DD3F-4AD0-8194-94E484A298B5}"/>
              </a:ext>
            </a:extLst>
          </p:cNvPr>
          <p:cNvSpPr/>
          <p:nvPr/>
        </p:nvSpPr>
        <p:spPr>
          <a:xfrm>
            <a:off x="1675791" y="2879743"/>
            <a:ext cx="6932126"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5" name="직사각형 4">
            <a:extLst>
              <a:ext uri="{FF2B5EF4-FFF2-40B4-BE49-F238E27FC236}">
                <a16:creationId xmlns:a16="http://schemas.microsoft.com/office/drawing/2014/main" id="{E40867FE-8C1B-4EBC-89F9-8B83E7ED604F}"/>
              </a:ext>
            </a:extLst>
          </p:cNvPr>
          <p:cNvSpPr/>
          <p:nvPr/>
        </p:nvSpPr>
        <p:spPr>
          <a:xfrm>
            <a:off x="1675791" y="3102084"/>
            <a:ext cx="2741952"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자체배송                                                      ▼</a:t>
            </a:r>
            <a:endParaRPr lang="en-US" altLang="ko-KR" sz="800" dirty="0">
              <a:solidFill>
                <a:schemeClr val="tx1">
                  <a:lumMod val="50000"/>
                  <a:lumOff val="50000"/>
                </a:schemeClr>
              </a:solidFill>
            </a:endParaRPr>
          </a:p>
        </p:txBody>
      </p:sp>
      <p:sp>
        <p:nvSpPr>
          <p:cNvPr id="7" name="직사각형 6">
            <a:extLst>
              <a:ext uri="{FF2B5EF4-FFF2-40B4-BE49-F238E27FC236}">
                <a16:creationId xmlns:a16="http://schemas.microsoft.com/office/drawing/2014/main" id="{0B18F919-F3F8-4406-BD39-88C4EAD94E89}"/>
              </a:ext>
            </a:extLst>
          </p:cNvPr>
          <p:cNvSpPr/>
          <p:nvPr/>
        </p:nvSpPr>
        <p:spPr>
          <a:xfrm>
            <a:off x="4044938" y="4863687"/>
            <a:ext cx="1157388"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배송비</a:t>
            </a:r>
            <a:r>
              <a:rPr lang="ko-KR" altLang="en-US" sz="800" dirty="0">
                <a:solidFill>
                  <a:schemeClr val="bg1"/>
                </a:solidFill>
              </a:rPr>
              <a:t> 수정</a:t>
            </a:r>
            <a:endParaRPr lang="en-US" altLang="ko-KR" sz="800" dirty="0">
              <a:solidFill>
                <a:schemeClr val="bg1"/>
              </a:solidFill>
            </a:endParaRPr>
          </a:p>
        </p:txBody>
      </p:sp>
      <p:grpSp>
        <p:nvGrpSpPr>
          <p:cNvPr id="8" name="Image">
            <a:extLst>
              <a:ext uri="{FF2B5EF4-FFF2-40B4-BE49-F238E27FC236}">
                <a16:creationId xmlns:a16="http://schemas.microsoft.com/office/drawing/2014/main" id="{A2B0E5EF-7A0D-432E-8A62-E333B704216D}"/>
              </a:ext>
            </a:extLst>
          </p:cNvPr>
          <p:cNvGrpSpPr>
            <a:grpSpLocks/>
          </p:cNvGrpSpPr>
          <p:nvPr/>
        </p:nvGrpSpPr>
        <p:grpSpPr bwMode="auto">
          <a:xfrm>
            <a:off x="8730435" y="2071808"/>
            <a:ext cx="204716" cy="209797"/>
            <a:chOff x="508000" y="1397000"/>
            <a:chExt cx="1008112" cy="1008112"/>
          </a:xfrm>
        </p:grpSpPr>
        <p:sp>
          <p:nvSpPr>
            <p:cNvPr id="9" name="Border">
              <a:extLst>
                <a:ext uri="{FF2B5EF4-FFF2-40B4-BE49-F238E27FC236}">
                  <a16:creationId xmlns:a16="http://schemas.microsoft.com/office/drawing/2014/main" id="{2F8BF8D3-7329-4DB1-A61D-7C977CA85DC3}"/>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Line 2">
              <a:extLst>
                <a:ext uri="{FF2B5EF4-FFF2-40B4-BE49-F238E27FC236}">
                  <a16:creationId xmlns:a16="http://schemas.microsoft.com/office/drawing/2014/main" id="{C1FF4C56-D05F-4E78-A3DF-A69DA7D3AC77}"/>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 name="Line 1">
              <a:extLst>
                <a:ext uri="{FF2B5EF4-FFF2-40B4-BE49-F238E27FC236}">
                  <a16:creationId xmlns:a16="http://schemas.microsoft.com/office/drawing/2014/main" id="{0674BDEE-F7AB-4E23-A747-D5BF01B16E87}"/>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aphicFrame>
        <p:nvGraphicFramePr>
          <p:cNvPr id="12" name="표 11">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2699146308"/>
              </p:ext>
            </p:extLst>
          </p:nvPr>
        </p:nvGraphicFramePr>
        <p:xfrm>
          <a:off x="10171774" y="22159"/>
          <a:ext cx="1979018" cy="15707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RF-02-12-01-10</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배송비설정</a:t>
                      </a:r>
                      <a:r>
                        <a:rPr lang="ko-KR" altLang="en-US" sz="800" dirty="0"/>
                        <a:t>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t>배송비설정</a:t>
                      </a:r>
                      <a:r>
                        <a:rPr lang="ko-KR" altLang="en-US" sz="800" dirty="0"/>
                        <a:t> 목록 </a:t>
                      </a:r>
                      <a:r>
                        <a:rPr lang="en-US" altLang="ko-KR" sz="800" dirty="0"/>
                        <a:t>&gt; </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수정</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배송비</a:t>
                      </a:r>
                      <a:r>
                        <a:rPr lang="ko-KR" altLang="en-US" sz="800" b="0" dirty="0">
                          <a:solidFill>
                            <a:schemeClr val="tx1"/>
                          </a:solidFill>
                        </a:rPr>
                        <a:t> 정보를 수정할 수 있는 화면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13" name="타원 12">
            <a:extLst>
              <a:ext uri="{FF2B5EF4-FFF2-40B4-BE49-F238E27FC236}">
                <a16:creationId xmlns:a16="http://schemas.microsoft.com/office/drawing/2014/main" id="{B1513A05-975F-4C41-8001-66664BA372E7}"/>
              </a:ext>
            </a:extLst>
          </p:cNvPr>
          <p:cNvSpPr/>
          <p:nvPr/>
        </p:nvSpPr>
        <p:spPr>
          <a:xfrm>
            <a:off x="8347046" y="1592911"/>
            <a:ext cx="520117" cy="276849"/>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 name="TextBox 13">
            <a:extLst>
              <a:ext uri="{FF2B5EF4-FFF2-40B4-BE49-F238E27FC236}">
                <a16:creationId xmlns:a16="http://schemas.microsoft.com/office/drawing/2014/main" id="{38F262C8-ACF8-4FC7-81DA-843C5AB289C5}"/>
              </a:ext>
            </a:extLst>
          </p:cNvPr>
          <p:cNvSpPr txBox="1"/>
          <p:nvPr/>
        </p:nvSpPr>
        <p:spPr>
          <a:xfrm>
            <a:off x="279478" y="1967872"/>
            <a:ext cx="251992" cy="230832"/>
          </a:xfrm>
          <a:prstGeom prst="rect">
            <a:avLst/>
          </a:prstGeom>
          <a:solidFill>
            <a:srgbClr val="FF0000"/>
          </a:solidFill>
        </p:spPr>
        <p:txBody>
          <a:bodyPr wrap="square" rtlCol="0">
            <a:spAutoFit/>
          </a:bodyPr>
          <a:lstStyle/>
          <a:p>
            <a:r>
              <a:rPr lang="en-US" altLang="ko-KR" sz="900" b="1" dirty="0">
                <a:solidFill>
                  <a:schemeClr val="bg1"/>
                </a:solidFill>
              </a:rPr>
              <a:t>1</a:t>
            </a:r>
            <a:endParaRPr lang="ko-KR" altLang="en-US" sz="900" b="1" dirty="0">
              <a:solidFill>
                <a:schemeClr val="bg1"/>
              </a:solidFill>
            </a:endParaRPr>
          </a:p>
        </p:txBody>
      </p:sp>
      <p:cxnSp>
        <p:nvCxnSpPr>
          <p:cNvPr id="15" name="직선 화살표 연결선 14">
            <a:extLst>
              <a:ext uri="{FF2B5EF4-FFF2-40B4-BE49-F238E27FC236}">
                <a16:creationId xmlns:a16="http://schemas.microsoft.com/office/drawing/2014/main" id="{D8A61CF3-4CF1-4B99-89E2-9ED2191A77B9}"/>
              </a:ext>
            </a:extLst>
          </p:cNvPr>
          <p:cNvCxnSpPr>
            <a:cxnSpLocks/>
            <a:stCxn id="13" idx="2"/>
          </p:cNvCxnSpPr>
          <p:nvPr/>
        </p:nvCxnSpPr>
        <p:spPr>
          <a:xfrm flipH="1">
            <a:off x="6686027" y="1731336"/>
            <a:ext cx="1661019" cy="25409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54237148"/>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6">
            <a:extLst>
              <a:ext uri="{FF2B5EF4-FFF2-40B4-BE49-F238E27FC236}">
                <a16:creationId xmlns:a16="http://schemas.microsoft.com/office/drawing/2014/main" id="{4E53998D-6688-4124-BC0E-C586ECA1F394}"/>
              </a:ext>
            </a:extLst>
          </p:cNvPr>
          <p:cNvGraphicFramePr>
            <a:graphicFrameLocks noGrp="1"/>
          </p:cNvGraphicFramePr>
          <p:nvPr>
            <p:extLst>
              <p:ext uri="{D42A27DB-BD31-4B8C-83A1-F6EECF244321}">
                <p14:modId xmlns:p14="http://schemas.microsoft.com/office/powerpoint/2010/main" val="3754664371"/>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b="1" dirty="0">
                        <a:solidFill>
                          <a:schemeClr val="tx1"/>
                        </a:solidFill>
                      </a:endParaRPr>
                    </a:p>
                  </a:txBody>
                  <a:tcPr/>
                </a:tc>
                <a:extLst>
                  <a:ext uri="{0D108BD9-81ED-4DB2-BD59-A6C34878D82A}">
                    <a16:rowId xmlns:a16="http://schemas.microsoft.com/office/drawing/2014/main" val="4008812756"/>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b="0" dirty="0">
                          <a:solidFill>
                            <a:schemeClr val="tx1"/>
                          </a:solidFill>
                        </a:rPr>
                        <a:t>●</a:t>
                      </a:r>
                      <a:r>
                        <a:rPr lang="ko-KR" altLang="en-US" sz="1800" dirty="0">
                          <a:solidFill>
                            <a:schemeClr val="bg1">
                              <a:lumMod val="75000"/>
                            </a:schemeClr>
                          </a:solidFill>
                        </a:rPr>
                        <a:t>  </a:t>
                      </a:r>
                      <a:r>
                        <a:rPr lang="ko-KR" altLang="en-US" sz="1800" b="1" dirty="0">
                          <a:solidFill>
                            <a:schemeClr val="tx1"/>
                          </a:solidFill>
                        </a:rPr>
                        <a:t>취소</a:t>
                      </a:r>
                      <a:r>
                        <a:rPr lang="en-US" altLang="ko-KR" sz="1800" b="1" dirty="0">
                          <a:solidFill>
                            <a:schemeClr val="tx1"/>
                          </a:solidFill>
                        </a:rPr>
                        <a:t>/</a:t>
                      </a:r>
                      <a:r>
                        <a:rPr lang="ko-KR" altLang="en-US" sz="1800" b="1" dirty="0">
                          <a:solidFill>
                            <a:schemeClr val="tx1"/>
                          </a:solidFill>
                        </a:rPr>
                        <a:t>환불안내 관리</a:t>
                      </a:r>
                    </a:p>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3474420515"/>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1886554027"/>
              </p:ext>
            </p:extLst>
          </p:nvPr>
        </p:nvGraphicFramePr>
        <p:xfrm>
          <a:off x="10171774" y="22159"/>
          <a:ext cx="1979018" cy="166219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RF-02-13-01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취소</a:t>
                      </a:r>
                      <a:r>
                        <a:rPr lang="en-US" altLang="ko-KR" sz="800" dirty="0"/>
                        <a:t>/</a:t>
                      </a:r>
                      <a:r>
                        <a:rPr lang="ko-KR" altLang="en-US" sz="800" dirty="0" err="1"/>
                        <a:t>환불안내</a:t>
                      </a:r>
                      <a:r>
                        <a:rPr lang="ko-KR" altLang="en-US" sz="800" dirty="0"/>
                        <a:t>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취소</a:t>
                      </a:r>
                      <a:r>
                        <a:rPr lang="en-US" altLang="ko-KR" sz="800" dirty="0"/>
                        <a:t>/</a:t>
                      </a:r>
                      <a:r>
                        <a:rPr lang="ko-KR" altLang="en-US" sz="800" dirty="0" err="1"/>
                        <a:t>환불안내</a:t>
                      </a:r>
                      <a:r>
                        <a:rPr lang="ko-KR" altLang="en-US" sz="800" dirty="0"/>
                        <a:t> 목록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취소</a:t>
                      </a:r>
                      <a:r>
                        <a:rPr lang="en-US" altLang="ko-KR" sz="800" b="0" dirty="0">
                          <a:solidFill>
                            <a:schemeClr val="tx1"/>
                          </a:solidFill>
                        </a:rPr>
                        <a:t>/</a:t>
                      </a:r>
                      <a:r>
                        <a:rPr lang="ko-KR" altLang="en-US" sz="800" b="0" dirty="0">
                          <a:solidFill>
                            <a:schemeClr val="tx1"/>
                          </a:solidFill>
                        </a:rPr>
                        <a:t>환불 안내 목록</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취소</a:t>
                      </a:r>
                      <a:r>
                        <a:rPr lang="en-US" altLang="ko-KR" sz="800" b="0" dirty="0">
                          <a:solidFill>
                            <a:schemeClr val="tx1"/>
                          </a:solidFill>
                        </a:rPr>
                        <a:t>/</a:t>
                      </a:r>
                      <a:r>
                        <a:rPr lang="ko-KR" altLang="en-US" sz="800" b="0" dirty="0">
                          <a:solidFill>
                            <a:schemeClr val="tx1"/>
                          </a:solidFill>
                        </a:rPr>
                        <a:t>환불 안내에 대한 내용을 복사하여 생성한다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
        <p:nvSpPr>
          <p:cNvPr id="3" name="TextBox 2">
            <a:extLst>
              <a:ext uri="{FF2B5EF4-FFF2-40B4-BE49-F238E27FC236}">
                <a16:creationId xmlns:a16="http://schemas.microsoft.com/office/drawing/2014/main" id="{05FF8395-5E08-4D47-A3CE-3312269608C0}"/>
              </a:ext>
            </a:extLst>
          </p:cNvPr>
          <p:cNvSpPr txBox="1"/>
          <p:nvPr/>
        </p:nvSpPr>
        <p:spPr>
          <a:xfrm>
            <a:off x="1320180" y="1103599"/>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4" name="TextBox 3">
            <a:extLst>
              <a:ext uri="{FF2B5EF4-FFF2-40B4-BE49-F238E27FC236}">
                <a16:creationId xmlns:a16="http://schemas.microsoft.com/office/drawing/2014/main" id="{05FF8395-5E08-4D47-A3CE-3312269608C0}"/>
              </a:ext>
            </a:extLst>
          </p:cNvPr>
          <p:cNvSpPr txBox="1"/>
          <p:nvPr/>
        </p:nvSpPr>
        <p:spPr>
          <a:xfrm>
            <a:off x="8074716" y="1219015"/>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3303287205"/>
      </p:ext>
    </p:extLst>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44E3701F-3D42-4BD1-BFC4-2A39981B1C7E}"/>
              </a:ext>
            </a:extLst>
          </p:cNvPr>
          <p:cNvSpPr/>
          <p:nvPr/>
        </p:nvSpPr>
        <p:spPr>
          <a:xfrm>
            <a:off x="422741" y="1297529"/>
            <a:ext cx="8673492" cy="400720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3" name="TextBox 2">
            <a:extLst>
              <a:ext uri="{FF2B5EF4-FFF2-40B4-BE49-F238E27FC236}">
                <a16:creationId xmlns:a16="http://schemas.microsoft.com/office/drawing/2014/main" id="{BF967564-6913-445E-995B-8998B7788CF9}"/>
              </a:ext>
            </a:extLst>
          </p:cNvPr>
          <p:cNvSpPr txBox="1"/>
          <p:nvPr/>
        </p:nvSpPr>
        <p:spPr>
          <a:xfrm>
            <a:off x="505653" y="1425567"/>
            <a:ext cx="1350050"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취소</a:t>
            </a:r>
            <a:r>
              <a:rPr lang="en-US" altLang="ko-KR" sz="900" dirty="0">
                <a:latin typeface="맑은 고딕" panose="020B0503020000020004" pitchFamily="50" charset="-127"/>
                <a:ea typeface="맑은 고딕" panose="020B0503020000020004" pitchFamily="50" charset="-127"/>
              </a:rPr>
              <a:t>/</a:t>
            </a:r>
            <a:r>
              <a:rPr lang="ko-KR" altLang="en-US" sz="900" dirty="0">
                <a:latin typeface="맑은 고딕" panose="020B0503020000020004" pitchFamily="50" charset="-127"/>
                <a:ea typeface="맑은 고딕" panose="020B0503020000020004" pitchFamily="50" charset="-127"/>
              </a:rPr>
              <a:t>환불안내 등록</a:t>
            </a:r>
            <a:endParaRPr lang="ko-KR" altLang="en-US" sz="900" dirty="0"/>
          </a:p>
        </p:txBody>
      </p:sp>
      <p:graphicFrame>
        <p:nvGraphicFramePr>
          <p:cNvPr id="4" name="표 3">
            <a:extLst>
              <a:ext uri="{FF2B5EF4-FFF2-40B4-BE49-F238E27FC236}">
                <a16:creationId xmlns:a16="http://schemas.microsoft.com/office/drawing/2014/main" id="{54D95325-1AA9-479B-AF27-25C202D7EEF9}"/>
              </a:ext>
            </a:extLst>
          </p:cNvPr>
          <p:cNvGraphicFramePr>
            <a:graphicFrameLocks noGrp="1"/>
          </p:cNvGraphicFramePr>
          <p:nvPr>
            <p:extLst>
              <p:ext uri="{D42A27DB-BD31-4B8C-83A1-F6EECF244321}">
                <p14:modId xmlns:p14="http://schemas.microsoft.com/office/powerpoint/2010/main" val="343028509"/>
              </p:ext>
            </p:extLst>
          </p:nvPr>
        </p:nvGraphicFramePr>
        <p:xfrm>
          <a:off x="575553" y="1709374"/>
          <a:ext cx="8213605" cy="2834640"/>
        </p:xfrm>
        <a:graphic>
          <a:graphicData uri="http://schemas.openxmlformats.org/drawingml/2006/table">
            <a:tbl>
              <a:tblPr firstRow="1" bandRow="1">
                <a:tableStyleId>{5C22544A-7EE6-4342-B048-85BDC9FD1C3A}</a:tableStyleId>
              </a:tblPr>
              <a:tblGrid>
                <a:gridCol w="1344081">
                  <a:extLst>
                    <a:ext uri="{9D8B030D-6E8A-4147-A177-3AD203B41FA5}">
                      <a16:colId xmlns:a16="http://schemas.microsoft.com/office/drawing/2014/main" val="20000"/>
                    </a:ext>
                  </a:extLst>
                </a:gridCol>
                <a:gridCol w="6869524">
                  <a:extLst>
                    <a:ext uri="{9D8B030D-6E8A-4147-A177-3AD203B41FA5}">
                      <a16:colId xmlns:a16="http://schemas.microsoft.com/office/drawing/2014/main" val="20001"/>
                    </a:ext>
                  </a:extLst>
                </a:gridCol>
              </a:tblGrid>
              <a:tr h="0">
                <a:tc>
                  <a:txBody>
                    <a:bodyPr/>
                    <a:lstStyle/>
                    <a:p>
                      <a:pPr latinLnBrk="1"/>
                      <a:r>
                        <a:rPr lang="ko-KR" altLang="en-US" sz="900" b="0" dirty="0" err="1">
                          <a:solidFill>
                            <a:schemeClr val="tx1"/>
                          </a:solidFill>
                        </a:rPr>
                        <a:t>설정구분</a:t>
                      </a:r>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기본     ○ 사용자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0991833"/>
                  </a:ext>
                </a:extLst>
              </a:tr>
              <a:tr h="0">
                <a:tc>
                  <a:txBody>
                    <a:bodyPr/>
                    <a:lstStyle/>
                    <a:p>
                      <a:pPr latinLnBrk="1"/>
                      <a:r>
                        <a:rPr lang="ko-KR" altLang="en-US" sz="900" b="0" dirty="0">
                          <a:solidFill>
                            <a:schemeClr val="tx1"/>
                          </a:solidFill>
                        </a:rPr>
                        <a:t>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사용     ○ 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543731296"/>
                  </a:ext>
                </a:extLst>
              </a:tr>
              <a:tr h="0">
                <a:tc>
                  <a:txBody>
                    <a:bodyPr/>
                    <a:lstStyle/>
                    <a:p>
                      <a:pPr latinLnBrk="1"/>
                      <a:r>
                        <a:rPr lang="ko-KR" altLang="en-US" sz="900" b="0" dirty="0">
                          <a:solidFill>
                            <a:schemeClr val="tx1"/>
                          </a:solidFill>
                        </a:rPr>
                        <a:t>취소</a:t>
                      </a:r>
                      <a:r>
                        <a:rPr lang="en-US" altLang="ko-KR" sz="900" b="0" dirty="0">
                          <a:solidFill>
                            <a:schemeClr val="tx1"/>
                          </a:solidFill>
                        </a:rPr>
                        <a:t>/</a:t>
                      </a:r>
                      <a:r>
                        <a:rPr lang="ko-KR" altLang="en-US" sz="900" b="0" dirty="0">
                          <a:solidFill>
                            <a:schemeClr val="tx1"/>
                          </a:solidFill>
                        </a:rPr>
                        <a:t>환불안내 명칭 </a:t>
                      </a:r>
                      <a:r>
                        <a:rPr lang="en-US" altLang="ko-KR" sz="900" b="1" dirty="0">
                          <a:solidFill>
                            <a:srgbClr val="FF0000"/>
                          </a:solidFill>
                        </a:rPr>
                        <a:t>*</a:t>
                      </a:r>
                      <a:endParaRPr lang="ko-KR" altLang="en-US" sz="900" b="1" dirty="0">
                        <a:solidFill>
                          <a:srgbClr val="FF0000"/>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900" b="0" dirty="0">
                          <a:solidFill>
                            <a:schemeClr val="tx1"/>
                          </a:solidFill>
                        </a:rPr>
                        <a:t>취소</a:t>
                      </a:r>
                      <a:r>
                        <a:rPr lang="en-US" altLang="ko-KR" sz="900" b="0" dirty="0">
                          <a:solidFill>
                            <a:schemeClr val="tx1"/>
                          </a:solidFill>
                        </a:rPr>
                        <a:t>/</a:t>
                      </a:r>
                      <a:r>
                        <a:rPr lang="ko-KR" altLang="en-US" sz="900" b="0" dirty="0">
                          <a:solidFill>
                            <a:schemeClr val="tx1"/>
                          </a:solidFill>
                        </a:rPr>
                        <a:t>환불안내 내용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3440615"/>
                  </a:ext>
                </a:extLst>
              </a:tr>
            </a:tbl>
          </a:graphicData>
        </a:graphic>
      </p:graphicFrame>
      <p:sp>
        <p:nvSpPr>
          <p:cNvPr id="5" name="직사각형 4">
            <a:extLst>
              <a:ext uri="{FF2B5EF4-FFF2-40B4-BE49-F238E27FC236}">
                <a16:creationId xmlns:a16="http://schemas.microsoft.com/office/drawing/2014/main" id="{DAC9CF40-AEBF-4E34-885A-64666E6B210E}"/>
              </a:ext>
            </a:extLst>
          </p:cNvPr>
          <p:cNvSpPr/>
          <p:nvPr/>
        </p:nvSpPr>
        <p:spPr>
          <a:xfrm>
            <a:off x="2013073" y="2186988"/>
            <a:ext cx="6622254"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7" name="직사각형 6">
            <a:extLst>
              <a:ext uri="{FF2B5EF4-FFF2-40B4-BE49-F238E27FC236}">
                <a16:creationId xmlns:a16="http://schemas.microsoft.com/office/drawing/2014/main" id="{779E96A2-95CF-4DCB-B7D8-17469EBE4F4C}"/>
              </a:ext>
            </a:extLst>
          </p:cNvPr>
          <p:cNvSpPr/>
          <p:nvPr/>
        </p:nvSpPr>
        <p:spPr>
          <a:xfrm>
            <a:off x="4103660" y="4710653"/>
            <a:ext cx="1746077"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취소</a:t>
            </a:r>
            <a:r>
              <a:rPr lang="en-US" altLang="ko-KR" sz="800" dirty="0">
                <a:solidFill>
                  <a:schemeClr val="bg1"/>
                </a:solidFill>
              </a:rPr>
              <a:t>/</a:t>
            </a:r>
            <a:r>
              <a:rPr lang="ko-KR" altLang="en-US" sz="800" dirty="0">
                <a:solidFill>
                  <a:schemeClr val="bg1"/>
                </a:solidFill>
              </a:rPr>
              <a:t>환불안내 등록</a:t>
            </a:r>
            <a:endParaRPr lang="en-US" altLang="ko-KR" sz="800" dirty="0">
              <a:solidFill>
                <a:schemeClr val="bg1"/>
              </a:solidFill>
            </a:endParaRPr>
          </a:p>
        </p:txBody>
      </p:sp>
      <p:grpSp>
        <p:nvGrpSpPr>
          <p:cNvPr id="8" name="Image">
            <a:extLst>
              <a:ext uri="{FF2B5EF4-FFF2-40B4-BE49-F238E27FC236}">
                <a16:creationId xmlns:a16="http://schemas.microsoft.com/office/drawing/2014/main" id="{4DE794F5-44C1-4D37-A8EC-3DD303CF9C5C}"/>
              </a:ext>
            </a:extLst>
          </p:cNvPr>
          <p:cNvGrpSpPr>
            <a:grpSpLocks/>
          </p:cNvGrpSpPr>
          <p:nvPr/>
        </p:nvGrpSpPr>
        <p:grpSpPr bwMode="auto">
          <a:xfrm>
            <a:off x="8789158" y="1383911"/>
            <a:ext cx="204716" cy="209797"/>
            <a:chOff x="508000" y="1397000"/>
            <a:chExt cx="1008112" cy="1008112"/>
          </a:xfrm>
        </p:grpSpPr>
        <p:sp>
          <p:nvSpPr>
            <p:cNvPr id="9" name="Border">
              <a:extLst>
                <a:ext uri="{FF2B5EF4-FFF2-40B4-BE49-F238E27FC236}">
                  <a16:creationId xmlns:a16="http://schemas.microsoft.com/office/drawing/2014/main" id="{CA8A1C51-F95D-414F-8287-AA14A8C934A4}"/>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Line 2">
              <a:extLst>
                <a:ext uri="{FF2B5EF4-FFF2-40B4-BE49-F238E27FC236}">
                  <a16:creationId xmlns:a16="http://schemas.microsoft.com/office/drawing/2014/main" id="{D9E682DE-66AD-4732-B9F2-52C708F19FE3}"/>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 name="Line 1">
              <a:extLst>
                <a:ext uri="{FF2B5EF4-FFF2-40B4-BE49-F238E27FC236}">
                  <a16:creationId xmlns:a16="http://schemas.microsoft.com/office/drawing/2014/main" id="{B65AA91C-B85E-474E-B9CE-43E11C0EA4BA}"/>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2" name="직사각형 11">
            <a:extLst>
              <a:ext uri="{FF2B5EF4-FFF2-40B4-BE49-F238E27FC236}">
                <a16:creationId xmlns:a16="http://schemas.microsoft.com/office/drawing/2014/main" id="{F3D6AF08-423E-4D6A-998F-0C80C967F5F1}"/>
              </a:ext>
            </a:extLst>
          </p:cNvPr>
          <p:cNvSpPr/>
          <p:nvPr/>
        </p:nvSpPr>
        <p:spPr>
          <a:xfrm>
            <a:off x="2013073" y="2484141"/>
            <a:ext cx="6622254" cy="195463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endParaRPr lang="en-US" altLang="ko-KR" sz="800" dirty="0">
              <a:solidFill>
                <a:schemeClr val="tx1">
                  <a:lumMod val="50000"/>
                  <a:lumOff val="50000"/>
                </a:schemeClr>
              </a:solidFill>
            </a:endParaRPr>
          </a:p>
          <a:p>
            <a:endParaRPr lang="en-US" altLang="ko-KR" sz="800" dirty="0">
              <a:solidFill>
                <a:schemeClr val="tx1">
                  <a:lumMod val="50000"/>
                  <a:lumOff val="50000"/>
                </a:schemeClr>
              </a:solidFill>
            </a:endParaRPr>
          </a:p>
          <a:p>
            <a:endParaRPr lang="en-US" altLang="ko-KR" sz="800" dirty="0">
              <a:solidFill>
                <a:schemeClr val="tx1">
                  <a:lumMod val="50000"/>
                  <a:lumOff val="50000"/>
                </a:schemeClr>
              </a:solidFill>
            </a:endParaRPr>
          </a:p>
          <a:p>
            <a:r>
              <a:rPr lang="ko-KR" altLang="en-US" sz="800" dirty="0">
                <a:solidFill>
                  <a:schemeClr val="tx1">
                    <a:lumMod val="50000"/>
                    <a:lumOff val="50000"/>
                  </a:schemeClr>
                </a:solidFill>
              </a:rPr>
              <a:t>취소</a:t>
            </a:r>
            <a:r>
              <a:rPr lang="en-US" altLang="ko-KR" sz="800" dirty="0">
                <a:solidFill>
                  <a:schemeClr val="tx1">
                    <a:lumMod val="50000"/>
                    <a:lumOff val="50000"/>
                  </a:schemeClr>
                </a:solidFill>
              </a:rPr>
              <a:t>/</a:t>
            </a:r>
            <a:r>
              <a:rPr lang="ko-KR" altLang="en-US" sz="800" dirty="0">
                <a:solidFill>
                  <a:schemeClr val="tx1">
                    <a:lumMod val="50000"/>
                    <a:lumOff val="50000"/>
                  </a:schemeClr>
                </a:solidFill>
              </a:rPr>
              <a:t>환불 내용</a:t>
            </a:r>
            <a:endParaRPr lang="en-US" altLang="ko-KR" sz="800" dirty="0">
              <a:solidFill>
                <a:schemeClr val="tx1">
                  <a:lumMod val="50000"/>
                  <a:lumOff val="50000"/>
                </a:schemeClr>
              </a:solidFill>
            </a:endParaRPr>
          </a:p>
        </p:txBody>
      </p:sp>
      <p:pic>
        <p:nvPicPr>
          <p:cNvPr id="13" name="그림 12">
            <a:extLst>
              <a:ext uri="{FF2B5EF4-FFF2-40B4-BE49-F238E27FC236}">
                <a16:creationId xmlns:a16="http://schemas.microsoft.com/office/drawing/2014/main" id="{60290F26-0E36-4710-946A-622D34F3CBB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044658" y="2548699"/>
            <a:ext cx="5860813" cy="280690"/>
          </a:xfrm>
          <a:prstGeom prst="rect">
            <a:avLst/>
          </a:prstGeom>
        </p:spPr>
      </p:pic>
      <p:graphicFrame>
        <p:nvGraphicFramePr>
          <p:cNvPr id="14" name="표 13">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3938196019"/>
              </p:ext>
            </p:extLst>
          </p:nvPr>
        </p:nvGraphicFramePr>
        <p:xfrm>
          <a:off x="10171774" y="22159"/>
          <a:ext cx="1979018" cy="20584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RF-02-13-01-1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취소</a:t>
                      </a:r>
                      <a:r>
                        <a:rPr lang="en-US" altLang="ko-KR" sz="800" dirty="0"/>
                        <a:t>/</a:t>
                      </a:r>
                      <a:r>
                        <a:rPr lang="ko-KR" altLang="en-US" sz="800" dirty="0" err="1"/>
                        <a:t>환불안내</a:t>
                      </a:r>
                      <a:r>
                        <a:rPr lang="ko-KR" altLang="en-US" sz="800" dirty="0"/>
                        <a:t>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취소</a:t>
                      </a:r>
                      <a:r>
                        <a:rPr lang="en-US" altLang="ko-KR" sz="800" dirty="0"/>
                        <a:t>/</a:t>
                      </a:r>
                      <a:r>
                        <a:rPr lang="ko-KR" altLang="en-US" sz="800" dirty="0" err="1"/>
                        <a:t>환불안내</a:t>
                      </a:r>
                      <a:r>
                        <a:rPr lang="ko-KR" altLang="en-US" sz="800" dirty="0"/>
                        <a:t> 목록 </a:t>
                      </a:r>
                      <a:r>
                        <a:rPr lang="en-US" altLang="ko-KR" sz="800" dirty="0"/>
                        <a:t>&gt; </a:t>
                      </a:r>
                      <a:r>
                        <a:rPr lang="ko-KR" altLang="en-US" sz="800" dirty="0"/>
                        <a:t>취소</a:t>
                      </a:r>
                      <a:r>
                        <a:rPr lang="en-US" altLang="ko-KR" sz="800" dirty="0"/>
                        <a:t>/</a:t>
                      </a:r>
                      <a:r>
                        <a:rPr lang="ko-KR" altLang="en-US" sz="800" dirty="0" err="1"/>
                        <a:t>환불안내</a:t>
                      </a:r>
                      <a:r>
                        <a:rPr lang="ko-KR" altLang="en-US" sz="800" dirty="0"/>
                        <a:t> 등록</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취소</a:t>
                      </a:r>
                      <a:r>
                        <a:rPr lang="en-US" altLang="ko-KR" sz="800" b="0" dirty="0">
                          <a:solidFill>
                            <a:schemeClr val="tx1"/>
                          </a:solidFill>
                        </a:rPr>
                        <a:t>/</a:t>
                      </a:r>
                      <a:r>
                        <a:rPr lang="ko-KR" altLang="en-US" sz="800" b="0" dirty="0">
                          <a:solidFill>
                            <a:schemeClr val="tx1"/>
                          </a:solidFill>
                        </a:rPr>
                        <a:t>환불 안내 등록 버튼을 클릭 시 생성되는 화면</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취소</a:t>
                      </a:r>
                      <a:r>
                        <a:rPr lang="en-US" altLang="ko-KR" sz="800" b="0" dirty="0">
                          <a:solidFill>
                            <a:schemeClr val="tx1"/>
                          </a:solidFill>
                        </a:rPr>
                        <a:t>/</a:t>
                      </a:r>
                      <a:r>
                        <a:rPr lang="ko-KR" altLang="en-US" sz="800" b="0" dirty="0">
                          <a:solidFill>
                            <a:schemeClr val="tx1"/>
                          </a:solidFill>
                        </a:rPr>
                        <a:t>환불 안내에 대한 내용을 입력하여 등록할 수 있다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15" name="TextBox 14">
            <a:extLst>
              <a:ext uri="{FF2B5EF4-FFF2-40B4-BE49-F238E27FC236}">
                <a16:creationId xmlns:a16="http://schemas.microsoft.com/office/drawing/2014/main" id="{05FF8395-5E08-4D47-A3CE-3312269608C0}"/>
              </a:ext>
            </a:extLst>
          </p:cNvPr>
          <p:cNvSpPr txBox="1"/>
          <p:nvPr/>
        </p:nvSpPr>
        <p:spPr>
          <a:xfrm>
            <a:off x="338201" y="1209037"/>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16" name="타원 15">
            <a:extLst>
              <a:ext uri="{FF2B5EF4-FFF2-40B4-BE49-F238E27FC236}">
                <a16:creationId xmlns:a16="http://schemas.microsoft.com/office/drawing/2014/main" id="{DC9AB3C2-031B-4F19-BB5C-EEA6AFD74D33}"/>
              </a:ext>
            </a:extLst>
          </p:cNvPr>
          <p:cNvSpPr/>
          <p:nvPr/>
        </p:nvSpPr>
        <p:spPr>
          <a:xfrm>
            <a:off x="7835317" y="810294"/>
            <a:ext cx="1434518" cy="334810"/>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7" name="직선 화살표 연결선 16">
            <a:extLst>
              <a:ext uri="{FF2B5EF4-FFF2-40B4-BE49-F238E27FC236}">
                <a16:creationId xmlns:a16="http://schemas.microsoft.com/office/drawing/2014/main" id="{298B8662-E2D4-46F7-AD50-BDA55D31233E}"/>
              </a:ext>
            </a:extLst>
          </p:cNvPr>
          <p:cNvCxnSpPr>
            <a:cxnSpLocks/>
            <a:stCxn id="16" idx="2"/>
          </p:cNvCxnSpPr>
          <p:nvPr/>
        </p:nvCxnSpPr>
        <p:spPr>
          <a:xfrm flipH="1">
            <a:off x="5729681" y="977699"/>
            <a:ext cx="2105636" cy="31983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2688995"/>
      </p:ext>
    </p:extLst>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44E3701F-3D42-4BD1-BFC4-2A39981B1C7E}"/>
              </a:ext>
            </a:extLst>
          </p:cNvPr>
          <p:cNvSpPr/>
          <p:nvPr/>
        </p:nvSpPr>
        <p:spPr>
          <a:xfrm>
            <a:off x="372407" y="1876370"/>
            <a:ext cx="8673492" cy="400720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3" name="TextBox 2">
            <a:extLst>
              <a:ext uri="{FF2B5EF4-FFF2-40B4-BE49-F238E27FC236}">
                <a16:creationId xmlns:a16="http://schemas.microsoft.com/office/drawing/2014/main" id="{BF967564-6913-445E-995B-8998B7788CF9}"/>
              </a:ext>
            </a:extLst>
          </p:cNvPr>
          <p:cNvSpPr txBox="1"/>
          <p:nvPr/>
        </p:nvSpPr>
        <p:spPr>
          <a:xfrm>
            <a:off x="455319" y="2004408"/>
            <a:ext cx="1350050"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취소</a:t>
            </a:r>
            <a:r>
              <a:rPr lang="en-US" altLang="ko-KR" sz="900" dirty="0">
                <a:latin typeface="맑은 고딕" panose="020B0503020000020004" pitchFamily="50" charset="-127"/>
                <a:ea typeface="맑은 고딕" panose="020B0503020000020004" pitchFamily="50" charset="-127"/>
              </a:rPr>
              <a:t>/</a:t>
            </a:r>
            <a:r>
              <a:rPr lang="ko-KR" altLang="en-US" sz="900" dirty="0" err="1">
                <a:latin typeface="맑은 고딕" panose="020B0503020000020004" pitchFamily="50" charset="-127"/>
                <a:ea typeface="맑은 고딕" panose="020B0503020000020004" pitchFamily="50" charset="-127"/>
              </a:rPr>
              <a:t>환불안내</a:t>
            </a:r>
            <a:r>
              <a:rPr lang="ko-KR" altLang="en-US" sz="900" dirty="0">
                <a:latin typeface="맑은 고딕" panose="020B0503020000020004" pitchFamily="50" charset="-127"/>
                <a:ea typeface="맑은 고딕" panose="020B0503020000020004" pitchFamily="50" charset="-127"/>
              </a:rPr>
              <a:t> 수정</a:t>
            </a:r>
            <a:endParaRPr lang="ko-KR" altLang="en-US" sz="900" dirty="0"/>
          </a:p>
        </p:txBody>
      </p:sp>
      <p:graphicFrame>
        <p:nvGraphicFramePr>
          <p:cNvPr id="4" name="표 3">
            <a:extLst>
              <a:ext uri="{FF2B5EF4-FFF2-40B4-BE49-F238E27FC236}">
                <a16:creationId xmlns:a16="http://schemas.microsoft.com/office/drawing/2014/main" id="{54D95325-1AA9-479B-AF27-25C202D7EEF9}"/>
              </a:ext>
            </a:extLst>
          </p:cNvPr>
          <p:cNvGraphicFramePr>
            <a:graphicFrameLocks noGrp="1"/>
          </p:cNvGraphicFramePr>
          <p:nvPr>
            <p:extLst>
              <p:ext uri="{D42A27DB-BD31-4B8C-83A1-F6EECF244321}">
                <p14:modId xmlns:p14="http://schemas.microsoft.com/office/powerpoint/2010/main" val="584741552"/>
              </p:ext>
            </p:extLst>
          </p:nvPr>
        </p:nvGraphicFramePr>
        <p:xfrm>
          <a:off x="525219" y="2288215"/>
          <a:ext cx="8213605" cy="2834640"/>
        </p:xfrm>
        <a:graphic>
          <a:graphicData uri="http://schemas.openxmlformats.org/drawingml/2006/table">
            <a:tbl>
              <a:tblPr firstRow="1" bandRow="1">
                <a:tableStyleId>{5C22544A-7EE6-4342-B048-85BDC9FD1C3A}</a:tableStyleId>
              </a:tblPr>
              <a:tblGrid>
                <a:gridCol w="1344081">
                  <a:extLst>
                    <a:ext uri="{9D8B030D-6E8A-4147-A177-3AD203B41FA5}">
                      <a16:colId xmlns:a16="http://schemas.microsoft.com/office/drawing/2014/main" val="20000"/>
                    </a:ext>
                  </a:extLst>
                </a:gridCol>
                <a:gridCol w="6869524">
                  <a:extLst>
                    <a:ext uri="{9D8B030D-6E8A-4147-A177-3AD203B41FA5}">
                      <a16:colId xmlns:a16="http://schemas.microsoft.com/office/drawing/2014/main" val="20001"/>
                    </a:ext>
                  </a:extLst>
                </a:gridCol>
              </a:tblGrid>
              <a:tr h="0">
                <a:tc>
                  <a:txBody>
                    <a:bodyPr/>
                    <a:lstStyle/>
                    <a:p>
                      <a:pPr latinLnBrk="1"/>
                      <a:r>
                        <a:rPr lang="ko-KR" altLang="en-US" sz="900" b="0" dirty="0" err="1">
                          <a:solidFill>
                            <a:schemeClr val="tx1"/>
                          </a:solidFill>
                        </a:rPr>
                        <a:t>설정구분</a:t>
                      </a:r>
                      <a:endParaRPr lang="ko-KR" altLang="en-US" sz="9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기본     ○ 사용자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0991833"/>
                  </a:ext>
                </a:extLst>
              </a:tr>
              <a:tr h="0">
                <a:tc>
                  <a:txBody>
                    <a:bodyPr/>
                    <a:lstStyle/>
                    <a:p>
                      <a:pPr latinLnBrk="1"/>
                      <a:r>
                        <a:rPr lang="ko-KR" altLang="en-US" sz="900" b="0" dirty="0">
                          <a:solidFill>
                            <a:schemeClr val="tx1"/>
                          </a:solidFill>
                        </a:rPr>
                        <a:t>상태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b="0" i="0" u="none" strike="noStrike" dirty="0">
                          <a:solidFill>
                            <a:srgbClr val="000000"/>
                          </a:solidFill>
                          <a:effectLst/>
                          <a:latin typeface="+mn-lt"/>
                        </a:rPr>
                        <a:t>● 사용     ○ 중지</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543731296"/>
                  </a:ext>
                </a:extLst>
              </a:tr>
              <a:tr h="0">
                <a:tc>
                  <a:txBody>
                    <a:bodyPr/>
                    <a:lstStyle/>
                    <a:p>
                      <a:pPr latinLnBrk="1"/>
                      <a:r>
                        <a:rPr lang="ko-KR" altLang="en-US" sz="900" b="0" dirty="0">
                          <a:solidFill>
                            <a:schemeClr val="tx1"/>
                          </a:solidFill>
                        </a:rPr>
                        <a:t>취소</a:t>
                      </a:r>
                      <a:r>
                        <a:rPr lang="en-US" altLang="ko-KR" sz="900" b="0" dirty="0">
                          <a:solidFill>
                            <a:schemeClr val="tx1"/>
                          </a:solidFill>
                        </a:rPr>
                        <a:t>/</a:t>
                      </a:r>
                      <a:r>
                        <a:rPr lang="ko-KR" altLang="en-US" sz="900" b="0" dirty="0">
                          <a:solidFill>
                            <a:schemeClr val="tx1"/>
                          </a:solidFill>
                        </a:rPr>
                        <a:t>환불안내 명칭 </a:t>
                      </a:r>
                      <a:r>
                        <a:rPr lang="en-US" altLang="ko-KR" sz="900" b="1" dirty="0">
                          <a:solidFill>
                            <a:srgbClr val="FF0000"/>
                          </a:solidFill>
                        </a:rPr>
                        <a:t>*</a:t>
                      </a:r>
                      <a:endParaRPr lang="ko-KR" altLang="en-US" sz="900" b="1" dirty="0">
                        <a:solidFill>
                          <a:srgbClr val="FF0000"/>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900" b="0" dirty="0">
                          <a:solidFill>
                            <a:schemeClr val="tx1"/>
                          </a:solidFill>
                        </a:rPr>
                        <a:t>취소</a:t>
                      </a:r>
                      <a:r>
                        <a:rPr lang="en-US" altLang="ko-KR" sz="900" b="0" dirty="0">
                          <a:solidFill>
                            <a:schemeClr val="tx1"/>
                          </a:solidFill>
                        </a:rPr>
                        <a:t>/</a:t>
                      </a:r>
                      <a:r>
                        <a:rPr lang="ko-KR" altLang="en-US" sz="900" b="0" dirty="0">
                          <a:solidFill>
                            <a:schemeClr val="tx1"/>
                          </a:solidFill>
                        </a:rPr>
                        <a:t>환불안내 내용</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mn-lt"/>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3440615"/>
                  </a:ext>
                </a:extLst>
              </a:tr>
            </a:tbl>
          </a:graphicData>
        </a:graphic>
      </p:graphicFrame>
      <p:sp>
        <p:nvSpPr>
          <p:cNvPr id="5" name="직사각형 4">
            <a:extLst>
              <a:ext uri="{FF2B5EF4-FFF2-40B4-BE49-F238E27FC236}">
                <a16:creationId xmlns:a16="http://schemas.microsoft.com/office/drawing/2014/main" id="{DAC9CF40-AEBF-4E34-885A-64666E6B210E}"/>
              </a:ext>
            </a:extLst>
          </p:cNvPr>
          <p:cNvSpPr/>
          <p:nvPr/>
        </p:nvSpPr>
        <p:spPr>
          <a:xfrm>
            <a:off x="1962739" y="2765829"/>
            <a:ext cx="6622254" cy="169366"/>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7" name="직사각형 6">
            <a:extLst>
              <a:ext uri="{FF2B5EF4-FFF2-40B4-BE49-F238E27FC236}">
                <a16:creationId xmlns:a16="http://schemas.microsoft.com/office/drawing/2014/main" id="{779E96A2-95CF-4DCB-B7D8-17469EBE4F4C}"/>
              </a:ext>
            </a:extLst>
          </p:cNvPr>
          <p:cNvSpPr/>
          <p:nvPr/>
        </p:nvSpPr>
        <p:spPr>
          <a:xfrm>
            <a:off x="4053326" y="5289494"/>
            <a:ext cx="1746077" cy="245206"/>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취소</a:t>
            </a:r>
            <a:r>
              <a:rPr lang="en-US" altLang="ko-KR" sz="800" dirty="0">
                <a:solidFill>
                  <a:schemeClr val="bg1"/>
                </a:solidFill>
              </a:rPr>
              <a:t>/</a:t>
            </a:r>
            <a:r>
              <a:rPr lang="ko-KR" altLang="en-US" sz="800" dirty="0" err="1">
                <a:solidFill>
                  <a:schemeClr val="bg1"/>
                </a:solidFill>
              </a:rPr>
              <a:t>환불안내</a:t>
            </a:r>
            <a:r>
              <a:rPr lang="ko-KR" altLang="en-US" sz="800" dirty="0">
                <a:solidFill>
                  <a:schemeClr val="bg1"/>
                </a:solidFill>
              </a:rPr>
              <a:t> 수정</a:t>
            </a:r>
            <a:endParaRPr lang="en-US" altLang="ko-KR" sz="800" dirty="0">
              <a:solidFill>
                <a:schemeClr val="bg1"/>
              </a:solidFill>
            </a:endParaRPr>
          </a:p>
        </p:txBody>
      </p:sp>
      <p:grpSp>
        <p:nvGrpSpPr>
          <p:cNvPr id="8" name="Image">
            <a:extLst>
              <a:ext uri="{FF2B5EF4-FFF2-40B4-BE49-F238E27FC236}">
                <a16:creationId xmlns:a16="http://schemas.microsoft.com/office/drawing/2014/main" id="{4DE794F5-44C1-4D37-A8EC-3DD303CF9C5C}"/>
              </a:ext>
            </a:extLst>
          </p:cNvPr>
          <p:cNvGrpSpPr>
            <a:grpSpLocks/>
          </p:cNvGrpSpPr>
          <p:nvPr/>
        </p:nvGrpSpPr>
        <p:grpSpPr bwMode="auto">
          <a:xfrm>
            <a:off x="8738824" y="1962752"/>
            <a:ext cx="204716" cy="209797"/>
            <a:chOff x="508000" y="1397000"/>
            <a:chExt cx="1008112" cy="1008112"/>
          </a:xfrm>
        </p:grpSpPr>
        <p:sp>
          <p:nvSpPr>
            <p:cNvPr id="9" name="Border">
              <a:extLst>
                <a:ext uri="{FF2B5EF4-FFF2-40B4-BE49-F238E27FC236}">
                  <a16:creationId xmlns:a16="http://schemas.microsoft.com/office/drawing/2014/main" id="{CA8A1C51-F95D-414F-8287-AA14A8C934A4}"/>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Line 2">
              <a:extLst>
                <a:ext uri="{FF2B5EF4-FFF2-40B4-BE49-F238E27FC236}">
                  <a16:creationId xmlns:a16="http://schemas.microsoft.com/office/drawing/2014/main" id="{D9E682DE-66AD-4732-B9F2-52C708F19FE3}"/>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 name="Line 1">
              <a:extLst>
                <a:ext uri="{FF2B5EF4-FFF2-40B4-BE49-F238E27FC236}">
                  <a16:creationId xmlns:a16="http://schemas.microsoft.com/office/drawing/2014/main" id="{B65AA91C-B85E-474E-B9CE-43E11C0EA4BA}"/>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2" name="직사각형 11">
            <a:extLst>
              <a:ext uri="{FF2B5EF4-FFF2-40B4-BE49-F238E27FC236}">
                <a16:creationId xmlns:a16="http://schemas.microsoft.com/office/drawing/2014/main" id="{F3D6AF08-423E-4D6A-998F-0C80C967F5F1}"/>
              </a:ext>
            </a:extLst>
          </p:cNvPr>
          <p:cNvSpPr/>
          <p:nvPr/>
        </p:nvSpPr>
        <p:spPr>
          <a:xfrm>
            <a:off x="1962739" y="3062982"/>
            <a:ext cx="6622254" cy="195463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endParaRPr lang="en-US" altLang="ko-KR" sz="800" dirty="0">
              <a:solidFill>
                <a:schemeClr val="tx1">
                  <a:lumMod val="50000"/>
                  <a:lumOff val="50000"/>
                </a:schemeClr>
              </a:solidFill>
            </a:endParaRPr>
          </a:p>
          <a:p>
            <a:endParaRPr lang="en-US" altLang="ko-KR" sz="800" dirty="0">
              <a:solidFill>
                <a:schemeClr val="tx1">
                  <a:lumMod val="50000"/>
                  <a:lumOff val="50000"/>
                </a:schemeClr>
              </a:solidFill>
            </a:endParaRPr>
          </a:p>
          <a:p>
            <a:endParaRPr lang="en-US" altLang="ko-KR" sz="800" dirty="0">
              <a:solidFill>
                <a:schemeClr val="tx1">
                  <a:lumMod val="50000"/>
                  <a:lumOff val="50000"/>
                </a:schemeClr>
              </a:solidFill>
            </a:endParaRPr>
          </a:p>
          <a:p>
            <a:r>
              <a:rPr lang="ko-KR" altLang="en-US" sz="800" dirty="0">
                <a:solidFill>
                  <a:schemeClr val="tx1">
                    <a:lumMod val="50000"/>
                    <a:lumOff val="50000"/>
                  </a:schemeClr>
                </a:solidFill>
              </a:rPr>
              <a:t>취소</a:t>
            </a:r>
            <a:r>
              <a:rPr lang="en-US" altLang="ko-KR" sz="800" dirty="0">
                <a:solidFill>
                  <a:schemeClr val="tx1">
                    <a:lumMod val="50000"/>
                    <a:lumOff val="50000"/>
                  </a:schemeClr>
                </a:solidFill>
              </a:rPr>
              <a:t>/</a:t>
            </a:r>
            <a:r>
              <a:rPr lang="ko-KR" altLang="en-US" sz="800" dirty="0">
                <a:solidFill>
                  <a:schemeClr val="tx1">
                    <a:lumMod val="50000"/>
                    <a:lumOff val="50000"/>
                  </a:schemeClr>
                </a:solidFill>
              </a:rPr>
              <a:t>환불 내용</a:t>
            </a:r>
            <a:endParaRPr lang="en-US" altLang="ko-KR" sz="800" dirty="0">
              <a:solidFill>
                <a:schemeClr val="tx1">
                  <a:lumMod val="50000"/>
                  <a:lumOff val="50000"/>
                </a:schemeClr>
              </a:solidFill>
            </a:endParaRPr>
          </a:p>
        </p:txBody>
      </p:sp>
      <p:pic>
        <p:nvPicPr>
          <p:cNvPr id="13" name="그림 12">
            <a:extLst>
              <a:ext uri="{FF2B5EF4-FFF2-40B4-BE49-F238E27FC236}">
                <a16:creationId xmlns:a16="http://schemas.microsoft.com/office/drawing/2014/main" id="{60290F26-0E36-4710-946A-622D34F3CBB7}"/>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994324" y="3127540"/>
            <a:ext cx="5860813" cy="280690"/>
          </a:xfrm>
          <a:prstGeom prst="rect">
            <a:avLst/>
          </a:prstGeom>
        </p:spPr>
      </p:pic>
      <p:graphicFrame>
        <p:nvGraphicFramePr>
          <p:cNvPr id="14" name="표 13">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2827736165"/>
              </p:ext>
            </p:extLst>
          </p:nvPr>
        </p:nvGraphicFramePr>
        <p:xfrm>
          <a:off x="10171774" y="22159"/>
          <a:ext cx="1979018" cy="193651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RF-02-13-01-2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취소</a:t>
                      </a:r>
                      <a:r>
                        <a:rPr lang="en-US" altLang="ko-KR" sz="800" dirty="0"/>
                        <a:t>/</a:t>
                      </a:r>
                      <a:r>
                        <a:rPr lang="ko-KR" altLang="en-US" sz="800" dirty="0" err="1"/>
                        <a:t>환불안내</a:t>
                      </a:r>
                      <a:r>
                        <a:rPr lang="ko-KR" altLang="en-US" sz="800" dirty="0"/>
                        <a:t>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취소</a:t>
                      </a:r>
                      <a:r>
                        <a:rPr lang="en-US" altLang="ko-KR" sz="800" dirty="0"/>
                        <a:t>/</a:t>
                      </a:r>
                      <a:r>
                        <a:rPr lang="ko-KR" altLang="en-US" sz="800" dirty="0" err="1"/>
                        <a:t>환불안내</a:t>
                      </a:r>
                      <a:r>
                        <a:rPr lang="ko-KR" altLang="en-US" sz="800" dirty="0"/>
                        <a:t> 목록 </a:t>
                      </a:r>
                      <a:r>
                        <a:rPr lang="en-US" altLang="ko-KR" sz="800" dirty="0"/>
                        <a:t>&gt; </a:t>
                      </a:r>
                      <a:r>
                        <a:rPr lang="ko-KR" altLang="en-US" sz="800" dirty="0"/>
                        <a:t>수정</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수정 버튼을 클릭 시 생성되는 화면</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취소</a:t>
                      </a:r>
                      <a:r>
                        <a:rPr lang="en-US" altLang="ko-KR" sz="800" b="0" dirty="0">
                          <a:solidFill>
                            <a:schemeClr val="tx1"/>
                          </a:solidFill>
                        </a:rPr>
                        <a:t>/</a:t>
                      </a:r>
                      <a:r>
                        <a:rPr lang="ko-KR" altLang="en-US" sz="800" b="0" dirty="0">
                          <a:solidFill>
                            <a:schemeClr val="tx1"/>
                          </a:solidFill>
                        </a:rPr>
                        <a:t>환불 안내에 대한 내용을 입력하여 수정할 수 있다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15" name="TextBox 14">
            <a:extLst>
              <a:ext uri="{FF2B5EF4-FFF2-40B4-BE49-F238E27FC236}">
                <a16:creationId xmlns:a16="http://schemas.microsoft.com/office/drawing/2014/main" id="{05FF8395-5E08-4D47-A3CE-3312269608C0}"/>
              </a:ext>
            </a:extLst>
          </p:cNvPr>
          <p:cNvSpPr txBox="1"/>
          <p:nvPr/>
        </p:nvSpPr>
        <p:spPr>
          <a:xfrm>
            <a:off x="287867" y="1787878"/>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16" name="타원 15">
            <a:extLst>
              <a:ext uri="{FF2B5EF4-FFF2-40B4-BE49-F238E27FC236}">
                <a16:creationId xmlns:a16="http://schemas.microsoft.com/office/drawing/2014/main" id="{DC9AB3C2-031B-4F19-BB5C-EEA6AFD74D33}"/>
              </a:ext>
            </a:extLst>
          </p:cNvPr>
          <p:cNvSpPr/>
          <p:nvPr/>
        </p:nvSpPr>
        <p:spPr>
          <a:xfrm>
            <a:off x="8347045" y="1389135"/>
            <a:ext cx="494951" cy="238329"/>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7" name="직선 화살표 연결선 16">
            <a:extLst>
              <a:ext uri="{FF2B5EF4-FFF2-40B4-BE49-F238E27FC236}">
                <a16:creationId xmlns:a16="http://schemas.microsoft.com/office/drawing/2014/main" id="{298B8662-E2D4-46F7-AD50-BDA55D31233E}"/>
              </a:ext>
            </a:extLst>
          </p:cNvPr>
          <p:cNvCxnSpPr>
            <a:cxnSpLocks/>
            <a:stCxn id="16" idx="2"/>
          </p:cNvCxnSpPr>
          <p:nvPr/>
        </p:nvCxnSpPr>
        <p:spPr>
          <a:xfrm flipH="1">
            <a:off x="5679347" y="1508300"/>
            <a:ext cx="2667698" cy="36807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16221645"/>
      </p:ext>
    </p:extLst>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표 13">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4103400994"/>
              </p:ext>
            </p:extLst>
          </p:nvPr>
        </p:nvGraphicFramePr>
        <p:xfrm>
          <a:off x="10171774" y="22159"/>
          <a:ext cx="1979018" cy="193651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RF-02</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RF-02-13-01-3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취소</a:t>
                      </a:r>
                      <a:r>
                        <a:rPr lang="en-US" altLang="ko-KR" sz="800" dirty="0"/>
                        <a:t>/</a:t>
                      </a:r>
                      <a:r>
                        <a:rPr lang="ko-KR" altLang="en-US" sz="800" dirty="0" err="1"/>
                        <a:t>환불안내</a:t>
                      </a:r>
                      <a:r>
                        <a:rPr lang="ko-KR" altLang="en-US" sz="800" dirty="0"/>
                        <a:t>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취소</a:t>
                      </a:r>
                      <a:r>
                        <a:rPr lang="en-US" altLang="ko-KR" sz="800" dirty="0"/>
                        <a:t>/</a:t>
                      </a:r>
                      <a:r>
                        <a:rPr lang="ko-KR" altLang="en-US" sz="800" dirty="0" err="1"/>
                        <a:t>환불안내</a:t>
                      </a:r>
                      <a:r>
                        <a:rPr lang="ko-KR" altLang="en-US" sz="800" dirty="0"/>
                        <a:t> 목록 </a:t>
                      </a:r>
                      <a:r>
                        <a:rPr lang="en-US" altLang="ko-KR" sz="800" dirty="0"/>
                        <a:t>&gt; </a:t>
                      </a:r>
                      <a:r>
                        <a:rPr lang="ko-KR" altLang="en-US" sz="800" dirty="0"/>
                        <a:t>보기</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보기 버튼을 클릭 시 생성되는 화면</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취소</a:t>
                      </a:r>
                      <a:r>
                        <a:rPr lang="en-US" altLang="ko-KR" sz="800" b="0" dirty="0">
                          <a:solidFill>
                            <a:schemeClr val="tx1"/>
                          </a:solidFill>
                        </a:rPr>
                        <a:t>/</a:t>
                      </a:r>
                      <a:r>
                        <a:rPr lang="ko-KR" altLang="en-US" sz="800" b="0" dirty="0">
                          <a:solidFill>
                            <a:schemeClr val="tx1"/>
                          </a:solidFill>
                        </a:rPr>
                        <a:t>환불 안내에 대한 상세 내용을 확인할 수 있다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18" name="직사각형 17">
            <a:extLst>
              <a:ext uri="{FF2B5EF4-FFF2-40B4-BE49-F238E27FC236}">
                <a16:creationId xmlns:a16="http://schemas.microsoft.com/office/drawing/2014/main" id="{EF698EAA-605C-4EC6-A220-B9870C80CE3A}"/>
              </a:ext>
            </a:extLst>
          </p:cNvPr>
          <p:cNvSpPr/>
          <p:nvPr/>
        </p:nvSpPr>
        <p:spPr>
          <a:xfrm>
            <a:off x="3006529" y="922022"/>
            <a:ext cx="3935785" cy="4606323"/>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19" name="타원 18">
            <a:extLst>
              <a:ext uri="{FF2B5EF4-FFF2-40B4-BE49-F238E27FC236}">
                <a16:creationId xmlns:a16="http://schemas.microsoft.com/office/drawing/2014/main" id="{DC9AB3C2-031B-4F19-BB5C-EEA6AFD74D33}"/>
              </a:ext>
            </a:extLst>
          </p:cNvPr>
          <p:cNvSpPr/>
          <p:nvPr/>
        </p:nvSpPr>
        <p:spPr>
          <a:xfrm>
            <a:off x="7562307" y="1552647"/>
            <a:ext cx="528586" cy="334810"/>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TextBox 19">
            <a:extLst>
              <a:ext uri="{FF2B5EF4-FFF2-40B4-BE49-F238E27FC236}">
                <a16:creationId xmlns:a16="http://schemas.microsoft.com/office/drawing/2014/main" id="{05FF8395-5E08-4D47-A3CE-3312269608C0}"/>
              </a:ext>
            </a:extLst>
          </p:cNvPr>
          <p:cNvSpPr txBox="1"/>
          <p:nvPr/>
        </p:nvSpPr>
        <p:spPr>
          <a:xfrm>
            <a:off x="2880533" y="806606"/>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cxnSp>
        <p:nvCxnSpPr>
          <p:cNvPr id="21" name="직선 화살표 연결선 20">
            <a:extLst>
              <a:ext uri="{FF2B5EF4-FFF2-40B4-BE49-F238E27FC236}">
                <a16:creationId xmlns:a16="http://schemas.microsoft.com/office/drawing/2014/main" id="{298B8662-E2D4-46F7-AD50-BDA55D31233E}"/>
              </a:ext>
            </a:extLst>
          </p:cNvPr>
          <p:cNvCxnSpPr>
            <a:cxnSpLocks/>
            <a:stCxn id="19" idx="2"/>
          </p:cNvCxnSpPr>
          <p:nvPr/>
        </p:nvCxnSpPr>
        <p:spPr>
          <a:xfrm flipH="1">
            <a:off x="6786958" y="1720052"/>
            <a:ext cx="775349"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4238DE49-3BC9-48F9-A178-47508492B8CA}"/>
              </a:ext>
            </a:extLst>
          </p:cNvPr>
          <p:cNvSpPr txBox="1"/>
          <p:nvPr/>
        </p:nvSpPr>
        <p:spPr>
          <a:xfrm>
            <a:off x="3079331" y="1049355"/>
            <a:ext cx="1574470" cy="246221"/>
          </a:xfrm>
          <a:prstGeom prst="rect">
            <a:avLst/>
          </a:prstGeom>
          <a:noFill/>
        </p:spPr>
        <p:txBody>
          <a:bodyPr wrap="none" rtlCol="0">
            <a:spAutoFit/>
          </a:bodyPr>
          <a:lstStyle/>
          <a:p>
            <a:r>
              <a:rPr lang="ko-KR" altLang="en-US" sz="1000" b="1" dirty="0">
                <a:latin typeface="맑은 고딕" panose="020B0503020000020004" pitchFamily="50" charset="-127"/>
                <a:ea typeface="맑은 고딕" panose="020B0503020000020004" pitchFamily="50" charset="-127"/>
              </a:rPr>
              <a:t>○ 취소</a:t>
            </a:r>
            <a:r>
              <a:rPr lang="en-US" altLang="ko-KR" sz="1000" b="1" dirty="0">
                <a:latin typeface="맑은 고딕" panose="020B0503020000020004" pitchFamily="50" charset="-127"/>
                <a:ea typeface="맑은 고딕" panose="020B0503020000020004" pitchFamily="50" charset="-127"/>
              </a:rPr>
              <a:t>/</a:t>
            </a:r>
            <a:r>
              <a:rPr lang="ko-KR" altLang="en-US" sz="1000" b="1" dirty="0">
                <a:latin typeface="맑은 고딕" panose="020B0503020000020004" pitchFamily="50" charset="-127"/>
                <a:ea typeface="맑은 고딕" panose="020B0503020000020004" pitchFamily="50" charset="-127"/>
              </a:rPr>
              <a:t>환불 안내 정보 </a:t>
            </a:r>
            <a:endParaRPr lang="ko-KR" altLang="en-US" sz="1000" b="1" dirty="0"/>
          </a:p>
        </p:txBody>
      </p:sp>
      <p:graphicFrame>
        <p:nvGraphicFramePr>
          <p:cNvPr id="23" name="표 17">
            <a:extLst>
              <a:ext uri="{FF2B5EF4-FFF2-40B4-BE49-F238E27FC236}">
                <a16:creationId xmlns:a16="http://schemas.microsoft.com/office/drawing/2014/main" id="{9B19C198-F6F9-4B06-BA40-B043D7986208}"/>
              </a:ext>
            </a:extLst>
          </p:cNvPr>
          <p:cNvGraphicFramePr>
            <a:graphicFrameLocks noGrp="1"/>
          </p:cNvGraphicFramePr>
          <p:nvPr>
            <p:extLst>
              <p:ext uri="{D42A27DB-BD31-4B8C-83A1-F6EECF244321}">
                <p14:modId xmlns:p14="http://schemas.microsoft.com/office/powerpoint/2010/main" val="3028580234"/>
              </p:ext>
            </p:extLst>
          </p:nvPr>
        </p:nvGraphicFramePr>
        <p:xfrm>
          <a:off x="3212106" y="1569050"/>
          <a:ext cx="3472494" cy="3291840"/>
        </p:xfrm>
        <a:graphic>
          <a:graphicData uri="http://schemas.openxmlformats.org/drawingml/2006/table">
            <a:tbl>
              <a:tblPr firstRow="1" bandRow="1">
                <a:tableStyleId>{5940675A-B579-460E-94D1-54222C63F5DA}</a:tableStyleId>
              </a:tblPr>
              <a:tblGrid>
                <a:gridCol w="1158558">
                  <a:extLst>
                    <a:ext uri="{9D8B030D-6E8A-4147-A177-3AD203B41FA5}">
                      <a16:colId xmlns:a16="http://schemas.microsoft.com/office/drawing/2014/main" val="827257380"/>
                    </a:ext>
                  </a:extLst>
                </a:gridCol>
                <a:gridCol w="2313936">
                  <a:extLst>
                    <a:ext uri="{9D8B030D-6E8A-4147-A177-3AD203B41FA5}">
                      <a16:colId xmlns:a16="http://schemas.microsoft.com/office/drawing/2014/main" val="1855344563"/>
                    </a:ext>
                  </a:extLst>
                </a:gridCol>
              </a:tblGrid>
              <a:tr h="0">
                <a:tc>
                  <a:txBody>
                    <a:bodyPr/>
                    <a:lstStyle/>
                    <a:p>
                      <a:pPr latinLnBrk="1"/>
                      <a:r>
                        <a:rPr lang="ko-KR" altLang="en-US" sz="800" dirty="0" err="1">
                          <a:solidFill>
                            <a:schemeClr val="tx1"/>
                          </a:solidFill>
                        </a:rPr>
                        <a:t>설정구분</a:t>
                      </a:r>
                      <a:endParaRPr lang="ko-KR" altLang="en-US" sz="800"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사용자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상태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사용</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ko-KR" altLang="en-US" sz="800" b="0" dirty="0">
                          <a:solidFill>
                            <a:schemeClr val="tx1"/>
                          </a:solidFill>
                        </a:rPr>
                        <a:t>취소</a:t>
                      </a:r>
                      <a:r>
                        <a:rPr lang="en-US" altLang="ko-KR" sz="800" b="0" dirty="0">
                          <a:solidFill>
                            <a:schemeClr val="tx1"/>
                          </a:solidFill>
                        </a:rPr>
                        <a:t>/</a:t>
                      </a:r>
                      <a:r>
                        <a:rPr lang="ko-KR" altLang="en-US" sz="800" b="0" dirty="0" err="1">
                          <a:solidFill>
                            <a:schemeClr val="tx1"/>
                          </a:solidFill>
                        </a:rPr>
                        <a:t>환불안내</a:t>
                      </a:r>
                      <a:r>
                        <a:rPr lang="ko-KR" altLang="en-US" sz="800" b="0" dirty="0">
                          <a:solidFill>
                            <a:schemeClr val="tx1"/>
                          </a:solidFill>
                        </a:rPr>
                        <a:t> 명칭 </a:t>
                      </a:r>
                      <a:endParaRPr lang="ko-KR" altLang="en-US" sz="800"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사용자 취소</a:t>
                      </a:r>
                      <a:r>
                        <a:rPr lang="en-US" altLang="ko-KR" sz="800" dirty="0"/>
                        <a:t>/</a:t>
                      </a:r>
                      <a:r>
                        <a:rPr lang="ko-KR" altLang="en-US" sz="800" dirty="0"/>
                        <a:t>환불 안내 명칭</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r h="0">
                <a:tc>
                  <a:txBody>
                    <a:bodyPr/>
                    <a:lstStyle/>
                    <a:p>
                      <a:pPr latinLnBrk="1"/>
                      <a:r>
                        <a:rPr lang="ko-KR" altLang="en-US" sz="800" b="0" dirty="0">
                          <a:solidFill>
                            <a:schemeClr val="tx1"/>
                          </a:solidFill>
                        </a:rPr>
                        <a:t>취소</a:t>
                      </a:r>
                      <a:r>
                        <a:rPr lang="en-US" altLang="ko-KR" sz="800" b="0" dirty="0">
                          <a:solidFill>
                            <a:schemeClr val="tx1"/>
                          </a:solidFill>
                        </a:rPr>
                        <a:t>/</a:t>
                      </a:r>
                      <a:r>
                        <a:rPr lang="ko-KR" altLang="en-US" sz="800" b="0" dirty="0" err="1">
                          <a:solidFill>
                            <a:schemeClr val="tx1"/>
                          </a:solidFill>
                        </a:rPr>
                        <a:t>환불안내</a:t>
                      </a:r>
                      <a:r>
                        <a:rPr lang="ko-KR" altLang="en-US" sz="800" b="0" dirty="0">
                          <a:solidFill>
                            <a:schemeClr val="tx1"/>
                          </a:solidFill>
                        </a:rPr>
                        <a:t> 내용</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a:t>사용자 취소</a:t>
                      </a:r>
                      <a:r>
                        <a:rPr lang="en-US" altLang="ko-KR" sz="800" dirty="0"/>
                        <a:t>/</a:t>
                      </a:r>
                      <a:r>
                        <a:rPr lang="ko-KR" altLang="en-US" sz="800" dirty="0"/>
                        <a:t>환불 안내 내용</a:t>
                      </a:r>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03615924"/>
                  </a:ext>
                </a:extLst>
              </a:tr>
            </a:tbl>
          </a:graphicData>
        </a:graphic>
      </p:graphicFrame>
      <p:sp>
        <p:nvSpPr>
          <p:cNvPr id="25" name="직사각형 24">
            <a:extLst>
              <a:ext uri="{FF2B5EF4-FFF2-40B4-BE49-F238E27FC236}">
                <a16:creationId xmlns:a16="http://schemas.microsoft.com/office/drawing/2014/main" id="{241376C8-E36A-40A8-8723-680011BA8B4D}"/>
              </a:ext>
            </a:extLst>
          </p:cNvPr>
          <p:cNvSpPr/>
          <p:nvPr/>
        </p:nvSpPr>
        <p:spPr>
          <a:xfrm>
            <a:off x="4600890" y="5076251"/>
            <a:ext cx="747061"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창닫기</a:t>
            </a:r>
            <a:endParaRPr lang="en-US" altLang="ko-KR" sz="800" dirty="0">
              <a:solidFill>
                <a:schemeClr val="bg1"/>
              </a:solidFill>
            </a:endParaRPr>
          </a:p>
        </p:txBody>
      </p:sp>
      <p:grpSp>
        <p:nvGrpSpPr>
          <p:cNvPr id="26" name="Image">
            <a:extLst>
              <a:ext uri="{FF2B5EF4-FFF2-40B4-BE49-F238E27FC236}">
                <a16:creationId xmlns:a16="http://schemas.microsoft.com/office/drawing/2014/main" id="{80DC6DEF-6B39-47A1-B212-14D15E4974D2}"/>
              </a:ext>
            </a:extLst>
          </p:cNvPr>
          <p:cNvGrpSpPr>
            <a:grpSpLocks/>
          </p:cNvGrpSpPr>
          <p:nvPr/>
        </p:nvGrpSpPr>
        <p:grpSpPr bwMode="auto">
          <a:xfrm>
            <a:off x="6582242" y="1070390"/>
            <a:ext cx="204716" cy="209797"/>
            <a:chOff x="508000" y="1397000"/>
            <a:chExt cx="1008112" cy="1008112"/>
          </a:xfrm>
        </p:grpSpPr>
        <p:sp>
          <p:nvSpPr>
            <p:cNvPr id="27" name="Border">
              <a:extLst>
                <a:ext uri="{FF2B5EF4-FFF2-40B4-BE49-F238E27FC236}">
                  <a16:creationId xmlns:a16="http://schemas.microsoft.com/office/drawing/2014/main" id="{B3EEDF27-C2C8-4EE2-8DF0-482CF9100E2D}"/>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8" name="Line 2">
              <a:extLst>
                <a:ext uri="{FF2B5EF4-FFF2-40B4-BE49-F238E27FC236}">
                  <a16:creationId xmlns:a16="http://schemas.microsoft.com/office/drawing/2014/main" id="{070FF171-F321-4D44-9139-D0ADC7454D0A}"/>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9" name="Line 1">
              <a:extLst>
                <a:ext uri="{FF2B5EF4-FFF2-40B4-BE49-F238E27FC236}">
                  <a16:creationId xmlns:a16="http://schemas.microsoft.com/office/drawing/2014/main" id="{3D23FAC6-C0A5-4C55-B314-0FEAC221FDAB}"/>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Tree>
    <p:extLst>
      <p:ext uri="{BB962C8B-B14F-4D97-AF65-F5344CB8AC3E}">
        <p14:creationId xmlns:p14="http://schemas.microsoft.com/office/powerpoint/2010/main" val="1778110896"/>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A37B09EF-BBE3-7DCF-1894-7105587CC3F8}"/>
              </a:ext>
            </a:extLst>
          </p:cNvPr>
          <p:cNvSpPr/>
          <p:nvPr/>
        </p:nvSpPr>
        <p:spPr>
          <a:xfrm>
            <a:off x="0" y="2734176"/>
            <a:ext cx="12191999" cy="138964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3000" b="1" dirty="0">
                <a:solidFill>
                  <a:schemeClr val="bg1"/>
                </a:solidFill>
                <a:latin typeface="+mj-ea"/>
                <a:ea typeface="+mj-ea"/>
              </a:rPr>
              <a:t>Shop </a:t>
            </a:r>
            <a:r>
              <a:rPr lang="ko-KR" altLang="en-US" sz="3000" b="1" dirty="0">
                <a:solidFill>
                  <a:schemeClr val="bg1"/>
                </a:solidFill>
                <a:latin typeface="+mj-ea"/>
                <a:ea typeface="+mj-ea"/>
              </a:rPr>
              <a:t>채널</a:t>
            </a:r>
          </a:p>
        </p:txBody>
      </p:sp>
      <p:sp>
        <p:nvSpPr>
          <p:cNvPr id="3" name="TextBox 2">
            <a:extLst>
              <a:ext uri="{FF2B5EF4-FFF2-40B4-BE49-F238E27FC236}">
                <a16:creationId xmlns:a16="http://schemas.microsoft.com/office/drawing/2014/main" id="{344F56AB-85DC-7248-24D6-FC838C88D521}"/>
              </a:ext>
            </a:extLst>
          </p:cNvPr>
          <p:cNvSpPr txBox="1"/>
          <p:nvPr/>
        </p:nvSpPr>
        <p:spPr>
          <a:xfrm>
            <a:off x="5733560" y="4211052"/>
            <a:ext cx="724878" cy="338554"/>
          </a:xfrm>
          <a:prstGeom prst="rect">
            <a:avLst/>
          </a:prstGeom>
          <a:noFill/>
        </p:spPr>
        <p:txBody>
          <a:bodyPr wrap="none" rtlCol="0">
            <a:spAutoFit/>
          </a:bodyPr>
          <a:lstStyle/>
          <a:p>
            <a:r>
              <a:rPr lang="en-US" altLang="ko-KR" sz="1600" dirty="0"/>
              <a:t>RF-03</a:t>
            </a:r>
            <a:endParaRPr lang="ko-KR" altLang="en-US" sz="1600" dirty="0"/>
          </a:p>
        </p:txBody>
      </p:sp>
    </p:spTree>
    <p:extLst>
      <p:ext uri="{BB962C8B-B14F-4D97-AF65-F5344CB8AC3E}">
        <p14:creationId xmlns:p14="http://schemas.microsoft.com/office/powerpoint/2010/main" val="1213370649"/>
      </p:ext>
    </p:extLst>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표 6">
            <a:extLst>
              <a:ext uri="{FF2B5EF4-FFF2-40B4-BE49-F238E27FC236}">
                <a16:creationId xmlns:a16="http://schemas.microsoft.com/office/drawing/2014/main" id="{E8018F77-ED73-4B7F-ABB5-2C1A40167FD7}"/>
              </a:ext>
            </a:extLst>
          </p:cNvPr>
          <p:cNvGraphicFramePr>
            <a:graphicFrameLocks noGrp="1"/>
          </p:cNvGraphicFramePr>
          <p:nvPr>
            <p:extLst>
              <p:ext uri="{D42A27DB-BD31-4B8C-83A1-F6EECF244321}">
                <p14:modId xmlns:p14="http://schemas.microsoft.com/office/powerpoint/2010/main" val="4023081198"/>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r>
                        <a:rPr lang="ko-KR" altLang="en-US" sz="1800" b="1" dirty="0">
                          <a:solidFill>
                            <a:schemeClr val="tx1"/>
                          </a:solidFill>
                        </a:rPr>
                        <a:t>●  접속화면</a:t>
                      </a: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1783268586"/>
      </p:ext>
    </p:extLst>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011F3865-CAB7-4DEE-AF30-A116698A4182}"/>
              </a:ext>
            </a:extLst>
          </p:cNvPr>
          <p:cNvSpPr/>
          <p:nvPr/>
        </p:nvSpPr>
        <p:spPr>
          <a:xfrm>
            <a:off x="609600" y="512233"/>
            <a:ext cx="9025466" cy="5833534"/>
          </a:xfrm>
          <a:prstGeom prst="rect">
            <a:avLst/>
          </a:prstGeom>
          <a:solidFill>
            <a:schemeClr val="bg1">
              <a:lumMod val="85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 name="그룹 2">
            <a:extLst>
              <a:ext uri="{FF2B5EF4-FFF2-40B4-BE49-F238E27FC236}">
                <a16:creationId xmlns:a16="http://schemas.microsoft.com/office/drawing/2014/main" id="{C04D32BB-27BB-4E35-BE36-36B265B80A94}"/>
              </a:ext>
            </a:extLst>
          </p:cNvPr>
          <p:cNvGrpSpPr/>
          <p:nvPr/>
        </p:nvGrpSpPr>
        <p:grpSpPr>
          <a:xfrm>
            <a:off x="4038600" y="1624084"/>
            <a:ext cx="2177055" cy="1095062"/>
            <a:chOff x="2843808" y="1955121"/>
            <a:chExt cx="1674813" cy="596970"/>
          </a:xfrm>
          <a:solidFill>
            <a:schemeClr val="bg1">
              <a:lumMod val="95000"/>
            </a:schemeClr>
          </a:solidFill>
        </p:grpSpPr>
        <p:sp>
          <p:nvSpPr>
            <p:cNvPr id="4" name="Border">
              <a:extLst>
                <a:ext uri="{FF2B5EF4-FFF2-40B4-BE49-F238E27FC236}">
                  <a16:creationId xmlns:a16="http://schemas.microsoft.com/office/drawing/2014/main" id="{C71C7AF2-9C7F-4180-9C5D-E261E116B1E3}"/>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 name="Line 2">
              <a:extLst>
                <a:ext uri="{FF2B5EF4-FFF2-40B4-BE49-F238E27FC236}">
                  <a16:creationId xmlns:a16="http://schemas.microsoft.com/office/drawing/2014/main" id="{B4BC754D-AA65-4D22-83A1-DD4F86CF830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 name="Line 1">
              <a:extLst>
                <a:ext uri="{FF2B5EF4-FFF2-40B4-BE49-F238E27FC236}">
                  <a16:creationId xmlns:a16="http://schemas.microsoft.com/office/drawing/2014/main" id="{A7BA4D86-BE37-4CFE-993D-40824C3D4525}"/>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 name="TextBox 6">
              <a:extLst>
                <a:ext uri="{FF2B5EF4-FFF2-40B4-BE49-F238E27FC236}">
                  <a16:creationId xmlns:a16="http://schemas.microsoft.com/office/drawing/2014/main" id="{0B6B3545-7E81-4028-AB56-8BC7A92264F1}"/>
                </a:ext>
              </a:extLst>
            </p:cNvPr>
            <p:cNvSpPr txBox="1"/>
            <p:nvPr/>
          </p:nvSpPr>
          <p:spPr>
            <a:xfrm>
              <a:off x="3181711" y="2197545"/>
              <a:ext cx="991630" cy="112122"/>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Shop </a:t>
              </a:r>
              <a:r>
                <a:rPr lang="ko-KR" altLang="en-US" sz="900" dirty="0">
                  <a:solidFill>
                    <a:schemeClr val="tx1">
                      <a:lumMod val="50000"/>
                      <a:lumOff val="50000"/>
                    </a:schemeClr>
                  </a:solidFill>
                </a:rPr>
                <a:t>채널 로고</a:t>
              </a:r>
            </a:p>
          </p:txBody>
        </p:sp>
      </p:grpSp>
      <p:graphicFrame>
        <p:nvGraphicFramePr>
          <p:cNvPr id="8" name="표 7">
            <a:extLst>
              <a:ext uri="{FF2B5EF4-FFF2-40B4-BE49-F238E27FC236}">
                <a16:creationId xmlns:a16="http://schemas.microsoft.com/office/drawing/2014/main" id="{9AC4825A-B6D6-4D1D-84F8-18A751DE4196}"/>
              </a:ext>
            </a:extLst>
          </p:cNvPr>
          <p:cNvGraphicFramePr>
            <a:graphicFrameLocks noGrp="1"/>
          </p:cNvGraphicFramePr>
          <p:nvPr>
            <p:extLst>
              <p:ext uri="{D42A27DB-BD31-4B8C-83A1-F6EECF244321}">
                <p14:modId xmlns:p14="http://schemas.microsoft.com/office/powerpoint/2010/main" val="1358769640"/>
              </p:ext>
            </p:extLst>
          </p:nvPr>
        </p:nvGraphicFramePr>
        <p:xfrm>
          <a:off x="2715837" y="3176972"/>
          <a:ext cx="4968555" cy="504056"/>
        </p:xfrm>
        <a:graphic>
          <a:graphicData uri="http://schemas.openxmlformats.org/drawingml/2006/table">
            <a:tbl>
              <a:tblPr firstRow="1" bandRow="1">
                <a:tableStyleId>{5C22544A-7EE6-4342-B048-85BDC9FD1C3A}</a:tableStyleId>
              </a:tblPr>
              <a:tblGrid>
                <a:gridCol w="1181864">
                  <a:extLst>
                    <a:ext uri="{9D8B030D-6E8A-4147-A177-3AD203B41FA5}">
                      <a16:colId xmlns:a16="http://schemas.microsoft.com/office/drawing/2014/main" val="20000"/>
                    </a:ext>
                  </a:extLst>
                </a:gridCol>
                <a:gridCol w="3786691">
                  <a:extLst>
                    <a:ext uri="{9D8B030D-6E8A-4147-A177-3AD203B41FA5}">
                      <a16:colId xmlns:a16="http://schemas.microsoft.com/office/drawing/2014/main" val="20001"/>
                    </a:ext>
                  </a:extLst>
                </a:gridCol>
              </a:tblGrid>
              <a:tr h="504056">
                <a:tc>
                  <a:txBody>
                    <a:bodyPr/>
                    <a:lstStyle/>
                    <a:p>
                      <a:pPr algn="ctr" latinLnBrk="1"/>
                      <a:r>
                        <a:rPr lang="ko-KR" altLang="en-US" sz="1050" b="0" dirty="0">
                          <a:solidFill>
                            <a:schemeClr val="tx1"/>
                          </a:solidFill>
                        </a:rPr>
                        <a:t>입장코드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1050" b="0" i="0" u="none" strike="noStrike" dirty="0">
                        <a:solidFill>
                          <a:srgbClr val="000000"/>
                        </a:solidFill>
                        <a:effectLst/>
                        <a:latin typeface="+mn-lt"/>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sp>
        <p:nvSpPr>
          <p:cNvPr id="9" name="직사각형 8">
            <a:extLst>
              <a:ext uri="{FF2B5EF4-FFF2-40B4-BE49-F238E27FC236}">
                <a16:creationId xmlns:a16="http://schemas.microsoft.com/office/drawing/2014/main" id="{3500E56F-D3AE-4A0C-ACEE-4173CCEBFB4D}"/>
              </a:ext>
            </a:extLst>
          </p:cNvPr>
          <p:cNvSpPr/>
          <p:nvPr/>
        </p:nvSpPr>
        <p:spPr>
          <a:xfrm>
            <a:off x="3641899" y="4138854"/>
            <a:ext cx="3116430" cy="432048"/>
          </a:xfrm>
          <a:prstGeom prst="rect">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t>입장 코드 확인</a:t>
            </a:r>
          </a:p>
        </p:txBody>
      </p:sp>
      <p:graphicFrame>
        <p:nvGraphicFramePr>
          <p:cNvPr id="10" name="표 9">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1899508385"/>
              </p:ext>
            </p:extLst>
          </p:nvPr>
        </p:nvGraphicFramePr>
        <p:xfrm>
          <a:off x="10171774" y="22159"/>
          <a:ext cx="1979018" cy="19060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RF-03-01-01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접속화면</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t>입장코드</a:t>
                      </a:r>
                      <a:r>
                        <a:rPr lang="ko-KR" altLang="en-US" sz="800" dirty="0"/>
                        <a:t> 입력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en-US" altLang="ko-KR" sz="800" dirty="0"/>
                        <a:t>Shop </a:t>
                      </a:r>
                      <a:r>
                        <a:rPr lang="ko-KR" altLang="en-US" sz="800" dirty="0"/>
                        <a:t>채널로 입장하기 위해 코드를 입력하는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입장 코드가 틀릴 경우 입장을 거부하고 안내 메시지를 보여준다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13" name="Window Outer">
            <a:extLst>
              <a:ext uri="{FF2B5EF4-FFF2-40B4-BE49-F238E27FC236}">
                <a16:creationId xmlns:a16="http://schemas.microsoft.com/office/drawing/2014/main" id="{B1AADE7F-3A64-49AE-8D20-D327C409BDAE}"/>
              </a:ext>
            </a:extLst>
          </p:cNvPr>
          <p:cNvSpPr/>
          <p:nvPr>
            <p:custDataLst>
              <p:tags r:id="rId1"/>
            </p:custDataLst>
          </p:nvPr>
        </p:nvSpPr>
        <p:spPr>
          <a:xfrm>
            <a:off x="4181197" y="5028728"/>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1000" b="1" dirty="0">
                <a:solidFill>
                  <a:schemeClr val="bg1"/>
                </a:solidFill>
                <a:latin typeface="Calibri" pitchFamily="34" charset="0"/>
                <a:cs typeface="Calibri" pitchFamily="34" charset="0"/>
              </a:rPr>
              <a:t>Alert</a:t>
            </a:r>
          </a:p>
        </p:txBody>
      </p:sp>
      <p:sp>
        <p:nvSpPr>
          <p:cNvPr id="14" name="Window Inner">
            <a:extLst>
              <a:ext uri="{FF2B5EF4-FFF2-40B4-BE49-F238E27FC236}">
                <a16:creationId xmlns:a16="http://schemas.microsoft.com/office/drawing/2014/main" id="{95109B8B-22FD-4D57-A20C-38436D27DB3A}"/>
              </a:ext>
            </a:extLst>
          </p:cNvPr>
          <p:cNvSpPr/>
          <p:nvPr>
            <p:custDataLst>
              <p:tags r:id="rId2"/>
            </p:custDataLst>
          </p:nvPr>
        </p:nvSpPr>
        <p:spPr>
          <a:xfrm>
            <a:off x="4221413" y="5235103"/>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15" name="TextBox 14">
            <a:extLst>
              <a:ext uri="{FF2B5EF4-FFF2-40B4-BE49-F238E27FC236}">
                <a16:creationId xmlns:a16="http://schemas.microsoft.com/office/drawing/2014/main" id="{8D16C59C-549A-4E0F-9B72-A73A8EBCE810}"/>
              </a:ext>
            </a:extLst>
          </p:cNvPr>
          <p:cNvSpPr txBox="1"/>
          <p:nvPr/>
        </p:nvSpPr>
        <p:spPr>
          <a:xfrm>
            <a:off x="5140932" y="5484670"/>
            <a:ext cx="1633781" cy="438838"/>
          </a:xfrm>
          <a:prstGeom prst="rect">
            <a:avLst/>
          </a:prstGeom>
          <a:noFill/>
        </p:spPr>
        <p:txBody>
          <a:bodyPr wrap="none" rtlCol="0">
            <a:spAutoFit/>
          </a:bodyPr>
          <a:lstStyle/>
          <a:p>
            <a:pPr algn="ctr">
              <a:lnSpc>
                <a:spcPct val="150000"/>
              </a:lnSpc>
            </a:pPr>
            <a:r>
              <a:rPr lang="ko-KR" altLang="en-US" sz="800" dirty="0">
                <a:latin typeface="나눔고딕" charset="0"/>
                <a:ea typeface="나눔고딕" charset="0"/>
              </a:rPr>
              <a:t>입장 코드가 일치하지 않습니다</a:t>
            </a:r>
            <a:r>
              <a:rPr lang="en-US" altLang="ko-KR" sz="800" dirty="0">
                <a:latin typeface="나눔고딕" charset="0"/>
                <a:ea typeface="나눔고딕" charset="0"/>
              </a:rPr>
              <a:t>.</a:t>
            </a:r>
          </a:p>
          <a:p>
            <a:pPr algn="ctr">
              <a:lnSpc>
                <a:spcPct val="150000"/>
              </a:lnSpc>
            </a:pPr>
            <a:r>
              <a:rPr lang="ko-KR" altLang="en-US" sz="800" dirty="0">
                <a:latin typeface="나눔고딕" charset="0"/>
                <a:ea typeface="나눔고딕" charset="0"/>
              </a:rPr>
              <a:t>입장 코드를 확인하여 주세요</a:t>
            </a:r>
            <a:r>
              <a:rPr lang="en-US" altLang="ko-KR" sz="800" dirty="0">
                <a:latin typeface="나눔고딕" charset="0"/>
                <a:ea typeface="나눔고딕" charset="0"/>
              </a:rPr>
              <a:t>.</a:t>
            </a:r>
          </a:p>
        </p:txBody>
      </p:sp>
      <p:sp>
        <p:nvSpPr>
          <p:cNvPr id="16" name="직사각형 15">
            <a:extLst>
              <a:ext uri="{FF2B5EF4-FFF2-40B4-BE49-F238E27FC236}">
                <a16:creationId xmlns:a16="http://schemas.microsoft.com/office/drawing/2014/main" id="{D1C629A0-2B5B-4089-B802-CCB052610C07}"/>
              </a:ext>
            </a:extLst>
          </p:cNvPr>
          <p:cNvSpPr/>
          <p:nvPr/>
        </p:nvSpPr>
        <p:spPr>
          <a:xfrm>
            <a:off x="5608889" y="6018691"/>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17" name="TextBox 16">
            <a:extLst>
              <a:ext uri="{FF2B5EF4-FFF2-40B4-BE49-F238E27FC236}">
                <a16:creationId xmlns:a16="http://schemas.microsoft.com/office/drawing/2014/main" id="{349A58E7-3DA2-46D6-B301-C14E7818A48F}"/>
              </a:ext>
            </a:extLst>
          </p:cNvPr>
          <p:cNvSpPr txBox="1"/>
          <p:nvPr/>
        </p:nvSpPr>
        <p:spPr>
          <a:xfrm>
            <a:off x="3996180" y="4915505"/>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18" name="타원 17">
            <a:extLst>
              <a:ext uri="{FF2B5EF4-FFF2-40B4-BE49-F238E27FC236}">
                <a16:creationId xmlns:a16="http://schemas.microsoft.com/office/drawing/2014/main" id="{DC9AB3C2-031B-4F19-BB5C-EEA6AFD74D33}"/>
              </a:ext>
            </a:extLst>
          </p:cNvPr>
          <p:cNvSpPr/>
          <p:nvPr/>
        </p:nvSpPr>
        <p:spPr>
          <a:xfrm>
            <a:off x="3641898" y="4208411"/>
            <a:ext cx="3116431" cy="296477"/>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9" name="직선 화살표 연결선 18">
            <a:extLst>
              <a:ext uri="{FF2B5EF4-FFF2-40B4-BE49-F238E27FC236}">
                <a16:creationId xmlns:a16="http://schemas.microsoft.com/office/drawing/2014/main" id="{298B8662-E2D4-46F7-AD50-BDA55D31233E}"/>
              </a:ext>
            </a:extLst>
          </p:cNvPr>
          <p:cNvCxnSpPr>
            <a:cxnSpLocks/>
            <a:stCxn id="9" idx="2"/>
            <a:endCxn id="13" idx="0"/>
          </p:cNvCxnSpPr>
          <p:nvPr/>
        </p:nvCxnSpPr>
        <p:spPr>
          <a:xfrm>
            <a:off x="5200114" y="4570902"/>
            <a:ext cx="762999" cy="457826"/>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pSp>
        <p:nvGrpSpPr>
          <p:cNvPr id="20" name="그룹 19">
            <a:extLst>
              <a:ext uri="{FF2B5EF4-FFF2-40B4-BE49-F238E27FC236}">
                <a16:creationId xmlns:a16="http://schemas.microsoft.com/office/drawing/2014/main" id="{AFCD171B-2B4F-4DBA-9E47-B81E598FC3E0}"/>
              </a:ext>
            </a:extLst>
          </p:cNvPr>
          <p:cNvGrpSpPr/>
          <p:nvPr/>
        </p:nvGrpSpPr>
        <p:grpSpPr>
          <a:xfrm>
            <a:off x="0" y="-7052"/>
            <a:ext cx="12192000" cy="6865052"/>
            <a:chOff x="0" y="-7052"/>
            <a:chExt cx="12192000" cy="6865052"/>
          </a:xfrm>
        </p:grpSpPr>
        <p:sp>
          <p:nvSpPr>
            <p:cNvPr id="21" name="직사각형 20">
              <a:extLst>
                <a:ext uri="{FF2B5EF4-FFF2-40B4-BE49-F238E27FC236}">
                  <a16:creationId xmlns:a16="http://schemas.microsoft.com/office/drawing/2014/main" id="{5B6A2EEC-D0DF-4ECD-B92A-DD53F9914143}"/>
                </a:ext>
              </a:extLst>
            </p:cNvPr>
            <p:cNvSpPr/>
            <p:nvPr/>
          </p:nvSpPr>
          <p:spPr>
            <a:xfrm>
              <a:off x="0" y="-7052"/>
              <a:ext cx="12192000" cy="6865052"/>
            </a:xfrm>
            <a:prstGeom prst="rect">
              <a:avLst/>
            </a:prstGeom>
            <a:solidFill>
              <a:srgbClr val="000000">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 name="직사각형 21">
              <a:extLst>
                <a:ext uri="{FF2B5EF4-FFF2-40B4-BE49-F238E27FC236}">
                  <a16:creationId xmlns:a16="http://schemas.microsoft.com/office/drawing/2014/main" id="{28AEF1A5-2839-488A-B20F-A4AB6F62697F}"/>
                </a:ext>
              </a:extLst>
            </p:cNvPr>
            <p:cNvSpPr/>
            <p:nvPr/>
          </p:nvSpPr>
          <p:spPr>
            <a:xfrm>
              <a:off x="0" y="3173831"/>
              <a:ext cx="12192000" cy="398062"/>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b="1" dirty="0"/>
                <a:t>구조의 변경으로 화면 재설계</a:t>
              </a:r>
            </a:p>
          </p:txBody>
        </p:sp>
      </p:grpSp>
    </p:spTree>
    <p:extLst>
      <p:ext uri="{BB962C8B-B14F-4D97-AF65-F5344CB8AC3E}">
        <p14:creationId xmlns:p14="http://schemas.microsoft.com/office/powerpoint/2010/main" val="165720095"/>
      </p:ext>
    </p:extLst>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67D2FAE8-6019-4F5B-A1C0-5093FB5B3EC5}"/>
              </a:ext>
            </a:extLst>
          </p:cNvPr>
          <p:cNvGraphicFramePr>
            <a:graphicFrameLocks noGrp="1"/>
          </p:cNvGraphicFramePr>
          <p:nvPr/>
        </p:nvGraphicFramePr>
        <p:xfrm>
          <a:off x="10171774" y="22159"/>
          <a:ext cx="1979018" cy="20279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RF-03-01-01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접속화면</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t>입장코드</a:t>
                      </a:r>
                      <a:r>
                        <a:rPr lang="ko-KR" altLang="en-US" sz="800" dirty="0"/>
                        <a:t> 입력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en-US" altLang="ko-KR" sz="800" dirty="0"/>
                        <a:t>Shop</a:t>
                      </a:r>
                      <a:r>
                        <a:rPr lang="ko-KR" altLang="en-US" sz="800" dirty="0"/>
                        <a:t>채널이 비공개일 경우 입장하기 위해 핸드폰번호와 입장코드를 입력하는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입장정보가 틀릴 경우 입장을 거부하고 안내 메시지를 보여준다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3" name="직사각형 2">
            <a:extLst>
              <a:ext uri="{FF2B5EF4-FFF2-40B4-BE49-F238E27FC236}">
                <a16:creationId xmlns:a16="http://schemas.microsoft.com/office/drawing/2014/main" id="{9E406D1B-8B39-4EDD-92B1-2BB09F2D9F6A}"/>
              </a:ext>
            </a:extLst>
          </p:cNvPr>
          <p:cNvSpPr/>
          <p:nvPr/>
        </p:nvSpPr>
        <p:spPr>
          <a:xfrm>
            <a:off x="609600" y="512233"/>
            <a:ext cx="9025466" cy="5833534"/>
          </a:xfrm>
          <a:prstGeom prst="rect">
            <a:avLst/>
          </a:prstGeom>
          <a:solidFill>
            <a:schemeClr val="bg1">
              <a:lumMod val="85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4" name="그룹 3">
            <a:extLst>
              <a:ext uri="{FF2B5EF4-FFF2-40B4-BE49-F238E27FC236}">
                <a16:creationId xmlns:a16="http://schemas.microsoft.com/office/drawing/2014/main" id="{D629E213-92DA-4D1E-BA38-B0ECA86BF154}"/>
              </a:ext>
            </a:extLst>
          </p:cNvPr>
          <p:cNvGrpSpPr/>
          <p:nvPr/>
        </p:nvGrpSpPr>
        <p:grpSpPr>
          <a:xfrm>
            <a:off x="4038600" y="1624084"/>
            <a:ext cx="2177055" cy="1095062"/>
            <a:chOff x="2843808" y="1955121"/>
            <a:chExt cx="1674813" cy="596970"/>
          </a:xfrm>
          <a:solidFill>
            <a:schemeClr val="bg1">
              <a:lumMod val="95000"/>
            </a:schemeClr>
          </a:solidFill>
        </p:grpSpPr>
        <p:sp>
          <p:nvSpPr>
            <p:cNvPr id="5" name="Border">
              <a:extLst>
                <a:ext uri="{FF2B5EF4-FFF2-40B4-BE49-F238E27FC236}">
                  <a16:creationId xmlns:a16="http://schemas.microsoft.com/office/drawing/2014/main" id="{38E9B4BB-C1F3-447F-B8E0-16D6B07D8B2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 name="Line 2">
              <a:extLst>
                <a:ext uri="{FF2B5EF4-FFF2-40B4-BE49-F238E27FC236}">
                  <a16:creationId xmlns:a16="http://schemas.microsoft.com/office/drawing/2014/main" id="{4BA6180C-1F1B-451D-B694-F9C79D74ECA2}"/>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 name="Line 1">
              <a:extLst>
                <a:ext uri="{FF2B5EF4-FFF2-40B4-BE49-F238E27FC236}">
                  <a16:creationId xmlns:a16="http://schemas.microsoft.com/office/drawing/2014/main" id="{AEF3ACEB-4F6C-4057-BB4F-ED163271AE3D}"/>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TextBox 7">
              <a:extLst>
                <a:ext uri="{FF2B5EF4-FFF2-40B4-BE49-F238E27FC236}">
                  <a16:creationId xmlns:a16="http://schemas.microsoft.com/office/drawing/2014/main" id="{9742674E-2092-4929-AD54-D9E3F3B5E69B}"/>
                </a:ext>
              </a:extLst>
            </p:cNvPr>
            <p:cNvSpPr txBox="1"/>
            <p:nvPr/>
          </p:nvSpPr>
          <p:spPr>
            <a:xfrm>
              <a:off x="3181711" y="2197545"/>
              <a:ext cx="991630" cy="112122"/>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Shop </a:t>
              </a:r>
              <a:r>
                <a:rPr lang="ko-KR" altLang="en-US" sz="900" dirty="0">
                  <a:solidFill>
                    <a:schemeClr val="tx1">
                      <a:lumMod val="50000"/>
                      <a:lumOff val="50000"/>
                    </a:schemeClr>
                  </a:solidFill>
                </a:rPr>
                <a:t>채널 로고</a:t>
              </a:r>
            </a:p>
          </p:txBody>
        </p:sp>
      </p:grpSp>
      <p:graphicFrame>
        <p:nvGraphicFramePr>
          <p:cNvPr id="9" name="표 8">
            <a:extLst>
              <a:ext uri="{FF2B5EF4-FFF2-40B4-BE49-F238E27FC236}">
                <a16:creationId xmlns:a16="http://schemas.microsoft.com/office/drawing/2014/main" id="{644980E1-56AF-4B4A-A160-D32E147E4B88}"/>
              </a:ext>
            </a:extLst>
          </p:cNvPr>
          <p:cNvGraphicFramePr>
            <a:graphicFrameLocks noGrp="1"/>
          </p:cNvGraphicFramePr>
          <p:nvPr/>
        </p:nvGraphicFramePr>
        <p:xfrm>
          <a:off x="2715837" y="3176972"/>
          <a:ext cx="4968555" cy="1008112"/>
        </p:xfrm>
        <a:graphic>
          <a:graphicData uri="http://schemas.openxmlformats.org/drawingml/2006/table">
            <a:tbl>
              <a:tblPr firstRow="1" bandRow="1">
                <a:tableStyleId>{5C22544A-7EE6-4342-B048-85BDC9FD1C3A}</a:tableStyleId>
              </a:tblPr>
              <a:tblGrid>
                <a:gridCol w="1181864">
                  <a:extLst>
                    <a:ext uri="{9D8B030D-6E8A-4147-A177-3AD203B41FA5}">
                      <a16:colId xmlns:a16="http://schemas.microsoft.com/office/drawing/2014/main" val="20000"/>
                    </a:ext>
                  </a:extLst>
                </a:gridCol>
                <a:gridCol w="3786691">
                  <a:extLst>
                    <a:ext uri="{9D8B030D-6E8A-4147-A177-3AD203B41FA5}">
                      <a16:colId xmlns:a16="http://schemas.microsoft.com/office/drawing/2014/main" val="20001"/>
                    </a:ext>
                  </a:extLst>
                </a:gridCol>
              </a:tblGrid>
              <a:tr h="504056">
                <a:tc>
                  <a:txBody>
                    <a:bodyPr/>
                    <a:lstStyle/>
                    <a:p>
                      <a:pPr algn="ctr" latinLnBrk="1"/>
                      <a:r>
                        <a:rPr lang="ko-KR" altLang="en-US" sz="1050" b="0" dirty="0">
                          <a:solidFill>
                            <a:schemeClr val="tx1"/>
                          </a:solidFill>
                        </a:rPr>
                        <a:t>핸드폰번호</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1050" b="0" i="0" u="none" strike="noStrike" dirty="0">
                        <a:solidFill>
                          <a:srgbClr val="000000"/>
                        </a:solidFill>
                        <a:effectLst/>
                        <a:latin typeface="+mn-lt"/>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504056">
                <a:tc>
                  <a:txBody>
                    <a:bodyPr/>
                    <a:lstStyle/>
                    <a:p>
                      <a:pPr algn="ctr" latinLnBrk="1"/>
                      <a:r>
                        <a:rPr lang="ko-KR" altLang="en-US" sz="1050" b="0" dirty="0">
                          <a:solidFill>
                            <a:schemeClr val="tx1"/>
                          </a:solidFill>
                        </a:rPr>
                        <a:t>입장코드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1050" b="0" i="0" u="none" strike="noStrike" dirty="0">
                        <a:solidFill>
                          <a:srgbClr val="000000"/>
                        </a:solidFill>
                        <a:effectLst/>
                        <a:latin typeface="+mn-lt"/>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481456692"/>
                  </a:ext>
                </a:extLst>
              </a:tr>
            </a:tbl>
          </a:graphicData>
        </a:graphic>
      </p:graphicFrame>
      <p:sp>
        <p:nvSpPr>
          <p:cNvPr id="10" name="직사각형 9">
            <a:extLst>
              <a:ext uri="{FF2B5EF4-FFF2-40B4-BE49-F238E27FC236}">
                <a16:creationId xmlns:a16="http://schemas.microsoft.com/office/drawing/2014/main" id="{9022FE39-83C6-45DC-BD65-F786B3BFF41D}"/>
              </a:ext>
            </a:extLst>
          </p:cNvPr>
          <p:cNvSpPr/>
          <p:nvPr/>
        </p:nvSpPr>
        <p:spPr>
          <a:xfrm>
            <a:off x="3668026" y="4801868"/>
            <a:ext cx="3116430" cy="432048"/>
          </a:xfrm>
          <a:prstGeom prst="rect">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t>입장 확인</a:t>
            </a:r>
          </a:p>
        </p:txBody>
      </p:sp>
      <p:sp>
        <p:nvSpPr>
          <p:cNvPr id="11" name="Window Outer">
            <a:extLst>
              <a:ext uri="{FF2B5EF4-FFF2-40B4-BE49-F238E27FC236}">
                <a16:creationId xmlns:a16="http://schemas.microsoft.com/office/drawing/2014/main" id="{5363ED6B-AFE8-4525-A2A5-A627A3F48C83}"/>
              </a:ext>
            </a:extLst>
          </p:cNvPr>
          <p:cNvSpPr/>
          <p:nvPr>
            <p:custDataLst>
              <p:tags r:id="rId1"/>
            </p:custDataLst>
          </p:nvPr>
        </p:nvSpPr>
        <p:spPr>
          <a:xfrm>
            <a:off x="7684392" y="4484903"/>
            <a:ext cx="3563831" cy="1408430"/>
          </a:xfrm>
          <a:prstGeom prst="roundRect">
            <a:avLst>
              <a:gd name="adj" fmla="val 580"/>
            </a:avLst>
          </a:prstGeom>
          <a:solidFill>
            <a:schemeClr val="bg1">
              <a:lumMod val="50000"/>
            </a:schemeClr>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lIns="72000" tIns="28800" rIns="72000" bIns="28800"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1000" b="1" dirty="0">
                <a:solidFill>
                  <a:schemeClr val="bg1"/>
                </a:solidFill>
                <a:latin typeface="Calibri" pitchFamily="34" charset="0"/>
                <a:cs typeface="Calibri" pitchFamily="34" charset="0"/>
              </a:rPr>
              <a:t>Alert</a:t>
            </a:r>
          </a:p>
        </p:txBody>
      </p:sp>
      <p:sp>
        <p:nvSpPr>
          <p:cNvPr id="12" name="Window Inner">
            <a:extLst>
              <a:ext uri="{FF2B5EF4-FFF2-40B4-BE49-F238E27FC236}">
                <a16:creationId xmlns:a16="http://schemas.microsoft.com/office/drawing/2014/main" id="{762EB723-09BB-4A4A-9C23-B440019F31D2}"/>
              </a:ext>
            </a:extLst>
          </p:cNvPr>
          <p:cNvSpPr/>
          <p:nvPr>
            <p:custDataLst>
              <p:tags r:id="rId2"/>
            </p:custDataLst>
          </p:nvPr>
        </p:nvSpPr>
        <p:spPr>
          <a:xfrm>
            <a:off x="7724608" y="4691278"/>
            <a:ext cx="3472809" cy="1144905"/>
          </a:xfrm>
          <a:prstGeom prst="rect">
            <a:avLst/>
          </a:prstGeom>
          <a:solidFill>
            <a:schemeClr val="bg1"/>
          </a:solidFill>
          <a:ln w="6350">
            <a:solidFill>
              <a:srgbClr val="3333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262626"/>
              </a:solidFill>
              <a:latin typeface="Calibri" pitchFamily="34" charset="0"/>
              <a:cs typeface="Calibri" pitchFamily="34" charset="0"/>
            </a:endParaRPr>
          </a:p>
        </p:txBody>
      </p:sp>
      <p:sp>
        <p:nvSpPr>
          <p:cNvPr id="13" name="TextBox 12">
            <a:extLst>
              <a:ext uri="{FF2B5EF4-FFF2-40B4-BE49-F238E27FC236}">
                <a16:creationId xmlns:a16="http://schemas.microsoft.com/office/drawing/2014/main" id="{7056FF75-69EE-48B6-B590-2F2F5472D91F}"/>
              </a:ext>
            </a:extLst>
          </p:cNvPr>
          <p:cNvSpPr txBox="1"/>
          <p:nvPr/>
        </p:nvSpPr>
        <p:spPr>
          <a:xfrm>
            <a:off x="8634508" y="4940845"/>
            <a:ext cx="1653018" cy="432939"/>
          </a:xfrm>
          <a:prstGeom prst="rect">
            <a:avLst/>
          </a:prstGeom>
          <a:noFill/>
        </p:spPr>
        <p:txBody>
          <a:bodyPr wrap="none" rtlCol="0">
            <a:spAutoFit/>
          </a:bodyPr>
          <a:lstStyle/>
          <a:p>
            <a:pPr algn="ctr">
              <a:lnSpc>
                <a:spcPct val="150000"/>
              </a:lnSpc>
            </a:pPr>
            <a:r>
              <a:rPr lang="ko-KR" altLang="en-US" sz="800" dirty="0">
                <a:latin typeface="나눔고딕" charset="0"/>
                <a:ea typeface="나눔고딕" charset="0"/>
              </a:rPr>
              <a:t>입장 정보가 일치하지 않습니다</a:t>
            </a:r>
            <a:r>
              <a:rPr lang="en-US" altLang="ko-KR" sz="800" dirty="0">
                <a:latin typeface="나눔고딕" charset="0"/>
                <a:ea typeface="나눔고딕" charset="0"/>
              </a:rPr>
              <a:t>.</a:t>
            </a:r>
          </a:p>
          <a:p>
            <a:pPr algn="ctr">
              <a:lnSpc>
                <a:spcPct val="150000"/>
              </a:lnSpc>
            </a:pPr>
            <a:r>
              <a:rPr lang="ko-KR" altLang="en-US" sz="800" dirty="0">
                <a:latin typeface="나눔고딕" charset="0"/>
                <a:ea typeface="나눔고딕" charset="0"/>
              </a:rPr>
              <a:t>입장 정보를 확인하여 주세요</a:t>
            </a:r>
            <a:r>
              <a:rPr lang="en-US" altLang="ko-KR" sz="800" dirty="0">
                <a:latin typeface="나눔고딕" charset="0"/>
                <a:ea typeface="나눔고딕" charset="0"/>
              </a:rPr>
              <a:t>.</a:t>
            </a:r>
          </a:p>
        </p:txBody>
      </p:sp>
      <p:sp>
        <p:nvSpPr>
          <p:cNvPr id="14" name="직사각형 13">
            <a:extLst>
              <a:ext uri="{FF2B5EF4-FFF2-40B4-BE49-F238E27FC236}">
                <a16:creationId xmlns:a16="http://schemas.microsoft.com/office/drawing/2014/main" id="{89163F53-33FD-468B-8AE0-AB6B80C8E413}"/>
              </a:ext>
            </a:extLst>
          </p:cNvPr>
          <p:cNvSpPr/>
          <p:nvPr/>
        </p:nvSpPr>
        <p:spPr>
          <a:xfrm>
            <a:off x="9112084" y="5474866"/>
            <a:ext cx="632460" cy="273050"/>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확인</a:t>
            </a:r>
          </a:p>
        </p:txBody>
      </p:sp>
      <p:sp>
        <p:nvSpPr>
          <p:cNvPr id="15" name="TextBox 14">
            <a:extLst>
              <a:ext uri="{FF2B5EF4-FFF2-40B4-BE49-F238E27FC236}">
                <a16:creationId xmlns:a16="http://schemas.microsoft.com/office/drawing/2014/main" id="{E321414F-4AF8-4338-A2C1-E072F0537FA0}"/>
              </a:ext>
            </a:extLst>
          </p:cNvPr>
          <p:cNvSpPr txBox="1"/>
          <p:nvPr/>
        </p:nvSpPr>
        <p:spPr>
          <a:xfrm>
            <a:off x="7499375" y="4371680"/>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16" name="타원 15">
            <a:extLst>
              <a:ext uri="{FF2B5EF4-FFF2-40B4-BE49-F238E27FC236}">
                <a16:creationId xmlns:a16="http://schemas.microsoft.com/office/drawing/2014/main" id="{3A742FC1-44FA-43AB-9617-38E651379BE6}"/>
              </a:ext>
            </a:extLst>
          </p:cNvPr>
          <p:cNvSpPr/>
          <p:nvPr/>
        </p:nvSpPr>
        <p:spPr>
          <a:xfrm>
            <a:off x="3668025" y="4871425"/>
            <a:ext cx="3116431" cy="296477"/>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7" name="직선 화살표 연결선 16">
            <a:extLst>
              <a:ext uri="{FF2B5EF4-FFF2-40B4-BE49-F238E27FC236}">
                <a16:creationId xmlns:a16="http://schemas.microsoft.com/office/drawing/2014/main" id="{783F6FF4-95C3-4E5C-A7D9-2AACA16D7D13}"/>
              </a:ext>
            </a:extLst>
          </p:cNvPr>
          <p:cNvCxnSpPr>
            <a:cxnSpLocks/>
          </p:cNvCxnSpPr>
          <p:nvPr/>
        </p:nvCxnSpPr>
        <p:spPr>
          <a:xfrm>
            <a:off x="6824672" y="5013275"/>
            <a:ext cx="859720"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61704601"/>
      </p:ext>
    </p:extLst>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직사각형 31">
            <a:extLst>
              <a:ext uri="{FF2B5EF4-FFF2-40B4-BE49-F238E27FC236}">
                <a16:creationId xmlns:a16="http://schemas.microsoft.com/office/drawing/2014/main" id="{566C0D55-CC59-4346-A0FF-E58E3590E7D5}"/>
              </a:ext>
            </a:extLst>
          </p:cNvPr>
          <p:cNvSpPr/>
          <p:nvPr/>
        </p:nvSpPr>
        <p:spPr>
          <a:xfrm>
            <a:off x="135467" y="118533"/>
            <a:ext cx="9897533" cy="6451600"/>
          </a:xfrm>
          <a:prstGeom prst="rect">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3" name="직사각형 32">
            <a:extLst>
              <a:ext uri="{FF2B5EF4-FFF2-40B4-BE49-F238E27FC236}">
                <a16:creationId xmlns:a16="http://schemas.microsoft.com/office/drawing/2014/main" id="{87BE5404-E2D6-4FAD-8797-09BCFAE35029}"/>
              </a:ext>
            </a:extLst>
          </p:cNvPr>
          <p:cNvSpPr/>
          <p:nvPr/>
        </p:nvSpPr>
        <p:spPr>
          <a:xfrm>
            <a:off x="3723257" y="2423611"/>
            <a:ext cx="3116430" cy="297800"/>
          </a:xfrm>
          <a:prstGeom prst="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ID </a:t>
            </a:r>
            <a:r>
              <a:rPr lang="ko-KR" altLang="en-US" sz="800" dirty="0">
                <a:solidFill>
                  <a:schemeClr val="tx1">
                    <a:lumMod val="50000"/>
                    <a:lumOff val="50000"/>
                  </a:schemeClr>
                </a:solidFill>
              </a:rPr>
              <a:t>를 입력 해 주세요</a:t>
            </a:r>
            <a:endParaRPr lang="ko-KR" altLang="en-US" dirty="0">
              <a:solidFill>
                <a:schemeClr val="tx1">
                  <a:lumMod val="50000"/>
                  <a:lumOff val="50000"/>
                </a:schemeClr>
              </a:solidFill>
            </a:endParaRPr>
          </a:p>
        </p:txBody>
      </p:sp>
      <p:sp>
        <p:nvSpPr>
          <p:cNvPr id="34" name="직사각형 33">
            <a:extLst>
              <a:ext uri="{FF2B5EF4-FFF2-40B4-BE49-F238E27FC236}">
                <a16:creationId xmlns:a16="http://schemas.microsoft.com/office/drawing/2014/main" id="{9A6F84D0-FC23-4905-98C0-89901CBC57F2}"/>
              </a:ext>
            </a:extLst>
          </p:cNvPr>
          <p:cNvSpPr/>
          <p:nvPr/>
        </p:nvSpPr>
        <p:spPr>
          <a:xfrm>
            <a:off x="3723257" y="2801756"/>
            <a:ext cx="3116430" cy="264124"/>
          </a:xfrm>
          <a:prstGeom prst="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PW </a:t>
            </a:r>
            <a:r>
              <a:rPr lang="ko-KR" altLang="en-US" sz="800" dirty="0">
                <a:solidFill>
                  <a:schemeClr val="tx1">
                    <a:lumMod val="50000"/>
                    <a:lumOff val="50000"/>
                  </a:schemeClr>
                </a:solidFill>
              </a:rPr>
              <a:t>를 입력 해 주세요</a:t>
            </a:r>
          </a:p>
        </p:txBody>
      </p:sp>
      <p:sp>
        <p:nvSpPr>
          <p:cNvPr id="35" name="직사각형 34">
            <a:extLst>
              <a:ext uri="{FF2B5EF4-FFF2-40B4-BE49-F238E27FC236}">
                <a16:creationId xmlns:a16="http://schemas.microsoft.com/office/drawing/2014/main" id="{1873D9CD-B89C-41E3-92D8-1B6B2E10D993}"/>
              </a:ext>
            </a:extLst>
          </p:cNvPr>
          <p:cNvSpPr/>
          <p:nvPr/>
        </p:nvSpPr>
        <p:spPr>
          <a:xfrm>
            <a:off x="3723257" y="3390404"/>
            <a:ext cx="3116430" cy="303290"/>
          </a:xfrm>
          <a:prstGeom prst="rect">
            <a:avLst/>
          </a:prstGeom>
          <a:solidFill>
            <a:schemeClr val="tx1">
              <a:lumMod val="50000"/>
              <a:lumOff val="50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t>LOGIN</a:t>
            </a:r>
            <a:endParaRPr lang="ko-KR" altLang="en-US" sz="1000" dirty="0"/>
          </a:p>
        </p:txBody>
      </p:sp>
      <p:sp>
        <p:nvSpPr>
          <p:cNvPr id="36" name="TextBox 35">
            <a:extLst>
              <a:ext uri="{FF2B5EF4-FFF2-40B4-BE49-F238E27FC236}">
                <a16:creationId xmlns:a16="http://schemas.microsoft.com/office/drawing/2014/main" id="{B03833B7-119E-4FC2-80AA-F34F09B76081}"/>
              </a:ext>
            </a:extLst>
          </p:cNvPr>
          <p:cNvSpPr txBox="1"/>
          <p:nvPr/>
        </p:nvSpPr>
        <p:spPr>
          <a:xfrm>
            <a:off x="3632528" y="3125149"/>
            <a:ext cx="889987" cy="230832"/>
          </a:xfrm>
          <a:prstGeom prst="rect">
            <a:avLst/>
          </a:prstGeom>
          <a:noFill/>
        </p:spPr>
        <p:txBody>
          <a:bodyPr wrap="none" rtlCol="0">
            <a:spAutoFit/>
          </a:bodyPr>
          <a:lstStyle/>
          <a:p>
            <a:r>
              <a:rPr lang="ko-KR" altLang="en-US" sz="900" dirty="0"/>
              <a:t>□ </a:t>
            </a:r>
            <a:r>
              <a:rPr lang="ko-KR" altLang="en-US" sz="800" dirty="0"/>
              <a:t>아이디 저장</a:t>
            </a:r>
          </a:p>
        </p:txBody>
      </p:sp>
      <p:grpSp>
        <p:nvGrpSpPr>
          <p:cNvPr id="37" name="그룹 36">
            <a:extLst>
              <a:ext uri="{FF2B5EF4-FFF2-40B4-BE49-F238E27FC236}">
                <a16:creationId xmlns:a16="http://schemas.microsoft.com/office/drawing/2014/main" id="{AD3F7F2E-987E-49D4-B6BB-12735B326F51}"/>
              </a:ext>
            </a:extLst>
          </p:cNvPr>
          <p:cNvGrpSpPr/>
          <p:nvPr/>
        </p:nvGrpSpPr>
        <p:grpSpPr>
          <a:xfrm>
            <a:off x="3744093" y="4011709"/>
            <a:ext cx="3093375" cy="360040"/>
            <a:chOff x="2226770" y="4941168"/>
            <a:chExt cx="3093375" cy="360040"/>
          </a:xfrm>
        </p:grpSpPr>
        <p:sp>
          <p:nvSpPr>
            <p:cNvPr id="38" name="모서리가 둥근 직사각형 38">
              <a:extLst>
                <a:ext uri="{FF2B5EF4-FFF2-40B4-BE49-F238E27FC236}">
                  <a16:creationId xmlns:a16="http://schemas.microsoft.com/office/drawing/2014/main" id="{0D7FDF25-5A99-4B8F-B177-657B72C95C18}"/>
                </a:ext>
              </a:extLst>
            </p:cNvPr>
            <p:cNvSpPr/>
            <p:nvPr/>
          </p:nvSpPr>
          <p:spPr>
            <a:xfrm>
              <a:off x="2226770" y="4941168"/>
              <a:ext cx="3093375" cy="36004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pic>
          <p:nvPicPr>
            <p:cNvPr id="39" name="Picture 2">
              <a:extLst>
                <a:ext uri="{FF2B5EF4-FFF2-40B4-BE49-F238E27FC236}">
                  <a16:creationId xmlns:a16="http://schemas.microsoft.com/office/drawing/2014/main" id="{7F31D1E2-BE98-4165-89AC-83539EAFDE7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315131" y="5029802"/>
              <a:ext cx="228564" cy="2071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cxnSp>
          <p:nvCxnSpPr>
            <p:cNvPr id="40" name="직선 연결선 39">
              <a:extLst>
                <a:ext uri="{FF2B5EF4-FFF2-40B4-BE49-F238E27FC236}">
                  <a16:creationId xmlns:a16="http://schemas.microsoft.com/office/drawing/2014/main" id="{0231C3DB-91A6-48A4-8F84-6A36B487F974}"/>
                </a:ext>
              </a:extLst>
            </p:cNvPr>
            <p:cNvCxnSpPr/>
            <p:nvPr/>
          </p:nvCxnSpPr>
          <p:spPr>
            <a:xfrm>
              <a:off x="2619471" y="5029802"/>
              <a:ext cx="0" cy="20713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1" name="TextBox 40">
              <a:extLst>
                <a:ext uri="{FF2B5EF4-FFF2-40B4-BE49-F238E27FC236}">
                  <a16:creationId xmlns:a16="http://schemas.microsoft.com/office/drawing/2014/main" id="{F146AC5B-617E-463D-93AA-9299148C7A9D}"/>
                </a:ext>
              </a:extLst>
            </p:cNvPr>
            <p:cNvSpPr txBox="1"/>
            <p:nvPr/>
          </p:nvSpPr>
          <p:spPr>
            <a:xfrm>
              <a:off x="2632574" y="5005772"/>
              <a:ext cx="1418978" cy="230832"/>
            </a:xfrm>
            <a:prstGeom prst="rect">
              <a:avLst/>
            </a:prstGeom>
            <a:noFill/>
          </p:spPr>
          <p:txBody>
            <a:bodyPr wrap="none" rtlCol="0">
              <a:spAutoFit/>
            </a:bodyPr>
            <a:lstStyle/>
            <a:p>
              <a:r>
                <a:rPr lang="ko-KR" altLang="en-US" sz="900"/>
                <a:t>카카오</a:t>
              </a:r>
              <a:r>
                <a:rPr lang="ko-KR" altLang="en-US" sz="900">
                  <a:solidFill>
                    <a:schemeClr val="tx1">
                      <a:lumMod val="50000"/>
                      <a:lumOff val="50000"/>
                    </a:schemeClr>
                  </a:solidFill>
                </a:rPr>
                <a:t> 계정으로 로그인</a:t>
              </a:r>
              <a:endParaRPr lang="ko-KR" altLang="en-US" sz="900" dirty="0">
                <a:solidFill>
                  <a:schemeClr val="tx1">
                    <a:lumMod val="50000"/>
                    <a:lumOff val="50000"/>
                  </a:schemeClr>
                </a:solidFill>
              </a:endParaRPr>
            </a:p>
          </p:txBody>
        </p:sp>
        <p:sp>
          <p:nvSpPr>
            <p:cNvPr id="42" name="TextBox 41">
              <a:extLst>
                <a:ext uri="{FF2B5EF4-FFF2-40B4-BE49-F238E27FC236}">
                  <a16:creationId xmlns:a16="http://schemas.microsoft.com/office/drawing/2014/main" id="{581AA7ED-F24B-4B26-A0A4-A1D432957AF0}"/>
                </a:ext>
              </a:extLst>
            </p:cNvPr>
            <p:cNvSpPr txBox="1"/>
            <p:nvPr/>
          </p:nvSpPr>
          <p:spPr>
            <a:xfrm>
              <a:off x="5047882" y="5009641"/>
              <a:ext cx="264816" cy="230832"/>
            </a:xfrm>
            <a:prstGeom prst="rect">
              <a:avLst/>
            </a:prstGeom>
            <a:noFill/>
          </p:spPr>
          <p:txBody>
            <a:bodyPr wrap="none" rtlCol="0">
              <a:spAutoFit/>
            </a:bodyPr>
            <a:lstStyle/>
            <a:p>
              <a:r>
                <a:rPr lang="en-US" altLang="ko-KR" sz="900"/>
                <a:t>&gt;</a:t>
              </a:r>
              <a:endParaRPr lang="ko-KR" altLang="en-US" sz="900" dirty="0"/>
            </a:p>
          </p:txBody>
        </p:sp>
      </p:grpSp>
      <p:grpSp>
        <p:nvGrpSpPr>
          <p:cNvPr id="43" name="그룹 42">
            <a:extLst>
              <a:ext uri="{FF2B5EF4-FFF2-40B4-BE49-F238E27FC236}">
                <a16:creationId xmlns:a16="http://schemas.microsoft.com/office/drawing/2014/main" id="{633F643B-D712-4603-B2A3-C08A60C373BE}"/>
              </a:ext>
            </a:extLst>
          </p:cNvPr>
          <p:cNvGrpSpPr/>
          <p:nvPr/>
        </p:nvGrpSpPr>
        <p:grpSpPr>
          <a:xfrm>
            <a:off x="3746311" y="4435444"/>
            <a:ext cx="3093375" cy="360040"/>
            <a:chOff x="2228988" y="5679839"/>
            <a:chExt cx="3093375" cy="360040"/>
          </a:xfrm>
        </p:grpSpPr>
        <p:grpSp>
          <p:nvGrpSpPr>
            <p:cNvPr id="44" name="그룹 43">
              <a:extLst>
                <a:ext uri="{FF2B5EF4-FFF2-40B4-BE49-F238E27FC236}">
                  <a16:creationId xmlns:a16="http://schemas.microsoft.com/office/drawing/2014/main" id="{B1DAE1D8-70C2-4CF7-B28E-A5A30E330D0D}"/>
                </a:ext>
              </a:extLst>
            </p:cNvPr>
            <p:cNvGrpSpPr/>
            <p:nvPr/>
          </p:nvGrpSpPr>
          <p:grpSpPr>
            <a:xfrm>
              <a:off x="2228988" y="5679839"/>
              <a:ext cx="3093375" cy="360040"/>
              <a:chOff x="2226770" y="4941168"/>
              <a:chExt cx="3093375" cy="360040"/>
            </a:xfrm>
          </p:grpSpPr>
          <p:sp>
            <p:nvSpPr>
              <p:cNvPr id="46" name="모서리가 둥근 직사각형 44">
                <a:extLst>
                  <a:ext uri="{FF2B5EF4-FFF2-40B4-BE49-F238E27FC236}">
                    <a16:creationId xmlns:a16="http://schemas.microsoft.com/office/drawing/2014/main" id="{560D22B4-AF80-4B64-898E-28C94A1B76A3}"/>
                  </a:ext>
                </a:extLst>
              </p:cNvPr>
              <p:cNvSpPr/>
              <p:nvPr/>
            </p:nvSpPr>
            <p:spPr>
              <a:xfrm>
                <a:off x="2226770" y="4941168"/>
                <a:ext cx="3093375" cy="36004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7" name="직선 연결선 46">
                <a:extLst>
                  <a:ext uri="{FF2B5EF4-FFF2-40B4-BE49-F238E27FC236}">
                    <a16:creationId xmlns:a16="http://schemas.microsoft.com/office/drawing/2014/main" id="{E58CB628-2EF5-46D3-9DBB-874599B6C524}"/>
                  </a:ext>
                </a:extLst>
              </p:cNvPr>
              <p:cNvCxnSpPr/>
              <p:nvPr/>
            </p:nvCxnSpPr>
            <p:spPr>
              <a:xfrm>
                <a:off x="2619471" y="5029802"/>
                <a:ext cx="0" cy="20713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8" name="TextBox 47">
                <a:extLst>
                  <a:ext uri="{FF2B5EF4-FFF2-40B4-BE49-F238E27FC236}">
                    <a16:creationId xmlns:a16="http://schemas.microsoft.com/office/drawing/2014/main" id="{61D32100-28E7-43AC-B53F-3EA0A057FFE4}"/>
                  </a:ext>
                </a:extLst>
              </p:cNvPr>
              <p:cNvSpPr txBox="1"/>
              <p:nvPr/>
            </p:nvSpPr>
            <p:spPr>
              <a:xfrm>
                <a:off x="2632574" y="5005772"/>
                <a:ext cx="1418978" cy="230832"/>
              </a:xfrm>
              <a:prstGeom prst="rect">
                <a:avLst/>
              </a:prstGeom>
              <a:noFill/>
            </p:spPr>
            <p:txBody>
              <a:bodyPr wrap="none" rtlCol="0">
                <a:spAutoFit/>
              </a:bodyPr>
              <a:lstStyle/>
              <a:p>
                <a:r>
                  <a:rPr lang="ko-KR" altLang="en-US" sz="900"/>
                  <a:t>네이버</a:t>
                </a:r>
                <a:r>
                  <a:rPr lang="ko-KR" altLang="en-US" sz="900">
                    <a:solidFill>
                      <a:schemeClr val="tx1">
                        <a:lumMod val="50000"/>
                        <a:lumOff val="50000"/>
                      </a:schemeClr>
                    </a:solidFill>
                  </a:rPr>
                  <a:t> 계정으로 로그인</a:t>
                </a:r>
                <a:endParaRPr lang="ko-KR" altLang="en-US" sz="900" dirty="0">
                  <a:solidFill>
                    <a:schemeClr val="tx1">
                      <a:lumMod val="50000"/>
                      <a:lumOff val="50000"/>
                    </a:schemeClr>
                  </a:solidFill>
                </a:endParaRPr>
              </a:p>
            </p:txBody>
          </p:sp>
          <p:sp>
            <p:nvSpPr>
              <p:cNvPr id="49" name="TextBox 48">
                <a:extLst>
                  <a:ext uri="{FF2B5EF4-FFF2-40B4-BE49-F238E27FC236}">
                    <a16:creationId xmlns:a16="http://schemas.microsoft.com/office/drawing/2014/main" id="{2A201F2A-2DA3-4882-9F66-E31B555B89B2}"/>
                  </a:ext>
                </a:extLst>
              </p:cNvPr>
              <p:cNvSpPr txBox="1"/>
              <p:nvPr/>
            </p:nvSpPr>
            <p:spPr>
              <a:xfrm>
                <a:off x="5047882" y="5009641"/>
                <a:ext cx="264816" cy="230832"/>
              </a:xfrm>
              <a:prstGeom prst="rect">
                <a:avLst/>
              </a:prstGeom>
              <a:noFill/>
            </p:spPr>
            <p:txBody>
              <a:bodyPr wrap="none" rtlCol="0">
                <a:spAutoFit/>
              </a:bodyPr>
              <a:lstStyle/>
              <a:p>
                <a:r>
                  <a:rPr lang="en-US" altLang="ko-KR" sz="900"/>
                  <a:t>&gt;</a:t>
                </a:r>
                <a:endParaRPr lang="ko-KR" altLang="en-US" sz="900" dirty="0"/>
              </a:p>
            </p:txBody>
          </p:sp>
        </p:grpSp>
        <p:pic>
          <p:nvPicPr>
            <p:cNvPr id="45" name="Picture 3">
              <a:extLst>
                <a:ext uri="{FF2B5EF4-FFF2-40B4-BE49-F238E27FC236}">
                  <a16:creationId xmlns:a16="http://schemas.microsoft.com/office/drawing/2014/main" id="{8EE8B77C-692D-48DC-976F-466B4178B31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28275" y="5780792"/>
              <a:ext cx="202276" cy="1769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50" name="그룹 49">
            <a:extLst>
              <a:ext uri="{FF2B5EF4-FFF2-40B4-BE49-F238E27FC236}">
                <a16:creationId xmlns:a16="http://schemas.microsoft.com/office/drawing/2014/main" id="{C93376F1-D9AC-46A1-A22A-F52D3813402C}"/>
              </a:ext>
            </a:extLst>
          </p:cNvPr>
          <p:cNvGrpSpPr/>
          <p:nvPr/>
        </p:nvGrpSpPr>
        <p:grpSpPr>
          <a:xfrm>
            <a:off x="3746311" y="4848652"/>
            <a:ext cx="3093375" cy="360040"/>
            <a:chOff x="2226770" y="4941168"/>
            <a:chExt cx="3093375" cy="360040"/>
          </a:xfrm>
        </p:grpSpPr>
        <p:sp>
          <p:nvSpPr>
            <p:cNvPr id="51" name="모서리가 둥근 직사각형 58">
              <a:extLst>
                <a:ext uri="{FF2B5EF4-FFF2-40B4-BE49-F238E27FC236}">
                  <a16:creationId xmlns:a16="http://schemas.microsoft.com/office/drawing/2014/main" id="{8B263C22-DFFB-49E3-AA74-B8C439C930FB}"/>
                </a:ext>
              </a:extLst>
            </p:cNvPr>
            <p:cNvSpPr/>
            <p:nvPr/>
          </p:nvSpPr>
          <p:spPr>
            <a:xfrm>
              <a:off x="2226770" y="4941168"/>
              <a:ext cx="3093375" cy="36004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52" name="직선 연결선 51">
              <a:extLst>
                <a:ext uri="{FF2B5EF4-FFF2-40B4-BE49-F238E27FC236}">
                  <a16:creationId xmlns:a16="http://schemas.microsoft.com/office/drawing/2014/main" id="{495AB4A1-9BF6-4A0C-B318-3964F1E6B512}"/>
                </a:ext>
              </a:extLst>
            </p:cNvPr>
            <p:cNvCxnSpPr/>
            <p:nvPr/>
          </p:nvCxnSpPr>
          <p:spPr>
            <a:xfrm>
              <a:off x="2619471" y="5029802"/>
              <a:ext cx="0" cy="20713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F7751041-FEFF-4651-ABB1-E7E9CAE1C9D8}"/>
                </a:ext>
              </a:extLst>
            </p:cNvPr>
            <p:cNvSpPr txBox="1"/>
            <p:nvPr/>
          </p:nvSpPr>
          <p:spPr>
            <a:xfrm>
              <a:off x="2632574" y="5005772"/>
              <a:ext cx="1303562" cy="230832"/>
            </a:xfrm>
            <a:prstGeom prst="rect">
              <a:avLst/>
            </a:prstGeom>
            <a:noFill/>
          </p:spPr>
          <p:txBody>
            <a:bodyPr wrap="none" rtlCol="0">
              <a:spAutoFit/>
            </a:bodyPr>
            <a:lstStyle/>
            <a:p>
              <a:r>
                <a:rPr lang="ko-KR" altLang="en-US" sz="900" dirty="0" err="1"/>
                <a:t>구글</a:t>
              </a:r>
              <a:r>
                <a:rPr lang="ko-KR" altLang="en-US" sz="900" dirty="0">
                  <a:solidFill>
                    <a:schemeClr val="tx1">
                      <a:lumMod val="50000"/>
                      <a:lumOff val="50000"/>
                    </a:schemeClr>
                  </a:solidFill>
                </a:rPr>
                <a:t> 계정으로 로그인</a:t>
              </a:r>
            </a:p>
          </p:txBody>
        </p:sp>
        <p:sp>
          <p:nvSpPr>
            <p:cNvPr id="54" name="TextBox 53">
              <a:extLst>
                <a:ext uri="{FF2B5EF4-FFF2-40B4-BE49-F238E27FC236}">
                  <a16:creationId xmlns:a16="http://schemas.microsoft.com/office/drawing/2014/main" id="{F28638B3-18B0-48E5-9B93-9D04923A460F}"/>
                </a:ext>
              </a:extLst>
            </p:cNvPr>
            <p:cNvSpPr txBox="1"/>
            <p:nvPr/>
          </p:nvSpPr>
          <p:spPr>
            <a:xfrm>
              <a:off x="5047882" y="5009641"/>
              <a:ext cx="264816" cy="230832"/>
            </a:xfrm>
            <a:prstGeom prst="rect">
              <a:avLst/>
            </a:prstGeom>
            <a:noFill/>
          </p:spPr>
          <p:txBody>
            <a:bodyPr wrap="none" rtlCol="0">
              <a:spAutoFit/>
            </a:bodyPr>
            <a:lstStyle/>
            <a:p>
              <a:r>
                <a:rPr lang="en-US" altLang="ko-KR" sz="900"/>
                <a:t>&gt;</a:t>
              </a:r>
              <a:endParaRPr lang="ko-KR" altLang="en-US" sz="900" dirty="0"/>
            </a:p>
          </p:txBody>
        </p:sp>
      </p:grpSp>
      <p:pic>
        <p:nvPicPr>
          <p:cNvPr id="55" name="그림 54">
            <a:extLst>
              <a:ext uri="{FF2B5EF4-FFF2-40B4-BE49-F238E27FC236}">
                <a16:creationId xmlns:a16="http://schemas.microsoft.com/office/drawing/2014/main" id="{73597FAC-94E1-4B14-A5C6-A018D8B1FAAA}"/>
              </a:ext>
            </a:extLst>
          </p:cNvPr>
          <p:cNvPicPr>
            <a:picLocks noChangeAspect="1"/>
          </p:cNvPicPr>
          <p:nvPr/>
        </p:nvPicPr>
        <p:blipFill>
          <a:blip r:embed="rId4"/>
          <a:stretch>
            <a:fillRect/>
          </a:stretch>
        </p:blipFill>
        <p:spPr>
          <a:xfrm>
            <a:off x="3862575" y="4942073"/>
            <a:ext cx="173277" cy="169339"/>
          </a:xfrm>
          <a:prstGeom prst="rect">
            <a:avLst/>
          </a:prstGeom>
        </p:spPr>
      </p:pic>
      <p:grpSp>
        <p:nvGrpSpPr>
          <p:cNvPr id="56" name="그룹 55">
            <a:extLst>
              <a:ext uri="{FF2B5EF4-FFF2-40B4-BE49-F238E27FC236}">
                <a16:creationId xmlns:a16="http://schemas.microsoft.com/office/drawing/2014/main" id="{6B97BD92-07F7-4FBB-BB28-9CF227799B92}"/>
              </a:ext>
            </a:extLst>
          </p:cNvPr>
          <p:cNvGrpSpPr/>
          <p:nvPr/>
        </p:nvGrpSpPr>
        <p:grpSpPr>
          <a:xfrm>
            <a:off x="4130559" y="1144322"/>
            <a:ext cx="2177055" cy="857706"/>
            <a:chOff x="2843808" y="1955121"/>
            <a:chExt cx="1674813" cy="596970"/>
          </a:xfrm>
          <a:solidFill>
            <a:schemeClr val="bg1">
              <a:lumMod val="95000"/>
            </a:schemeClr>
          </a:solidFill>
        </p:grpSpPr>
        <p:sp>
          <p:nvSpPr>
            <p:cNvPr id="57" name="Border">
              <a:extLst>
                <a:ext uri="{FF2B5EF4-FFF2-40B4-BE49-F238E27FC236}">
                  <a16:creationId xmlns:a16="http://schemas.microsoft.com/office/drawing/2014/main" id="{331111BF-0E50-41FE-ABDE-846647751D21}"/>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8" name="Line 2">
              <a:extLst>
                <a:ext uri="{FF2B5EF4-FFF2-40B4-BE49-F238E27FC236}">
                  <a16:creationId xmlns:a16="http://schemas.microsoft.com/office/drawing/2014/main" id="{2FC6F922-3C11-43D1-AA79-6AFB03F659BA}"/>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9" name="Line 1">
              <a:extLst>
                <a:ext uri="{FF2B5EF4-FFF2-40B4-BE49-F238E27FC236}">
                  <a16:creationId xmlns:a16="http://schemas.microsoft.com/office/drawing/2014/main" id="{F2C1D6A3-AD54-40E0-911E-2B41886C98F5}"/>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0" name="TextBox 59">
              <a:extLst>
                <a:ext uri="{FF2B5EF4-FFF2-40B4-BE49-F238E27FC236}">
                  <a16:creationId xmlns:a16="http://schemas.microsoft.com/office/drawing/2014/main" id="{FA08C787-2D92-4A2B-9A8F-B29BFAEFF291}"/>
                </a:ext>
              </a:extLst>
            </p:cNvPr>
            <p:cNvSpPr txBox="1"/>
            <p:nvPr/>
          </p:nvSpPr>
          <p:spPr>
            <a:xfrm>
              <a:off x="3270892" y="2188204"/>
              <a:ext cx="820643" cy="160661"/>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Shop </a:t>
              </a:r>
              <a:r>
                <a:rPr lang="ko-KR" altLang="en-US" sz="900" dirty="0">
                  <a:solidFill>
                    <a:schemeClr val="tx1">
                      <a:lumMod val="50000"/>
                      <a:lumOff val="50000"/>
                    </a:schemeClr>
                  </a:solidFill>
                </a:rPr>
                <a:t>채널 로고</a:t>
              </a:r>
            </a:p>
          </p:txBody>
        </p:sp>
      </p:grpSp>
      <p:sp>
        <p:nvSpPr>
          <p:cNvPr id="61" name="TextBox 60">
            <a:extLst>
              <a:ext uri="{FF2B5EF4-FFF2-40B4-BE49-F238E27FC236}">
                <a16:creationId xmlns:a16="http://schemas.microsoft.com/office/drawing/2014/main" id="{F98DBA0F-10B9-4E8D-AB45-307E94831975}"/>
              </a:ext>
            </a:extLst>
          </p:cNvPr>
          <p:cNvSpPr txBox="1"/>
          <p:nvPr/>
        </p:nvSpPr>
        <p:spPr>
          <a:xfrm>
            <a:off x="3421235" y="2458802"/>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62" name="TextBox 61">
            <a:extLst>
              <a:ext uri="{FF2B5EF4-FFF2-40B4-BE49-F238E27FC236}">
                <a16:creationId xmlns:a16="http://schemas.microsoft.com/office/drawing/2014/main" id="{5C8B8ADF-2C23-46D4-874F-B74506A248F6}"/>
              </a:ext>
            </a:extLst>
          </p:cNvPr>
          <p:cNvSpPr txBox="1"/>
          <p:nvPr/>
        </p:nvSpPr>
        <p:spPr>
          <a:xfrm>
            <a:off x="3416578" y="4090822"/>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63" name="직사각형 62">
            <a:extLst>
              <a:ext uri="{FF2B5EF4-FFF2-40B4-BE49-F238E27FC236}">
                <a16:creationId xmlns:a16="http://schemas.microsoft.com/office/drawing/2014/main" id="{196AC6B3-BEF7-4AC1-B382-8629A826F086}"/>
              </a:ext>
            </a:extLst>
          </p:cNvPr>
          <p:cNvSpPr/>
          <p:nvPr/>
        </p:nvSpPr>
        <p:spPr>
          <a:xfrm>
            <a:off x="5421059" y="3116875"/>
            <a:ext cx="1408962" cy="216024"/>
          </a:xfrm>
          <a:prstGeom prst="rect">
            <a:avLst/>
          </a:prstGeom>
          <a:solidFill>
            <a:srgbClr val="C00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dirty="0">
                <a:solidFill>
                  <a:schemeClr val="bg1"/>
                </a:solidFill>
              </a:rPr>
              <a:t>Me9 Market </a:t>
            </a:r>
            <a:r>
              <a:rPr lang="ko-KR" altLang="en-US" sz="900" dirty="0">
                <a:solidFill>
                  <a:schemeClr val="bg1"/>
                </a:solidFill>
              </a:rPr>
              <a:t>바로가기</a:t>
            </a:r>
          </a:p>
        </p:txBody>
      </p:sp>
      <p:graphicFrame>
        <p:nvGraphicFramePr>
          <p:cNvPr id="64" name="표 63">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3402641546"/>
              </p:ext>
            </p:extLst>
          </p:nvPr>
        </p:nvGraphicFramePr>
        <p:xfrm>
          <a:off x="10171774" y="22159"/>
          <a:ext cx="1979018" cy="239371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RF-03-01-02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접속화면</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로그인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회원의 </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아이디 </a:t>
                      </a:r>
                      <a:r>
                        <a:rPr lang="en-US" altLang="ko-KR" sz="800" b="0" dirty="0">
                          <a:solidFill>
                            <a:schemeClr val="tx1"/>
                          </a:solidFill>
                        </a:rPr>
                        <a:t>/ </a:t>
                      </a:r>
                      <a:r>
                        <a:rPr lang="ko-KR" altLang="en-US" sz="800" b="0" dirty="0">
                          <a:solidFill>
                            <a:schemeClr val="tx1"/>
                          </a:solidFill>
                        </a:rPr>
                        <a:t>패스워드 영역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간편회원 로그인 </a:t>
                      </a:r>
                      <a:endParaRPr lang="en-US" altLang="ko-KR" sz="800" b="0" dirty="0">
                        <a:solidFill>
                          <a:schemeClr val="tx1"/>
                        </a:solidFill>
                      </a:endParaRPr>
                    </a:p>
                    <a:p>
                      <a:pPr algn="l" latinLnBrk="1"/>
                      <a:endParaRPr lang="en-US" altLang="ko-KR" sz="800" b="0" dirty="0">
                        <a:solidFill>
                          <a:schemeClr val="tx1"/>
                        </a:solidFill>
                      </a:endParaRPr>
                    </a:p>
                    <a:p>
                      <a:pPr algn="l" latinLnBrk="1"/>
                      <a:r>
                        <a:rPr lang="ko-KR" altLang="en-US" sz="800" b="0" dirty="0">
                          <a:solidFill>
                            <a:schemeClr val="tx1"/>
                          </a:solidFill>
                        </a:rPr>
                        <a:t>로그인 정보가 없는 경우 </a:t>
                      </a:r>
                      <a:endParaRPr lang="en-US" altLang="ko-KR" sz="800" b="0" dirty="0">
                        <a:solidFill>
                          <a:schemeClr val="tx1"/>
                        </a:solidFill>
                      </a:endParaRPr>
                    </a:p>
                    <a:p>
                      <a:pPr algn="l" latinLnBrk="1"/>
                      <a:r>
                        <a:rPr lang="ko-KR" altLang="en-US" sz="800" b="0" dirty="0">
                          <a:solidFill>
                            <a:schemeClr val="tx1"/>
                          </a:solidFill>
                        </a:rPr>
                        <a:t>간편로그인이 진행되면서 간편회원가입으로 진행된다</a:t>
                      </a:r>
                      <a:r>
                        <a:rPr lang="en-US" altLang="ko-KR" sz="800" b="0" dirty="0">
                          <a:solidFill>
                            <a:schemeClr val="tx1"/>
                          </a:solidFill>
                        </a:rPr>
                        <a:t>. </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-&gt; </a:t>
                      </a:r>
                      <a:r>
                        <a:rPr lang="en-US" altLang="ko-KR" sz="800" dirty="0"/>
                        <a:t>RF-03-02-01</a:t>
                      </a:r>
                      <a:r>
                        <a:rPr lang="en-US" altLang="ko-KR" sz="800" b="0" dirty="0">
                          <a:solidFill>
                            <a:schemeClr val="tx1"/>
                          </a:solidFill>
                        </a:rPr>
                        <a:t> </a:t>
                      </a:r>
                      <a:r>
                        <a:rPr lang="ko-KR" altLang="en-US" sz="800" b="0" dirty="0">
                          <a:solidFill>
                            <a:schemeClr val="tx1"/>
                          </a:solidFill>
                        </a:rPr>
                        <a:t>로 이동하여 추가정보와 가입동의를 진행</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bl>
          </a:graphicData>
        </a:graphic>
      </p:graphicFrame>
    </p:spTree>
    <p:extLst>
      <p:ext uri="{BB962C8B-B14F-4D97-AF65-F5344CB8AC3E}">
        <p14:creationId xmlns:p14="http://schemas.microsoft.com/office/powerpoint/2010/main" val="1768176569"/>
      </p:ext>
    </p:extLst>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표 6">
            <a:extLst>
              <a:ext uri="{FF2B5EF4-FFF2-40B4-BE49-F238E27FC236}">
                <a16:creationId xmlns:a16="http://schemas.microsoft.com/office/drawing/2014/main" id="{006DEAEE-D1F2-4337-9E0B-0206BD6A7B3B}"/>
              </a:ext>
            </a:extLst>
          </p:cNvPr>
          <p:cNvGraphicFramePr>
            <a:graphicFrameLocks noGrp="1"/>
          </p:cNvGraphicFramePr>
          <p:nvPr>
            <p:extLst>
              <p:ext uri="{D42A27DB-BD31-4B8C-83A1-F6EECF244321}">
                <p14:modId xmlns:p14="http://schemas.microsoft.com/office/powerpoint/2010/main" val="745288598"/>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latinLnBrk="1"/>
                      <a:r>
                        <a:rPr lang="ko-KR" altLang="en-US" sz="1800" b="1" dirty="0">
                          <a:solidFill>
                            <a:schemeClr val="tx1"/>
                          </a:solidFill>
                        </a:rPr>
                        <a:t>●  간편회원 가입절차</a:t>
                      </a: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3223366862"/>
      </p:ext>
    </p:extLst>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직사각형 31">
            <a:extLst>
              <a:ext uri="{FF2B5EF4-FFF2-40B4-BE49-F238E27FC236}">
                <a16:creationId xmlns:a16="http://schemas.microsoft.com/office/drawing/2014/main" id="{566C0D55-CC59-4346-A0FF-E58E3590E7D5}"/>
              </a:ext>
            </a:extLst>
          </p:cNvPr>
          <p:cNvSpPr/>
          <p:nvPr/>
        </p:nvSpPr>
        <p:spPr>
          <a:xfrm>
            <a:off x="81828" y="80893"/>
            <a:ext cx="9897533" cy="6451600"/>
          </a:xfrm>
          <a:prstGeom prst="rect">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4" name="TextBox 63">
            <a:extLst>
              <a:ext uri="{FF2B5EF4-FFF2-40B4-BE49-F238E27FC236}">
                <a16:creationId xmlns:a16="http://schemas.microsoft.com/office/drawing/2014/main" id="{90500932-F5E1-48E0-A8EB-8D616B5628BF}"/>
              </a:ext>
            </a:extLst>
          </p:cNvPr>
          <p:cNvSpPr txBox="1"/>
          <p:nvPr/>
        </p:nvSpPr>
        <p:spPr>
          <a:xfrm>
            <a:off x="1672260" y="1515011"/>
            <a:ext cx="939681"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 </a:t>
            </a:r>
            <a:r>
              <a:rPr lang="ko-KR" altLang="en-US" sz="800" b="1" dirty="0"/>
              <a:t>회원정보입력</a:t>
            </a:r>
          </a:p>
        </p:txBody>
      </p:sp>
      <p:graphicFrame>
        <p:nvGraphicFramePr>
          <p:cNvPr id="65" name="표 64">
            <a:extLst>
              <a:ext uri="{FF2B5EF4-FFF2-40B4-BE49-F238E27FC236}">
                <a16:creationId xmlns:a16="http://schemas.microsoft.com/office/drawing/2014/main" id="{887D58A4-8B8B-40CA-AE31-794FA7A8D75A}"/>
              </a:ext>
            </a:extLst>
          </p:cNvPr>
          <p:cNvGraphicFramePr>
            <a:graphicFrameLocks noGrp="1"/>
          </p:cNvGraphicFramePr>
          <p:nvPr>
            <p:extLst>
              <p:ext uri="{D42A27DB-BD31-4B8C-83A1-F6EECF244321}">
                <p14:modId xmlns:p14="http://schemas.microsoft.com/office/powerpoint/2010/main" val="4015794712"/>
              </p:ext>
            </p:extLst>
          </p:nvPr>
        </p:nvGraphicFramePr>
        <p:xfrm>
          <a:off x="1752654" y="1770534"/>
          <a:ext cx="6768756" cy="640080"/>
        </p:xfrm>
        <a:graphic>
          <a:graphicData uri="http://schemas.openxmlformats.org/drawingml/2006/table">
            <a:tbl>
              <a:tblPr firstRow="1" bandRow="1">
                <a:tableStyleId>{5C22544A-7EE6-4342-B048-85BDC9FD1C3A}</a:tableStyleId>
              </a:tblPr>
              <a:tblGrid>
                <a:gridCol w="1210679">
                  <a:extLst>
                    <a:ext uri="{9D8B030D-6E8A-4147-A177-3AD203B41FA5}">
                      <a16:colId xmlns:a16="http://schemas.microsoft.com/office/drawing/2014/main" val="20000"/>
                    </a:ext>
                  </a:extLst>
                </a:gridCol>
                <a:gridCol w="2175934">
                  <a:extLst>
                    <a:ext uri="{9D8B030D-6E8A-4147-A177-3AD203B41FA5}">
                      <a16:colId xmlns:a16="http://schemas.microsoft.com/office/drawing/2014/main" val="20001"/>
                    </a:ext>
                  </a:extLst>
                </a:gridCol>
                <a:gridCol w="1058333">
                  <a:extLst>
                    <a:ext uri="{9D8B030D-6E8A-4147-A177-3AD203B41FA5}">
                      <a16:colId xmlns:a16="http://schemas.microsoft.com/office/drawing/2014/main" val="1361845016"/>
                    </a:ext>
                  </a:extLst>
                </a:gridCol>
                <a:gridCol w="2323810">
                  <a:extLst>
                    <a:ext uri="{9D8B030D-6E8A-4147-A177-3AD203B41FA5}">
                      <a16:colId xmlns:a16="http://schemas.microsoft.com/office/drawing/2014/main" val="2181249737"/>
                    </a:ext>
                  </a:extLst>
                </a:gridCol>
              </a:tblGrid>
              <a:tr h="0">
                <a:tc>
                  <a:txBody>
                    <a:bodyPr/>
                    <a:lstStyle/>
                    <a:p>
                      <a:pPr latinLnBrk="1"/>
                      <a:r>
                        <a:rPr lang="ko-KR" altLang="en-US" sz="800" b="0" dirty="0">
                          <a:solidFill>
                            <a:schemeClr val="tx1"/>
                          </a:solidFill>
                        </a:rPr>
                        <a:t>가입경로</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Naver</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회원번호</a:t>
                      </a:r>
                      <a:endParaRPr lang="en-US" altLang="ko-KR"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M9-09909</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472109241"/>
                  </a:ext>
                </a:extLst>
              </a:tr>
              <a:tr h="0">
                <a:tc>
                  <a:txBody>
                    <a:bodyPr/>
                    <a:lstStyle/>
                    <a:p>
                      <a:pPr latinLnBrk="1"/>
                      <a:r>
                        <a:rPr lang="en-US" altLang="ko-KR" sz="800" b="0" dirty="0">
                          <a:solidFill>
                            <a:schemeClr val="tx1"/>
                          </a:solidFill>
                        </a:rPr>
                        <a:t>* </a:t>
                      </a:r>
                      <a:r>
                        <a:rPr lang="ko-KR" altLang="en-US" sz="800" b="0" dirty="0">
                          <a:solidFill>
                            <a:schemeClr val="tx1"/>
                          </a:solidFill>
                        </a:rPr>
                        <a:t>이름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성별</a:t>
                      </a:r>
                      <a:endParaRPr lang="en-US" altLang="ko-KR"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 남성  ○ 여성 </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이메일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abcde1234@naver.com</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66" name="직사각형 65">
            <a:extLst>
              <a:ext uri="{FF2B5EF4-FFF2-40B4-BE49-F238E27FC236}">
                <a16:creationId xmlns:a16="http://schemas.microsoft.com/office/drawing/2014/main" id="{17500B7D-14FC-4DEB-9988-3B41BD97CC71}"/>
              </a:ext>
            </a:extLst>
          </p:cNvPr>
          <p:cNvSpPr/>
          <p:nvPr/>
        </p:nvSpPr>
        <p:spPr>
          <a:xfrm>
            <a:off x="1752657" y="2914275"/>
            <a:ext cx="6768752" cy="283535"/>
          </a:xfrm>
          <a:prstGeom prst="rect">
            <a:avLst/>
          </a:prstGeom>
          <a:solidFill>
            <a:schemeClr val="bg1"/>
          </a:solidFill>
          <a:ln w="6350">
            <a:solidFill>
              <a:schemeClr val="bg1">
                <a:lumMod val="6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solidFill>
                <a:srgbClr val="FF0000"/>
              </a:solidFill>
            </a:endParaRPr>
          </a:p>
        </p:txBody>
      </p:sp>
      <p:sp>
        <p:nvSpPr>
          <p:cNvPr id="67" name="TextBox 66">
            <a:extLst>
              <a:ext uri="{FF2B5EF4-FFF2-40B4-BE49-F238E27FC236}">
                <a16:creationId xmlns:a16="http://schemas.microsoft.com/office/drawing/2014/main" id="{BF9D774F-65E2-4323-B6DB-5B9D22DF6C10}"/>
              </a:ext>
            </a:extLst>
          </p:cNvPr>
          <p:cNvSpPr txBox="1"/>
          <p:nvPr/>
        </p:nvSpPr>
        <p:spPr>
          <a:xfrm>
            <a:off x="1672260" y="2697670"/>
            <a:ext cx="1292341" cy="215444"/>
          </a:xfrm>
          <a:prstGeom prst="rect">
            <a:avLst/>
          </a:prstGeom>
          <a:noFill/>
        </p:spPr>
        <p:txBody>
          <a:bodyPr wrap="none" rtlCol="0">
            <a:spAutoFit/>
          </a:bodyPr>
          <a:lstStyle/>
          <a:p>
            <a:r>
              <a:rPr lang="ko-KR" altLang="en-US" sz="800" dirty="0">
                <a:latin typeface="맑은 고딕" panose="020B0503020000020004" pitchFamily="50" charset="-127"/>
              </a:rPr>
              <a:t>□ </a:t>
            </a:r>
            <a:r>
              <a:rPr lang="ko-KR" altLang="en-US" sz="800" b="1" dirty="0">
                <a:latin typeface="맑은 고딕" panose="020B0503020000020004" pitchFamily="50" charset="-127"/>
              </a:rPr>
              <a:t>이용약관 동의 </a:t>
            </a:r>
            <a:r>
              <a:rPr lang="en-US" altLang="ko-KR" sz="800" b="1" dirty="0">
                <a:latin typeface="맑은 고딕" panose="020B0503020000020004" pitchFamily="50" charset="-127"/>
              </a:rPr>
              <a:t>(</a:t>
            </a:r>
            <a:r>
              <a:rPr lang="ko-KR" altLang="en-US" sz="800" b="1" dirty="0">
                <a:latin typeface="맑은 고딕" panose="020B0503020000020004" pitchFamily="50" charset="-127"/>
              </a:rPr>
              <a:t>필수</a:t>
            </a:r>
            <a:r>
              <a:rPr lang="en-US" altLang="ko-KR" sz="800" b="1" dirty="0">
                <a:latin typeface="맑은 고딕" panose="020B0503020000020004" pitchFamily="50" charset="-127"/>
              </a:rPr>
              <a:t>)</a:t>
            </a:r>
            <a:endParaRPr lang="ko-KR" altLang="en-US" sz="800" b="1" dirty="0"/>
          </a:p>
        </p:txBody>
      </p:sp>
      <p:sp>
        <p:nvSpPr>
          <p:cNvPr id="68" name="직사각형 67">
            <a:extLst>
              <a:ext uri="{FF2B5EF4-FFF2-40B4-BE49-F238E27FC236}">
                <a16:creationId xmlns:a16="http://schemas.microsoft.com/office/drawing/2014/main" id="{6999485D-BBA7-4CA4-B146-8887F38D8901}"/>
              </a:ext>
            </a:extLst>
          </p:cNvPr>
          <p:cNvSpPr/>
          <p:nvPr/>
        </p:nvSpPr>
        <p:spPr>
          <a:xfrm>
            <a:off x="1752657" y="3414415"/>
            <a:ext cx="6768752" cy="283535"/>
          </a:xfrm>
          <a:prstGeom prst="rect">
            <a:avLst/>
          </a:prstGeom>
          <a:solidFill>
            <a:schemeClr val="bg1"/>
          </a:solidFill>
          <a:ln w="6350">
            <a:solidFill>
              <a:schemeClr val="bg1">
                <a:lumMod val="6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solidFill>
                <a:srgbClr val="FF0000"/>
              </a:solidFill>
            </a:endParaRPr>
          </a:p>
        </p:txBody>
      </p:sp>
      <p:sp>
        <p:nvSpPr>
          <p:cNvPr id="69" name="직사각형 68">
            <a:extLst>
              <a:ext uri="{FF2B5EF4-FFF2-40B4-BE49-F238E27FC236}">
                <a16:creationId xmlns:a16="http://schemas.microsoft.com/office/drawing/2014/main" id="{F565D824-0328-46A3-B23E-24D5063D2508}"/>
              </a:ext>
            </a:extLst>
          </p:cNvPr>
          <p:cNvSpPr/>
          <p:nvPr/>
        </p:nvSpPr>
        <p:spPr>
          <a:xfrm>
            <a:off x="1752657" y="3926623"/>
            <a:ext cx="6768752" cy="283535"/>
          </a:xfrm>
          <a:prstGeom prst="rect">
            <a:avLst/>
          </a:prstGeom>
          <a:solidFill>
            <a:schemeClr val="bg1"/>
          </a:solidFill>
          <a:ln w="6350">
            <a:solidFill>
              <a:schemeClr val="bg1">
                <a:lumMod val="6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solidFill>
                <a:srgbClr val="FF0000"/>
              </a:solidFill>
            </a:endParaRPr>
          </a:p>
        </p:txBody>
      </p:sp>
      <p:sp>
        <p:nvSpPr>
          <p:cNvPr id="70" name="TextBox 69">
            <a:extLst>
              <a:ext uri="{FF2B5EF4-FFF2-40B4-BE49-F238E27FC236}">
                <a16:creationId xmlns:a16="http://schemas.microsoft.com/office/drawing/2014/main" id="{F347AA04-FBB0-4850-A1FB-3726A53F6249}"/>
              </a:ext>
            </a:extLst>
          </p:cNvPr>
          <p:cNvSpPr txBox="1"/>
          <p:nvPr/>
        </p:nvSpPr>
        <p:spPr>
          <a:xfrm>
            <a:off x="1695161" y="3710018"/>
            <a:ext cx="1593706" cy="215444"/>
          </a:xfrm>
          <a:prstGeom prst="rect">
            <a:avLst/>
          </a:prstGeom>
          <a:noFill/>
        </p:spPr>
        <p:txBody>
          <a:bodyPr wrap="none" rtlCol="0">
            <a:spAutoFit/>
          </a:bodyPr>
          <a:lstStyle/>
          <a:p>
            <a:r>
              <a:rPr lang="ko-KR" altLang="en-US" sz="800" dirty="0">
                <a:latin typeface="맑은 고딕" panose="020B0503020000020004" pitchFamily="50" charset="-127"/>
              </a:rPr>
              <a:t>□ </a:t>
            </a:r>
            <a:r>
              <a:rPr lang="ko-KR" altLang="en-US" sz="800" b="1" dirty="0">
                <a:latin typeface="맑은 고딕" panose="020B0503020000020004" pitchFamily="50" charset="-127"/>
              </a:rPr>
              <a:t>제</a:t>
            </a:r>
            <a:r>
              <a:rPr lang="en-US" altLang="ko-KR" sz="800" b="1" dirty="0">
                <a:latin typeface="맑은 고딕" panose="020B0503020000020004" pitchFamily="50" charset="-127"/>
              </a:rPr>
              <a:t>3</a:t>
            </a:r>
            <a:r>
              <a:rPr lang="ko-KR" altLang="en-US" sz="800" b="1" dirty="0">
                <a:latin typeface="맑은 고딕" panose="020B0503020000020004" pitchFamily="50" charset="-127"/>
              </a:rPr>
              <a:t>자 정보제공 동의</a:t>
            </a:r>
            <a:r>
              <a:rPr lang="en-US" altLang="ko-KR" sz="800" b="1" dirty="0">
                <a:latin typeface="맑은 고딕" panose="020B0503020000020004" pitchFamily="50" charset="-127"/>
              </a:rPr>
              <a:t> (</a:t>
            </a:r>
            <a:r>
              <a:rPr lang="ko-KR" altLang="en-US" sz="800" b="1" dirty="0">
                <a:latin typeface="맑은 고딕" panose="020B0503020000020004" pitchFamily="50" charset="-127"/>
              </a:rPr>
              <a:t>필수</a:t>
            </a:r>
            <a:r>
              <a:rPr lang="en-US" altLang="ko-KR" sz="800" b="1" dirty="0">
                <a:latin typeface="맑은 고딕" panose="020B0503020000020004" pitchFamily="50" charset="-127"/>
              </a:rPr>
              <a:t>)</a:t>
            </a:r>
            <a:endParaRPr lang="ko-KR" altLang="en-US" sz="800" b="1" dirty="0"/>
          </a:p>
        </p:txBody>
      </p:sp>
      <p:sp>
        <p:nvSpPr>
          <p:cNvPr id="71" name="직사각형 70">
            <a:extLst>
              <a:ext uri="{FF2B5EF4-FFF2-40B4-BE49-F238E27FC236}">
                <a16:creationId xmlns:a16="http://schemas.microsoft.com/office/drawing/2014/main" id="{6730B22B-B885-441A-8763-7CE9AA76286F}"/>
              </a:ext>
            </a:extLst>
          </p:cNvPr>
          <p:cNvSpPr/>
          <p:nvPr/>
        </p:nvSpPr>
        <p:spPr>
          <a:xfrm>
            <a:off x="1752657" y="4431660"/>
            <a:ext cx="6768752" cy="283535"/>
          </a:xfrm>
          <a:prstGeom prst="rect">
            <a:avLst/>
          </a:prstGeom>
          <a:solidFill>
            <a:schemeClr val="bg1"/>
          </a:solidFill>
          <a:ln w="6350">
            <a:solidFill>
              <a:schemeClr val="bg1">
                <a:lumMod val="6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solidFill>
                <a:srgbClr val="FF0000"/>
              </a:solidFill>
            </a:endParaRPr>
          </a:p>
        </p:txBody>
      </p:sp>
      <p:sp>
        <p:nvSpPr>
          <p:cNvPr id="72" name="TextBox 71">
            <a:extLst>
              <a:ext uri="{FF2B5EF4-FFF2-40B4-BE49-F238E27FC236}">
                <a16:creationId xmlns:a16="http://schemas.microsoft.com/office/drawing/2014/main" id="{7A5380F7-0E07-4AB0-A871-23449F10C072}"/>
              </a:ext>
            </a:extLst>
          </p:cNvPr>
          <p:cNvSpPr txBox="1"/>
          <p:nvPr/>
        </p:nvSpPr>
        <p:spPr>
          <a:xfrm>
            <a:off x="1695161" y="4215055"/>
            <a:ext cx="1394934" cy="215444"/>
          </a:xfrm>
          <a:prstGeom prst="rect">
            <a:avLst/>
          </a:prstGeom>
          <a:noFill/>
        </p:spPr>
        <p:txBody>
          <a:bodyPr wrap="none" rtlCol="0">
            <a:spAutoFit/>
          </a:bodyPr>
          <a:lstStyle/>
          <a:p>
            <a:r>
              <a:rPr lang="ko-KR" altLang="en-US" sz="800" dirty="0">
                <a:latin typeface="맑은 고딕" panose="020B0503020000020004" pitchFamily="50" charset="-127"/>
              </a:rPr>
              <a:t>□ </a:t>
            </a:r>
            <a:r>
              <a:rPr lang="ko-KR" altLang="en-US" sz="800" b="1" dirty="0">
                <a:latin typeface="맑은 고딕" panose="020B0503020000020004" pitchFamily="50" charset="-127"/>
              </a:rPr>
              <a:t>마케팅 활용동의 </a:t>
            </a:r>
            <a:r>
              <a:rPr lang="en-US" altLang="ko-KR" sz="800" b="1" dirty="0">
                <a:latin typeface="맑은 고딕" panose="020B0503020000020004" pitchFamily="50" charset="-127"/>
              </a:rPr>
              <a:t>(</a:t>
            </a:r>
            <a:r>
              <a:rPr lang="ko-KR" altLang="en-US" sz="800" b="1" dirty="0">
                <a:latin typeface="맑은 고딕" panose="020B0503020000020004" pitchFamily="50" charset="-127"/>
              </a:rPr>
              <a:t>선택</a:t>
            </a:r>
            <a:r>
              <a:rPr lang="en-US" altLang="ko-KR" sz="800" b="1" dirty="0">
                <a:latin typeface="맑은 고딕" panose="020B0503020000020004" pitchFamily="50" charset="-127"/>
              </a:rPr>
              <a:t>)</a:t>
            </a:r>
            <a:endParaRPr lang="ko-KR" altLang="en-US" sz="800" b="1" dirty="0"/>
          </a:p>
        </p:txBody>
      </p:sp>
      <p:sp>
        <p:nvSpPr>
          <p:cNvPr id="73" name="직사각형 72">
            <a:extLst>
              <a:ext uri="{FF2B5EF4-FFF2-40B4-BE49-F238E27FC236}">
                <a16:creationId xmlns:a16="http://schemas.microsoft.com/office/drawing/2014/main" id="{6DE450AD-9CEC-46CD-8FAF-2B26C6AE477F}"/>
              </a:ext>
            </a:extLst>
          </p:cNvPr>
          <p:cNvSpPr/>
          <p:nvPr/>
        </p:nvSpPr>
        <p:spPr>
          <a:xfrm>
            <a:off x="1752657" y="4968188"/>
            <a:ext cx="6768752" cy="283535"/>
          </a:xfrm>
          <a:prstGeom prst="rect">
            <a:avLst/>
          </a:prstGeom>
          <a:solidFill>
            <a:schemeClr val="bg1"/>
          </a:solidFill>
          <a:ln w="6350">
            <a:solidFill>
              <a:schemeClr val="bg1">
                <a:lumMod val="6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solidFill>
                <a:srgbClr val="FF0000"/>
              </a:solidFill>
            </a:endParaRPr>
          </a:p>
        </p:txBody>
      </p:sp>
      <p:sp>
        <p:nvSpPr>
          <p:cNvPr id="74" name="TextBox 73">
            <a:extLst>
              <a:ext uri="{FF2B5EF4-FFF2-40B4-BE49-F238E27FC236}">
                <a16:creationId xmlns:a16="http://schemas.microsoft.com/office/drawing/2014/main" id="{B0AFCF9A-6CCD-43BD-A1C9-DE9E23DCE9A7}"/>
              </a:ext>
            </a:extLst>
          </p:cNvPr>
          <p:cNvSpPr txBox="1"/>
          <p:nvPr/>
        </p:nvSpPr>
        <p:spPr>
          <a:xfrm>
            <a:off x="1695161" y="4751583"/>
            <a:ext cx="1497526" cy="215444"/>
          </a:xfrm>
          <a:prstGeom prst="rect">
            <a:avLst/>
          </a:prstGeom>
          <a:noFill/>
        </p:spPr>
        <p:txBody>
          <a:bodyPr wrap="none" rtlCol="0">
            <a:spAutoFit/>
          </a:bodyPr>
          <a:lstStyle/>
          <a:p>
            <a:r>
              <a:rPr lang="ko-KR" altLang="en-US" sz="800" dirty="0">
                <a:latin typeface="맑은 고딕" panose="020B0503020000020004" pitchFamily="50" charset="-127"/>
              </a:rPr>
              <a:t>□ </a:t>
            </a:r>
            <a:r>
              <a:rPr lang="ko-KR" altLang="en-US" sz="800" b="1" dirty="0" err="1">
                <a:latin typeface="맑은 고딕" panose="020B0503020000020004" pitchFamily="50" charset="-127"/>
              </a:rPr>
              <a:t>알림정보</a:t>
            </a:r>
            <a:r>
              <a:rPr lang="ko-KR" altLang="en-US" sz="800" b="1" dirty="0">
                <a:latin typeface="맑은 고딕" panose="020B0503020000020004" pitchFamily="50" charset="-127"/>
              </a:rPr>
              <a:t> 수신동의 </a:t>
            </a:r>
            <a:r>
              <a:rPr lang="en-US" altLang="ko-KR" sz="800" b="1" dirty="0">
                <a:latin typeface="맑은 고딕" panose="020B0503020000020004" pitchFamily="50" charset="-127"/>
              </a:rPr>
              <a:t>(</a:t>
            </a:r>
            <a:r>
              <a:rPr lang="ko-KR" altLang="en-US" sz="800" b="1" dirty="0">
                <a:latin typeface="맑은 고딕" panose="020B0503020000020004" pitchFamily="50" charset="-127"/>
              </a:rPr>
              <a:t>선택</a:t>
            </a:r>
            <a:r>
              <a:rPr lang="en-US" altLang="ko-KR" sz="800" b="1" dirty="0">
                <a:latin typeface="맑은 고딕" panose="020B0503020000020004" pitchFamily="50" charset="-127"/>
              </a:rPr>
              <a:t>)</a:t>
            </a:r>
            <a:endParaRPr lang="ko-KR" altLang="en-US" sz="800" b="1" dirty="0"/>
          </a:p>
        </p:txBody>
      </p:sp>
      <p:sp>
        <p:nvSpPr>
          <p:cNvPr id="75" name="TextBox 74">
            <a:extLst>
              <a:ext uri="{FF2B5EF4-FFF2-40B4-BE49-F238E27FC236}">
                <a16:creationId xmlns:a16="http://schemas.microsoft.com/office/drawing/2014/main" id="{BC6F7B08-2D03-466F-8456-A9218B5EE298}"/>
              </a:ext>
            </a:extLst>
          </p:cNvPr>
          <p:cNvSpPr txBox="1"/>
          <p:nvPr/>
        </p:nvSpPr>
        <p:spPr>
          <a:xfrm>
            <a:off x="1695161" y="3198971"/>
            <a:ext cx="2260555" cy="215444"/>
          </a:xfrm>
          <a:prstGeom prst="rect">
            <a:avLst/>
          </a:prstGeom>
          <a:noFill/>
        </p:spPr>
        <p:txBody>
          <a:bodyPr wrap="none" rtlCol="0">
            <a:spAutoFit/>
          </a:bodyPr>
          <a:lstStyle/>
          <a:p>
            <a:r>
              <a:rPr lang="ko-KR" altLang="en-US" sz="800" dirty="0">
                <a:latin typeface="맑은 고딕" panose="020B0503020000020004" pitchFamily="50" charset="-127"/>
              </a:rPr>
              <a:t>□ </a:t>
            </a:r>
            <a:r>
              <a:rPr lang="ko-KR" altLang="en-US" sz="800" b="1" dirty="0"/>
              <a:t>개인정보 수집 및 이용에 관한 안내</a:t>
            </a:r>
            <a:r>
              <a:rPr lang="en-US" altLang="ko-KR" sz="800" b="1" dirty="0">
                <a:latin typeface="맑은 고딕" panose="020B0503020000020004" pitchFamily="50" charset="-127"/>
              </a:rPr>
              <a:t> (</a:t>
            </a:r>
            <a:r>
              <a:rPr lang="ko-KR" altLang="en-US" sz="800" b="1" dirty="0">
                <a:latin typeface="맑은 고딕" panose="020B0503020000020004" pitchFamily="50" charset="-127"/>
              </a:rPr>
              <a:t>필수</a:t>
            </a:r>
            <a:r>
              <a:rPr lang="en-US" altLang="ko-KR" sz="800" b="1" dirty="0">
                <a:latin typeface="맑은 고딕" panose="020B0503020000020004" pitchFamily="50" charset="-127"/>
              </a:rPr>
              <a:t>)</a:t>
            </a:r>
            <a:endParaRPr lang="ko-KR" altLang="en-US" sz="800" b="1" dirty="0"/>
          </a:p>
        </p:txBody>
      </p:sp>
      <p:sp>
        <p:nvSpPr>
          <p:cNvPr id="76" name="TextBox 75">
            <a:extLst>
              <a:ext uri="{FF2B5EF4-FFF2-40B4-BE49-F238E27FC236}">
                <a16:creationId xmlns:a16="http://schemas.microsoft.com/office/drawing/2014/main" id="{F83F0E51-B3A6-481B-B046-029B9981ADB3}"/>
              </a:ext>
            </a:extLst>
          </p:cNvPr>
          <p:cNvSpPr txBox="1"/>
          <p:nvPr/>
        </p:nvSpPr>
        <p:spPr>
          <a:xfrm>
            <a:off x="1672260" y="5396994"/>
            <a:ext cx="1013419" cy="215444"/>
          </a:xfrm>
          <a:prstGeom prst="rect">
            <a:avLst/>
          </a:prstGeom>
          <a:noFill/>
        </p:spPr>
        <p:txBody>
          <a:bodyPr wrap="none" rtlCol="0">
            <a:spAutoFit/>
          </a:bodyPr>
          <a:lstStyle/>
          <a:p>
            <a:r>
              <a:rPr lang="ko-KR" altLang="en-US" sz="800" dirty="0">
                <a:latin typeface="맑은 고딕" panose="020B0503020000020004" pitchFamily="50" charset="-127"/>
              </a:rPr>
              <a:t>□ </a:t>
            </a:r>
            <a:r>
              <a:rPr lang="ko-KR" altLang="en-US" sz="800" b="1" dirty="0">
                <a:latin typeface="맑은 고딕" panose="020B0503020000020004" pitchFamily="50" charset="-127"/>
              </a:rPr>
              <a:t>전체 약관 동의</a:t>
            </a:r>
            <a:endParaRPr lang="ko-KR" altLang="en-US" sz="800" b="1" dirty="0"/>
          </a:p>
        </p:txBody>
      </p:sp>
      <p:sp>
        <p:nvSpPr>
          <p:cNvPr id="77" name="직사각형 76">
            <a:extLst>
              <a:ext uri="{FF2B5EF4-FFF2-40B4-BE49-F238E27FC236}">
                <a16:creationId xmlns:a16="http://schemas.microsoft.com/office/drawing/2014/main" id="{A574412E-831F-494C-8049-1C2350CFC2FE}"/>
              </a:ext>
            </a:extLst>
          </p:cNvPr>
          <p:cNvSpPr/>
          <p:nvPr/>
        </p:nvSpPr>
        <p:spPr>
          <a:xfrm>
            <a:off x="4468599" y="5764867"/>
            <a:ext cx="1558215" cy="313683"/>
          </a:xfrm>
          <a:prstGeom prst="rect">
            <a:avLst/>
          </a:prstGeom>
          <a:solidFill>
            <a:schemeClr val="tx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a:solidFill>
                  <a:schemeClr val="bg1"/>
                </a:solidFill>
              </a:rPr>
              <a:t>가입완료</a:t>
            </a:r>
            <a:endParaRPr lang="ko-KR" altLang="en-US" sz="900" dirty="0">
              <a:solidFill>
                <a:schemeClr val="bg1"/>
              </a:solidFill>
            </a:endParaRPr>
          </a:p>
        </p:txBody>
      </p:sp>
      <p:sp>
        <p:nvSpPr>
          <p:cNvPr id="78" name="직사각형 77">
            <a:extLst>
              <a:ext uri="{FF2B5EF4-FFF2-40B4-BE49-F238E27FC236}">
                <a16:creationId xmlns:a16="http://schemas.microsoft.com/office/drawing/2014/main" id="{CA03BFD8-7439-4FCC-BB8D-A537112D2B36}"/>
              </a:ext>
            </a:extLst>
          </p:cNvPr>
          <p:cNvSpPr/>
          <p:nvPr/>
        </p:nvSpPr>
        <p:spPr>
          <a:xfrm>
            <a:off x="3026052" y="2009144"/>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a:solidFill>
                  <a:schemeClr val="tx1"/>
                </a:solidFill>
              </a:rPr>
              <a:t>아무개</a:t>
            </a:r>
            <a:endParaRPr lang="en-US" altLang="ko-KR" sz="800" dirty="0">
              <a:solidFill>
                <a:schemeClr val="tx1"/>
              </a:solidFill>
            </a:endParaRPr>
          </a:p>
        </p:txBody>
      </p:sp>
      <p:grpSp>
        <p:nvGrpSpPr>
          <p:cNvPr id="79" name="그룹 78">
            <a:extLst>
              <a:ext uri="{FF2B5EF4-FFF2-40B4-BE49-F238E27FC236}">
                <a16:creationId xmlns:a16="http://schemas.microsoft.com/office/drawing/2014/main" id="{2471CE1B-6B52-4AF4-A5E5-58E037523090}"/>
              </a:ext>
            </a:extLst>
          </p:cNvPr>
          <p:cNvGrpSpPr/>
          <p:nvPr/>
        </p:nvGrpSpPr>
        <p:grpSpPr>
          <a:xfrm>
            <a:off x="2853540" y="732025"/>
            <a:ext cx="2177055" cy="513649"/>
            <a:chOff x="2843808" y="1955121"/>
            <a:chExt cx="1674813" cy="596970"/>
          </a:xfrm>
          <a:solidFill>
            <a:schemeClr val="bg1">
              <a:lumMod val="95000"/>
            </a:schemeClr>
          </a:solidFill>
        </p:grpSpPr>
        <p:sp>
          <p:nvSpPr>
            <p:cNvPr id="80" name="Border">
              <a:extLst>
                <a:ext uri="{FF2B5EF4-FFF2-40B4-BE49-F238E27FC236}">
                  <a16:creationId xmlns:a16="http://schemas.microsoft.com/office/drawing/2014/main" id="{4E9652EF-9DBA-4033-A17D-8EDDC20B3E6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1" name="Line 2">
              <a:extLst>
                <a:ext uri="{FF2B5EF4-FFF2-40B4-BE49-F238E27FC236}">
                  <a16:creationId xmlns:a16="http://schemas.microsoft.com/office/drawing/2014/main" id="{C460631C-D2D2-476E-A67E-8CCF741E292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2" name="Line 1">
              <a:extLst>
                <a:ext uri="{FF2B5EF4-FFF2-40B4-BE49-F238E27FC236}">
                  <a16:creationId xmlns:a16="http://schemas.microsoft.com/office/drawing/2014/main" id="{59CBC70B-0964-48B7-8A56-4F18AF8075D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3" name="TextBox 82">
              <a:extLst>
                <a:ext uri="{FF2B5EF4-FFF2-40B4-BE49-F238E27FC236}">
                  <a16:creationId xmlns:a16="http://schemas.microsoft.com/office/drawing/2014/main" id="{9A29FF1D-74D2-4BAD-8500-E147DD197C34}"/>
                </a:ext>
              </a:extLst>
            </p:cNvPr>
            <p:cNvSpPr txBox="1"/>
            <p:nvPr/>
          </p:nvSpPr>
          <p:spPr>
            <a:xfrm>
              <a:off x="3284021" y="2119467"/>
              <a:ext cx="794385" cy="268276"/>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Shop </a:t>
              </a:r>
              <a:r>
                <a:rPr lang="ko-KR" altLang="en-US" sz="900" dirty="0">
                  <a:solidFill>
                    <a:schemeClr val="tx1">
                      <a:lumMod val="50000"/>
                      <a:lumOff val="50000"/>
                    </a:schemeClr>
                  </a:solidFill>
                </a:rPr>
                <a:t>채널 로고</a:t>
              </a:r>
            </a:p>
          </p:txBody>
        </p:sp>
      </p:grpSp>
      <p:grpSp>
        <p:nvGrpSpPr>
          <p:cNvPr id="84" name="그룹 83">
            <a:extLst>
              <a:ext uri="{FF2B5EF4-FFF2-40B4-BE49-F238E27FC236}">
                <a16:creationId xmlns:a16="http://schemas.microsoft.com/office/drawing/2014/main" id="{32C0F5A7-216A-4BD0-89D6-F13C232FD01B}"/>
              </a:ext>
            </a:extLst>
          </p:cNvPr>
          <p:cNvGrpSpPr/>
          <p:nvPr/>
        </p:nvGrpSpPr>
        <p:grpSpPr>
          <a:xfrm>
            <a:off x="5394434" y="732024"/>
            <a:ext cx="2177055" cy="513649"/>
            <a:chOff x="2843808" y="1955121"/>
            <a:chExt cx="1674813" cy="596970"/>
          </a:xfrm>
          <a:solidFill>
            <a:schemeClr val="bg1">
              <a:lumMod val="95000"/>
            </a:schemeClr>
          </a:solidFill>
        </p:grpSpPr>
        <p:sp>
          <p:nvSpPr>
            <p:cNvPr id="85" name="Border">
              <a:extLst>
                <a:ext uri="{FF2B5EF4-FFF2-40B4-BE49-F238E27FC236}">
                  <a16:creationId xmlns:a16="http://schemas.microsoft.com/office/drawing/2014/main" id="{1F17D922-E39A-4034-A3DD-7353E23F59E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6" name="Line 2">
              <a:extLst>
                <a:ext uri="{FF2B5EF4-FFF2-40B4-BE49-F238E27FC236}">
                  <a16:creationId xmlns:a16="http://schemas.microsoft.com/office/drawing/2014/main" id="{EFB357A8-30BF-4A98-99E0-0CC0576502E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7" name="Line 1">
              <a:extLst>
                <a:ext uri="{FF2B5EF4-FFF2-40B4-BE49-F238E27FC236}">
                  <a16:creationId xmlns:a16="http://schemas.microsoft.com/office/drawing/2014/main" id="{DE877F0A-CE79-4C80-83BB-82EE154D3E71}"/>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8" name="TextBox 87">
              <a:extLst>
                <a:ext uri="{FF2B5EF4-FFF2-40B4-BE49-F238E27FC236}">
                  <a16:creationId xmlns:a16="http://schemas.microsoft.com/office/drawing/2014/main" id="{7A8695D9-57BE-4E89-B667-E8C74FE10C60}"/>
                </a:ext>
              </a:extLst>
            </p:cNvPr>
            <p:cNvSpPr txBox="1"/>
            <p:nvPr/>
          </p:nvSpPr>
          <p:spPr>
            <a:xfrm>
              <a:off x="3216299" y="2118070"/>
              <a:ext cx="929830" cy="268276"/>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Me9 Market </a:t>
              </a:r>
              <a:r>
                <a:rPr lang="ko-KR" altLang="en-US" sz="900" dirty="0">
                  <a:solidFill>
                    <a:schemeClr val="tx1">
                      <a:lumMod val="50000"/>
                      <a:lumOff val="50000"/>
                    </a:schemeClr>
                  </a:solidFill>
                </a:rPr>
                <a:t>로고</a:t>
              </a:r>
            </a:p>
          </p:txBody>
        </p:sp>
      </p:grpSp>
      <p:graphicFrame>
        <p:nvGraphicFramePr>
          <p:cNvPr id="28" name="표 27">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2724123198"/>
              </p:ext>
            </p:extLst>
          </p:nvPr>
        </p:nvGraphicFramePr>
        <p:xfrm>
          <a:off x="10171774" y="22159"/>
          <a:ext cx="1979018" cy="157075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RF-03-02-01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marL="0" indent="0" algn="l" latinLnBrk="1">
                        <a:buFontTx/>
                        <a:buNone/>
                      </a:pPr>
                      <a:r>
                        <a:rPr lang="ko-KR" altLang="en-US" sz="800" dirty="0" err="1"/>
                        <a:t>간편회원</a:t>
                      </a:r>
                      <a:r>
                        <a:rPr lang="ko-KR" altLang="en-US" sz="800" dirty="0"/>
                        <a:t> 가입절차</a:t>
                      </a:r>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t>간편회원</a:t>
                      </a:r>
                      <a:r>
                        <a:rPr lang="ko-KR" altLang="en-US" sz="800" dirty="0"/>
                        <a:t> 가입절차 화면</a:t>
                      </a:r>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algn="l" latinLnBrk="1"/>
                      <a:r>
                        <a:rPr lang="ko-KR" altLang="en-US" sz="800" dirty="0"/>
                        <a:t>간편 회원으로 로그인 하기 위해 회원 가입 하는 화면</a:t>
                      </a:r>
                      <a:endParaRPr lang="en-US" altLang="ko-KR"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bl>
          </a:graphicData>
        </a:graphic>
      </p:graphicFrame>
    </p:spTree>
    <p:extLst>
      <p:ext uri="{BB962C8B-B14F-4D97-AF65-F5344CB8AC3E}">
        <p14:creationId xmlns:p14="http://schemas.microsoft.com/office/powerpoint/2010/main" val="1479910262"/>
      </p:ext>
    </p:extLst>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표 6">
            <a:extLst>
              <a:ext uri="{FF2B5EF4-FFF2-40B4-BE49-F238E27FC236}">
                <a16:creationId xmlns:a16="http://schemas.microsoft.com/office/drawing/2014/main" id="{243E3A46-241A-40A7-8161-3D98C8B61D97}"/>
              </a:ext>
            </a:extLst>
          </p:cNvPr>
          <p:cNvGraphicFramePr>
            <a:graphicFrameLocks noGrp="1"/>
          </p:cNvGraphicFramePr>
          <p:nvPr>
            <p:extLst>
              <p:ext uri="{D42A27DB-BD31-4B8C-83A1-F6EECF244321}">
                <p14:modId xmlns:p14="http://schemas.microsoft.com/office/powerpoint/2010/main" val="1524810781"/>
              </p:ext>
            </p:extLst>
          </p:nvPr>
        </p:nvGraphicFramePr>
        <p:xfrm>
          <a:off x="1348385"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latinLnBrk="1"/>
                      <a:r>
                        <a:rPr lang="ko-KR" altLang="en-US" sz="1800" b="1" dirty="0">
                          <a:solidFill>
                            <a:schemeClr val="tx1"/>
                          </a:solidFill>
                        </a:rPr>
                        <a:t>●  </a:t>
                      </a:r>
                      <a:r>
                        <a:rPr lang="en-US" altLang="ko-KR" sz="1800" b="1" dirty="0">
                          <a:solidFill>
                            <a:schemeClr val="tx1"/>
                          </a:solidFill>
                        </a:rPr>
                        <a:t>Shop</a:t>
                      </a:r>
                      <a:r>
                        <a:rPr lang="ko-KR" altLang="en-US" sz="1800" b="1" dirty="0">
                          <a:solidFill>
                            <a:schemeClr val="tx1"/>
                          </a:solidFill>
                        </a:rPr>
                        <a:t>채널 메인</a:t>
                      </a: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937265957"/>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636840521"/>
              </p:ext>
            </p:extLst>
          </p:nvPr>
        </p:nvGraphicFramePr>
        <p:xfrm>
          <a:off x="10171774" y="22159"/>
          <a:ext cx="1979018" cy="443587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RF-03-03-01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en-US" altLang="ko-KR" sz="800" dirty="0"/>
                        <a:t>Shop</a:t>
                      </a:r>
                      <a:r>
                        <a:rPr lang="ko-KR" altLang="en-US" sz="800" dirty="0"/>
                        <a:t>채널 메인</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a:t>
                      </a:r>
                      <a:r>
                        <a:rPr lang="ko-KR" altLang="en-US" sz="800" dirty="0"/>
                        <a:t>채널 메인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일정 시간 간격으로 이미지가 </a:t>
                      </a:r>
                      <a:r>
                        <a:rPr lang="ko-KR" altLang="en-US" sz="800" b="0" dirty="0"/>
                        <a:t>자동 전환</a:t>
                      </a:r>
                      <a:r>
                        <a:rPr lang="en-US" altLang="ko-KR" sz="800" b="0" dirty="0"/>
                        <a:t>(</a:t>
                      </a:r>
                      <a:r>
                        <a:rPr lang="ko-KR" altLang="en-US" sz="800" b="0" dirty="0"/>
                        <a:t>슬라이드 효과</a:t>
                      </a:r>
                      <a:r>
                        <a:rPr lang="en-US" altLang="ko-KR" sz="800" b="0" dirty="0"/>
                        <a:t>)</a:t>
                      </a:r>
                      <a:r>
                        <a:rPr lang="ko-KR" altLang="en-US" sz="800" dirty="0"/>
                        <a:t>된다</a:t>
                      </a:r>
                      <a:r>
                        <a:rPr lang="en-US" altLang="ko-KR" sz="800" dirty="0"/>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화면을 좌우로 </a:t>
                      </a:r>
                      <a:r>
                        <a:rPr lang="ko-KR" altLang="en-US" sz="800" b="0" dirty="0" err="1">
                          <a:solidFill>
                            <a:schemeClr val="tx1"/>
                          </a:solidFill>
                        </a:rPr>
                        <a:t>스와이프</a:t>
                      </a:r>
                      <a:r>
                        <a:rPr lang="ko-KR" altLang="en-US" sz="800" b="0" dirty="0">
                          <a:solidFill>
                            <a:schemeClr val="tx1"/>
                          </a:solidFill>
                        </a:rPr>
                        <a:t> 하거나</a:t>
                      </a:r>
                      <a:r>
                        <a:rPr lang="en-US" altLang="ko-KR" sz="800" b="0" dirty="0">
                          <a:solidFill>
                            <a:schemeClr val="tx1"/>
                          </a:solidFill>
                        </a:rPr>
                        <a:t> </a:t>
                      </a:r>
                      <a:r>
                        <a:rPr lang="ko-KR" altLang="en-US" sz="800" b="0" dirty="0">
                          <a:solidFill>
                            <a:schemeClr val="tx1"/>
                          </a:solidFill>
                        </a:rPr>
                        <a:t>하단 화살표를 눌렀을 경우 해당 방향으로 화면이 전환된다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baseline="0" dirty="0" err="1">
                          <a:solidFill>
                            <a:schemeClr val="tx1"/>
                          </a:solidFill>
                        </a:rPr>
                        <a:t>Url</a:t>
                      </a:r>
                      <a:r>
                        <a:rPr lang="ko-KR" altLang="en-US" sz="800" b="0" baseline="0" dirty="0">
                          <a:solidFill>
                            <a:schemeClr val="tx1"/>
                          </a:solidFill>
                        </a:rPr>
                        <a:t>이 등록되어 있는 경우 클릭 시 해당 링크로 이동한다</a:t>
                      </a:r>
                      <a:r>
                        <a:rPr lang="en-US" altLang="ko-KR" sz="800" b="0" baseline="0" dirty="0">
                          <a:solidFill>
                            <a:schemeClr val="tx1"/>
                          </a:solidFill>
                        </a:rPr>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관리자가 등록한 키워드 리스트</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버튼을 클릭할 경우 키워드에 해당하는 상품 목록이 나온다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키워드에 해당하는 상품 목록</a:t>
                      </a:r>
                      <a:endParaRPr lang="en-US" altLang="ko-KR" sz="800" b="0" dirty="0">
                        <a:solidFill>
                          <a:schemeClr val="tx1"/>
                        </a:solidFill>
                      </a:endParaRPr>
                    </a:p>
                    <a:p>
                      <a:pPr algn="l" latinLnBrk="1"/>
                      <a:endParaRPr lang="en-US" altLang="ko-KR" sz="800" b="0" dirty="0">
                        <a:solidFill>
                          <a:schemeClr val="tx1"/>
                        </a:solidFill>
                      </a:endParaRPr>
                    </a:p>
                    <a:p>
                      <a:pPr algn="l" latinLnBrk="1"/>
                      <a:r>
                        <a:rPr lang="ko-KR" altLang="en-US" sz="800" b="0" dirty="0">
                          <a:solidFill>
                            <a:schemeClr val="tx1"/>
                          </a:solidFill>
                        </a:rPr>
                        <a:t>화면을 좌우로 </a:t>
                      </a:r>
                      <a:r>
                        <a:rPr lang="ko-KR" altLang="en-US" sz="800" b="0" dirty="0" err="1">
                          <a:solidFill>
                            <a:schemeClr val="tx1"/>
                          </a:solidFill>
                        </a:rPr>
                        <a:t>스와이프</a:t>
                      </a:r>
                      <a:r>
                        <a:rPr lang="ko-KR" altLang="en-US" sz="800" b="0" dirty="0">
                          <a:solidFill>
                            <a:schemeClr val="tx1"/>
                          </a:solidFill>
                        </a:rPr>
                        <a:t> 하거나 양 끝 화살표를 누를 경우 해당 방향으로 리스트가 스크롤 된다</a:t>
                      </a:r>
                      <a:r>
                        <a:rPr lang="en-US" altLang="ko-KR" sz="800" b="0" dirty="0">
                          <a:solidFill>
                            <a:schemeClr val="tx1"/>
                          </a:solidFill>
                        </a:rPr>
                        <a:t>.</a:t>
                      </a:r>
                    </a:p>
                    <a:p>
                      <a:pPr algn="l" latinLnBrk="1"/>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상품을 클릭할 경우 상품 상세 페이지 </a:t>
                      </a:r>
                      <a:r>
                        <a:rPr lang="en-US" altLang="ko-KR" sz="800" dirty="0"/>
                        <a:t>RF-03-04-02</a:t>
                      </a:r>
                      <a:r>
                        <a:rPr lang="ko-KR" altLang="en-US" sz="800" b="0" dirty="0">
                          <a:solidFill>
                            <a:schemeClr val="tx1"/>
                          </a:solidFill>
                        </a:rPr>
                        <a:t> 로 이동한다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bl>
          </a:graphicData>
        </a:graphic>
      </p:graphicFrame>
      <p:sp>
        <p:nvSpPr>
          <p:cNvPr id="3" name="TextBox 2">
            <a:extLst>
              <a:ext uri="{FF2B5EF4-FFF2-40B4-BE49-F238E27FC236}">
                <a16:creationId xmlns:a16="http://schemas.microsoft.com/office/drawing/2014/main" id="{F98DBA0F-10B9-4E8D-AB45-307E94831975}"/>
              </a:ext>
            </a:extLst>
          </p:cNvPr>
          <p:cNvSpPr txBox="1"/>
          <p:nvPr/>
        </p:nvSpPr>
        <p:spPr>
          <a:xfrm>
            <a:off x="4142688" y="1219015"/>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4" name="TextBox 3">
            <a:extLst>
              <a:ext uri="{FF2B5EF4-FFF2-40B4-BE49-F238E27FC236}">
                <a16:creationId xmlns:a16="http://schemas.microsoft.com/office/drawing/2014/main" id="{F98DBA0F-10B9-4E8D-AB45-307E94831975}"/>
              </a:ext>
            </a:extLst>
          </p:cNvPr>
          <p:cNvSpPr txBox="1"/>
          <p:nvPr/>
        </p:nvSpPr>
        <p:spPr>
          <a:xfrm>
            <a:off x="1585444" y="4274006"/>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5" name="TextBox 4">
            <a:extLst>
              <a:ext uri="{FF2B5EF4-FFF2-40B4-BE49-F238E27FC236}">
                <a16:creationId xmlns:a16="http://schemas.microsoft.com/office/drawing/2014/main" id="{F98DBA0F-10B9-4E8D-AB45-307E94831975}"/>
              </a:ext>
            </a:extLst>
          </p:cNvPr>
          <p:cNvSpPr txBox="1"/>
          <p:nvPr/>
        </p:nvSpPr>
        <p:spPr>
          <a:xfrm>
            <a:off x="1585444" y="4921356"/>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Tree>
    <p:extLst>
      <p:ext uri="{BB962C8B-B14F-4D97-AF65-F5344CB8AC3E}">
        <p14:creationId xmlns:p14="http://schemas.microsoft.com/office/powerpoint/2010/main" val="1477380601"/>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표 6">
            <a:extLst>
              <a:ext uri="{FF2B5EF4-FFF2-40B4-BE49-F238E27FC236}">
                <a16:creationId xmlns:a16="http://schemas.microsoft.com/office/drawing/2014/main" id="{243E3A46-241A-40A7-8161-3D98C8B61D97}"/>
              </a:ext>
            </a:extLst>
          </p:cNvPr>
          <p:cNvGraphicFramePr>
            <a:graphicFrameLocks noGrp="1"/>
          </p:cNvGraphicFramePr>
          <p:nvPr>
            <p:extLst>
              <p:ext uri="{D42A27DB-BD31-4B8C-83A1-F6EECF244321}">
                <p14:modId xmlns:p14="http://schemas.microsoft.com/office/powerpoint/2010/main" val="3380098823"/>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latinLnBrk="1"/>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r>
                        <a:rPr lang="ko-KR" altLang="en-US" sz="1800" b="1" dirty="0">
                          <a:solidFill>
                            <a:schemeClr val="tx1"/>
                          </a:solidFill>
                        </a:rPr>
                        <a:t>●  상품영역</a:t>
                      </a: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3035093130"/>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직사각형 4">
            <a:extLst>
              <a:ext uri="{FF2B5EF4-FFF2-40B4-BE49-F238E27FC236}">
                <a16:creationId xmlns:a16="http://schemas.microsoft.com/office/drawing/2014/main" id="{137749BA-5D92-4B86-9224-175AE7B4FE58}"/>
              </a:ext>
            </a:extLst>
          </p:cNvPr>
          <p:cNvSpPr/>
          <p:nvPr/>
        </p:nvSpPr>
        <p:spPr>
          <a:xfrm>
            <a:off x="3536318" y="1281327"/>
            <a:ext cx="2987312" cy="254992"/>
          </a:xfrm>
          <a:prstGeom prst="rect">
            <a:avLst/>
          </a:prstGeom>
          <a:solidFill>
            <a:schemeClr val="bg1"/>
          </a:solidFill>
          <a:ln w="6350">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75000"/>
                  </a:schemeClr>
                </a:solidFill>
              </a:rPr>
              <a:t>상품코드</a:t>
            </a:r>
            <a:r>
              <a:rPr lang="en-US" altLang="ko-KR" sz="800" dirty="0">
                <a:solidFill>
                  <a:schemeClr val="bg1">
                    <a:lumMod val="75000"/>
                  </a:schemeClr>
                </a:solidFill>
              </a:rPr>
              <a:t>, </a:t>
            </a:r>
            <a:r>
              <a:rPr lang="ko-KR" altLang="en-US" sz="800" dirty="0">
                <a:solidFill>
                  <a:schemeClr val="bg1">
                    <a:lumMod val="75000"/>
                  </a:schemeClr>
                </a:solidFill>
              </a:rPr>
              <a:t>상품제목</a:t>
            </a:r>
            <a:endParaRPr lang="ko-KR" altLang="en-US" sz="900" dirty="0">
              <a:solidFill>
                <a:schemeClr val="bg1">
                  <a:lumMod val="75000"/>
                </a:schemeClr>
              </a:solidFill>
            </a:endParaRPr>
          </a:p>
        </p:txBody>
      </p:sp>
      <p:pic>
        <p:nvPicPr>
          <p:cNvPr id="6" name="그림 5">
            <a:extLst>
              <a:ext uri="{FF2B5EF4-FFF2-40B4-BE49-F238E27FC236}">
                <a16:creationId xmlns:a16="http://schemas.microsoft.com/office/drawing/2014/main" id="{7FCFB004-89CE-4293-89B1-89AE27AE8ED0}"/>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6302423" y="1330073"/>
            <a:ext cx="157211" cy="157211"/>
          </a:xfrm>
          <a:prstGeom prst="rect">
            <a:avLst/>
          </a:prstGeom>
        </p:spPr>
      </p:pic>
      <p:grpSp>
        <p:nvGrpSpPr>
          <p:cNvPr id="7" name="그룹 6">
            <a:extLst>
              <a:ext uri="{FF2B5EF4-FFF2-40B4-BE49-F238E27FC236}">
                <a16:creationId xmlns:a16="http://schemas.microsoft.com/office/drawing/2014/main" id="{BA55DB2F-BBD4-4574-ACB2-53E71D0C9FEC}"/>
              </a:ext>
            </a:extLst>
          </p:cNvPr>
          <p:cNvGrpSpPr/>
          <p:nvPr/>
        </p:nvGrpSpPr>
        <p:grpSpPr>
          <a:xfrm>
            <a:off x="1427738" y="2288694"/>
            <a:ext cx="1285164" cy="974136"/>
            <a:chOff x="2843808" y="1955121"/>
            <a:chExt cx="1674813" cy="596970"/>
          </a:xfrm>
          <a:solidFill>
            <a:schemeClr val="bg1">
              <a:lumMod val="95000"/>
            </a:schemeClr>
          </a:solidFill>
        </p:grpSpPr>
        <p:sp>
          <p:nvSpPr>
            <p:cNvPr id="8" name="Border">
              <a:extLst>
                <a:ext uri="{FF2B5EF4-FFF2-40B4-BE49-F238E27FC236}">
                  <a16:creationId xmlns:a16="http://schemas.microsoft.com/office/drawing/2014/main" id="{470A3B37-97FE-4C14-9B40-C96D748D93D5}"/>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2">
              <a:extLst>
                <a:ext uri="{FF2B5EF4-FFF2-40B4-BE49-F238E27FC236}">
                  <a16:creationId xmlns:a16="http://schemas.microsoft.com/office/drawing/2014/main" id="{E52CA6AB-1988-4E0C-B1FE-B408EDF76A4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Line 1">
              <a:extLst>
                <a:ext uri="{FF2B5EF4-FFF2-40B4-BE49-F238E27FC236}">
                  <a16:creationId xmlns:a16="http://schemas.microsoft.com/office/drawing/2014/main" id="{068B2C5C-1325-45B0-9D6A-895700FF4E41}"/>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 name="TextBox 10">
              <a:extLst>
                <a:ext uri="{FF2B5EF4-FFF2-40B4-BE49-F238E27FC236}">
                  <a16:creationId xmlns:a16="http://schemas.microsoft.com/office/drawing/2014/main" id="{197562D6-A65B-488A-9CB0-7B10FB2072FF}"/>
                </a:ext>
              </a:extLst>
            </p:cNvPr>
            <p:cNvSpPr txBox="1"/>
            <p:nvPr/>
          </p:nvSpPr>
          <p:spPr>
            <a:xfrm>
              <a:off x="3173700" y="2182877"/>
              <a:ext cx="1015025" cy="141458"/>
            </a:xfrm>
            <a:prstGeom prst="rect">
              <a:avLst/>
            </a:prstGeom>
            <a:solidFill>
              <a:schemeClr val="bg1"/>
            </a:solidFill>
            <a:ln>
              <a:noFill/>
            </a:ln>
          </p:spPr>
          <p:txBody>
            <a:bodyPr wrap="square" rtlCol="0">
              <a:spAutoFit/>
            </a:bodyPr>
            <a:lstStyle/>
            <a:p>
              <a:pPr algn="ctr"/>
              <a:r>
                <a:rPr lang="ko-KR" altLang="en-US" sz="900">
                  <a:solidFill>
                    <a:schemeClr val="tx1">
                      <a:lumMod val="50000"/>
                      <a:lumOff val="50000"/>
                    </a:schemeClr>
                  </a:solidFill>
                </a:rPr>
                <a:t>상품이미지</a:t>
              </a:r>
              <a:endParaRPr lang="ko-KR" altLang="en-US" sz="900" dirty="0">
                <a:solidFill>
                  <a:schemeClr val="tx1">
                    <a:lumMod val="50000"/>
                    <a:lumOff val="50000"/>
                  </a:schemeClr>
                </a:solidFill>
              </a:endParaRPr>
            </a:p>
          </p:txBody>
        </p:sp>
      </p:grpSp>
      <p:sp>
        <p:nvSpPr>
          <p:cNvPr id="12" name="Large Icons">
            <a:extLst>
              <a:ext uri="{FF2B5EF4-FFF2-40B4-BE49-F238E27FC236}">
                <a16:creationId xmlns:a16="http://schemas.microsoft.com/office/drawing/2014/main" id="{FE5CDC26-CA51-419F-A123-D2771E0563C7}"/>
              </a:ext>
            </a:extLst>
          </p:cNvPr>
          <p:cNvSpPr>
            <a:spLocks noChangeAspect="1" noEditPoints="1"/>
          </p:cNvSpPr>
          <p:nvPr/>
        </p:nvSpPr>
        <p:spPr bwMode="auto">
          <a:xfrm>
            <a:off x="1911764" y="2379095"/>
            <a:ext cx="317111" cy="270274"/>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13" name="직사각형 12">
            <a:extLst>
              <a:ext uri="{FF2B5EF4-FFF2-40B4-BE49-F238E27FC236}">
                <a16:creationId xmlns:a16="http://schemas.microsoft.com/office/drawing/2014/main" id="{D216B0C9-12F7-4A62-AD37-369EEA86A5CC}"/>
              </a:ext>
            </a:extLst>
          </p:cNvPr>
          <p:cNvSpPr/>
          <p:nvPr/>
        </p:nvSpPr>
        <p:spPr>
          <a:xfrm>
            <a:off x="1364928" y="3329167"/>
            <a:ext cx="846707" cy="253211"/>
          </a:xfrm>
          <a:prstGeom prst="rect">
            <a:avLst/>
          </a:prstGeom>
        </p:spPr>
        <p:txBody>
          <a:bodyPr wrap="none">
            <a:spAutoFit/>
          </a:bodyPr>
          <a:lstStyle/>
          <a:p>
            <a:pPr algn="l">
              <a:lnSpc>
                <a:spcPct val="150000"/>
              </a:lnSpc>
            </a:pPr>
            <a:r>
              <a:rPr lang="ko-KR" altLang="en-US" sz="800" b="1" dirty="0">
                <a:latin typeface="+mj-ea"/>
                <a:ea typeface="+mj-ea"/>
              </a:rPr>
              <a:t>상품 제목 </a:t>
            </a:r>
            <a:r>
              <a:rPr lang="en-US" altLang="ko-KR" sz="800" b="1" dirty="0">
                <a:latin typeface="+mj-ea"/>
                <a:ea typeface="+mj-ea"/>
              </a:rPr>
              <a:t>111</a:t>
            </a:r>
            <a:endParaRPr lang="ko-KR" altLang="en-US" sz="800" b="1" dirty="0">
              <a:latin typeface="+mj-ea"/>
              <a:ea typeface="+mj-ea"/>
            </a:endParaRPr>
          </a:p>
        </p:txBody>
      </p:sp>
      <p:sp>
        <p:nvSpPr>
          <p:cNvPr id="14" name="직사각형 13">
            <a:extLst>
              <a:ext uri="{FF2B5EF4-FFF2-40B4-BE49-F238E27FC236}">
                <a16:creationId xmlns:a16="http://schemas.microsoft.com/office/drawing/2014/main" id="{B770386E-BDE8-42AD-997A-B4651C01619E}"/>
              </a:ext>
            </a:extLst>
          </p:cNvPr>
          <p:cNvSpPr/>
          <p:nvPr/>
        </p:nvSpPr>
        <p:spPr>
          <a:xfrm>
            <a:off x="1357701" y="3544081"/>
            <a:ext cx="707245" cy="253211"/>
          </a:xfrm>
          <a:prstGeom prst="rect">
            <a:avLst/>
          </a:prstGeom>
        </p:spPr>
        <p:txBody>
          <a:bodyPr wrap="none">
            <a:spAutoFit/>
          </a:bodyPr>
          <a:lstStyle/>
          <a:p>
            <a:pPr algn="l">
              <a:lnSpc>
                <a:spcPct val="150000"/>
              </a:lnSpc>
            </a:pPr>
            <a:r>
              <a:rPr lang="en-US" altLang="ko-KR" sz="800" b="1" dirty="0">
                <a:latin typeface="+mj-ea"/>
                <a:ea typeface="+mj-ea"/>
              </a:rPr>
              <a:t>225,000 </a:t>
            </a:r>
            <a:r>
              <a:rPr lang="ko-KR" altLang="en-US" sz="800" b="1" dirty="0">
                <a:latin typeface="+mj-ea"/>
                <a:ea typeface="+mj-ea"/>
              </a:rPr>
              <a:t>원</a:t>
            </a:r>
          </a:p>
        </p:txBody>
      </p:sp>
      <p:pic>
        <p:nvPicPr>
          <p:cNvPr id="15" name="그림 14">
            <a:extLst>
              <a:ext uri="{FF2B5EF4-FFF2-40B4-BE49-F238E27FC236}">
                <a16:creationId xmlns:a16="http://schemas.microsoft.com/office/drawing/2014/main" id="{1C76ACFF-29C3-4C95-BDC7-1A2693DB65AE}"/>
              </a:ext>
            </a:extLst>
          </p:cNvPr>
          <p:cNvPicPr>
            <a:picLocks noChangeAspect="1"/>
          </p:cNvPicPr>
          <p:nvPr/>
        </p:nvPicPr>
        <p:blipFill>
          <a:blip r:embed="rId3"/>
          <a:stretch>
            <a:fillRect/>
          </a:stretch>
        </p:blipFill>
        <p:spPr>
          <a:xfrm>
            <a:off x="1427353" y="3799618"/>
            <a:ext cx="691149" cy="168573"/>
          </a:xfrm>
          <a:prstGeom prst="rect">
            <a:avLst/>
          </a:prstGeom>
        </p:spPr>
      </p:pic>
      <p:grpSp>
        <p:nvGrpSpPr>
          <p:cNvPr id="16" name="그룹 15">
            <a:extLst>
              <a:ext uri="{FF2B5EF4-FFF2-40B4-BE49-F238E27FC236}">
                <a16:creationId xmlns:a16="http://schemas.microsoft.com/office/drawing/2014/main" id="{08D1585D-3748-415D-AF32-7722C0DC6A23}"/>
              </a:ext>
            </a:extLst>
          </p:cNvPr>
          <p:cNvGrpSpPr/>
          <p:nvPr/>
        </p:nvGrpSpPr>
        <p:grpSpPr>
          <a:xfrm>
            <a:off x="2943783" y="2288694"/>
            <a:ext cx="1285164" cy="974136"/>
            <a:chOff x="2843808" y="1955121"/>
            <a:chExt cx="1674813" cy="596970"/>
          </a:xfrm>
          <a:solidFill>
            <a:schemeClr val="bg1">
              <a:lumMod val="95000"/>
            </a:schemeClr>
          </a:solidFill>
        </p:grpSpPr>
        <p:sp>
          <p:nvSpPr>
            <p:cNvPr id="17" name="Border">
              <a:extLst>
                <a:ext uri="{FF2B5EF4-FFF2-40B4-BE49-F238E27FC236}">
                  <a16:creationId xmlns:a16="http://schemas.microsoft.com/office/drawing/2014/main" id="{D8CF9B17-08CC-4C3E-B570-D30176E610F4}"/>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 name="Line 2">
              <a:extLst>
                <a:ext uri="{FF2B5EF4-FFF2-40B4-BE49-F238E27FC236}">
                  <a16:creationId xmlns:a16="http://schemas.microsoft.com/office/drawing/2014/main" id="{B3A2680E-8F8A-4E0C-BD68-46DE61CE89E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 name="Line 1">
              <a:extLst>
                <a:ext uri="{FF2B5EF4-FFF2-40B4-BE49-F238E27FC236}">
                  <a16:creationId xmlns:a16="http://schemas.microsoft.com/office/drawing/2014/main" id="{E0241604-FED4-4BCC-999E-8BBA1CC3A06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 name="TextBox 19">
              <a:extLst>
                <a:ext uri="{FF2B5EF4-FFF2-40B4-BE49-F238E27FC236}">
                  <a16:creationId xmlns:a16="http://schemas.microsoft.com/office/drawing/2014/main" id="{CD9C8E50-0A03-45E9-905B-90342F786777}"/>
                </a:ext>
              </a:extLst>
            </p:cNvPr>
            <p:cNvSpPr txBox="1"/>
            <p:nvPr/>
          </p:nvSpPr>
          <p:spPr>
            <a:xfrm>
              <a:off x="3173700" y="2182877"/>
              <a:ext cx="1015025" cy="141458"/>
            </a:xfrm>
            <a:prstGeom prst="rect">
              <a:avLst/>
            </a:prstGeom>
            <a:solidFill>
              <a:schemeClr val="bg1"/>
            </a:solidFill>
            <a:ln>
              <a:noFill/>
            </a:ln>
          </p:spPr>
          <p:txBody>
            <a:bodyPr wrap="square" rtlCol="0">
              <a:spAutoFit/>
            </a:bodyPr>
            <a:lstStyle/>
            <a:p>
              <a:pPr algn="ctr"/>
              <a:r>
                <a:rPr lang="ko-KR" altLang="en-US" sz="900">
                  <a:solidFill>
                    <a:schemeClr val="tx1">
                      <a:lumMod val="50000"/>
                      <a:lumOff val="50000"/>
                    </a:schemeClr>
                  </a:solidFill>
                </a:rPr>
                <a:t>상품이미지</a:t>
              </a:r>
              <a:endParaRPr lang="ko-KR" altLang="en-US" sz="900" dirty="0">
                <a:solidFill>
                  <a:schemeClr val="tx1">
                    <a:lumMod val="50000"/>
                    <a:lumOff val="50000"/>
                  </a:schemeClr>
                </a:solidFill>
              </a:endParaRPr>
            </a:p>
          </p:txBody>
        </p:sp>
      </p:grpSp>
      <p:sp>
        <p:nvSpPr>
          <p:cNvPr id="21" name="Large Icons">
            <a:extLst>
              <a:ext uri="{FF2B5EF4-FFF2-40B4-BE49-F238E27FC236}">
                <a16:creationId xmlns:a16="http://schemas.microsoft.com/office/drawing/2014/main" id="{90CFD178-21EB-4C6E-9CBA-AA007F5F2B84}"/>
              </a:ext>
            </a:extLst>
          </p:cNvPr>
          <p:cNvSpPr>
            <a:spLocks noChangeAspect="1" noEditPoints="1"/>
          </p:cNvSpPr>
          <p:nvPr/>
        </p:nvSpPr>
        <p:spPr bwMode="auto">
          <a:xfrm>
            <a:off x="3427809" y="2379095"/>
            <a:ext cx="317111" cy="270274"/>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22" name="직사각형 21">
            <a:extLst>
              <a:ext uri="{FF2B5EF4-FFF2-40B4-BE49-F238E27FC236}">
                <a16:creationId xmlns:a16="http://schemas.microsoft.com/office/drawing/2014/main" id="{64BE06A5-3060-493B-95C1-9B86C8DBCA3E}"/>
              </a:ext>
            </a:extLst>
          </p:cNvPr>
          <p:cNvSpPr/>
          <p:nvPr/>
        </p:nvSpPr>
        <p:spPr>
          <a:xfrm>
            <a:off x="2880973" y="3329167"/>
            <a:ext cx="883575" cy="253211"/>
          </a:xfrm>
          <a:prstGeom prst="rect">
            <a:avLst/>
          </a:prstGeom>
        </p:spPr>
        <p:txBody>
          <a:bodyPr wrap="none">
            <a:spAutoFit/>
          </a:bodyPr>
          <a:lstStyle/>
          <a:p>
            <a:pPr algn="l">
              <a:lnSpc>
                <a:spcPct val="150000"/>
              </a:lnSpc>
            </a:pPr>
            <a:r>
              <a:rPr lang="ko-KR" altLang="en-US" sz="800" b="1" dirty="0">
                <a:latin typeface="+mj-ea"/>
                <a:ea typeface="+mj-ea"/>
              </a:rPr>
              <a:t>상품 제목  </a:t>
            </a:r>
            <a:r>
              <a:rPr lang="en-US" altLang="ko-KR" sz="800" b="1" dirty="0">
                <a:latin typeface="+mj-ea"/>
                <a:ea typeface="+mj-ea"/>
              </a:rPr>
              <a:t>222</a:t>
            </a:r>
            <a:endParaRPr lang="ko-KR" altLang="en-US" sz="800" b="1" dirty="0">
              <a:latin typeface="+mj-ea"/>
              <a:ea typeface="+mj-ea"/>
            </a:endParaRPr>
          </a:p>
        </p:txBody>
      </p:sp>
      <p:sp>
        <p:nvSpPr>
          <p:cNvPr id="23" name="직사각형 22">
            <a:extLst>
              <a:ext uri="{FF2B5EF4-FFF2-40B4-BE49-F238E27FC236}">
                <a16:creationId xmlns:a16="http://schemas.microsoft.com/office/drawing/2014/main" id="{0708F7EC-0BA7-4E99-8327-A417C12E6CC7}"/>
              </a:ext>
            </a:extLst>
          </p:cNvPr>
          <p:cNvSpPr/>
          <p:nvPr/>
        </p:nvSpPr>
        <p:spPr>
          <a:xfrm>
            <a:off x="2873746" y="3544081"/>
            <a:ext cx="707245" cy="253211"/>
          </a:xfrm>
          <a:prstGeom prst="rect">
            <a:avLst/>
          </a:prstGeom>
        </p:spPr>
        <p:txBody>
          <a:bodyPr wrap="none">
            <a:spAutoFit/>
          </a:bodyPr>
          <a:lstStyle/>
          <a:p>
            <a:pPr algn="l">
              <a:lnSpc>
                <a:spcPct val="150000"/>
              </a:lnSpc>
            </a:pPr>
            <a:r>
              <a:rPr lang="en-US" altLang="ko-KR" sz="800" b="1" dirty="0">
                <a:latin typeface="+mj-ea"/>
                <a:ea typeface="+mj-ea"/>
              </a:rPr>
              <a:t>225,000 </a:t>
            </a:r>
            <a:r>
              <a:rPr lang="ko-KR" altLang="en-US" sz="800" b="1" dirty="0">
                <a:latin typeface="+mj-ea"/>
                <a:ea typeface="+mj-ea"/>
              </a:rPr>
              <a:t>원</a:t>
            </a:r>
          </a:p>
        </p:txBody>
      </p:sp>
      <p:grpSp>
        <p:nvGrpSpPr>
          <p:cNvPr id="24" name="그룹 23">
            <a:extLst>
              <a:ext uri="{FF2B5EF4-FFF2-40B4-BE49-F238E27FC236}">
                <a16:creationId xmlns:a16="http://schemas.microsoft.com/office/drawing/2014/main" id="{E06F3A67-A4CC-4B3D-AC7F-5B133B96C3A2}"/>
              </a:ext>
            </a:extLst>
          </p:cNvPr>
          <p:cNvGrpSpPr/>
          <p:nvPr/>
        </p:nvGrpSpPr>
        <p:grpSpPr>
          <a:xfrm>
            <a:off x="4459443" y="2288694"/>
            <a:ext cx="1285164" cy="974136"/>
            <a:chOff x="2843808" y="1955121"/>
            <a:chExt cx="1674813" cy="596970"/>
          </a:xfrm>
          <a:solidFill>
            <a:schemeClr val="bg1">
              <a:lumMod val="95000"/>
            </a:schemeClr>
          </a:solidFill>
        </p:grpSpPr>
        <p:sp>
          <p:nvSpPr>
            <p:cNvPr id="25" name="Border">
              <a:extLst>
                <a:ext uri="{FF2B5EF4-FFF2-40B4-BE49-F238E27FC236}">
                  <a16:creationId xmlns:a16="http://schemas.microsoft.com/office/drawing/2014/main" id="{147478E7-2C5F-4842-98AB-6B9B28D41F54}"/>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6" name="Line 2">
              <a:extLst>
                <a:ext uri="{FF2B5EF4-FFF2-40B4-BE49-F238E27FC236}">
                  <a16:creationId xmlns:a16="http://schemas.microsoft.com/office/drawing/2014/main" id="{D04B4D5F-69B7-4921-B25F-166099E064D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7" name="Line 1">
              <a:extLst>
                <a:ext uri="{FF2B5EF4-FFF2-40B4-BE49-F238E27FC236}">
                  <a16:creationId xmlns:a16="http://schemas.microsoft.com/office/drawing/2014/main" id="{D18B6AC8-090B-4FDA-846F-3005E50CD3E5}"/>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8" name="TextBox 27">
              <a:extLst>
                <a:ext uri="{FF2B5EF4-FFF2-40B4-BE49-F238E27FC236}">
                  <a16:creationId xmlns:a16="http://schemas.microsoft.com/office/drawing/2014/main" id="{E6BA493D-A0C7-4EFB-9ACD-AF3A67418BF4}"/>
                </a:ext>
              </a:extLst>
            </p:cNvPr>
            <p:cNvSpPr txBox="1"/>
            <p:nvPr/>
          </p:nvSpPr>
          <p:spPr>
            <a:xfrm>
              <a:off x="3173700" y="2182877"/>
              <a:ext cx="1015025" cy="141458"/>
            </a:xfrm>
            <a:prstGeom prst="rect">
              <a:avLst/>
            </a:prstGeom>
            <a:solidFill>
              <a:schemeClr val="bg1"/>
            </a:solidFill>
            <a:ln>
              <a:noFill/>
            </a:ln>
          </p:spPr>
          <p:txBody>
            <a:bodyPr wrap="square" rtlCol="0">
              <a:spAutoFit/>
            </a:bodyPr>
            <a:lstStyle/>
            <a:p>
              <a:pPr algn="ctr"/>
              <a:r>
                <a:rPr lang="ko-KR" altLang="en-US" sz="900">
                  <a:solidFill>
                    <a:schemeClr val="tx1">
                      <a:lumMod val="50000"/>
                      <a:lumOff val="50000"/>
                    </a:schemeClr>
                  </a:solidFill>
                </a:rPr>
                <a:t>상품이미지</a:t>
              </a:r>
              <a:endParaRPr lang="ko-KR" altLang="en-US" sz="900" dirty="0">
                <a:solidFill>
                  <a:schemeClr val="tx1">
                    <a:lumMod val="50000"/>
                    <a:lumOff val="50000"/>
                  </a:schemeClr>
                </a:solidFill>
              </a:endParaRPr>
            </a:p>
          </p:txBody>
        </p:sp>
      </p:grpSp>
      <p:sp>
        <p:nvSpPr>
          <p:cNvPr id="29" name="Large Icons">
            <a:extLst>
              <a:ext uri="{FF2B5EF4-FFF2-40B4-BE49-F238E27FC236}">
                <a16:creationId xmlns:a16="http://schemas.microsoft.com/office/drawing/2014/main" id="{716AFA8E-518C-40A6-9152-CB9703B91FEF}"/>
              </a:ext>
            </a:extLst>
          </p:cNvPr>
          <p:cNvSpPr>
            <a:spLocks noChangeAspect="1" noEditPoints="1"/>
          </p:cNvSpPr>
          <p:nvPr/>
        </p:nvSpPr>
        <p:spPr bwMode="auto">
          <a:xfrm>
            <a:off x="4943469" y="2379095"/>
            <a:ext cx="317111" cy="270274"/>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30" name="직사각형 29">
            <a:extLst>
              <a:ext uri="{FF2B5EF4-FFF2-40B4-BE49-F238E27FC236}">
                <a16:creationId xmlns:a16="http://schemas.microsoft.com/office/drawing/2014/main" id="{492D62C7-2296-44B7-9092-22383B993C02}"/>
              </a:ext>
            </a:extLst>
          </p:cNvPr>
          <p:cNvSpPr/>
          <p:nvPr/>
        </p:nvSpPr>
        <p:spPr>
          <a:xfrm>
            <a:off x="4396633" y="3329167"/>
            <a:ext cx="883575" cy="253211"/>
          </a:xfrm>
          <a:prstGeom prst="rect">
            <a:avLst/>
          </a:prstGeom>
        </p:spPr>
        <p:txBody>
          <a:bodyPr wrap="none">
            <a:spAutoFit/>
          </a:bodyPr>
          <a:lstStyle/>
          <a:p>
            <a:pPr algn="l">
              <a:lnSpc>
                <a:spcPct val="150000"/>
              </a:lnSpc>
            </a:pPr>
            <a:r>
              <a:rPr lang="ko-KR" altLang="en-US" sz="800" b="1" dirty="0">
                <a:latin typeface="+mj-ea"/>
                <a:ea typeface="+mj-ea"/>
              </a:rPr>
              <a:t>상품 제목  </a:t>
            </a:r>
            <a:r>
              <a:rPr lang="en-US" altLang="ko-KR" sz="800" b="1" dirty="0">
                <a:latin typeface="+mj-ea"/>
                <a:ea typeface="+mj-ea"/>
              </a:rPr>
              <a:t>333</a:t>
            </a:r>
            <a:endParaRPr lang="ko-KR" altLang="en-US" sz="800" b="1" dirty="0">
              <a:latin typeface="+mj-ea"/>
              <a:ea typeface="+mj-ea"/>
            </a:endParaRPr>
          </a:p>
        </p:txBody>
      </p:sp>
      <p:sp>
        <p:nvSpPr>
          <p:cNvPr id="31" name="직사각형 30">
            <a:extLst>
              <a:ext uri="{FF2B5EF4-FFF2-40B4-BE49-F238E27FC236}">
                <a16:creationId xmlns:a16="http://schemas.microsoft.com/office/drawing/2014/main" id="{92E69C94-C41B-4E25-931B-687BA9522AC4}"/>
              </a:ext>
            </a:extLst>
          </p:cNvPr>
          <p:cNvSpPr/>
          <p:nvPr/>
        </p:nvSpPr>
        <p:spPr>
          <a:xfrm>
            <a:off x="4389406" y="3544081"/>
            <a:ext cx="707245" cy="253211"/>
          </a:xfrm>
          <a:prstGeom prst="rect">
            <a:avLst/>
          </a:prstGeom>
        </p:spPr>
        <p:txBody>
          <a:bodyPr wrap="none">
            <a:spAutoFit/>
          </a:bodyPr>
          <a:lstStyle/>
          <a:p>
            <a:pPr algn="l">
              <a:lnSpc>
                <a:spcPct val="150000"/>
              </a:lnSpc>
            </a:pPr>
            <a:r>
              <a:rPr lang="en-US" altLang="ko-KR" sz="800" b="1" dirty="0">
                <a:latin typeface="+mj-ea"/>
                <a:ea typeface="+mj-ea"/>
              </a:rPr>
              <a:t>225,000 </a:t>
            </a:r>
            <a:r>
              <a:rPr lang="ko-KR" altLang="en-US" sz="800" b="1" dirty="0">
                <a:latin typeface="+mj-ea"/>
                <a:ea typeface="+mj-ea"/>
              </a:rPr>
              <a:t>원</a:t>
            </a:r>
          </a:p>
        </p:txBody>
      </p:sp>
      <p:pic>
        <p:nvPicPr>
          <p:cNvPr id="32" name="그림 31">
            <a:extLst>
              <a:ext uri="{FF2B5EF4-FFF2-40B4-BE49-F238E27FC236}">
                <a16:creationId xmlns:a16="http://schemas.microsoft.com/office/drawing/2014/main" id="{DFB2B792-7B91-48EF-B78F-547F1CB5E45E}"/>
              </a:ext>
            </a:extLst>
          </p:cNvPr>
          <p:cNvPicPr>
            <a:picLocks noChangeAspect="1"/>
          </p:cNvPicPr>
          <p:nvPr/>
        </p:nvPicPr>
        <p:blipFill>
          <a:blip r:embed="rId3"/>
          <a:stretch>
            <a:fillRect/>
          </a:stretch>
        </p:blipFill>
        <p:spPr>
          <a:xfrm>
            <a:off x="4459058" y="3799618"/>
            <a:ext cx="691149" cy="168573"/>
          </a:xfrm>
          <a:prstGeom prst="rect">
            <a:avLst/>
          </a:prstGeom>
        </p:spPr>
      </p:pic>
      <p:grpSp>
        <p:nvGrpSpPr>
          <p:cNvPr id="33" name="그룹 32">
            <a:extLst>
              <a:ext uri="{FF2B5EF4-FFF2-40B4-BE49-F238E27FC236}">
                <a16:creationId xmlns:a16="http://schemas.microsoft.com/office/drawing/2014/main" id="{19D749F0-45D6-4265-90D0-F1D16A31DCE0}"/>
              </a:ext>
            </a:extLst>
          </p:cNvPr>
          <p:cNvGrpSpPr/>
          <p:nvPr/>
        </p:nvGrpSpPr>
        <p:grpSpPr>
          <a:xfrm>
            <a:off x="5980477" y="2268222"/>
            <a:ext cx="1285164" cy="974136"/>
            <a:chOff x="2843808" y="1955121"/>
            <a:chExt cx="1674813" cy="596970"/>
          </a:xfrm>
          <a:solidFill>
            <a:schemeClr val="bg1">
              <a:lumMod val="95000"/>
            </a:schemeClr>
          </a:solidFill>
        </p:grpSpPr>
        <p:sp>
          <p:nvSpPr>
            <p:cNvPr id="34" name="Border">
              <a:extLst>
                <a:ext uri="{FF2B5EF4-FFF2-40B4-BE49-F238E27FC236}">
                  <a16:creationId xmlns:a16="http://schemas.microsoft.com/office/drawing/2014/main" id="{FA8A5637-6DF7-4DF0-A950-46F547E4241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5" name="Line 2">
              <a:extLst>
                <a:ext uri="{FF2B5EF4-FFF2-40B4-BE49-F238E27FC236}">
                  <a16:creationId xmlns:a16="http://schemas.microsoft.com/office/drawing/2014/main" id="{B0AEB50B-84CF-4992-8594-34A653F5092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6" name="Line 1">
              <a:extLst>
                <a:ext uri="{FF2B5EF4-FFF2-40B4-BE49-F238E27FC236}">
                  <a16:creationId xmlns:a16="http://schemas.microsoft.com/office/drawing/2014/main" id="{44AC70F4-8BB3-4D0B-A6B1-E11FA8B0211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7" name="TextBox 36">
              <a:extLst>
                <a:ext uri="{FF2B5EF4-FFF2-40B4-BE49-F238E27FC236}">
                  <a16:creationId xmlns:a16="http://schemas.microsoft.com/office/drawing/2014/main" id="{D8EC7401-400A-4C77-9576-F43AF2EF3F10}"/>
                </a:ext>
              </a:extLst>
            </p:cNvPr>
            <p:cNvSpPr txBox="1"/>
            <p:nvPr/>
          </p:nvSpPr>
          <p:spPr>
            <a:xfrm>
              <a:off x="3173700" y="2182877"/>
              <a:ext cx="1015025" cy="141458"/>
            </a:xfrm>
            <a:prstGeom prst="rect">
              <a:avLst/>
            </a:prstGeom>
            <a:solidFill>
              <a:schemeClr val="bg1"/>
            </a:solidFill>
            <a:ln>
              <a:noFill/>
            </a:ln>
          </p:spPr>
          <p:txBody>
            <a:bodyPr wrap="square" rtlCol="0">
              <a:spAutoFit/>
            </a:bodyPr>
            <a:lstStyle/>
            <a:p>
              <a:pPr algn="ctr"/>
              <a:r>
                <a:rPr lang="ko-KR" altLang="en-US" sz="900">
                  <a:solidFill>
                    <a:schemeClr val="tx1">
                      <a:lumMod val="50000"/>
                      <a:lumOff val="50000"/>
                    </a:schemeClr>
                  </a:solidFill>
                </a:rPr>
                <a:t>상품이미지</a:t>
              </a:r>
              <a:endParaRPr lang="ko-KR" altLang="en-US" sz="900" dirty="0">
                <a:solidFill>
                  <a:schemeClr val="tx1">
                    <a:lumMod val="50000"/>
                    <a:lumOff val="50000"/>
                  </a:schemeClr>
                </a:solidFill>
              </a:endParaRPr>
            </a:p>
          </p:txBody>
        </p:sp>
      </p:grpSp>
      <p:sp>
        <p:nvSpPr>
          <p:cNvPr id="38" name="Large Icons">
            <a:extLst>
              <a:ext uri="{FF2B5EF4-FFF2-40B4-BE49-F238E27FC236}">
                <a16:creationId xmlns:a16="http://schemas.microsoft.com/office/drawing/2014/main" id="{C12F7B3D-D652-4014-85E4-B609D1D7FCB4}"/>
              </a:ext>
            </a:extLst>
          </p:cNvPr>
          <p:cNvSpPr>
            <a:spLocks noChangeAspect="1" noEditPoints="1"/>
          </p:cNvSpPr>
          <p:nvPr/>
        </p:nvSpPr>
        <p:spPr bwMode="auto">
          <a:xfrm>
            <a:off x="6464503" y="2358623"/>
            <a:ext cx="317111" cy="270274"/>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39" name="직사각형 38">
            <a:extLst>
              <a:ext uri="{FF2B5EF4-FFF2-40B4-BE49-F238E27FC236}">
                <a16:creationId xmlns:a16="http://schemas.microsoft.com/office/drawing/2014/main" id="{D52797CE-3E10-4DCF-B5EE-A4FCB6E0D56F}"/>
              </a:ext>
            </a:extLst>
          </p:cNvPr>
          <p:cNvSpPr/>
          <p:nvPr/>
        </p:nvSpPr>
        <p:spPr>
          <a:xfrm>
            <a:off x="5917667" y="3308695"/>
            <a:ext cx="883575" cy="253211"/>
          </a:xfrm>
          <a:prstGeom prst="rect">
            <a:avLst/>
          </a:prstGeom>
        </p:spPr>
        <p:txBody>
          <a:bodyPr wrap="none">
            <a:spAutoFit/>
          </a:bodyPr>
          <a:lstStyle/>
          <a:p>
            <a:pPr algn="l">
              <a:lnSpc>
                <a:spcPct val="150000"/>
              </a:lnSpc>
            </a:pPr>
            <a:r>
              <a:rPr lang="ko-KR" altLang="en-US" sz="800" b="1" dirty="0">
                <a:latin typeface="+mj-ea"/>
                <a:ea typeface="+mj-ea"/>
              </a:rPr>
              <a:t>상품 제목  </a:t>
            </a:r>
            <a:r>
              <a:rPr lang="en-US" altLang="ko-KR" sz="800" b="1" dirty="0">
                <a:latin typeface="+mj-ea"/>
                <a:ea typeface="+mj-ea"/>
              </a:rPr>
              <a:t>444</a:t>
            </a:r>
            <a:endParaRPr lang="ko-KR" altLang="en-US" sz="800" b="1" dirty="0">
              <a:latin typeface="+mj-ea"/>
              <a:ea typeface="+mj-ea"/>
            </a:endParaRPr>
          </a:p>
        </p:txBody>
      </p:sp>
      <p:sp>
        <p:nvSpPr>
          <p:cNvPr id="40" name="직사각형 39">
            <a:extLst>
              <a:ext uri="{FF2B5EF4-FFF2-40B4-BE49-F238E27FC236}">
                <a16:creationId xmlns:a16="http://schemas.microsoft.com/office/drawing/2014/main" id="{7284C27A-5E75-4BFB-9633-A6D9D65C1CEE}"/>
              </a:ext>
            </a:extLst>
          </p:cNvPr>
          <p:cNvSpPr/>
          <p:nvPr/>
        </p:nvSpPr>
        <p:spPr>
          <a:xfrm>
            <a:off x="5910440" y="3523609"/>
            <a:ext cx="707245" cy="253211"/>
          </a:xfrm>
          <a:prstGeom prst="rect">
            <a:avLst/>
          </a:prstGeom>
        </p:spPr>
        <p:txBody>
          <a:bodyPr wrap="none">
            <a:spAutoFit/>
          </a:bodyPr>
          <a:lstStyle/>
          <a:p>
            <a:pPr algn="l">
              <a:lnSpc>
                <a:spcPct val="150000"/>
              </a:lnSpc>
            </a:pPr>
            <a:r>
              <a:rPr lang="en-US" altLang="ko-KR" sz="800" b="1" dirty="0">
                <a:latin typeface="+mj-ea"/>
                <a:ea typeface="+mj-ea"/>
              </a:rPr>
              <a:t>225,000 </a:t>
            </a:r>
            <a:r>
              <a:rPr lang="ko-KR" altLang="en-US" sz="800" b="1" dirty="0">
                <a:latin typeface="+mj-ea"/>
                <a:ea typeface="+mj-ea"/>
              </a:rPr>
              <a:t>원</a:t>
            </a:r>
          </a:p>
        </p:txBody>
      </p:sp>
      <p:pic>
        <p:nvPicPr>
          <p:cNvPr id="41" name="그림 40">
            <a:extLst>
              <a:ext uri="{FF2B5EF4-FFF2-40B4-BE49-F238E27FC236}">
                <a16:creationId xmlns:a16="http://schemas.microsoft.com/office/drawing/2014/main" id="{0A55A7F6-CFC8-44DD-807B-03DCEF622411}"/>
              </a:ext>
            </a:extLst>
          </p:cNvPr>
          <p:cNvPicPr>
            <a:picLocks noChangeAspect="1"/>
          </p:cNvPicPr>
          <p:nvPr/>
        </p:nvPicPr>
        <p:blipFill>
          <a:blip r:embed="rId3"/>
          <a:stretch>
            <a:fillRect/>
          </a:stretch>
        </p:blipFill>
        <p:spPr>
          <a:xfrm>
            <a:off x="5980092" y="3779146"/>
            <a:ext cx="691149" cy="168573"/>
          </a:xfrm>
          <a:prstGeom prst="rect">
            <a:avLst/>
          </a:prstGeom>
        </p:spPr>
      </p:pic>
      <p:grpSp>
        <p:nvGrpSpPr>
          <p:cNvPr id="42" name="그룹 41">
            <a:extLst>
              <a:ext uri="{FF2B5EF4-FFF2-40B4-BE49-F238E27FC236}">
                <a16:creationId xmlns:a16="http://schemas.microsoft.com/office/drawing/2014/main" id="{3447FB54-2B0D-4A40-99AA-E446FE295BAF}"/>
              </a:ext>
            </a:extLst>
          </p:cNvPr>
          <p:cNvGrpSpPr/>
          <p:nvPr/>
        </p:nvGrpSpPr>
        <p:grpSpPr>
          <a:xfrm>
            <a:off x="7444753" y="2268222"/>
            <a:ext cx="1285164" cy="974136"/>
            <a:chOff x="2843808" y="1955121"/>
            <a:chExt cx="1674813" cy="596970"/>
          </a:xfrm>
          <a:solidFill>
            <a:schemeClr val="bg1">
              <a:lumMod val="95000"/>
            </a:schemeClr>
          </a:solidFill>
        </p:grpSpPr>
        <p:sp>
          <p:nvSpPr>
            <p:cNvPr id="43" name="Border">
              <a:extLst>
                <a:ext uri="{FF2B5EF4-FFF2-40B4-BE49-F238E27FC236}">
                  <a16:creationId xmlns:a16="http://schemas.microsoft.com/office/drawing/2014/main" id="{A0EF99A7-93A8-4E29-AA8D-3D15B6787069}"/>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4" name="Line 2">
              <a:extLst>
                <a:ext uri="{FF2B5EF4-FFF2-40B4-BE49-F238E27FC236}">
                  <a16:creationId xmlns:a16="http://schemas.microsoft.com/office/drawing/2014/main" id="{542A1B3B-D040-462B-B250-7D6117DAAF4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5" name="Line 1">
              <a:extLst>
                <a:ext uri="{FF2B5EF4-FFF2-40B4-BE49-F238E27FC236}">
                  <a16:creationId xmlns:a16="http://schemas.microsoft.com/office/drawing/2014/main" id="{F0DF505D-7E5B-47F9-9C7B-D9460E1A751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6" name="TextBox 45">
              <a:extLst>
                <a:ext uri="{FF2B5EF4-FFF2-40B4-BE49-F238E27FC236}">
                  <a16:creationId xmlns:a16="http://schemas.microsoft.com/office/drawing/2014/main" id="{7504CB2E-E123-480D-A031-A4A8DA3AB348}"/>
                </a:ext>
              </a:extLst>
            </p:cNvPr>
            <p:cNvSpPr txBox="1"/>
            <p:nvPr/>
          </p:nvSpPr>
          <p:spPr>
            <a:xfrm>
              <a:off x="3173700" y="2182877"/>
              <a:ext cx="1015025" cy="141458"/>
            </a:xfrm>
            <a:prstGeom prst="rect">
              <a:avLst/>
            </a:prstGeom>
            <a:solidFill>
              <a:schemeClr val="bg1"/>
            </a:solidFill>
            <a:ln>
              <a:noFill/>
            </a:ln>
          </p:spPr>
          <p:txBody>
            <a:bodyPr wrap="square" rtlCol="0">
              <a:spAutoFit/>
            </a:bodyPr>
            <a:lstStyle/>
            <a:p>
              <a:pPr algn="ctr"/>
              <a:r>
                <a:rPr lang="ko-KR" altLang="en-US" sz="900">
                  <a:solidFill>
                    <a:schemeClr val="tx1">
                      <a:lumMod val="50000"/>
                      <a:lumOff val="50000"/>
                    </a:schemeClr>
                  </a:solidFill>
                </a:rPr>
                <a:t>상품이미지</a:t>
              </a:r>
              <a:endParaRPr lang="ko-KR" altLang="en-US" sz="900" dirty="0">
                <a:solidFill>
                  <a:schemeClr val="tx1">
                    <a:lumMod val="50000"/>
                    <a:lumOff val="50000"/>
                  </a:schemeClr>
                </a:solidFill>
              </a:endParaRPr>
            </a:p>
          </p:txBody>
        </p:sp>
      </p:grpSp>
      <p:sp>
        <p:nvSpPr>
          <p:cNvPr id="47" name="Large Icons">
            <a:extLst>
              <a:ext uri="{FF2B5EF4-FFF2-40B4-BE49-F238E27FC236}">
                <a16:creationId xmlns:a16="http://schemas.microsoft.com/office/drawing/2014/main" id="{2B8C37F4-4998-42AF-9446-3616647F4F66}"/>
              </a:ext>
            </a:extLst>
          </p:cNvPr>
          <p:cNvSpPr>
            <a:spLocks noChangeAspect="1" noEditPoints="1"/>
          </p:cNvSpPr>
          <p:nvPr/>
        </p:nvSpPr>
        <p:spPr bwMode="auto">
          <a:xfrm>
            <a:off x="7928779" y="2358623"/>
            <a:ext cx="317111" cy="270274"/>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48" name="직사각형 47">
            <a:extLst>
              <a:ext uri="{FF2B5EF4-FFF2-40B4-BE49-F238E27FC236}">
                <a16:creationId xmlns:a16="http://schemas.microsoft.com/office/drawing/2014/main" id="{C8C5CDF4-D015-4450-B01B-05C7B0DCAAF7}"/>
              </a:ext>
            </a:extLst>
          </p:cNvPr>
          <p:cNvSpPr/>
          <p:nvPr/>
        </p:nvSpPr>
        <p:spPr>
          <a:xfrm>
            <a:off x="7381943" y="3308695"/>
            <a:ext cx="846707" cy="253211"/>
          </a:xfrm>
          <a:prstGeom prst="rect">
            <a:avLst/>
          </a:prstGeom>
        </p:spPr>
        <p:txBody>
          <a:bodyPr wrap="none">
            <a:spAutoFit/>
          </a:bodyPr>
          <a:lstStyle/>
          <a:p>
            <a:pPr algn="l">
              <a:lnSpc>
                <a:spcPct val="150000"/>
              </a:lnSpc>
            </a:pPr>
            <a:r>
              <a:rPr lang="ko-KR" altLang="en-US" sz="800" b="1" dirty="0">
                <a:latin typeface="+mj-ea"/>
                <a:ea typeface="+mj-ea"/>
              </a:rPr>
              <a:t>상품 제목 </a:t>
            </a:r>
            <a:r>
              <a:rPr lang="en-US" altLang="ko-KR" sz="800" b="1" dirty="0">
                <a:latin typeface="+mj-ea"/>
                <a:ea typeface="+mj-ea"/>
              </a:rPr>
              <a:t>555</a:t>
            </a:r>
            <a:endParaRPr lang="ko-KR" altLang="en-US" sz="800" b="1" dirty="0">
              <a:latin typeface="+mj-ea"/>
              <a:ea typeface="+mj-ea"/>
            </a:endParaRPr>
          </a:p>
        </p:txBody>
      </p:sp>
      <p:sp>
        <p:nvSpPr>
          <p:cNvPr id="49" name="직사각형 48">
            <a:extLst>
              <a:ext uri="{FF2B5EF4-FFF2-40B4-BE49-F238E27FC236}">
                <a16:creationId xmlns:a16="http://schemas.microsoft.com/office/drawing/2014/main" id="{D936E740-59B2-4916-94E8-67692E937FF6}"/>
              </a:ext>
            </a:extLst>
          </p:cNvPr>
          <p:cNvSpPr/>
          <p:nvPr/>
        </p:nvSpPr>
        <p:spPr>
          <a:xfrm>
            <a:off x="7374716" y="3523609"/>
            <a:ext cx="707245" cy="253211"/>
          </a:xfrm>
          <a:prstGeom prst="rect">
            <a:avLst/>
          </a:prstGeom>
        </p:spPr>
        <p:txBody>
          <a:bodyPr wrap="none">
            <a:spAutoFit/>
          </a:bodyPr>
          <a:lstStyle/>
          <a:p>
            <a:pPr algn="l">
              <a:lnSpc>
                <a:spcPct val="150000"/>
              </a:lnSpc>
            </a:pPr>
            <a:r>
              <a:rPr lang="en-US" altLang="ko-KR" sz="800" b="1" dirty="0">
                <a:latin typeface="+mj-ea"/>
                <a:ea typeface="+mj-ea"/>
              </a:rPr>
              <a:t>225,000 </a:t>
            </a:r>
            <a:r>
              <a:rPr lang="ko-KR" altLang="en-US" sz="800" b="1" dirty="0">
                <a:latin typeface="+mj-ea"/>
                <a:ea typeface="+mj-ea"/>
              </a:rPr>
              <a:t>원</a:t>
            </a:r>
          </a:p>
        </p:txBody>
      </p:sp>
      <p:grpSp>
        <p:nvGrpSpPr>
          <p:cNvPr id="54" name="그룹 53">
            <a:extLst>
              <a:ext uri="{FF2B5EF4-FFF2-40B4-BE49-F238E27FC236}">
                <a16:creationId xmlns:a16="http://schemas.microsoft.com/office/drawing/2014/main" id="{292E53ED-3662-4C3B-AB6B-08DC533609E8}"/>
              </a:ext>
            </a:extLst>
          </p:cNvPr>
          <p:cNvGrpSpPr/>
          <p:nvPr/>
        </p:nvGrpSpPr>
        <p:grpSpPr>
          <a:xfrm>
            <a:off x="1422364" y="4275181"/>
            <a:ext cx="1285164" cy="974136"/>
            <a:chOff x="2843808" y="1955121"/>
            <a:chExt cx="1674813" cy="596970"/>
          </a:xfrm>
          <a:solidFill>
            <a:schemeClr val="bg1">
              <a:lumMod val="95000"/>
            </a:schemeClr>
          </a:solidFill>
        </p:grpSpPr>
        <p:sp>
          <p:nvSpPr>
            <p:cNvPr id="55" name="Border">
              <a:extLst>
                <a:ext uri="{FF2B5EF4-FFF2-40B4-BE49-F238E27FC236}">
                  <a16:creationId xmlns:a16="http://schemas.microsoft.com/office/drawing/2014/main" id="{EA7EFE79-F5E5-4087-9AE2-4D781B0BD146}"/>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6" name="Line 2">
              <a:extLst>
                <a:ext uri="{FF2B5EF4-FFF2-40B4-BE49-F238E27FC236}">
                  <a16:creationId xmlns:a16="http://schemas.microsoft.com/office/drawing/2014/main" id="{EF8E890A-BAE3-4784-BE87-9D19225C538E}"/>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7" name="Line 1">
              <a:extLst>
                <a:ext uri="{FF2B5EF4-FFF2-40B4-BE49-F238E27FC236}">
                  <a16:creationId xmlns:a16="http://schemas.microsoft.com/office/drawing/2014/main" id="{7F7717A7-9C1D-48C6-8625-40CDB848CB4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8" name="TextBox 57">
              <a:extLst>
                <a:ext uri="{FF2B5EF4-FFF2-40B4-BE49-F238E27FC236}">
                  <a16:creationId xmlns:a16="http://schemas.microsoft.com/office/drawing/2014/main" id="{47730183-A289-4E4B-86E8-6812451AA244}"/>
                </a:ext>
              </a:extLst>
            </p:cNvPr>
            <p:cNvSpPr txBox="1"/>
            <p:nvPr/>
          </p:nvSpPr>
          <p:spPr>
            <a:xfrm>
              <a:off x="3173700" y="2182877"/>
              <a:ext cx="1015025" cy="141458"/>
            </a:xfrm>
            <a:prstGeom prst="rect">
              <a:avLst/>
            </a:prstGeom>
            <a:solidFill>
              <a:schemeClr val="bg1"/>
            </a:solidFill>
            <a:ln>
              <a:noFill/>
            </a:ln>
          </p:spPr>
          <p:txBody>
            <a:bodyPr wrap="square" rtlCol="0">
              <a:spAutoFit/>
            </a:bodyPr>
            <a:lstStyle/>
            <a:p>
              <a:pPr algn="ctr"/>
              <a:r>
                <a:rPr lang="ko-KR" altLang="en-US" sz="900">
                  <a:solidFill>
                    <a:schemeClr val="tx1">
                      <a:lumMod val="50000"/>
                      <a:lumOff val="50000"/>
                    </a:schemeClr>
                  </a:solidFill>
                </a:rPr>
                <a:t>상품이미지</a:t>
              </a:r>
              <a:endParaRPr lang="ko-KR" altLang="en-US" sz="900" dirty="0">
                <a:solidFill>
                  <a:schemeClr val="tx1">
                    <a:lumMod val="50000"/>
                    <a:lumOff val="50000"/>
                  </a:schemeClr>
                </a:solidFill>
              </a:endParaRPr>
            </a:p>
          </p:txBody>
        </p:sp>
      </p:grpSp>
      <p:sp>
        <p:nvSpPr>
          <p:cNvPr id="59" name="Large Icons">
            <a:extLst>
              <a:ext uri="{FF2B5EF4-FFF2-40B4-BE49-F238E27FC236}">
                <a16:creationId xmlns:a16="http://schemas.microsoft.com/office/drawing/2014/main" id="{A4401F13-6747-4FE1-939C-768437455485}"/>
              </a:ext>
            </a:extLst>
          </p:cNvPr>
          <p:cNvSpPr>
            <a:spLocks noChangeAspect="1" noEditPoints="1"/>
          </p:cNvSpPr>
          <p:nvPr/>
        </p:nvSpPr>
        <p:spPr bwMode="auto">
          <a:xfrm>
            <a:off x="1906390" y="4365582"/>
            <a:ext cx="317111" cy="270274"/>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60" name="직사각형 59">
            <a:extLst>
              <a:ext uri="{FF2B5EF4-FFF2-40B4-BE49-F238E27FC236}">
                <a16:creationId xmlns:a16="http://schemas.microsoft.com/office/drawing/2014/main" id="{40BC2CD5-1FB2-4301-8F5C-BE01CBE99C52}"/>
              </a:ext>
            </a:extLst>
          </p:cNvPr>
          <p:cNvSpPr/>
          <p:nvPr/>
        </p:nvSpPr>
        <p:spPr>
          <a:xfrm>
            <a:off x="1359554" y="5315654"/>
            <a:ext cx="846707" cy="253211"/>
          </a:xfrm>
          <a:prstGeom prst="rect">
            <a:avLst/>
          </a:prstGeom>
        </p:spPr>
        <p:txBody>
          <a:bodyPr wrap="none">
            <a:spAutoFit/>
          </a:bodyPr>
          <a:lstStyle/>
          <a:p>
            <a:pPr algn="l">
              <a:lnSpc>
                <a:spcPct val="150000"/>
              </a:lnSpc>
            </a:pPr>
            <a:r>
              <a:rPr lang="ko-KR" altLang="en-US" sz="800" b="1" dirty="0">
                <a:latin typeface="+mj-ea"/>
                <a:ea typeface="+mj-ea"/>
              </a:rPr>
              <a:t>상품 제목 </a:t>
            </a:r>
            <a:r>
              <a:rPr lang="en-US" altLang="ko-KR" sz="800" b="1" dirty="0">
                <a:latin typeface="+mj-ea"/>
                <a:ea typeface="+mj-ea"/>
              </a:rPr>
              <a:t>111</a:t>
            </a:r>
            <a:endParaRPr lang="ko-KR" altLang="en-US" sz="800" b="1" dirty="0">
              <a:latin typeface="+mj-ea"/>
              <a:ea typeface="+mj-ea"/>
            </a:endParaRPr>
          </a:p>
        </p:txBody>
      </p:sp>
      <p:sp>
        <p:nvSpPr>
          <p:cNvPr id="61" name="직사각형 60">
            <a:extLst>
              <a:ext uri="{FF2B5EF4-FFF2-40B4-BE49-F238E27FC236}">
                <a16:creationId xmlns:a16="http://schemas.microsoft.com/office/drawing/2014/main" id="{8C3D8A81-08DF-43FB-BAAE-59AB6FCDD327}"/>
              </a:ext>
            </a:extLst>
          </p:cNvPr>
          <p:cNvSpPr/>
          <p:nvPr/>
        </p:nvSpPr>
        <p:spPr>
          <a:xfrm>
            <a:off x="1352327" y="5530568"/>
            <a:ext cx="707245" cy="253211"/>
          </a:xfrm>
          <a:prstGeom prst="rect">
            <a:avLst/>
          </a:prstGeom>
        </p:spPr>
        <p:txBody>
          <a:bodyPr wrap="none">
            <a:spAutoFit/>
          </a:bodyPr>
          <a:lstStyle/>
          <a:p>
            <a:pPr algn="l">
              <a:lnSpc>
                <a:spcPct val="150000"/>
              </a:lnSpc>
            </a:pPr>
            <a:r>
              <a:rPr lang="en-US" altLang="ko-KR" sz="800" b="1" dirty="0">
                <a:latin typeface="+mj-ea"/>
                <a:ea typeface="+mj-ea"/>
              </a:rPr>
              <a:t>225,000 </a:t>
            </a:r>
            <a:r>
              <a:rPr lang="ko-KR" altLang="en-US" sz="800" b="1" dirty="0">
                <a:latin typeface="+mj-ea"/>
                <a:ea typeface="+mj-ea"/>
              </a:rPr>
              <a:t>원</a:t>
            </a:r>
          </a:p>
        </p:txBody>
      </p:sp>
      <p:pic>
        <p:nvPicPr>
          <p:cNvPr id="62" name="그림 61">
            <a:extLst>
              <a:ext uri="{FF2B5EF4-FFF2-40B4-BE49-F238E27FC236}">
                <a16:creationId xmlns:a16="http://schemas.microsoft.com/office/drawing/2014/main" id="{0157076C-7A9A-41BB-8DCE-BC443D9A10E9}"/>
              </a:ext>
            </a:extLst>
          </p:cNvPr>
          <p:cNvPicPr>
            <a:picLocks noChangeAspect="1"/>
          </p:cNvPicPr>
          <p:nvPr/>
        </p:nvPicPr>
        <p:blipFill>
          <a:blip r:embed="rId3"/>
          <a:stretch>
            <a:fillRect/>
          </a:stretch>
        </p:blipFill>
        <p:spPr>
          <a:xfrm>
            <a:off x="1421979" y="5786105"/>
            <a:ext cx="691149" cy="168573"/>
          </a:xfrm>
          <a:prstGeom prst="rect">
            <a:avLst/>
          </a:prstGeom>
        </p:spPr>
      </p:pic>
      <p:grpSp>
        <p:nvGrpSpPr>
          <p:cNvPr id="63" name="그룹 62">
            <a:extLst>
              <a:ext uri="{FF2B5EF4-FFF2-40B4-BE49-F238E27FC236}">
                <a16:creationId xmlns:a16="http://schemas.microsoft.com/office/drawing/2014/main" id="{A3D41758-BC44-4D02-8F0F-A2940F83B5B2}"/>
              </a:ext>
            </a:extLst>
          </p:cNvPr>
          <p:cNvGrpSpPr/>
          <p:nvPr/>
        </p:nvGrpSpPr>
        <p:grpSpPr>
          <a:xfrm>
            <a:off x="2938409" y="4275181"/>
            <a:ext cx="1285164" cy="974136"/>
            <a:chOff x="2843808" y="1955121"/>
            <a:chExt cx="1674813" cy="596970"/>
          </a:xfrm>
          <a:solidFill>
            <a:schemeClr val="bg1">
              <a:lumMod val="95000"/>
            </a:schemeClr>
          </a:solidFill>
        </p:grpSpPr>
        <p:sp>
          <p:nvSpPr>
            <p:cNvPr id="64" name="Border">
              <a:extLst>
                <a:ext uri="{FF2B5EF4-FFF2-40B4-BE49-F238E27FC236}">
                  <a16:creationId xmlns:a16="http://schemas.microsoft.com/office/drawing/2014/main" id="{1734BA17-63B7-407E-BC75-8994EE35F14B}"/>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5" name="Line 2">
              <a:extLst>
                <a:ext uri="{FF2B5EF4-FFF2-40B4-BE49-F238E27FC236}">
                  <a16:creationId xmlns:a16="http://schemas.microsoft.com/office/drawing/2014/main" id="{50850F71-2C59-4836-B543-39A216C0935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6" name="Line 1">
              <a:extLst>
                <a:ext uri="{FF2B5EF4-FFF2-40B4-BE49-F238E27FC236}">
                  <a16:creationId xmlns:a16="http://schemas.microsoft.com/office/drawing/2014/main" id="{E05A5CCD-50D5-4AB5-8AC4-85E5B4D7BD1D}"/>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7" name="TextBox 66">
              <a:extLst>
                <a:ext uri="{FF2B5EF4-FFF2-40B4-BE49-F238E27FC236}">
                  <a16:creationId xmlns:a16="http://schemas.microsoft.com/office/drawing/2014/main" id="{19983B59-A2B6-41BA-AD58-6260C47D8622}"/>
                </a:ext>
              </a:extLst>
            </p:cNvPr>
            <p:cNvSpPr txBox="1"/>
            <p:nvPr/>
          </p:nvSpPr>
          <p:spPr>
            <a:xfrm>
              <a:off x="3173700" y="2182877"/>
              <a:ext cx="1015025" cy="141458"/>
            </a:xfrm>
            <a:prstGeom prst="rect">
              <a:avLst/>
            </a:prstGeom>
            <a:solidFill>
              <a:schemeClr val="bg1"/>
            </a:solidFill>
            <a:ln>
              <a:noFill/>
            </a:ln>
          </p:spPr>
          <p:txBody>
            <a:bodyPr wrap="square" rtlCol="0">
              <a:spAutoFit/>
            </a:bodyPr>
            <a:lstStyle/>
            <a:p>
              <a:pPr algn="ctr"/>
              <a:r>
                <a:rPr lang="ko-KR" altLang="en-US" sz="900">
                  <a:solidFill>
                    <a:schemeClr val="tx1">
                      <a:lumMod val="50000"/>
                      <a:lumOff val="50000"/>
                    </a:schemeClr>
                  </a:solidFill>
                </a:rPr>
                <a:t>상품이미지</a:t>
              </a:r>
              <a:endParaRPr lang="ko-KR" altLang="en-US" sz="900" dirty="0">
                <a:solidFill>
                  <a:schemeClr val="tx1">
                    <a:lumMod val="50000"/>
                    <a:lumOff val="50000"/>
                  </a:schemeClr>
                </a:solidFill>
              </a:endParaRPr>
            </a:p>
          </p:txBody>
        </p:sp>
      </p:grpSp>
      <p:sp>
        <p:nvSpPr>
          <p:cNvPr id="68" name="Large Icons">
            <a:extLst>
              <a:ext uri="{FF2B5EF4-FFF2-40B4-BE49-F238E27FC236}">
                <a16:creationId xmlns:a16="http://schemas.microsoft.com/office/drawing/2014/main" id="{C9212FA0-AAB2-4F32-902D-6DFD6C0DC496}"/>
              </a:ext>
            </a:extLst>
          </p:cNvPr>
          <p:cNvSpPr>
            <a:spLocks noChangeAspect="1" noEditPoints="1"/>
          </p:cNvSpPr>
          <p:nvPr/>
        </p:nvSpPr>
        <p:spPr bwMode="auto">
          <a:xfrm>
            <a:off x="3422435" y="4365582"/>
            <a:ext cx="317111" cy="270274"/>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69" name="직사각형 68">
            <a:extLst>
              <a:ext uri="{FF2B5EF4-FFF2-40B4-BE49-F238E27FC236}">
                <a16:creationId xmlns:a16="http://schemas.microsoft.com/office/drawing/2014/main" id="{CA0C62AD-51F9-48B7-8986-56E22B6260E6}"/>
              </a:ext>
            </a:extLst>
          </p:cNvPr>
          <p:cNvSpPr/>
          <p:nvPr/>
        </p:nvSpPr>
        <p:spPr>
          <a:xfrm>
            <a:off x="2875599" y="5315654"/>
            <a:ext cx="883575" cy="253211"/>
          </a:xfrm>
          <a:prstGeom prst="rect">
            <a:avLst/>
          </a:prstGeom>
        </p:spPr>
        <p:txBody>
          <a:bodyPr wrap="none">
            <a:spAutoFit/>
          </a:bodyPr>
          <a:lstStyle/>
          <a:p>
            <a:pPr algn="l">
              <a:lnSpc>
                <a:spcPct val="150000"/>
              </a:lnSpc>
            </a:pPr>
            <a:r>
              <a:rPr lang="ko-KR" altLang="en-US" sz="800" b="1" dirty="0">
                <a:latin typeface="+mj-ea"/>
                <a:ea typeface="+mj-ea"/>
              </a:rPr>
              <a:t>상품 제목  </a:t>
            </a:r>
            <a:r>
              <a:rPr lang="en-US" altLang="ko-KR" sz="800" b="1" dirty="0">
                <a:latin typeface="+mj-ea"/>
                <a:ea typeface="+mj-ea"/>
              </a:rPr>
              <a:t>222</a:t>
            </a:r>
            <a:endParaRPr lang="ko-KR" altLang="en-US" sz="800" b="1" dirty="0">
              <a:latin typeface="+mj-ea"/>
              <a:ea typeface="+mj-ea"/>
            </a:endParaRPr>
          </a:p>
        </p:txBody>
      </p:sp>
      <p:sp>
        <p:nvSpPr>
          <p:cNvPr id="70" name="직사각형 69">
            <a:extLst>
              <a:ext uri="{FF2B5EF4-FFF2-40B4-BE49-F238E27FC236}">
                <a16:creationId xmlns:a16="http://schemas.microsoft.com/office/drawing/2014/main" id="{A8AA5906-7677-40AE-AFA8-A716315DEFFB}"/>
              </a:ext>
            </a:extLst>
          </p:cNvPr>
          <p:cNvSpPr/>
          <p:nvPr/>
        </p:nvSpPr>
        <p:spPr>
          <a:xfrm>
            <a:off x="2868372" y="5530568"/>
            <a:ext cx="707245" cy="253211"/>
          </a:xfrm>
          <a:prstGeom prst="rect">
            <a:avLst/>
          </a:prstGeom>
        </p:spPr>
        <p:txBody>
          <a:bodyPr wrap="none">
            <a:spAutoFit/>
          </a:bodyPr>
          <a:lstStyle/>
          <a:p>
            <a:pPr algn="l">
              <a:lnSpc>
                <a:spcPct val="150000"/>
              </a:lnSpc>
            </a:pPr>
            <a:r>
              <a:rPr lang="en-US" altLang="ko-KR" sz="800" b="1" dirty="0">
                <a:latin typeface="+mj-ea"/>
                <a:ea typeface="+mj-ea"/>
              </a:rPr>
              <a:t>225,000 </a:t>
            </a:r>
            <a:r>
              <a:rPr lang="ko-KR" altLang="en-US" sz="800" b="1" dirty="0">
                <a:latin typeface="+mj-ea"/>
                <a:ea typeface="+mj-ea"/>
              </a:rPr>
              <a:t>원</a:t>
            </a:r>
          </a:p>
        </p:txBody>
      </p:sp>
      <p:grpSp>
        <p:nvGrpSpPr>
          <p:cNvPr id="71" name="그룹 70">
            <a:extLst>
              <a:ext uri="{FF2B5EF4-FFF2-40B4-BE49-F238E27FC236}">
                <a16:creationId xmlns:a16="http://schemas.microsoft.com/office/drawing/2014/main" id="{0653CFB5-10EB-4CA9-B03F-B6067EBC1FD1}"/>
              </a:ext>
            </a:extLst>
          </p:cNvPr>
          <p:cNvGrpSpPr/>
          <p:nvPr/>
        </p:nvGrpSpPr>
        <p:grpSpPr>
          <a:xfrm>
            <a:off x="4454069" y="4275181"/>
            <a:ext cx="1285164" cy="974136"/>
            <a:chOff x="2843808" y="1955121"/>
            <a:chExt cx="1674813" cy="596970"/>
          </a:xfrm>
          <a:solidFill>
            <a:schemeClr val="bg1">
              <a:lumMod val="95000"/>
            </a:schemeClr>
          </a:solidFill>
        </p:grpSpPr>
        <p:sp>
          <p:nvSpPr>
            <p:cNvPr id="72" name="Border">
              <a:extLst>
                <a:ext uri="{FF2B5EF4-FFF2-40B4-BE49-F238E27FC236}">
                  <a16:creationId xmlns:a16="http://schemas.microsoft.com/office/drawing/2014/main" id="{E3894E07-236D-47F1-B510-5C1DE2B3B14E}"/>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3" name="Line 2">
              <a:extLst>
                <a:ext uri="{FF2B5EF4-FFF2-40B4-BE49-F238E27FC236}">
                  <a16:creationId xmlns:a16="http://schemas.microsoft.com/office/drawing/2014/main" id="{514113F7-D043-4337-ADC3-6A5032EB997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4" name="Line 1">
              <a:extLst>
                <a:ext uri="{FF2B5EF4-FFF2-40B4-BE49-F238E27FC236}">
                  <a16:creationId xmlns:a16="http://schemas.microsoft.com/office/drawing/2014/main" id="{D794F463-D64A-436C-89E7-7A5BA3B1A884}"/>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5" name="TextBox 74">
              <a:extLst>
                <a:ext uri="{FF2B5EF4-FFF2-40B4-BE49-F238E27FC236}">
                  <a16:creationId xmlns:a16="http://schemas.microsoft.com/office/drawing/2014/main" id="{36FA8044-0C85-4136-B318-7BABF8BE62A6}"/>
                </a:ext>
              </a:extLst>
            </p:cNvPr>
            <p:cNvSpPr txBox="1"/>
            <p:nvPr/>
          </p:nvSpPr>
          <p:spPr>
            <a:xfrm>
              <a:off x="3173700" y="2182877"/>
              <a:ext cx="1015025" cy="141458"/>
            </a:xfrm>
            <a:prstGeom prst="rect">
              <a:avLst/>
            </a:prstGeom>
            <a:solidFill>
              <a:schemeClr val="bg1"/>
            </a:solidFill>
            <a:ln>
              <a:noFill/>
            </a:ln>
          </p:spPr>
          <p:txBody>
            <a:bodyPr wrap="square" rtlCol="0">
              <a:spAutoFit/>
            </a:bodyPr>
            <a:lstStyle/>
            <a:p>
              <a:pPr algn="ctr"/>
              <a:r>
                <a:rPr lang="ko-KR" altLang="en-US" sz="900">
                  <a:solidFill>
                    <a:schemeClr val="tx1">
                      <a:lumMod val="50000"/>
                      <a:lumOff val="50000"/>
                    </a:schemeClr>
                  </a:solidFill>
                </a:rPr>
                <a:t>상품이미지</a:t>
              </a:r>
              <a:endParaRPr lang="ko-KR" altLang="en-US" sz="900" dirty="0">
                <a:solidFill>
                  <a:schemeClr val="tx1">
                    <a:lumMod val="50000"/>
                    <a:lumOff val="50000"/>
                  </a:schemeClr>
                </a:solidFill>
              </a:endParaRPr>
            </a:p>
          </p:txBody>
        </p:sp>
      </p:grpSp>
      <p:sp>
        <p:nvSpPr>
          <p:cNvPr id="76" name="Large Icons">
            <a:extLst>
              <a:ext uri="{FF2B5EF4-FFF2-40B4-BE49-F238E27FC236}">
                <a16:creationId xmlns:a16="http://schemas.microsoft.com/office/drawing/2014/main" id="{B27FF4BB-AB6A-46D3-8866-14A8DD081FD7}"/>
              </a:ext>
            </a:extLst>
          </p:cNvPr>
          <p:cNvSpPr>
            <a:spLocks noChangeAspect="1" noEditPoints="1"/>
          </p:cNvSpPr>
          <p:nvPr/>
        </p:nvSpPr>
        <p:spPr bwMode="auto">
          <a:xfrm>
            <a:off x="4938095" y="4365582"/>
            <a:ext cx="317111" cy="270274"/>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77" name="직사각형 76">
            <a:extLst>
              <a:ext uri="{FF2B5EF4-FFF2-40B4-BE49-F238E27FC236}">
                <a16:creationId xmlns:a16="http://schemas.microsoft.com/office/drawing/2014/main" id="{887B7CFB-1804-4259-98BB-4FBDECECE8BF}"/>
              </a:ext>
            </a:extLst>
          </p:cNvPr>
          <p:cNvSpPr/>
          <p:nvPr/>
        </p:nvSpPr>
        <p:spPr>
          <a:xfrm>
            <a:off x="4391259" y="5315654"/>
            <a:ext cx="883575" cy="253211"/>
          </a:xfrm>
          <a:prstGeom prst="rect">
            <a:avLst/>
          </a:prstGeom>
        </p:spPr>
        <p:txBody>
          <a:bodyPr wrap="none">
            <a:spAutoFit/>
          </a:bodyPr>
          <a:lstStyle/>
          <a:p>
            <a:pPr algn="l">
              <a:lnSpc>
                <a:spcPct val="150000"/>
              </a:lnSpc>
            </a:pPr>
            <a:r>
              <a:rPr lang="ko-KR" altLang="en-US" sz="800" b="1" dirty="0">
                <a:latin typeface="+mj-ea"/>
                <a:ea typeface="+mj-ea"/>
              </a:rPr>
              <a:t>상품 제목  </a:t>
            </a:r>
            <a:r>
              <a:rPr lang="en-US" altLang="ko-KR" sz="800" b="1" dirty="0">
                <a:latin typeface="+mj-ea"/>
                <a:ea typeface="+mj-ea"/>
              </a:rPr>
              <a:t>333</a:t>
            </a:r>
            <a:endParaRPr lang="ko-KR" altLang="en-US" sz="800" b="1" dirty="0">
              <a:latin typeface="+mj-ea"/>
              <a:ea typeface="+mj-ea"/>
            </a:endParaRPr>
          </a:p>
        </p:txBody>
      </p:sp>
      <p:sp>
        <p:nvSpPr>
          <p:cNvPr id="78" name="직사각형 77">
            <a:extLst>
              <a:ext uri="{FF2B5EF4-FFF2-40B4-BE49-F238E27FC236}">
                <a16:creationId xmlns:a16="http://schemas.microsoft.com/office/drawing/2014/main" id="{93BE30AB-3B60-4FBE-80B3-4C1FF34E033C}"/>
              </a:ext>
            </a:extLst>
          </p:cNvPr>
          <p:cNvSpPr/>
          <p:nvPr/>
        </p:nvSpPr>
        <p:spPr>
          <a:xfrm>
            <a:off x="4384032" y="5530568"/>
            <a:ext cx="707245" cy="253211"/>
          </a:xfrm>
          <a:prstGeom prst="rect">
            <a:avLst/>
          </a:prstGeom>
        </p:spPr>
        <p:txBody>
          <a:bodyPr wrap="none">
            <a:spAutoFit/>
          </a:bodyPr>
          <a:lstStyle/>
          <a:p>
            <a:pPr algn="l">
              <a:lnSpc>
                <a:spcPct val="150000"/>
              </a:lnSpc>
            </a:pPr>
            <a:r>
              <a:rPr lang="en-US" altLang="ko-KR" sz="800" b="1" dirty="0">
                <a:latin typeface="+mj-ea"/>
                <a:ea typeface="+mj-ea"/>
              </a:rPr>
              <a:t>225,000 </a:t>
            </a:r>
            <a:r>
              <a:rPr lang="ko-KR" altLang="en-US" sz="800" b="1" dirty="0">
                <a:latin typeface="+mj-ea"/>
                <a:ea typeface="+mj-ea"/>
              </a:rPr>
              <a:t>원</a:t>
            </a:r>
          </a:p>
        </p:txBody>
      </p:sp>
      <p:pic>
        <p:nvPicPr>
          <p:cNvPr id="79" name="그림 78">
            <a:extLst>
              <a:ext uri="{FF2B5EF4-FFF2-40B4-BE49-F238E27FC236}">
                <a16:creationId xmlns:a16="http://schemas.microsoft.com/office/drawing/2014/main" id="{3957558F-85EF-46F4-A2C6-F14A1A04DB61}"/>
              </a:ext>
            </a:extLst>
          </p:cNvPr>
          <p:cNvPicPr>
            <a:picLocks noChangeAspect="1"/>
          </p:cNvPicPr>
          <p:nvPr/>
        </p:nvPicPr>
        <p:blipFill>
          <a:blip r:embed="rId3"/>
          <a:stretch>
            <a:fillRect/>
          </a:stretch>
        </p:blipFill>
        <p:spPr>
          <a:xfrm>
            <a:off x="4453684" y="5786105"/>
            <a:ext cx="691149" cy="168573"/>
          </a:xfrm>
          <a:prstGeom prst="rect">
            <a:avLst/>
          </a:prstGeom>
        </p:spPr>
      </p:pic>
      <p:grpSp>
        <p:nvGrpSpPr>
          <p:cNvPr id="80" name="그룹 79">
            <a:extLst>
              <a:ext uri="{FF2B5EF4-FFF2-40B4-BE49-F238E27FC236}">
                <a16:creationId xmlns:a16="http://schemas.microsoft.com/office/drawing/2014/main" id="{D7570255-65A3-49D0-952A-356AEFC11A47}"/>
              </a:ext>
            </a:extLst>
          </p:cNvPr>
          <p:cNvGrpSpPr/>
          <p:nvPr/>
        </p:nvGrpSpPr>
        <p:grpSpPr>
          <a:xfrm>
            <a:off x="5975103" y="4254709"/>
            <a:ext cx="1285164" cy="974136"/>
            <a:chOff x="2843808" y="1955121"/>
            <a:chExt cx="1674813" cy="596970"/>
          </a:xfrm>
          <a:solidFill>
            <a:schemeClr val="bg1">
              <a:lumMod val="95000"/>
            </a:schemeClr>
          </a:solidFill>
        </p:grpSpPr>
        <p:sp>
          <p:nvSpPr>
            <p:cNvPr id="81" name="Border">
              <a:extLst>
                <a:ext uri="{FF2B5EF4-FFF2-40B4-BE49-F238E27FC236}">
                  <a16:creationId xmlns:a16="http://schemas.microsoft.com/office/drawing/2014/main" id="{04346ADD-A2C6-4DB2-B1EE-A2BFC3B8B9CF}"/>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2" name="Line 2">
              <a:extLst>
                <a:ext uri="{FF2B5EF4-FFF2-40B4-BE49-F238E27FC236}">
                  <a16:creationId xmlns:a16="http://schemas.microsoft.com/office/drawing/2014/main" id="{4B87257C-CDF9-4CE8-889A-0AFB00AF7182}"/>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3" name="Line 1">
              <a:extLst>
                <a:ext uri="{FF2B5EF4-FFF2-40B4-BE49-F238E27FC236}">
                  <a16:creationId xmlns:a16="http://schemas.microsoft.com/office/drawing/2014/main" id="{49ED7F11-8D5E-44EA-84CE-87DB439533F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4" name="TextBox 83">
              <a:extLst>
                <a:ext uri="{FF2B5EF4-FFF2-40B4-BE49-F238E27FC236}">
                  <a16:creationId xmlns:a16="http://schemas.microsoft.com/office/drawing/2014/main" id="{64A28805-0674-4AEE-B94C-1C7813EA1245}"/>
                </a:ext>
              </a:extLst>
            </p:cNvPr>
            <p:cNvSpPr txBox="1"/>
            <p:nvPr/>
          </p:nvSpPr>
          <p:spPr>
            <a:xfrm>
              <a:off x="3173700" y="2182877"/>
              <a:ext cx="1015025" cy="141458"/>
            </a:xfrm>
            <a:prstGeom prst="rect">
              <a:avLst/>
            </a:prstGeom>
            <a:solidFill>
              <a:schemeClr val="bg1"/>
            </a:solidFill>
            <a:ln>
              <a:noFill/>
            </a:ln>
          </p:spPr>
          <p:txBody>
            <a:bodyPr wrap="square" rtlCol="0">
              <a:spAutoFit/>
            </a:bodyPr>
            <a:lstStyle/>
            <a:p>
              <a:pPr algn="ctr"/>
              <a:r>
                <a:rPr lang="ko-KR" altLang="en-US" sz="900">
                  <a:solidFill>
                    <a:schemeClr val="tx1">
                      <a:lumMod val="50000"/>
                      <a:lumOff val="50000"/>
                    </a:schemeClr>
                  </a:solidFill>
                </a:rPr>
                <a:t>상품이미지</a:t>
              </a:r>
              <a:endParaRPr lang="ko-KR" altLang="en-US" sz="900" dirty="0">
                <a:solidFill>
                  <a:schemeClr val="tx1">
                    <a:lumMod val="50000"/>
                    <a:lumOff val="50000"/>
                  </a:schemeClr>
                </a:solidFill>
              </a:endParaRPr>
            </a:p>
          </p:txBody>
        </p:sp>
      </p:grpSp>
      <p:sp>
        <p:nvSpPr>
          <p:cNvPr id="85" name="Large Icons">
            <a:extLst>
              <a:ext uri="{FF2B5EF4-FFF2-40B4-BE49-F238E27FC236}">
                <a16:creationId xmlns:a16="http://schemas.microsoft.com/office/drawing/2014/main" id="{63FBE1EF-B51A-4DBD-8613-6D3067528712}"/>
              </a:ext>
            </a:extLst>
          </p:cNvPr>
          <p:cNvSpPr>
            <a:spLocks noChangeAspect="1" noEditPoints="1"/>
          </p:cNvSpPr>
          <p:nvPr/>
        </p:nvSpPr>
        <p:spPr bwMode="auto">
          <a:xfrm>
            <a:off x="6459129" y="4345110"/>
            <a:ext cx="317111" cy="270274"/>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86" name="직사각형 85">
            <a:extLst>
              <a:ext uri="{FF2B5EF4-FFF2-40B4-BE49-F238E27FC236}">
                <a16:creationId xmlns:a16="http://schemas.microsoft.com/office/drawing/2014/main" id="{D81FBF3E-75F0-488F-A257-50DE6C2E25CC}"/>
              </a:ext>
            </a:extLst>
          </p:cNvPr>
          <p:cNvSpPr/>
          <p:nvPr/>
        </p:nvSpPr>
        <p:spPr>
          <a:xfrm>
            <a:off x="5912293" y="5295182"/>
            <a:ext cx="883575" cy="253211"/>
          </a:xfrm>
          <a:prstGeom prst="rect">
            <a:avLst/>
          </a:prstGeom>
        </p:spPr>
        <p:txBody>
          <a:bodyPr wrap="none">
            <a:spAutoFit/>
          </a:bodyPr>
          <a:lstStyle/>
          <a:p>
            <a:pPr algn="l">
              <a:lnSpc>
                <a:spcPct val="150000"/>
              </a:lnSpc>
            </a:pPr>
            <a:r>
              <a:rPr lang="ko-KR" altLang="en-US" sz="800" b="1" dirty="0">
                <a:latin typeface="+mj-ea"/>
                <a:ea typeface="+mj-ea"/>
              </a:rPr>
              <a:t>상품 제목  </a:t>
            </a:r>
            <a:r>
              <a:rPr lang="en-US" altLang="ko-KR" sz="800" b="1" dirty="0">
                <a:latin typeface="+mj-ea"/>
                <a:ea typeface="+mj-ea"/>
              </a:rPr>
              <a:t>444</a:t>
            </a:r>
            <a:endParaRPr lang="ko-KR" altLang="en-US" sz="800" b="1" dirty="0">
              <a:latin typeface="+mj-ea"/>
              <a:ea typeface="+mj-ea"/>
            </a:endParaRPr>
          </a:p>
        </p:txBody>
      </p:sp>
      <p:sp>
        <p:nvSpPr>
          <p:cNvPr id="87" name="직사각형 86">
            <a:extLst>
              <a:ext uri="{FF2B5EF4-FFF2-40B4-BE49-F238E27FC236}">
                <a16:creationId xmlns:a16="http://schemas.microsoft.com/office/drawing/2014/main" id="{5267264A-ED06-493E-A2C8-5B9B3E820806}"/>
              </a:ext>
            </a:extLst>
          </p:cNvPr>
          <p:cNvSpPr/>
          <p:nvPr/>
        </p:nvSpPr>
        <p:spPr>
          <a:xfrm>
            <a:off x="5905066" y="5510096"/>
            <a:ext cx="707245" cy="253211"/>
          </a:xfrm>
          <a:prstGeom prst="rect">
            <a:avLst/>
          </a:prstGeom>
        </p:spPr>
        <p:txBody>
          <a:bodyPr wrap="none">
            <a:spAutoFit/>
          </a:bodyPr>
          <a:lstStyle/>
          <a:p>
            <a:pPr algn="l">
              <a:lnSpc>
                <a:spcPct val="150000"/>
              </a:lnSpc>
            </a:pPr>
            <a:r>
              <a:rPr lang="en-US" altLang="ko-KR" sz="800" b="1" dirty="0">
                <a:latin typeface="+mj-ea"/>
                <a:ea typeface="+mj-ea"/>
              </a:rPr>
              <a:t>225,000 </a:t>
            </a:r>
            <a:r>
              <a:rPr lang="ko-KR" altLang="en-US" sz="800" b="1" dirty="0">
                <a:latin typeface="+mj-ea"/>
                <a:ea typeface="+mj-ea"/>
              </a:rPr>
              <a:t>원</a:t>
            </a:r>
          </a:p>
        </p:txBody>
      </p:sp>
      <p:pic>
        <p:nvPicPr>
          <p:cNvPr id="88" name="그림 87">
            <a:extLst>
              <a:ext uri="{FF2B5EF4-FFF2-40B4-BE49-F238E27FC236}">
                <a16:creationId xmlns:a16="http://schemas.microsoft.com/office/drawing/2014/main" id="{F0EFA4C8-8467-48EE-B82C-F6ADF7A308D8}"/>
              </a:ext>
            </a:extLst>
          </p:cNvPr>
          <p:cNvPicPr>
            <a:picLocks noChangeAspect="1"/>
          </p:cNvPicPr>
          <p:nvPr/>
        </p:nvPicPr>
        <p:blipFill>
          <a:blip r:embed="rId3"/>
          <a:stretch>
            <a:fillRect/>
          </a:stretch>
        </p:blipFill>
        <p:spPr>
          <a:xfrm>
            <a:off x="5974718" y="5765633"/>
            <a:ext cx="691149" cy="168573"/>
          </a:xfrm>
          <a:prstGeom prst="rect">
            <a:avLst/>
          </a:prstGeom>
        </p:spPr>
      </p:pic>
      <p:grpSp>
        <p:nvGrpSpPr>
          <p:cNvPr id="89" name="그룹 88">
            <a:extLst>
              <a:ext uri="{FF2B5EF4-FFF2-40B4-BE49-F238E27FC236}">
                <a16:creationId xmlns:a16="http://schemas.microsoft.com/office/drawing/2014/main" id="{EAA28532-BDCF-44D2-8412-62F0375271E1}"/>
              </a:ext>
            </a:extLst>
          </p:cNvPr>
          <p:cNvGrpSpPr/>
          <p:nvPr/>
        </p:nvGrpSpPr>
        <p:grpSpPr>
          <a:xfrm>
            <a:off x="7439379" y="4254709"/>
            <a:ext cx="1285164" cy="974136"/>
            <a:chOff x="2843808" y="1955121"/>
            <a:chExt cx="1674813" cy="596970"/>
          </a:xfrm>
          <a:solidFill>
            <a:schemeClr val="bg1">
              <a:lumMod val="95000"/>
            </a:schemeClr>
          </a:solidFill>
        </p:grpSpPr>
        <p:sp>
          <p:nvSpPr>
            <p:cNvPr id="90" name="Border">
              <a:extLst>
                <a:ext uri="{FF2B5EF4-FFF2-40B4-BE49-F238E27FC236}">
                  <a16:creationId xmlns:a16="http://schemas.microsoft.com/office/drawing/2014/main" id="{3266B5AF-CF10-4188-8774-C9E3018DE8AD}"/>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1" name="Line 2">
              <a:extLst>
                <a:ext uri="{FF2B5EF4-FFF2-40B4-BE49-F238E27FC236}">
                  <a16:creationId xmlns:a16="http://schemas.microsoft.com/office/drawing/2014/main" id="{3A402A12-46A8-46E1-B36D-8B2EB92F6ECF}"/>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2" name="Line 1">
              <a:extLst>
                <a:ext uri="{FF2B5EF4-FFF2-40B4-BE49-F238E27FC236}">
                  <a16:creationId xmlns:a16="http://schemas.microsoft.com/office/drawing/2014/main" id="{4BB1000A-4763-4912-AF3A-384A008795D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3" name="TextBox 92">
              <a:extLst>
                <a:ext uri="{FF2B5EF4-FFF2-40B4-BE49-F238E27FC236}">
                  <a16:creationId xmlns:a16="http://schemas.microsoft.com/office/drawing/2014/main" id="{C6750F29-C048-4304-B69C-DCAF6A272666}"/>
                </a:ext>
              </a:extLst>
            </p:cNvPr>
            <p:cNvSpPr txBox="1"/>
            <p:nvPr/>
          </p:nvSpPr>
          <p:spPr>
            <a:xfrm>
              <a:off x="3173700" y="2182877"/>
              <a:ext cx="1015025" cy="141458"/>
            </a:xfrm>
            <a:prstGeom prst="rect">
              <a:avLst/>
            </a:prstGeom>
            <a:solidFill>
              <a:schemeClr val="bg1"/>
            </a:solidFill>
            <a:ln>
              <a:noFill/>
            </a:ln>
          </p:spPr>
          <p:txBody>
            <a:bodyPr wrap="square" rtlCol="0">
              <a:spAutoFit/>
            </a:bodyPr>
            <a:lstStyle/>
            <a:p>
              <a:pPr algn="ctr"/>
              <a:r>
                <a:rPr lang="ko-KR" altLang="en-US" sz="900">
                  <a:solidFill>
                    <a:schemeClr val="tx1">
                      <a:lumMod val="50000"/>
                      <a:lumOff val="50000"/>
                    </a:schemeClr>
                  </a:solidFill>
                </a:rPr>
                <a:t>상품이미지</a:t>
              </a:r>
              <a:endParaRPr lang="ko-KR" altLang="en-US" sz="900" dirty="0">
                <a:solidFill>
                  <a:schemeClr val="tx1">
                    <a:lumMod val="50000"/>
                    <a:lumOff val="50000"/>
                  </a:schemeClr>
                </a:solidFill>
              </a:endParaRPr>
            </a:p>
          </p:txBody>
        </p:sp>
      </p:grpSp>
      <p:sp>
        <p:nvSpPr>
          <p:cNvPr id="94" name="Large Icons">
            <a:extLst>
              <a:ext uri="{FF2B5EF4-FFF2-40B4-BE49-F238E27FC236}">
                <a16:creationId xmlns:a16="http://schemas.microsoft.com/office/drawing/2014/main" id="{CE1EE3AD-573A-44FA-A981-6CC384EE40BD}"/>
              </a:ext>
            </a:extLst>
          </p:cNvPr>
          <p:cNvSpPr>
            <a:spLocks noChangeAspect="1" noEditPoints="1"/>
          </p:cNvSpPr>
          <p:nvPr/>
        </p:nvSpPr>
        <p:spPr bwMode="auto">
          <a:xfrm>
            <a:off x="7923405" y="4345110"/>
            <a:ext cx="317111" cy="270274"/>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95" name="직사각형 94">
            <a:extLst>
              <a:ext uri="{FF2B5EF4-FFF2-40B4-BE49-F238E27FC236}">
                <a16:creationId xmlns:a16="http://schemas.microsoft.com/office/drawing/2014/main" id="{10736063-A333-4328-B4D4-7E12607BE695}"/>
              </a:ext>
            </a:extLst>
          </p:cNvPr>
          <p:cNvSpPr/>
          <p:nvPr/>
        </p:nvSpPr>
        <p:spPr>
          <a:xfrm>
            <a:off x="7376569" y="5295182"/>
            <a:ext cx="846707" cy="253211"/>
          </a:xfrm>
          <a:prstGeom prst="rect">
            <a:avLst/>
          </a:prstGeom>
        </p:spPr>
        <p:txBody>
          <a:bodyPr wrap="none">
            <a:spAutoFit/>
          </a:bodyPr>
          <a:lstStyle/>
          <a:p>
            <a:pPr algn="l">
              <a:lnSpc>
                <a:spcPct val="150000"/>
              </a:lnSpc>
            </a:pPr>
            <a:r>
              <a:rPr lang="ko-KR" altLang="en-US" sz="800" b="1" dirty="0">
                <a:latin typeface="+mj-ea"/>
                <a:ea typeface="+mj-ea"/>
              </a:rPr>
              <a:t>상품 제목 </a:t>
            </a:r>
            <a:r>
              <a:rPr lang="en-US" altLang="ko-KR" sz="800" b="1" dirty="0">
                <a:latin typeface="+mj-ea"/>
                <a:ea typeface="+mj-ea"/>
              </a:rPr>
              <a:t>555</a:t>
            </a:r>
            <a:endParaRPr lang="ko-KR" altLang="en-US" sz="800" b="1" dirty="0">
              <a:latin typeface="+mj-ea"/>
              <a:ea typeface="+mj-ea"/>
            </a:endParaRPr>
          </a:p>
        </p:txBody>
      </p:sp>
      <p:sp>
        <p:nvSpPr>
          <p:cNvPr id="96" name="직사각형 95">
            <a:extLst>
              <a:ext uri="{FF2B5EF4-FFF2-40B4-BE49-F238E27FC236}">
                <a16:creationId xmlns:a16="http://schemas.microsoft.com/office/drawing/2014/main" id="{B6115DFA-2701-4380-8350-6A3F7551AC33}"/>
              </a:ext>
            </a:extLst>
          </p:cNvPr>
          <p:cNvSpPr/>
          <p:nvPr/>
        </p:nvSpPr>
        <p:spPr>
          <a:xfrm>
            <a:off x="7369342" y="5510096"/>
            <a:ext cx="707245" cy="253211"/>
          </a:xfrm>
          <a:prstGeom prst="rect">
            <a:avLst/>
          </a:prstGeom>
        </p:spPr>
        <p:txBody>
          <a:bodyPr wrap="none">
            <a:spAutoFit/>
          </a:bodyPr>
          <a:lstStyle/>
          <a:p>
            <a:pPr algn="l">
              <a:lnSpc>
                <a:spcPct val="150000"/>
              </a:lnSpc>
            </a:pPr>
            <a:r>
              <a:rPr lang="en-US" altLang="ko-KR" sz="800" b="1" dirty="0">
                <a:latin typeface="+mj-ea"/>
                <a:ea typeface="+mj-ea"/>
              </a:rPr>
              <a:t>225,000 </a:t>
            </a:r>
            <a:r>
              <a:rPr lang="ko-KR" altLang="en-US" sz="800" b="1" dirty="0">
                <a:latin typeface="+mj-ea"/>
                <a:ea typeface="+mj-ea"/>
              </a:rPr>
              <a:t>원</a:t>
            </a:r>
          </a:p>
        </p:txBody>
      </p:sp>
      <p:pic>
        <p:nvPicPr>
          <p:cNvPr id="97" name="Picture 2">
            <a:extLst>
              <a:ext uri="{FF2B5EF4-FFF2-40B4-BE49-F238E27FC236}">
                <a16:creationId xmlns:a16="http://schemas.microsoft.com/office/drawing/2014/main" id="{0FD09BF3-EA2D-4A40-BE59-EB403F3560C5}"/>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970428" y="6328870"/>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cxnSp>
        <p:nvCxnSpPr>
          <p:cNvPr id="99" name="직선 연결선 98">
            <a:extLst>
              <a:ext uri="{FF2B5EF4-FFF2-40B4-BE49-F238E27FC236}">
                <a16:creationId xmlns:a16="http://schemas.microsoft.com/office/drawing/2014/main" id="{9937F9F5-D369-4AB0-AD4B-8A40D52ADDD1}"/>
              </a:ext>
            </a:extLst>
          </p:cNvPr>
          <p:cNvCxnSpPr/>
          <p:nvPr/>
        </p:nvCxnSpPr>
        <p:spPr>
          <a:xfrm>
            <a:off x="1421979" y="1748448"/>
            <a:ext cx="7302564"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00" name="직사각형 99">
            <a:extLst>
              <a:ext uri="{FF2B5EF4-FFF2-40B4-BE49-F238E27FC236}">
                <a16:creationId xmlns:a16="http://schemas.microsoft.com/office/drawing/2014/main" id="{79B8BD43-449E-4239-A524-5EE73EB09367}"/>
              </a:ext>
            </a:extLst>
          </p:cNvPr>
          <p:cNvSpPr/>
          <p:nvPr/>
        </p:nvSpPr>
        <p:spPr>
          <a:xfrm>
            <a:off x="5830741" y="1821880"/>
            <a:ext cx="606433" cy="192328"/>
          </a:xfrm>
          <a:prstGeom prst="rect">
            <a:avLst/>
          </a:prstGeom>
          <a:solidFill>
            <a:schemeClr val="tx1">
              <a:lumMod val="95000"/>
              <a:lumOff val="5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err="1">
                <a:solidFill>
                  <a:schemeClr val="bg1"/>
                </a:solidFill>
              </a:rPr>
              <a:t>별점수</a:t>
            </a:r>
            <a:endParaRPr lang="en-US" altLang="ko-KR" sz="800" b="1" dirty="0">
              <a:solidFill>
                <a:schemeClr val="bg1"/>
              </a:solidFill>
            </a:endParaRPr>
          </a:p>
        </p:txBody>
      </p:sp>
      <p:sp>
        <p:nvSpPr>
          <p:cNvPr id="101" name="직사각형 100">
            <a:extLst>
              <a:ext uri="{FF2B5EF4-FFF2-40B4-BE49-F238E27FC236}">
                <a16:creationId xmlns:a16="http://schemas.microsoft.com/office/drawing/2014/main" id="{050342EB-BFC3-4CC1-86A6-6BBD7336930D}"/>
              </a:ext>
            </a:extLst>
          </p:cNvPr>
          <p:cNvSpPr/>
          <p:nvPr/>
        </p:nvSpPr>
        <p:spPr>
          <a:xfrm>
            <a:off x="6504031" y="1821880"/>
            <a:ext cx="670123"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tx1">
                    <a:lumMod val="50000"/>
                    <a:lumOff val="50000"/>
                  </a:schemeClr>
                </a:solidFill>
              </a:rPr>
              <a:t>신상품순</a:t>
            </a:r>
            <a:endParaRPr lang="en-US" altLang="ko-KR" sz="800" dirty="0">
              <a:solidFill>
                <a:schemeClr val="tx1">
                  <a:lumMod val="50000"/>
                  <a:lumOff val="50000"/>
                </a:schemeClr>
              </a:solidFill>
            </a:endParaRPr>
          </a:p>
        </p:txBody>
      </p:sp>
      <p:sp>
        <p:nvSpPr>
          <p:cNvPr id="102" name="직사각형 101">
            <a:extLst>
              <a:ext uri="{FF2B5EF4-FFF2-40B4-BE49-F238E27FC236}">
                <a16:creationId xmlns:a16="http://schemas.microsoft.com/office/drawing/2014/main" id="{0EAC79B8-01E2-43A7-82E0-44BE56E6DEED}"/>
              </a:ext>
            </a:extLst>
          </p:cNvPr>
          <p:cNvSpPr/>
          <p:nvPr/>
        </p:nvSpPr>
        <p:spPr>
          <a:xfrm>
            <a:off x="7234187" y="1821004"/>
            <a:ext cx="724713"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tx1">
                    <a:lumMod val="50000"/>
                    <a:lumOff val="50000"/>
                  </a:schemeClr>
                </a:solidFill>
              </a:rPr>
              <a:t>낮은가격순</a:t>
            </a:r>
            <a:endParaRPr lang="en-US" altLang="ko-KR" sz="800" dirty="0">
              <a:solidFill>
                <a:schemeClr val="tx1">
                  <a:lumMod val="50000"/>
                  <a:lumOff val="50000"/>
                </a:schemeClr>
              </a:solidFill>
            </a:endParaRPr>
          </a:p>
        </p:txBody>
      </p:sp>
      <p:sp>
        <p:nvSpPr>
          <p:cNvPr id="103" name="직사각형 102">
            <a:extLst>
              <a:ext uri="{FF2B5EF4-FFF2-40B4-BE49-F238E27FC236}">
                <a16:creationId xmlns:a16="http://schemas.microsoft.com/office/drawing/2014/main" id="{FF06CAE5-8ED6-4DAE-BE26-695724B857F3}"/>
              </a:ext>
            </a:extLst>
          </p:cNvPr>
          <p:cNvSpPr/>
          <p:nvPr/>
        </p:nvSpPr>
        <p:spPr>
          <a:xfrm>
            <a:off x="8029818" y="1821004"/>
            <a:ext cx="724713"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tx1">
                    <a:lumMod val="50000"/>
                    <a:lumOff val="50000"/>
                  </a:schemeClr>
                </a:solidFill>
              </a:rPr>
              <a:t>높은가격순</a:t>
            </a:r>
            <a:endParaRPr lang="en-US" altLang="ko-KR" sz="800" dirty="0">
              <a:solidFill>
                <a:schemeClr val="tx1">
                  <a:lumMod val="50000"/>
                  <a:lumOff val="50000"/>
                </a:schemeClr>
              </a:solidFill>
            </a:endParaRPr>
          </a:p>
        </p:txBody>
      </p:sp>
      <p:sp>
        <p:nvSpPr>
          <p:cNvPr id="104" name="TextBox 103">
            <a:extLst>
              <a:ext uri="{FF2B5EF4-FFF2-40B4-BE49-F238E27FC236}">
                <a16:creationId xmlns:a16="http://schemas.microsoft.com/office/drawing/2014/main" id="{551599C9-FA8F-4E08-A9B4-FA78817CB6BD}"/>
              </a:ext>
            </a:extLst>
          </p:cNvPr>
          <p:cNvSpPr txBox="1"/>
          <p:nvPr/>
        </p:nvSpPr>
        <p:spPr>
          <a:xfrm>
            <a:off x="1359554" y="1780828"/>
            <a:ext cx="465192" cy="215444"/>
          </a:xfrm>
          <a:prstGeom prst="rect">
            <a:avLst/>
          </a:prstGeom>
          <a:noFill/>
        </p:spPr>
        <p:txBody>
          <a:bodyPr wrap="none" rtlCol="0">
            <a:spAutoFit/>
          </a:bodyPr>
          <a:lstStyle/>
          <a:p>
            <a:r>
              <a:rPr lang="en-US" altLang="ko-KR" sz="800" b="1" dirty="0"/>
              <a:t>289</a:t>
            </a:r>
            <a:r>
              <a:rPr lang="ko-KR" altLang="en-US" sz="800" b="1" dirty="0"/>
              <a:t>개</a:t>
            </a:r>
          </a:p>
        </p:txBody>
      </p:sp>
      <p:graphicFrame>
        <p:nvGraphicFramePr>
          <p:cNvPr id="105" name="표 104">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1679910458"/>
              </p:ext>
            </p:extLst>
          </p:nvPr>
        </p:nvGraphicFramePr>
        <p:xfrm>
          <a:off x="10171774" y="22159"/>
          <a:ext cx="1979018" cy="35824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RF-03-04-01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상품영역</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일반상품</a:t>
                      </a:r>
                      <a:r>
                        <a:rPr lang="ko-KR" altLang="en-US" sz="800" baseline="0" dirty="0"/>
                        <a:t> 목록 화면</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 검색 영역</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일반상품</a:t>
                      </a:r>
                      <a:r>
                        <a:rPr lang="en-US" altLang="ko-KR" sz="800" b="0" dirty="0">
                          <a:solidFill>
                            <a:schemeClr val="tx1"/>
                          </a:solidFill>
                        </a:rPr>
                        <a:t>, </a:t>
                      </a:r>
                      <a:r>
                        <a:rPr lang="ko-KR" altLang="en-US" sz="800" b="0" dirty="0">
                          <a:solidFill>
                            <a:schemeClr val="tx1"/>
                          </a:solidFill>
                        </a:rPr>
                        <a:t>공동구매는 공동구매 판매상품이 있는 경우에 표시된다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대분류</a:t>
                      </a:r>
                      <a:r>
                        <a:rPr lang="en-US" altLang="ko-KR" sz="800" b="0" dirty="0">
                          <a:solidFill>
                            <a:schemeClr val="tx1"/>
                          </a:solidFill>
                        </a:rPr>
                        <a:t>, </a:t>
                      </a:r>
                      <a:r>
                        <a:rPr lang="ko-KR" altLang="en-US" sz="800" b="0" dirty="0">
                          <a:solidFill>
                            <a:schemeClr val="tx1"/>
                          </a:solidFill>
                        </a:rPr>
                        <a:t>중분류</a:t>
                      </a:r>
                      <a:r>
                        <a:rPr lang="en-US" altLang="ko-KR" sz="800" b="0" dirty="0">
                          <a:solidFill>
                            <a:schemeClr val="tx1"/>
                          </a:solidFill>
                        </a:rPr>
                        <a:t>, </a:t>
                      </a:r>
                      <a:r>
                        <a:rPr lang="ko-KR" altLang="en-US" sz="800" b="0" dirty="0" err="1">
                          <a:solidFill>
                            <a:schemeClr val="tx1"/>
                          </a:solidFill>
                        </a:rPr>
                        <a:t>세분류를</a:t>
                      </a:r>
                      <a:r>
                        <a:rPr lang="ko-KR" altLang="en-US" sz="800" b="0" dirty="0">
                          <a:solidFill>
                            <a:schemeClr val="tx1"/>
                          </a:solidFill>
                        </a:rPr>
                        <a:t> 설정하여</a:t>
                      </a:r>
                      <a:r>
                        <a:rPr lang="ko-KR" altLang="en-US" sz="800" b="0" baseline="0" dirty="0">
                          <a:solidFill>
                            <a:schemeClr val="tx1"/>
                          </a:solidFill>
                        </a:rPr>
                        <a:t> 해당하는 상품을 검색할 수 있다</a:t>
                      </a:r>
                      <a:r>
                        <a:rPr lang="en-US" altLang="ko-KR" sz="800" b="0" baseline="0" dirty="0">
                          <a:solidFill>
                            <a:schemeClr val="tx1"/>
                          </a:solidFill>
                        </a:rPr>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 목록 정렬 방식을 변경하는 버튼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전체 상품 목록</a:t>
                      </a:r>
                      <a:r>
                        <a:rPr lang="en-US" altLang="ko-KR" sz="800" b="0" dirty="0">
                          <a:solidFill>
                            <a:schemeClr val="tx1"/>
                          </a:solidFill>
                        </a:rPr>
                        <a:t>. </a:t>
                      </a:r>
                      <a:r>
                        <a:rPr lang="ko-KR" altLang="en-US" sz="800" b="0" dirty="0">
                          <a:solidFill>
                            <a:schemeClr val="tx1"/>
                          </a:solidFill>
                        </a:rPr>
                        <a:t>검색이 있을 경우 해당하는 상품</a:t>
                      </a:r>
                      <a:r>
                        <a:rPr lang="ko-KR" altLang="en-US" sz="800" b="0" baseline="0" dirty="0">
                          <a:solidFill>
                            <a:schemeClr val="tx1"/>
                          </a:solidFill>
                        </a:rPr>
                        <a:t> 목록을 보여준다</a:t>
                      </a:r>
                      <a:r>
                        <a:rPr lang="en-US" altLang="ko-KR" sz="800" b="0" baseline="0" dirty="0">
                          <a:solidFill>
                            <a:schemeClr val="tx1"/>
                          </a:solidFill>
                        </a:rPr>
                        <a:t>.</a:t>
                      </a:r>
                    </a:p>
                    <a:p>
                      <a:pPr algn="l" latinLnBrk="1"/>
                      <a:endParaRPr lang="en-US" altLang="ko-KR" sz="800" b="0" baseline="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baseline="0" dirty="0">
                          <a:solidFill>
                            <a:schemeClr val="tx1"/>
                          </a:solidFill>
                        </a:rPr>
                        <a:t>상품을 클릭할 경우 상품 상세 페이지</a:t>
                      </a:r>
                      <a:r>
                        <a:rPr lang="en-US" altLang="ko-KR" sz="800" b="0" baseline="0" dirty="0">
                          <a:solidFill>
                            <a:schemeClr val="tx1"/>
                          </a:solidFill>
                        </a:rPr>
                        <a:t> </a:t>
                      </a:r>
                      <a:r>
                        <a:rPr lang="en-US" altLang="ko-KR" sz="800" dirty="0"/>
                        <a:t>RF-03-04-02 </a:t>
                      </a:r>
                      <a:r>
                        <a:rPr lang="ko-KR" altLang="en-US" sz="800" dirty="0"/>
                        <a:t>으로 이동한다</a:t>
                      </a:r>
                      <a:r>
                        <a:rPr lang="en-US" altLang="ko-KR" sz="80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bl>
          </a:graphicData>
        </a:graphic>
      </p:graphicFrame>
      <p:sp>
        <p:nvSpPr>
          <p:cNvPr id="107" name="TextBox 106">
            <a:extLst>
              <a:ext uri="{FF2B5EF4-FFF2-40B4-BE49-F238E27FC236}">
                <a16:creationId xmlns:a16="http://schemas.microsoft.com/office/drawing/2014/main" id="{F98DBA0F-10B9-4E8D-AB45-307E94831975}"/>
              </a:ext>
            </a:extLst>
          </p:cNvPr>
          <p:cNvSpPr txBox="1"/>
          <p:nvPr/>
        </p:nvSpPr>
        <p:spPr>
          <a:xfrm>
            <a:off x="5651130" y="1687643"/>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108" name="TextBox 107">
            <a:extLst>
              <a:ext uri="{FF2B5EF4-FFF2-40B4-BE49-F238E27FC236}">
                <a16:creationId xmlns:a16="http://schemas.microsoft.com/office/drawing/2014/main" id="{F98DBA0F-10B9-4E8D-AB45-307E94831975}"/>
              </a:ext>
            </a:extLst>
          </p:cNvPr>
          <p:cNvSpPr txBox="1"/>
          <p:nvPr/>
        </p:nvSpPr>
        <p:spPr>
          <a:xfrm>
            <a:off x="1307291" y="2184064"/>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109" name="직사각형 108">
            <a:extLst>
              <a:ext uri="{FF2B5EF4-FFF2-40B4-BE49-F238E27FC236}">
                <a16:creationId xmlns:a16="http://schemas.microsoft.com/office/drawing/2014/main" id="{AB945758-A6A3-4DC7-BEF9-8C8EC5579997}"/>
              </a:ext>
            </a:extLst>
          </p:cNvPr>
          <p:cNvSpPr/>
          <p:nvPr/>
        </p:nvSpPr>
        <p:spPr>
          <a:xfrm>
            <a:off x="4565578" y="902645"/>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110" name="직사각형 109">
            <a:extLst>
              <a:ext uri="{FF2B5EF4-FFF2-40B4-BE49-F238E27FC236}">
                <a16:creationId xmlns:a16="http://schemas.microsoft.com/office/drawing/2014/main" id="{9A6CC8E7-C085-4257-B1AB-8C0D1FE1CC3F}"/>
              </a:ext>
            </a:extLst>
          </p:cNvPr>
          <p:cNvSpPr/>
          <p:nvPr/>
        </p:nvSpPr>
        <p:spPr>
          <a:xfrm>
            <a:off x="5394885" y="902645"/>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sp>
        <p:nvSpPr>
          <p:cNvPr id="111" name="직사각형 110">
            <a:extLst>
              <a:ext uri="{FF2B5EF4-FFF2-40B4-BE49-F238E27FC236}">
                <a16:creationId xmlns:a16="http://schemas.microsoft.com/office/drawing/2014/main" id="{F2FD57D9-D933-4BD0-8D03-AFDDF96C89A6}"/>
              </a:ext>
            </a:extLst>
          </p:cNvPr>
          <p:cNvSpPr/>
          <p:nvPr/>
        </p:nvSpPr>
        <p:spPr>
          <a:xfrm>
            <a:off x="6224192" y="896709"/>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세분류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112" name="직사각형 111">
            <a:extLst>
              <a:ext uri="{FF2B5EF4-FFF2-40B4-BE49-F238E27FC236}">
                <a16:creationId xmlns:a16="http://schemas.microsoft.com/office/drawing/2014/main" id="{EE540F8B-00A7-47AB-AD6F-992989558D82}"/>
              </a:ext>
            </a:extLst>
          </p:cNvPr>
          <p:cNvSpPr/>
          <p:nvPr/>
        </p:nvSpPr>
        <p:spPr>
          <a:xfrm>
            <a:off x="3065234" y="901758"/>
            <a:ext cx="606433" cy="192328"/>
          </a:xfrm>
          <a:prstGeom prst="rect">
            <a:avLst/>
          </a:prstGeom>
          <a:solidFill>
            <a:schemeClr val="tx1">
              <a:lumMod val="95000"/>
              <a:lumOff val="5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일반상품</a:t>
            </a:r>
            <a:endParaRPr lang="en-US" altLang="ko-KR" sz="800" b="1" dirty="0">
              <a:solidFill>
                <a:schemeClr val="bg1"/>
              </a:solidFill>
            </a:endParaRPr>
          </a:p>
        </p:txBody>
      </p:sp>
      <p:sp>
        <p:nvSpPr>
          <p:cNvPr id="113" name="직사각형 112">
            <a:extLst>
              <a:ext uri="{FF2B5EF4-FFF2-40B4-BE49-F238E27FC236}">
                <a16:creationId xmlns:a16="http://schemas.microsoft.com/office/drawing/2014/main" id="{9F478096-4261-467E-9634-EB63DAC74339}"/>
              </a:ext>
            </a:extLst>
          </p:cNvPr>
          <p:cNvSpPr/>
          <p:nvPr/>
        </p:nvSpPr>
        <p:spPr>
          <a:xfrm>
            <a:off x="3783561" y="910352"/>
            <a:ext cx="670123"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공동구매</a:t>
            </a:r>
            <a:endParaRPr lang="en-US" altLang="ko-KR" sz="800" dirty="0">
              <a:solidFill>
                <a:schemeClr val="tx1">
                  <a:lumMod val="50000"/>
                  <a:lumOff val="50000"/>
                </a:schemeClr>
              </a:solidFill>
            </a:endParaRPr>
          </a:p>
        </p:txBody>
      </p:sp>
      <p:sp>
        <p:nvSpPr>
          <p:cNvPr id="114" name="TextBox 113">
            <a:extLst>
              <a:ext uri="{FF2B5EF4-FFF2-40B4-BE49-F238E27FC236}">
                <a16:creationId xmlns:a16="http://schemas.microsoft.com/office/drawing/2014/main" id="{9908E32A-883E-4609-8909-86C09756F54D}"/>
              </a:ext>
            </a:extLst>
          </p:cNvPr>
          <p:cNvSpPr txBox="1"/>
          <p:nvPr/>
        </p:nvSpPr>
        <p:spPr>
          <a:xfrm>
            <a:off x="2910323" y="753963"/>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1415187584"/>
      </p:ext>
    </p:extLst>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0" name="그룹 39">
            <a:extLst>
              <a:ext uri="{FF2B5EF4-FFF2-40B4-BE49-F238E27FC236}">
                <a16:creationId xmlns:a16="http://schemas.microsoft.com/office/drawing/2014/main" id="{4BFC8410-82FB-4CD8-9686-C2BF10B2D41B}"/>
              </a:ext>
            </a:extLst>
          </p:cNvPr>
          <p:cNvGrpSpPr/>
          <p:nvPr/>
        </p:nvGrpSpPr>
        <p:grpSpPr>
          <a:xfrm>
            <a:off x="1472099" y="1212122"/>
            <a:ext cx="2798648" cy="2361452"/>
            <a:chOff x="2843808" y="1955121"/>
            <a:chExt cx="1674813" cy="596970"/>
          </a:xfrm>
          <a:solidFill>
            <a:schemeClr val="bg1">
              <a:lumMod val="95000"/>
            </a:schemeClr>
          </a:solidFill>
        </p:grpSpPr>
        <p:sp>
          <p:nvSpPr>
            <p:cNvPr id="41" name="Border">
              <a:extLst>
                <a:ext uri="{FF2B5EF4-FFF2-40B4-BE49-F238E27FC236}">
                  <a16:creationId xmlns:a16="http://schemas.microsoft.com/office/drawing/2014/main" id="{0DB86E21-70FF-41B1-90A7-01EC940C4F59}"/>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2" name="Line 2">
              <a:extLst>
                <a:ext uri="{FF2B5EF4-FFF2-40B4-BE49-F238E27FC236}">
                  <a16:creationId xmlns:a16="http://schemas.microsoft.com/office/drawing/2014/main" id="{455EFF46-2651-45C0-BBC0-0D7E84DE157E}"/>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3" name="Line 1">
              <a:extLst>
                <a:ext uri="{FF2B5EF4-FFF2-40B4-BE49-F238E27FC236}">
                  <a16:creationId xmlns:a16="http://schemas.microsoft.com/office/drawing/2014/main" id="{06C6FD54-960E-4565-A5A3-39FD212048F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4" name="TextBox 43">
              <a:extLst>
                <a:ext uri="{FF2B5EF4-FFF2-40B4-BE49-F238E27FC236}">
                  <a16:creationId xmlns:a16="http://schemas.microsoft.com/office/drawing/2014/main" id="{13FFE41B-09E8-4C6F-9EF4-FFF5775FBCBA}"/>
                </a:ext>
              </a:extLst>
            </p:cNvPr>
            <p:cNvSpPr txBox="1"/>
            <p:nvPr/>
          </p:nvSpPr>
          <p:spPr>
            <a:xfrm>
              <a:off x="3381983" y="2215369"/>
              <a:ext cx="598462" cy="76475"/>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Contents</a:t>
              </a:r>
              <a:endParaRPr lang="ko-KR" altLang="en-US" sz="900" dirty="0">
                <a:solidFill>
                  <a:schemeClr val="tx1">
                    <a:lumMod val="50000"/>
                    <a:lumOff val="50000"/>
                  </a:schemeClr>
                </a:solidFill>
              </a:endParaRPr>
            </a:p>
          </p:txBody>
        </p:sp>
      </p:grpSp>
      <p:grpSp>
        <p:nvGrpSpPr>
          <p:cNvPr id="45" name="그룹 44">
            <a:extLst>
              <a:ext uri="{FF2B5EF4-FFF2-40B4-BE49-F238E27FC236}">
                <a16:creationId xmlns:a16="http://schemas.microsoft.com/office/drawing/2014/main" id="{301EC102-CF1C-4A9F-9ED1-AA6107CFB2B4}"/>
              </a:ext>
            </a:extLst>
          </p:cNvPr>
          <p:cNvGrpSpPr/>
          <p:nvPr/>
        </p:nvGrpSpPr>
        <p:grpSpPr>
          <a:xfrm>
            <a:off x="1459410" y="3687394"/>
            <a:ext cx="492940" cy="406337"/>
            <a:chOff x="3092355" y="3209109"/>
            <a:chExt cx="353705" cy="305189"/>
          </a:xfrm>
        </p:grpSpPr>
        <p:sp>
          <p:nvSpPr>
            <p:cNvPr id="46" name="Border">
              <a:extLst>
                <a:ext uri="{FF2B5EF4-FFF2-40B4-BE49-F238E27FC236}">
                  <a16:creationId xmlns:a16="http://schemas.microsoft.com/office/drawing/2014/main" id="{4A793CCE-7972-42A4-B27E-4F35CB3F6446}"/>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7" name="Line 2">
              <a:extLst>
                <a:ext uri="{FF2B5EF4-FFF2-40B4-BE49-F238E27FC236}">
                  <a16:creationId xmlns:a16="http://schemas.microsoft.com/office/drawing/2014/main" id="{99BB66D1-4DFF-4123-8B1F-1186F0937AC0}"/>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8" name="Line 1">
              <a:extLst>
                <a:ext uri="{FF2B5EF4-FFF2-40B4-BE49-F238E27FC236}">
                  <a16:creationId xmlns:a16="http://schemas.microsoft.com/office/drawing/2014/main" id="{C94929A6-CA7A-4730-BE32-E8F0BD8E9BC5}"/>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49" name="그룹 48">
            <a:extLst>
              <a:ext uri="{FF2B5EF4-FFF2-40B4-BE49-F238E27FC236}">
                <a16:creationId xmlns:a16="http://schemas.microsoft.com/office/drawing/2014/main" id="{FEBF5467-03B2-4527-8926-47BD0A35891D}"/>
              </a:ext>
            </a:extLst>
          </p:cNvPr>
          <p:cNvGrpSpPr/>
          <p:nvPr/>
        </p:nvGrpSpPr>
        <p:grpSpPr>
          <a:xfrm>
            <a:off x="2038560" y="3687390"/>
            <a:ext cx="492940" cy="406337"/>
            <a:chOff x="3092355" y="3209109"/>
            <a:chExt cx="353705" cy="305189"/>
          </a:xfrm>
        </p:grpSpPr>
        <p:sp>
          <p:nvSpPr>
            <p:cNvPr id="50" name="Border">
              <a:extLst>
                <a:ext uri="{FF2B5EF4-FFF2-40B4-BE49-F238E27FC236}">
                  <a16:creationId xmlns:a16="http://schemas.microsoft.com/office/drawing/2014/main" id="{C9666500-AE29-4636-9A76-C3156550BB01}"/>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1" name="Line 2">
              <a:extLst>
                <a:ext uri="{FF2B5EF4-FFF2-40B4-BE49-F238E27FC236}">
                  <a16:creationId xmlns:a16="http://schemas.microsoft.com/office/drawing/2014/main" id="{3B95DA6D-151B-4D76-BBBD-CB0D98F55EC1}"/>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2" name="Line 1">
              <a:extLst>
                <a:ext uri="{FF2B5EF4-FFF2-40B4-BE49-F238E27FC236}">
                  <a16:creationId xmlns:a16="http://schemas.microsoft.com/office/drawing/2014/main" id="{86AA4CAA-D88E-4AD2-B301-1B2FF4702395}"/>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53" name="그룹 52">
            <a:extLst>
              <a:ext uri="{FF2B5EF4-FFF2-40B4-BE49-F238E27FC236}">
                <a16:creationId xmlns:a16="http://schemas.microsoft.com/office/drawing/2014/main" id="{D379BDF3-73BB-43F3-ACDA-6705132B5C27}"/>
              </a:ext>
            </a:extLst>
          </p:cNvPr>
          <p:cNvGrpSpPr/>
          <p:nvPr/>
        </p:nvGrpSpPr>
        <p:grpSpPr>
          <a:xfrm>
            <a:off x="2617710" y="3687390"/>
            <a:ext cx="492940" cy="406337"/>
            <a:chOff x="3092355" y="3209109"/>
            <a:chExt cx="353705" cy="305189"/>
          </a:xfrm>
        </p:grpSpPr>
        <p:sp>
          <p:nvSpPr>
            <p:cNvPr id="54" name="Border">
              <a:extLst>
                <a:ext uri="{FF2B5EF4-FFF2-40B4-BE49-F238E27FC236}">
                  <a16:creationId xmlns:a16="http://schemas.microsoft.com/office/drawing/2014/main" id="{B6F67DF9-AB38-4AA9-9D4C-9EFA3B1AADCE}"/>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5" name="Line 2">
              <a:extLst>
                <a:ext uri="{FF2B5EF4-FFF2-40B4-BE49-F238E27FC236}">
                  <a16:creationId xmlns:a16="http://schemas.microsoft.com/office/drawing/2014/main" id="{31857615-0024-44A6-B3C2-2D1EC755DDE4}"/>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6" name="Line 1">
              <a:extLst>
                <a:ext uri="{FF2B5EF4-FFF2-40B4-BE49-F238E27FC236}">
                  <a16:creationId xmlns:a16="http://schemas.microsoft.com/office/drawing/2014/main" id="{C7CBEC7A-F1D7-4F5E-AD48-88D7C280BCB3}"/>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57" name="그룹 56">
            <a:extLst>
              <a:ext uri="{FF2B5EF4-FFF2-40B4-BE49-F238E27FC236}">
                <a16:creationId xmlns:a16="http://schemas.microsoft.com/office/drawing/2014/main" id="{F7872390-D1BB-45A6-8E20-8F3150490765}"/>
              </a:ext>
            </a:extLst>
          </p:cNvPr>
          <p:cNvGrpSpPr/>
          <p:nvPr/>
        </p:nvGrpSpPr>
        <p:grpSpPr>
          <a:xfrm>
            <a:off x="3196860" y="3687390"/>
            <a:ext cx="492940" cy="406337"/>
            <a:chOff x="3092355" y="3209109"/>
            <a:chExt cx="353705" cy="305189"/>
          </a:xfrm>
        </p:grpSpPr>
        <p:sp>
          <p:nvSpPr>
            <p:cNvPr id="58" name="Border">
              <a:extLst>
                <a:ext uri="{FF2B5EF4-FFF2-40B4-BE49-F238E27FC236}">
                  <a16:creationId xmlns:a16="http://schemas.microsoft.com/office/drawing/2014/main" id="{B793F10A-1CEB-4825-9CEA-363515C67A63}"/>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9" name="Line 2">
              <a:extLst>
                <a:ext uri="{FF2B5EF4-FFF2-40B4-BE49-F238E27FC236}">
                  <a16:creationId xmlns:a16="http://schemas.microsoft.com/office/drawing/2014/main" id="{C666E54A-1438-4C3E-AB18-D17420ECCEF7}"/>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0" name="Line 1">
              <a:extLst>
                <a:ext uri="{FF2B5EF4-FFF2-40B4-BE49-F238E27FC236}">
                  <a16:creationId xmlns:a16="http://schemas.microsoft.com/office/drawing/2014/main" id="{A340B857-DDF5-4394-97EF-23483004F759}"/>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61" name="그룹 60">
            <a:extLst>
              <a:ext uri="{FF2B5EF4-FFF2-40B4-BE49-F238E27FC236}">
                <a16:creationId xmlns:a16="http://schemas.microsoft.com/office/drawing/2014/main" id="{6BC14A79-FEF5-457F-8B26-D9C316B8411F}"/>
              </a:ext>
            </a:extLst>
          </p:cNvPr>
          <p:cNvGrpSpPr/>
          <p:nvPr/>
        </p:nvGrpSpPr>
        <p:grpSpPr>
          <a:xfrm>
            <a:off x="3776010" y="3687390"/>
            <a:ext cx="492942" cy="406341"/>
            <a:chOff x="3092355" y="3209106"/>
            <a:chExt cx="353706" cy="305192"/>
          </a:xfrm>
        </p:grpSpPr>
        <p:sp>
          <p:nvSpPr>
            <p:cNvPr id="62" name="Border">
              <a:extLst>
                <a:ext uri="{FF2B5EF4-FFF2-40B4-BE49-F238E27FC236}">
                  <a16:creationId xmlns:a16="http://schemas.microsoft.com/office/drawing/2014/main" id="{3E73FAA9-8545-4516-9692-D9BD7B261BA6}"/>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3" name="Line 2">
              <a:extLst>
                <a:ext uri="{FF2B5EF4-FFF2-40B4-BE49-F238E27FC236}">
                  <a16:creationId xmlns:a16="http://schemas.microsoft.com/office/drawing/2014/main" id="{E9ED29F1-DD34-4EB6-95C9-29FC84C9B43D}"/>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4" name="Line 1">
              <a:extLst>
                <a:ext uri="{FF2B5EF4-FFF2-40B4-BE49-F238E27FC236}">
                  <a16:creationId xmlns:a16="http://schemas.microsoft.com/office/drawing/2014/main" id="{1AAD02BF-5218-4880-9FD9-F5AF790E87CA}"/>
                </a:ext>
              </a:extLst>
            </p:cNvPr>
            <p:cNvSpPr>
              <a:spLocks/>
            </p:cNvSpPr>
            <p:nvPr/>
          </p:nvSpPr>
          <p:spPr bwMode="auto">
            <a:xfrm>
              <a:off x="3092356" y="3209106"/>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5F5F5F"/>
                </a:solidFill>
                <a:latin typeface="Segoe UI" panose="020B0502040204020203" pitchFamily="34" charset="0"/>
                <a:cs typeface="Segoe UI" panose="020B0502040204020203" pitchFamily="34" charset="0"/>
              </a:endParaRPr>
            </a:p>
          </p:txBody>
        </p:sp>
      </p:grpSp>
      <p:sp>
        <p:nvSpPr>
          <p:cNvPr id="65" name="TextBox 64">
            <a:extLst>
              <a:ext uri="{FF2B5EF4-FFF2-40B4-BE49-F238E27FC236}">
                <a16:creationId xmlns:a16="http://schemas.microsoft.com/office/drawing/2014/main" id="{DBE9873F-4532-4C95-B50E-D3FBC32BC0F5}"/>
              </a:ext>
            </a:extLst>
          </p:cNvPr>
          <p:cNvSpPr txBox="1"/>
          <p:nvPr/>
        </p:nvSpPr>
        <p:spPr>
          <a:xfrm>
            <a:off x="4319751" y="1146630"/>
            <a:ext cx="3948564" cy="714876"/>
          </a:xfrm>
          <a:prstGeom prst="rect">
            <a:avLst/>
          </a:prstGeom>
          <a:noFill/>
        </p:spPr>
        <p:txBody>
          <a:bodyPr wrap="square">
            <a:spAutoFit/>
          </a:bodyPr>
          <a:lstStyle/>
          <a:p>
            <a:pPr>
              <a:lnSpc>
                <a:spcPct val="150000"/>
              </a:lnSpc>
              <a:defRPr/>
            </a:pPr>
            <a:r>
              <a:rPr lang="ko-KR" altLang="en-US" sz="800" dirty="0">
                <a:solidFill>
                  <a:schemeClr val="tx1">
                    <a:lumMod val="50000"/>
                    <a:lumOff val="50000"/>
                  </a:schemeClr>
                </a:solidFill>
              </a:rPr>
              <a:t>대분류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1200" b="1" dirty="0"/>
              <a:t>상품명</a:t>
            </a:r>
            <a:r>
              <a:rPr lang="en-US" altLang="ko-KR" sz="1200" b="1" dirty="0"/>
              <a:t>23232</a:t>
            </a:r>
          </a:p>
          <a:p>
            <a:pPr>
              <a:lnSpc>
                <a:spcPct val="150000"/>
              </a:lnSpc>
            </a:pPr>
            <a:r>
              <a:rPr lang="ko-KR" altLang="en-US" sz="800" dirty="0"/>
              <a:t>상품코드 </a:t>
            </a:r>
            <a:r>
              <a:rPr lang="en-US" altLang="ko-KR" sz="800" dirty="0"/>
              <a:t>:  a200392   </a:t>
            </a:r>
            <a:endParaRPr lang="ko-KR" altLang="en-US" sz="800" dirty="0"/>
          </a:p>
        </p:txBody>
      </p:sp>
      <p:sp>
        <p:nvSpPr>
          <p:cNvPr id="66" name="직사각형 65">
            <a:extLst>
              <a:ext uri="{FF2B5EF4-FFF2-40B4-BE49-F238E27FC236}">
                <a16:creationId xmlns:a16="http://schemas.microsoft.com/office/drawing/2014/main" id="{FC42EB0D-585E-4D39-8403-D693FAEA2C64}"/>
              </a:ext>
            </a:extLst>
          </p:cNvPr>
          <p:cNvSpPr/>
          <p:nvPr/>
        </p:nvSpPr>
        <p:spPr>
          <a:xfrm>
            <a:off x="1472099" y="4688875"/>
            <a:ext cx="1215128" cy="281224"/>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상세 정보</a:t>
            </a:r>
            <a:endParaRPr lang="en-US" altLang="ko-KR" sz="800" dirty="0">
              <a:solidFill>
                <a:schemeClr val="bg1"/>
              </a:solidFill>
            </a:endParaRPr>
          </a:p>
        </p:txBody>
      </p:sp>
      <p:sp>
        <p:nvSpPr>
          <p:cNvPr id="67" name="직사각형 66">
            <a:extLst>
              <a:ext uri="{FF2B5EF4-FFF2-40B4-BE49-F238E27FC236}">
                <a16:creationId xmlns:a16="http://schemas.microsoft.com/office/drawing/2014/main" id="{B83D8CB6-48CD-46C1-A898-59DFA194076D}"/>
              </a:ext>
            </a:extLst>
          </p:cNvPr>
          <p:cNvSpPr/>
          <p:nvPr/>
        </p:nvSpPr>
        <p:spPr>
          <a:xfrm>
            <a:off x="2687227" y="4688875"/>
            <a:ext cx="1215128" cy="281224"/>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판매 정보</a:t>
            </a:r>
            <a:endParaRPr lang="en-US" altLang="ko-KR" sz="800" dirty="0">
              <a:solidFill>
                <a:schemeClr val="tx1"/>
              </a:solidFill>
            </a:endParaRPr>
          </a:p>
        </p:txBody>
      </p:sp>
      <p:sp>
        <p:nvSpPr>
          <p:cNvPr id="68" name="직사각형 67">
            <a:extLst>
              <a:ext uri="{FF2B5EF4-FFF2-40B4-BE49-F238E27FC236}">
                <a16:creationId xmlns:a16="http://schemas.microsoft.com/office/drawing/2014/main" id="{53BEA149-0CAF-485D-A3BC-D4470B7CF4A3}"/>
              </a:ext>
            </a:extLst>
          </p:cNvPr>
          <p:cNvSpPr/>
          <p:nvPr/>
        </p:nvSpPr>
        <p:spPr>
          <a:xfrm>
            <a:off x="1472099" y="4970098"/>
            <a:ext cx="6796216" cy="3784941"/>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solidFill>
            </a:endParaRPr>
          </a:p>
          <a:p>
            <a:endParaRPr lang="en-US" altLang="ko-KR" sz="800" dirty="0">
              <a:solidFill>
                <a:schemeClr val="tx1"/>
              </a:solidFill>
            </a:endParaRPr>
          </a:p>
          <a:p>
            <a:endParaRPr lang="en-US" altLang="ko-KR" sz="800" dirty="0">
              <a:solidFill>
                <a:schemeClr val="tx1"/>
              </a:solidFill>
            </a:endParaRPr>
          </a:p>
        </p:txBody>
      </p:sp>
      <p:pic>
        <p:nvPicPr>
          <p:cNvPr id="74" name="그림 73">
            <a:extLst>
              <a:ext uri="{FF2B5EF4-FFF2-40B4-BE49-F238E27FC236}">
                <a16:creationId xmlns:a16="http://schemas.microsoft.com/office/drawing/2014/main" id="{8422E5FC-F582-4924-96FB-F476393C51D1}"/>
              </a:ext>
            </a:extLst>
          </p:cNvPr>
          <p:cNvPicPr>
            <a:picLocks noChangeAspect="1"/>
          </p:cNvPicPr>
          <p:nvPr/>
        </p:nvPicPr>
        <p:blipFill>
          <a:blip r:embed="rId2"/>
          <a:stretch>
            <a:fillRect/>
          </a:stretch>
        </p:blipFill>
        <p:spPr>
          <a:xfrm>
            <a:off x="4368241" y="1896461"/>
            <a:ext cx="3946343" cy="1682825"/>
          </a:xfrm>
          <a:prstGeom prst="rect">
            <a:avLst/>
          </a:prstGeom>
        </p:spPr>
      </p:pic>
      <p:pic>
        <p:nvPicPr>
          <p:cNvPr id="76" name="그림 75">
            <a:extLst>
              <a:ext uri="{FF2B5EF4-FFF2-40B4-BE49-F238E27FC236}">
                <a16:creationId xmlns:a16="http://schemas.microsoft.com/office/drawing/2014/main" id="{8CB1D365-6675-4434-B7D2-D34CB2C224D8}"/>
              </a:ext>
            </a:extLst>
          </p:cNvPr>
          <p:cNvPicPr>
            <a:picLocks noChangeAspect="1"/>
          </p:cNvPicPr>
          <p:nvPr/>
        </p:nvPicPr>
        <p:blipFill>
          <a:blip r:embed="rId3"/>
          <a:stretch>
            <a:fillRect/>
          </a:stretch>
        </p:blipFill>
        <p:spPr>
          <a:xfrm>
            <a:off x="5105042" y="3634110"/>
            <a:ext cx="3163273" cy="603519"/>
          </a:xfrm>
          <a:prstGeom prst="rect">
            <a:avLst/>
          </a:prstGeom>
        </p:spPr>
      </p:pic>
      <p:sp>
        <p:nvSpPr>
          <p:cNvPr id="78" name="직사각형 77">
            <a:extLst>
              <a:ext uri="{FF2B5EF4-FFF2-40B4-BE49-F238E27FC236}">
                <a16:creationId xmlns:a16="http://schemas.microsoft.com/office/drawing/2014/main" id="{F2AC7F7B-DF2C-457F-9BCD-8E044C7FF8EC}"/>
              </a:ext>
            </a:extLst>
          </p:cNvPr>
          <p:cNvSpPr/>
          <p:nvPr/>
        </p:nvSpPr>
        <p:spPr>
          <a:xfrm>
            <a:off x="3902355" y="4689956"/>
            <a:ext cx="1215128" cy="281224"/>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상품 </a:t>
            </a:r>
            <a:r>
              <a:rPr lang="en-US" altLang="ko-KR" sz="800" dirty="0">
                <a:solidFill>
                  <a:schemeClr val="tx1"/>
                </a:solidFill>
              </a:rPr>
              <a:t>Q&amp;A</a:t>
            </a:r>
          </a:p>
        </p:txBody>
      </p:sp>
      <p:grpSp>
        <p:nvGrpSpPr>
          <p:cNvPr id="79" name="그룹 78">
            <a:extLst>
              <a:ext uri="{FF2B5EF4-FFF2-40B4-BE49-F238E27FC236}">
                <a16:creationId xmlns:a16="http://schemas.microsoft.com/office/drawing/2014/main" id="{B776C5E2-53E5-487E-BB44-80485E3D2AAC}"/>
              </a:ext>
            </a:extLst>
          </p:cNvPr>
          <p:cNvGrpSpPr/>
          <p:nvPr/>
        </p:nvGrpSpPr>
        <p:grpSpPr>
          <a:xfrm>
            <a:off x="1569593" y="5090360"/>
            <a:ext cx="6619066" cy="3664679"/>
            <a:chOff x="2843808" y="1955121"/>
            <a:chExt cx="1674813" cy="596970"/>
          </a:xfrm>
          <a:solidFill>
            <a:schemeClr val="bg1">
              <a:lumMod val="95000"/>
            </a:schemeClr>
          </a:solidFill>
        </p:grpSpPr>
        <p:sp>
          <p:nvSpPr>
            <p:cNvPr id="80" name="Border">
              <a:extLst>
                <a:ext uri="{FF2B5EF4-FFF2-40B4-BE49-F238E27FC236}">
                  <a16:creationId xmlns:a16="http://schemas.microsoft.com/office/drawing/2014/main" id="{6425E52D-5961-49A2-AB9C-BEB81CCA846D}"/>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1" name="Line 2">
              <a:extLst>
                <a:ext uri="{FF2B5EF4-FFF2-40B4-BE49-F238E27FC236}">
                  <a16:creationId xmlns:a16="http://schemas.microsoft.com/office/drawing/2014/main" id="{031BCD41-005C-4006-8E14-966EDB77987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2" name="Line 1">
              <a:extLst>
                <a:ext uri="{FF2B5EF4-FFF2-40B4-BE49-F238E27FC236}">
                  <a16:creationId xmlns:a16="http://schemas.microsoft.com/office/drawing/2014/main" id="{5BC17AAE-529D-4B05-99F4-3B2060DB1EB3}"/>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3" name="TextBox 82">
              <a:extLst>
                <a:ext uri="{FF2B5EF4-FFF2-40B4-BE49-F238E27FC236}">
                  <a16:creationId xmlns:a16="http://schemas.microsoft.com/office/drawing/2014/main" id="{1B3D911E-228B-45B1-98EB-48E439A7D6B0}"/>
                </a:ext>
              </a:extLst>
            </p:cNvPr>
            <p:cNvSpPr txBox="1"/>
            <p:nvPr/>
          </p:nvSpPr>
          <p:spPr>
            <a:xfrm>
              <a:off x="3573178" y="2234805"/>
              <a:ext cx="183997" cy="37602"/>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Contents</a:t>
              </a:r>
              <a:endParaRPr lang="ko-KR" altLang="en-US" sz="900" dirty="0">
                <a:solidFill>
                  <a:schemeClr val="tx1">
                    <a:lumMod val="50000"/>
                    <a:lumOff val="50000"/>
                  </a:schemeClr>
                </a:solidFill>
              </a:endParaRPr>
            </a:p>
          </p:txBody>
        </p:sp>
      </p:grpSp>
      <p:sp>
        <p:nvSpPr>
          <p:cNvPr id="84" name="직사각형 83">
            <a:extLst>
              <a:ext uri="{FF2B5EF4-FFF2-40B4-BE49-F238E27FC236}">
                <a16:creationId xmlns:a16="http://schemas.microsoft.com/office/drawing/2014/main" id="{743C2909-DBB5-4870-9F1D-C41CA55FF007}"/>
              </a:ext>
            </a:extLst>
          </p:cNvPr>
          <p:cNvSpPr/>
          <p:nvPr/>
        </p:nvSpPr>
        <p:spPr>
          <a:xfrm>
            <a:off x="41175" y="8162072"/>
            <a:ext cx="10024049" cy="603519"/>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9" name="그룹 98">
            <a:extLst>
              <a:ext uri="{FF2B5EF4-FFF2-40B4-BE49-F238E27FC236}">
                <a16:creationId xmlns:a16="http://schemas.microsoft.com/office/drawing/2014/main" id="{BC3213B2-BC1D-43ED-A120-A8F1E95F3695}"/>
              </a:ext>
            </a:extLst>
          </p:cNvPr>
          <p:cNvGrpSpPr/>
          <p:nvPr/>
        </p:nvGrpSpPr>
        <p:grpSpPr>
          <a:xfrm>
            <a:off x="1459410" y="8294554"/>
            <a:ext cx="2414206" cy="338554"/>
            <a:chOff x="1237833" y="3417650"/>
            <a:chExt cx="1708480" cy="338554"/>
          </a:xfrm>
        </p:grpSpPr>
        <p:grpSp>
          <p:nvGrpSpPr>
            <p:cNvPr id="100" name="그룹 99">
              <a:extLst>
                <a:ext uri="{FF2B5EF4-FFF2-40B4-BE49-F238E27FC236}">
                  <a16:creationId xmlns:a16="http://schemas.microsoft.com/office/drawing/2014/main" id="{CD42BFA7-6979-45E8-B4BF-62E6714D792F}"/>
                </a:ext>
              </a:extLst>
            </p:cNvPr>
            <p:cNvGrpSpPr/>
            <p:nvPr/>
          </p:nvGrpSpPr>
          <p:grpSpPr>
            <a:xfrm>
              <a:off x="1237833" y="3462866"/>
              <a:ext cx="378630" cy="248122"/>
              <a:chOff x="2681976" y="1955121"/>
              <a:chExt cx="1993118" cy="596970"/>
            </a:xfrm>
          </p:grpSpPr>
          <p:sp>
            <p:nvSpPr>
              <p:cNvPr id="102" name="Border">
                <a:extLst>
                  <a:ext uri="{FF2B5EF4-FFF2-40B4-BE49-F238E27FC236}">
                    <a16:creationId xmlns:a16="http://schemas.microsoft.com/office/drawing/2014/main" id="{45807206-01B8-4DEE-B049-9C3E98FF7B75}"/>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3" name="Line 2">
                <a:extLst>
                  <a:ext uri="{FF2B5EF4-FFF2-40B4-BE49-F238E27FC236}">
                    <a16:creationId xmlns:a16="http://schemas.microsoft.com/office/drawing/2014/main" id="{8B2CF80B-E2B1-44E2-AD1C-C62EE6AEB9CB}"/>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4" name="Line 1">
                <a:extLst>
                  <a:ext uri="{FF2B5EF4-FFF2-40B4-BE49-F238E27FC236}">
                    <a16:creationId xmlns:a16="http://schemas.microsoft.com/office/drawing/2014/main" id="{A9F36FAC-1633-4D08-89C9-571FAC7DABC1}"/>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5" name="TextBox 104">
                <a:extLst>
                  <a:ext uri="{FF2B5EF4-FFF2-40B4-BE49-F238E27FC236}">
                    <a16:creationId xmlns:a16="http://schemas.microsoft.com/office/drawing/2014/main" id="{BEFECC33-1585-4D9B-BE24-79F47448D4DF}"/>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01" name="직사각형 100">
              <a:extLst>
                <a:ext uri="{FF2B5EF4-FFF2-40B4-BE49-F238E27FC236}">
                  <a16:creationId xmlns:a16="http://schemas.microsoft.com/office/drawing/2014/main" id="{E69E4568-0304-4A4C-9DE0-5E1EDE23C502}"/>
                </a:ext>
              </a:extLst>
            </p:cNvPr>
            <p:cNvSpPr/>
            <p:nvPr/>
          </p:nvSpPr>
          <p:spPr>
            <a:xfrm>
              <a:off x="1604380" y="3417650"/>
              <a:ext cx="1341933" cy="338554"/>
            </a:xfrm>
            <a:prstGeom prst="rect">
              <a:avLst/>
            </a:prstGeom>
          </p:spPr>
          <p:txBody>
            <a:bodyPr wrap="square">
              <a:spAutoFit/>
            </a:bodyPr>
            <a:lstStyle/>
            <a:p>
              <a:r>
                <a:rPr lang="ko-KR" altLang="en-US" sz="800" b="1" dirty="0"/>
                <a:t>상품명</a:t>
              </a:r>
              <a:r>
                <a:rPr lang="en-US" altLang="ko-KR" sz="800" b="1" dirty="0"/>
                <a:t>23232</a:t>
              </a:r>
              <a:br>
                <a:rPr lang="en-US" altLang="ko-KR" sz="800" b="1" dirty="0"/>
              </a:br>
              <a:r>
                <a:rPr lang="en-US" altLang="ko-KR" sz="800" dirty="0">
                  <a:solidFill>
                    <a:schemeClr val="tx1">
                      <a:lumMod val="50000"/>
                      <a:lumOff val="50000"/>
                    </a:schemeClr>
                  </a:solidFill>
                </a:rPr>
                <a:t>a200392</a:t>
              </a:r>
            </a:p>
          </p:txBody>
        </p:sp>
      </p:grpSp>
      <p:sp>
        <p:nvSpPr>
          <p:cNvPr id="87" name="사각형: 둥근 위쪽 모서리 86">
            <a:extLst>
              <a:ext uri="{FF2B5EF4-FFF2-40B4-BE49-F238E27FC236}">
                <a16:creationId xmlns:a16="http://schemas.microsoft.com/office/drawing/2014/main" id="{3007731A-7539-45E6-B068-B040410BA9AA}"/>
              </a:ext>
            </a:extLst>
          </p:cNvPr>
          <p:cNvSpPr/>
          <p:nvPr/>
        </p:nvSpPr>
        <p:spPr>
          <a:xfrm>
            <a:off x="6864456" y="7829229"/>
            <a:ext cx="1549021" cy="326325"/>
          </a:xfrm>
          <a:prstGeom prst="round2SameRect">
            <a:avLst>
              <a:gd name="adj1" fmla="val 33634"/>
              <a:gd name="adj2" fmla="val 0"/>
            </a:avLst>
          </a:prstGeom>
          <a:solidFill>
            <a:schemeClr val="bg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8" name="직사각형 87">
            <a:extLst>
              <a:ext uri="{FF2B5EF4-FFF2-40B4-BE49-F238E27FC236}">
                <a16:creationId xmlns:a16="http://schemas.microsoft.com/office/drawing/2014/main" id="{7F29C23C-5A62-43E0-9F71-3D2B46ACE6B6}"/>
              </a:ext>
            </a:extLst>
          </p:cNvPr>
          <p:cNvSpPr/>
          <p:nvPr/>
        </p:nvSpPr>
        <p:spPr>
          <a:xfrm>
            <a:off x="6880124" y="8067763"/>
            <a:ext cx="1527276" cy="14490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0" name="직선 연결선 89">
            <a:extLst>
              <a:ext uri="{FF2B5EF4-FFF2-40B4-BE49-F238E27FC236}">
                <a16:creationId xmlns:a16="http://schemas.microsoft.com/office/drawing/2014/main" id="{FC8FFE55-8EB7-4C88-9580-A7F0EA00DD31}"/>
              </a:ext>
            </a:extLst>
          </p:cNvPr>
          <p:cNvCxnSpPr>
            <a:cxnSpLocks/>
          </p:cNvCxnSpPr>
          <p:nvPr/>
        </p:nvCxnSpPr>
        <p:spPr>
          <a:xfrm flipH="1">
            <a:off x="41176" y="8153244"/>
            <a:ext cx="6823280" cy="0"/>
          </a:xfrm>
          <a:prstGeom prst="line">
            <a:avLst/>
          </a:prstGeom>
          <a:ln w="31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91" name="직선 연결선 90">
            <a:extLst>
              <a:ext uri="{FF2B5EF4-FFF2-40B4-BE49-F238E27FC236}">
                <a16:creationId xmlns:a16="http://schemas.microsoft.com/office/drawing/2014/main" id="{D135DCA9-D7BE-405F-A89C-75A59F1C8DD6}"/>
              </a:ext>
            </a:extLst>
          </p:cNvPr>
          <p:cNvCxnSpPr>
            <a:cxnSpLocks/>
          </p:cNvCxnSpPr>
          <p:nvPr/>
        </p:nvCxnSpPr>
        <p:spPr>
          <a:xfrm flipH="1" flipV="1">
            <a:off x="8413477" y="8149778"/>
            <a:ext cx="1651748" cy="12295"/>
          </a:xfrm>
          <a:prstGeom prst="line">
            <a:avLst/>
          </a:prstGeom>
          <a:ln w="31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06" name="TextBox 105">
            <a:extLst>
              <a:ext uri="{FF2B5EF4-FFF2-40B4-BE49-F238E27FC236}">
                <a16:creationId xmlns:a16="http://schemas.microsoft.com/office/drawing/2014/main" id="{1807C21B-ED1F-4CC9-890C-8EEB9EA76473}"/>
              </a:ext>
            </a:extLst>
          </p:cNvPr>
          <p:cNvSpPr txBox="1"/>
          <p:nvPr/>
        </p:nvSpPr>
        <p:spPr>
          <a:xfrm>
            <a:off x="7075607" y="7885545"/>
            <a:ext cx="1152880" cy="230832"/>
          </a:xfrm>
          <a:prstGeom prst="rect">
            <a:avLst/>
          </a:prstGeom>
          <a:noFill/>
        </p:spPr>
        <p:txBody>
          <a:bodyPr wrap="none" rtlCol="0">
            <a:spAutoFit/>
          </a:bodyPr>
          <a:lstStyle/>
          <a:p>
            <a:r>
              <a:rPr lang="ko-KR" altLang="en-US" sz="900" dirty="0"/>
              <a:t>구매옵션선택    ▲</a:t>
            </a:r>
          </a:p>
        </p:txBody>
      </p:sp>
      <p:sp>
        <p:nvSpPr>
          <p:cNvPr id="108" name="TextBox 107">
            <a:extLst>
              <a:ext uri="{FF2B5EF4-FFF2-40B4-BE49-F238E27FC236}">
                <a16:creationId xmlns:a16="http://schemas.microsoft.com/office/drawing/2014/main" id="{A46467F9-1CD3-4CA0-B6B8-EA382A9E66F8}"/>
              </a:ext>
            </a:extLst>
          </p:cNvPr>
          <p:cNvSpPr txBox="1"/>
          <p:nvPr/>
        </p:nvSpPr>
        <p:spPr>
          <a:xfrm>
            <a:off x="4254982" y="8302366"/>
            <a:ext cx="1736373" cy="338554"/>
          </a:xfrm>
          <a:prstGeom prst="rect">
            <a:avLst/>
          </a:prstGeom>
          <a:noFill/>
        </p:spPr>
        <p:txBody>
          <a:bodyPr wrap="none" rtlCol="0">
            <a:spAutoFit/>
          </a:bodyPr>
          <a:lstStyle/>
          <a:p>
            <a:r>
              <a:rPr lang="ko-KR" altLang="en-US" sz="1200" b="1" dirty="0"/>
              <a:t>총 상품금액   </a:t>
            </a:r>
            <a:r>
              <a:rPr lang="en-US" altLang="ko-KR" sz="1600" b="1" dirty="0">
                <a:solidFill>
                  <a:srgbClr val="FF0000"/>
                </a:solidFill>
              </a:rPr>
              <a:t>300</a:t>
            </a:r>
            <a:r>
              <a:rPr lang="en-US" altLang="ko-KR" sz="1200" b="1" dirty="0">
                <a:solidFill>
                  <a:srgbClr val="FF0000"/>
                </a:solidFill>
              </a:rPr>
              <a:t> </a:t>
            </a:r>
            <a:r>
              <a:rPr lang="ko-KR" altLang="en-US" sz="1200" b="1" dirty="0">
                <a:solidFill>
                  <a:srgbClr val="FF0000"/>
                </a:solidFill>
              </a:rPr>
              <a:t>원</a:t>
            </a:r>
          </a:p>
        </p:txBody>
      </p:sp>
      <p:sp>
        <p:nvSpPr>
          <p:cNvPr id="109" name="사각형: 둥근 모서리 108">
            <a:extLst>
              <a:ext uri="{FF2B5EF4-FFF2-40B4-BE49-F238E27FC236}">
                <a16:creationId xmlns:a16="http://schemas.microsoft.com/office/drawing/2014/main" id="{E4F04043-558A-4856-86A6-AF71CAF85382}"/>
              </a:ext>
            </a:extLst>
          </p:cNvPr>
          <p:cNvSpPr/>
          <p:nvPr/>
        </p:nvSpPr>
        <p:spPr>
          <a:xfrm>
            <a:off x="6087851" y="8325098"/>
            <a:ext cx="1132764" cy="277466"/>
          </a:xfrm>
          <a:prstGeom prst="roundRect">
            <a:avLst>
              <a:gd name="adj" fmla="val 5000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tx1"/>
                </a:solidFill>
              </a:rPr>
              <a:t>장바구니</a:t>
            </a:r>
          </a:p>
        </p:txBody>
      </p:sp>
      <p:sp>
        <p:nvSpPr>
          <p:cNvPr id="110" name="사각형: 둥근 모서리 109">
            <a:extLst>
              <a:ext uri="{FF2B5EF4-FFF2-40B4-BE49-F238E27FC236}">
                <a16:creationId xmlns:a16="http://schemas.microsoft.com/office/drawing/2014/main" id="{58F85249-D3FC-443E-998D-CEB3F08BA8E3}"/>
              </a:ext>
            </a:extLst>
          </p:cNvPr>
          <p:cNvSpPr/>
          <p:nvPr/>
        </p:nvSpPr>
        <p:spPr>
          <a:xfrm>
            <a:off x="7293059" y="8319823"/>
            <a:ext cx="1132764" cy="277466"/>
          </a:xfrm>
          <a:prstGeom prst="roundRect">
            <a:avLst>
              <a:gd name="adj" fmla="val 50000"/>
            </a:avLst>
          </a:prstGeom>
          <a:solidFill>
            <a:srgbClr val="0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구매하기</a:t>
            </a:r>
          </a:p>
        </p:txBody>
      </p:sp>
      <p:graphicFrame>
        <p:nvGraphicFramePr>
          <p:cNvPr id="69" name="표 68">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4184795348"/>
              </p:ext>
            </p:extLst>
          </p:nvPr>
        </p:nvGraphicFramePr>
        <p:xfrm>
          <a:off x="10171774" y="22159"/>
          <a:ext cx="1979018" cy="455779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RF-03-04-02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상품영역</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일반상품</a:t>
                      </a:r>
                      <a:r>
                        <a:rPr lang="ko-KR" altLang="en-US" sz="800" baseline="0" dirty="0"/>
                        <a:t> 상세 화면</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상품의 이미지가 표시되는 영역</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처음</a:t>
                      </a:r>
                      <a:r>
                        <a:rPr lang="ko-KR" altLang="en-US" sz="800" b="0" baseline="0" dirty="0">
                          <a:solidFill>
                            <a:schemeClr val="tx1"/>
                          </a:solidFill>
                        </a:rPr>
                        <a:t> 페이지에 들어올 경우 가장 먼저 등록된 이미지가 보여진다</a:t>
                      </a:r>
                      <a:r>
                        <a:rPr lang="en-US" altLang="ko-KR" sz="800" b="0" baseline="0" dirty="0">
                          <a:solidFill>
                            <a:schemeClr val="tx1"/>
                          </a:solidFill>
                        </a:rPr>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등록된 이미지들이 표시되는 영역</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이미지를 클릭할 경우 상단에 있는 </a:t>
                      </a:r>
                      <a:r>
                        <a:rPr lang="en-US" altLang="ko-KR" sz="800" b="0" dirty="0">
                          <a:solidFill>
                            <a:schemeClr val="tx1"/>
                          </a:solidFill>
                        </a:rPr>
                        <a:t>1</a:t>
                      </a:r>
                      <a:r>
                        <a:rPr lang="ko-KR" altLang="en-US" sz="800" b="0" dirty="0">
                          <a:solidFill>
                            <a:schemeClr val="tx1"/>
                          </a:solidFill>
                        </a:rPr>
                        <a:t>번의 영역에 해당 이미지가 보여진다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상품명</a:t>
                      </a:r>
                      <a:r>
                        <a:rPr lang="en-US" altLang="ko-KR" sz="800" b="0" dirty="0">
                          <a:solidFill>
                            <a:schemeClr val="tx1"/>
                          </a:solidFill>
                        </a:rPr>
                        <a:t>, </a:t>
                      </a:r>
                      <a:r>
                        <a:rPr lang="ko-KR" altLang="en-US" sz="800" b="0" dirty="0">
                          <a:solidFill>
                            <a:schemeClr val="tx1"/>
                          </a:solidFill>
                        </a:rPr>
                        <a:t>코드</a:t>
                      </a:r>
                      <a:r>
                        <a:rPr lang="en-US" altLang="ko-KR" sz="800" b="0" dirty="0">
                          <a:solidFill>
                            <a:schemeClr val="tx1"/>
                          </a:solidFill>
                        </a:rPr>
                        <a:t>, </a:t>
                      </a:r>
                      <a:r>
                        <a:rPr lang="ko-KR" altLang="en-US" sz="800" b="0" dirty="0">
                          <a:solidFill>
                            <a:schemeClr val="tx1"/>
                          </a:solidFill>
                        </a:rPr>
                        <a:t>분류가 표시되는 영역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옵션과 수량을 선택하는 영역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82562567"/>
                  </a:ext>
                </a:extLst>
              </a:tr>
              <a:tr h="140746">
                <a:tc>
                  <a:txBody>
                    <a:bodyPr/>
                    <a:lstStyle/>
                    <a:p>
                      <a:pPr algn="ctr" latinLnBrk="1"/>
                      <a:r>
                        <a:rPr lang="en-US" altLang="ko-KR" sz="800" dirty="0"/>
                        <a:t>5</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버튼 클릭 시 장바구니 페이지 </a:t>
                      </a:r>
                      <a:r>
                        <a:rPr lang="en-US" altLang="ko-KR" sz="800" dirty="0"/>
                        <a:t>RF-03-04-03</a:t>
                      </a:r>
                      <a:r>
                        <a:rPr lang="en-US" altLang="ko-KR" sz="800" b="0" baseline="0" dirty="0">
                          <a:solidFill>
                            <a:schemeClr val="tx1"/>
                          </a:solidFill>
                        </a:rPr>
                        <a:t> </a:t>
                      </a:r>
                      <a:r>
                        <a:rPr lang="ko-KR" altLang="en-US" sz="800" b="0" baseline="0" dirty="0">
                          <a:solidFill>
                            <a:schemeClr val="tx1"/>
                          </a:solidFill>
                        </a:rPr>
                        <a:t>로 이동한다</a:t>
                      </a:r>
                      <a:r>
                        <a:rPr lang="en-US" altLang="ko-KR" sz="800" b="0" baseline="0" dirty="0">
                          <a:solidFill>
                            <a:schemeClr val="tx1"/>
                          </a:solidFill>
                        </a:rPr>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906745450"/>
                  </a:ext>
                </a:extLst>
              </a:tr>
              <a:tr h="140746">
                <a:tc>
                  <a:txBody>
                    <a:bodyPr/>
                    <a:lstStyle/>
                    <a:p>
                      <a:pPr algn="ctr" latinLnBrk="1"/>
                      <a:r>
                        <a:rPr lang="en-US" altLang="ko-KR" sz="800" dirty="0"/>
                        <a:t>6</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버튼 클릭 시 주문서 작성 페이지 </a:t>
                      </a:r>
                      <a:r>
                        <a:rPr lang="en-US" altLang="ko-KR" sz="800" dirty="0"/>
                        <a:t>RF-03-04-04</a:t>
                      </a:r>
                      <a:r>
                        <a:rPr lang="ko-KR" altLang="en-US" sz="800" baseline="0" dirty="0"/>
                        <a:t> 로 이동한다</a:t>
                      </a:r>
                      <a:r>
                        <a:rPr lang="en-US" altLang="ko-KR" sz="800" baseline="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000582615"/>
                  </a:ext>
                </a:extLst>
              </a:tr>
              <a:tr h="140746">
                <a:tc>
                  <a:txBody>
                    <a:bodyPr/>
                    <a:lstStyle/>
                    <a:p>
                      <a:pPr algn="ctr" latinLnBrk="1"/>
                      <a:r>
                        <a:rPr lang="en-US" altLang="ko-KR" sz="800" dirty="0"/>
                        <a:t>7</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탭을 누를 경우 해당 탭에 맞는 데이터가 하단</a:t>
                      </a:r>
                      <a:r>
                        <a:rPr lang="ko-KR" altLang="en-US" sz="800" baseline="0" dirty="0"/>
                        <a:t> 영역에</a:t>
                      </a:r>
                      <a:r>
                        <a:rPr lang="ko-KR" altLang="en-US" sz="800" dirty="0"/>
                        <a:t> 표시된다</a:t>
                      </a:r>
                      <a:r>
                        <a:rPr lang="en-US" altLang="ko-KR" sz="80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200311578"/>
                  </a:ext>
                </a:extLst>
              </a:tr>
            </a:tbl>
          </a:graphicData>
        </a:graphic>
      </p:graphicFrame>
      <p:sp>
        <p:nvSpPr>
          <p:cNvPr id="70" name="TextBox 69">
            <a:extLst>
              <a:ext uri="{FF2B5EF4-FFF2-40B4-BE49-F238E27FC236}">
                <a16:creationId xmlns:a16="http://schemas.microsoft.com/office/drawing/2014/main" id="{F98DBA0F-10B9-4E8D-AB45-307E94831975}"/>
              </a:ext>
            </a:extLst>
          </p:cNvPr>
          <p:cNvSpPr txBox="1"/>
          <p:nvPr/>
        </p:nvSpPr>
        <p:spPr>
          <a:xfrm>
            <a:off x="1376856" y="1094397"/>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71" name="TextBox 70">
            <a:extLst>
              <a:ext uri="{FF2B5EF4-FFF2-40B4-BE49-F238E27FC236}">
                <a16:creationId xmlns:a16="http://schemas.microsoft.com/office/drawing/2014/main" id="{F98DBA0F-10B9-4E8D-AB45-307E94831975}"/>
              </a:ext>
            </a:extLst>
          </p:cNvPr>
          <p:cNvSpPr txBox="1"/>
          <p:nvPr/>
        </p:nvSpPr>
        <p:spPr>
          <a:xfrm>
            <a:off x="4369694" y="994878"/>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72" name="TextBox 71">
            <a:extLst>
              <a:ext uri="{FF2B5EF4-FFF2-40B4-BE49-F238E27FC236}">
                <a16:creationId xmlns:a16="http://schemas.microsoft.com/office/drawing/2014/main" id="{F98DBA0F-10B9-4E8D-AB45-307E94831975}"/>
              </a:ext>
            </a:extLst>
          </p:cNvPr>
          <p:cNvSpPr txBox="1"/>
          <p:nvPr/>
        </p:nvSpPr>
        <p:spPr>
          <a:xfrm>
            <a:off x="4365990" y="2497698"/>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
        <p:nvSpPr>
          <p:cNvPr id="73" name="TextBox 72">
            <a:extLst>
              <a:ext uri="{FF2B5EF4-FFF2-40B4-BE49-F238E27FC236}">
                <a16:creationId xmlns:a16="http://schemas.microsoft.com/office/drawing/2014/main" id="{F98DBA0F-10B9-4E8D-AB45-307E94831975}"/>
              </a:ext>
            </a:extLst>
          </p:cNvPr>
          <p:cNvSpPr txBox="1"/>
          <p:nvPr/>
        </p:nvSpPr>
        <p:spPr>
          <a:xfrm>
            <a:off x="5076978" y="3809661"/>
            <a:ext cx="251992" cy="230832"/>
          </a:xfrm>
          <a:prstGeom prst="rect">
            <a:avLst/>
          </a:prstGeom>
          <a:solidFill>
            <a:srgbClr val="FF0000"/>
          </a:solidFill>
        </p:spPr>
        <p:txBody>
          <a:bodyPr wrap="none" rtlCol="0">
            <a:spAutoFit/>
          </a:bodyPr>
          <a:lstStyle/>
          <a:p>
            <a:r>
              <a:rPr lang="en-US" altLang="ko-KR" sz="900" b="1" dirty="0">
                <a:solidFill>
                  <a:schemeClr val="bg1"/>
                </a:solidFill>
              </a:rPr>
              <a:t>5</a:t>
            </a:r>
            <a:endParaRPr lang="ko-KR" altLang="en-US" sz="900" b="1" dirty="0">
              <a:solidFill>
                <a:schemeClr val="bg1"/>
              </a:solidFill>
            </a:endParaRPr>
          </a:p>
        </p:txBody>
      </p:sp>
      <p:sp>
        <p:nvSpPr>
          <p:cNvPr id="75" name="TextBox 74">
            <a:extLst>
              <a:ext uri="{FF2B5EF4-FFF2-40B4-BE49-F238E27FC236}">
                <a16:creationId xmlns:a16="http://schemas.microsoft.com/office/drawing/2014/main" id="{F98DBA0F-10B9-4E8D-AB45-307E94831975}"/>
              </a:ext>
            </a:extLst>
          </p:cNvPr>
          <p:cNvSpPr txBox="1"/>
          <p:nvPr/>
        </p:nvSpPr>
        <p:spPr>
          <a:xfrm>
            <a:off x="1376856" y="4598655"/>
            <a:ext cx="251992" cy="230832"/>
          </a:xfrm>
          <a:prstGeom prst="rect">
            <a:avLst/>
          </a:prstGeom>
          <a:solidFill>
            <a:srgbClr val="FF0000"/>
          </a:solidFill>
        </p:spPr>
        <p:txBody>
          <a:bodyPr wrap="none" rtlCol="0">
            <a:spAutoFit/>
          </a:bodyPr>
          <a:lstStyle/>
          <a:p>
            <a:r>
              <a:rPr lang="en-US" altLang="ko-KR" sz="900" b="1" dirty="0">
                <a:solidFill>
                  <a:schemeClr val="bg1"/>
                </a:solidFill>
              </a:rPr>
              <a:t>7</a:t>
            </a:r>
            <a:endParaRPr lang="ko-KR" altLang="en-US" sz="900" b="1" dirty="0">
              <a:solidFill>
                <a:schemeClr val="bg1"/>
              </a:solidFill>
            </a:endParaRPr>
          </a:p>
        </p:txBody>
      </p:sp>
      <p:sp>
        <p:nvSpPr>
          <p:cNvPr id="77" name="TextBox 76">
            <a:extLst>
              <a:ext uri="{FF2B5EF4-FFF2-40B4-BE49-F238E27FC236}">
                <a16:creationId xmlns:a16="http://schemas.microsoft.com/office/drawing/2014/main" id="{F98DBA0F-10B9-4E8D-AB45-307E94831975}"/>
              </a:ext>
            </a:extLst>
          </p:cNvPr>
          <p:cNvSpPr txBox="1"/>
          <p:nvPr/>
        </p:nvSpPr>
        <p:spPr>
          <a:xfrm>
            <a:off x="6687450" y="3810325"/>
            <a:ext cx="251992" cy="230832"/>
          </a:xfrm>
          <a:prstGeom prst="rect">
            <a:avLst/>
          </a:prstGeom>
          <a:solidFill>
            <a:srgbClr val="FF0000"/>
          </a:solidFill>
        </p:spPr>
        <p:txBody>
          <a:bodyPr wrap="none" rtlCol="0">
            <a:spAutoFit/>
          </a:bodyPr>
          <a:lstStyle/>
          <a:p>
            <a:r>
              <a:rPr lang="en-US" altLang="ko-KR" sz="900" b="1" dirty="0">
                <a:solidFill>
                  <a:schemeClr val="bg1"/>
                </a:solidFill>
              </a:rPr>
              <a:t>6</a:t>
            </a:r>
            <a:endParaRPr lang="ko-KR" altLang="en-US" sz="900" b="1" dirty="0">
              <a:solidFill>
                <a:schemeClr val="bg1"/>
              </a:solidFill>
            </a:endParaRPr>
          </a:p>
        </p:txBody>
      </p:sp>
      <p:sp>
        <p:nvSpPr>
          <p:cNvPr id="85" name="TextBox 84">
            <a:extLst>
              <a:ext uri="{FF2B5EF4-FFF2-40B4-BE49-F238E27FC236}">
                <a16:creationId xmlns:a16="http://schemas.microsoft.com/office/drawing/2014/main" id="{F98DBA0F-10B9-4E8D-AB45-307E94831975}"/>
              </a:ext>
            </a:extLst>
          </p:cNvPr>
          <p:cNvSpPr txBox="1"/>
          <p:nvPr/>
        </p:nvSpPr>
        <p:spPr>
          <a:xfrm>
            <a:off x="1376856" y="3633351"/>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149230495"/>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ADF58020-8EC3-493D-92B9-396E6491DCE6}"/>
              </a:ext>
            </a:extLst>
          </p:cNvPr>
          <p:cNvGrpSpPr/>
          <p:nvPr/>
        </p:nvGrpSpPr>
        <p:grpSpPr>
          <a:xfrm>
            <a:off x="1472099" y="1212122"/>
            <a:ext cx="2798648" cy="2361452"/>
            <a:chOff x="2843808" y="1955121"/>
            <a:chExt cx="1674813" cy="596970"/>
          </a:xfrm>
          <a:solidFill>
            <a:schemeClr val="bg1">
              <a:lumMod val="95000"/>
            </a:schemeClr>
          </a:solidFill>
        </p:grpSpPr>
        <p:sp>
          <p:nvSpPr>
            <p:cNvPr id="3" name="Border">
              <a:extLst>
                <a:ext uri="{FF2B5EF4-FFF2-40B4-BE49-F238E27FC236}">
                  <a16:creationId xmlns:a16="http://schemas.microsoft.com/office/drawing/2014/main" id="{92E3219B-A1B5-47C5-82C1-BD02D1C67988}"/>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 name="Line 2">
              <a:extLst>
                <a:ext uri="{FF2B5EF4-FFF2-40B4-BE49-F238E27FC236}">
                  <a16:creationId xmlns:a16="http://schemas.microsoft.com/office/drawing/2014/main" id="{4AFA698B-354E-44F0-8DED-11AD4F4B2C12}"/>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 name="Line 1">
              <a:extLst>
                <a:ext uri="{FF2B5EF4-FFF2-40B4-BE49-F238E27FC236}">
                  <a16:creationId xmlns:a16="http://schemas.microsoft.com/office/drawing/2014/main" id="{310A2800-576B-49D4-B791-331AE95521D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 name="TextBox 5">
              <a:extLst>
                <a:ext uri="{FF2B5EF4-FFF2-40B4-BE49-F238E27FC236}">
                  <a16:creationId xmlns:a16="http://schemas.microsoft.com/office/drawing/2014/main" id="{DDD7152F-B20E-43D4-99B7-0ABA3BBAACBE}"/>
                </a:ext>
              </a:extLst>
            </p:cNvPr>
            <p:cNvSpPr txBox="1"/>
            <p:nvPr/>
          </p:nvSpPr>
          <p:spPr>
            <a:xfrm>
              <a:off x="3381983" y="2215369"/>
              <a:ext cx="598462" cy="76475"/>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Contents</a:t>
              </a:r>
              <a:endParaRPr lang="ko-KR" altLang="en-US" sz="900" dirty="0">
                <a:solidFill>
                  <a:schemeClr val="tx1">
                    <a:lumMod val="50000"/>
                    <a:lumOff val="50000"/>
                  </a:schemeClr>
                </a:solidFill>
              </a:endParaRPr>
            </a:p>
          </p:txBody>
        </p:sp>
      </p:grpSp>
      <p:grpSp>
        <p:nvGrpSpPr>
          <p:cNvPr id="7" name="그룹 6">
            <a:extLst>
              <a:ext uri="{FF2B5EF4-FFF2-40B4-BE49-F238E27FC236}">
                <a16:creationId xmlns:a16="http://schemas.microsoft.com/office/drawing/2014/main" id="{7283941F-D1EC-404A-817A-BB1C9E7CF9D7}"/>
              </a:ext>
            </a:extLst>
          </p:cNvPr>
          <p:cNvGrpSpPr/>
          <p:nvPr/>
        </p:nvGrpSpPr>
        <p:grpSpPr>
          <a:xfrm>
            <a:off x="1459410" y="3687394"/>
            <a:ext cx="492940" cy="406337"/>
            <a:chOff x="3092355" y="3209109"/>
            <a:chExt cx="353705" cy="305189"/>
          </a:xfrm>
        </p:grpSpPr>
        <p:sp>
          <p:nvSpPr>
            <p:cNvPr id="8" name="Border">
              <a:extLst>
                <a:ext uri="{FF2B5EF4-FFF2-40B4-BE49-F238E27FC236}">
                  <a16:creationId xmlns:a16="http://schemas.microsoft.com/office/drawing/2014/main" id="{C7EFF9AF-7D31-416C-8709-FBFE6062197C}"/>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2">
              <a:extLst>
                <a:ext uri="{FF2B5EF4-FFF2-40B4-BE49-F238E27FC236}">
                  <a16:creationId xmlns:a16="http://schemas.microsoft.com/office/drawing/2014/main" id="{714A8F22-6504-4C70-A5BE-0305B42B36E8}"/>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Line 1">
              <a:extLst>
                <a:ext uri="{FF2B5EF4-FFF2-40B4-BE49-F238E27FC236}">
                  <a16:creationId xmlns:a16="http://schemas.microsoft.com/office/drawing/2014/main" id="{38C993B5-797D-4752-9D61-A7FBF2A1F77A}"/>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11" name="그룹 10">
            <a:extLst>
              <a:ext uri="{FF2B5EF4-FFF2-40B4-BE49-F238E27FC236}">
                <a16:creationId xmlns:a16="http://schemas.microsoft.com/office/drawing/2014/main" id="{35F2CDA7-284F-4A8D-A3B1-152F24F887F5}"/>
              </a:ext>
            </a:extLst>
          </p:cNvPr>
          <p:cNvGrpSpPr/>
          <p:nvPr/>
        </p:nvGrpSpPr>
        <p:grpSpPr>
          <a:xfrm>
            <a:off x="2038560" y="3687390"/>
            <a:ext cx="492940" cy="406337"/>
            <a:chOff x="3092355" y="3209109"/>
            <a:chExt cx="353705" cy="305189"/>
          </a:xfrm>
        </p:grpSpPr>
        <p:sp>
          <p:nvSpPr>
            <p:cNvPr id="12" name="Border">
              <a:extLst>
                <a:ext uri="{FF2B5EF4-FFF2-40B4-BE49-F238E27FC236}">
                  <a16:creationId xmlns:a16="http://schemas.microsoft.com/office/drawing/2014/main" id="{62EADD08-30E9-47F3-801F-DF50BE935016}"/>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 name="Line 2">
              <a:extLst>
                <a:ext uri="{FF2B5EF4-FFF2-40B4-BE49-F238E27FC236}">
                  <a16:creationId xmlns:a16="http://schemas.microsoft.com/office/drawing/2014/main" id="{F90DB3F8-CA77-456D-B603-88D6A5521537}"/>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 name="Line 1">
              <a:extLst>
                <a:ext uri="{FF2B5EF4-FFF2-40B4-BE49-F238E27FC236}">
                  <a16:creationId xmlns:a16="http://schemas.microsoft.com/office/drawing/2014/main" id="{255366D9-2C7E-4D03-B7CE-F96BE0BD4DE1}"/>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15" name="그룹 14">
            <a:extLst>
              <a:ext uri="{FF2B5EF4-FFF2-40B4-BE49-F238E27FC236}">
                <a16:creationId xmlns:a16="http://schemas.microsoft.com/office/drawing/2014/main" id="{A576E876-2E07-4010-B2F8-A7428B26259A}"/>
              </a:ext>
            </a:extLst>
          </p:cNvPr>
          <p:cNvGrpSpPr/>
          <p:nvPr/>
        </p:nvGrpSpPr>
        <p:grpSpPr>
          <a:xfrm>
            <a:off x="2617710" y="3687390"/>
            <a:ext cx="492940" cy="406337"/>
            <a:chOff x="3092355" y="3209109"/>
            <a:chExt cx="353705" cy="305189"/>
          </a:xfrm>
        </p:grpSpPr>
        <p:sp>
          <p:nvSpPr>
            <p:cNvPr id="16" name="Border">
              <a:extLst>
                <a:ext uri="{FF2B5EF4-FFF2-40B4-BE49-F238E27FC236}">
                  <a16:creationId xmlns:a16="http://schemas.microsoft.com/office/drawing/2014/main" id="{E41FA13A-4623-4A15-966A-9CD05C8DE198}"/>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 name="Line 2">
              <a:extLst>
                <a:ext uri="{FF2B5EF4-FFF2-40B4-BE49-F238E27FC236}">
                  <a16:creationId xmlns:a16="http://schemas.microsoft.com/office/drawing/2014/main" id="{B03876AD-80FB-401E-BF2D-DED14593ADE3}"/>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 name="Line 1">
              <a:extLst>
                <a:ext uri="{FF2B5EF4-FFF2-40B4-BE49-F238E27FC236}">
                  <a16:creationId xmlns:a16="http://schemas.microsoft.com/office/drawing/2014/main" id="{0314D4F1-6369-4E54-BCEA-878C35C97950}"/>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19" name="그룹 18">
            <a:extLst>
              <a:ext uri="{FF2B5EF4-FFF2-40B4-BE49-F238E27FC236}">
                <a16:creationId xmlns:a16="http://schemas.microsoft.com/office/drawing/2014/main" id="{161F21E8-1AA7-466D-A092-B1CFF9CE768F}"/>
              </a:ext>
            </a:extLst>
          </p:cNvPr>
          <p:cNvGrpSpPr/>
          <p:nvPr/>
        </p:nvGrpSpPr>
        <p:grpSpPr>
          <a:xfrm>
            <a:off x="3196860" y="3687390"/>
            <a:ext cx="492940" cy="406337"/>
            <a:chOff x="3092355" y="3209109"/>
            <a:chExt cx="353705" cy="305189"/>
          </a:xfrm>
        </p:grpSpPr>
        <p:sp>
          <p:nvSpPr>
            <p:cNvPr id="20" name="Border">
              <a:extLst>
                <a:ext uri="{FF2B5EF4-FFF2-40B4-BE49-F238E27FC236}">
                  <a16:creationId xmlns:a16="http://schemas.microsoft.com/office/drawing/2014/main" id="{E727AE83-8C1A-40EB-B2AB-3E322AD9B10C}"/>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 name="Line 2">
              <a:extLst>
                <a:ext uri="{FF2B5EF4-FFF2-40B4-BE49-F238E27FC236}">
                  <a16:creationId xmlns:a16="http://schemas.microsoft.com/office/drawing/2014/main" id="{7F326CB7-F9F8-4AD6-BAB6-591659E408F0}"/>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 name="Line 1">
              <a:extLst>
                <a:ext uri="{FF2B5EF4-FFF2-40B4-BE49-F238E27FC236}">
                  <a16:creationId xmlns:a16="http://schemas.microsoft.com/office/drawing/2014/main" id="{9877D2C3-A5C5-4F80-BD0D-1603714ADD5D}"/>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23" name="그룹 22">
            <a:extLst>
              <a:ext uri="{FF2B5EF4-FFF2-40B4-BE49-F238E27FC236}">
                <a16:creationId xmlns:a16="http://schemas.microsoft.com/office/drawing/2014/main" id="{7FB7C9DD-F7E9-448B-BDA2-51B07E58C051}"/>
              </a:ext>
            </a:extLst>
          </p:cNvPr>
          <p:cNvGrpSpPr/>
          <p:nvPr/>
        </p:nvGrpSpPr>
        <p:grpSpPr>
          <a:xfrm>
            <a:off x="3776010" y="3687390"/>
            <a:ext cx="492942" cy="406341"/>
            <a:chOff x="3092355" y="3209106"/>
            <a:chExt cx="353706" cy="305192"/>
          </a:xfrm>
        </p:grpSpPr>
        <p:sp>
          <p:nvSpPr>
            <p:cNvPr id="24" name="Border">
              <a:extLst>
                <a:ext uri="{FF2B5EF4-FFF2-40B4-BE49-F238E27FC236}">
                  <a16:creationId xmlns:a16="http://schemas.microsoft.com/office/drawing/2014/main" id="{02EF3B2F-D62A-4C6A-A497-77DF35433534}"/>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5" name="Line 2">
              <a:extLst>
                <a:ext uri="{FF2B5EF4-FFF2-40B4-BE49-F238E27FC236}">
                  <a16:creationId xmlns:a16="http://schemas.microsoft.com/office/drawing/2014/main" id="{43A79A33-05A7-4C69-BD0F-776201D0725C}"/>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6" name="Line 1">
              <a:extLst>
                <a:ext uri="{FF2B5EF4-FFF2-40B4-BE49-F238E27FC236}">
                  <a16:creationId xmlns:a16="http://schemas.microsoft.com/office/drawing/2014/main" id="{90BA8AF5-6E9A-4E15-AF09-B8F20EB7F464}"/>
                </a:ext>
              </a:extLst>
            </p:cNvPr>
            <p:cNvSpPr>
              <a:spLocks/>
            </p:cNvSpPr>
            <p:nvPr/>
          </p:nvSpPr>
          <p:spPr bwMode="auto">
            <a:xfrm>
              <a:off x="3092356" y="3209106"/>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5F5F5F"/>
                </a:solidFill>
                <a:latin typeface="Segoe UI" panose="020B0502040204020203" pitchFamily="34" charset="0"/>
                <a:cs typeface="Segoe UI" panose="020B0502040204020203" pitchFamily="34" charset="0"/>
              </a:endParaRPr>
            </a:p>
          </p:txBody>
        </p:sp>
      </p:grpSp>
      <p:sp>
        <p:nvSpPr>
          <p:cNvPr id="27" name="TextBox 26">
            <a:extLst>
              <a:ext uri="{FF2B5EF4-FFF2-40B4-BE49-F238E27FC236}">
                <a16:creationId xmlns:a16="http://schemas.microsoft.com/office/drawing/2014/main" id="{54DEA3EC-6A5B-4BE1-AD2F-1CAA7A23CAD2}"/>
              </a:ext>
            </a:extLst>
          </p:cNvPr>
          <p:cNvSpPr txBox="1"/>
          <p:nvPr/>
        </p:nvSpPr>
        <p:spPr>
          <a:xfrm>
            <a:off x="4319751" y="1146630"/>
            <a:ext cx="3948564" cy="714876"/>
          </a:xfrm>
          <a:prstGeom prst="rect">
            <a:avLst/>
          </a:prstGeom>
          <a:noFill/>
        </p:spPr>
        <p:txBody>
          <a:bodyPr wrap="square">
            <a:spAutoFit/>
          </a:bodyPr>
          <a:lstStyle/>
          <a:p>
            <a:pPr>
              <a:lnSpc>
                <a:spcPct val="150000"/>
              </a:lnSpc>
              <a:defRPr/>
            </a:pPr>
            <a:r>
              <a:rPr lang="ko-KR" altLang="en-US" sz="800" dirty="0">
                <a:solidFill>
                  <a:schemeClr val="tx1">
                    <a:lumMod val="50000"/>
                    <a:lumOff val="50000"/>
                  </a:schemeClr>
                </a:solidFill>
              </a:rPr>
              <a:t>대분류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1200" b="1" dirty="0"/>
              <a:t>상품명</a:t>
            </a:r>
            <a:r>
              <a:rPr lang="en-US" altLang="ko-KR" sz="1200" b="1" dirty="0"/>
              <a:t>23232</a:t>
            </a:r>
          </a:p>
          <a:p>
            <a:pPr>
              <a:lnSpc>
                <a:spcPct val="150000"/>
              </a:lnSpc>
            </a:pPr>
            <a:r>
              <a:rPr lang="ko-KR" altLang="en-US" sz="800" dirty="0"/>
              <a:t>상품코드 </a:t>
            </a:r>
            <a:r>
              <a:rPr lang="en-US" altLang="ko-KR" sz="800" dirty="0"/>
              <a:t>:  a200392   </a:t>
            </a:r>
            <a:endParaRPr lang="ko-KR" altLang="en-US" sz="800" dirty="0"/>
          </a:p>
        </p:txBody>
      </p:sp>
      <p:sp>
        <p:nvSpPr>
          <p:cNvPr id="30" name="직사각형 29">
            <a:extLst>
              <a:ext uri="{FF2B5EF4-FFF2-40B4-BE49-F238E27FC236}">
                <a16:creationId xmlns:a16="http://schemas.microsoft.com/office/drawing/2014/main" id="{E064AFCB-B30A-433A-8515-6E657BBB97FF}"/>
              </a:ext>
            </a:extLst>
          </p:cNvPr>
          <p:cNvSpPr/>
          <p:nvPr/>
        </p:nvSpPr>
        <p:spPr>
          <a:xfrm>
            <a:off x="1472099" y="4970098"/>
            <a:ext cx="6796216" cy="3784941"/>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solidFill>
            </a:endParaRPr>
          </a:p>
          <a:p>
            <a:endParaRPr lang="en-US" altLang="ko-KR" sz="800" dirty="0">
              <a:solidFill>
                <a:schemeClr val="tx1"/>
              </a:solidFill>
            </a:endParaRPr>
          </a:p>
          <a:p>
            <a:endParaRPr lang="en-US" altLang="ko-KR" sz="800" dirty="0">
              <a:solidFill>
                <a:schemeClr val="tx1"/>
              </a:solidFill>
            </a:endParaRPr>
          </a:p>
        </p:txBody>
      </p:sp>
      <p:pic>
        <p:nvPicPr>
          <p:cNvPr id="31" name="그림 30">
            <a:extLst>
              <a:ext uri="{FF2B5EF4-FFF2-40B4-BE49-F238E27FC236}">
                <a16:creationId xmlns:a16="http://schemas.microsoft.com/office/drawing/2014/main" id="{B8443A42-9AE5-4C38-B819-7919F0E98B9E}"/>
              </a:ext>
            </a:extLst>
          </p:cNvPr>
          <p:cNvPicPr>
            <a:picLocks noChangeAspect="1"/>
          </p:cNvPicPr>
          <p:nvPr/>
        </p:nvPicPr>
        <p:blipFill>
          <a:blip r:embed="rId2"/>
          <a:stretch>
            <a:fillRect/>
          </a:stretch>
        </p:blipFill>
        <p:spPr>
          <a:xfrm>
            <a:off x="4368241" y="1896461"/>
            <a:ext cx="3946343" cy="1682825"/>
          </a:xfrm>
          <a:prstGeom prst="rect">
            <a:avLst/>
          </a:prstGeom>
        </p:spPr>
      </p:pic>
      <p:pic>
        <p:nvPicPr>
          <p:cNvPr id="32" name="그림 31">
            <a:extLst>
              <a:ext uri="{FF2B5EF4-FFF2-40B4-BE49-F238E27FC236}">
                <a16:creationId xmlns:a16="http://schemas.microsoft.com/office/drawing/2014/main" id="{73A9F404-5200-45C7-83D8-8F4AF0503848}"/>
              </a:ext>
            </a:extLst>
          </p:cNvPr>
          <p:cNvPicPr>
            <a:picLocks noChangeAspect="1"/>
          </p:cNvPicPr>
          <p:nvPr/>
        </p:nvPicPr>
        <p:blipFill>
          <a:blip r:embed="rId3"/>
          <a:stretch>
            <a:fillRect/>
          </a:stretch>
        </p:blipFill>
        <p:spPr>
          <a:xfrm>
            <a:off x="5105042" y="3634110"/>
            <a:ext cx="3163273" cy="603519"/>
          </a:xfrm>
          <a:prstGeom prst="rect">
            <a:avLst/>
          </a:prstGeom>
        </p:spPr>
      </p:pic>
      <p:grpSp>
        <p:nvGrpSpPr>
          <p:cNvPr id="34" name="그룹 33">
            <a:extLst>
              <a:ext uri="{FF2B5EF4-FFF2-40B4-BE49-F238E27FC236}">
                <a16:creationId xmlns:a16="http://schemas.microsoft.com/office/drawing/2014/main" id="{A9BC8936-1EE4-4C4F-88D7-CC3EFDF165B4}"/>
              </a:ext>
            </a:extLst>
          </p:cNvPr>
          <p:cNvGrpSpPr/>
          <p:nvPr/>
        </p:nvGrpSpPr>
        <p:grpSpPr>
          <a:xfrm>
            <a:off x="1569593" y="5090360"/>
            <a:ext cx="6619066" cy="3664679"/>
            <a:chOff x="2843808" y="1955121"/>
            <a:chExt cx="1674813" cy="596970"/>
          </a:xfrm>
          <a:solidFill>
            <a:schemeClr val="bg1">
              <a:lumMod val="95000"/>
            </a:schemeClr>
          </a:solidFill>
        </p:grpSpPr>
        <p:sp>
          <p:nvSpPr>
            <p:cNvPr id="35" name="Border">
              <a:extLst>
                <a:ext uri="{FF2B5EF4-FFF2-40B4-BE49-F238E27FC236}">
                  <a16:creationId xmlns:a16="http://schemas.microsoft.com/office/drawing/2014/main" id="{4490B8F0-142C-4C8F-A8A7-6F239459D181}"/>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6" name="Line 2">
              <a:extLst>
                <a:ext uri="{FF2B5EF4-FFF2-40B4-BE49-F238E27FC236}">
                  <a16:creationId xmlns:a16="http://schemas.microsoft.com/office/drawing/2014/main" id="{8E3421C9-052B-4308-B491-609DF3BB3FBF}"/>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7" name="Line 1">
              <a:extLst>
                <a:ext uri="{FF2B5EF4-FFF2-40B4-BE49-F238E27FC236}">
                  <a16:creationId xmlns:a16="http://schemas.microsoft.com/office/drawing/2014/main" id="{6F865708-0A77-46C4-9221-19BAE3FF8B8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8" name="TextBox 37">
              <a:extLst>
                <a:ext uri="{FF2B5EF4-FFF2-40B4-BE49-F238E27FC236}">
                  <a16:creationId xmlns:a16="http://schemas.microsoft.com/office/drawing/2014/main" id="{BD97139D-2B2C-4EED-9D52-0BA312AAB299}"/>
                </a:ext>
              </a:extLst>
            </p:cNvPr>
            <p:cNvSpPr txBox="1"/>
            <p:nvPr/>
          </p:nvSpPr>
          <p:spPr>
            <a:xfrm>
              <a:off x="3573178" y="2234805"/>
              <a:ext cx="183997" cy="37602"/>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Contents</a:t>
              </a:r>
              <a:endParaRPr lang="ko-KR" altLang="en-US" sz="900" dirty="0">
                <a:solidFill>
                  <a:schemeClr val="tx1">
                    <a:lumMod val="50000"/>
                    <a:lumOff val="50000"/>
                  </a:schemeClr>
                </a:solidFill>
              </a:endParaRPr>
            </a:p>
          </p:txBody>
        </p:sp>
      </p:grpSp>
      <p:sp>
        <p:nvSpPr>
          <p:cNvPr id="39" name="직사각형 38">
            <a:extLst>
              <a:ext uri="{FF2B5EF4-FFF2-40B4-BE49-F238E27FC236}">
                <a16:creationId xmlns:a16="http://schemas.microsoft.com/office/drawing/2014/main" id="{65208D71-08AC-4BB2-8597-FD6142BD1539}"/>
              </a:ext>
            </a:extLst>
          </p:cNvPr>
          <p:cNvSpPr/>
          <p:nvPr/>
        </p:nvSpPr>
        <p:spPr>
          <a:xfrm>
            <a:off x="41175" y="8162072"/>
            <a:ext cx="10024049" cy="603519"/>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40" name="그룹 39">
            <a:extLst>
              <a:ext uri="{FF2B5EF4-FFF2-40B4-BE49-F238E27FC236}">
                <a16:creationId xmlns:a16="http://schemas.microsoft.com/office/drawing/2014/main" id="{1FE19B50-2832-42DF-827C-CC2A37EC3281}"/>
              </a:ext>
            </a:extLst>
          </p:cNvPr>
          <p:cNvGrpSpPr/>
          <p:nvPr/>
        </p:nvGrpSpPr>
        <p:grpSpPr>
          <a:xfrm>
            <a:off x="1459410" y="8294554"/>
            <a:ext cx="2414206" cy="338554"/>
            <a:chOff x="1237833" y="3417650"/>
            <a:chExt cx="1708480" cy="338554"/>
          </a:xfrm>
        </p:grpSpPr>
        <p:grpSp>
          <p:nvGrpSpPr>
            <p:cNvPr id="41" name="그룹 40">
              <a:extLst>
                <a:ext uri="{FF2B5EF4-FFF2-40B4-BE49-F238E27FC236}">
                  <a16:creationId xmlns:a16="http://schemas.microsoft.com/office/drawing/2014/main" id="{0D2EE97E-C261-497E-A61D-26780B0D035B}"/>
                </a:ext>
              </a:extLst>
            </p:cNvPr>
            <p:cNvGrpSpPr/>
            <p:nvPr/>
          </p:nvGrpSpPr>
          <p:grpSpPr>
            <a:xfrm>
              <a:off x="1237833" y="3462866"/>
              <a:ext cx="378630" cy="248122"/>
              <a:chOff x="2681976" y="1955121"/>
              <a:chExt cx="1993118" cy="596970"/>
            </a:xfrm>
          </p:grpSpPr>
          <p:sp>
            <p:nvSpPr>
              <p:cNvPr id="43" name="Border">
                <a:extLst>
                  <a:ext uri="{FF2B5EF4-FFF2-40B4-BE49-F238E27FC236}">
                    <a16:creationId xmlns:a16="http://schemas.microsoft.com/office/drawing/2014/main" id="{6C4A7B08-7EFC-43AD-A37F-397203A451E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4" name="Line 2">
                <a:extLst>
                  <a:ext uri="{FF2B5EF4-FFF2-40B4-BE49-F238E27FC236}">
                    <a16:creationId xmlns:a16="http://schemas.microsoft.com/office/drawing/2014/main" id="{62061E35-8696-4AE0-9836-AF23AFD4C960}"/>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5" name="Line 1">
                <a:extLst>
                  <a:ext uri="{FF2B5EF4-FFF2-40B4-BE49-F238E27FC236}">
                    <a16:creationId xmlns:a16="http://schemas.microsoft.com/office/drawing/2014/main" id="{6D1FBC24-FC1C-4999-83E5-F8DBC4E9A9DD}"/>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6" name="TextBox 45">
                <a:extLst>
                  <a:ext uri="{FF2B5EF4-FFF2-40B4-BE49-F238E27FC236}">
                    <a16:creationId xmlns:a16="http://schemas.microsoft.com/office/drawing/2014/main" id="{6E0BA921-C042-4106-89C8-CA1CCF4869C7}"/>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42" name="직사각형 41">
              <a:extLst>
                <a:ext uri="{FF2B5EF4-FFF2-40B4-BE49-F238E27FC236}">
                  <a16:creationId xmlns:a16="http://schemas.microsoft.com/office/drawing/2014/main" id="{1239F85E-3C5E-44DE-B1FF-131960B0B00C}"/>
                </a:ext>
              </a:extLst>
            </p:cNvPr>
            <p:cNvSpPr/>
            <p:nvPr/>
          </p:nvSpPr>
          <p:spPr>
            <a:xfrm>
              <a:off x="1604380" y="3417650"/>
              <a:ext cx="1341933" cy="338554"/>
            </a:xfrm>
            <a:prstGeom prst="rect">
              <a:avLst/>
            </a:prstGeom>
          </p:spPr>
          <p:txBody>
            <a:bodyPr wrap="square">
              <a:spAutoFit/>
            </a:bodyPr>
            <a:lstStyle/>
            <a:p>
              <a:r>
                <a:rPr lang="ko-KR" altLang="en-US" sz="800" b="1" dirty="0"/>
                <a:t>상품명</a:t>
              </a:r>
              <a:r>
                <a:rPr lang="en-US" altLang="ko-KR" sz="800" b="1" dirty="0"/>
                <a:t>23232</a:t>
              </a:r>
              <a:br>
                <a:rPr lang="en-US" altLang="ko-KR" sz="800" b="1" dirty="0"/>
              </a:br>
              <a:r>
                <a:rPr lang="en-US" altLang="ko-KR" sz="800" dirty="0">
                  <a:solidFill>
                    <a:schemeClr val="tx1">
                      <a:lumMod val="50000"/>
                      <a:lumOff val="50000"/>
                    </a:schemeClr>
                  </a:solidFill>
                </a:rPr>
                <a:t>a200392</a:t>
              </a:r>
            </a:p>
          </p:txBody>
        </p:sp>
      </p:grpSp>
      <p:sp>
        <p:nvSpPr>
          <p:cNvPr id="47" name="사각형: 둥근 위쪽 모서리 46">
            <a:extLst>
              <a:ext uri="{FF2B5EF4-FFF2-40B4-BE49-F238E27FC236}">
                <a16:creationId xmlns:a16="http://schemas.microsoft.com/office/drawing/2014/main" id="{D7530F06-8626-4163-A0B4-848BF56944FF}"/>
              </a:ext>
            </a:extLst>
          </p:cNvPr>
          <p:cNvSpPr/>
          <p:nvPr/>
        </p:nvSpPr>
        <p:spPr>
          <a:xfrm>
            <a:off x="6864456" y="7829229"/>
            <a:ext cx="1549021" cy="326325"/>
          </a:xfrm>
          <a:prstGeom prst="round2SameRect">
            <a:avLst>
              <a:gd name="adj1" fmla="val 33634"/>
              <a:gd name="adj2" fmla="val 0"/>
            </a:avLst>
          </a:prstGeom>
          <a:solidFill>
            <a:schemeClr val="bg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8" name="직사각형 47">
            <a:extLst>
              <a:ext uri="{FF2B5EF4-FFF2-40B4-BE49-F238E27FC236}">
                <a16:creationId xmlns:a16="http://schemas.microsoft.com/office/drawing/2014/main" id="{6FBA5FDC-324F-4CAA-AC3C-EFA14ACA7F65}"/>
              </a:ext>
            </a:extLst>
          </p:cNvPr>
          <p:cNvSpPr/>
          <p:nvPr/>
        </p:nvSpPr>
        <p:spPr>
          <a:xfrm>
            <a:off x="6880124" y="8067763"/>
            <a:ext cx="1527276" cy="14490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9" name="직선 연결선 48">
            <a:extLst>
              <a:ext uri="{FF2B5EF4-FFF2-40B4-BE49-F238E27FC236}">
                <a16:creationId xmlns:a16="http://schemas.microsoft.com/office/drawing/2014/main" id="{BD3AA267-16FE-40E8-88CE-FEF8678F51F7}"/>
              </a:ext>
            </a:extLst>
          </p:cNvPr>
          <p:cNvCxnSpPr>
            <a:cxnSpLocks/>
          </p:cNvCxnSpPr>
          <p:nvPr/>
        </p:nvCxnSpPr>
        <p:spPr>
          <a:xfrm flipH="1">
            <a:off x="41176" y="8153244"/>
            <a:ext cx="6823280" cy="0"/>
          </a:xfrm>
          <a:prstGeom prst="line">
            <a:avLst/>
          </a:prstGeom>
          <a:ln w="31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0" name="직선 연결선 49">
            <a:extLst>
              <a:ext uri="{FF2B5EF4-FFF2-40B4-BE49-F238E27FC236}">
                <a16:creationId xmlns:a16="http://schemas.microsoft.com/office/drawing/2014/main" id="{E6CAE445-969B-4AE8-9B06-0034591458F2}"/>
              </a:ext>
            </a:extLst>
          </p:cNvPr>
          <p:cNvCxnSpPr>
            <a:cxnSpLocks/>
          </p:cNvCxnSpPr>
          <p:nvPr/>
        </p:nvCxnSpPr>
        <p:spPr>
          <a:xfrm flipH="1" flipV="1">
            <a:off x="8413477" y="8149778"/>
            <a:ext cx="1651748" cy="12295"/>
          </a:xfrm>
          <a:prstGeom prst="line">
            <a:avLst/>
          </a:prstGeom>
          <a:ln w="31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51" name="TextBox 50">
            <a:extLst>
              <a:ext uri="{FF2B5EF4-FFF2-40B4-BE49-F238E27FC236}">
                <a16:creationId xmlns:a16="http://schemas.microsoft.com/office/drawing/2014/main" id="{4880A105-03AD-432A-B75F-9E5D8819741E}"/>
              </a:ext>
            </a:extLst>
          </p:cNvPr>
          <p:cNvSpPr txBox="1"/>
          <p:nvPr/>
        </p:nvSpPr>
        <p:spPr>
          <a:xfrm>
            <a:off x="7075607" y="7885545"/>
            <a:ext cx="1152880" cy="230832"/>
          </a:xfrm>
          <a:prstGeom prst="rect">
            <a:avLst/>
          </a:prstGeom>
          <a:noFill/>
        </p:spPr>
        <p:txBody>
          <a:bodyPr wrap="none" rtlCol="0">
            <a:spAutoFit/>
          </a:bodyPr>
          <a:lstStyle/>
          <a:p>
            <a:r>
              <a:rPr lang="ko-KR" altLang="en-US" sz="900" dirty="0"/>
              <a:t>구매옵션선택    ▲</a:t>
            </a:r>
          </a:p>
        </p:txBody>
      </p:sp>
      <p:sp>
        <p:nvSpPr>
          <p:cNvPr id="52" name="TextBox 51">
            <a:extLst>
              <a:ext uri="{FF2B5EF4-FFF2-40B4-BE49-F238E27FC236}">
                <a16:creationId xmlns:a16="http://schemas.microsoft.com/office/drawing/2014/main" id="{19D95667-F440-4C6C-BFA8-E22281A6101E}"/>
              </a:ext>
            </a:extLst>
          </p:cNvPr>
          <p:cNvSpPr txBox="1"/>
          <p:nvPr/>
        </p:nvSpPr>
        <p:spPr>
          <a:xfrm>
            <a:off x="4254982" y="8302366"/>
            <a:ext cx="1736373" cy="338554"/>
          </a:xfrm>
          <a:prstGeom prst="rect">
            <a:avLst/>
          </a:prstGeom>
          <a:noFill/>
        </p:spPr>
        <p:txBody>
          <a:bodyPr wrap="none" rtlCol="0">
            <a:spAutoFit/>
          </a:bodyPr>
          <a:lstStyle/>
          <a:p>
            <a:r>
              <a:rPr lang="ko-KR" altLang="en-US" sz="1200" b="1" dirty="0"/>
              <a:t>총 상품금액   </a:t>
            </a:r>
            <a:r>
              <a:rPr lang="en-US" altLang="ko-KR" sz="1600" b="1" dirty="0">
                <a:solidFill>
                  <a:srgbClr val="FF0000"/>
                </a:solidFill>
              </a:rPr>
              <a:t>300</a:t>
            </a:r>
            <a:r>
              <a:rPr lang="en-US" altLang="ko-KR" sz="1200" b="1" dirty="0">
                <a:solidFill>
                  <a:srgbClr val="FF0000"/>
                </a:solidFill>
              </a:rPr>
              <a:t> </a:t>
            </a:r>
            <a:r>
              <a:rPr lang="ko-KR" altLang="en-US" sz="1200" b="1" dirty="0">
                <a:solidFill>
                  <a:srgbClr val="FF0000"/>
                </a:solidFill>
              </a:rPr>
              <a:t>원</a:t>
            </a:r>
          </a:p>
        </p:txBody>
      </p:sp>
      <p:sp>
        <p:nvSpPr>
          <p:cNvPr id="53" name="사각형: 둥근 모서리 52">
            <a:extLst>
              <a:ext uri="{FF2B5EF4-FFF2-40B4-BE49-F238E27FC236}">
                <a16:creationId xmlns:a16="http://schemas.microsoft.com/office/drawing/2014/main" id="{7EA37777-FB72-42BB-AE7B-1186655317FE}"/>
              </a:ext>
            </a:extLst>
          </p:cNvPr>
          <p:cNvSpPr/>
          <p:nvPr/>
        </p:nvSpPr>
        <p:spPr>
          <a:xfrm>
            <a:off x="6087851" y="8325098"/>
            <a:ext cx="1132764" cy="277466"/>
          </a:xfrm>
          <a:prstGeom prst="roundRect">
            <a:avLst>
              <a:gd name="adj" fmla="val 5000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tx1"/>
                </a:solidFill>
              </a:rPr>
              <a:t>장바구니</a:t>
            </a:r>
          </a:p>
        </p:txBody>
      </p:sp>
      <p:sp>
        <p:nvSpPr>
          <p:cNvPr id="54" name="사각형: 둥근 모서리 53">
            <a:extLst>
              <a:ext uri="{FF2B5EF4-FFF2-40B4-BE49-F238E27FC236}">
                <a16:creationId xmlns:a16="http://schemas.microsoft.com/office/drawing/2014/main" id="{2DDB680D-49EC-4E8D-981B-AACB884F6637}"/>
              </a:ext>
            </a:extLst>
          </p:cNvPr>
          <p:cNvSpPr/>
          <p:nvPr/>
        </p:nvSpPr>
        <p:spPr>
          <a:xfrm>
            <a:off x="7293059" y="8319823"/>
            <a:ext cx="1132764" cy="277466"/>
          </a:xfrm>
          <a:prstGeom prst="roundRect">
            <a:avLst>
              <a:gd name="adj" fmla="val 50000"/>
            </a:avLst>
          </a:prstGeom>
          <a:solidFill>
            <a:srgbClr val="0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구매하기</a:t>
            </a:r>
          </a:p>
        </p:txBody>
      </p:sp>
      <p:sp>
        <p:nvSpPr>
          <p:cNvPr id="55" name="직사각형 54">
            <a:extLst>
              <a:ext uri="{FF2B5EF4-FFF2-40B4-BE49-F238E27FC236}">
                <a16:creationId xmlns:a16="http://schemas.microsoft.com/office/drawing/2014/main" id="{1971C851-8B3F-4220-BE92-8480755B9F85}"/>
              </a:ext>
            </a:extLst>
          </p:cNvPr>
          <p:cNvSpPr/>
          <p:nvPr/>
        </p:nvSpPr>
        <p:spPr>
          <a:xfrm>
            <a:off x="-1938867" y="4530698"/>
            <a:ext cx="11023600" cy="3061516"/>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56" name="직사각형 55">
            <a:extLst>
              <a:ext uri="{FF2B5EF4-FFF2-40B4-BE49-F238E27FC236}">
                <a16:creationId xmlns:a16="http://schemas.microsoft.com/office/drawing/2014/main" id="{05713544-A9E2-47EC-BC7C-0868098E8B14}"/>
              </a:ext>
            </a:extLst>
          </p:cNvPr>
          <p:cNvSpPr/>
          <p:nvPr/>
        </p:nvSpPr>
        <p:spPr>
          <a:xfrm>
            <a:off x="-1406539" y="5180084"/>
            <a:ext cx="10024049" cy="603519"/>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57" name="그룹 56">
            <a:extLst>
              <a:ext uri="{FF2B5EF4-FFF2-40B4-BE49-F238E27FC236}">
                <a16:creationId xmlns:a16="http://schemas.microsoft.com/office/drawing/2014/main" id="{162CE5CB-8EE0-4B4B-94A7-6C76585856B1}"/>
              </a:ext>
            </a:extLst>
          </p:cNvPr>
          <p:cNvGrpSpPr/>
          <p:nvPr/>
        </p:nvGrpSpPr>
        <p:grpSpPr>
          <a:xfrm>
            <a:off x="11696" y="5312566"/>
            <a:ext cx="2414206" cy="338554"/>
            <a:chOff x="1237833" y="3417650"/>
            <a:chExt cx="1708480" cy="338554"/>
          </a:xfrm>
        </p:grpSpPr>
        <p:grpSp>
          <p:nvGrpSpPr>
            <p:cNvPr id="58" name="그룹 57">
              <a:extLst>
                <a:ext uri="{FF2B5EF4-FFF2-40B4-BE49-F238E27FC236}">
                  <a16:creationId xmlns:a16="http://schemas.microsoft.com/office/drawing/2014/main" id="{999898AE-E5F0-4509-9708-918BF37B5BD1}"/>
                </a:ext>
              </a:extLst>
            </p:cNvPr>
            <p:cNvGrpSpPr/>
            <p:nvPr/>
          </p:nvGrpSpPr>
          <p:grpSpPr>
            <a:xfrm>
              <a:off x="1237833" y="3462866"/>
              <a:ext cx="378630" cy="248122"/>
              <a:chOff x="2681976" y="1955121"/>
              <a:chExt cx="1993118" cy="596970"/>
            </a:xfrm>
          </p:grpSpPr>
          <p:sp>
            <p:nvSpPr>
              <p:cNvPr id="60" name="Border">
                <a:extLst>
                  <a:ext uri="{FF2B5EF4-FFF2-40B4-BE49-F238E27FC236}">
                    <a16:creationId xmlns:a16="http://schemas.microsoft.com/office/drawing/2014/main" id="{A778F7E1-18D8-4A5E-8907-A7B21729DA1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1" name="Line 2">
                <a:extLst>
                  <a:ext uri="{FF2B5EF4-FFF2-40B4-BE49-F238E27FC236}">
                    <a16:creationId xmlns:a16="http://schemas.microsoft.com/office/drawing/2014/main" id="{1B63F725-6D08-4812-8CF1-46A71702BF2F}"/>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2" name="Line 1">
                <a:extLst>
                  <a:ext uri="{FF2B5EF4-FFF2-40B4-BE49-F238E27FC236}">
                    <a16:creationId xmlns:a16="http://schemas.microsoft.com/office/drawing/2014/main" id="{B3E86ED6-53D0-4956-809B-2FBA90B948D4}"/>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3" name="TextBox 62">
                <a:extLst>
                  <a:ext uri="{FF2B5EF4-FFF2-40B4-BE49-F238E27FC236}">
                    <a16:creationId xmlns:a16="http://schemas.microsoft.com/office/drawing/2014/main" id="{E7842E0C-4D66-4518-8361-7A39BD03FD3C}"/>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59" name="직사각형 58">
              <a:extLst>
                <a:ext uri="{FF2B5EF4-FFF2-40B4-BE49-F238E27FC236}">
                  <a16:creationId xmlns:a16="http://schemas.microsoft.com/office/drawing/2014/main" id="{C73ED13C-89F6-4FE0-BF18-C859D5E037EC}"/>
                </a:ext>
              </a:extLst>
            </p:cNvPr>
            <p:cNvSpPr/>
            <p:nvPr/>
          </p:nvSpPr>
          <p:spPr>
            <a:xfrm>
              <a:off x="1604380" y="3417650"/>
              <a:ext cx="1341933" cy="338554"/>
            </a:xfrm>
            <a:prstGeom prst="rect">
              <a:avLst/>
            </a:prstGeom>
          </p:spPr>
          <p:txBody>
            <a:bodyPr wrap="square">
              <a:spAutoFit/>
            </a:bodyPr>
            <a:lstStyle/>
            <a:p>
              <a:r>
                <a:rPr lang="ko-KR" altLang="en-US" sz="800" b="1" dirty="0"/>
                <a:t>상품명</a:t>
              </a:r>
              <a:r>
                <a:rPr lang="en-US" altLang="ko-KR" sz="800" b="1" dirty="0"/>
                <a:t>23232</a:t>
              </a:r>
              <a:br>
                <a:rPr lang="en-US" altLang="ko-KR" sz="800" b="1" dirty="0"/>
              </a:br>
              <a:r>
                <a:rPr lang="en-US" altLang="ko-KR" sz="800" dirty="0">
                  <a:solidFill>
                    <a:schemeClr val="tx1">
                      <a:lumMod val="50000"/>
                      <a:lumOff val="50000"/>
                    </a:schemeClr>
                  </a:solidFill>
                </a:rPr>
                <a:t>a200392</a:t>
              </a:r>
            </a:p>
          </p:txBody>
        </p:sp>
      </p:grpSp>
      <p:sp>
        <p:nvSpPr>
          <p:cNvPr id="64" name="사각형: 둥근 위쪽 모서리 63">
            <a:extLst>
              <a:ext uri="{FF2B5EF4-FFF2-40B4-BE49-F238E27FC236}">
                <a16:creationId xmlns:a16="http://schemas.microsoft.com/office/drawing/2014/main" id="{0C5558C7-7373-4661-9AC3-DCA7A3C5EF68}"/>
              </a:ext>
            </a:extLst>
          </p:cNvPr>
          <p:cNvSpPr/>
          <p:nvPr/>
        </p:nvSpPr>
        <p:spPr>
          <a:xfrm>
            <a:off x="5416742" y="4847241"/>
            <a:ext cx="1549021" cy="326325"/>
          </a:xfrm>
          <a:prstGeom prst="round2SameRect">
            <a:avLst>
              <a:gd name="adj1" fmla="val 33634"/>
              <a:gd name="adj2" fmla="val 0"/>
            </a:avLst>
          </a:prstGeom>
          <a:solidFill>
            <a:schemeClr val="bg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5" name="직사각형 64">
            <a:extLst>
              <a:ext uri="{FF2B5EF4-FFF2-40B4-BE49-F238E27FC236}">
                <a16:creationId xmlns:a16="http://schemas.microsoft.com/office/drawing/2014/main" id="{AE8E8D5F-9F9C-45D3-B8F0-8CD1209F951A}"/>
              </a:ext>
            </a:extLst>
          </p:cNvPr>
          <p:cNvSpPr/>
          <p:nvPr/>
        </p:nvSpPr>
        <p:spPr>
          <a:xfrm>
            <a:off x="5432410" y="5085775"/>
            <a:ext cx="1527276" cy="14490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66" name="직선 연결선 65">
            <a:extLst>
              <a:ext uri="{FF2B5EF4-FFF2-40B4-BE49-F238E27FC236}">
                <a16:creationId xmlns:a16="http://schemas.microsoft.com/office/drawing/2014/main" id="{F18588C5-C38A-48D4-B980-9404B09ACA78}"/>
              </a:ext>
            </a:extLst>
          </p:cNvPr>
          <p:cNvCxnSpPr>
            <a:cxnSpLocks/>
          </p:cNvCxnSpPr>
          <p:nvPr/>
        </p:nvCxnSpPr>
        <p:spPr>
          <a:xfrm flipH="1">
            <a:off x="-1406538" y="5171256"/>
            <a:ext cx="6823280" cy="0"/>
          </a:xfrm>
          <a:prstGeom prst="line">
            <a:avLst/>
          </a:prstGeom>
          <a:ln w="31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7" name="직선 연결선 66">
            <a:extLst>
              <a:ext uri="{FF2B5EF4-FFF2-40B4-BE49-F238E27FC236}">
                <a16:creationId xmlns:a16="http://schemas.microsoft.com/office/drawing/2014/main" id="{66238A58-9836-49D8-9943-73A3494F155C}"/>
              </a:ext>
            </a:extLst>
          </p:cNvPr>
          <p:cNvCxnSpPr>
            <a:cxnSpLocks/>
          </p:cNvCxnSpPr>
          <p:nvPr/>
        </p:nvCxnSpPr>
        <p:spPr>
          <a:xfrm flipH="1" flipV="1">
            <a:off x="6965763" y="5167790"/>
            <a:ext cx="1651748" cy="12295"/>
          </a:xfrm>
          <a:prstGeom prst="line">
            <a:avLst/>
          </a:prstGeom>
          <a:ln w="31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68" name="TextBox 67">
            <a:extLst>
              <a:ext uri="{FF2B5EF4-FFF2-40B4-BE49-F238E27FC236}">
                <a16:creationId xmlns:a16="http://schemas.microsoft.com/office/drawing/2014/main" id="{706160AC-4F60-4359-B1C8-2FFA777943F0}"/>
              </a:ext>
            </a:extLst>
          </p:cNvPr>
          <p:cNvSpPr txBox="1"/>
          <p:nvPr/>
        </p:nvSpPr>
        <p:spPr>
          <a:xfrm>
            <a:off x="5627893" y="4903557"/>
            <a:ext cx="1152880" cy="230832"/>
          </a:xfrm>
          <a:prstGeom prst="rect">
            <a:avLst/>
          </a:prstGeom>
          <a:noFill/>
        </p:spPr>
        <p:txBody>
          <a:bodyPr wrap="none" rtlCol="0">
            <a:spAutoFit/>
          </a:bodyPr>
          <a:lstStyle/>
          <a:p>
            <a:r>
              <a:rPr lang="ko-KR" altLang="en-US" sz="900" dirty="0"/>
              <a:t>구매옵션선택    ▼</a:t>
            </a:r>
          </a:p>
        </p:txBody>
      </p:sp>
      <p:sp>
        <p:nvSpPr>
          <p:cNvPr id="69" name="TextBox 68">
            <a:extLst>
              <a:ext uri="{FF2B5EF4-FFF2-40B4-BE49-F238E27FC236}">
                <a16:creationId xmlns:a16="http://schemas.microsoft.com/office/drawing/2014/main" id="{C7DABB3D-577E-482E-9E9B-74DAD39BB736}"/>
              </a:ext>
            </a:extLst>
          </p:cNvPr>
          <p:cNvSpPr txBox="1"/>
          <p:nvPr/>
        </p:nvSpPr>
        <p:spPr>
          <a:xfrm>
            <a:off x="2807268" y="5320378"/>
            <a:ext cx="1736373" cy="338554"/>
          </a:xfrm>
          <a:prstGeom prst="rect">
            <a:avLst/>
          </a:prstGeom>
          <a:noFill/>
        </p:spPr>
        <p:txBody>
          <a:bodyPr wrap="none" rtlCol="0">
            <a:spAutoFit/>
          </a:bodyPr>
          <a:lstStyle/>
          <a:p>
            <a:r>
              <a:rPr lang="ko-KR" altLang="en-US" sz="1200" b="1" dirty="0"/>
              <a:t>총 상품금액   </a:t>
            </a:r>
            <a:r>
              <a:rPr lang="en-US" altLang="ko-KR" sz="1600" b="1" dirty="0">
                <a:solidFill>
                  <a:srgbClr val="FF0000"/>
                </a:solidFill>
              </a:rPr>
              <a:t>300</a:t>
            </a:r>
            <a:r>
              <a:rPr lang="en-US" altLang="ko-KR" sz="1200" b="1" dirty="0">
                <a:solidFill>
                  <a:srgbClr val="FF0000"/>
                </a:solidFill>
              </a:rPr>
              <a:t> </a:t>
            </a:r>
            <a:r>
              <a:rPr lang="ko-KR" altLang="en-US" sz="1200" b="1" dirty="0">
                <a:solidFill>
                  <a:srgbClr val="FF0000"/>
                </a:solidFill>
              </a:rPr>
              <a:t>원</a:t>
            </a:r>
          </a:p>
        </p:txBody>
      </p:sp>
      <p:sp>
        <p:nvSpPr>
          <p:cNvPr id="70" name="사각형: 둥근 모서리 69">
            <a:extLst>
              <a:ext uri="{FF2B5EF4-FFF2-40B4-BE49-F238E27FC236}">
                <a16:creationId xmlns:a16="http://schemas.microsoft.com/office/drawing/2014/main" id="{07A01786-72EE-4418-990B-5BE88400C059}"/>
              </a:ext>
            </a:extLst>
          </p:cNvPr>
          <p:cNvSpPr/>
          <p:nvPr/>
        </p:nvSpPr>
        <p:spPr>
          <a:xfrm>
            <a:off x="4640137" y="5343110"/>
            <a:ext cx="1132764" cy="277466"/>
          </a:xfrm>
          <a:prstGeom prst="roundRect">
            <a:avLst>
              <a:gd name="adj" fmla="val 5000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tx1"/>
                </a:solidFill>
              </a:rPr>
              <a:t>장바구니</a:t>
            </a:r>
          </a:p>
        </p:txBody>
      </p:sp>
      <p:sp>
        <p:nvSpPr>
          <p:cNvPr id="71" name="사각형: 둥근 모서리 70">
            <a:extLst>
              <a:ext uri="{FF2B5EF4-FFF2-40B4-BE49-F238E27FC236}">
                <a16:creationId xmlns:a16="http://schemas.microsoft.com/office/drawing/2014/main" id="{F202DB32-E674-4B0F-8568-D02E3AB592F7}"/>
              </a:ext>
            </a:extLst>
          </p:cNvPr>
          <p:cNvSpPr/>
          <p:nvPr/>
        </p:nvSpPr>
        <p:spPr>
          <a:xfrm>
            <a:off x="5845345" y="5337835"/>
            <a:ext cx="1132764" cy="277466"/>
          </a:xfrm>
          <a:prstGeom prst="roundRect">
            <a:avLst>
              <a:gd name="adj" fmla="val 50000"/>
            </a:avLst>
          </a:prstGeom>
          <a:solidFill>
            <a:srgbClr val="0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구매하기</a:t>
            </a:r>
          </a:p>
        </p:txBody>
      </p:sp>
      <p:cxnSp>
        <p:nvCxnSpPr>
          <p:cNvPr id="73" name="직선 연결선 72">
            <a:extLst>
              <a:ext uri="{FF2B5EF4-FFF2-40B4-BE49-F238E27FC236}">
                <a16:creationId xmlns:a16="http://schemas.microsoft.com/office/drawing/2014/main" id="{D19432AF-8D6F-43F0-A2A1-EFEEB28B1812}"/>
              </a:ext>
            </a:extLst>
          </p:cNvPr>
          <p:cNvCxnSpPr>
            <a:cxnSpLocks/>
          </p:cNvCxnSpPr>
          <p:nvPr/>
        </p:nvCxnSpPr>
        <p:spPr>
          <a:xfrm>
            <a:off x="-1406539" y="5180084"/>
            <a:ext cx="0" cy="187058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직선 연결선 73">
            <a:extLst>
              <a:ext uri="{FF2B5EF4-FFF2-40B4-BE49-F238E27FC236}">
                <a16:creationId xmlns:a16="http://schemas.microsoft.com/office/drawing/2014/main" id="{F4EFC60A-0E52-4425-B4A7-24C3AF8EBE11}"/>
              </a:ext>
            </a:extLst>
          </p:cNvPr>
          <p:cNvCxnSpPr>
            <a:cxnSpLocks/>
          </p:cNvCxnSpPr>
          <p:nvPr/>
        </p:nvCxnSpPr>
        <p:spPr>
          <a:xfrm>
            <a:off x="8617510" y="5180084"/>
            <a:ext cx="0" cy="187058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FAA365B0-AC54-4ECB-8E92-6C1DE0EE5B68}"/>
              </a:ext>
            </a:extLst>
          </p:cNvPr>
          <p:cNvCxnSpPr>
            <a:cxnSpLocks/>
          </p:cNvCxnSpPr>
          <p:nvPr/>
        </p:nvCxnSpPr>
        <p:spPr>
          <a:xfrm>
            <a:off x="-1406539" y="5800537"/>
            <a:ext cx="10024049" cy="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A427C801-0597-4ABE-9B82-428225E583ED}"/>
              </a:ext>
            </a:extLst>
          </p:cNvPr>
          <p:cNvSpPr txBox="1"/>
          <p:nvPr/>
        </p:nvSpPr>
        <p:spPr>
          <a:xfrm>
            <a:off x="-4159" y="5939163"/>
            <a:ext cx="415498" cy="230832"/>
          </a:xfrm>
          <a:prstGeom prst="rect">
            <a:avLst/>
          </a:prstGeom>
          <a:noFill/>
        </p:spPr>
        <p:txBody>
          <a:bodyPr wrap="none" rtlCol="0">
            <a:spAutoFit/>
          </a:bodyPr>
          <a:lstStyle/>
          <a:p>
            <a:r>
              <a:rPr lang="ko-KR" altLang="en-US" sz="900" b="1" dirty="0"/>
              <a:t>옵션</a:t>
            </a:r>
          </a:p>
        </p:txBody>
      </p:sp>
      <p:sp>
        <p:nvSpPr>
          <p:cNvPr id="81" name="직사각형 80">
            <a:extLst>
              <a:ext uri="{FF2B5EF4-FFF2-40B4-BE49-F238E27FC236}">
                <a16:creationId xmlns:a16="http://schemas.microsoft.com/office/drawing/2014/main" id="{4EB7E696-8C95-46EC-A9B6-D557676F5BD6}"/>
              </a:ext>
            </a:extLst>
          </p:cNvPr>
          <p:cNvSpPr/>
          <p:nvPr/>
        </p:nvSpPr>
        <p:spPr>
          <a:xfrm>
            <a:off x="600621" y="5955600"/>
            <a:ext cx="1825281" cy="262877"/>
          </a:xfrm>
          <a:prstGeom prst="rect">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 </a:t>
            </a:r>
            <a:r>
              <a:rPr lang="ko-KR" altLang="en-US" sz="800" dirty="0">
                <a:solidFill>
                  <a:schemeClr val="tx1"/>
                </a:solidFill>
              </a:rPr>
              <a:t>선택 </a:t>
            </a:r>
            <a:r>
              <a:rPr lang="en-US" altLang="ko-KR" sz="800" dirty="0">
                <a:solidFill>
                  <a:schemeClr val="tx1"/>
                </a:solidFill>
              </a:rPr>
              <a:t>-                               </a:t>
            </a:r>
            <a:r>
              <a:rPr lang="ko-KR" altLang="en-US" sz="1000" b="1" dirty="0">
                <a:solidFill>
                  <a:schemeClr val="tx1"/>
                </a:solidFill>
              </a:rPr>
              <a:t>∨</a:t>
            </a:r>
          </a:p>
        </p:txBody>
      </p:sp>
      <p:sp>
        <p:nvSpPr>
          <p:cNvPr id="82" name="TextBox 81">
            <a:extLst>
              <a:ext uri="{FF2B5EF4-FFF2-40B4-BE49-F238E27FC236}">
                <a16:creationId xmlns:a16="http://schemas.microsoft.com/office/drawing/2014/main" id="{825AAA15-5735-4741-A210-869D56578596}"/>
              </a:ext>
            </a:extLst>
          </p:cNvPr>
          <p:cNvSpPr txBox="1"/>
          <p:nvPr/>
        </p:nvSpPr>
        <p:spPr>
          <a:xfrm>
            <a:off x="2807268" y="5939163"/>
            <a:ext cx="646331" cy="230832"/>
          </a:xfrm>
          <a:prstGeom prst="rect">
            <a:avLst/>
          </a:prstGeom>
          <a:noFill/>
        </p:spPr>
        <p:txBody>
          <a:bodyPr wrap="none" rtlCol="0">
            <a:spAutoFit/>
          </a:bodyPr>
          <a:lstStyle/>
          <a:p>
            <a:r>
              <a:rPr lang="ko-KR" altLang="en-US" sz="900" b="1" dirty="0"/>
              <a:t>선택상품</a:t>
            </a:r>
          </a:p>
        </p:txBody>
      </p:sp>
      <p:pic>
        <p:nvPicPr>
          <p:cNvPr id="84" name="그림 83">
            <a:extLst>
              <a:ext uri="{FF2B5EF4-FFF2-40B4-BE49-F238E27FC236}">
                <a16:creationId xmlns:a16="http://schemas.microsoft.com/office/drawing/2014/main" id="{C87E19F3-632E-411F-9BE2-A916B880DD74}"/>
              </a:ext>
            </a:extLst>
          </p:cNvPr>
          <p:cNvPicPr>
            <a:picLocks noChangeAspect="1"/>
          </p:cNvPicPr>
          <p:nvPr/>
        </p:nvPicPr>
        <p:blipFill>
          <a:blip r:embed="rId4"/>
          <a:stretch>
            <a:fillRect/>
          </a:stretch>
        </p:blipFill>
        <p:spPr>
          <a:xfrm>
            <a:off x="3510855" y="5955600"/>
            <a:ext cx="4038498" cy="1030370"/>
          </a:xfrm>
          <a:prstGeom prst="rect">
            <a:avLst/>
          </a:prstGeom>
        </p:spPr>
      </p:pic>
      <p:cxnSp>
        <p:nvCxnSpPr>
          <p:cNvPr id="87" name="직선 연결선 86">
            <a:extLst>
              <a:ext uri="{FF2B5EF4-FFF2-40B4-BE49-F238E27FC236}">
                <a16:creationId xmlns:a16="http://schemas.microsoft.com/office/drawing/2014/main" id="{00D6B190-FC43-4C8F-AF67-7DE4C5E34937}"/>
              </a:ext>
            </a:extLst>
          </p:cNvPr>
          <p:cNvCxnSpPr>
            <a:cxnSpLocks/>
          </p:cNvCxnSpPr>
          <p:nvPr/>
        </p:nvCxnSpPr>
        <p:spPr>
          <a:xfrm>
            <a:off x="-1701800" y="7050669"/>
            <a:ext cx="10617200" cy="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90" name="타원 89">
            <a:extLst>
              <a:ext uri="{FF2B5EF4-FFF2-40B4-BE49-F238E27FC236}">
                <a16:creationId xmlns:a16="http://schemas.microsoft.com/office/drawing/2014/main" id="{6B2924EE-EF68-4C06-A506-29A1587E7B92}"/>
              </a:ext>
            </a:extLst>
          </p:cNvPr>
          <p:cNvSpPr/>
          <p:nvPr/>
        </p:nvSpPr>
        <p:spPr>
          <a:xfrm>
            <a:off x="6688480" y="7789906"/>
            <a:ext cx="1929030"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1" name="TextBox 90">
            <a:extLst>
              <a:ext uri="{FF2B5EF4-FFF2-40B4-BE49-F238E27FC236}">
                <a16:creationId xmlns:a16="http://schemas.microsoft.com/office/drawing/2014/main" id="{8C93FD4D-763E-4CF4-A70E-8FD2BFE8B16C}"/>
              </a:ext>
            </a:extLst>
          </p:cNvPr>
          <p:cNvSpPr txBox="1"/>
          <p:nvPr/>
        </p:nvSpPr>
        <p:spPr>
          <a:xfrm>
            <a:off x="8367232" y="7747570"/>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cxnSp>
        <p:nvCxnSpPr>
          <p:cNvPr id="92" name="직선 화살표 연결선 91">
            <a:extLst>
              <a:ext uri="{FF2B5EF4-FFF2-40B4-BE49-F238E27FC236}">
                <a16:creationId xmlns:a16="http://schemas.microsoft.com/office/drawing/2014/main" id="{49A8B90A-2872-464C-8A62-24DC86C1CB2C}"/>
              </a:ext>
            </a:extLst>
          </p:cNvPr>
          <p:cNvCxnSpPr>
            <a:cxnSpLocks/>
            <a:stCxn id="90" idx="0"/>
          </p:cNvCxnSpPr>
          <p:nvPr/>
        </p:nvCxnSpPr>
        <p:spPr>
          <a:xfrm flipH="1" flipV="1">
            <a:off x="6326889" y="5056392"/>
            <a:ext cx="1326106" cy="2733514"/>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98" name="직선 화살표 연결선 97">
            <a:extLst>
              <a:ext uri="{FF2B5EF4-FFF2-40B4-BE49-F238E27FC236}">
                <a16:creationId xmlns:a16="http://schemas.microsoft.com/office/drawing/2014/main" id="{D3380102-8379-48D1-8371-1AE7830E1AB1}"/>
              </a:ext>
            </a:extLst>
          </p:cNvPr>
          <p:cNvCxnSpPr/>
          <p:nvPr/>
        </p:nvCxnSpPr>
        <p:spPr>
          <a:xfrm>
            <a:off x="7992533" y="5800537"/>
            <a:ext cx="0" cy="1250132"/>
          </a:xfrm>
          <a:prstGeom prst="straightConnector1">
            <a:avLst/>
          </a:prstGeom>
          <a:ln w="12700">
            <a:solidFill>
              <a:srgbClr val="FF0000"/>
            </a:solidFill>
            <a:prstDash val="dash"/>
            <a:headEnd type="triangle"/>
            <a:tailEnd type="triangle"/>
          </a:ln>
        </p:spPr>
        <p:style>
          <a:lnRef idx="1">
            <a:schemeClr val="accent1"/>
          </a:lnRef>
          <a:fillRef idx="0">
            <a:schemeClr val="accent1"/>
          </a:fillRef>
          <a:effectRef idx="0">
            <a:schemeClr val="accent1"/>
          </a:effectRef>
          <a:fontRef idx="minor">
            <a:schemeClr val="tx1"/>
          </a:fontRef>
        </p:style>
      </p:cxnSp>
      <p:sp>
        <p:nvSpPr>
          <p:cNvPr id="99" name="TextBox 98">
            <a:extLst>
              <a:ext uri="{FF2B5EF4-FFF2-40B4-BE49-F238E27FC236}">
                <a16:creationId xmlns:a16="http://schemas.microsoft.com/office/drawing/2014/main" id="{CA3F5C53-F614-4A57-BF7A-E3272350C969}"/>
              </a:ext>
            </a:extLst>
          </p:cNvPr>
          <p:cNvSpPr txBox="1"/>
          <p:nvPr/>
        </p:nvSpPr>
        <p:spPr>
          <a:xfrm>
            <a:off x="7902523" y="6299330"/>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graphicFrame>
        <p:nvGraphicFramePr>
          <p:cNvPr id="83" name="표 82">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2428269354"/>
              </p:ext>
            </p:extLst>
          </p:nvPr>
        </p:nvGraphicFramePr>
        <p:xfrm>
          <a:off x="10171774" y="22159"/>
          <a:ext cx="1979018" cy="272899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RF-03-04-02-1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상품영역</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일반상품</a:t>
                      </a:r>
                      <a:r>
                        <a:rPr lang="ko-KR" altLang="en-US" sz="800" baseline="0" dirty="0"/>
                        <a:t> 상세 화면 </a:t>
                      </a:r>
                      <a:r>
                        <a:rPr lang="en-US" altLang="ko-KR" sz="800" baseline="0" dirty="0"/>
                        <a:t>&gt; </a:t>
                      </a:r>
                      <a:r>
                        <a:rPr lang="ko-KR" altLang="en-US" sz="800" baseline="0" dirty="0"/>
                        <a:t>구매옵션선택</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구매옵션선택 버튼 클릭</a:t>
                      </a:r>
                      <a:r>
                        <a:rPr lang="ko-KR" altLang="en-US" sz="800" baseline="0" dirty="0"/>
                        <a:t> 시 출력되는 화면</a:t>
                      </a:r>
                      <a:endParaRPr lang="ko-KR" altLang="en-US" sz="800" dirty="0"/>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버튼 클릭 시</a:t>
                      </a:r>
                      <a:r>
                        <a:rPr lang="en-US" altLang="ko-KR" sz="800" dirty="0"/>
                        <a:t>, </a:t>
                      </a:r>
                      <a:r>
                        <a:rPr lang="ko-KR" altLang="en-US" sz="800" dirty="0" err="1"/>
                        <a:t>구매옵션</a:t>
                      </a:r>
                      <a:r>
                        <a:rPr lang="ko-KR" altLang="en-US" sz="800" dirty="0"/>
                        <a:t> 선택 영역이 표시되어 있는 경우에는 해당 영역이 숨겨지고</a:t>
                      </a:r>
                      <a:r>
                        <a:rPr lang="en-US" altLang="ko-KR" sz="800" dirty="0"/>
                        <a:t>,</a:t>
                      </a:r>
                      <a:br>
                        <a:rPr lang="en-US" altLang="ko-KR" sz="800" dirty="0"/>
                      </a:br>
                      <a:r>
                        <a:rPr lang="ko-KR" altLang="en-US" sz="800" dirty="0"/>
                        <a:t>표시되어 있지 않은 경우에는 영역이 활성화된다</a:t>
                      </a:r>
                      <a:r>
                        <a:rPr lang="en-US" altLang="ko-KR" sz="800" dirty="0"/>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단순한 표시</a:t>
                      </a:r>
                      <a:r>
                        <a:rPr lang="en-US" altLang="ko-KR" sz="800" dirty="0"/>
                        <a:t>/</a:t>
                      </a:r>
                      <a:r>
                        <a:rPr lang="ko-KR" altLang="en-US" sz="800" dirty="0"/>
                        <a:t>숨김이 아닌</a:t>
                      </a:r>
                      <a:r>
                        <a:rPr lang="ko-KR" altLang="en-US" sz="800" baseline="0" dirty="0"/>
                        <a:t> </a:t>
                      </a:r>
                      <a:r>
                        <a:rPr lang="ko-KR" altLang="en-US" sz="800" dirty="0"/>
                        <a:t>아코디언 형태</a:t>
                      </a:r>
                      <a:r>
                        <a:rPr lang="en-US" altLang="ko-KR" sz="800" dirty="0"/>
                        <a:t>(</a:t>
                      </a:r>
                      <a:r>
                        <a:rPr lang="ko-KR" altLang="en-US" sz="800" dirty="0"/>
                        <a:t>슬라이드 업</a:t>
                      </a:r>
                      <a:r>
                        <a:rPr lang="en-US" altLang="ko-KR" sz="800" dirty="0"/>
                        <a:t>/</a:t>
                      </a:r>
                      <a:r>
                        <a:rPr lang="ko-KR" altLang="en-US" sz="800" dirty="0"/>
                        <a:t>다운</a:t>
                      </a:r>
                      <a:r>
                        <a:rPr lang="en-US" altLang="ko-KR" sz="800" dirty="0"/>
                        <a:t>)</a:t>
                      </a:r>
                      <a:r>
                        <a:rPr lang="ko-KR" altLang="en-US" sz="800" dirty="0"/>
                        <a:t>로 전환되어야 한다</a:t>
                      </a:r>
                      <a:r>
                        <a:rPr lang="en-US" altLang="ko-KR" sz="800" dirty="0"/>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Tree>
    <p:extLst>
      <p:ext uri="{BB962C8B-B14F-4D97-AF65-F5344CB8AC3E}">
        <p14:creationId xmlns:p14="http://schemas.microsoft.com/office/powerpoint/2010/main" val="233375504"/>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409483EF-69A0-41EF-9E55-FFD6E210753C}"/>
              </a:ext>
            </a:extLst>
          </p:cNvPr>
          <p:cNvGrpSpPr/>
          <p:nvPr/>
        </p:nvGrpSpPr>
        <p:grpSpPr>
          <a:xfrm>
            <a:off x="1472099" y="1212122"/>
            <a:ext cx="2798648" cy="2361452"/>
            <a:chOff x="2843808" y="1955121"/>
            <a:chExt cx="1674813" cy="596970"/>
          </a:xfrm>
          <a:solidFill>
            <a:schemeClr val="bg1">
              <a:lumMod val="95000"/>
            </a:schemeClr>
          </a:solidFill>
        </p:grpSpPr>
        <p:sp>
          <p:nvSpPr>
            <p:cNvPr id="3" name="Border">
              <a:extLst>
                <a:ext uri="{FF2B5EF4-FFF2-40B4-BE49-F238E27FC236}">
                  <a16:creationId xmlns:a16="http://schemas.microsoft.com/office/drawing/2014/main" id="{62B16980-99BD-488C-9BA1-4B397EC76AD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 name="Line 2">
              <a:extLst>
                <a:ext uri="{FF2B5EF4-FFF2-40B4-BE49-F238E27FC236}">
                  <a16:creationId xmlns:a16="http://schemas.microsoft.com/office/drawing/2014/main" id="{BD74DDDF-6A82-4335-A73C-EFE57B7A9F92}"/>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 name="Line 1">
              <a:extLst>
                <a:ext uri="{FF2B5EF4-FFF2-40B4-BE49-F238E27FC236}">
                  <a16:creationId xmlns:a16="http://schemas.microsoft.com/office/drawing/2014/main" id="{90B991CC-522B-47BA-BC88-03C959E04B3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 name="TextBox 5">
              <a:extLst>
                <a:ext uri="{FF2B5EF4-FFF2-40B4-BE49-F238E27FC236}">
                  <a16:creationId xmlns:a16="http://schemas.microsoft.com/office/drawing/2014/main" id="{423A24FD-B9B3-4313-A8DC-296E80CB3EFA}"/>
                </a:ext>
              </a:extLst>
            </p:cNvPr>
            <p:cNvSpPr txBox="1"/>
            <p:nvPr/>
          </p:nvSpPr>
          <p:spPr>
            <a:xfrm>
              <a:off x="3381983" y="2215369"/>
              <a:ext cx="598462" cy="76475"/>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Contents</a:t>
              </a:r>
              <a:endParaRPr lang="ko-KR" altLang="en-US" sz="900" dirty="0">
                <a:solidFill>
                  <a:schemeClr val="tx1">
                    <a:lumMod val="50000"/>
                    <a:lumOff val="50000"/>
                  </a:schemeClr>
                </a:solidFill>
              </a:endParaRPr>
            </a:p>
          </p:txBody>
        </p:sp>
      </p:grpSp>
      <p:grpSp>
        <p:nvGrpSpPr>
          <p:cNvPr id="7" name="그룹 6">
            <a:extLst>
              <a:ext uri="{FF2B5EF4-FFF2-40B4-BE49-F238E27FC236}">
                <a16:creationId xmlns:a16="http://schemas.microsoft.com/office/drawing/2014/main" id="{113194F1-4EE6-48D7-A326-875BF0B8118A}"/>
              </a:ext>
            </a:extLst>
          </p:cNvPr>
          <p:cNvGrpSpPr/>
          <p:nvPr/>
        </p:nvGrpSpPr>
        <p:grpSpPr>
          <a:xfrm>
            <a:off x="1459410" y="3687394"/>
            <a:ext cx="492940" cy="406337"/>
            <a:chOff x="3092355" y="3209109"/>
            <a:chExt cx="353705" cy="305189"/>
          </a:xfrm>
        </p:grpSpPr>
        <p:sp>
          <p:nvSpPr>
            <p:cNvPr id="8" name="Border">
              <a:extLst>
                <a:ext uri="{FF2B5EF4-FFF2-40B4-BE49-F238E27FC236}">
                  <a16:creationId xmlns:a16="http://schemas.microsoft.com/office/drawing/2014/main" id="{99D263E5-4A75-4737-B9CF-C69579EAF3AB}"/>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2">
              <a:extLst>
                <a:ext uri="{FF2B5EF4-FFF2-40B4-BE49-F238E27FC236}">
                  <a16:creationId xmlns:a16="http://schemas.microsoft.com/office/drawing/2014/main" id="{65B9EE9D-7406-4C03-BCE8-B3D1FC2DCD31}"/>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Line 1">
              <a:extLst>
                <a:ext uri="{FF2B5EF4-FFF2-40B4-BE49-F238E27FC236}">
                  <a16:creationId xmlns:a16="http://schemas.microsoft.com/office/drawing/2014/main" id="{4EE5EF20-4D02-41D3-AA72-F88F3567344D}"/>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11" name="그룹 10">
            <a:extLst>
              <a:ext uri="{FF2B5EF4-FFF2-40B4-BE49-F238E27FC236}">
                <a16:creationId xmlns:a16="http://schemas.microsoft.com/office/drawing/2014/main" id="{2C913B71-81B9-4AF8-B33E-6EA5086259EC}"/>
              </a:ext>
            </a:extLst>
          </p:cNvPr>
          <p:cNvGrpSpPr/>
          <p:nvPr/>
        </p:nvGrpSpPr>
        <p:grpSpPr>
          <a:xfrm>
            <a:off x="2038560" y="3687390"/>
            <a:ext cx="492940" cy="406337"/>
            <a:chOff x="3092355" y="3209109"/>
            <a:chExt cx="353705" cy="305189"/>
          </a:xfrm>
        </p:grpSpPr>
        <p:sp>
          <p:nvSpPr>
            <p:cNvPr id="12" name="Border">
              <a:extLst>
                <a:ext uri="{FF2B5EF4-FFF2-40B4-BE49-F238E27FC236}">
                  <a16:creationId xmlns:a16="http://schemas.microsoft.com/office/drawing/2014/main" id="{653BEF19-C616-4EE1-98B0-5B430F5CBCA8}"/>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 name="Line 2">
              <a:extLst>
                <a:ext uri="{FF2B5EF4-FFF2-40B4-BE49-F238E27FC236}">
                  <a16:creationId xmlns:a16="http://schemas.microsoft.com/office/drawing/2014/main" id="{5B6B73B9-C4C9-47FD-86FB-B8CA156B1625}"/>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 name="Line 1">
              <a:extLst>
                <a:ext uri="{FF2B5EF4-FFF2-40B4-BE49-F238E27FC236}">
                  <a16:creationId xmlns:a16="http://schemas.microsoft.com/office/drawing/2014/main" id="{8A138067-08AC-45A4-9985-55727D7DCACB}"/>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15" name="그룹 14">
            <a:extLst>
              <a:ext uri="{FF2B5EF4-FFF2-40B4-BE49-F238E27FC236}">
                <a16:creationId xmlns:a16="http://schemas.microsoft.com/office/drawing/2014/main" id="{9FBF6C03-DDB7-43F8-80D7-BD20BB68790D}"/>
              </a:ext>
            </a:extLst>
          </p:cNvPr>
          <p:cNvGrpSpPr/>
          <p:nvPr/>
        </p:nvGrpSpPr>
        <p:grpSpPr>
          <a:xfrm>
            <a:off x="2617710" y="3687390"/>
            <a:ext cx="492940" cy="406337"/>
            <a:chOff x="3092355" y="3209109"/>
            <a:chExt cx="353705" cy="305189"/>
          </a:xfrm>
        </p:grpSpPr>
        <p:sp>
          <p:nvSpPr>
            <p:cNvPr id="16" name="Border">
              <a:extLst>
                <a:ext uri="{FF2B5EF4-FFF2-40B4-BE49-F238E27FC236}">
                  <a16:creationId xmlns:a16="http://schemas.microsoft.com/office/drawing/2014/main" id="{986A8C73-C7B6-4367-B3DD-B72586C0E755}"/>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 name="Line 2">
              <a:extLst>
                <a:ext uri="{FF2B5EF4-FFF2-40B4-BE49-F238E27FC236}">
                  <a16:creationId xmlns:a16="http://schemas.microsoft.com/office/drawing/2014/main" id="{84E02755-2EF0-413C-B3F6-70EBEDC2E429}"/>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 name="Line 1">
              <a:extLst>
                <a:ext uri="{FF2B5EF4-FFF2-40B4-BE49-F238E27FC236}">
                  <a16:creationId xmlns:a16="http://schemas.microsoft.com/office/drawing/2014/main" id="{826F5E02-97CD-4F63-A5B8-FE88C0B7E654}"/>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19" name="그룹 18">
            <a:extLst>
              <a:ext uri="{FF2B5EF4-FFF2-40B4-BE49-F238E27FC236}">
                <a16:creationId xmlns:a16="http://schemas.microsoft.com/office/drawing/2014/main" id="{508B538C-77C0-4B90-9DCF-D95B798C7731}"/>
              </a:ext>
            </a:extLst>
          </p:cNvPr>
          <p:cNvGrpSpPr/>
          <p:nvPr/>
        </p:nvGrpSpPr>
        <p:grpSpPr>
          <a:xfrm>
            <a:off x="3196860" y="3687390"/>
            <a:ext cx="492940" cy="406337"/>
            <a:chOff x="3092355" y="3209109"/>
            <a:chExt cx="353705" cy="305189"/>
          </a:xfrm>
        </p:grpSpPr>
        <p:sp>
          <p:nvSpPr>
            <p:cNvPr id="20" name="Border">
              <a:extLst>
                <a:ext uri="{FF2B5EF4-FFF2-40B4-BE49-F238E27FC236}">
                  <a16:creationId xmlns:a16="http://schemas.microsoft.com/office/drawing/2014/main" id="{C4E6EB43-123D-4A79-88A5-CF1AFFCF5180}"/>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 name="Line 2">
              <a:extLst>
                <a:ext uri="{FF2B5EF4-FFF2-40B4-BE49-F238E27FC236}">
                  <a16:creationId xmlns:a16="http://schemas.microsoft.com/office/drawing/2014/main" id="{92BCCDC7-67BA-4E80-9164-06AA76E9EAF4}"/>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 name="Line 1">
              <a:extLst>
                <a:ext uri="{FF2B5EF4-FFF2-40B4-BE49-F238E27FC236}">
                  <a16:creationId xmlns:a16="http://schemas.microsoft.com/office/drawing/2014/main" id="{3FD34D9B-A102-4EE6-95EC-6992451A692E}"/>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23" name="그룹 22">
            <a:extLst>
              <a:ext uri="{FF2B5EF4-FFF2-40B4-BE49-F238E27FC236}">
                <a16:creationId xmlns:a16="http://schemas.microsoft.com/office/drawing/2014/main" id="{56994A32-3A05-4C89-AC7B-94121A4D313A}"/>
              </a:ext>
            </a:extLst>
          </p:cNvPr>
          <p:cNvGrpSpPr/>
          <p:nvPr/>
        </p:nvGrpSpPr>
        <p:grpSpPr>
          <a:xfrm>
            <a:off x="3776010" y="3687390"/>
            <a:ext cx="492942" cy="406341"/>
            <a:chOff x="3092355" y="3209106"/>
            <a:chExt cx="353706" cy="305192"/>
          </a:xfrm>
        </p:grpSpPr>
        <p:sp>
          <p:nvSpPr>
            <p:cNvPr id="24" name="Border">
              <a:extLst>
                <a:ext uri="{FF2B5EF4-FFF2-40B4-BE49-F238E27FC236}">
                  <a16:creationId xmlns:a16="http://schemas.microsoft.com/office/drawing/2014/main" id="{3BAF545A-04D4-4F13-933F-327883C67D81}"/>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5" name="Line 2">
              <a:extLst>
                <a:ext uri="{FF2B5EF4-FFF2-40B4-BE49-F238E27FC236}">
                  <a16:creationId xmlns:a16="http://schemas.microsoft.com/office/drawing/2014/main" id="{D5128C3E-6556-472A-9A2E-628E71F7F0CC}"/>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6" name="Line 1">
              <a:extLst>
                <a:ext uri="{FF2B5EF4-FFF2-40B4-BE49-F238E27FC236}">
                  <a16:creationId xmlns:a16="http://schemas.microsoft.com/office/drawing/2014/main" id="{F25D765D-193C-403A-BFD4-30D104785241}"/>
                </a:ext>
              </a:extLst>
            </p:cNvPr>
            <p:cNvSpPr>
              <a:spLocks/>
            </p:cNvSpPr>
            <p:nvPr/>
          </p:nvSpPr>
          <p:spPr bwMode="auto">
            <a:xfrm>
              <a:off x="3092356" y="3209106"/>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5F5F5F"/>
                </a:solidFill>
                <a:latin typeface="Segoe UI" panose="020B0502040204020203" pitchFamily="34" charset="0"/>
                <a:cs typeface="Segoe UI" panose="020B0502040204020203" pitchFamily="34" charset="0"/>
              </a:endParaRPr>
            </a:p>
          </p:txBody>
        </p:sp>
      </p:grpSp>
      <p:sp>
        <p:nvSpPr>
          <p:cNvPr id="27" name="TextBox 26">
            <a:extLst>
              <a:ext uri="{FF2B5EF4-FFF2-40B4-BE49-F238E27FC236}">
                <a16:creationId xmlns:a16="http://schemas.microsoft.com/office/drawing/2014/main" id="{C1891546-AD28-469B-915D-099CBE467271}"/>
              </a:ext>
            </a:extLst>
          </p:cNvPr>
          <p:cNvSpPr txBox="1"/>
          <p:nvPr/>
        </p:nvSpPr>
        <p:spPr>
          <a:xfrm>
            <a:off x="4319751" y="1146630"/>
            <a:ext cx="3948564" cy="714876"/>
          </a:xfrm>
          <a:prstGeom prst="rect">
            <a:avLst/>
          </a:prstGeom>
          <a:noFill/>
        </p:spPr>
        <p:txBody>
          <a:bodyPr wrap="square">
            <a:spAutoFit/>
          </a:bodyPr>
          <a:lstStyle/>
          <a:p>
            <a:pPr>
              <a:lnSpc>
                <a:spcPct val="150000"/>
              </a:lnSpc>
              <a:defRPr/>
            </a:pPr>
            <a:r>
              <a:rPr lang="ko-KR" altLang="en-US" sz="800" dirty="0">
                <a:solidFill>
                  <a:schemeClr val="tx1">
                    <a:lumMod val="50000"/>
                    <a:lumOff val="50000"/>
                  </a:schemeClr>
                </a:solidFill>
              </a:rPr>
              <a:t>대분류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1200" b="1" dirty="0"/>
              <a:t>상품명</a:t>
            </a:r>
            <a:r>
              <a:rPr lang="en-US" altLang="ko-KR" sz="1200" b="1" dirty="0"/>
              <a:t>23232</a:t>
            </a:r>
          </a:p>
          <a:p>
            <a:pPr>
              <a:lnSpc>
                <a:spcPct val="150000"/>
              </a:lnSpc>
            </a:pPr>
            <a:r>
              <a:rPr lang="ko-KR" altLang="en-US" sz="800" dirty="0"/>
              <a:t>상품코드 </a:t>
            </a:r>
            <a:r>
              <a:rPr lang="en-US" altLang="ko-KR" sz="800" dirty="0"/>
              <a:t>:  a200392   </a:t>
            </a:r>
            <a:endParaRPr lang="ko-KR" altLang="en-US" sz="800" dirty="0"/>
          </a:p>
        </p:txBody>
      </p:sp>
      <p:sp>
        <p:nvSpPr>
          <p:cNvPr id="28" name="직사각형 27">
            <a:extLst>
              <a:ext uri="{FF2B5EF4-FFF2-40B4-BE49-F238E27FC236}">
                <a16:creationId xmlns:a16="http://schemas.microsoft.com/office/drawing/2014/main" id="{96FE6A27-7067-4170-9603-DA3BF546D202}"/>
              </a:ext>
            </a:extLst>
          </p:cNvPr>
          <p:cNvSpPr/>
          <p:nvPr/>
        </p:nvSpPr>
        <p:spPr>
          <a:xfrm>
            <a:off x="1472099" y="4688875"/>
            <a:ext cx="1215128" cy="281224"/>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상세 정보</a:t>
            </a:r>
            <a:endParaRPr lang="en-US" altLang="ko-KR" sz="800" dirty="0">
              <a:solidFill>
                <a:schemeClr val="tx1"/>
              </a:solidFill>
            </a:endParaRPr>
          </a:p>
        </p:txBody>
      </p:sp>
      <p:sp>
        <p:nvSpPr>
          <p:cNvPr id="29" name="직사각형 28">
            <a:extLst>
              <a:ext uri="{FF2B5EF4-FFF2-40B4-BE49-F238E27FC236}">
                <a16:creationId xmlns:a16="http://schemas.microsoft.com/office/drawing/2014/main" id="{B75E13AE-0060-47A7-8B04-E3C2329C307F}"/>
              </a:ext>
            </a:extLst>
          </p:cNvPr>
          <p:cNvSpPr/>
          <p:nvPr/>
        </p:nvSpPr>
        <p:spPr>
          <a:xfrm>
            <a:off x="2687227" y="4688875"/>
            <a:ext cx="1215128" cy="281224"/>
          </a:xfrm>
          <a:prstGeom prst="rect">
            <a:avLst/>
          </a:prstGeom>
          <a:solidFill>
            <a:schemeClr val="tx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판매 정보</a:t>
            </a:r>
            <a:endParaRPr lang="en-US" altLang="ko-KR" sz="800" b="1" dirty="0">
              <a:solidFill>
                <a:schemeClr val="bg1"/>
              </a:solidFill>
            </a:endParaRPr>
          </a:p>
        </p:txBody>
      </p:sp>
      <p:sp>
        <p:nvSpPr>
          <p:cNvPr id="30" name="직사각형 29">
            <a:extLst>
              <a:ext uri="{FF2B5EF4-FFF2-40B4-BE49-F238E27FC236}">
                <a16:creationId xmlns:a16="http://schemas.microsoft.com/office/drawing/2014/main" id="{2FD7B591-5970-4A0E-8119-2BFAFB6A4528}"/>
              </a:ext>
            </a:extLst>
          </p:cNvPr>
          <p:cNvSpPr/>
          <p:nvPr/>
        </p:nvSpPr>
        <p:spPr>
          <a:xfrm>
            <a:off x="1472099" y="4970098"/>
            <a:ext cx="6796216" cy="3784941"/>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solidFill>
            </a:endParaRPr>
          </a:p>
          <a:p>
            <a:endParaRPr lang="en-US" altLang="ko-KR" sz="800" dirty="0">
              <a:solidFill>
                <a:schemeClr val="tx1"/>
              </a:solidFill>
            </a:endParaRPr>
          </a:p>
          <a:p>
            <a:endParaRPr lang="en-US" altLang="ko-KR" sz="800" dirty="0">
              <a:solidFill>
                <a:schemeClr val="tx1"/>
              </a:solidFill>
            </a:endParaRPr>
          </a:p>
        </p:txBody>
      </p:sp>
      <p:pic>
        <p:nvPicPr>
          <p:cNvPr id="31" name="그림 30">
            <a:extLst>
              <a:ext uri="{FF2B5EF4-FFF2-40B4-BE49-F238E27FC236}">
                <a16:creationId xmlns:a16="http://schemas.microsoft.com/office/drawing/2014/main" id="{895E4741-8B40-4164-8E20-F908F0F8E84D}"/>
              </a:ext>
            </a:extLst>
          </p:cNvPr>
          <p:cNvPicPr>
            <a:picLocks noChangeAspect="1"/>
          </p:cNvPicPr>
          <p:nvPr/>
        </p:nvPicPr>
        <p:blipFill>
          <a:blip r:embed="rId2"/>
          <a:stretch>
            <a:fillRect/>
          </a:stretch>
        </p:blipFill>
        <p:spPr>
          <a:xfrm>
            <a:off x="4368241" y="1896461"/>
            <a:ext cx="3946343" cy="1682825"/>
          </a:xfrm>
          <a:prstGeom prst="rect">
            <a:avLst/>
          </a:prstGeom>
        </p:spPr>
      </p:pic>
      <p:pic>
        <p:nvPicPr>
          <p:cNvPr id="32" name="그림 31">
            <a:extLst>
              <a:ext uri="{FF2B5EF4-FFF2-40B4-BE49-F238E27FC236}">
                <a16:creationId xmlns:a16="http://schemas.microsoft.com/office/drawing/2014/main" id="{91B217EB-FD3B-4C55-9995-5E5AE981E5F4}"/>
              </a:ext>
            </a:extLst>
          </p:cNvPr>
          <p:cNvPicPr>
            <a:picLocks noChangeAspect="1"/>
          </p:cNvPicPr>
          <p:nvPr/>
        </p:nvPicPr>
        <p:blipFill>
          <a:blip r:embed="rId3"/>
          <a:stretch>
            <a:fillRect/>
          </a:stretch>
        </p:blipFill>
        <p:spPr>
          <a:xfrm>
            <a:off x="5105042" y="3634110"/>
            <a:ext cx="3163273" cy="603519"/>
          </a:xfrm>
          <a:prstGeom prst="rect">
            <a:avLst/>
          </a:prstGeom>
        </p:spPr>
      </p:pic>
      <p:sp>
        <p:nvSpPr>
          <p:cNvPr id="33" name="직사각형 32">
            <a:extLst>
              <a:ext uri="{FF2B5EF4-FFF2-40B4-BE49-F238E27FC236}">
                <a16:creationId xmlns:a16="http://schemas.microsoft.com/office/drawing/2014/main" id="{2360C180-74BC-45C8-B4DE-245E7610299B}"/>
              </a:ext>
            </a:extLst>
          </p:cNvPr>
          <p:cNvSpPr/>
          <p:nvPr/>
        </p:nvSpPr>
        <p:spPr>
          <a:xfrm>
            <a:off x="3902355" y="4689956"/>
            <a:ext cx="1215128" cy="281224"/>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상품 </a:t>
            </a:r>
            <a:r>
              <a:rPr lang="en-US" altLang="ko-KR" sz="800" dirty="0">
                <a:solidFill>
                  <a:schemeClr val="tx1"/>
                </a:solidFill>
              </a:rPr>
              <a:t>Q&amp;A</a:t>
            </a:r>
          </a:p>
        </p:txBody>
      </p:sp>
      <p:pic>
        <p:nvPicPr>
          <p:cNvPr id="58" name="그림 57">
            <a:extLst>
              <a:ext uri="{FF2B5EF4-FFF2-40B4-BE49-F238E27FC236}">
                <a16:creationId xmlns:a16="http://schemas.microsoft.com/office/drawing/2014/main" id="{E460B269-6772-43F1-9442-47D6FE2E1E74}"/>
              </a:ext>
            </a:extLst>
          </p:cNvPr>
          <p:cNvPicPr>
            <a:picLocks noChangeAspect="1"/>
          </p:cNvPicPr>
          <p:nvPr/>
        </p:nvPicPr>
        <p:blipFill>
          <a:blip r:embed="rId4"/>
          <a:stretch>
            <a:fillRect/>
          </a:stretch>
        </p:blipFill>
        <p:spPr>
          <a:xfrm>
            <a:off x="1684866" y="5258052"/>
            <a:ext cx="6262291" cy="2726890"/>
          </a:xfrm>
          <a:prstGeom prst="rect">
            <a:avLst/>
          </a:prstGeom>
        </p:spPr>
      </p:pic>
      <p:sp>
        <p:nvSpPr>
          <p:cNvPr id="39" name="직사각형 38">
            <a:extLst>
              <a:ext uri="{FF2B5EF4-FFF2-40B4-BE49-F238E27FC236}">
                <a16:creationId xmlns:a16="http://schemas.microsoft.com/office/drawing/2014/main" id="{EBBB512B-4646-4A96-963C-C851C3470781}"/>
              </a:ext>
            </a:extLst>
          </p:cNvPr>
          <p:cNvSpPr/>
          <p:nvPr/>
        </p:nvSpPr>
        <p:spPr>
          <a:xfrm>
            <a:off x="41175" y="8162072"/>
            <a:ext cx="10024049" cy="603519"/>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40" name="그룹 39">
            <a:extLst>
              <a:ext uri="{FF2B5EF4-FFF2-40B4-BE49-F238E27FC236}">
                <a16:creationId xmlns:a16="http://schemas.microsoft.com/office/drawing/2014/main" id="{4651B913-03E8-4580-B7DF-6FD62D545B32}"/>
              </a:ext>
            </a:extLst>
          </p:cNvPr>
          <p:cNvGrpSpPr/>
          <p:nvPr/>
        </p:nvGrpSpPr>
        <p:grpSpPr>
          <a:xfrm>
            <a:off x="1459410" y="8294554"/>
            <a:ext cx="2414206" cy="338554"/>
            <a:chOff x="1237833" y="3417650"/>
            <a:chExt cx="1708480" cy="338554"/>
          </a:xfrm>
        </p:grpSpPr>
        <p:grpSp>
          <p:nvGrpSpPr>
            <p:cNvPr id="41" name="그룹 40">
              <a:extLst>
                <a:ext uri="{FF2B5EF4-FFF2-40B4-BE49-F238E27FC236}">
                  <a16:creationId xmlns:a16="http://schemas.microsoft.com/office/drawing/2014/main" id="{B913D6E4-1E56-4FB8-B667-357670A9AA58}"/>
                </a:ext>
              </a:extLst>
            </p:cNvPr>
            <p:cNvGrpSpPr/>
            <p:nvPr/>
          </p:nvGrpSpPr>
          <p:grpSpPr>
            <a:xfrm>
              <a:off x="1237833" y="3462866"/>
              <a:ext cx="378630" cy="248122"/>
              <a:chOff x="2681976" y="1955121"/>
              <a:chExt cx="1993118" cy="596970"/>
            </a:xfrm>
          </p:grpSpPr>
          <p:sp>
            <p:nvSpPr>
              <p:cNvPr id="43" name="Border">
                <a:extLst>
                  <a:ext uri="{FF2B5EF4-FFF2-40B4-BE49-F238E27FC236}">
                    <a16:creationId xmlns:a16="http://schemas.microsoft.com/office/drawing/2014/main" id="{278FE812-1AC4-4F2E-A392-E5579BDEBEBF}"/>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4" name="Line 2">
                <a:extLst>
                  <a:ext uri="{FF2B5EF4-FFF2-40B4-BE49-F238E27FC236}">
                    <a16:creationId xmlns:a16="http://schemas.microsoft.com/office/drawing/2014/main" id="{B3A6D931-40E4-46FF-81E7-2DC2A95CFA50}"/>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5" name="Line 1">
                <a:extLst>
                  <a:ext uri="{FF2B5EF4-FFF2-40B4-BE49-F238E27FC236}">
                    <a16:creationId xmlns:a16="http://schemas.microsoft.com/office/drawing/2014/main" id="{12ABF6DB-4417-4F4C-966B-9E6A54CFDB70}"/>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6" name="TextBox 45">
                <a:extLst>
                  <a:ext uri="{FF2B5EF4-FFF2-40B4-BE49-F238E27FC236}">
                    <a16:creationId xmlns:a16="http://schemas.microsoft.com/office/drawing/2014/main" id="{709BB784-6D93-4111-80B5-5506F1B1B558}"/>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42" name="직사각형 41">
              <a:extLst>
                <a:ext uri="{FF2B5EF4-FFF2-40B4-BE49-F238E27FC236}">
                  <a16:creationId xmlns:a16="http://schemas.microsoft.com/office/drawing/2014/main" id="{5A49665D-2D36-4D20-872E-C11DB58DF45B}"/>
                </a:ext>
              </a:extLst>
            </p:cNvPr>
            <p:cNvSpPr/>
            <p:nvPr/>
          </p:nvSpPr>
          <p:spPr>
            <a:xfrm>
              <a:off x="1604380" y="3417650"/>
              <a:ext cx="1341933" cy="338554"/>
            </a:xfrm>
            <a:prstGeom prst="rect">
              <a:avLst/>
            </a:prstGeom>
          </p:spPr>
          <p:txBody>
            <a:bodyPr wrap="square">
              <a:spAutoFit/>
            </a:bodyPr>
            <a:lstStyle/>
            <a:p>
              <a:r>
                <a:rPr lang="ko-KR" altLang="en-US" sz="800" b="1" dirty="0"/>
                <a:t>상품명</a:t>
              </a:r>
              <a:r>
                <a:rPr lang="en-US" altLang="ko-KR" sz="800" b="1" dirty="0"/>
                <a:t>23232</a:t>
              </a:r>
              <a:br>
                <a:rPr lang="en-US" altLang="ko-KR" sz="800" b="1" dirty="0"/>
              </a:br>
              <a:r>
                <a:rPr lang="en-US" altLang="ko-KR" sz="800" dirty="0">
                  <a:solidFill>
                    <a:schemeClr val="tx1">
                      <a:lumMod val="50000"/>
                      <a:lumOff val="50000"/>
                    </a:schemeClr>
                  </a:solidFill>
                </a:rPr>
                <a:t>a200392</a:t>
              </a:r>
            </a:p>
          </p:txBody>
        </p:sp>
      </p:grpSp>
      <p:sp>
        <p:nvSpPr>
          <p:cNvPr id="47" name="사각형: 둥근 위쪽 모서리 46">
            <a:extLst>
              <a:ext uri="{FF2B5EF4-FFF2-40B4-BE49-F238E27FC236}">
                <a16:creationId xmlns:a16="http://schemas.microsoft.com/office/drawing/2014/main" id="{F45C6ED9-BC12-4A95-9D6D-1D8531ADB9BA}"/>
              </a:ext>
            </a:extLst>
          </p:cNvPr>
          <p:cNvSpPr/>
          <p:nvPr/>
        </p:nvSpPr>
        <p:spPr>
          <a:xfrm>
            <a:off x="6864456" y="7829229"/>
            <a:ext cx="1549021" cy="326325"/>
          </a:xfrm>
          <a:prstGeom prst="round2SameRect">
            <a:avLst>
              <a:gd name="adj1" fmla="val 33634"/>
              <a:gd name="adj2" fmla="val 0"/>
            </a:avLst>
          </a:prstGeom>
          <a:solidFill>
            <a:schemeClr val="bg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8" name="직사각형 47">
            <a:extLst>
              <a:ext uri="{FF2B5EF4-FFF2-40B4-BE49-F238E27FC236}">
                <a16:creationId xmlns:a16="http://schemas.microsoft.com/office/drawing/2014/main" id="{21CF835D-535C-441B-98CB-5343ACF75401}"/>
              </a:ext>
            </a:extLst>
          </p:cNvPr>
          <p:cNvSpPr/>
          <p:nvPr/>
        </p:nvSpPr>
        <p:spPr>
          <a:xfrm>
            <a:off x="6880124" y="8067763"/>
            <a:ext cx="1527276" cy="14490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9" name="직선 연결선 48">
            <a:extLst>
              <a:ext uri="{FF2B5EF4-FFF2-40B4-BE49-F238E27FC236}">
                <a16:creationId xmlns:a16="http://schemas.microsoft.com/office/drawing/2014/main" id="{26E5A052-7E26-456B-BD0B-92E89BD353AA}"/>
              </a:ext>
            </a:extLst>
          </p:cNvPr>
          <p:cNvCxnSpPr>
            <a:cxnSpLocks/>
          </p:cNvCxnSpPr>
          <p:nvPr/>
        </p:nvCxnSpPr>
        <p:spPr>
          <a:xfrm flipH="1">
            <a:off x="41176" y="8153244"/>
            <a:ext cx="6823280" cy="0"/>
          </a:xfrm>
          <a:prstGeom prst="line">
            <a:avLst/>
          </a:prstGeom>
          <a:ln w="31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0" name="직선 연결선 49">
            <a:extLst>
              <a:ext uri="{FF2B5EF4-FFF2-40B4-BE49-F238E27FC236}">
                <a16:creationId xmlns:a16="http://schemas.microsoft.com/office/drawing/2014/main" id="{6A7CFCE7-00CE-47FA-8B2B-9ADA9FD16DD0}"/>
              </a:ext>
            </a:extLst>
          </p:cNvPr>
          <p:cNvCxnSpPr>
            <a:cxnSpLocks/>
          </p:cNvCxnSpPr>
          <p:nvPr/>
        </p:nvCxnSpPr>
        <p:spPr>
          <a:xfrm flipH="1" flipV="1">
            <a:off x="8413477" y="8149778"/>
            <a:ext cx="1651748" cy="12295"/>
          </a:xfrm>
          <a:prstGeom prst="line">
            <a:avLst/>
          </a:prstGeom>
          <a:ln w="31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51" name="TextBox 50">
            <a:extLst>
              <a:ext uri="{FF2B5EF4-FFF2-40B4-BE49-F238E27FC236}">
                <a16:creationId xmlns:a16="http://schemas.microsoft.com/office/drawing/2014/main" id="{592F003E-761A-42CB-BA85-05E8F1766E73}"/>
              </a:ext>
            </a:extLst>
          </p:cNvPr>
          <p:cNvSpPr txBox="1"/>
          <p:nvPr/>
        </p:nvSpPr>
        <p:spPr>
          <a:xfrm>
            <a:off x="7075607" y="7885545"/>
            <a:ext cx="1152880" cy="230832"/>
          </a:xfrm>
          <a:prstGeom prst="rect">
            <a:avLst/>
          </a:prstGeom>
          <a:noFill/>
        </p:spPr>
        <p:txBody>
          <a:bodyPr wrap="none" rtlCol="0">
            <a:spAutoFit/>
          </a:bodyPr>
          <a:lstStyle/>
          <a:p>
            <a:r>
              <a:rPr lang="ko-KR" altLang="en-US" sz="900" dirty="0"/>
              <a:t>구매옵션선택    ▲</a:t>
            </a:r>
          </a:p>
        </p:txBody>
      </p:sp>
      <p:sp>
        <p:nvSpPr>
          <p:cNvPr id="52" name="TextBox 51">
            <a:extLst>
              <a:ext uri="{FF2B5EF4-FFF2-40B4-BE49-F238E27FC236}">
                <a16:creationId xmlns:a16="http://schemas.microsoft.com/office/drawing/2014/main" id="{63F4C2FA-DCD8-4851-AD86-BA37D0B68587}"/>
              </a:ext>
            </a:extLst>
          </p:cNvPr>
          <p:cNvSpPr txBox="1"/>
          <p:nvPr/>
        </p:nvSpPr>
        <p:spPr>
          <a:xfrm>
            <a:off x="4254982" y="8302366"/>
            <a:ext cx="1736373" cy="338554"/>
          </a:xfrm>
          <a:prstGeom prst="rect">
            <a:avLst/>
          </a:prstGeom>
          <a:noFill/>
        </p:spPr>
        <p:txBody>
          <a:bodyPr wrap="none" rtlCol="0">
            <a:spAutoFit/>
          </a:bodyPr>
          <a:lstStyle/>
          <a:p>
            <a:r>
              <a:rPr lang="ko-KR" altLang="en-US" sz="1200" b="1" dirty="0"/>
              <a:t>총 상품금액   </a:t>
            </a:r>
            <a:r>
              <a:rPr lang="en-US" altLang="ko-KR" sz="1600" b="1" dirty="0">
                <a:solidFill>
                  <a:srgbClr val="FF0000"/>
                </a:solidFill>
              </a:rPr>
              <a:t>300</a:t>
            </a:r>
            <a:r>
              <a:rPr lang="en-US" altLang="ko-KR" sz="1200" b="1" dirty="0">
                <a:solidFill>
                  <a:srgbClr val="FF0000"/>
                </a:solidFill>
              </a:rPr>
              <a:t> </a:t>
            </a:r>
            <a:r>
              <a:rPr lang="ko-KR" altLang="en-US" sz="1200" b="1" dirty="0">
                <a:solidFill>
                  <a:srgbClr val="FF0000"/>
                </a:solidFill>
              </a:rPr>
              <a:t>원</a:t>
            </a:r>
          </a:p>
        </p:txBody>
      </p:sp>
      <p:sp>
        <p:nvSpPr>
          <p:cNvPr id="53" name="사각형: 둥근 모서리 52">
            <a:extLst>
              <a:ext uri="{FF2B5EF4-FFF2-40B4-BE49-F238E27FC236}">
                <a16:creationId xmlns:a16="http://schemas.microsoft.com/office/drawing/2014/main" id="{9B09A83A-1F11-406C-881C-1531708A622D}"/>
              </a:ext>
            </a:extLst>
          </p:cNvPr>
          <p:cNvSpPr/>
          <p:nvPr/>
        </p:nvSpPr>
        <p:spPr>
          <a:xfrm>
            <a:off x="6087851" y="8325098"/>
            <a:ext cx="1132764" cy="277466"/>
          </a:xfrm>
          <a:prstGeom prst="roundRect">
            <a:avLst>
              <a:gd name="adj" fmla="val 5000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tx1"/>
                </a:solidFill>
              </a:rPr>
              <a:t>장바구니</a:t>
            </a:r>
          </a:p>
        </p:txBody>
      </p:sp>
      <p:sp>
        <p:nvSpPr>
          <p:cNvPr id="54" name="사각형: 둥근 모서리 53">
            <a:extLst>
              <a:ext uri="{FF2B5EF4-FFF2-40B4-BE49-F238E27FC236}">
                <a16:creationId xmlns:a16="http://schemas.microsoft.com/office/drawing/2014/main" id="{222DE7D4-51AA-451B-AC4A-FA174EE034F8}"/>
              </a:ext>
            </a:extLst>
          </p:cNvPr>
          <p:cNvSpPr/>
          <p:nvPr/>
        </p:nvSpPr>
        <p:spPr>
          <a:xfrm>
            <a:off x="7293059" y="8319823"/>
            <a:ext cx="1132764" cy="277466"/>
          </a:xfrm>
          <a:prstGeom prst="roundRect">
            <a:avLst>
              <a:gd name="adj" fmla="val 50000"/>
            </a:avLst>
          </a:prstGeom>
          <a:solidFill>
            <a:srgbClr val="0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구매하기</a:t>
            </a:r>
          </a:p>
        </p:txBody>
      </p:sp>
      <p:graphicFrame>
        <p:nvGraphicFramePr>
          <p:cNvPr id="55" name="표 54">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244173464"/>
              </p:ext>
            </p:extLst>
          </p:nvPr>
        </p:nvGraphicFramePr>
        <p:xfrm>
          <a:off x="10171774" y="22159"/>
          <a:ext cx="1979018" cy="144883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RF-03-04-02-2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marL="0" indent="0" algn="l" latinLnBrk="1">
                        <a:buFontTx/>
                        <a:buNone/>
                      </a:pPr>
                      <a:r>
                        <a:rPr lang="ko-KR" altLang="en-US" sz="800" dirty="0" err="1"/>
                        <a:t>상품영역</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일반상품</a:t>
                      </a:r>
                      <a:r>
                        <a:rPr lang="ko-KR" altLang="en-US" sz="800" baseline="0" dirty="0"/>
                        <a:t> 상세 화면 </a:t>
                      </a:r>
                      <a:r>
                        <a:rPr lang="en-US" altLang="ko-KR" sz="800" baseline="0" dirty="0"/>
                        <a:t>&gt; </a:t>
                      </a:r>
                      <a:r>
                        <a:rPr lang="ko-KR" altLang="en-US" sz="800" baseline="0" dirty="0"/>
                        <a:t>판매 정보</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algn="l" latinLnBrk="1"/>
                      <a:r>
                        <a:rPr lang="ko-KR" altLang="en-US" sz="800" dirty="0"/>
                        <a:t>판매 정보 클릭 시 출력되는 화면</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bl>
          </a:graphicData>
        </a:graphic>
      </p:graphicFrame>
    </p:spTree>
    <p:extLst>
      <p:ext uri="{BB962C8B-B14F-4D97-AF65-F5344CB8AC3E}">
        <p14:creationId xmlns:p14="http://schemas.microsoft.com/office/powerpoint/2010/main" val="683051219"/>
      </p:ext>
    </p:extLst>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F2F2DF35-101C-4653-8FDC-B9F0689EFE66}"/>
              </a:ext>
            </a:extLst>
          </p:cNvPr>
          <p:cNvGrpSpPr/>
          <p:nvPr/>
        </p:nvGrpSpPr>
        <p:grpSpPr>
          <a:xfrm>
            <a:off x="1472099" y="1212122"/>
            <a:ext cx="2798648" cy="2361452"/>
            <a:chOff x="2843808" y="1955121"/>
            <a:chExt cx="1674813" cy="596970"/>
          </a:xfrm>
          <a:solidFill>
            <a:schemeClr val="bg1">
              <a:lumMod val="95000"/>
            </a:schemeClr>
          </a:solidFill>
        </p:grpSpPr>
        <p:sp>
          <p:nvSpPr>
            <p:cNvPr id="3" name="Border">
              <a:extLst>
                <a:ext uri="{FF2B5EF4-FFF2-40B4-BE49-F238E27FC236}">
                  <a16:creationId xmlns:a16="http://schemas.microsoft.com/office/drawing/2014/main" id="{0E0164D1-071C-436B-980A-10D434B12F25}"/>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 name="Line 2">
              <a:extLst>
                <a:ext uri="{FF2B5EF4-FFF2-40B4-BE49-F238E27FC236}">
                  <a16:creationId xmlns:a16="http://schemas.microsoft.com/office/drawing/2014/main" id="{A61132C3-1B89-45AD-9DA9-E42C07848D3E}"/>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 name="Line 1">
              <a:extLst>
                <a:ext uri="{FF2B5EF4-FFF2-40B4-BE49-F238E27FC236}">
                  <a16:creationId xmlns:a16="http://schemas.microsoft.com/office/drawing/2014/main" id="{9425697D-5823-4292-BB4B-E669C407AD7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 name="TextBox 5">
              <a:extLst>
                <a:ext uri="{FF2B5EF4-FFF2-40B4-BE49-F238E27FC236}">
                  <a16:creationId xmlns:a16="http://schemas.microsoft.com/office/drawing/2014/main" id="{E19CD3FE-87B2-40B8-B715-EF8D79EF6937}"/>
                </a:ext>
              </a:extLst>
            </p:cNvPr>
            <p:cNvSpPr txBox="1"/>
            <p:nvPr/>
          </p:nvSpPr>
          <p:spPr>
            <a:xfrm>
              <a:off x="3381983" y="2215369"/>
              <a:ext cx="598462" cy="76475"/>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Contents</a:t>
              </a:r>
              <a:endParaRPr lang="ko-KR" altLang="en-US" sz="900" dirty="0">
                <a:solidFill>
                  <a:schemeClr val="tx1">
                    <a:lumMod val="50000"/>
                    <a:lumOff val="50000"/>
                  </a:schemeClr>
                </a:solidFill>
              </a:endParaRPr>
            </a:p>
          </p:txBody>
        </p:sp>
      </p:grpSp>
      <p:grpSp>
        <p:nvGrpSpPr>
          <p:cNvPr id="7" name="그룹 6">
            <a:extLst>
              <a:ext uri="{FF2B5EF4-FFF2-40B4-BE49-F238E27FC236}">
                <a16:creationId xmlns:a16="http://schemas.microsoft.com/office/drawing/2014/main" id="{14EE5F47-380E-413E-B995-2EEBB644FC87}"/>
              </a:ext>
            </a:extLst>
          </p:cNvPr>
          <p:cNvGrpSpPr/>
          <p:nvPr/>
        </p:nvGrpSpPr>
        <p:grpSpPr>
          <a:xfrm>
            <a:off x="1459410" y="3687394"/>
            <a:ext cx="492940" cy="406337"/>
            <a:chOff x="3092355" y="3209109"/>
            <a:chExt cx="353705" cy="305189"/>
          </a:xfrm>
        </p:grpSpPr>
        <p:sp>
          <p:nvSpPr>
            <p:cNvPr id="8" name="Border">
              <a:extLst>
                <a:ext uri="{FF2B5EF4-FFF2-40B4-BE49-F238E27FC236}">
                  <a16:creationId xmlns:a16="http://schemas.microsoft.com/office/drawing/2014/main" id="{AA3CFC73-A0D3-471F-A3A8-ADA4AE5F2A6B}"/>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2">
              <a:extLst>
                <a:ext uri="{FF2B5EF4-FFF2-40B4-BE49-F238E27FC236}">
                  <a16:creationId xmlns:a16="http://schemas.microsoft.com/office/drawing/2014/main" id="{35DBA322-0394-40F8-B1FB-AA0BB055D0E0}"/>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Line 1">
              <a:extLst>
                <a:ext uri="{FF2B5EF4-FFF2-40B4-BE49-F238E27FC236}">
                  <a16:creationId xmlns:a16="http://schemas.microsoft.com/office/drawing/2014/main" id="{AA58DC23-F2C8-4960-A429-7031EC9D5C2E}"/>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11" name="그룹 10">
            <a:extLst>
              <a:ext uri="{FF2B5EF4-FFF2-40B4-BE49-F238E27FC236}">
                <a16:creationId xmlns:a16="http://schemas.microsoft.com/office/drawing/2014/main" id="{17721251-02D6-41F0-872D-AA7B7BFC06A9}"/>
              </a:ext>
            </a:extLst>
          </p:cNvPr>
          <p:cNvGrpSpPr/>
          <p:nvPr/>
        </p:nvGrpSpPr>
        <p:grpSpPr>
          <a:xfrm>
            <a:off x="2038560" y="3687390"/>
            <a:ext cx="492940" cy="406337"/>
            <a:chOff x="3092355" y="3209109"/>
            <a:chExt cx="353705" cy="305189"/>
          </a:xfrm>
        </p:grpSpPr>
        <p:sp>
          <p:nvSpPr>
            <p:cNvPr id="12" name="Border">
              <a:extLst>
                <a:ext uri="{FF2B5EF4-FFF2-40B4-BE49-F238E27FC236}">
                  <a16:creationId xmlns:a16="http://schemas.microsoft.com/office/drawing/2014/main" id="{9B5B54BD-BE71-45F3-8B16-9533286A5221}"/>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 name="Line 2">
              <a:extLst>
                <a:ext uri="{FF2B5EF4-FFF2-40B4-BE49-F238E27FC236}">
                  <a16:creationId xmlns:a16="http://schemas.microsoft.com/office/drawing/2014/main" id="{60B8FFDB-1D73-4C80-8A97-D8810F6A1EB0}"/>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 name="Line 1">
              <a:extLst>
                <a:ext uri="{FF2B5EF4-FFF2-40B4-BE49-F238E27FC236}">
                  <a16:creationId xmlns:a16="http://schemas.microsoft.com/office/drawing/2014/main" id="{EDBC649E-A302-41BD-998F-EB2BD206C8F9}"/>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15" name="그룹 14">
            <a:extLst>
              <a:ext uri="{FF2B5EF4-FFF2-40B4-BE49-F238E27FC236}">
                <a16:creationId xmlns:a16="http://schemas.microsoft.com/office/drawing/2014/main" id="{808B2778-067F-43D5-8731-0495ED8D68F6}"/>
              </a:ext>
            </a:extLst>
          </p:cNvPr>
          <p:cNvGrpSpPr/>
          <p:nvPr/>
        </p:nvGrpSpPr>
        <p:grpSpPr>
          <a:xfrm>
            <a:off x="2617710" y="3687390"/>
            <a:ext cx="492940" cy="406337"/>
            <a:chOff x="3092355" y="3209109"/>
            <a:chExt cx="353705" cy="305189"/>
          </a:xfrm>
        </p:grpSpPr>
        <p:sp>
          <p:nvSpPr>
            <p:cNvPr id="16" name="Border">
              <a:extLst>
                <a:ext uri="{FF2B5EF4-FFF2-40B4-BE49-F238E27FC236}">
                  <a16:creationId xmlns:a16="http://schemas.microsoft.com/office/drawing/2014/main" id="{6525980A-C4B3-4087-9251-9EF3715E0C42}"/>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 name="Line 2">
              <a:extLst>
                <a:ext uri="{FF2B5EF4-FFF2-40B4-BE49-F238E27FC236}">
                  <a16:creationId xmlns:a16="http://schemas.microsoft.com/office/drawing/2014/main" id="{2D403CDE-7ADA-41A1-AD7C-B7B513C38D39}"/>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 name="Line 1">
              <a:extLst>
                <a:ext uri="{FF2B5EF4-FFF2-40B4-BE49-F238E27FC236}">
                  <a16:creationId xmlns:a16="http://schemas.microsoft.com/office/drawing/2014/main" id="{AD2288C3-CE01-4DFB-93F2-ABA8118DE1BB}"/>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19" name="그룹 18">
            <a:extLst>
              <a:ext uri="{FF2B5EF4-FFF2-40B4-BE49-F238E27FC236}">
                <a16:creationId xmlns:a16="http://schemas.microsoft.com/office/drawing/2014/main" id="{4F7C83B1-1891-4D89-A1D5-590178E3E7A0}"/>
              </a:ext>
            </a:extLst>
          </p:cNvPr>
          <p:cNvGrpSpPr/>
          <p:nvPr/>
        </p:nvGrpSpPr>
        <p:grpSpPr>
          <a:xfrm>
            <a:off x="3196860" y="3687390"/>
            <a:ext cx="492940" cy="406337"/>
            <a:chOff x="3092355" y="3209109"/>
            <a:chExt cx="353705" cy="305189"/>
          </a:xfrm>
        </p:grpSpPr>
        <p:sp>
          <p:nvSpPr>
            <p:cNvPr id="20" name="Border">
              <a:extLst>
                <a:ext uri="{FF2B5EF4-FFF2-40B4-BE49-F238E27FC236}">
                  <a16:creationId xmlns:a16="http://schemas.microsoft.com/office/drawing/2014/main" id="{2C586625-BC5F-450B-9AA7-160CA70C290B}"/>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 name="Line 2">
              <a:extLst>
                <a:ext uri="{FF2B5EF4-FFF2-40B4-BE49-F238E27FC236}">
                  <a16:creationId xmlns:a16="http://schemas.microsoft.com/office/drawing/2014/main" id="{E0E2D1FA-FF35-41E7-BAF6-5BAE392EEA4C}"/>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 name="Line 1">
              <a:extLst>
                <a:ext uri="{FF2B5EF4-FFF2-40B4-BE49-F238E27FC236}">
                  <a16:creationId xmlns:a16="http://schemas.microsoft.com/office/drawing/2014/main" id="{17B05720-EF6E-4B57-8DBF-1AC398F72CDC}"/>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23" name="그룹 22">
            <a:extLst>
              <a:ext uri="{FF2B5EF4-FFF2-40B4-BE49-F238E27FC236}">
                <a16:creationId xmlns:a16="http://schemas.microsoft.com/office/drawing/2014/main" id="{95115DD2-241D-4AFF-B06F-DAB2CF466093}"/>
              </a:ext>
            </a:extLst>
          </p:cNvPr>
          <p:cNvGrpSpPr/>
          <p:nvPr/>
        </p:nvGrpSpPr>
        <p:grpSpPr>
          <a:xfrm>
            <a:off x="3776010" y="3687390"/>
            <a:ext cx="492942" cy="406341"/>
            <a:chOff x="3092355" y="3209106"/>
            <a:chExt cx="353706" cy="305192"/>
          </a:xfrm>
        </p:grpSpPr>
        <p:sp>
          <p:nvSpPr>
            <p:cNvPr id="24" name="Border">
              <a:extLst>
                <a:ext uri="{FF2B5EF4-FFF2-40B4-BE49-F238E27FC236}">
                  <a16:creationId xmlns:a16="http://schemas.microsoft.com/office/drawing/2014/main" id="{B7DF3A6D-6A66-474E-B30E-29045FCF9339}"/>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5" name="Line 2">
              <a:extLst>
                <a:ext uri="{FF2B5EF4-FFF2-40B4-BE49-F238E27FC236}">
                  <a16:creationId xmlns:a16="http://schemas.microsoft.com/office/drawing/2014/main" id="{734528C9-A613-4F42-9B14-C6C5F936354B}"/>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6" name="Line 1">
              <a:extLst>
                <a:ext uri="{FF2B5EF4-FFF2-40B4-BE49-F238E27FC236}">
                  <a16:creationId xmlns:a16="http://schemas.microsoft.com/office/drawing/2014/main" id="{2D8110A6-D75F-4851-B38A-29D2628A0150}"/>
                </a:ext>
              </a:extLst>
            </p:cNvPr>
            <p:cNvSpPr>
              <a:spLocks/>
            </p:cNvSpPr>
            <p:nvPr/>
          </p:nvSpPr>
          <p:spPr bwMode="auto">
            <a:xfrm>
              <a:off x="3092356" y="3209106"/>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5F5F5F"/>
                </a:solidFill>
                <a:latin typeface="Segoe UI" panose="020B0502040204020203" pitchFamily="34" charset="0"/>
                <a:cs typeface="Segoe UI" panose="020B0502040204020203" pitchFamily="34" charset="0"/>
              </a:endParaRPr>
            </a:p>
          </p:txBody>
        </p:sp>
      </p:grpSp>
      <p:sp>
        <p:nvSpPr>
          <p:cNvPr id="27" name="TextBox 26">
            <a:extLst>
              <a:ext uri="{FF2B5EF4-FFF2-40B4-BE49-F238E27FC236}">
                <a16:creationId xmlns:a16="http://schemas.microsoft.com/office/drawing/2014/main" id="{88B89CB0-3129-4E3D-876A-8A50C11FBBA3}"/>
              </a:ext>
            </a:extLst>
          </p:cNvPr>
          <p:cNvSpPr txBox="1"/>
          <p:nvPr/>
        </p:nvSpPr>
        <p:spPr>
          <a:xfrm>
            <a:off x="4319751" y="1146630"/>
            <a:ext cx="3948564" cy="714876"/>
          </a:xfrm>
          <a:prstGeom prst="rect">
            <a:avLst/>
          </a:prstGeom>
          <a:noFill/>
        </p:spPr>
        <p:txBody>
          <a:bodyPr wrap="square">
            <a:spAutoFit/>
          </a:bodyPr>
          <a:lstStyle/>
          <a:p>
            <a:pPr>
              <a:lnSpc>
                <a:spcPct val="150000"/>
              </a:lnSpc>
              <a:defRPr/>
            </a:pPr>
            <a:r>
              <a:rPr lang="ko-KR" altLang="en-US" sz="800" dirty="0">
                <a:solidFill>
                  <a:schemeClr val="tx1">
                    <a:lumMod val="50000"/>
                    <a:lumOff val="50000"/>
                  </a:schemeClr>
                </a:solidFill>
              </a:rPr>
              <a:t>대분류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1200" b="1" dirty="0"/>
              <a:t>상품명</a:t>
            </a:r>
            <a:r>
              <a:rPr lang="en-US" altLang="ko-KR" sz="1200" b="1" dirty="0"/>
              <a:t>23232</a:t>
            </a:r>
          </a:p>
          <a:p>
            <a:pPr>
              <a:lnSpc>
                <a:spcPct val="150000"/>
              </a:lnSpc>
            </a:pPr>
            <a:r>
              <a:rPr lang="ko-KR" altLang="en-US" sz="800" dirty="0"/>
              <a:t>상품코드 </a:t>
            </a:r>
            <a:r>
              <a:rPr lang="en-US" altLang="ko-KR" sz="800" dirty="0"/>
              <a:t>:  a200392   </a:t>
            </a:r>
            <a:endParaRPr lang="ko-KR" altLang="en-US" sz="800" dirty="0"/>
          </a:p>
        </p:txBody>
      </p:sp>
      <p:sp>
        <p:nvSpPr>
          <p:cNvPr id="28" name="직사각형 27">
            <a:extLst>
              <a:ext uri="{FF2B5EF4-FFF2-40B4-BE49-F238E27FC236}">
                <a16:creationId xmlns:a16="http://schemas.microsoft.com/office/drawing/2014/main" id="{7DDADB75-653F-44A3-9676-A84D4B8FD569}"/>
              </a:ext>
            </a:extLst>
          </p:cNvPr>
          <p:cNvSpPr/>
          <p:nvPr/>
        </p:nvSpPr>
        <p:spPr>
          <a:xfrm>
            <a:off x="1472099" y="4688875"/>
            <a:ext cx="1215128" cy="281224"/>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상세 정보</a:t>
            </a:r>
            <a:endParaRPr lang="en-US" altLang="ko-KR" sz="800" dirty="0">
              <a:solidFill>
                <a:schemeClr val="tx1"/>
              </a:solidFill>
            </a:endParaRPr>
          </a:p>
        </p:txBody>
      </p:sp>
      <p:sp>
        <p:nvSpPr>
          <p:cNvPr id="29" name="직사각형 28">
            <a:extLst>
              <a:ext uri="{FF2B5EF4-FFF2-40B4-BE49-F238E27FC236}">
                <a16:creationId xmlns:a16="http://schemas.microsoft.com/office/drawing/2014/main" id="{0E85D9CF-3B41-4F20-B675-AD58FEE6B780}"/>
              </a:ext>
            </a:extLst>
          </p:cNvPr>
          <p:cNvSpPr/>
          <p:nvPr/>
        </p:nvSpPr>
        <p:spPr>
          <a:xfrm>
            <a:off x="2687227" y="4688875"/>
            <a:ext cx="1215128" cy="281224"/>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판매 정보</a:t>
            </a:r>
            <a:endParaRPr lang="en-US" altLang="ko-KR" sz="800" dirty="0">
              <a:solidFill>
                <a:schemeClr val="tx1"/>
              </a:solidFill>
            </a:endParaRPr>
          </a:p>
        </p:txBody>
      </p:sp>
      <p:sp>
        <p:nvSpPr>
          <p:cNvPr id="30" name="직사각형 29">
            <a:extLst>
              <a:ext uri="{FF2B5EF4-FFF2-40B4-BE49-F238E27FC236}">
                <a16:creationId xmlns:a16="http://schemas.microsoft.com/office/drawing/2014/main" id="{B8F0BF89-7A19-4183-B727-969C715EB4BD}"/>
              </a:ext>
            </a:extLst>
          </p:cNvPr>
          <p:cNvSpPr/>
          <p:nvPr/>
        </p:nvSpPr>
        <p:spPr>
          <a:xfrm>
            <a:off x="1472099" y="4970098"/>
            <a:ext cx="6796216" cy="3784941"/>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solidFill>
            </a:endParaRPr>
          </a:p>
          <a:p>
            <a:endParaRPr lang="en-US" altLang="ko-KR" sz="800" dirty="0">
              <a:solidFill>
                <a:schemeClr val="tx1"/>
              </a:solidFill>
            </a:endParaRPr>
          </a:p>
          <a:p>
            <a:endParaRPr lang="en-US" altLang="ko-KR" sz="800" dirty="0">
              <a:solidFill>
                <a:schemeClr val="tx1"/>
              </a:solidFill>
            </a:endParaRPr>
          </a:p>
        </p:txBody>
      </p:sp>
      <p:pic>
        <p:nvPicPr>
          <p:cNvPr id="31" name="그림 30">
            <a:extLst>
              <a:ext uri="{FF2B5EF4-FFF2-40B4-BE49-F238E27FC236}">
                <a16:creationId xmlns:a16="http://schemas.microsoft.com/office/drawing/2014/main" id="{2F033323-BE98-4FB3-9FD6-4097F6FAC892}"/>
              </a:ext>
            </a:extLst>
          </p:cNvPr>
          <p:cNvPicPr>
            <a:picLocks noChangeAspect="1"/>
          </p:cNvPicPr>
          <p:nvPr/>
        </p:nvPicPr>
        <p:blipFill>
          <a:blip r:embed="rId2"/>
          <a:stretch>
            <a:fillRect/>
          </a:stretch>
        </p:blipFill>
        <p:spPr>
          <a:xfrm>
            <a:off x="4368241" y="1896461"/>
            <a:ext cx="3946343" cy="1682825"/>
          </a:xfrm>
          <a:prstGeom prst="rect">
            <a:avLst/>
          </a:prstGeom>
        </p:spPr>
      </p:pic>
      <p:pic>
        <p:nvPicPr>
          <p:cNvPr id="32" name="그림 31">
            <a:extLst>
              <a:ext uri="{FF2B5EF4-FFF2-40B4-BE49-F238E27FC236}">
                <a16:creationId xmlns:a16="http://schemas.microsoft.com/office/drawing/2014/main" id="{5B41292C-A4F5-4929-BB38-0184C27DD5D7}"/>
              </a:ext>
            </a:extLst>
          </p:cNvPr>
          <p:cNvPicPr>
            <a:picLocks noChangeAspect="1"/>
          </p:cNvPicPr>
          <p:nvPr/>
        </p:nvPicPr>
        <p:blipFill>
          <a:blip r:embed="rId3"/>
          <a:stretch>
            <a:fillRect/>
          </a:stretch>
        </p:blipFill>
        <p:spPr>
          <a:xfrm>
            <a:off x="5105042" y="3634110"/>
            <a:ext cx="3163273" cy="603519"/>
          </a:xfrm>
          <a:prstGeom prst="rect">
            <a:avLst/>
          </a:prstGeom>
        </p:spPr>
      </p:pic>
      <p:sp>
        <p:nvSpPr>
          <p:cNvPr id="33" name="직사각형 32">
            <a:extLst>
              <a:ext uri="{FF2B5EF4-FFF2-40B4-BE49-F238E27FC236}">
                <a16:creationId xmlns:a16="http://schemas.microsoft.com/office/drawing/2014/main" id="{0F71690A-7989-4E54-8223-9D6039CE57B0}"/>
              </a:ext>
            </a:extLst>
          </p:cNvPr>
          <p:cNvSpPr/>
          <p:nvPr/>
        </p:nvSpPr>
        <p:spPr>
          <a:xfrm>
            <a:off x="3902355" y="4689956"/>
            <a:ext cx="1215128" cy="281224"/>
          </a:xfrm>
          <a:prstGeom prst="rect">
            <a:avLst/>
          </a:prstGeom>
          <a:solidFill>
            <a:schemeClr val="tx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상품 </a:t>
            </a:r>
            <a:r>
              <a:rPr lang="en-US" altLang="ko-KR" sz="800" dirty="0">
                <a:solidFill>
                  <a:schemeClr val="bg1"/>
                </a:solidFill>
              </a:rPr>
              <a:t>Q&amp;A</a:t>
            </a:r>
          </a:p>
        </p:txBody>
      </p:sp>
      <p:pic>
        <p:nvPicPr>
          <p:cNvPr id="52" name="그림 51">
            <a:extLst>
              <a:ext uri="{FF2B5EF4-FFF2-40B4-BE49-F238E27FC236}">
                <a16:creationId xmlns:a16="http://schemas.microsoft.com/office/drawing/2014/main" id="{38B4AD2F-AB93-4373-BE26-04D583F4A6F0}"/>
              </a:ext>
            </a:extLst>
          </p:cNvPr>
          <p:cNvPicPr>
            <a:picLocks noChangeAspect="1"/>
          </p:cNvPicPr>
          <p:nvPr/>
        </p:nvPicPr>
        <p:blipFill>
          <a:blip r:embed="rId4"/>
          <a:stretch>
            <a:fillRect/>
          </a:stretch>
        </p:blipFill>
        <p:spPr>
          <a:xfrm>
            <a:off x="1711848" y="5141951"/>
            <a:ext cx="6331485" cy="3475868"/>
          </a:xfrm>
          <a:prstGeom prst="rect">
            <a:avLst/>
          </a:prstGeom>
        </p:spPr>
      </p:pic>
      <p:sp>
        <p:nvSpPr>
          <p:cNvPr id="35" name="직사각형 34">
            <a:extLst>
              <a:ext uri="{FF2B5EF4-FFF2-40B4-BE49-F238E27FC236}">
                <a16:creationId xmlns:a16="http://schemas.microsoft.com/office/drawing/2014/main" id="{121AA270-F9AF-472E-8DD9-3D3D2BCD055D}"/>
              </a:ext>
            </a:extLst>
          </p:cNvPr>
          <p:cNvSpPr/>
          <p:nvPr/>
        </p:nvSpPr>
        <p:spPr>
          <a:xfrm>
            <a:off x="41175" y="8162072"/>
            <a:ext cx="10024049" cy="603519"/>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6" name="그룹 35">
            <a:extLst>
              <a:ext uri="{FF2B5EF4-FFF2-40B4-BE49-F238E27FC236}">
                <a16:creationId xmlns:a16="http://schemas.microsoft.com/office/drawing/2014/main" id="{545E4939-2C2E-4FD0-91EC-BCD9960E5D81}"/>
              </a:ext>
            </a:extLst>
          </p:cNvPr>
          <p:cNvGrpSpPr/>
          <p:nvPr/>
        </p:nvGrpSpPr>
        <p:grpSpPr>
          <a:xfrm>
            <a:off x="1459410" y="8294554"/>
            <a:ext cx="2414206" cy="338554"/>
            <a:chOff x="1237833" y="3417650"/>
            <a:chExt cx="1708480" cy="338554"/>
          </a:xfrm>
        </p:grpSpPr>
        <p:grpSp>
          <p:nvGrpSpPr>
            <p:cNvPr id="37" name="그룹 36">
              <a:extLst>
                <a:ext uri="{FF2B5EF4-FFF2-40B4-BE49-F238E27FC236}">
                  <a16:creationId xmlns:a16="http://schemas.microsoft.com/office/drawing/2014/main" id="{F8A4E140-B2BA-49F9-B5F7-BB85E03F55F8}"/>
                </a:ext>
              </a:extLst>
            </p:cNvPr>
            <p:cNvGrpSpPr/>
            <p:nvPr/>
          </p:nvGrpSpPr>
          <p:grpSpPr>
            <a:xfrm>
              <a:off x="1237833" y="3462866"/>
              <a:ext cx="378630" cy="248122"/>
              <a:chOff x="2681976" y="1955121"/>
              <a:chExt cx="1993118" cy="596970"/>
            </a:xfrm>
          </p:grpSpPr>
          <p:sp>
            <p:nvSpPr>
              <p:cNvPr id="39" name="Border">
                <a:extLst>
                  <a:ext uri="{FF2B5EF4-FFF2-40B4-BE49-F238E27FC236}">
                    <a16:creationId xmlns:a16="http://schemas.microsoft.com/office/drawing/2014/main" id="{26E9FC13-B402-4A29-818D-C2D799252594}"/>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0" name="Line 2">
                <a:extLst>
                  <a:ext uri="{FF2B5EF4-FFF2-40B4-BE49-F238E27FC236}">
                    <a16:creationId xmlns:a16="http://schemas.microsoft.com/office/drawing/2014/main" id="{823060D5-05F6-498B-BA7C-BDBAF7C7BAD2}"/>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1" name="Line 1">
                <a:extLst>
                  <a:ext uri="{FF2B5EF4-FFF2-40B4-BE49-F238E27FC236}">
                    <a16:creationId xmlns:a16="http://schemas.microsoft.com/office/drawing/2014/main" id="{369EE785-F170-4014-AEC1-472483C854C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2" name="TextBox 41">
                <a:extLst>
                  <a:ext uri="{FF2B5EF4-FFF2-40B4-BE49-F238E27FC236}">
                    <a16:creationId xmlns:a16="http://schemas.microsoft.com/office/drawing/2014/main" id="{437C41AA-1E75-4597-93B8-A46F0E047BDE}"/>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38" name="직사각형 37">
              <a:extLst>
                <a:ext uri="{FF2B5EF4-FFF2-40B4-BE49-F238E27FC236}">
                  <a16:creationId xmlns:a16="http://schemas.microsoft.com/office/drawing/2014/main" id="{75873079-69FD-42B7-8583-14313BD70049}"/>
                </a:ext>
              </a:extLst>
            </p:cNvPr>
            <p:cNvSpPr/>
            <p:nvPr/>
          </p:nvSpPr>
          <p:spPr>
            <a:xfrm>
              <a:off x="1604380" y="3417650"/>
              <a:ext cx="1341933" cy="338554"/>
            </a:xfrm>
            <a:prstGeom prst="rect">
              <a:avLst/>
            </a:prstGeom>
          </p:spPr>
          <p:txBody>
            <a:bodyPr wrap="square">
              <a:spAutoFit/>
            </a:bodyPr>
            <a:lstStyle/>
            <a:p>
              <a:r>
                <a:rPr lang="ko-KR" altLang="en-US" sz="800" b="1" dirty="0"/>
                <a:t>상품명</a:t>
              </a:r>
              <a:r>
                <a:rPr lang="en-US" altLang="ko-KR" sz="800" b="1" dirty="0"/>
                <a:t>23232</a:t>
              </a:r>
              <a:br>
                <a:rPr lang="en-US" altLang="ko-KR" sz="800" b="1" dirty="0"/>
              </a:br>
              <a:r>
                <a:rPr lang="en-US" altLang="ko-KR" sz="800" dirty="0">
                  <a:solidFill>
                    <a:schemeClr val="tx1">
                      <a:lumMod val="50000"/>
                      <a:lumOff val="50000"/>
                    </a:schemeClr>
                  </a:solidFill>
                </a:rPr>
                <a:t>a200392</a:t>
              </a:r>
            </a:p>
          </p:txBody>
        </p:sp>
      </p:grpSp>
      <p:sp>
        <p:nvSpPr>
          <p:cNvPr id="43" name="사각형: 둥근 위쪽 모서리 42">
            <a:extLst>
              <a:ext uri="{FF2B5EF4-FFF2-40B4-BE49-F238E27FC236}">
                <a16:creationId xmlns:a16="http://schemas.microsoft.com/office/drawing/2014/main" id="{53250F96-076B-40D5-80FB-A38DC110D44C}"/>
              </a:ext>
            </a:extLst>
          </p:cNvPr>
          <p:cNvSpPr/>
          <p:nvPr/>
        </p:nvSpPr>
        <p:spPr>
          <a:xfrm>
            <a:off x="6864456" y="7829229"/>
            <a:ext cx="1549021" cy="326325"/>
          </a:xfrm>
          <a:prstGeom prst="round2SameRect">
            <a:avLst>
              <a:gd name="adj1" fmla="val 33634"/>
              <a:gd name="adj2" fmla="val 0"/>
            </a:avLst>
          </a:prstGeom>
          <a:solidFill>
            <a:schemeClr val="bg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4" name="직사각형 43">
            <a:extLst>
              <a:ext uri="{FF2B5EF4-FFF2-40B4-BE49-F238E27FC236}">
                <a16:creationId xmlns:a16="http://schemas.microsoft.com/office/drawing/2014/main" id="{50CEA666-89A1-4F82-8A82-7F9E0A48DC9D}"/>
              </a:ext>
            </a:extLst>
          </p:cNvPr>
          <p:cNvSpPr/>
          <p:nvPr/>
        </p:nvSpPr>
        <p:spPr>
          <a:xfrm>
            <a:off x="6880124" y="8067763"/>
            <a:ext cx="1527276" cy="14490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5" name="직선 연결선 44">
            <a:extLst>
              <a:ext uri="{FF2B5EF4-FFF2-40B4-BE49-F238E27FC236}">
                <a16:creationId xmlns:a16="http://schemas.microsoft.com/office/drawing/2014/main" id="{892083B1-E8EC-4FF4-9311-EABBD4AA48DF}"/>
              </a:ext>
            </a:extLst>
          </p:cNvPr>
          <p:cNvCxnSpPr>
            <a:cxnSpLocks/>
          </p:cNvCxnSpPr>
          <p:nvPr/>
        </p:nvCxnSpPr>
        <p:spPr>
          <a:xfrm flipH="1">
            <a:off x="41176" y="8153244"/>
            <a:ext cx="6823280" cy="0"/>
          </a:xfrm>
          <a:prstGeom prst="line">
            <a:avLst/>
          </a:prstGeom>
          <a:ln w="31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6" name="직선 연결선 45">
            <a:extLst>
              <a:ext uri="{FF2B5EF4-FFF2-40B4-BE49-F238E27FC236}">
                <a16:creationId xmlns:a16="http://schemas.microsoft.com/office/drawing/2014/main" id="{60298AA7-EFCD-4793-8E19-14EF17998E3A}"/>
              </a:ext>
            </a:extLst>
          </p:cNvPr>
          <p:cNvCxnSpPr>
            <a:cxnSpLocks/>
          </p:cNvCxnSpPr>
          <p:nvPr/>
        </p:nvCxnSpPr>
        <p:spPr>
          <a:xfrm flipH="1" flipV="1">
            <a:off x="8413477" y="8149778"/>
            <a:ext cx="1651748" cy="12295"/>
          </a:xfrm>
          <a:prstGeom prst="line">
            <a:avLst/>
          </a:prstGeom>
          <a:ln w="31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47" name="TextBox 46">
            <a:extLst>
              <a:ext uri="{FF2B5EF4-FFF2-40B4-BE49-F238E27FC236}">
                <a16:creationId xmlns:a16="http://schemas.microsoft.com/office/drawing/2014/main" id="{AEAF180F-6664-42A8-B564-D3EAB796CA77}"/>
              </a:ext>
            </a:extLst>
          </p:cNvPr>
          <p:cNvSpPr txBox="1"/>
          <p:nvPr/>
        </p:nvSpPr>
        <p:spPr>
          <a:xfrm>
            <a:off x="7075607" y="7885545"/>
            <a:ext cx="1152880" cy="230832"/>
          </a:xfrm>
          <a:prstGeom prst="rect">
            <a:avLst/>
          </a:prstGeom>
          <a:noFill/>
        </p:spPr>
        <p:txBody>
          <a:bodyPr wrap="none" rtlCol="0">
            <a:spAutoFit/>
          </a:bodyPr>
          <a:lstStyle/>
          <a:p>
            <a:r>
              <a:rPr lang="ko-KR" altLang="en-US" sz="900" dirty="0"/>
              <a:t>구매옵션선택    ▲</a:t>
            </a:r>
          </a:p>
        </p:txBody>
      </p:sp>
      <p:sp>
        <p:nvSpPr>
          <p:cNvPr id="48" name="TextBox 47">
            <a:extLst>
              <a:ext uri="{FF2B5EF4-FFF2-40B4-BE49-F238E27FC236}">
                <a16:creationId xmlns:a16="http://schemas.microsoft.com/office/drawing/2014/main" id="{44684AA5-6A26-41E9-A64C-23389B6BF341}"/>
              </a:ext>
            </a:extLst>
          </p:cNvPr>
          <p:cNvSpPr txBox="1"/>
          <p:nvPr/>
        </p:nvSpPr>
        <p:spPr>
          <a:xfrm>
            <a:off x="4254982" y="8302366"/>
            <a:ext cx="1736373" cy="338554"/>
          </a:xfrm>
          <a:prstGeom prst="rect">
            <a:avLst/>
          </a:prstGeom>
          <a:noFill/>
        </p:spPr>
        <p:txBody>
          <a:bodyPr wrap="none" rtlCol="0">
            <a:spAutoFit/>
          </a:bodyPr>
          <a:lstStyle/>
          <a:p>
            <a:r>
              <a:rPr lang="ko-KR" altLang="en-US" sz="1200" b="1" dirty="0"/>
              <a:t>총 상품금액   </a:t>
            </a:r>
            <a:r>
              <a:rPr lang="en-US" altLang="ko-KR" sz="1600" b="1" dirty="0">
                <a:solidFill>
                  <a:srgbClr val="FF0000"/>
                </a:solidFill>
              </a:rPr>
              <a:t>300</a:t>
            </a:r>
            <a:r>
              <a:rPr lang="en-US" altLang="ko-KR" sz="1200" b="1" dirty="0">
                <a:solidFill>
                  <a:srgbClr val="FF0000"/>
                </a:solidFill>
              </a:rPr>
              <a:t> </a:t>
            </a:r>
            <a:r>
              <a:rPr lang="ko-KR" altLang="en-US" sz="1200" b="1" dirty="0">
                <a:solidFill>
                  <a:srgbClr val="FF0000"/>
                </a:solidFill>
              </a:rPr>
              <a:t>원</a:t>
            </a:r>
          </a:p>
        </p:txBody>
      </p:sp>
      <p:sp>
        <p:nvSpPr>
          <p:cNvPr id="49" name="사각형: 둥근 모서리 48">
            <a:extLst>
              <a:ext uri="{FF2B5EF4-FFF2-40B4-BE49-F238E27FC236}">
                <a16:creationId xmlns:a16="http://schemas.microsoft.com/office/drawing/2014/main" id="{73A4F27C-F5CC-4F74-BDFF-3971C239E9DB}"/>
              </a:ext>
            </a:extLst>
          </p:cNvPr>
          <p:cNvSpPr/>
          <p:nvPr/>
        </p:nvSpPr>
        <p:spPr>
          <a:xfrm>
            <a:off x="6087851" y="8325098"/>
            <a:ext cx="1132764" cy="277466"/>
          </a:xfrm>
          <a:prstGeom prst="roundRect">
            <a:avLst>
              <a:gd name="adj" fmla="val 5000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tx1"/>
                </a:solidFill>
              </a:rPr>
              <a:t>장바구니</a:t>
            </a:r>
          </a:p>
        </p:txBody>
      </p:sp>
      <p:sp>
        <p:nvSpPr>
          <p:cNvPr id="50" name="사각형: 둥근 모서리 49">
            <a:extLst>
              <a:ext uri="{FF2B5EF4-FFF2-40B4-BE49-F238E27FC236}">
                <a16:creationId xmlns:a16="http://schemas.microsoft.com/office/drawing/2014/main" id="{1C0A5464-982E-4957-9D6F-66B30D2D0E99}"/>
              </a:ext>
            </a:extLst>
          </p:cNvPr>
          <p:cNvSpPr/>
          <p:nvPr/>
        </p:nvSpPr>
        <p:spPr>
          <a:xfrm>
            <a:off x="7293059" y="8319823"/>
            <a:ext cx="1132764" cy="277466"/>
          </a:xfrm>
          <a:prstGeom prst="roundRect">
            <a:avLst>
              <a:gd name="adj" fmla="val 50000"/>
            </a:avLst>
          </a:prstGeom>
          <a:solidFill>
            <a:srgbClr val="0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구매하기</a:t>
            </a:r>
          </a:p>
        </p:txBody>
      </p:sp>
      <p:graphicFrame>
        <p:nvGraphicFramePr>
          <p:cNvPr id="51" name="표 50">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1728921944"/>
              </p:ext>
            </p:extLst>
          </p:nvPr>
        </p:nvGraphicFramePr>
        <p:xfrm>
          <a:off x="10171774" y="22159"/>
          <a:ext cx="1979018" cy="144883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RF-03-04-02-3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marL="0" indent="0" algn="l" latinLnBrk="1">
                        <a:buFontTx/>
                        <a:buNone/>
                      </a:pPr>
                      <a:r>
                        <a:rPr lang="ko-KR" altLang="en-US" sz="800" dirty="0" err="1"/>
                        <a:t>상품영역</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일반상품</a:t>
                      </a:r>
                      <a:r>
                        <a:rPr lang="ko-KR" altLang="en-US" sz="800" baseline="0" dirty="0"/>
                        <a:t> 상세 화면 </a:t>
                      </a:r>
                      <a:r>
                        <a:rPr lang="en-US" altLang="ko-KR" sz="800" baseline="0" dirty="0"/>
                        <a:t>&gt;</a:t>
                      </a:r>
                      <a:r>
                        <a:rPr lang="ko-KR" altLang="en-US" sz="800" baseline="0" dirty="0"/>
                        <a:t>상품 </a:t>
                      </a:r>
                      <a:r>
                        <a:rPr lang="en-US" altLang="ko-KR" sz="800" baseline="0" dirty="0"/>
                        <a:t>Q&amp;A</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aseline="0" dirty="0"/>
                        <a:t>상품 </a:t>
                      </a:r>
                      <a:r>
                        <a:rPr lang="en-US" altLang="ko-KR" sz="800" baseline="0" dirty="0"/>
                        <a:t>Q&amp;A</a:t>
                      </a:r>
                      <a:r>
                        <a:rPr lang="ko-KR" altLang="en-US" sz="800" baseline="0" dirty="0"/>
                        <a:t> </a:t>
                      </a:r>
                      <a:r>
                        <a:rPr lang="ko-KR" altLang="en-US" sz="800" dirty="0"/>
                        <a:t>클릭 시 출력되는 화면</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bl>
          </a:graphicData>
        </a:graphic>
      </p:graphicFrame>
    </p:spTree>
    <p:extLst>
      <p:ext uri="{BB962C8B-B14F-4D97-AF65-F5344CB8AC3E}">
        <p14:creationId xmlns:p14="http://schemas.microsoft.com/office/powerpoint/2010/main" val="3770840089"/>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E37E4D8A-5B67-467C-9B1F-C72877F811F3}"/>
              </a:ext>
            </a:extLst>
          </p:cNvPr>
          <p:cNvGrpSpPr/>
          <p:nvPr/>
        </p:nvGrpSpPr>
        <p:grpSpPr>
          <a:xfrm>
            <a:off x="1472099" y="1212122"/>
            <a:ext cx="2798648" cy="2361452"/>
            <a:chOff x="2843808" y="1955121"/>
            <a:chExt cx="1674813" cy="596970"/>
          </a:xfrm>
          <a:solidFill>
            <a:schemeClr val="bg1">
              <a:lumMod val="95000"/>
            </a:schemeClr>
          </a:solidFill>
        </p:grpSpPr>
        <p:sp>
          <p:nvSpPr>
            <p:cNvPr id="3" name="Border">
              <a:extLst>
                <a:ext uri="{FF2B5EF4-FFF2-40B4-BE49-F238E27FC236}">
                  <a16:creationId xmlns:a16="http://schemas.microsoft.com/office/drawing/2014/main" id="{49EACB58-AACC-464C-BCF6-AEEC5DA338CD}"/>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 name="Line 2">
              <a:extLst>
                <a:ext uri="{FF2B5EF4-FFF2-40B4-BE49-F238E27FC236}">
                  <a16:creationId xmlns:a16="http://schemas.microsoft.com/office/drawing/2014/main" id="{ADD38540-4F98-46EF-8D94-5D56889260E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 name="Line 1">
              <a:extLst>
                <a:ext uri="{FF2B5EF4-FFF2-40B4-BE49-F238E27FC236}">
                  <a16:creationId xmlns:a16="http://schemas.microsoft.com/office/drawing/2014/main" id="{7C46F932-2EF0-49BD-B0C4-D377D8EE7EA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 name="TextBox 5">
              <a:extLst>
                <a:ext uri="{FF2B5EF4-FFF2-40B4-BE49-F238E27FC236}">
                  <a16:creationId xmlns:a16="http://schemas.microsoft.com/office/drawing/2014/main" id="{4727C634-6B90-45F9-B5AF-FB3E3E5B2364}"/>
                </a:ext>
              </a:extLst>
            </p:cNvPr>
            <p:cNvSpPr txBox="1"/>
            <p:nvPr/>
          </p:nvSpPr>
          <p:spPr>
            <a:xfrm>
              <a:off x="3381983" y="2215369"/>
              <a:ext cx="598462" cy="76475"/>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Contents</a:t>
              </a:r>
              <a:endParaRPr lang="ko-KR" altLang="en-US" sz="900" dirty="0">
                <a:solidFill>
                  <a:schemeClr val="tx1">
                    <a:lumMod val="50000"/>
                    <a:lumOff val="50000"/>
                  </a:schemeClr>
                </a:solidFill>
              </a:endParaRPr>
            </a:p>
          </p:txBody>
        </p:sp>
      </p:grpSp>
      <p:grpSp>
        <p:nvGrpSpPr>
          <p:cNvPr id="7" name="그룹 6">
            <a:extLst>
              <a:ext uri="{FF2B5EF4-FFF2-40B4-BE49-F238E27FC236}">
                <a16:creationId xmlns:a16="http://schemas.microsoft.com/office/drawing/2014/main" id="{3D920992-1064-4AEF-811A-CDDF392ADCC6}"/>
              </a:ext>
            </a:extLst>
          </p:cNvPr>
          <p:cNvGrpSpPr/>
          <p:nvPr/>
        </p:nvGrpSpPr>
        <p:grpSpPr>
          <a:xfrm>
            <a:off x="1518170" y="3923966"/>
            <a:ext cx="492940" cy="406337"/>
            <a:chOff x="3092355" y="3209109"/>
            <a:chExt cx="353705" cy="305189"/>
          </a:xfrm>
        </p:grpSpPr>
        <p:sp>
          <p:nvSpPr>
            <p:cNvPr id="8" name="Border">
              <a:extLst>
                <a:ext uri="{FF2B5EF4-FFF2-40B4-BE49-F238E27FC236}">
                  <a16:creationId xmlns:a16="http://schemas.microsoft.com/office/drawing/2014/main" id="{0830BFC6-EBC0-4B65-B840-B28D421388B2}"/>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2">
              <a:extLst>
                <a:ext uri="{FF2B5EF4-FFF2-40B4-BE49-F238E27FC236}">
                  <a16:creationId xmlns:a16="http://schemas.microsoft.com/office/drawing/2014/main" id="{589FEAB2-2F57-4702-8123-7F2DD2011663}"/>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Line 1">
              <a:extLst>
                <a:ext uri="{FF2B5EF4-FFF2-40B4-BE49-F238E27FC236}">
                  <a16:creationId xmlns:a16="http://schemas.microsoft.com/office/drawing/2014/main" id="{72E30EBD-911F-4434-91B7-923AD8B48680}"/>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11" name="그룹 10">
            <a:extLst>
              <a:ext uri="{FF2B5EF4-FFF2-40B4-BE49-F238E27FC236}">
                <a16:creationId xmlns:a16="http://schemas.microsoft.com/office/drawing/2014/main" id="{86F2B932-F3DB-45DA-AF34-461B97DF86DF}"/>
              </a:ext>
            </a:extLst>
          </p:cNvPr>
          <p:cNvGrpSpPr/>
          <p:nvPr/>
        </p:nvGrpSpPr>
        <p:grpSpPr>
          <a:xfrm>
            <a:off x="2097320" y="3923962"/>
            <a:ext cx="492940" cy="406337"/>
            <a:chOff x="3092355" y="3209109"/>
            <a:chExt cx="353705" cy="305189"/>
          </a:xfrm>
        </p:grpSpPr>
        <p:sp>
          <p:nvSpPr>
            <p:cNvPr id="12" name="Border">
              <a:extLst>
                <a:ext uri="{FF2B5EF4-FFF2-40B4-BE49-F238E27FC236}">
                  <a16:creationId xmlns:a16="http://schemas.microsoft.com/office/drawing/2014/main" id="{A85CA64A-3119-4083-8D75-176A06E80B38}"/>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 name="Line 2">
              <a:extLst>
                <a:ext uri="{FF2B5EF4-FFF2-40B4-BE49-F238E27FC236}">
                  <a16:creationId xmlns:a16="http://schemas.microsoft.com/office/drawing/2014/main" id="{58D6BDDF-8844-41F4-AF55-330EC638ACF3}"/>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 name="Line 1">
              <a:extLst>
                <a:ext uri="{FF2B5EF4-FFF2-40B4-BE49-F238E27FC236}">
                  <a16:creationId xmlns:a16="http://schemas.microsoft.com/office/drawing/2014/main" id="{8C808077-F432-46C9-9C8B-78E635877519}"/>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15" name="그룹 14">
            <a:extLst>
              <a:ext uri="{FF2B5EF4-FFF2-40B4-BE49-F238E27FC236}">
                <a16:creationId xmlns:a16="http://schemas.microsoft.com/office/drawing/2014/main" id="{AC59FFD2-E073-480B-961E-D050E6185A3A}"/>
              </a:ext>
            </a:extLst>
          </p:cNvPr>
          <p:cNvGrpSpPr/>
          <p:nvPr/>
        </p:nvGrpSpPr>
        <p:grpSpPr>
          <a:xfrm>
            <a:off x="2676470" y="3923962"/>
            <a:ext cx="492940" cy="406337"/>
            <a:chOff x="3092355" y="3209109"/>
            <a:chExt cx="353705" cy="305189"/>
          </a:xfrm>
        </p:grpSpPr>
        <p:sp>
          <p:nvSpPr>
            <p:cNvPr id="16" name="Border">
              <a:extLst>
                <a:ext uri="{FF2B5EF4-FFF2-40B4-BE49-F238E27FC236}">
                  <a16:creationId xmlns:a16="http://schemas.microsoft.com/office/drawing/2014/main" id="{B88F39D3-79B1-41C9-84FF-181F0406B3CD}"/>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 name="Line 2">
              <a:extLst>
                <a:ext uri="{FF2B5EF4-FFF2-40B4-BE49-F238E27FC236}">
                  <a16:creationId xmlns:a16="http://schemas.microsoft.com/office/drawing/2014/main" id="{E83544F0-E832-4E13-A7FD-29C0F20FDCE5}"/>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 name="Line 1">
              <a:extLst>
                <a:ext uri="{FF2B5EF4-FFF2-40B4-BE49-F238E27FC236}">
                  <a16:creationId xmlns:a16="http://schemas.microsoft.com/office/drawing/2014/main" id="{2B5E94AD-A98A-4E1F-9489-488A31F6D307}"/>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19" name="그룹 18">
            <a:extLst>
              <a:ext uri="{FF2B5EF4-FFF2-40B4-BE49-F238E27FC236}">
                <a16:creationId xmlns:a16="http://schemas.microsoft.com/office/drawing/2014/main" id="{97728C48-28BC-4D71-8FB4-260C7995A82D}"/>
              </a:ext>
            </a:extLst>
          </p:cNvPr>
          <p:cNvGrpSpPr/>
          <p:nvPr/>
        </p:nvGrpSpPr>
        <p:grpSpPr>
          <a:xfrm>
            <a:off x="3255620" y="3923962"/>
            <a:ext cx="492940" cy="406337"/>
            <a:chOff x="3092355" y="3209109"/>
            <a:chExt cx="353705" cy="305189"/>
          </a:xfrm>
        </p:grpSpPr>
        <p:sp>
          <p:nvSpPr>
            <p:cNvPr id="20" name="Border">
              <a:extLst>
                <a:ext uri="{FF2B5EF4-FFF2-40B4-BE49-F238E27FC236}">
                  <a16:creationId xmlns:a16="http://schemas.microsoft.com/office/drawing/2014/main" id="{7B9A72BF-A93A-45BD-AEBD-CC079FF1BBB8}"/>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 name="Line 2">
              <a:extLst>
                <a:ext uri="{FF2B5EF4-FFF2-40B4-BE49-F238E27FC236}">
                  <a16:creationId xmlns:a16="http://schemas.microsoft.com/office/drawing/2014/main" id="{BB4349A0-5FF8-4799-A480-47070611CB5E}"/>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 name="Line 1">
              <a:extLst>
                <a:ext uri="{FF2B5EF4-FFF2-40B4-BE49-F238E27FC236}">
                  <a16:creationId xmlns:a16="http://schemas.microsoft.com/office/drawing/2014/main" id="{0AD04FCE-7669-494E-898F-5CAE2CB62E2A}"/>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23" name="그룹 22">
            <a:extLst>
              <a:ext uri="{FF2B5EF4-FFF2-40B4-BE49-F238E27FC236}">
                <a16:creationId xmlns:a16="http://schemas.microsoft.com/office/drawing/2014/main" id="{C5D32003-FDA2-4AFD-B041-D69C7684DECC}"/>
              </a:ext>
            </a:extLst>
          </p:cNvPr>
          <p:cNvGrpSpPr/>
          <p:nvPr/>
        </p:nvGrpSpPr>
        <p:grpSpPr>
          <a:xfrm>
            <a:off x="3776010" y="3687390"/>
            <a:ext cx="492942" cy="406341"/>
            <a:chOff x="3092355" y="3209106"/>
            <a:chExt cx="353706" cy="305192"/>
          </a:xfrm>
        </p:grpSpPr>
        <p:sp>
          <p:nvSpPr>
            <p:cNvPr id="24" name="Border">
              <a:extLst>
                <a:ext uri="{FF2B5EF4-FFF2-40B4-BE49-F238E27FC236}">
                  <a16:creationId xmlns:a16="http://schemas.microsoft.com/office/drawing/2014/main" id="{5B197E01-F658-4ED0-B2D0-14FF6F6F84C8}"/>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5" name="Line 2">
              <a:extLst>
                <a:ext uri="{FF2B5EF4-FFF2-40B4-BE49-F238E27FC236}">
                  <a16:creationId xmlns:a16="http://schemas.microsoft.com/office/drawing/2014/main" id="{BA0384E6-5CC9-4224-B5B5-8A14718B1461}"/>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6" name="Line 1">
              <a:extLst>
                <a:ext uri="{FF2B5EF4-FFF2-40B4-BE49-F238E27FC236}">
                  <a16:creationId xmlns:a16="http://schemas.microsoft.com/office/drawing/2014/main" id="{DA8CEF23-98DD-4887-BBAC-6D43C91A1245}"/>
                </a:ext>
              </a:extLst>
            </p:cNvPr>
            <p:cNvSpPr>
              <a:spLocks/>
            </p:cNvSpPr>
            <p:nvPr/>
          </p:nvSpPr>
          <p:spPr bwMode="auto">
            <a:xfrm>
              <a:off x="3092356" y="3209106"/>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5F5F5F"/>
                </a:solidFill>
                <a:latin typeface="Segoe UI" panose="020B0502040204020203" pitchFamily="34" charset="0"/>
                <a:cs typeface="Segoe UI" panose="020B0502040204020203" pitchFamily="34" charset="0"/>
              </a:endParaRPr>
            </a:p>
          </p:txBody>
        </p:sp>
      </p:grpSp>
      <p:sp>
        <p:nvSpPr>
          <p:cNvPr id="27" name="TextBox 26">
            <a:extLst>
              <a:ext uri="{FF2B5EF4-FFF2-40B4-BE49-F238E27FC236}">
                <a16:creationId xmlns:a16="http://schemas.microsoft.com/office/drawing/2014/main" id="{3BE43A68-49E8-40C8-8B48-DF6C06656D9C}"/>
              </a:ext>
            </a:extLst>
          </p:cNvPr>
          <p:cNvSpPr txBox="1"/>
          <p:nvPr/>
        </p:nvSpPr>
        <p:spPr>
          <a:xfrm>
            <a:off x="4319751" y="1146630"/>
            <a:ext cx="3948564" cy="714876"/>
          </a:xfrm>
          <a:prstGeom prst="rect">
            <a:avLst/>
          </a:prstGeom>
          <a:noFill/>
        </p:spPr>
        <p:txBody>
          <a:bodyPr wrap="square">
            <a:spAutoFit/>
          </a:bodyPr>
          <a:lstStyle/>
          <a:p>
            <a:pPr>
              <a:lnSpc>
                <a:spcPct val="150000"/>
              </a:lnSpc>
              <a:defRPr/>
            </a:pPr>
            <a:r>
              <a:rPr lang="ko-KR" altLang="en-US" sz="800" dirty="0">
                <a:solidFill>
                  <a:schemeClr val="tx1">
                    <a:lumMod val="50000"/>
                    <a:lumOff val="50000"/>
                  </a:schemeClr>
                </a:solidFill>
              </a:rPr>
              <a:t>대분류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1200" b="1" dirty="0"/>
              <a:t>상품명</a:t>
            </a:r>
            <a:r>
              <a:rPr lang="en-US" altLang="ko-KR" sz="1200" b="1" dirty="0"/>
              <a:t>23232</a:t>
            </a:r>
          </a:p>
          <a:p>
            <a:pPr>
              <a:lnSpc>
                <a:spcPct val="150000"/>
              </a:lnSpc>
            </a:pPr>
            <a:r>
              <a:rPr lang="ko-KR" altLang="en-US" sz="800" dirty="0"/>
              <a:t>상품코드 </a:t>
            </a:r>
            <a:r>
              <a:rPr lang="en-US" altLang="ko-KR" sz="800" dirty="0"/>
              <a:t>:  a200392   </a:t>
            </a:r>
            <a:endParaRPr lang="ko-KR" altLang="en-US" sz="800" dirty="0"/>
          </a:p>
        </p:txBody>
      </p:sp>
      <p:sp>
        <p:nvSpPr>
          <p:cNvPr id="28" name="직사각형 27">
            <a:extLst>
              <a:ext uri="{FF2B5EF4-FFF2-40B4-BE49-F238E27FC236}">
                <a16:creationId xmlns:a16="http://schemas.microsoft.com/office/drawing/2014/main" id="{851F698B-4B4F-40F1-A2CC-ADA27A645956}"/>
              </a:ext>
            </a:extLst>
          </p:cNvPr>
          <p:cNvSpPr/>
          <p:nvPr/>
        </p:nvSpPr>
        <p:spPr>
          <a:xfrm>
            <a:off x="1523164" y="3812522"/>
            <a:ext cx="1215128" cy="281224"/>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상세 정보</a:t>
            </a:r>
            <a:endParaRPr lang="en-US" altLang="ko-KR" sz="800" dirty="0">
              <a:solidFill>
                <a:schemeClr val="tx1"/>
              </a:solidFill>
            </a:endParaRPr>
          </a:p>
        </p:txBody>
      </p:sp>
      <p:sp>
        <p:nvSpPr>
          <p:cNvPr id="29" name="직사각형 28">
            <a:extLst>
              <a:ext uri="{FF2B5EF4-FFF2-40B4-BE49-F238E27FC236}">
                <a16:creationId xmlns:a16="http://schemas.microsoft.com/office/drawing/2014/main" id="{85E93598-6DC8-453D-B999-F9289CA8A148}"/>
              </a:ext>
            </a:extLst>
          </p:cNvPr>
          <p:cNvSpPr/>
          <p:nvPr/>
        </p:nvSpPr>
        <p:spPr>
          <a:xfrm>
            <a:off x="2687227" y="4688875"/>
            <a:ext cx="1215128" cy="281224"/>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판매 정보</a:t>
            </a:r>
            <a:endParaRPr lang="en-US" altLang="ko-KR" sz="800" dirty="0">
              <a:solidFill>
                <a:schemeClr val="tx1"/>
              </a:solidFill>
            </a:endParaRPr>
          </a:p>
        </p:txBody>
      </p:sp>
      <p:sp>
        <p:nvSpPr>
          <p:cNvPr id="30" name="직사각형 29">
            <a:extLst>
              <a:ext uri="{FF2B5EF4-FFF2-40B4-BE49-F238E27FC236}">
                <a16:creationId xmlns:a16="http://schemas.microsoft.com/office/drawing/2014/main" id="{12FCFFC3-CC8C-4F27-B797-BDB759129590}"/>
              </a:ext>
            </a:extLst>
          </p:cNvPr>
          <p:cNvSpPr/>
          <p:nvPr/>
        </p:nvSpPr>
        <p:spPr>
          <a:xfrm>
            <a:off x="1472099" y="4970098"/>
            <a:ext cx="6796216" cy="3784941"/>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solidFill>
            </a:endParaRPr>
          </a:p>
          <a:p>
            <a:endParaRPr lang="en-US" altLang="ko-KR" sz="800" dirty="0">
              <a:solidFill>
                <a:schemeClr val="tx1"/>
              </a:solidFill>
            </a:endParaRPr>
          </a:p>
          <a:p>
            <a:endParaRPr lang="en-US" altLang="ko-KR" sz="800" dirty="0">
              <a:solidFill>
                <a:schemeClr val="tx1"/>
              </a:solidFill>
            </a:endParaRPr>
          </a:p>
        </p:txBody>
      </p:sp>
      <p:pic>
        <p:nvPicPr>
          <p:cNvPr id="31" name="그림 30">
            <a:extLst>
              <a:ext uri="{FF2B5EF4-FFF2-40B4-BE49-F238E27FC236}">
                <a16:creationId xmlns:a16="http://schemas.microsoft.com/office/drawing/2014/main" id="{E0B761FA-23D0-4DCE-B300-7B10D3734A66}"/>
              </a:ext>
            </a:extLst>
          </p:cNvPr>
          <p:cNvPicPr>
            <a:picLocks noChangeAspect="1"/>
          </p:cNvPicPr>
          <p:nvPr/>
        </p:nvPicPr>
        <p:blipFill>
          <a:blip r:embed="rId2"/>
          <a:stretch>
            <a:fillRect/>
          </a:stretch>
        </p:blipFill>
        <p:spPr>
          <a:xfrm>
            <a:off x="4368241" y="1896461"/>
            <a:ext cx="3946343" cy="1682825"/>
          </a:xfrm>
          <a:prstGeom prst="rect">
            <a:avLst/>
          </a:prstGeom>
        </p:spPr>
      </p:pic>
      <p:pic>
        <p:nvPicPr>
          <p:cNvPr id="32" name="그림 31">
            <a:extLst>
              <a:ext uri="{FF2B5EF4-FFF2-40B4-BE49-F238E27FC236}">
                <a16:creationId xmlns:a16="http://schemas.microsoft.com/office/drawing/2014/main" id="{9FD9E6DE-8E91-4BC6-90EC-DBBB0290F468}"/>
              </a:ext>
            </a:extLst>
          </p:cNvPr>
          <p:cNvPicPr>
            <a:picLocks noChangeAspect="1"/>
          </p:cNvPicPr>
          <p:nvPr/>
        </p:nvPicPr>
        <p:blipFill>
          <a:blip r:embed="rId3"/>
          <a:stretch>
            <a:fillRect/>
          </a:stretch>
        </p:blipFill>
        <p:spPr>
          <a:xfrm>
            <a:off x="5105042" y="3634110"/>
            <a:ext cx="3163273" cy="603519"/>
          </a:xfrm>
          <a:prstGeom prst="rect">
            <a:avLst/>
          </a:prstGeom>
        </p:spPr>
      </p:pic>
      <p:sp>
        <p:nvSpPr>
          <p:cNvPr id="33" name="직사각형 32">
            <a:extLst>
              <a:ext uri="{FF2B5EF4-FFF2-40B4-BE49-F238E27FC236}">
                <a16:creationId xmlns:a16="http://schemas.microsoft.com/office/drawing/2014/main" id="{B73C32CA-957A-40BA-BA90-6B89A30C0C3B}"/>
              </a:ext>
            </a:extLst>
          </p:cNvPr>
          <p:cNvSpPr/>
          <p:nvPr/>
        </p:nvSpPr>
        <p:spPr>
          <a:xfrm>
            <a:off x="3902355" y="4689956"/>
            <a:ext cx="1215128" cy="281224"/>
          </a:xfrm>
          <a:prstGeom prst="rect">
            <a:avLst/>
          </a:prstGeom>
          <a:solidFill>
            <a:schemeClr val="tx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상품 </a:t>
            </a:r>
            <a:r>
              <a:rPr lang="en-US" altLang="ko-KR" sz="800" dirty="0">
                <a:solidFill>
                  <a:schemeClr val="bg1"/>
                </a:solidFill>
              </a:rPr>
              <a:t>Q&amp;A</a:t>
            </a:r>
          </a:p>
        </p:txBody>
      </p:sp>
      <p:pic>
        <p:nvPicPr>
          <p:cNvPr id="34" name="그림 33">
            <a:extLst>
              <a:ext uri="{FF2B5EF4-FFF2-40B4-BE49-F238E27FC236}">
                <a16:creationId xmlns:a16="http://schemas.microsoft.com/office/drawing/2014/main" id="{4E294F2F-B48A-46CD-A4AA-C27C60FE6CCC}"/>
              </a:ext>
            </a:extLst>
          </p:cNvPr>
          <p:cNvPicPr>
            <a:picLocks noChangeAspect="1"/>
          </p:cNvPicPr>
          <p:nvPr/>
        </p:nvPicPr>
        <p:blipFill>
          <a:blip r:embed="rId4"/>
          <a:stretch>
            <a:fillRect/>
          </a:stretch>
        </p:blipFill>
        <p:spPr>
          <a:xfrm>
            <a:off x="1711848" y="5141951"/>
            <a:ext cx="6331485" cy="3475868"/>
          </a:xfrm>
          <a:prstGeom prst="rect">
            <a:avLst/>
          </a:prstGeom>
        </p:spPr>
      </p:pic>
      <p:sp>
        <p:nvSpPr>
          <p:cNvPr id="35" name="직사각형 34">
            <a:extLst>
              <a:ext uri="{FF2B5EF4-FFF2-40B4-BE49-F238E27FC236}">
                <a16:creationId xmlns:a16="http://schemas.microsoft.com/office/drawing/2014/main" id="{37D3C803-865F-4908-8F08-AA3225790155}"/>
              </a:ext>
            </a:extLst>
          </p:cNvPr>
          <p:cNvSpPr/>
          <p:nvPr/>
        </p:nvSpPr>
        <p:spPr>
          <a:xfrm>
            <a:off x="41175" y="8162072"/>
            <a:ext cx="10024049" cy="603519"/>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6" name="그룹 35">
            <a:extLst>
              <a:ext uri="{FF2B5EF4-FFF2-40B4-BE49-F238E27FC236}">
                <a16:creationId xmlns:a16="http://schemas.microsoft.com/office/drawing/2014/main" id="{D213FE01-EA3C-4C49-9FB5-A8D57D2F2F51}"/>
              </a:ext>
            </a:extLst>
          </p:cNvPr>
          <p:cNvGrpSpPr/>
          <p:nvPr/>
        </p:nvGrpSpPr>
        <p:grpSpPr>
          <a:xfrm>
            <a:off x="1451715" y="7181629"/>
            <a:ext cx="2414206" cy="338554"/>
            <a:chOff x="1237833" y="3417650"/>
            <a:chExt cx="1708480" cy="338554"/>
          </a:xfrm>
        </p:grpSpPr>
        <p:grpSp>
          <p:nvGrpSpPr>
            <p:cNvPr id="37" name="그룹 36">
              <a:extLst>
                <a:ext uri="{FF2B5EF4-FFF2-40B4-BE49-F238E27FC236}">
                  <a16:creationId xmlns:a16="http://schemas.microsoft.com/office/drawing/2014/main" id="{D17947B9-63B3-4716-A25E-7694A5E4E041}"/>
                </a:ext>
              </a:extLst>
            </p:cNvPr>
            <p:cNvGrpSpPr/>
            <p:nvPr/>
          </p:nvGrpSpPr>
          <p:grpSpPr>
            <a:xfrm>
              <a:off x="1237833" y="3462866"/>
              <a:ext cx="378630" cy="248122"/>
              <a:chOff x="2681976" y="1955121"/>
              <a:chExt cx="1993118" cy="596970"/>
            </a:xfrm>
          </p:grpSpPr>
          <p:sp>
            <p:nvSpPr>
              <p:cNvPr id="39" name="Border">
                <a:extLst>
                  <a:ext uri="{FF2B5EF4-FFF2-40B4-BE49-F238E27FC236}">
                    <a16:creationId xmlns:a16="http://schemas.microsoft.com/office/drawing/2014/main" id="{662C0EF5-7314-4F2E-9BE4-4E9E41474CE2}"/>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0" name="Line 2">
                <a:extLst>
                  <a:ext uri="{FF2B5EF4-FFF2-40B4-BE49-F238E27FC236}">
                    <a16:creationId xmlns:a16="http://schemas.microsoft.com/office/drawing/2014/main" id="{70F2C235-485D-4078-9F96-47E8826EB0E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1" name="Line 1">
                <a:extLst>
                  <a:ext uri="{FF2B5EF4-FFF2-40B4-BE49-F238E27FC236}">
                    <a16:creationId xmlns:a16="http://schemas.microsoft.com/office/drawing/2014/main" id="{144CE9F6-4487-4E0C-85B7-A914A5722847}"/>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2" name="TextBox 41">
                <a:extLst>
                  <a:ext uri="{FF2B5EF4-FFF2-40B4-BE49-F238E27FC236}">
                    <a16:creationId xmlns:a16="http://schemas.microsoft.com/office/drawing/2014/main" id="{445EE01F-EEC3-4F1E-A2D5-42C2FC1E15D8}"/>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38" name="직사각형 37">
              <a:extLst>
                <a:ext uri="{FF2B5EF4-FFF2-40B4-BE49-F238E27FC236}">
                  <a16:creationId xmlns:a16="http://schemas.microsoft.com/office/drawing/2014/main" id="{16C5C6D6-537F-4899-BD10-79A7E38856E9}"/>
                </a:ext>
              </a:extLst>
            </p:cNvPr>
            <p:cNvSpPr/>
            <p:nvPr/>
          </p:nvSpPr>
          <p:spPr>
            <a:xfrm>
              <a:off x="1604380" y="3417650"/>
              <a:ext cx="1341933" cy="338554"/>
            </a:xfrm>
            <a:prstGeom prst="rect">
              <a:avLst/>
            </a:prstGeom>
          </p:spPr>
          <p:txBody>
            <a:bodyPr wrap="square">
              <a:spAutoFit/>
            </a:bodyPr>
            <a:lstStyle/>
            <a:p>
              <a:r>
                <a:rPr lang="ko-KR" altLang="en-US" sz="800" b="1" dirty="0"/>
                <a:t>상품명</a:t>
              </a:r>
              <a:r>
                <a:rPr lang="en-US" altLang="ko-KR" sz="800" b="1" dirty="0"/>
                <a:t>23232</a:t>
              </a:r>
              <a:br>
                <a:rPr lang="en-US" altLang="ko-KR" sz="800" b="1" dirty="0"/>
              </a:br>
              <a:r>
                <a:rPr lang="en-US" altLang="ko-KR" sz="800" dirty="0">
                  <a:solidFill>
                    <a:schemeClr val="tx1">
                      <a:lumMod val="50000"/>
                      <a:lumOff val="50000"/>
                    </a:schemeClr>
                  </a:solidFill>
                </a:rPr>
                <a:t>a200392</a:t>
              </a:r>
            </a:p>
          </p:txBody>
        </p:sp>
      </p:grpSp>
      <p:sp>
        <p:nvSpPr>
          <p:cNvPr id="43" name="사각형: 둥근 위쪽 모서리 42">
            <a:extLst>
              <a:ext uri="{FF2B5EF4-FFF2-40B4-BE49-F238E27FC236}">
                <a16:creationId xmlns:a16="http://schemas.microsoft.com/office/drawing/2014/main" id="{61EAD0C2-A15B-40B4-BB55-B3BCFF960CE4}"/>
              </a:ext>
            </a:extLst>
          </p:cNvPr>
          <p:cNvSpPr/>
          <p:nvPr/>
        </p:nvSpPr>
        <p:spPr>
          <a:xfrm>
            <a:off x="6864456" y="7829229"/>
            <a:ext cx="1549021" cy="326325"/>
          </a:xfrm>
          <a:prstGeom prst="round2SameRect">
            <a:avLst>
              <a:gd name="adj1" fmla="val 33634"/>
              <a:gd name="adj2" fmla="val 0"/>
            </a:avLst>
          </a:prstGeom>
          <a:solidFill>
            <a:schemeClr val="bg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4" name="직사각형 43">
            <a:extLst>
              <a:ext uri="{FF2B5EF4-FFF2-40B4-BE49-F238E27FC236}">
                <a16:creationId xmlns:a16="http://schemas.microsoft.com/office/drawing/2014/main" id="{5E643444-EB4A-44EE-A096-6986B9108CE4}"/>
              </a:ext>
            </a:extLst>
          </p:cNvPr>
          <p:cNvSpPr/>
          <p:nvPr/>
        </p:nvSpPr>
        <p:spPr>
          <a:xfrm>
            <a:off x="6880124" y="8067763"/>
            <a:ext cx="1527276" cy="14490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5" name="직선 연결선 44">
            <a:extLst>
              <a:ext uri="{FF2B5EF4-FFF2-40B4-BE49-F238E27FC236}">
                <a16:creationId xmlns:a16="http://schemas.microsoft.com/office/drawing/2014/main" id="{E1869855-C208-49FF-8D55-6C3831B0DE5F}"/>
              </a:ext>
            </a:extLst>
          </p:cNvPr>
          <p:cNvCxnSpPr>
            <a:cxnSpLocks/>
          </p:cNvCxnSpPr>
          <p:nvPr/>
        </p:nvCxnSpPr>
        <p:spPr>
          <a:xfrm flipH="1">
            <a:off x="41176" y="8153244"/>
            <a:ext cx="6823280" cy="0"/>
          </a:xfrm>
          <a:prstGeom prst="line">
            <a:avLst/>
          </a:prstGeom>
          <a:ln w="31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6" name="직선 연결선 45">
            <a:extLst>
              <a:ext uri="{FF2B5EF4-FFF2-40B4-BE49-F238E27FC236}">
                <a16:creationId xmlns:a16="http://schemas.microsoft.com/office/drawing/2014/main" id="{0B30411E-D2D0-4311-A56B-A3D8509A3EA8}"/>
              </a:ext>
            </a:extLst>
          </p:cNvPr>
          <p:cNvCxnSpPr>
            <a:cxnSpLocks/>
          </p:cNvCxnSpPr>
          <p:nvPr/>
        </p:nvCxnSpPr>
        <p:spPr>
          <a:xfrm flipH="1" flipV="1">
            <a:off x="8413477" y="8149778"/>
            <a:ext cx="1651748" cy="12295"/>
          </a:xfrm>
          <a:prstGeom prst="line">
            <a:avLst/>
          </a:prstGeom>
          <a:ln w="31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47" name="TextBox 46">
            <a:extLst>
              <a:ext uri="{FF2B5EF4-FFF2-40B4-BE49-F238E27FC236}">
                <a16:creationId xmlns:a16="http://schemas.microsoft.com/office/drawing/2014/main" id="{442821EB-0195-4C32-84B3-DB611EFDF78C}"/>
              </a:ext>
            </a:extLst>
          </p:cNvPr>
          <p:cNvSpPr txBox="1"/>
          <p:nvPr/>
        </p:nvSpPr>
        <p:spPr>
          <a:xfrm>
            <a:off x="7075607" y="7885545"/>
            <a:ext cx="1152880" cy="230832"/>
          </a:xfrm>
          <a:prstGeom prst="rect">
            <a:avLst/>
          </a:prstGeom>
          <a:noFill/>
        </p:spPr>
        <p:txBody>
          <a:bodyPr wrap="none" rtlCol="0">
            <a:spAutoFit/>
          </a:bodyPr>
          <a:lstStyle/>
          <a:p>
            <a:r>
              <a:rPr lang="ko-KR" altLang="en-US" sz="900" dirty="0"/>
              <a:t>구매옵션선택    ▲</a:t>
            </a:r>
          </a:p>
        </p:txBody>
      </p:sp>
      <p:sp>
        <p:nvSpPr>
          <p:cNvPr id="48" name="TextBox 47">
            <a:extLst>
              <a:ext uri="{FF2B5EF4-FFF2-40B4-BE49-F238E27FC236}">
                <a16:creationId xmlns:a16="http://schemas.microsoft.com/office/drawing/2014/main" id="{930C039F-CF14-48FE-8606-19D338CFC0A3}"/>
              </a:ext>
            </a:extLst>
          </p:cNvPr>
          <p:cNvSpPr txBox="1"/>
          <p:nvPr/>
        </p:nvSpPr>
        <p:spPr>
          <a:xfrm>
            <a:off x="4254982" y="8302366"/>
            <a:ext cx="1736373" cy="338554"/>
          </a:xfrm>
          <a:prstGeom prst="rect">
            <a:avLst/>
          </a:prstGeom>
          <a:noFill/>
        </p:spPr>
        <p:txBody>
          <a:bodyPr wrap="none" rtlCol="0">
            <a:spAutoFit/>
          </a:bodyPr>
          <a:lstStyle/>
          <a:p>
            <a:r>
              <a:rPr lang="ko-KR" altLang="en-US" sz="1200" b="1" dirty="0"/>
              <a:t>총 상품금액   </a:t>
            </a:r>
            <a:r>
              <a:rPr lang="en-US" altLang="ko-KR" sz="1600" b="1" dirty="0">
                <a:solidFill>
                  <a:srgbClr val="FF0000"/>
                </a:solidFill>
              </a:rPr>
              <a:t>300</a:t>
            </a:r>
            <a:r>
              <a:rPr lang="en-US" altLang="ko-KR" sz="1200" b="1" dirty="0">
                <a:solidFill>
                  <a:srgbClr val="FF0000"/>
                </a:solidFill>
              </a:rPr>
              <a:t> </a:t>
            </a:r>
            <a:r>
              <a:rPr lang="ko-KR" altLang="en-US" sz="1200" b="1" dirty="0">
                <a:solidFill>
                  <a:srgbClr val="FF0000"/>
                </a:solidFill>
              </a:rPr>
              <a:t>원</a:t>
            </a:r>
          </a:p>
        </p:txBody>
      </p:sp>
      <p:sp>
        <p:nvSpPr>
          <p:cNvPr id="49" name="사각형: 둥근 모서리 48">
            <a:extLst>
              <a:ext uri="{FF2B5EF4-FFF2-40B4-BE49-F238E27FC236}">
                <a16:creationId xmlns:a16="http://schemas.microsoft.com/office/drawing/2014/main" id="{42035848-5027-4EAF-A9F2-E6E689FDDED0}"/>
              </a:ext>
            </a:extLst>
          </p:cNvPr>
          <p:cNvSpPr/>
          <p:nvPr/>
        </p:nvSpPr>
        <p:spPr>
          <a:xfrm>
            <a:off x="6087851" y="8325098"/>
            <a:ext cx="1132764" cy="277466"/>
          </a:xfrm>
          <a:prstGeom prst="roundRect">
            <a:avLst>
              <a:gd name="adj" fmla="val 5000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tx1"/>
                </a:solidFill>
              </a:rPr>
              <a:t>장바구니</a:t>
            </a:r>
          </a:p>
        </p:txBody>
      </p:sp>
      <p:sp>
        <p:nvSpPr>
          <p:cNvPr id="50" name="사각형: 둥근 모서리 49">
            <a:extLst>
              <a:ext uri="{FF2B5EF4-FFF2-40B4-BE49-F238E27FC236}">
                <a16:creationId xmlns:a16="http://schemas.microsoft.com/office/drawing/2014/main" id="{1DE9C942-73DE-486A-BE86-1C05CDDC745A}"/>
              </a:ext>
            </a:extLst>
          </p:cNvPr>
          <p:cNvSpPr/>
          <p:nvPr/>
        </p:nvSpPr>
        <p:spPr>
          <a:xfrm>
            <a:off x="7293059" y="8319823"/>
            <a:ext cx="1132764" cy="277466"/>
          </a:xfrm>
          <a:prstGeom prst="roundRect">
            <a:avLst>
              <a:gd name="adj" fmla="val 50000"/>
            </a:avLst>
          </a:prstGeom>
          <a:solidFill>
            <a:srgbClr val="0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구매하기</a:t>
            </a:r>
          </a:p>
        </p:txBody>
      </p:sp>
      <p:sp>
        <p:nvSpPr>
          <p:cNvPr id="52" name="직사각형 51">
            <a:extLst>
              <a:ext uri="{FF2B5EF4-FFF2-40B4-BE49-F238E27FC236}">
                <a16:creationId xmlns:a16="http://schemas.microsoft.com/office/drawing/2014/main" id="{DBE66496-1018-4F80-A6F5-59A3656ED183}"/>
              </a:ext>
            </a:extLst>
          </p:cNvPr>
          <p:cNvSpPr/>
          <p:nvPr/>
        </p:nvSpPr>
        <p:spPr>
          <a:xfrm>
            <a:off x="-177986" y="3517428"/>
            <a:ext cx="3935785" cy="439841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53" name="그룹 52">
            <a:extLst>
              <a:ext uri="{FF2B5EF4-FFF2-40B4-BE49-F238E27FC236}">
                <a16:creationId xmlns:a16="http://schemas.microsoft.com/office/drawing/2014/main" id="{2805AEBE-4B8E-4E84-9105-A96E1C9C2B96}"/>
              </a:ext>
            </a:extLst>
          </p:cNvPr>
          <p:cNvGrpSpPr/>
          <p:nvPr/>
        </p:nvGrpSpPr>
        <p:grpSpPr>
          <a:xfrm>
            <a:off x="38740" y="4075189"/>
            <a:ext cx="517956" cy="248122"/>
            <a:chOff x="2681976" y="1955121"/>
            <a:chExt cx="1929510" cy="596970"/>
          </a:xfrm>
        </p:grpSpPr>
        <p:sp>
          <p:nvSpPr>
            <p:cNvPr id="54" name="Border">
              <a:extLst>
                <a:ext uri="{FF2B5EF4-FFF2-40B4-BE49-F238E27FC236}">
                  <a16:creationId xmlns:a16="http://schemas.microsoft.com/office/drawing/2014/main" id="{161EF066-865D-40C5-8D6F-0EE124D90A61}"/>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5" name="Line 2">
              <a:extLst>
                <a:ext uri="{FF2B5EF4-FFF2-40B4-BE49-F238E27FC236}">
                  <a16:creationId xmlns:a16="http://schemas.microsoft.com/office/drawing/2014/main" id="{A60224E4-7B9B-4FEA-B0C0-1CAD93BEE44A}"/>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6" name="Line 1">
              <a:extLst>
                <a:ext uri="{FF2B5EF4-FFF2-40B4-BE49-F238E27FC236}">
                  <a16:creationId xmlns:a16="http://schemas.microsoft.com/office/drawing/2014/main" id="{9FFA6BF6-C9E9-4AE8-85D2-50F0C9BBB5B0}"/>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7" name="TextBox 56">
              <a:extLst>
                <a:ext uri="{FF2B5EF4-FFF2-40B4-BE49-F238E27FC236}">
                  <a16:creationId xmlns:a16="http://schemas.microsoft.com/office/drawing/2014/main" id="{1A4E4077-F490-4AEF-9A5F-56487C132669}"/>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58" name="직사각형 57">
            <a:extLst>
              <a:ext uri="{FF2B5EF4-FFF2-40B4-BE49-F238E27FC236}">
                <a16:creationId xmlns:a16="http://schemas.microsoft.com/office/drawing/2014/main" id="{41056D5F-CF9A-42EC-9727-DC35C1880560}"/>
              </a:ext>
            </a:extLst>
          </p:cNvPr>
          <p:cNvSpPr/>
          <p:nvPr/>
        </p:nvSpPr>
        <p:spPr>
          <a:xfrm>
            <a:off x="556695" y="3987823"/>
            <a:ext cx="3093515"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sp>
        <p:nvSpPr>
          <p:cNvPr id="59" name="TextBox 58">
            <a:extLst>
              <a:ext uri="{FF2B5EF4-FFF2-40B4-BE49-F238E27FC236}">
                <a16:creationId xmlns:a16="http://schemas.microsoft.com/office/drawing/2014/main" id="{8BC1EB66-86C8-4019-81E5-76F6D43425EE}"/>
              </a:ext>
            </a:extLst>
          </p:cNvPr>
          <p:cNvSpPr txBox="1"/>
          <p:nvPr/>
        </p:nvSpPr>
        <p:spPr>
          <a:xfrm>
            <a:off x="-57417" y="3616460"/>
            <a:ext cx="1072730"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상품 문의하기</a:t>
            </a:r>
            <a:endParaRPr lang="ko-KR" altLang="en-US" sz="900" dirty="0"/>
          </a:p>
        </p:txBody>
      </p:sp>
      <p:graphicFrame>
        <p:nvGraphicFramePr>
          <p:cNvPr id="60" name="표 17">
            <a:extLst>
              <a:ext uri="{FF2B5EF4-FFF2-40B4-BE49-F238E27FC236}">
                <a16:creationId xmlns:a16="http://schemas.microsoft.com/office/drawing/2014/main" id="{977D4AB4-2616-4C52-971F-24F3495C113C}"/>
              </a:ext>
            </a:extLst>
          </p:cNvPr>
          <p:cNvGraphicFramePr>
            <a:graphicFrameLocks noGrp="1"/>
          </p:cNvGraphicFramePr>
          <p:nvPr>
            <p:extLst>
              <p:ext uri="{D42A27DB-BD31-4B8C-83A1-F6EECF244321}">
                <p14:modId xmlns:p14="http://schemas.microsoft.com/office/powerpoint/2010/main" val="3626203656"/>
              </p:ext>
            </p:extLst>
          </p:nvPr>
        </p:nvGraphicFramePr>
        <p:xfrm>
          <a:off x="82182" y="5067148"/>
          <a:ext cx="3472494" cy="1974140"/>
        </p:xfrm>
        <a:graphic>
          <a:graphicData uri="http://schemas.openxmlformats.org/drawingml/2006/table">
            <a:tbl>
              <a:tblPr firstRow="1" bandRow="1">
                <a:tableStyleId>{5940675A-B579-460E-94D1-54222C63F5DA}</a:tableStyleId>
              </a:tblPr>
              <a:tblGrid>
                <a:gridCol w="721645">
                  <a:extLst>
                    <a:ext uri="{9D8B030D-6E8A-4147-A177-3AD203B41FA5}">
                      <a16:colId xmlns:a16="http://schemas.microsoft.com/office/drawing/2014/main" val="827257380"/>
                    </a:ext>
                  </a:extLst>
                </a:gridCol>
                <a:gridCol w="2750849">
                  <a:extLst>
                    <a:ext uri="{9D8B030D-6E8A-4147-A177-3AD203B41FA5}">
                      <a16:colId xmlns:a16="http://schemas.microsoft.com/office/drawing/2014/main" val="1855344563"/>
                    </a:ext>
                  </a:extLst>
                </a:gridCol>
              </a:tblGrid>
              <a:tr h="188330">
                <a:tc>
                  <a:txBody>
                    <a:bodyPr/>
                    <a:lstStyle/>
                    <a:p>
                      <a:pPr latinLnBrk="1"/>
                      <a:r>
                        <a:rPr lang="ko-KR" altLang="en-US" sz="800" dirty="0">
                          <a:solidFill>
                            <a:schemeClr val="tx1"/>
                          </a:solidFill>
                        </a:rPr>
                        <a:t>질문 제목</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1760780">
                <a:tc>
                  <a:txBody>
                    <a:bodyPr/>
                    <a:lstStyle/>
                    <a:p>
                      <a:pPr latinLnBrk="1"/>
                      <a:r>
                        <a:rPr lang="ko-KR" altLang="en-US" sz="800" dirty="0">
                          <a:solidFill>
                            <a:schemeClr val="tx1"/>
                          </a:solidFill>
                        </a:rPr>
                        <a:t>질문 내용</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bl>
          </a:graphicData>
        </a:graphic>
      </p:graphicFrame>
      <p:sp>
        <p:nvSpPr>
          <p:cNvPr id="61" name="TextBox 60">
            <a:extLst>
              <a:ext uri="{FF2B5EF4-FFF2-40B4-BE49-F238E27FC236}">
                <a16:creationId xmlns:a16="http://schemas.microsoft.com/office/drawing/2014/main" id="{37A5A3B3-26B0-4F94-B63D-30FDB5564E98}"/>
              </a:ext>
            </a:extLst>
          </p:cNvPr>
          <p:cNvSpPr txBox="1"/>
          <p:nvPr/>
        </p:nvSpPr>
        <p:spPr>
          <a:xfrm>
            <a:off x="-24636" y="4548816"/>
            <a:ext cx="841897"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문의내용</a:t>
            </a:r>
            <a:r>
              <a:rPr lang="en-US" altLang="ko-KR" sz="900" dirty="0">
                <a:latin typeface="맑은 고딕" panose="020B0503020000020004" pitchFamily="50" charset="-127"/>
                <a:ea typeface="맑은 고딕" panose="020B0503020000020004" pitchFamily="50" charset="-127"/>
              </a:rPr>
              <a:t> </a:t>
            </a:r>
            <a:endParaRPr lang="ko-KR" altLang="en-US" sz="900" dirty="0"/>
          </a:p>
        </p:txBody>
      </p:sp>
      <p:sp>
        <p:nvSpPr>
          <p:cNvPr id="64" name="직사각형 63">
            <a:extLst>
              <a:ext uri="{FF2B5EF4-FFF2-40B4-BE49-F238E27FC236}">
                <a16:creationId xmlns:a16="http://schemas.microsoft.com/office/drawing/2014/main" id="{40E41EEA-D7D4-4DFC-8CA9-6A61C10EE862}"/>
              </a:ext>
            </a:extLst>
          </p:cNvPr>
          <p:cNvSpPr/>
          <p:nvPr/>
        </p:nvSpPr>
        <p:spPr>
          <a:xfrm>
            <a:off x="843242" y="7271185"/>
            <a:ext cx="891615" cy="213360"/>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문의하기</a:t>
            </a:r>
            <a:endParaRPr lang="en-US" altLang="ko-KR" sz="800" dirty="0">
              <a:solidFill>
                <a:schemeClr val="bg1"/>
              </a:solidFill>
            </a:endParaRPr>
          </a:p>
        </p:txBody>
      </p:sp>
      <p:grpSp>
        <p:nvGrpSpPr>
          <p:cNvPr id="65" name="Image">
            <a:extLst>
              <a:ext uri="{FF2B5EF4-FFF2-40B4-BE49-F238E27FC236}">
                <a16:creationId xmlns:a16="http://schemas.microsoft.com/office/drawing/2014/main" id="{644177D8-CF27-46E5-8BC2-9DA7CAA67402}"/>
              </a:ext>
            </a:extLst>
          </p:cNvPr>
          <p:cNvGrpSpPr>
            <a:grpSpLocks/>
          </p:cNvGrpSpPr>
          <p:nvPr/>
        </p:nvGrpSpPr>
        <p:grpSpPr bwMode="auto">
          <a:xfrm>
            <a:off x="3445494" y="3637495"/>
            <a:ext cx="204716" cy="209797"/>
            <a:chOff x="508000" y="1397000"/>
            <a:chExt cx="1008112" cy="1008112"/>
          </a:xfrm>
        </p:grpSpPr>
        <p:sp>
          <p:nvSpPr>
            <p:cNvPr id="66" name="Border">
              <a:extLst>
                <a:ext uri="{FF2B5EF4-FFF2-40B4-BE49-F238E27FC236}">
                  <a16:creationId xmlns:a16="http://schemas.microsoft.com/office/drawing/2014/main" id="{CE4BAABD-EB2C-4DB3-B62C-8AFB57236326}"/>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7" name="Line 2">
              <a:extLst>
                <a:ext uri="{FF2B5EF4-FFF2-40B4-BE49-F238E27FC236}">
                  <a16:creationId xmlns:a16="http://schemas.microsoft.com/office/drawing/2014/main" id="{6778C73D-42E3-412E-AC59-CBEF3A5F7C7C}"/>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8" name="Line 1">
              <a:extLst>
                <a:ext uri="{FF2B5EF4-FFF2-40B4-BE49-F238E27FC236}">
                  <a16:creationId xmlns:a16="http://schemas.microsoft.com/office/drawing/2014/main" id="{74A10D4F-F563-44A2-B103-396E74A7F92D}"/>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69" name="타원 68">
            <a:extLst>
              <a:ext uri="{FF2B5EF4-FFF2-40B4-BE49-F238E27FC236}">
                <a16:creationId xmlns:a16="http://schemas.microsoft.com/office/drawing/2014/main" id="{9586E712-4702-407B-80F4-00A45EFD2643}"/>
              </a:ext>
            </a:extLst>
          </p:cNvPr>
          <p:cNvSpPr/>
          <p:nvPr/>
        </p:nvSpPr>
        <p:spPr>
          <a:xfrm>
            <a:off x="4317772" y="5727013"/>
            <a:ext cx="1394959"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1" name="직선 화살표 연결선 70">
            <a:extLst>
              <a:ext uri="{FF2B5EF4-FFF2-40B4-BE49-F238E27FC236}">
                <a16:creationId xmlns:a16="http://schemas.microsoft.com/office/drawing/2014/main" id="{94AC71FC-1000-4B74-B977-C9BF104BDC85}"/>
              </a:ext>
            </a:extLst>
          </p:cNvPr>
          <p:cNvCxnSpPr>
            <a:cxnSpLocks/>
            <a:stCxn id="69" idx="2"/>
            <a:endCxn id="52" idx="3"/>
          </p:cNvCxnSpPr>
          <p:nvPr/>
        </p:nvCxnSpPr>
        <p:spPr>
          <a:xfrm flipH="1" flipV="1">
            <a:off x="3757799" y="5716634"/>
            <a:ext cx="559973" cy="232191"/>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72" name="직사각형 71">
            <a:extLst>
              <a:ext uri="{FF2B5EF4-FFF2-40B4-BE49-F238E27FC236}">
                <a16:creationId xmlns:a16="http://schemas.microsoft.com/office/drawing/2014/main" id="{0D19F1ED-C829-413C-8DE9-6D5D0593BC41}"/>
              </a:ext>
            </a:extLst>
          </p:cNvPr>
          <p:cNvSpPr/>
          <p:nvPr/>
        </p:nvSpPr>
        <p:spPr>
          <a:xfrm>
            <a:off x="1841666" y="7271185"/>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73" name="직사각형 72">
            <a:extLst>
              <a:ext uri="{FF2B5EF4-FFF2-40B4-BE49-F238E27FC236}">
                <a16:creationId xmlns:a16="http://schemas.microsoft.com/office/drawing/2014/main" id="{48D31C20-6A5D-4DF1-A31A-B6267F1A5F7F}"/>
              </a:ext>
            </a:extLst>
          </p:cNvPr>
          <p:cNvSpPr/>
          <p:nvPr/>
        </p:nvSpPr>
        <p:spPr>
          <a:xfrm>
            <a:off x="843242" y="5096911"/>
            <a:ext cx="2603896" cy="14585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a:solidFill>
                  <a:schemeClr val="tx1">
                    <a:lumMod val="50000"/>
                    <a:lumOff val="50000"/>
                  </a:schemeClr>
                </a:solidFill>
              </a:rPr>
              <a:t>질문 제목입니다</a:t>
            </a:r>
            <a:endParaRPr lang="en-US" altLang="ko-KR" sz="800" dirty="0">
              <a:solidFill>
                <a:schemeClr val="tx1">
                  <a:lumMod val="50000"/>
                  <a:lumOff val="50000"/>
                </a:schemeClr>
              </a:solidFill>
            </a:endParaRPr>
          </a:p>
        </p:txBody>
      </p:sp>
      <p:sp>
        <p:nvSpPr>
          <p:cNvPr id="77" name="직사각형 76">
            <a:extLst>
              <a:ext uri="{FF2B5EF4-FFF2-40B4-BE49-F238E27FC236}">
                <a16:creationId xmlns:a16="http://schemas.microsoft.com/office/drawing/2014/main" id="{13044D4C-1B1C-4776-AF0B-C7F45FF94F4D}"/>
              </a:ext>
            </a:extLst>
          </p:cNvPr>
          <p:cNvSpPr/>
          <p:nvPr/>
        </p:nvSpPr>
        <p:spPr>
          <a:xfrm>
            <a:off x="843242" y="5317195"/>
            <a:ext cx="2603896" cy="1574331"/>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ko-KR" altLang="en-US" sz="800" dirty="0">
                <a:solidFill>
                  <a:schemeClr val="tx1">
                    <a:lumMod val="50000"/>
                    <a:lumOff val="50000"/>
                  </a:schemeClr>
                </a:solidFill>
              </a:rPr>
              <a:t>내용입니다</a:t>
            </a:r>
            <a:endParaRPr lang="en-US" altLang="ko-KR" sz="800" dirty="0">
              <a:solidFill>
                <a:schemeClr val="tx1">
                  <a:lumMod val="50000"/>
                  <a:lumOff val="50000"/>
                </a:schemeClr>
              </a:solidFill>
            </a:endParaRPr>
          </a:p>
        </p:txBody>
      </p:sp>
      <p:sp>
        <p:nvSpPr>
          <p:cNvPr id="79" name="TextBox 78">
            <a:extLst>
              <a:ext uri="{FF2B5EF4-FFF2-40B4-BE49-F238E27FC236}">
                <a16:creationId xmlns:a16="http://schemas.microsoft.com/office/drawing/2014/main" id="{9F382F72-3FB6-41E3-AFCB-351DFD4BDB99}"/>
              </a:ext>
            </a:extLst>
          </p:cNvPr>
          <p:cNvSpPr txBox="1"/>
          <p:nvPr/>
        </p:nvSpPr>
        <p:spPr>
          <a:xfrm>
            <a:off x="24154" y="4808331"/>
            <a:ext cx="3398687" cy="215444"/>
          </a:xfrm>
          <a:prstGeom prst="rect">
            <a:avLst/>
          </a:prstGeom>
          <a:noFill/>
        </p:spPr>
        <p:txBody>
          <a:bodyPr wrap="none" rtlCol="0">
            <a:spAutoFit/>
          </a:bodyPr>
          <a:lstStyle/>
          <a:p>
            <a:r>
              <a:rPr lang="ko-KR" altLang="en-US" sz="800" dirty="0">
                <a:latin typeface="맑은 고딕" panose="020B0503020000020004" pitchFamily="50" charset="-127"/>
                <a:ea typeface="맑은 고딕" panose="020B0503020000020004" pitchFamily="50" charset="-127"/>
              </a:rPr>
              <a:t>판매자에게 상품</a:t>
            </a:r>
            <a:r>
              <a:rPr lang="en-US" altLang="ko-KR" sz="800" dirty="0">
                <a:latin typeface="맑은 고딕" panose="020B0503020000020004" pitchFamily="50" charset="-127"/>
                <a:ea typeface="맑은 고딕" panose="020B0503020000020004" pitchFamily="50" charset="-127"/>
              </a:rPr>
              <a:t>, </a:t>
            </a:r>
            <a:r>
              <a:rPr lang="ko-KR" altLang="en-US" sz="800" dirty="0">
                <a:latin typeface="맑은 고딕" panose="020B0503020000020004" pitchFamily="50" charset="-127"/>
                <a:ea typeface="맑은 고딕" panose="020B0503020000020004" pitchFamily="50" charset="-127"/>
              </a:rPr>
              <a:t>배송</a:t>
            </a:r>
            <a:r>
              <a:rPr lang="en-US" altLang="ko-KR" sz="800" dirty="0">
                <a:latin typeface="맑은 고딕" panose="020B0503020000020004" pitchFamily="50" charset="-127"/>
                <a:ea typeface="맑은 고딕" panose="020B0503020000020004" pitchFamily="50" charset="-127"/>
              </a:rPr>
              <a:t>, </a:t>
            </a:r>
            <a:r>
              <a:rPr lang="ko-KR" altLang="en-US" sz="800" dirty="0">
                <a:latin typeface="맑은 고딕" panose="020B0503020000020004" pitchFamily="50" charset="-127"/>
                <a:ea typeface="맑은 고딕" panose="020B0503020000020004" pitchFamily="50" charset="-127"/>
              </a:rPr>
              <a:t>취소</a:t>
            </a:r>
            <a:r>
              <a:rPr lang="en-US" altLang="ko-KR" sz="800" dirty="0">
                <a:latin typeface="맑은 고딕" panose="020B0503020000020004" pitchFamily="50" charset="-127"/>
                <a:ea typeface="맑은 고딕" panose="020B0503020000020004" pitchFamily="50" charset="-127"/>
              </a:rPr>
              <a:t>, </a:t>
            </a:r>
            <a:r>
              <a:rPr lang="ko-KR" altLang="en-US" sz="800" dirty="0">
                <a:latin typeface="맑은 고딕" panose="020B0503020000020004" pitchFamily="50" charset="-127"/>
                <a:ea typeface="맑은 고딕" panose="020B0503020000020004" pitchFamily="50" charset="-127"/>
              </a:rPr>
              <a:t>교환</a:t>
            </a:r>
            <a:r>
              <a:rPr lang="en-US" altLang="ko-KR" sz="800" dirty="0">
                <a:latin typeface="맑은 고딕" panose="020B0503020000020004" pitchFamily="50" charset="-127"/>
                <a:ea typeface="맑은 고딕" panose="020B0503020000020004" pitchFamily="50" charset="-127"/>
              </a:rPr>
              <a:t>, </a:t>
            </a:r>
            <a:r>
              <a:rPr lang="ko-KR" altLang="en-US" sz="800" dirty="0">
                <a:latin typeface="맑은 고딕" panose="020B0503020000020004" pitchFamily="50" charset="-127"/>
                <a:ea typeface="맑은 고딕" panose="020B0503020000020004" pitchFamily="50" charset="-127"/>
              </a:rPr>
              <a:t>반품 등 궁금한 내용을 문의하세요</a:t>
            </a:r>
            <a:r>
              <a:rPr lang="en-US" altLang="ko-KR" sz="800" dirty="0">
                <a:latin typeface="맑은 고딕" panose="020B0503020000020004" pitchFamily="50" charset="-127"/>
                <a:ea typeface="맑은 고딕" panose="020B0503020000020004" pitchFamily="50" charset="-127"/>
              </a:rPr>
              <a:t>.</a:t>
            </a:r>
            <a:endParaRPr lang="ko-KR" altLang="en-US" sz="800" dirty="0"/>
          </a:p>
        </p:txBody>
      </p:sp>
      <p:graphicFrame>
        <p:nvGraphicFramePr>
          <p:cNvPr id="74" name="표 73">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3562210253"/>
              </p:ext>
            </p:extLst>
          </p:nvPr>
        </p:nvGraphicFramePr>
        <p:xfrm>
          <a:off x="10171774" y="22159"/>
          <a:ext cx="1979018" cy="157075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RF-03-04-02-4</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marL="0" indent="0" algn="l" latinLnBrk="1">
                        <a:buFontTx/>
                        <a:buNone/>
                      </a:pPr>
                      <a:r>
                        <a:rPr lang="ko-KR" altLang="en-US" sz="800" dirty="0" err="1"/>
                        <a:t>상품영역</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일반상품</a:t>
                      </a:r>
                      <a:r>
                        <a:rPr lang="ko-KR" altLang="en-US" sz="800" baseline="0" dirty="0"/>
                        <a:t> 상세 화면 </a:t>
                      </a:r>
                      <a:r>
                        <a:rPr lang="en-US" altLang="ko-KR" sz="800" baseline="0" dirty="0"/>
                        <a:t>&gt;</a:t>
                      </a:r>
                      <a:r>
                        <a:rPr lang="ko-KR" altLang="en-US" sz="800" baseline="0" dirty="0"/>
                        <a:t>상품 </a:t>
                      </a:r>
                      <a:r>
                        <a:rPr lang="en-US" altLang="ko-KR" sz="800" baseline="0" dirty="0"/>
                        <a:t>Q&amp;A &gt; </a:t>
                      </a:r>
                      <a:r>
                        <a:rPr lang="ko-KR" altLang="en-US" sz="800" baseline="0" dirty="0"/>
                        <a:t>상품 문의하기</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aseline="0" dirty="0"/>
                        <a:t>상품 문의하기 </a:t>
                      </a:r>
                      <a:r>
                        <a:rPr lang="ko-KR" altLang="en-US" sz="800" dirty="0"/>
                        <a:t>클릭 시 출력되는 화면</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bl>
          </a:graphicData>
        </a:graphic>
      </p:graphicFrame>
    </p:spTree>
    <p:extLst>
      <p:ext uri="{BB962C8B-B14F-4D97-AF65-F5344CB8AC3E}">
        <p14:creationId xmlns:p14="http://schemas.microsoft.com/office/powerpoint/2010/main" val="126952094"/>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C577227B-310C-4DDB-9011-AACE130CE7EF}"/>
              </a:ext>
            </a:extLst>
          </p:cNvPr>
          <p:cNvGrpSpPr/>
          <p:nvPr/>
        </p:nvGrpSpPr>
        <p:grpSpPr>
          <a:xfrm>
            <a:off x="1472099" y="1212122"/>
            <a:ext cx="2798648" cy="2361452"/>
            <a:chOff x="2843808" y="1955121"/>
            <a:chExt cx="1674813" cy="596970"/>
          </a:xfrm>
          <a:solidFill>
            <a:schemeClr val="bg1">
              <a:lumMod val="95000"/>
            </a:schemeClr>
          </a:solidFill>
        </p:grpSpPr>
        <p:sp>
          <p:nvSpPr>
            <p:cNvPr id="3" name="Border">
              <a:extLst>
                <a:ext uri="{FF2B5EF4-FFF2-40B4-BE49-F238E27FC236}">
                  <a16:creationId xmlns:a16="http://schemas.microsoft.com/office/drawing/2014/main" id="{42598CA8-C130-4C08-B10C-DE2AB970974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 name="Line 2">
              <a:extLst>
                <a:ext uri="{FF2B5EF4-FFF2-40B4-BE49-F238E27FC236}">
                  <a16:creationId xmlns:a16="http://schemas.microsoft.com/office/drawing/2014/main" id="{4F1B9C78-18DE-4273-95B2-AA13FD0A86D2}"/>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 name="Line 1">
              <a:extLst>
                <a:ext uri="{FF2B5EF4-FFF2-40B4-BE49-F238E27FC236}">
                  <a16:creationId xmlns:a16="http://schemas.microsoft.com/office/drawing/2014/main" id="{1DD5F323-0414-4FF5-BD4B-2F3A4FBA095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 name="TextBox 5">
              <a:extLst>
                <a:ext uri="{FF2B5EF4-FFF2-40B4-BE49-F238E27FC236}">
                  <a16:creationId xmlns:a16="http://schemas.microsoft.com/office/drawing/2014/main" id="{B6A86194-C5C3-415C-B7C5-D97E90A32255}"/>
                </a:ext>
              </a:extLst>
            </p:cNvPr>
            <p:cNvSpPr txBox="1"/>
            <p:nvPr/>
          </p:nvSpPr>
          <p:spPr>
            <a:xfrm>
              <a:off x="3381983" y="2215369"/>
              <a:ext cx="598462" cy="76475"/>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Contents</a:t>
              </a:r>
              <a:endParaRPr lang="ko-KR" altLang="en-US" sz="900" dirty="0">
                <a:solidFill>
                  <a:schemeClr val="tx1">
                    <a:lumMod val="50000"/>
                    <a:lumOff val="50000"/>
                  </a:schemeClr>
                </a:solidFill>
              </a:endParaRPr>
            </a:p>
          </p:txBody>
        </p:sp>
      </p:grpSp>
      <p:grpSp>
        <p:nvGrpSpPr>
          <p:cNvPr id="23" name="그룹 22">
            <a:extLst>
              <a:ext uri="{FF2B5EF4-FFF2-40B4-BE49-F238E27FC236}">
                <a16:creationId xmlns:a16="http://schemas.microsoft.com/office/drawing/2014/main" id="{AC5E0F3D-B5DF-4947-BC1E-2C9228DB2411}"/>
              </a:ext>
            </a:extLst>
          </p:cNvPr>
          <p:cNvGrpSpPr/>
          <p:nvPr/>
        </p:nvGrpSpPr>
        <p:grpSpPr>
          <a:xfrm>
            <a:off x="3776010" y="3687390"/>
            <a:ext cx="492942" cy="406341"/>
            <a:chOff x="3092355" y="3209106"/>
            <a:chExt cx="353706" cy="305192"/>
          </a:xfrm>
        </p:grpSpPr>
        <p:sp>
          <p:nvSpPr>
            <p:cNvPr id="24" name="Border">
              <a:extLst>
                <a:ext uri="{FF2B5EF4-FFF2-40B4-BE49-F238E27FC236}">
                  <a16:creationId xmlns:a16="http://schemas.microsoft.com/office/drawing/2014/main" id="{255E7840-EF94-476C-B1E7-72F91A0D03BD}"/>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5" name="Line 2">
              <a:extLst>
                <a:ext uri="{FF2B5EF4-FFF2-40B4-BE49-F238E27FC236}">
                  <a16:creationId xmlns:a16="http://schemas.microsoft.com/office/drawing/2014/main" id="{E7597D64-7B89-4F7B-A761-8470A00A03C1}"/>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6" name="Line 1">
              <a:extLst>
                <a:ext uri="{FF2B5EF4-FFF2-40B4-BE49-F238E27FC236}">
                  <a16:creationId xmlns:a16="http://schemas.microsoft.com/office/drawing/2014/main" id="{E0B440B1-2528-4A7F-BE80-AC37473111D2}"/>
                </a:ext>
              </a:extLst>
            </p:cNvPr>
            <p:cNvSpPr>
              <a:spLocks/>
            </p:cNvSpPr>
            <p:nvPr/>
          </p:nvSpPr>
          <p:spPr bwMode="auto">
            <a:xfrm>
              <a:off x="3092356" y="3209106"/>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5F5F5F"/>
                </a:solidFill>
                <a:latin typeface="Segoe UI" panose="020B0502040204020203" pitchFamily="34" charset="0"/>
                <a:cs typeface="Segoe UI" panose="020B0502040204020203" pitchFamily="34" charset="0"/>
              </a:endParaRPr>
            </a:p>
          </p:txBody>
        </p:sp>
      </p:grpSp>
      <p:sp>
        <p:nvSpPr>
          <p:cNvPr id="27" name="TextBox 26">
            <a:extLst>
              <a:ext uri="{FF2B5EF4-FFF2-40B4-BE49-F238E27FC236}">
                <a16:creationId xmlns:a16="http://schemas.microsoft.com/office/drawing/2014/main" id="{02A153E0-A67D-4717-BD0E-F002270066F3}"/>
              </a:ext>
            </a:extLst>
          </p:cNvPr>
          <p:cNvSpPr txBox="1"/>
          <p:nvPr/>
        </p:nvSpPr>
        <p:spPr>
          <a:xfrm>
            <a:off x="4319751" y="1146630"/>
            <a:ext cx="3948564" cy="714876"/>
          </a:xfrm>
          <a:prstGeom prst="rect">
            <a:avLst/>
          </a:prstGeom>
          <a:noFill/>
        </p:spPr>
        <p:txBody>
          <a:bodyPr wrap="square">
            <a:spAutoFit/>
          </a:bodyPr>
          <a:lstStyle/>
          <a:p>
            <a:pPr>
              <a:lnSpc>
                <a:spcPct val="150000"/>
              </a:lnSpc>
              <a:defRPr/>
            </a:pPr>
            <a:r>
              <a:rPr lang="ko-KR" altLang="en-US" sz="800" dirty="0">
                <a:solidFill>
                  <a:schemeClr val="tx1">
                    <a:lumMod val="50000"/>
                    <a:lumOff val="50000"/>
                  </a:schemeClr>
                </a:solidFill>
              </a:rPr>
              <a:t>대분류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1200" b="1" dirty="0"/>
              <a:t>상품명</a:t>
            </a:r>
            <a:r>
              <a:rPr lang="en-US" altLang="ko-KR" sz="1200" b="1" dirty="0"/>
              <a:t>23232</a:t>
            </a:r>
          </a:p>
          <a:p>
            <a:pPr>
              <a:lnSpc>
                <a:spcPct val="150000"/>
              </a:lnSpc>
            </a:pPr>
            <a:r>
              <a:rPr lang="ko-KR" altLang="en-US" sz="800" dirty="0"/>
              <a:t>상품코드 </a:t>
            </a:r>
            <a:r>
              <a:rPr lang="en-US" altLang="ko-KR" sz="800" dirty="0"/>
              <a:t>:  a200392   </a:t>
            </a:r>
            <a:endParaRPr lang="ko-KR" altLang="en-US" sz="800" dirty="0"/>
          </a:p>
        </p:txBody>
      </p:sp>
      <p:sp>
        <p:nvSpPr>
          <p:cNvPr id="29" name="직사각형 28">
            <a:extLst>
              <a:ext uri="{FF2B5EF4-FFF2-40B4-BE49-F238E27FC236}">
                <a16:creationId xmlns:a16="http://schemas.microsoft.com/office/drawing/2014/main" id="{5769D415-579D-4F2E-8252-4C1E144B01EE}"/>
              </a:ext>
            </a:extLst>
          </p:cNvPr>
          <p:cNvSpPr/>
          <p:nvPr/>
        </p:nvSpPr>
        <p:spPr>
          <a:xfrm>
            <a:off x="2687227" y="4688875"/>
            <a:ext cx="1215128" cy="281224"/>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판매 정보</a:t>
            </a:r>
            <a:endParaRPr lang="en-US" altLang="ko-KR" sz="800" dirty="0">
              <a:solidFill>
                <a:schemeClr val="tx1"/>
              </a:solidFill>
            </a:endParaRPr>
          </a:p>
        </p:txBody>
      </p:sp>
      <p:sp>
        <p:nvSpPr>
          <p:cNvPr id="30" name="직사각형 29">
            <a:extLst>
              <a:ext uri="{FF2B5EF4-FFF2-40B4-BE49-F238E27FC236}">
                <a16:creationId xmlns:a16="http://schemas.microsoft.com/office/drawing/2014/main" id="{14B00A32-8936-4CDF-9D4A-A5BB942A16A1}"/>
              </a:ext>
            </a:extLst>
          </p:cNvPr>
          <p:cNvSpPr/>
          <p:nvPr/>
        </p:nvSpPr>
        <p:spPr>
          <a:xfrm>
            <a:off x="1472099" y="4970098"/>
            <a:ext cx="6796216" cy="3784941"/>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solidFill>
            </a:endParaRPr>
          </a:p>
          <a:p>
            <a:endParaRPr lang="en-US" altLang="ko-KR" sz="800" dirty="0">
              <a:solidFill>
                <a:schemeClr val="tx1"/>
              </a:solidFill>
            </a:endParaRPr>
          </a:p>
          <a:p>
            <a:endParaRPr lang="en-US" altLang="ko-KR" sz="800" dirty="0">
              <a:solidFill>
                <a:schemeClr val="tx1"/>
              </a:solidFill>
            </a:endParaRPr>
          </a:p>
        </p:txBody>
      </p:sp>
      <p:pic>
        <p:nvPicPr>
          <p:cNvPr id="31" name="그림 30">
            <a:extLst>
              <a:ext uri="{FF2B5EF4-FFF2-40B4-BE49-F238E27FC236}">
                <a16:creationId xmlns:a16="http://schemas.microsoft.com/office/drawing/2014/main" id="{852E4582-E16D-4B91-9A5F-DC0E6AC4C850}"/>
              </a:ext>
            </a:extLst>
          </p:cNvPr>
          <p:cNvPicPr>
            <a:picLocks noChangeAspect="1"/>
          </p:cNvPicPr>
          <p:nvPr/>
        </p:nvPicPr>
        <p:blipFill>
          <a:blip r:embed="rId2"/>
          <a:stretch>
            <a:fillRect/>
          </a:stretch>
        </p:blipFill>
        <p:spPr>
          <a:xfrm>
            <a:off x="4368241" y="1896461"/>
            <a:ext cx="3946343" cy="1682825"/>
          </a:xfrm>
          <a:prstGeom prst="rect">
            <a:avLst/>
          </a:prstGeom>
        </p:spPr>
      </p:pic>
      <p:pic>
        <p:nvPicPr>
          <p:cNvPr id="32" name="그림 31">
            <a:extLst>
              <a:ext uri="{FF2B5EF4-FFF2-40B4-BE49-F238E27FC236}">
                <a16:creationId xmlns:a16="http://schemas.microsoft.com/office/drawing/2014/main" id="{D07D1E44-8A6A-4997-BF4D-1D576C379070}"/>
              </a:ext>
            </a:extLst>
          </p:cNvPr>
          <p:cNvPicPr>
            <a:picLocks noChangeAspect="1"/>
          </p:cNvPicPr>
          <p:nvPr/>
        </p:nvPicPr>
        <p:blipFill>
          <a:blip r:embed="rId3"/>
          <a:stretch>
            <a:fillRect/>
          </a:stretch>
        </p:blipFill>
        <p:spPr>
          <a:xfrm>
            <a:off x="5105042" y="3634110"/>
            <a:ext cx="3163273" cy="603519"/>
          </a:xfrm>
          <a:prstGeom prst="rect">
            <a:avLst/>
          </a:prstGeom>
        </p:spPr>
      </p:pic>
      <p:sp>
        <p:nvSpPr>
          <p:cNvPr id="33" name="직사각형 32">
            <a:extLst>
              <a:ext uri="{FF2B5EF4-FFF2-40B4-BE49-F238E27FC236}">
                <a16:creationId xmlns:a16="http://schemas.microsoft.com/office/drawing/2014/main" id="{F4E58DAA-68AB-40F7-AA87-F7289F903AC2}"/>
              </a:ext>
            </a:extLst>
          </p:cNvPr>
          <p:cNvSpPr/>
          <p:nvPr/>
        </p:nvSpPr>
        <p:spPr>
          <a:xfrm>
            <a:off x="3902355" y="4689956"/>
            <a:ext cx="1215128" cy="281224"/>
          </a:xfrm>
          <a:prstGeom prst="rect">
            <a:avLst/>
          </a:prstGeom>
          <a:solidFill>
            <a:schemeClr val="tx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상품 </a:t>
            </a:r>
            <a:r>
              <a:rPr lang="en-US" altLang="ko-KR" sz="800" dirty="0">
                <a:solidFill>
                  <a:schemeClr val="bg1"/>
                </a:solidFill>
              </a:rPr>
              <a:t>Q&amp;A</a:t>
            </a:r>
          </a:p>
        </p:txBody>
      </p:sp>
      <p:pic>
        <p:nvPicPr>
          <p:cNvPr id="34" name="그림 33">
            <a:extLst>
              <a:ext uri="{FF2B5EF4-FFF2-40B4-BE49-F238E27FC236}">
                <a16:creationId xmlns:a16="http://schemas.microsoft.com/office/drawing/2014/main" id="{A9556BD7-3898-4CC4-A874-4B66C1C5AC04}"/>
              </a:ext>
            </a:extLst>
          </p:cNvPr>
          <p:cNvPicPr>
            <a:picLocks noChangeAspect="1"/>
          </p:cNvPicPr>
          <p:nvPr/>
        </p:nvPicPr>
        <p:blipFill>
          <a:blip r:embed="rId4"/>
          <a:stretch>
            <a:fillRect/>
          </a:stretch>
        </p:blipFill>
        <p:spPr>
          <a:xfrm>
            <a:off x="1711848" y="5141951"/>
            <a:ext cx="6331485" cy="3475868"/>
          </a:xfrm>
          <a:prstGeom prst="rect">
            <a:avLst/>
          </a:prstGeom>
        </p:spPr>
      </p:pic>
      <p:graphicFrame>
        <p:nvGraphicFramePr>
          <p:cNvPr id="73" name="표 73">
            <a:extLst>
              <a:ext uri="{FF2B5EF4-FFF2-40B4-BE49-F238E27FC236}">
                <a16:creationId xmlns:a16="http://schemas.microsoft.com/office/drawing/2014/main" id="{080637CF-BD02-461F-83C3-900FEADCC165}"/>
              </a:ext>
            </a:extLst>
          </p:cNvPr>
          <p:cNvGraphicFramePr>
            <a:graphicFrameLocks noGrp="1"/>
          </p:cNvGraphicFramePr>
          <p:nvPr>
            <p:extLst>
              <p:ext uri="{D42A27DB-BD31-4B8C-83A1-F6EECF244321}">
                <p14:modId xmlns:p14="http://schemas.microsoft.com/office/powerpoint/2010/main" val="1108666590"/>
              </p:ext>
            </p:extLst>
          </p:nvPr>
        </p:nvGraphicFramePr>
        <p:xfrm>
          <a:off x="1727517" y="6538316"/>
          <a:ext cx="6331484" cy="1920240"/>
        </p:xfrm>
        <a:graphic>
          <a:graphicData uri="http://schemas.openxmlformats.org/drawingml/2006/table">
            <a:tbl>
              <a:tblPr firstRow="1" bandRow="1">
                <a:tableStyleId>{5940675A-B579-460E-94D1-54222C63F5DA}</a:tableStyleId>
              </a:tblPr>
              <a:tblGrid>
                <a:gridCol w="421752">
                  <a:extLst>
                    <a:ext uri="{9D8B030D-6E8A-4147-A177-3AD203B41FA5}">
                      <a16:colId xmlns:a16="http://schemas.microsoft.com/office/drawing/2014/main" val="3876795214"/>
                    </a:ext>
                  </a:extLst>
                </a:gridCol>
                <a:gridCol w="4301067">
                  <a:extLst>
                    <a:ext uri="{9D8B030D-6E8A-4147-A177-3AD203B41FA5}">
                      <a16:colId xmlns:a16="http://schemas.microsoft.com/office/drawing/2014/main" val="1961209142"/>
                    </a:ext>
                  </a:extLst>
                </a:gridCol>
                <a:gridCol w="821266">
                  <a:extLst>
                    <a:ext uri="{9D8B030D-6E8A-4147-A177-3AD203B41FA5}">
                      <a16:colId xmlns:a16="http://schemas.microsoft.com/office/drawing/2014/main" val="3584091893"/>
                    </a:ext>
                  </a:extLst>
                </a:gridCol>
                <a:gridCol w="787399">
                  <a:extLst>
                    <a:ext uri="{9D8B030D-6E8A-4147-A177-3AD203B41FA5}">
                      <a16:colId xmlns:a16="http://schemas.microsoft.com/office/drawing/2014/main" val="1693441544"/>
                    </a:ext>
                  </a:extLst>
                </a:gridCol>
              </a:tblGrid>
              <a:tr h="205876">
                <a:tc>
                  <a:txBody>
                    <a:bodyPr/>
                    <a:lstStyle/>
                    <a:p>
                      <a:pPr algn="ctr" latinLnBrk="1"/>
                      <a:r>
                        <a:rPr lang="en-US" altLang="ko-KR" sz="800" b="1" dirty="0"/>
                        <a:t>No</a:t>
                      </a:r>
                      <a:endParaRPr lang="ko-KR" altLang="en-US" sz="800" b="1"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t>질문제목</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t>질문자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t>질문날짜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388841651"/>
                  </a:ext>
                </a:extLst>
              </a:tr>
              <a:tr h="205876">
                <a:tc>
                  <a:txBody>
                    <a:bodyPr/>
                    <a:lstStyle/>
                    <a:p>
                      <a:pPr algn="ctr" latinLnBrk="1"/>
                      <a:r>
                        <a:rPr lang="en-US" altLang="ko-KR" sz="800" dirty="0"/>
                        <a:t>4</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ko-KR" altLang="en-US" sz="800" dirty="0"/>
                        <a:t>상품배송 관련하여 </a:t>
                      </a:r>
                      <a:r>
                        <a:rPr lang="ko-KR" altLang="en-US" sz="800" dirty="0" err="1"/>
                        <a:t>질문드립니다</a:t>
                      </a:r>
                      <a:r>
                        <a:rPr lang="en-US" altLang="ko-KR" sz="800" dirty="0"/>
                        <a:t>.</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800" dirty="0"/>
                        <a:t>kkseidkt02</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800" dirty="0"/>
                        <a:t>2024.10.11</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15985306"/>
                  </a:ext>
                </a:extLst>
              </a:tr>
              <a:tr h="205876">
                <a:tc gridSpan="4">
                  <a:txBody>
                    <a:bodyPr/>
                    <a:lstStyle/>
                    <a:p>
                      <a:pPr algn="l" latinLnBrk="1"/>
                      <a:endParaRPr lang="en-US" altLang="ko-KR" sz="800" dirty="0"/>
                    </a:p>
                    <a:p>
                      <a:pPr algn="l" latinLnBrk="1"/>
                      <a:r>
                        <a:rPr lang="en-US" altLang="ko-KR" sz="800" dirty="0"/>
                        <a:t>     </a:t>
                      </a:r>
                      <a:r>
                        <a:rPr lang="ko-KR" altLang="en-US" sz="800" dirty="0"/>
                        <a:t>질문내용 입니다</a:t>
                      </a:r>
                      <a:r>
                        <a:rPr lang="en-US" altLang="ko-KR" sz="800" dirty="0"/>
                        <a:t>. </a:t>
                      </a:r>
                      <a:r>
                        <a:rPr lang="ko-KR" altLang="en-US" sz="800" dirty="0"/>
                        <a:t>질문내용 입니다</a:t>
                      </a:r>
                      <a:r>
                        <a:rPr lang="en-US" altLang="ko-KR" sz="800" dirty="0"/>
                        <a:t>. </a:t>
                      </a:r>
                      <a:r>
                        <a:rPr lang="ko-KR" altLang="en-US" sz="800" dirty="0"/>
                        <a:t>질문내용 입니다</a:t>
                      </a:r>
                      <a:r>
                        <a:rPr lang="en-US" altLang="ko-KR" sz="800" dirty="0"/>
                        <a:t>. </a:t>
                      </a:r>
                      <a:r>
                        <a:rPr lang="ko-KR" altLang="en-US" sz="800" dirty="0"/>
                        <a:t>질문내용 입니다</a:t>
                      </a:r>
                      <a:r>
                        <a:rPr lang="en-US" altLang="ko-KR" sz="800" dirty="0"/>
                        <a:t>. </a:t>
                      </a:r>
                      <a:r>
                        <a:rPr lang="ko-KR" altLang="en-US" sz="800" dirty="0"/>
                        <a:t>질문내용 입니다</a:t>
                      </a:r>
                      <a:r>
                        <a:rPr lang="en-US" altLang="ko-KR" sz="800" dirty="0"/>
                        <a:t>. </a:t>
                      </a:r>
                    </a:p>
                    <a:p>
                      <a:pPr algn="l" latinLnBrk="1"/>
                      <a:r>
                        <a:rPr lang="en-US" altLang="ko-KR" sz="800" dirty="0"/>
                        <a:t>     </a:t>
                      </a:r>
                      <a:r>
                        <a:rPr lang="ko-KR" altLang="en-US" sz="800" dirty="0"/>
                        <a:t>질문내용 입니다</a:t>
                      </a:r>
                      <a:r>
                        <a:rPr lang="en-US" altLang="ko-KR" sz="800" dirty="0"/>
                        <a:t>. </a:t>
                      </a:r>
                    </a:p>
                    <a:p>
                      <a:pPr algn="l" latinLnBrk="1"/>
                      <a:endParaRPr lang="en-US" altLang="ko-KR" sz="800" dirty="0"/>
                    </a:p>
                    <a:p>
                      <a:pPr algn="l" latinLnBrk="1"/>
                      <a:endParaRPr lang="en-US" altLang="ko-KR" sz="800" dirty="0"/>
                    </a:p>
                    <a:p>
                      <a:pPr algn="l" latinLnBrk="1"/>
                      <a:endParaRPr lang="en-US" altLang="ko-KR" sz="800" dirty="0"/>
                    </a:p>
                    <a:p>
                      <a:pPr algn="l" latinLnBrk="1"/>
                      <a:endParaRPr lang="en-US" altLang="ko-KR" sz="800" dirty="0"/>
                    </a:p>
                    <a:p>
                      <a:pPr algn="l"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hMerge="1">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hMerge="1">
                  <a:txBody>
                    <a:bodyPr/>
                    <a:lstStyle/>
                    <a:p>
                      <a:pPr algn="ct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hMerge="1">
                  <a:txBody>
                    <a:bodyPr/>
                    <a:lstStyle/>
                    <a:p>
                      <a:pPr algn="ct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573839680"/>
                  </a:ext>
                </a:extLst>
              </a:tr>
              <a:tr h="205876">
                <a:tc>
                  <a:txBody>
                    <a:bodyPr/>
                    <a:lstStyle/>
                    <a:p>
                      <a:pPr algn="ctr" latinLnBrk="1"/>
                      <a:r>
                        <a:rPr lang="en-US" altLang="ko-KR" sz="800" dirty="0"/>
                        <a:t>3</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ko-KR" altLang="en-US" sz="800" dirty="0"/>
                        <a:t>질문입니다</a:t>
                      </a:r>
                      <a:r>
                        <a:rPr lang="en-US" altLang="ko-KR" sz="800" dirty="0"/>
                        <a:t>. </a:t>
                      </a:r>
                      <a:r>
                        <a:rPr lang="ko-KR" altLang="en-US" sz="800" dirty="0"/>
                        <a:t>질문입니다</a:t>
                      </a:r>
                      <a:r>
                        <a:rPr lang="en-US" altLang="ko-KR" sz="800" dirty="0"/>
                        <a:t>. </a:t>
                      </a:r>
                      <a:r>
                        <a:rPr lang="ko-KR" altLang="en-US" sz="800" dirty="0"/>
                        <a:t>질문입니다</a:t>
                      </a:r>
                      <a:r>
                        <a:rPr lang="en-US" altLang="ko-KR" sz="800" dirty="0"/>
                        <a:t>. </a:t>
                      </a:r>
                      <a:r>
                        <a:rPr lang="ko-KR" altLang="en-US" sz="800" dirty="0"/>
                        <a:t>질문입니다</a:t>
                      </a:r>
                      <a:r>
                        <a:rPr lang="en-US" altLang="ko-KR" sz="800" dirty="0"/>
                        <a:t>. </a:t>
                      </a:r>
                      <a:r>
                        <a:rPr lang="ko-KR" altLang="en-US" sz="800" dirty="0"/>
                        <a:t>질문입니다</a:t>
                      </a:r>
                      <a:r>
                        <a:rPr lang="en-US" altLang="ko-KR" sz="800" dirty="0"/>
                        <a:t>. </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800" dirty="0" err="1"/>
                        <a:t>qqqq</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t>2024.10.11</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45638730"/>
                  </a:ext>
                </a:extLst>
              </a:tr>
              <a:tr h="205876">
                <a:tc>
                  <a:txBody>
                    <a:bodyPr/>
                    <a:lstStyle/>
                    <a:p>
                      <a:pPr algn="ctr" latinLnBrk="1"/>
                      <a:r>
                        <a:rPr lang="en-US" altLang="ko-KR" sz="800" dirty="0"/>
                        <a:t>2</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ko-KR" altLang="en-US" sz="800" dirty="0"/>
                        <a:t>질문입니다</a:t>
                      </a:r>
                      <a:r>
                        <a:rPr lang="en-US" altLang="ko-KR" sz="800" dirty="0"/>
                        <a:t>. </a:t>
                      </a:r>
                      <a:r>
                        <a:rPr lang="ko-KR" altLang="en-US" sz="800" dirty="0"/>
                        <a:t>질문입니다</a:t>
                      </a:r>
                      <a:r>
                        <a:rPr lang="en-US" altLang="ko-KR" sz="800" dirty="0"/>
                        <a:t>. </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algn="ctr" latinLnBrk="1"/>
                      <a:r>
                        <a:rPr lang="en-US" altLang="ko-KR" sz="800" dirty="0" err="1"/>
                        <a:t>tqqwa</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t>2024.10.11</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82907732"/>
                  </a:ext>
                </a:extLst>
              </a:tr>
            </a:tbl>
          </a:graphicData>
        </a:graphic>
      </p:graphicFrame>
      <p:sp>
        <p:nvSpPr>
          <p:cNvPr id="74" name="직사각형 73">
            <a:extLst>
              <a:ext uri="{FF2B5EF4-FFF2-40B4-BE49-F238E27FC236}">
                <a16:creationId xmlns:a16="http://schemas.microsoft.com/office/drawing/2014/main" id="{D38C0951-64D9-4E3A-ACB4-FE403F9FBEFA}"/>
              </a:ext>
            </a:extLst>
          </p:cNvPr>
          <p:cNvSpPr/>
          <p:nvPr/>
        </p:nvSpPr>
        <p:spPr>
          <a:xfrm>
            <a:off x="1472099" y="4688875"/>
            <a:ext cx="1215128" cy="281224"/>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상세 정보</a:t>
            </a:r>
            <a:endParaRPr lang="en-US" altLang="ko-KR" sz="800" dirty="0">
              <a:solidFill>
                <a:schemeClr val="tx1"/>
              </a:solidFill>
            </a:endParaRPr>
          </a:p>
        </p:txBody>
      </p:sp>
      <p:grpSp>
        <p:nvGrpSpPr>
          <p:cNvPr id="75" name="그룹 74">
            <a:extLst>
              <a:ext uri="{FF2B5EF4-FFF2-40B4-BE49-F238E27FC236}">
                <a16:creationId xmlns:a16="http://schemas.microsoft.com/office/drawing/2014/main" id="{95C8CA6C-4D18-413D-BBCF-E7F3330D0D03}"/>
              </a:ext>
            </a:extLst>
          </p:cNvPr>
          <p:cNvGrpSpPr/>
          <p:nvPr/>
        </p:nvGrpSpPr>
        <p:grpSpPr>
          <a:xfrm>
            <a:off x="1459410" y="3687394"/>
            <a:ext cx="492940" cy="406337"/>
            <a:chOff x="3092355" y="3209109"/>
            <a:chExt cx="353705" cy="305189"/>
          </a:xfrm>
        </p:grpSpPr>
        <p:sp>
          <p:nvSpPr>
            <p:cNvPr id="76" name="Border">
              <a:extLst>
                <a:ext uri="{FF2B5EF4-FFF2-40B4-BE49-F238E27FC236}">
                  <a16:creationId xmlns:a16="http://schemas.microsoft.com/office/drawing/2014/main" id="{585D5AD8-4533-4699-95F2-AD60A63683F4}"/>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7" name="Line 2">
              <a:extLst>
                <a:ext uri="{FF2B5EF4-FFF2-40B4-BE49-F238E27FC236}">
                  <a16:creationId xmlns:a16="http://schemas.microsoft.com/office/drawing/2014/main" id="{31E58E7C-6046-4A6D-97A1-4111B7949F7A}"/>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8" name="Line 1">
              <a:extLst>
                <a:ext uri="{FF2B5EF4-FFF2-40B4-BE49-F238E27FC236}">
                  <a16:creationId xmlns:a16="http://schemas.microsoft.com/office/drawing/2014/main" id="{7864DE8B-86C8-4A5B-84F1-81DB2F3E520A}"/>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79" name="그룹 78">
            <a:extLst>
              <a:ext uri="{FF2B5EF4-FFF2-40B4-BE49-F238E27FC236}">
                <a16:creationId xmlns:a16="http://schemas.microsoft.com/office/drawing/2014/main" id="{3B16E79D-BA98-48AC-89CC-72E8181C6E43}"/>
              </a:ext>
            </a:extLst>
          </p:cNvPr>
          <p:cNvGrpSpPr/>
          <p:nvPr/>
        </p:nvGrpSpPr>
        <p:grpSpPr>
          <a:xfrm>
            <a:off x="2038560" y="3687390"/>
            <a:ext cx="492940" cy="406337"/>
            <a:chOff x="3092355" y="3209109"/>
            <a:chExt cx="353705" cy="305189"/>
          </a:xfrm>
        </p:grpSpPr>
        <p:sp>
          <p:nvSpPr>
            <p:cNvPr id="80" name="Border">
              <a:extLst>
                <a:ext uri="{FF2B5EF4-FFF2-40B4-BE49-F238E27FC236}">
                  <a16:creationId xmlns:a16="http://schemas.microsoft.com/office/drawing/2014/main" id="{F1F89221-110A-473C-9E70-07B9785452E3}"/>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1" name="Line 2">
              <a:extLst>
                <a:ext uri="{FF2B5EF4-FFF2-40B4-BE49-F238E27FC236}">
                  <a16:creationId xmlns:a16="http://schemas.microsoft.com/office/drawing/2014/main" id="{3E330D04-656B-4882-9FF1-8D12499E9A9D}"/>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2" name="Line 1">
              <a:extLst>
                <a:ext uri="{FF2B5EF4-FFF2-40B4-BE49-F238E27FC236}">
                  <a16:creationId xmlns:a16="http://schemas.microsoft.com/office/drawing/2014/main" id="{2C07A20D-0EB7-4BB9-9AC0-B326ED9AA6E8}"/>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83" name="그룹 82">
            <a:extLst>
              <a:ext uri="{FF2B5EF4-FFF2-40B4-BE49-F238E27FC236}">
                <a16:creationId xmlns:a16="http://schemas.microsoft.com/office/drawing/2014/main" id="{7F3E35A0-6377-4B49-899F-F7A4AECA2601}"/>
              </a:ext>
            </a:extLst>
          </p:cNvPr>
          <p:cNvGrpSpPr/>
          <p:nvPr/>
        </p:nvGrpSpPr>
        <p:grpSpPr>
          <a:xfrm>
            <a:off x="2617710" y="3687390"/>
            <a:ext cx="492940" cy="406337"/>
            <a:chOff x="3092355" y="3209109"/>
            <a:chExt cx="353705" cy="305189"/>
          </a:xfrm>
        </p:grpSpPr>
        <p:sp>
          <p:nvSpPr>
            <p:cNvPr id="84" name="Border">
              <a:extLst>
                <a:ext uri="{FF2B5EF4-FFF2-40B4-BE49-F238E27FC236}">
                  <a16:creationId xmlns:a16="http://schemas.microsoft.com/office/drawing/2014/main" id="{42D56437-3DE5-4083-B767-74D15BFF8A18}"/>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5" name="Line 2">
              <a:extLst>
                <a:ext uri="{FF2B5EF4-FFF2-40B4-BE49-F238E27FC236}">
                  <a16:creationId xmlns:a16="http://schemas.microsoft.com/office/drawing/2014/main" id="{C295F9FA-F5D3-4E30-92F1-57B9080440C5}"/>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6" name="Line 1">
              <a:extLst>
                <a:ext uri="{FF2B5EF4-FFF2-40B4-BE49-F238E27FC236}">
                  <a16:creationId xmlns:a16="http://schemas.microsoft.com/office/drawing/2014/main" id="{37E7308F-B24A-47B4-90D4-692E1EB6E716}"/>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87" name="그룹 86">
            <a:extLst>
              <a:ext uri="{FF2B5EF4-FFF2-40B4-BE49-F238E27FC236}">
                <a16:creationId xmlns:a16="http://schemas.microsoft.com/office/drawing/2014/main" id="{B8526D25-21CC-483D-808D-02088B50D793}"/>
              </a:ext>
            </a:extLst>
          </p:cNvPr>
          <p:cNvGrpSpPr/>
          <p:nvPr/>
        </p:nvGrpSpPr>
        <p:grpSpPr>
          <a:xfrm>
            <a:off x="3196860" y="3687390"/>
            <a:ext cx="492940" cy="406337"/>
            <a:chOff x="3092355" y="3209109"/>
            <a:chExt cx="353705" cy="305189"/>
          </a:xfrm>
        </p:grpSpPr>
        <p:sp>
          <p:nvSpPr>
            <p:cNvPr id="88" name="Border">
              <a:extLst>
                <a:ext uri="{FF2B5EF4-FFF2-40B4-BE49-F238E27FC236}">
                  <a16:creationId xmlns:a16="http://schemas.microsoft.com/office/drawing/2014/main" id="{A5E20C5E-B099-478E-BE8A-4BDF6A3DD85A}"/>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9" name="Line 2">
              <a:extLst>
                <a:ext uri="{FF2B5EF4-FFF2-40B4-BE49-F238E27FC236}">
                  <a16:creationId xmlns:a16="http://schemas.microsoft.com/office/drawing/2014/main" id="{A7A1C3E0-C8C8-4360-8C27-4841631E50A8}"/>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0" name="Line 1">
              <a:extLst>
                <a:ext uri="{FF2B5EF4-FFF2-40B4-BE49-F238E27FC236}">
                  <a16:creationId xmlns:a16="http://schemas.microsoft.com/office/drawing/2014/main" id="{0E701BBE-F4A9-444D-B28C-59908512BA19}"/>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91" name="직사각형 90">
            <a:extLst>
              <a:ext uri="{FF2B5EF4-FFF2-40B4-BE49-F238E27FC236}">
                <a16:creationId xmlns:a16="http://schemas.microsoft.com/office/drawing/2014/main" id="{CD0AC091-567A-422B-948C-01230F3D86FE}"/>
              </a:ext>
            </a:extLst>
          </p:cNvPr>
          <p:cNvSpPr/>
          <p:nvPr/>
        </p:nvSpPr>
        <p:spPr>
          <a:xfrm>
            <a:off x="1955952" y="7498436"/>
            <a:ext cx="5843275" cy="4474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답변입니다</a:t>
            </a:r>
            <a:r>
              <a:rPr lang="en-US" altLang="ko-KR" sz="800" dirty="0">
                <a:solidFill>
                  <a:schemeClr val="tx1"/>
                </a:solidFill>
              </a:rPr>
              <a:t>. </a:t>
            </a:r>
            <a:r>
              <a:rPr lang="ko-KR" altLang="en-US" sz="800" dirty="0">
                <a:solidFill>
                  <a:schemeClr val="tx1"/>
                </a:solidFill>
              </a:rPr>
              <a:t>답변입니다</a:t>
            </a:r>
            <a:r>
              <a:rPr lang="en-US" altLang="ko-KR" sz="800" dirty="0">
                <a:solidFill>
                  <a:schemeClr val="tx1"/>
                </a:solidFill>
              </a:rPr>
              <a:t>. </a:t>
            </a:r>
            <a:r>
              <a:rPr lang="ko-KR" altLang="en-US" sz="800" dirty="0">
                <a:solidFill>
                  <a:schemeClr val="tx1"/>
                </a:solidFill>
              </a:rPr>
              <a:t>답변입니다</a:t>
            </a:r>
            <a:r>
              <a:rPr lang="en-US" altLang="ko-KR" sz="800" dirty="0">
                <a:solidFill>
                  <a:schemeClr val="tx1"/>
                </a:solidFill>
              </a:rPr>
              <a:t>.</a:t>
            </a:r>
            <a:endParaRPr lang="ko-KR" altLang="en-US" sz="800" dirty="0">
              <a:solidFill>
                <a:schemeClr val="tx1"/>
              </a:solidFill>
            </a:endParaRPr>
          </a:p>
        </p:txBody>
      </p:sp>
      <p:sp>
        <p:nvSpPr>
          <p:cNvPr id="43" name="사각형: 둥근 위쪽 모서리 42">
            <a:extLst>
              <a:ext uri="{FF2B5EF4-FFF2-40B4-BE49-F238E27FC236}">
                <a16:creationId xmlns:a16="http://schemas.microsoft.com/office/drawing/2014/main" id="{4874DE0B-F29F-4F9A-8B69-DD8D71E18C32}"/>
              </a:ext>
            </a:extLst>
          </p:cNvPr>
          <p:cNvSpPr/>
          <p:nvPr/>
        </p:nvSpPr>
        <p:spPr>
          <a:xfrm>
            <a:off x="6864456" y="7829229"/>
            <a:ext cx="1549021" cy="326325"/>
          </a:xfrm>
          <a:prstGeom prst="round2SameRect">
            <a:avLst>
              <a:gd name="adj1" fmla="val 33634"/>
              <a:gd name="adj2" fmla="val 0"/>
            </a:avLst>
          </a:prstGeom>
          <a:solidFill>
            <a:schemeClr val="bg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5" name="직사각형 34">
            <a:extLst>
              <a:ext uri="{FF2B5EF4-FFF2-40B4-BE49-F238E27FC236}">
                <a16:creationId xmlns:a16="http://schemas.microsoft.com/office/drawing/2014/main" id="{8276402E-E995-40A7-9799-764711D5961D}"/>
              </a:ext>
            </a:extLst>
          </p:cNvPr>
          <p:cNvSpPr/>
          <p:nvPr/>
        </p:nvSpPr>
        <p:spPr>
          <a:xfrm>
            <a:off x="41175" y="8162072"/>
            <a:ext cx="10024049" cy="603519"/>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4" name="직사각형 43">
            <a:extLst>
              <a:ext uri="{FF2B5EF4-FFF2-40B4-BE49-F238E27FC236}">
                <a16:creationId xmlns:a16="http://schemas.microsoft.com/office/drawing/2014/main" id="{2C0CD7FE-87EF-4C45-A786-9FF5963C2A50}"/>
              </a:ext>
            </a:extLst>
          </p:cNvPr>
          <p:cNvSpPr/>
          <p:nvPr/>
        </p:nvSpPr>
        <p:spPr>
          <a:xfrm>
            <a:off x="6880124" y="8067763"/>
            <a:ext cx="1527276" cy="14490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5" name="직선 연결선 44">
            <a:extLst>
              <a:ext uri="{FF2B5EF4-FFF2-40B4-BE49-F238E27FC236}">
                <a16:creationId xmlns:a16="http://schemas.microsoft.com/office/drawing/2014/main" id="{C5AA5E7C-84C3-4E1A-937C-A4D9138BEC40}"/>
              </a:ext>
            </a:extLst>
          </p:cNvPr>
          <p:cNvCxnSpPr>
            <a:cxnSpLocks/>
          </p:cNvCxnSpPr>
          <p:nvPr/>
        </p:nvCxnSpPr>
        <p:spPr>
          <a:xfrm flipH="1">
            <a:off x="41176" y="8153244"/>
            <a:ext cx="6823280" cy="0"/>
          </a:xfrm>
          <a:prstGeom prst="line">
            <a:avLst/>
          </a:prstGeom>
          <a:ln w="31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6" name="직선 연결선 45">
            <a:extLst>
              <a:ext uri="{FF2B5EF4-FFF2-40B4-BE49-F238E27FC236}">
                <a16:creationId xmlns:a16="http://schemas.microsoft.com/office/drawing/2014/main" id="{607A67A7-B8E6-4FAD-A073-D3521666A101}"/>
              </a:ext>
            </a:extLst>
          </p:cNvPr>
          <p:cNvCxnSpPr>
            <a:cxnSpLocks/>
          </p:cNvCxnSpPr>
          <p:nvPr/>
        </p:nvCxnSpPr>
        <p:spPr>
          <a:xfrm flipH="1" flipV="1">
            <a:off x="8413477" y="8149778"/>
            <a:ext cx="1651748" cy="12295"/>
          </a:xfrm>
          <a:prstGeom prst="line">
            <a:avLst/>
          </a:prstGeom>
          <a:ln w="31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47" name="TextBox 46">
            <a:extLst>
              <a:ext uri="{FF2B5EF4-FFF2-40B4-BE49-F238E27FC236}">
                <a16:creationId xmlns:a16="http://schemas.microsoft.com/office/drawing/2014/main" id="{E0F593A9-AB43-4885-AB63-AC737483EE3E}"/>
              </a:ext>
            </a:extLst>
          </p:cNvPr>
          <p:cNvSpPr txBox="1"/>
          <p:nvPr/>
        </p:nvSpPr>
        <p:spPr>
          <a:xfrm>
            <a:off x="7075607" y="7885545"/>
            <a:ext cx="1152880" cy="230832"/>
          </a:xfrm>
          <a:prstGeom prst="rect">
            <a:avLst/>
          </a:prstGeom>
          <a:noFill/>
        </p:spPr>
        <p:txBody>
          <a:bodyPr wrap="none" rtlCol="0">
            <a:spAutoFit/>
          </a:bodyPr>
          <a:lstStyle/>
          <a:p>
            <a:r>
              <a:rPr lang="ko-KR" altLang="en-US" sz="900" dirty="0"/>
              <a:t>구매옵션선택    ▲</a:t>
            </a:r>
          </a:p>
        </p:txBody>
      </p:sp>
      <p:sp>
        <p:nvSpPr>
          <p:cNvPr id="48" name="TextBox 47">
            <a:extLst>
              <a:ext uri="{FF2B5EF4-FFF2-40B4-BE49-F238E27FC236}">
                <a16:creationId xmlns:a16="http://schemas.microsoft.com/office/drawing/2014/main" id="{F950D707-E913-43BA-8003-F971E836BD24}"/>
              </a:ext>
            </a:extLst>
          </p:cNvPr>
          <p:cNvSpPr txBox="1"/>
          <p:nvPr/>
        </p:nvSpPr>
        <p:spPr>
          <a:xfrm>
            <a:off x="4254982" y="8302366"/>
            <a:ext cx="1736373" cy="338554"/>
          </a:xfrm>
          <a:prstGeom prst="rect">
            <a:avLst/>
          </a:prstGeom>
          <a:noFill/>
        </p:spPr>
        <p:txBody>
          <a:bodyPr wrap="none" rtlCol="0">
            <a:spAutoFit/>
          </a:bodyPr>
          <a:lstStyle/>
          <a:p>
            <a:r>
              <a:rPr lang="ko-KR" altLang="en-US" sz="1200" b="1" dirty="0"/>
              <a:t>총 상품금액   </a:t>
            </a:r>
            <a:r>
              <a:rPr lang="en-US" altLang="ko-KR" sz="1600" b="1" dirty="0">
                <a:solidFill>
                  <a:srgbClr val="FF0000"/>
                </a:solidFill>
              </a:rPr>
              <a:t>300</a:t>
            </a:r>
            <a:r>
              <a:rPr lang="en-US" altLang="ko-KR" sz="1200" b="1" dirty="0">
                <a:solidFill>
                  <a:srgbClr val="FF0000"/>
                </a:solidFill>
              </a:rPr>
              <a:t> </a:t>
            </a:r>
            <a:r>
              <a:rPr lang="ko-KR" altLang="en-US" sz="1200" b="1" dirty="0">
                <a:solidFill>
                  <a:srgbClr val="FF0000"/>
                </a:solidFill>
              </a:rPr>
              <a:t>원</a:t>
            </a:r>
          </a:p>
        </p:txBody>
      </p:sp>
      <p:sp>
        <p:nvSpPr>
          <p:cNvPr id="49" name="사각형: 둥근 모서리 48">
            <a:extLst>
              <a:ext uri="{FF2B5EF4-FFF2-40B4-BE49-F238E27FC236}">
                <a16:creationId xmlns:a16="http://schemas.microsoft.com/office/drawing/2014/main" id="{787A0372-7896-4ACE-9CE2-3D859ABE2D18}"/>
              </a:ext>
            </a:extLst>
          </p:cNvPr>
          <p:cNvSpPr/>
          <p:nvPr/>
        </p:nvSpPr>
        <p:spPr>
          <a:xfrm>
            <a:off x="6087851" y="8325098"/>
            <a:ext cx="1132764" cy="277466"/>
          </a:xfrm>
          <a:prstGeom prst="roundRect">
            <a:avLst>
              <a:gd name="adj" fmla="val 5000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tx1"/>
                </a:solidFill>
              </a:rPr>
              <a:t>장바구니</a:t>
            </a:r>
          </a:p>
        </p:txBody>
      </p:sp>
      <p:sp>
        <p:nvSpPr>
          <p:cNvPr id="50" name="사각형: 둥근 모서리 49">
            <a:extLst>
              <a:ext uri="{FF2B5EF4-FFF2-40B4-BE49-F238E27FC236}">
                <a16:creationId xmlns:a16="http://schemas.microsoft.com/office/drawing/2014/main" id="{C4374989-7D5D-48B3-8326-69202417B16F}"/>
              </a:ext>
            </a:extLst>
          </p:cNvPr>
          <p:cNvSpPr/>
          <p:nvPr/>
        </p:nvSpPr>
        <p:spPr>
          <a:xfrm>
            <a:off x="7293059" y="8319823"/>
            <a:ext cx="1132764" cy="277466"/>
          </a:xfrm>
          <a:prstGeom prst="roundRect">
            <a:avLst>
              <a:gd name="adj" fmla="val 50000"/>
            </a:avLst>
          </a:prstGeom>
          <a:solidFill>
            <a:srgbClr val="0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구매하기</a:t>
            </a:r>
          </a:p>
        </p:txBody>
      </p:sp>
      <p:graphicFrame>
        <p:nvGraphicFramePr>
          <p:cNvPr id="51" name="표 50">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2129271920"/>
              </p:ext>
            </p:extLst>
          </p:nvPr>
        </p:nvGraphicFramePr>
        <p:xfrm>
          <a:off x="10171774" y="22159"/>
          <a:ext cx="1979018" cy="19060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RF-03-04-02-5</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상품영역</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일반상품</a:t>
                      </a:r>
                      <a:r>
                        <a:rPr lang="ko-KR" altLang="en-US" sz="800" baseline="0" dirty="0"/>
                        <a:t> 상세 화면 </a:t>
                      </a:r>
                      <a:r>
                        <a:rPr lang="en-US" altLang="ko-KR" sz="800" baseline="0" dirty="0"/>
                        <a:t>&gt;</a:t>
                      </a:r>
                      <a:r>
                        <a:rPr lang="ko-KR" altLang="en-US" sz="800" baseline="0" dirty="0"/>
                        <a:t>상품 </a:t>
                      </a:r>
                      <a:r>
                        <a:rPr lang="en-US" altLang="ko-KR" sz="800" baseline="0" dirty="0"/>
                        <a:t>Q&amp;A</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aseline="0" dirty="0"/>
                        <a:t>문의 내역 화면</a:t>
                      </a:r>
                      <a:endParaRPr lang="ko-KR" altLang="en-US" sz="800" dirty="0"/>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질문 내용 영역은 클릭으로 표시</a:t>
                      </a:r>
                      <a:r>
                        <a:rPr lang="en-US" altLang="ko-KR" sz="800" b="0" dirty="0">
                          <a:solidFill>
                            <a:schemeClr val="tx1"/>
                          </a:solidFill>
                        </a:rPr>
                        <a:t>/</a:t>
                      </a:r>
                      <a:r>
                        <a:rPr lang="ko-KR" altLang="en-US" sz="800" b="0" dirty="0">
                          <a:solidFill>
                            <a:schemeClr val="tx1"/>
                          </a:solidFill>
                        </a:rPr>
                        <a:t>숨김 되는 것이 아닌</a:t>
                      </a:r>
                      <a:r>
                        <a:rPr lang="ko-KR" altLang="en-US" sz="800" b="0" baseline="0" dirty="0">
                          <a:solidFill>
                            <a:schemeClr val="tx1"/>
                          </a:solidFill>
                        </a:rPr>
                        <a:t> 항상 표시되어 있는 것 입니다</a:t>
                      </a:r>
                      <a:r>
                        <a:rPr lang="en-US" altLang="ko-KR" sz="800" b="0" baseline="0" dirty="0">
                          <a:solidFill>
                            <a:schemeClr val="tx1"/>
                          </a:solidFill>
                        </a:rPr>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52" name="TextBox 51">
            <a:extLst>
              <a:ext uri="{FF2B5EF4-FFF2-40B4-BE49-F238E27FC236}">
                <a16:creationId xmlns:a16="http://schemas.microsoft.com/office/drawing/2014/main" id="{8C93FD4D-763E-4CF4-A70E-8FD2BFE8B16C}"/>
              </a:ext>
            </a:extLst>
          </p:cNvPr>
          <p:cNvSpPr txBox="1"/>
          <p:nvPr/>
        </p:nvSpPr>
        <p:spPr>
          <a:xfrm>
            <a:off x="1601521" y="7015780"/>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3835476703"/>
      </p:ext>
    </p:extLst>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40CD1D7C-B2FF-4778-AE08-788C1FB82A9C}"/>
              </a:ext>
            </a:extLst>
          </p:cNvPr>
          <p:cNvSpPr/>
          <p:nvPr/>
        </p:nvSpPr>
        <p:spPr>
          <a:xfrm>
            <a:off x="4565578" y="902645"/>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3" name="직사각형 2">
            <a:extLst>
              <a:ext uri="{FF2B5EF4-FFF2-40B4-BE49-F238E27FC236}">
                <a16:creationId xmlns:a16="http://schemas.microsoft.com/office/drawing/2014/main" id="{713AF6C7-6F41-461F-9C26-39318ADA4105}"/>
              </a:ext>
            </a:extLst>
          </p:cNvPr>
          <p:cNvSpPr/>
          <p:nvPr/>
        </p:nvSpPr>
        <p:spPr>
          <a:xfrm>
            <a:off x="5394885" y="902645"/>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lumMod val="50000"/>
                    <a:lumOff val="50000"/>
                  </a:schemeClr>
                </a:solidFill>
              </a:rPr>
              <a:t>중분류 ▼</a:t>
            </a:r>
            <a:endParaRPr lang="en-US" altLang="ko-KR" sz="800" dirty="0">
              <a:solidFill>
                <a:schemeClr val="tx1">
                  <a:lumMod val="50000"/>
                  <a:lumOff val="50000"/>
                </a:schemeClr>
              </a:solidFill>
            </a:endParaRPr>
          </a:p>
        </p:txBody>
      </p:sp>
      <p:sp>
        <p:nvSpPr>
          <p:cNvPr id="4" name="직사각형 3">
            <a:extLst>
              <a:ext uri="{FF2B5EF4-FFF2-40B4-BE49-F238E27FC236}">
                <a16:creationId xmlns:a16="http://schemas.microsoft.com/office/drawing/2014/main" id="{EBCF9AF1-149E-45EF-8983-9724421FA357}"/>
              </a:ext>
            </a:extLst>
          </p:cNvPr>
          <p:cNvSpPr/>
          <p:nvPr/>
        </p:nvSpPr>
        <p:spPr>
          <a:xfrm>
            <a:off x="6224192" y="896709"/>
            <a:ext cx="718444"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lumMod val="50000"/>
                    <a:lumOff val="50000"/>
                  </a:schemeClr>
                </a:solidFill>
              </a:rPr>
              <a:t>세분류</a:t>
            </a:r>
            <a:r>
              <a:rPr lang="ko-KR" altLang="en-US" sz="800" dirty="0">
                <a:solidFill>
                  <a:schemeClr val="tx1">
                    <a:lumMod val="50000"/>
                    <a:lumOff val="50000"/>
                  </a:schemeClr>
                </a:solidFill>
              </a:rPr>
              <a:t> ▼</a:t>
            </a:r>
            <a:endParaRPr lang="en-US" altLang="ko-KR" sz="800" dirty="0">
              <a:solidFill>
                <a:schemeClr val="tx1">
                  <a:lumMod val="50000"/>
                  <a:lumOff val="50000"/>
                </a:schemeClr>
              </a:solidFill>
            </a:endParaRPr>
          </a:p>
        </p:txBody>
      </p:sp>
      <p:sp>
        <p:nvSpPr>
          <p:cNvPr id="5" name="직사각형 4">
            <a:extLst>
              <a:ext uri="{FF2B5EF4-FFF2-40B4-BE49-F238E27FC236}">
                <a16:creationId xmlns:a16="http://schemas.microsoft.com/office/drawing/2014/main" id="{87F99095-C9C1-402F-A1B4-17DF793D4E3F}"/>
              </a:ext>
            </a:extLst>
          </p:cNvPr>
          <p:cNvSpPr/>
          <p:nvPr/>
        </p:nvSpPr>
        <p:spPr>
          <a:xfrm>
            <a:off x="3536318" y="1281327"/>
            <a:ext cx="2987312" cy="254992"/>
          </a:xfrm>
          <a:prstGeom prst="rect">
            <a:avLst/>
          </a:prstGeom>
          <a:solidFill>
            <a:schemeClr val="bg1"/>
          </a:solidFill>
          <a:ln w="6350">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75000"/>
                  </a:schemeClr>
                </a:solidFill>
              </a:rPr>
              <a:t>상품코드</a:t>
            </a:r>
            <a:r>
              <a:rPr lang="en-US" altLang="ko-KR" sz="800" dirty="0">
                <a:solidFill>
                  <a:schemeClr val="bg1">
                    <a:lumMod val="75000"/>
                  </a:schemeClr>
                </a:solidFill>
              </a:rPr>
              <a:t>, </a:t>
            </a:r>
            <a:r>
              <a:rPr lang="ko-KR" altLang="en-US" sz="800" dirty="0">
                <a:solidFill>
                  <a:schemeClr val="bg1">
                    <a:lumMod val="75000"/>
                  </a:schemeClr>
                </a:solidFill>
              </a:rPr>
              <a:t>상품제목</a:t>
            </a:r>
            <a:endParaRPr lang="ko-KR" altLang="en-US" sz="900" dirty="0">
              <a:solidFill>
                <a:schemeClr val="bg1">
                  <a:lumMod val="75000"/>
                </a:schemeClr>
              </a:solidFill>
            </a:endParaRPr>
          </a:p>
        </p:txBody>
      </p:sp>
      <p:pic>
        <p:nvPicPr>
          <p:cNvPr id="6" name="그림 5">
            <a:extLst>
              <a:ext uri="{FF2B5EF4-FFF2-40B4-BE49-F238E27FC236}">
                <a16:creationId xmlns:a16="http://schemas.microsoft.com/office/drawing/2014/main" id="{69305DC9-750A-466A-830D-12B0AF9D5893}"/>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6302423" y="1330073"/>
            <a:ext cx="157211" cy="157211"/>
          </a:xfrm>
          <a:prstGeom prst="rect">
            <a:avLst/>
          </a:prstGeom>
        </p:spPr>
      </p:pic>
      <p:grpSp>
        <p:nvGrpSpPr>
          <p:cNvPr id="7" name="그룹 6">
            <a:extLst>
              <a:ext uri="{FF2B5EF4-FFF2-40B4-BE49-F238E27FC236}">
                <a16:creationId xmlns:a16="http://schemas.microsoft.com/office/drawing/2014/main" id="{D0020379-70F5-47AE-A73C-0060AE808CA4}"/>
              </a:ext>
            </a:extLst>
          </p:cNvPr>
          <p:cNvGrpSpPr/>
          <p:nvPr/>
        </p:nvGrpSpPr>
        <p:grpSpPr>
          <a:xfrm>
            <a:off x="1388975" y="2427161"/>
            <a:ext cx="1285164" cy="974136"/>
            <a:chOff x="2843808" y="1955121"/>
            <a:chExt cx="1674813" cy="596970"/>
          </a:xfrm>
          <a:solidFill>
            <a:schemeClr val="bg1">
              <a:lumMod val="95000"/>
            </a:schemeClr>
          </a:solidFill>
        </p:grpSpPr>
        <p:sp>
          <p:nvSpPr>
            <p:cNvPr id="8" name="Border">
              <a:extLst>
                <a:ext uri="{FF2B5EF4-FFF2-40B4-BE49-F238E27FC236}">
                  <a16:creationId xmlns:a16="http://schemas.microsoft.com/office/drawing/2014/main" id="{FD20669A-62AD-4212-B246-BE1B6491A515}"/>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2">
              <a:extLst>
                <a:ext uri="{FF2B5EF4-FFF2-40B4-BE49-F238E27FC236}">
                  <a16:creationId xmlns:a16="http://schemas.microsoft.com/office/drawing/2014/main" id="{73E474D0-5D6F-4889-8C79-A19DA7CC2B3D}"/>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Line 1">
              <a:extLst>
                <a:ext uri="{FF2B5EF4-FFF2-40B4-BE49-F238E27FC236}">
                  <a16:creationId xmlns:a16="http://schemas.microsoft.com/office/drawing/2014/main" id="{9630AC7F-B4EC-4966-BE35-7AE506AC585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 name="TextBox 10">
              <a:extLst>
                <a:ext uri="{FF2B5EF4-FFF2-40B4-BE49-F238E27FC236}">
                  <a16:creationId xmlns:a16="http://schemas.microsoft.com/office/drawing/2014/main" id="{DCD2D7A4-AFBF-4418-B2A1-EDCD5F8A085D}"/>
                </a:ext>
              </a:extLst>
            </p:cNvPr>
            <p:cNvSpPr txBox="1"/>
            <p:nvPr/>
          </p:nvSpPr>
          <p:spPr>
            <a:xfrm>
              <a:off x="3173700" y="2182877"/>
              <a:ext cx="1015025" cy="141458"/>
            </a:xfrm>
            <a:prstGeom prst="rect">
              <a:avLst/>
            </a:prstGeom>
            <a:solidFill>
              <a:schemeClr val="bg1"/>
            </a:solidFill>
            <a:ln>
              <a:noFill/>
            </a:ln>
          </p:spPr>
          <p:txBody>
            <a:bodyPr wrap="square" rtlCol="0">
              <a:spAutoFit/>
            </a:bodyPr>
            <a:lstStyle/>
            <a:p>
              <a:pPr algn="ctr"/>
              <a:r>
                <a:rPr lang="ko-KR" altLang="en-US" sz="900">
                  <a:solidFill>
                    <a:schemeClr val="tx1">
                      <a:lumMod val="50000"/>
                      <a:lumOff val="50000"/>
                    </a:schemeClr>
                  </a:solidFill>
                </a:rPr>
                <a:t>상품이미지</a:t>
              </a:r>
              <a:endParaRPr lang="ko-KR" altLang="en-US" sz="900" dirty="0">
                <a:solidFill>
                  <a:schemeClr val="tx1">
                    <a:lumMod val="50000"/>
                    <a:lumOff val="50000"/>
                  </a:schemeClr>
                </a:solidFill>
              </a:endParaRPr>
            </a:p>
          </p:txBody>
        </p:sp>
      </p:grpSp>
      <p:sp>
        <p:nvSpPr>
          <p:cNvPr id="12" name="Large Icons">
            <a:extLst>
              <a:ext uri="{FF2B5EF4-FFF2-40B4-BE49-F238E27FC236}">
                <a16:creationId xmlns:a16="http://schemas.microsoft.com/office/drawing/2014/main" id="{6E583BBE-637A-4098-8258-65009193ACD2}"/>
              </a:ext>
            </a:extLst>
          </p:cNvPr>
          <p:cNvSpPr>
            <a:spLocks noChangeAspect="1" noEditPoints="1"/>
          </p:cNvSpPr>
          <p:nvPr/>
        </p:nvSpPr>
        <p:spPr bwMode="auto">
          <a:xfrm>
            <a:off x="1873001" y="2517562"/>
            <a:ext cx="317111" cy="270274"/>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13" name="직사각형 12">
            <a:extLst>
              <a:ext uri="{FF2B5EF4-FFF2-40B4-BE49-F238E27FC236}">
                <a16:creationId xmlns:a16="http://schemas.microsoft.com/office/drawing/2014/main" id="{FD1A5600-A42A-4E62-A098-5D28D9EA4AAA}"/>
              </a:ext>
            </a:extLst>
          </p:cNvPr>
          <p:cNvSpPr/>
          <p:nvPr/>
        </p:nvSpPr>
        <p:spPr>
          <a:xfrm>
            <a:off x="2830028" y="2842066"/>
            <a:ext cx="846707" cy="253211"/>
          </a:xfrm>
          <a:prstGeom prst="rect">
            <a:avLst/>
          </a:prstGeom>
        </p:spPr>
        <p:txBody>
          <a:bodyPr wrap="none">
            <a:spAutoFit/>
          </a:bodyPr>
          <a:lstStyle/>
          <a:p>
            <a:pPr algn="l">
              <a:lnSpc>
                <a:spcPct val="150000"/>
              </a:lnSpc>
            </a:pPr>
            <a:r>
              <a:rPr lang="ko-KR" altLang="en-US" sz="800" b="1" dirty="0">
                <a:latin typeface="+mj-ea"/>
                <a:ea typeface="+mj-ea"/>
              </a:rPr>
              <a:t>상품 제목 </a:t>
            </a:r>
            <a:r>
              <a:rPr lang="en-US" altLang="ko-KR" sz="800" b="1" dirty="0">
                <a:latin typeface="+mj-ea"/>
                <a:ea typeface="+mj-ea"/>
              </a:rPr>
              <a:t>111</a:t>
            </a:r>
            <a:endParaRPr lang="ko-KR" altLang="en-US" sz="800" b="1" dirty="0">
              <a:latin typeface="+mj-ea"/>
              <a:ea typeface="+mj-ea"/>
            </a:endParaRPr>
          </a:p>
        </p:txBody>
      </p:sp>
      <p:sp>
        <p:nvSpPr>
          <p:cNvPr id="14" name="직사각형 13">
            <a:extLst>
              <a:ext uri="{FF2B5EF4-FFF2-40B4-BE49-F238E27FC236}">
                <a16:creationId xmlns:a16="http://schemas.microsoft.com/office/drawing/2014/main" id="{409467DB-2B9B-4DDE-B189-B8A32581F002}"/>
              </a:ext>
            </a:extLst>
          </p:cNvPr>
          <p:cNvSpPr/>
          <p:nvPr/>
        </p:nvSpPr>
        <p:spPr>
          <a:xfrm>
            <a:off x="6820488" y="2703550"/>
            <a:ext cx="707245" cy="253211"/>
          </a:xfrm>
          <a:prstGeom prst="rect">
            <a:avLst/>
          </a:prstGeom>
        </p:spPr>
        <p:txBody>
          <a:bodyPr wrap="none">
            <a:spAutoFit/>
          </a:bodyPr>
          <a:lstStyle/>
          <a:p>
            <a:pPr algn="l">
              <a:lnSpc>
                <a:spcPct val="150000"/>
              </a:lnSpc>
            </a:pPr>
            <a:r>
              <a:rPr lang="en-US" altLang="ko-KR" sz="800" b="1" dirty="0">
                <a:latin typeface="+mj-ea"/>
                <a:ea typeface="+mj-ea"/>
              </a:rPr>
              <a:t>225,000 </a:t>
            </a:r>
            <a:r>
              <a:rPr lang="ko-KR" altLang="en-US" sz="800" b="1" dirty="0">
                <a:latin typeface="+mj-ea"/>
                <a:ea typeface="+mj-ea"/>
              </a:rPr>
              <a:t>원</a:t>
            </a:r>
          </a:p>
        </p:txBody>
      </p:sp>
      <p:pic>
        <p:nvPicPr>
          <p:cNvPr id="15" name="그림 14">
            <a:extLst>
              <a:ext uri="{FF2B5EF4-FFF2-40B4-BE49-F238E27FC236}">
                <a16:creationId xmlns:a16="http://schemas.microsoft.com/office/drawing/2014/main" id="{52484227-E71B-419F-BFDE-24FFC53050F1}"/>
              </a:ext>
            </a:extLst>
          </p:cNvPr>
          <p:cNvPicPr>
            <a:picLocks noChangeAspect="1"/>
          </p:cNvPicPr>
          <p:nvPr/>
        </p:nvPicPr>
        <p:blipFill>
          <a:blip r:embed="rId3"/>
          <a:stretch>
            <a:fillRect/>
          </a:stretch>
        </p:blipFill>
        <p:spPr>
          <a:xfrm>
            <a:off x="6862972" y="2926704"/>
            <a:ext cx="691149" cy="168573"/>
          </a:xfrm>
          <a:prstGeom prst="rect">
            <a:avLst/>
          </a:prstGeom>
        </p:spPr>
      </p:pic>
      <p:pic>
        <p:nvPicPr>
          <p:cNvPr id="16" name="Picture 2">
            <a:extLst>
              <a:ext uri="{FF2B5EF4-FFF2-40B4-BE49-F238E27FC236}">
                <a16:creationId xmlns:a16="http://schemas.microsoft.com/office/drawing/2014/main" id="{FD641285-DAD5-4C7E-8F3C-B3E6F33AB05A}"/>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934754" y="7260204"/>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cxnSp>
        <p:nvCxnSpPr>
          <p:cNvPr id="17" name="직선 연결선 16">
            <a:extLst>
              <a:ext uri="{FF2B5EF4-FFF2-40B4-BE49-F238E27FC236}">
                <a16:creationId xmlns:a16="http://schemas.microsoft.com/office/drawing/2014/main" id="{6D6179D1-2768-45AE-92B9-D9E89471BFEA}"/>
              </a:ext>
            </a:extLst>
          </p:cNvPr>
          <p:cNvCxnSpPr/>
          <p:nvPr/>
        </p:nvCxnSpPr>
        <p:spPr>
          <a:xfrm>
            <a:off x="1421979" y="1748448"/>
            <a:ext cx="7302564"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8" name="직사각형 17">
            <a:extLst>
              <a:ext uri="{FF2B5EF4-FFF2-40B4-BE49-F238E27FC236}">
                <a16:creationId xmlns:a16="http://schemas.microsoft.com/office/drawing/2014/main" id="{B69A3B3E-52F4-41E3-AE57-F704950AF83E}"/>
              </a:ext>
            </a:extLst>
          </p:cNvPr>
          <p:cNvSpPr/>
          <p:nvPr/>
        </p:nvSpPr>
        <p:spPr>
          <a:xfrm>
            <a:off x="5830741" y="1821880"/>
            <a:ext cx="606433" cy="192328"/>
          </a:xfrm>
          <a:prstGeom prst="rect">
            <a:avLst/>
          </a:prstGeom>
          <a:solidFill>
            <a:schemeClr val="tx1">
              <a:lumMod val="95000"/>
              <a:lumOff val="5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err="1">
                <a:solidFill>
                  <a:schemeClr val="bg1"/>
                </a:solidFill>
              </a:rPr>
              <a:t>별점수</a:t>
            </a:r>
            <a:endParaRPr lang="en-US" altLang="ko-KR" sz="800" b="1" dirty="0">
              <a:solidFill>
                <a:schemeClr val="bg1"/>
              </a:solidFill>
            </a:endParaRPr>
          </a:p>
        </p:txBody>
      </p:sp>
      <p:sp>
        <p:nvSpPr>
          <p:cNvPr id="19" name="직사각형 18">
            <a:extLst>
              <a:ext uri="{FF2B5EF4-FFF2-40B4-BE49-F238E27FC236}">
                <a16:creationId xmlns:a16="http://schemas.microsoft.com/office/drawing/2014/main" id="{83F5A799-3116-42BD-8573-2F68E9ED4169}"/>
              </a:ext>
            </a:extLst>
          </p:cNvPr>
          <p:cNvSpPr/>
          <p:nvPr/>
        </p:nvSpPr>
        <p:spPr>
          <a:xfrm>
            <a:off x="6504031" y="1821880"/>
            <a:ext cx="670123"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마감일순</a:t>
            </a:r>
            <a:endParaRPr lang="en-US" altLang="ko-KR" sz="800" dirty="0">
              <a:solidFill>
                <a:schemeClr val="tx1">
                  <a:lumMod val="50000"/>
                  <a:lumOff val="50000"/>
                </a:schemeClr>
              </a:solidFill>
            </a:endParaRPr>
          </a:p>
        </p:txBody>
      </p:sp>
      <p:sp>
        <p:nvSpPr>
          <p:cNvPr id="20" name="직사각형 19">
            <a:extLst>
              <a:ext uri="{FF2B5EF4-FFF2-40B4-BE49-F238E27FC236}">
                <a16:creationId xmlns:a16="http://schemas.microsoft.com/office/drawing/2014/main" id="{BF3E15B5-A3FD-413B-80E4-7D502B600F0B}"/>
              </a:ext>
            </a:extLst>
          </p:cNvPr>
          <p:cNvSpPr/>
          <p:nvPr/>
        </p:nvSpPr>
        <p:spPr>
          <a:xfrm>
            <a:off x="7234187" y="1821004"/>
            <a:ext cx="724713"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tx1">
                    <a:lumMod val="50000"/>
                    <a:lumOff val="50000"/>
                  </a:schemeClr>
                </a:solidFill>
              </a:rPr>
              <a:t>낮은가격순</a:t>
            </a:r>
            <a:endParaRPr lang="en-US" altLang="ko-KR" sz="800" dirty="0">
              <a:solidFill>
                <a:schemeClr val="tx1">
                  <a:lumMod val="50000"/>
                  <a:lumOff val="50000"/>
                </a:schemeClr>
              </a:solidFill>
            </a:endParaRPr>
          </a:p>
        </p:txBody>
      </p:sp>
      <p:sp>
        <p:nvSpPr>
          <p:cNvPr id="21" name="직사각형 20">
            <a:extLst>
              <a:ext uri="{FF2B5EF4-FFF2-40B4-BE49-F238E27FC236}">
                <a16:creationId xmlns:a16="http://schemas.microsoft.com/office/drawing/2014/main" id="{D3BDFA2D-885A-48AA-96DB-DA6F9D564099}"/>
              </a:ext>
            </a:extLst>
          </p:cNvPr>
          <p:cNvSpPr/>
          <p:nvPr/>
        </p:nvSpPr>
        <p:spPr>
          <a:xfrm>
            <a:off x="8029818" y="1821004"/>
            <a:ext cx="724713"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tx1">
                    <a:lumMod val="50000"/>
                    <a:lumOff val="50000"/>
                  </a:schemeClr>
                </a:solidFill>
              </a:rPr>
              <a:t>높은가격순</a:t>
            </a:r>
            <a:endParaRPr lang="en-US" altLang="ko-KR" sz="800" dirty="0">
              <a:solidFill>
                <a:schemeClr val="tx1">
                  <a:lumMod val="50000"/>
                  <a:lumOff val="50000"/>
                </a:schemeClr>
              </a:solidFill>
            </a:endParaRPr>
          </a:p>
        </p:txBody>
      </p:sp>
      <p:sp>
        <p:nvSpPr>
          <p:cNvPr id="22" name="TextBox 21">
            <a:extLst>
              <a:ext uri="{FF2B5EF4-FFF2-40B4-BE49-F238E27FC236}">
                <a16:creationId xmlns:a16="http://schemas.microsoft.com/office/drawing/2014/main" id="{663213CD-2A4C-426C-9E62-E04C28C29126}"/>
              </a:ext>
            </a:extLst>
          </p:cNvPr>
          <p:cNvSpPr txBox="1"/>
          <p:nvPr/>
        </p:nvSpPr>
        <p:spPr>
          <a:xfrm>
            <a:off x="1359554" y="1780828"/>
            <a:ext cx="465192" cy="215444"/>
          </a:xfrm>
          <a:prstGeom prst="rect">
            <a:avLst/>
          </a:prstGeom>
          <a:noFill/>
        </p:spPr>
        <p:txBody>
          <a:bodyPr wrap="none" rtlCol="0">
            <a:spAutoFit/>
          </a:bodyPr>
          <a:lstStyle/>
          <a:p>
            <a:r>
              <a:rPr lang="en-US" altLang="ko-KR" sz="800" b="1" dirty="0"/>
              <a:t>289</a:t>
            </a:r>
            <a:r>
              <a:rPr lang="ko-KR" altLang="en-US" sz="800" b="1" dirty="0"/>
              <a:t>개</a:t>
            </a:r>
          </a:p>
        </p:txBody>
      </p:sp>
      <p:graphicFrame>
        <p:nvGraphicFramePr>
          <p:cNvPr id="23" name="표 22">
            <a:extLst>
              <a:ext uri="{FF2B5EF4-FFF2-40B4-BE49-F238E27FC236}">
                <a16:creationId xmlns:a16="http://schemas.microsoft.com/office/drawing/2014/main" id="{6A4F47D3-6FB7-4180-94AF-365209CD2CC8}"/>
              </a:ext>
            </a:extLst>
          </p:cNvPr>
          <p:cNvGraphicFramePr>
            <a:graphicFrameLocks noGrp="1"/>
          </p:cNvGraphicFramePr>
          <p:nvPr>
            <p:extLst>
              <p:ext uri="{D42A27DB-BD31-4B8C-83A1-F6EECF244321}">
                <p14:modId xmlns:p14="http://schemas.microsoft.com/office/powerpoint/2010/main" val="385386376"/>
              </p:ext>
            </p:extLst>
          </p:nvPr>
        </p:nvGraphicFramePr>
        <p:xfrm>
          <a:off x="10171774" y="22159"/>
          <a:ext cx="1979018" cy="37043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RF-03-04-02-6</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상품영역</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공동구매상품</a:t>
                      </a:r>
                      <a:r>
                        <a:rPr lang="ko-KR" altLang="en-US" sz="800" baseline="0" dirty="0"/>
                        <a:t> 목록 화면</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 검색 영역</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일반상품</a:t>
                      </a:r>
                      <a:r>
                        <a:rPr lang="en-US" altLang="ko-KR" sz="800" b="0" dirty="0">
                          <a:solidFill>
                            <a:schemeClr val="tx1"/>
                          </a:solidFill>
                        </a:rPr>
                        <a:t>, </a:t>
                      </a:r>
                      <a:r>
                        <a:rPr lang="ko-KR" altLang="en-US" sz="800" b="0" dirty="0">
                          <a:solidFill>
                            <a:schemeClr val="tx1"/>
                          </a:solidFill>
                        </a:rPr>
                        <a:t>공동구매는 공동구매 판매상품이 있는 경우에 표시된다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대분류</a:t>
                      </a:r>
                      <a:r>
                        <a:rPr lang="en-US" altLang="ko-KR" sz="800" b="0" dirty="0">
                          <a:solidFill>
                            <a:schemeClr val="tx1"/>
                          </a:solidFill>
                        </a:rPr>
                        <a:t>, </a:t>
                      </a:r>
                      <a:r>
                        <a:rPr lang="ko-KR" altLang="en-US" sz="800" b="0" dirty="0">
                          <a:solidFill>
                            <a:schemeClr val="tx1"/>
                          </a:solidFill>
                        </a:rPr>
                        <a:t>중분류</a:t>
                      </a:r>
                      <a:r>
                        <a:rPr lang="en-US" altLang="ko-KR" sz="800" b="0" dirty="0">
                          <a:solidFill>
                            <a:schemeClr val="tx1"/>
                          </a:solidFill>
                        </a:rPr>
                        <a:t>, </a:t>
                      </a:r>
                      <a:r>
                        <a:rPr lang="ko-KR" altLang="en-US" sz="800" b="0" dirty="0" err="1">
                          <a:solidFill>
                            <a:schemeClr val="tx1"/>
                          </a:solidFill>
                        </a:rPr>
                        <a:t>세분류를</a:t>
                      </a:r>
                      <a:r>
                        <a:rPr lang="ko-KR" altLang="en-US" sz="800" b="0" dirty="0">
                          <a:solidFill>
                            <a:schemeClr val="tx1"/>
                          </a:solidFill>
                        </a:rPr>
                        <a:t> 설정하여</a:t>
                      </a:r>
                      <a:r>
                        <a:rPr lang="ko-KR" altLang="en-US" sz="800" b="0" baseline="0" dirty="0">
                          <a:solidFill>
                            <a:schemeClr val="tx1"/>
                          </a:solidFill>
                        </a:rPr>
                        <a:t> 해당하는 상품을 검색할 수 있다</a:t>
                      </a:r>
                      <a:r>
                        <a:rPr lang="en-US" altLang="ko-KR" sz="800" b="0" baseline="0" dirty="0">
                          <a:solidFill>
                            <a:schemeClr val="tx1"/>
                          </a:solidFill>
                        </a:rPr>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 목록 정렬 방식을 변경하는 버튼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전체 상품 목록</a:t>
                      </a:r>
                      <a:r>
                        <a:rPr lang="en-US" altLang="ko-KR" sz="800" b="0" dirty="0">
                          <a:solidFill>
                            <a:schemeClr val="tx1"/>
                          </a:solidFill>
                        </a:rPr>
                        <a:t>. </a:t>
                      </a:r>
                      <a:r>
                        <a:rPr lang="ko-KR" altLang="en-US" sz="800" b="0" dirty="0">
                          <a:solidFill>
                            <a:schemeClr val="tx1"/>
                          </a:solidFill>
                        </a:rPr>
                        <a:t>검색이 있을 경우 해당하는 상품</a:t>
                      </a:r>
                      <a:r>
                        <a:rPr lang="ko-KR" altLang="en-US" sz="800" b="0" baseline="0" dirty="0">
                          <a:solidFill>
                            <a:schemeClr val="tx1"/>
                          </a:solidFill>
                        </a:rPr>
                        <a:t> 목록을 보여준다</a:t>
                      </a:r>
                      <a:r>
                        <a:rPr lang="en-US" altLang="ko-KR" sz="800" b="0" baseline="0" dirty="0">
                          <a:solidFill>
                            <a:schemeClr val="tx1"/>
                          </a:solidFill>
                        </a:rPr>
                        <a:t>.</a:t>
                      </a:r>
                    </a:p>
                    <a:p>
                      <a:pPr algn="l" latinLnBrk="1"/>
                      <a:endParaRPr lang="en-US" altLang="ko-KR" sz="800" b="0" baseline="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baseline="0" dirty="0">
                          <a:solidFill>
                            <a:schemeClr val="tx1"/>
                          </a:solidFill>
                        </a:rPr>
                        <a:t>상품을 클릭할 경우 공동구매상품 상세 페이지</a:t>
                      </a:r>
                      <a:r>
                        <a:rPr lang="en-US" altLang="ko-KR" sz="800" b="0" baseline="0" dirty="0">
                          <a:solidFill>
                            <a:schemeClr val="tx1"/>
                          </a:solidFill>
                        </a:rPr>
                        <a:t> </a:t>
                      </a:r>
                      <a:r>
                        <a:rPr lang="en-US" altLang="ko-KR" sz="800" dirty="0"/>
                        <a:t>RF-03-04-02-7 </a:t>
                      </a:r>
                      <a:r>
                        <a:rPr lang="ko-KR" altLang="en-US" sz="800" dirty="0"/>
                        <a:t>으로 이동한다</a:t>
                      </a:r>
                      <a:r>
                        <a:rPr lang="en-US" altLang="ko-KR" sz="80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bl>
          </a:graphicData>
        </a:graphic>
      </p:graphicFrame>
      <p:sp>
        <p:nvSpPr>
          <p:cNvPr id="24" name="TextBox 23">
            <a:extLst>
              <a:ext uri="{FF2B5EF4-FFF2-40B4-BE49-F238E27FC236}">
                <a16:creationId xmlns:a16="http://schemas.microsoft.com/office/drawing/2014/main" id="{7F377AAA-B45C-443E-B652-6177EEA30053}"/>
              </a:ext>
            </a:extLst>
          </p:cNvPr>
          <p:cNvSpPr txBox="1"/>
          <p:nvPr/>
        </p:nvSpPr>
        <p:spPr>
          <a:xfrm>
            <a:off x="5651130" y="1687643"/>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25" name="TextBox 24">
            <a:extLst>
              <a:ext uri="{FF2B5EF4-FFF2-40B4-BE49-F238E27FC236}">
                <a16:creationId xmlns:a16="http://schemas.microsoft.com/office/drawing/2014/main" id="{914947D0-AE04-4604-A134-54E580EBF72B}"/>
              </a:ext>
            </a:extLst>
          </p:cNvPr>
          <p:cNvSpPr txBox="1"/>
          <p:nvPr/>
        </p:nvSpPr>
        <p:spPr>
          <a:xfrm>
            <a:off x="1238671" y="2281270"/>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26" name="직사각형 25">
            <a:extLst>
              <a:ext uri="{FF2B5EF4-FFF2-40B4-BE49-F238E27FC236}">
                <a16:creationId xmlns:a16="http://schemas.microsoft.com/office/drawing/2014/main" id="{6D4BAD39-C8E3-4075-B2C0-07AA519C7F72}"/>
              </a:ext>
            </a:extLst>
          </p:cNvPr>
          <p:cNvSpPr/>
          <p:nvPr/>
        </p:nvSpPr>
        <p:spPr>
          <a:xfrm>
            <a:off x="3065234" y="901758"/>
            <a:ext cx="606433"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lumMod val="50000"/>
                  </a:schemeClr>
                </a:solidFill>
              </a:rPr>
              <a:t>일반상품</a:t>
            </a:r>
            <a:endParaRPr lang="en-US" altLang="ko-KR" sz="800" dirty="0">
              <a:solidFill>
                <a:schemeClr val="bg1">
                  <a:lumMod val="50000"/>
                </a:schemeClr>
              </a:solidFill>
            </a:endParaRPr>
          </a:p>
        </p:txBody>
      </p:sp>
      <p:sp>
        <p:nvSpPr>
          <p:cNvPr id="27" name="직사각형 26">
            <a:extLst>
              <a:ext uri="{FF2B5EF4-FFF2-40B4-BE49-F238E27FC236}">
                <a16:creationId xmlns:a16="http://schemas.microsoft.com/office/drawing/2014/main" id="{41AB59C9-71BC-4DCF-8961-CE75A92E743D}"/>
              </a:ext>
            </a:extLst>
          </p:cNvPr>
          <p:cNvSpPr/>
          <p:nvPr/>
        </p:nvSpPr>
        <p:spPr>
          <a:xfrm>
            <a:off x="3783561" y="910352"/>
            <a:ext cx="670123"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공동구매</a:t>
            </a:r>
            <a:endParaRPr lang="en-US" altLang="ko-KR" sz="800" b="1" dirty="0">
              <a:solidFill>
                <a:schemeClr val="bg1"/>
              </a:solidFill>
            </a:endParaRPr>
          </a:p>
        </p:txBody>
      </p:sp>
      <p:sp>
        <p:nvSpPr>
          <p:cNvPr id="28" name="TextBox 27">
            <a:extLst>
              <a:ext uri="{FF2B5EF4-FFF2-40B4-BE49-F238E27FC236}">
                <a16:creationId xmlns:a16="http://schemas.microsoft.com/office/drawing/2014/main" id="{CCB131AC-7CF9-4E9F-A343-87F4DAD514D9}"/>
              </a:ext>
            </a:extLst>
          </p:cNvPr>
          <p:cNvSpPr txBox="1"/>
          <p:nvPr/>
        </p:nvSpPr>
        <p:spPr>
          <a:xfrm>
            <a:off x="2910323" y="753963"/>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29" name="TextBox 28">
            <a:extLst>
              <a:ext uri="{FF2B5EF4-FFF2-40B4-BE49-F238E27FC236}">
                <a16:creationId xmlns:a16="http://schemas.microsoft.com/office/drawing/2014/main" id="{5E54C814-5CB4-4D17-AF1E-BF451C9F1CDC}"/>
              </a:ext>
            </a:extLst>
          </p:cNvPr>
          <p:cNvSpPr txBox="1"/>
          <p:nvPr/>
        </p:nvSpPr>
        <p:spPr>
          <a:xfrm>
            <a:off x="2817314" y="2588855"/>
            <a:ext cx="3059582" cy="400110"/>
          </a:xfrm>
          <a:prstGeom prst="rect">
            <a:avLst/>
          </a:prstGeom>
          <a:noFill/>
        </p:spPr>
        <p:txBody>
          <a:bodyPr wrap="square" rtlCol="0">
            <a:spAutoFit/>
          </a:bodyPr>
          <a:lstStyle/>
          <a:p>
            <a:r>
              <a:rPr lang="ko-KR" altLang="en-US" sz="1000" b="1" dirty="0"/>
              <a:t>공동구매명 </a:t>
            </a:r>
            <a:r>
              <a:rPr lang="ko-KR" altLang="en-US" sz="1000" b="1" dirty="0" err="1"/>
              <a:t>공동구매명</a:t>
            </a:r>
            <a:r>
              <a:rPr lang="ko-KR" altLang="en-US" sz="1000" b="1" dirty="0"/>
              <a:t> </a:t>
            </a:r>
            <a:r>
              <a:rPr lang="ko-KR" altLang="en-US" sz="1000" b="1" dirty="0" err="1"/>
              <a:t>공동구매명</a:t>
            </a:r>
            <a:r>
              <a:rPr lang="ko-KR" altLang="en-US" sz="1000" b="1" dirty="0"/>
              <a:t> </a:t>
            </a:r>
            <a:r>
              <a:rPr lang="ko-KR" altLang="en-US" sz="1000" b="1" dirty="0" err="1"/>
              <a:t>공동구매명</a:t>
            </a:r>
            <a:endParaRPr lang="ko-KR" altLang="en-US" sz="1000" b="1" dirty="0"/>
          </a:p>
          <a:p>
            <a:endParaRPr lang="ko-KR" altLang="en-US" sz="1000" b="1" dirty="0"/>
          </a:p>
        </p:txBody>
      </p:sp>
      <p:sp>
        <p:nvSpPr>
          <p:cNvPr id="30" name="직사각형 29">
            <a:extLst>
              <a:ext uri="{FF2B5EF4-FFF2-40B4-BE49-F238E27FC236}">
                <a16:creationId xmlns:a16="http://schemas.microsoft.com/office/drawing/2014/main" id="{32389535-05C1-4146-834C-1D7E8D780AE4}"/>
              </a:ext>
            </a:extLst>
          </p:cNvPr>
          <p:cNvSpPr/>
          <p:nvPr/>
        </p:nvSpPr>
        <p:spPr>
          <a:xfrm>
            <a:off x="2817315" y="2335644"/>
            <a:ext cx="915635" cy="253211"/>
          </a:xfrm>
          <a:prstGeom prst="rect">
            <a:avLst/>
          </a:prstGeom>
        </p:spPr>
        <p:txBody>
          <a:bodyPr wrap="none">
            <a:spAutoFit/>
          </a:bodyPr>
          <a:lstStyle/>
          <a:p>
            <a:pPr algn="l">
              <a:lnSpc>
                <a:spcPct val="150000"/>
              </a:lnSpc>
            </a:pPr>
            <a:r>
              <a:rPr lang="en-US" altLang="ko-KR" sz="800" b="1" dirty="0">
                <a:solidFill>
                  <a:schemeClr val="accent6"/>
                </a:solidFill>
                <a:latin typeface="+mj-ea"/>
                <a:ea typeface="+mj-ea"/>
              </a:rPr>
              <a:t>MG-00120-001</a:t>
            </a:r>
            <a:endParaRPr lang="ko-KR" altLang="en-US" sz="800" b="1" dirty="0">
              <a:solidFill>
                <a:schemeClr val="accent6"/>
              </a:solidFill>
              <a:latin typeface="+mj-ea"/>
              <a:ea typeface="+mj-ea"/>
            </a:endParaRPr>
          </a:p>
        </p:txBody>
      </p:sp>
      <p:sp>
        <p:nvSpPr>
          <p:cNvPr id="31" name="직사각형 30">
            <a:extLst>
              <a:ext uri="{FF2B5EF4-FFF2-40B4-BE49-F238E27FC236}">
                <a16:creationId xmlns:a16="http://schemas.microsoft.com/office/drawing/2014/main" id="{970A3BE4-1FA8-49AE-838D-81F79C0C3AE0}"/>
              </a:ext>
            </a:extLst>
          </p:cNvPr>
          <p:cNvSpPr/>
          <p:nvPr/>
        </p:nvSpPr>
        <p:spPr>
          <a:xfrm>
            <a:off x="2830028" y="3160760"/>
            <a:ext cx="1390124" cy="253211"/>
          </a:xfrm>
          <a:prstGeom prst="rect">
            <a:avLst/>
          </a:prstGeom>
        </p:spPr>
        <p:txBody>
          <a:bodyPr wrap="none">
            <a:spAutoFit/>
          </a:bodyPr>
          <a:lstStyle/>
          <a:p>
            <a:pPr algn="l">
              <a:lnSpc>
                <a:spcPct val="150000"/>
              </a:lnSpc>
            </a:pPr>
            <a:r>
              <a:rPr lang="en-US" altLang="ko-KR" sz="800" b="1" dirty="0">
                <a:latin typeface="+mj-ea"/>
                <a:ea typeface="+mj-ea"/>
              </a:rPr>
              <a:t>2025.05.12 ~ 2025.06.12</a:t>
            </a:r>
            <a:endParaRPr lang="ko-KR" altLang="en-US" sz="800" b="1" dirty="0">
              <a:latin typeface="+mj-ea"/>
              <a:ea typeface="+mj-ea"/>
            </a:endParaRPr>
          </a:p>
        </p:txBody>
      </p:sp>
      <p:cxnSp>
        <p:nvCxnSpPr>
          <p:cNvPr id="32" name="직선 연결선 31">
            <a:extLst>
              <a:ext uri="{FF2B5EF4-FFF2-40B4-BE49-F238E27FC236}">
                <a16:creationId xmlns:a16="http://schemas.microsoft.com/office/drawing/2014/main" id="{95FFB1F6-4300-495A-86A6-3FCD2E5AFDC6}"/>
              </a:ext>
            </a:extLst>
          </p:cNvPr>
          <p:cNvCxnSpPr/>
          <p:nvPr/>
        </p:nvCxnSpPr>
        <p:spPr>
          <a:xfrm>
            <a:off x="6504031" y="2479809"/>
            <a:ext cx="0" cy="89862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 name="직선 연결선 32">
            <a:extLst>
              <a:ext uri="{FF2B5EF4-FFF2-40B4-BE49-F238E27FC236}">
                <a16:creationId xmlns:a16="http://schemas.microsoft.com/office/drawing/2014/main" id="{B04A68A0-DC20-4C3B-848B-827A950CF3A7}"/>
              </a:ext>
            </a:extLst>
          </p:cNvPr>
          <p:cNvCxnSpPr/>
          <p:nvPr/>
        </p:nvCxnSpPr>
        <p:spPr>
          <a:xfrm>
            <a:off x="7867165" y="2455366"/>
            <a:ext cx="0" cy="89862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34" name="직사각형 33">
            <a:extLst>
              <a:ext uri="{FF2B5EF4-FFF2-40B4-BE49-F238E27FC236}">
                <a16:creationId xmlns:a16="http://schemas.microsoft.com/office/drawing/2014/main" id="{059DBBC0-4070-48C6-91C3-CCD69D157F52}"/>
              </a:ext>
            </a:extLst>
          </p:cNvPr>
          <p:cNvSpPr/>
          <p:nvPr/>
        </p:nvSpPr>
        <p:spPr>
          <a:xfrm>
            <a:off x="8089770" y="2787836"/>
            <a:ext cx="670123"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상세보기</a:t>
            </a:r>
            <a:endParaRPr lang="en-US" altLang="ko-KR" sz="800" dirty="0">
              <a:solidFill>
                <a:schemeClr val="tx1">
                  <a:lumMod val="50000"/>
                  <a:lumOff val="50000"/>
                </a:schemeClr>
              </a:solidFill>
            </a:endParaRPr>
          </a:p>
        </p:txBody>
      </p:sp>
      <p:grpSp>
        <p:nvGrpSpPr>
          <p:cNvPr id="35" name="그룹 34">
            <a:extLst>
              <a:ext uri="{FF2B5EF4-FFF2-40B4-BE49-F238E27FC236}">
                <a16:creationId xmlns:a16="http://schemas.microsoft.com/office/drawing/2014/main" id="{B0D9CEDC-D238-4F17-B143-E07B6DC4F3A8}"/>
              </a:ext>
            </a:extLst>
          </p:cNvPr>
          <p:cNvGrpSpPr/>
          <p:nvPr/>
        </p:nvGrpSpPr>
        <p:grpSpPr>
          <a:xfrm>
            <a:off x="1388975" y="4037991"/>
            <a:ext cx="1285164" cy="974136"/>
            <a:chOff x="2843808" y="1955121"/>
            <a:chExt cx="1674813" cy="596970"/>
          </a:xfrm>
          <a:solidFill>
            <a:schemeClr val="bg1">
              <a:lumMod val="95000"/>
            </a:schemeClr>
          </a:solidFill>
        </p:grpSpPr>
        <p:sp>
          <p:nvSpPr>
            <p:cNvPr id="36" name="Border">
              <a:extLst>
                <a:ext uri="{FF2B5EF4-FFF2-40B4-BE49-F238E27FC236}">
                  <a16:creationId xmlns:a16="http://schemas.microsoft.com/office/drawing/2014/main" id="{14F95CD2-E23F-40C8-BE46-6CECA1608D8A}"/>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7" name="Line 2">
              <a:extLst>
                <a:ext uri="{FF2B5EF4-FFF2-40B4-BE49-F238E27FC236}">
                  <a16:creationId xmlns:a16="http://schemas.microsoft.com/office/drawing/2014/main" id="{A4BE003D-E147-4AF7-9741-45FB686C133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8" name="Line 1">
              <a:extLst>
                <a:ext uri="{FF2B5EF4-FFF2-40B4-BE49-F238E27FC236}">
                  <a16:creationId xmlns:a16="http://schemas.microsoft.com/office/drawing/2014/main" id="{64EBC870-FFBA-48FA-AB78-01D491DE1723}"/>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9" name="TextBox 38">
              <a:extLst>
                <a:ext uri="{FF2B5EF4-FFF2-40B4-BE49-F238E27FC236}">
                  <a16:creationId xmlns:a16="http://schemas.microsoft.com/office/drawing/2014/main" id="{96BE6FCC-1CB2-4B4A-A2D5-893AB6E047F6}"/>
                </a:ext>
              </a:extLst>
            </p:cNvPr>
            <p:cNvSpPr txBox="1"/>
            <p:nvPr/>
          </p:nvSpPr>
          <p:spPr>
            <a:xfrm>
              <a:off x="3173700" y="2182877"/>
              <a:ext cx="1015025" cy="141458"/>
            </a:xfrm>
            <a:prstGeom prst="rect">
              <a:avLst/>
            </a:prstGeom>
            <a:solidFill>
              <a:schemeClr val="bg1"/>
            </a:solidFill>
            <a:ln>
              <a:noFill/>
            </a:ln>
          </p:spPr>
          <p:txBody>
            <a:bodyPr wrap="square" rtlCol="0">
              <a:spAutoFit/>
            </a:bodyPr>
            <a:lstStyle/>
            <a:p>
              <a:pPr algn="ctr"/>
              <a:r>
                <a:rPr lang="ko-KR" altLang="en-US" sz="900">
                  <a:solidFill>
                    <a:schemeClr val="tx1">
                      <a:lumMod val="50000"/>
                      <a:lumOff val="50000"/>
                    </a:schemeClr>
                  </a:solidFill>
                </a:rPr>
                <a:t>상품이미지</a:t>
              </a:r>
              <a:endParaRPr lang="ko-KR" altLang="en-US" sz="900" dirty="0">
                <a:solidFill>
                  <a:schemeClr val="tx1">
                    <a:lumMod val="50000"/>
                    <a:lumOff val="50000"/>
                  </a:schemeClr>
                </a:solidFill>
              </a:endParaRPr>
            </a:p>
          </p:txBody>
        </p:sp>
      </p:grpSp>
      <p:sp>
        <p:nvSpPr>
          <p:cNvPr id="40" name="Large Icons">
            <a:extLst>
              <a:ext uri="{FF2B5EF4-FFF2-40B4-BE49-F238E27FC236}">
                <a16:creationId xmlns:a16="http://schemas.microsoft.com/office/drawing/2014/main" id="{93FC018A-A308-4D9E-A8C9-1268E7C9CA6B}"/>
              </a:ext>
            </a:extLst>
          </p:cNvPr>
          <p:cNvSpPr>
            <a:spLocks noChangeAspect="1" noEditPoints="1"/>
          </p:cNvSpPr>
          <p:nvPr/>
        </p:nvSpPr>
        <p:spPr bwMode="auto">
          <a:xfrm>
            <a:off x="1873001" y="4128392"/>
            <a:ext cx="317111" cy="270274"/>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41" name="직사각형 40">
            <a:extLst>
              <a:ext uri="{FF2B5EF4-FFF2-40B4-BE49-F238E27FC236}">
                <a16:creationId xmlns:a16="http://schemas.microsoft.com/office/drawing/2014/main" id="{0F450FFC-8D34-4565-9D38-6C6BEA8A589B}"/>
              </a:ext>
            </a:extLst>
          </p:cNvPr>
          <p:cNvSpPr/>
          <p:nvPr/>
        </p:nvSpPr>
        <p:spPr>
          <a:xfrm>
            <a:off x="2830028" y="4452896"/>
            <a:ext cx="846707" cy="253211"/>
          </a:xfrm>
          <a:prstGeom prst="rect">
            <a:avLst/>
          </a:prstGeom>
        </p:spPr>
        <p:txBody>
          <a:bodyPr wrap="none">
            <a:spAutoFit/>
          </a:bodyPr>
          <a:lstStyle/>
          <a:p>
            <a:pPr algn="l">
              <a:lnSpc>
                <a:spcPct val="150000"/>
              </a:lnSpc>
            </a:pPr>
            <a:r>
              <a:rPr lang="ko-KR" altLang="en-US" sz="800" b="1" dirty="0">
                <a:latin typeface="+mj-ea"/>
                <a:ea typeface="+mj-ea"/>
              </a:rPr>
              <a:t>상품 제목 </a:t>
            </a:r>
            <a:r>
              <a:rPr lang="en-US" altLang="ko-KR" sz="800" b="1" dirty="0">
                <a:latin typeface="+mj-ea"/>
                <a:ea typeface="+mj-ea"/>
              </a:rPr>
              <a:t>111</a:t>
            </a:r>
            <a:endParaRPr lang="ko-KR" altLang="en-US" sz="800" b="1" dirty="0">
              <a:latin typeface="+mj-ea"/>
              <a:ea typeface="+mj-ea"/>
            </a:endParaRPr>
          </a:p>
        </p:txBody>
      </p:sp>
      <p:sp>
        <p:nvSpPr>
          <p:cNvPr id="42" name="직사각형 41">
            <a:extLst>
              <a:ext uri="{FF2B5EF4-FFF2-40B4-BE49-F238E27FC236}">
                <a16:creationId xmlns:a16="http://schemas.microsoft.com/office/drawing/2014/main" id="{2D68CAC3-B6E1-4588-8506-1D7FD82BF7EE}"/>
              </a:ext>
            </a:extLst>
          </p:cNvPr>
          <p:cNvSpPr/>
          <p:nvPr/>
        </p:nvSpPr>
        <p:spPr>
          <a:xfrm>
            <a:off x="6820488" y="4314380"/>
            <a:ext cx="707245" cy="253211"/>
          </a:xfrm>
          <a:prstGeom prst="rect">
            <a:avLst/>
          </a:prstGeom>
        </p:spPr>
        <p:txBody>
          <a:bodyPr wrap="none">
            <a:spAutoFit/>
          </a:bodyPr>
          <a:lstStyle/>
          <a:p>
            <a:pPr algn="l">
              <a:lnSpc>
                <a:spcPct val="150000"/>
              </a:lnSpc>
            </a:pPr>
            <a:r>
              <a:rPr lang="en-US" altLang="ko-KR" sz="800" b="1" dirty="0">
                <a:latin typeface="+mj-ea"/>
                <a:ea typeface="+mj-ea"/>
              </a:rPr>
              <a:t>225,000 </a:t>
            </a:r>
            <a:r>
              <a:rPr lang="ko-KR" altLang="en-US" sz="800" b="1" dirty="0">
                <a:latin typeface="+mj-ea"/>
                <a:ea typeface="+mj-ea"/>
              </a:rPr>
              <a:t>원</a:t>
            </a:r>
          </a:p>
        </p:txBody>
      </p:sp>
      <p:pic>
        <p:nvPicPr>
          <p:cNvPr id="43" name="그림 42">
            <a:extLst>
              <a:ext uri="{FF2B5EF4-FFF2-40B4-BE49-F238E27FC236}">
                <a16:creationId xmlns:a16="http://schemas.microsoft.com/office/drawing/2014/main" id="{CCD476B9-BD1F-4880-9C57-636DA87C8A8E}"/>
              </a:ext>
            </a:extLst>
          </p:cNvPr>
          <p:cNvPicPr>
            <a:picLocks noChangeAspect="1"/>
          </p:cNvPicPr>
          <p:nvPr/>
        </p:nvPicPr>
        <p:blipFill>
          <a:blip r:embed="rId3"/>
          <a:stretch>
            <a:fillRect/>
          </a:stretch>
        </p:blipFill>
        <p:spPr>
          <a:xfrm>
            <a:off x="6862972" y="4537534"/>
            <a:ext cx="691149" cy="168573"/>
          </a:xfrm>
          <a:prstGeom prst="rect">
            <a:avLst/>
          </a:prstGeom>
        </p:spPr>
      </p:pic>
      <p:sp>
        <p:nvSpPr>
          <p:cNvPr id="44" name="TextBox 43">
            <a:extLst>
              <a:ext uri="{FF2B5EF4-FFF2-40B4-BE49-F238E27FC236}">
                <a16:creationId xmlns:a16="http://schemas.microsoft.com/office/drawing/2014/main" id="{A3000650-BEBB-4FE9-BC9D-C6A001CFD3DE}"/>
              </a:ext>
            </a:extLst>
          </p:cNvPr>
          <p:cNvSpPr txBox="1"/>
          <p:nvPr/>
        </p:nvSpPr>
        <p:spPr>
          <a:xfrm>
            <a:off x="2817314" y="4199685"/>
            <a:ext cx="3059582" cy="400110"/>
          </a:xfrm>
          <a:prstGeom prst="rect">
            <a:avLst/>
          </a:prstGeom>
          <a:noFill/>
        </p:spPr>
        <p:txBody>
          <a:bodyPr wrap="square" rtlCol="0">
            <a:spAutoFit/>
          </a:bodyPr>
          <a:lstStyle/>
          <a:p>
            <a:r>
              <a:rPr lang="ko-KR" altLang="en-US" sz="1000" b="1" dirty="0"/>
              <a:t>공동구매명 </a:t>
            </a:r>
            <a:r>
              <a:rPr lang="ko-KR" altLang="en-US" sz="1000" b="1" dirty="0" err="1"/>
              <a:t>공동구매명</a:t>
            </a:r>
            <a:r>
              <a:rPr lang="ko-KR" altLang="en-US" sz="1000" b="1" dirty="0"/>
              <a:t> </a:t>
            </a:r>
            <a:r>
              <a:rPr lang="ko-KR" altLang="en-US" sz="1000" b="1" dirty="0" err="1"/>
              <a:t>공동구매명</a:t>
            </a:r>
            <a:r>
              <a:rPr lang="ko-KR" altLang="en-US" sz="1000" b="1" dirty="0"/>
              <a:t> </a:t>
            </a:r>
            <a:r>
              <a:rPr lang="ko-KR" altLang="en-US" sz="1000" b="1" dirty="0" err="1"/>
              <a:t>공동구매명</a:t>
            </a:r>
            <a:endParaRPr lang="ko-KR" altLang="en-US" sz="1000" b="1" dirty="0"/>
          </a:p>
          <a:p>
            <a:endParaRPr lang="ko-KR" altLang="en-US" sz="1000" b="1" dirty="0"/>
          </a:p>
        </p:txBody>
      </p:sp>
      <p:sp>
        <p:nvSpPr>
          <p:cNvPr id="45" name="직사각형 44">
            <a:extLst>
              <a:ext uri="{FF2B5EF4-FFF2-40B4-BE49-F238E27FC236}">
                <a16:creationId xmlns:a16="http://schemas.microsoft.com/office/drawing/2014/main" id="{0DEC2D1D-9699-4A8D-87BE-557AD6EA82B7}"/>
              </a:ext>
            </a:extLst>
          </p:cNvPr>
          <p:cNvSpPr/>
          <p:nvPr/>
        </p:nvSpPr>
        <p:spPr>
          <a:xfrm>
            <a:off x="2817315" y="3946474"/>
            <a:ext cx="915635" cy="253211"/>
          </a:xfrm>
          <a:prstGeom prst="rect">
            <a:avLst/>
          </a:prstGeom>
        </p:spPr>
        <p:txBody>
          <a:bodyPr wrap="none">
            <a:spAutoFit/>
          </a:bodyPr>
          <a:lstStyle/>
          <a:p>
            <a:pPr algn="l">
              <a:lnSpc>
                <a:spcPct val="150000"/>
              </a:lnSpc>
            </a:pPr>
            <a:r>
              <a:rPr lang="en-US" altLang="ko-KR" sz="800" b="1" dirty="0">
                <a:solidFill>
                  <a:schemeClr val="accent6"/>
                </a:solidFill>
                <a:latin typeface="+mj-ea"/>
                <a:ea typeface="+mj-ea"/>
              </a:rPr>
              <a:t>MG-00120-001</a:t>
            </a:r>
            <a:endParaRPr lang="ko-KR" altLang="en-US" sz="800" b="1" dirty="0">
              <a:solidFill>
                <a:schemeClr val="accent6"/>
              </a:solidFill>
              <a:latin typeface="+mj-ea"/>
              <a:ea typeface="+mj-ea"/>
            </a:endParaRPr>
          </a:p>
        </p:txBody>
      </p:sp>
      <p:sp>
        <p:nvSpPr>
          <p:cNvPr id="46" name="직사각형 45">
            <a:extLst>
              <a:ext uri="{FF2B5EF4-FFF2-40B4-BE49-F238E27FC236}">
                <a16:creationId xmlns:a16="http://schemas.microsoft.com/office/drawing/2014/main" id="{589CD4BC-4076-4EEA-A379-302F6380E246}"/>
              </a:ext>
            </a:extLst>
          </p:cNvPr>
          <p:cNvSpPr/>
          <p:nvPr/>
        </p:nvSpPr>
        <p:spPr>
          <a:xfrm>
            <a:off x="2830028" y="4771590"/>
            <a:ext cx="1390124" cy="253211"/>
          </a:xfrm>
          <a:prstGeom prst="rect">
            <a:avLst/>
          </a:prstGeom>
        </p:spPr>
        <p:txBody>
          <a:bodyPr wrap="none">
            <a:spAutoFit/>
          </a:bodyPr>
          <a:lstStyle/>
          <a:p>
            <a:pPr algn="l">
              <a:lnSpc>
                <a:spcPct val="150000"/>
              </a:lnSpc>
            </a:pPr>
            <a:r>
              <a:rPr lang="en-US" altLang="ko-KR" sz="800" b="1" dirty="0">
                <a:latin typeface="+mj-ea"/>
                <a:ea typeface="+mj-ea"/>
              </a:rPr>
              <a:t>2025.05.12 ~ 2025.06.12</a:t>
            </a:r>
            <a:endParaRPr lang="ko-KR" altLang="en-US" sz="800" b="1" dirty="0">
              <a:latin typeface="+mj-ea"/>
              <a:ea typeface="+mj-ea"/>
            </a:endParaRPr>
          </a:p>
        </p:txBody>
      </p:sp>
      <p:cxnSp>
        <p:nvCxnSpPr>
          <p:cNvPr id="47" name="직선 연결선 46">
            <a:extLst>
              <a:ext uri="{FF2B5EF4-FFF2-40B4-BE49-F238E27FC236}">
                <a16:creationId xmlns:a16="http://schemas.microsoft.com/office/drawing/2014/main" id="{6E9BD3F5-1ECF-4C97-8351-767139BECF36}"/>
              </a:ext>
            </a:extLst>
          </p:cNvPr>
          <p:cNvCxnSpPr/>
          <p:nvPr/>
        </p:nvCxnSpPr>
        <p:spPr>
          <a:xfrm>
            <a:off x="6504031" y="4090639"/>
            <a:ext cx="0" cy="89862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8" name="직선 연결선 47">
            <a:extLst>
              <a:ext uri="{FF2B5EF4-FFF2-40B4-BE49-F238E27FC236}">
                <a16:creationId xmlns:a16="http://schemas.microsoft.com/office/drawing/2014/main" id="{BACBF581-F07A-4B93-BFE4-CDD01884D444}"/>
              </a:ext>
            </a:extLst>
          </p:cNvPr>
          <p:cNvCxnSpPr/>
          <p:nvPr/>
        </p:nvCxnSpPr>
        <p:spPr>
          <a:xfrm>
            <a:off x="7867165" y="4066196"/>
            <a:ext cx="0" cy="89862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9" name="직사각형 48">
            <a:extLst>
              <a:ext uri="{FF2B5EF4-FFF2-40B4-BE49-F238E27FC236}">
                <a16:creationId xmlns:a16="http://schemas.microsoft.com/office/drawing/2014/main" id="{DED7D191-22B5-4100-8261-F6181DCD01CD}"/>
              </a:ext>
            </a:extLst>
          </p:cNvPr>
          <p:cNvSpPr/>
          <p:nvPr/>
        </p:nvSpPr>
        <p:spPr>
          <a:xfrm>
            <a:off x="8089770" y="4398666"/>
            <a:ext cx="670123"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상세보기</a:t>
            </a:r>
            <a:endParaRPr lang="en-US" altLang="ko-KR" sz="800" dirty="0">
              <a:solidFill>
                <a:schemeClr val="tx1">
                  <a:lumMod val="50000"/>
                  <a:lumOff val="50000"/>
                </a:schemeClr>
              </a:solidFill>
            </a:endParaRPr>
          </a:p>
        </p:txBody>
      </p:sp>
      <p:cxnSp>
        <p:nvCxnSpPr>
          <p:cNvPr id="50" name="직선 연결선 49">
            <a:extLst>
              <a:ext uri="{FF2B5EF4-FFF2-40B4-BE49-F238E27FC236}">
                <a16:creationId xmlns:a16="http://schemas.microsoft.com/office/drawing/2014/main" id="{0AA80337-2CCC-4E56-898A-83F583CB1B2A}"/>
              </a:ext>
            </a:extLst>
          </p:cNvPr>
          <p:cNvCxnSpPr/>
          <p:nvPr/>
        </p:nvCxnSpPr>
        <p:spPr>
          <a:xfrm>
            <a:off x="1306480" y="3725333"/>
            <a:ext cx="7532720"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nvGrpSpPr>
          <p:cNvPr id="51" name="그룹 50">
            <a:extLst>
              <a:ext uri="{FF2B5EF4-FFF2-40B4-BE49-F238E27FC236}">
                <a16:creationId xmlns:a16="http://schemas.microsoft.com/office/drawing/2014/main" id="{36FBE1B9-434E-4E6C-AEE1-2165B5600210}"/>
              </a:ext>
            </a:extLst>
          </p:cNvPr>
          <p:cNvGrpSpPr/>
          <p:nvPr/>
        </p:nvGrpSpPr>
        <p:grpSpPr>
          <a:xfrm>
            <a:off x="1388975" y="5667714"/>
            <a:ext cx="1285164" cy="974136"/>
            <a:chOff x="2843808" y="1955121"/>
            <a:chExt cx="1674813" cy="596970"/>
          </a:xfrm>
          <a:solidFill>
            <a:schemeClr val="bg1">
              <a:lumMod val="95000"/>
            </a:schemeClr>
          </a:solidFill>
        </p:grpSpPr>
        <p:sp>
          <p:nvSpPr>
            <p:cNvPr id="52" name="Border">
              <a:extLst>
                <a:ext uri="{FF2B5EF4-FFF2-40B4-BE49-F238E27FC236}">
                  <a16:creationId xmlns:a16="http://schemas.microsoft.com/office/drawing/2014/main" id="{EB419CE3-2B8F-481C-ACB6-28E7598D29B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3" name="Line 2">
              <a:extLst>
                <a:ext uri="{FF2B5EF4-FFF2-40B4-BE49-F238E27FC236}">
                  <a16:creationId xmlns:a16="http://schemas.microsoft.com/office/drawing/2014/main" id="{9B55C731-925E-4389-A378-525D5D86726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4" name="Line 1">
              <a:extLst>
                <a:ext uri="{FF2B5EF4-FFF2-40B4-BE49-F238E27FC236}">
                  <a16:creationId xmlns:a16="http://schemas.microsoft.com/office/drawing/2014/main" id="{AA6A5CA5-EBB5-42F5-9455-C616CCD998F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5" name="TextBox 54">
              <a:extLst>
                <a:ext uri="{FF2B5EF4-FFF2-40B4-BE49-F238E27FC236}">
                  <a16:creationId xmlns:a16="http://schemas.microsoft.com/office/drawing/2014/main" id="{E505F392-153F-4AAD-AD5D-8B7D23195C9E}"/>
                </a:ext>
              </a:extLst>
            </p:cNvPr>
            <p:cNvSpPr txBox="1"/>
            <p:nvPr/>
          </p:nvSpPr>
          <p:spPr>
            <a:xfrm>
              <a:off x="3173700" y="2182877"/>
              <a:ext cx="1015025" cy="141458"/>
            </a:xfrm>
            <a:prstGeom prst="rect">
              <a:avLst/>
            </a:prstGeom>
            <a:solidFill>
              <a:schemeClr val="bg1"/>
            </a:solidFill>
            <a:ln>
              <a:noFill/>
            </a:ln>
          </p:spPr>
          <p:txBody>
            <a:bodyPr wrap="square" rtlCol="0">
              <a:spAutoFit/>
            </a:bodyPr>
            <a:lstStyle/>
            <a:p>
              <a:pPr algn="ctr"/>
              <a:r>
                <a:rPr lang="ko-KR" altLang="en-US" sz="900">
                  <a:solidFill>
                    <a:schemeClr val="tx1">
                      <a:lumMod val="50000"/>
                      <a:lumOff val="50000"/>
                    </a:schemeClr>
                  </a:solidFill>
                </a:rPr>
                <a:t>상품이미지</a:t>
              </a:r>
              <a:endParaRPr lang="ko-KR" altLang="en-US" sz="900" dirty="0">
                <a:solidFill>
                  <a:schemeClr val="tx1">
                    <a:lumMod val="50000"/>
                    <a:lumOff val="50000"/>
                  </a:schemeClr>
                </a:solidFill>
              </a:endParaRPr>
            </a:p>
          </p:txBody>
        </p:sp>
      </p:grpSp>
      <p:sp>
        <p:nvSpPr>
          <p:cNvPr id="56" name="Large Icons">
            <a:extLst>
              <a:ext uri="{FF2B5EF4-FFF2-40B4-BE49-F238E27FC236}">
                <a16:creationId xmlns:a16="http://schemas.microsoft.com/office/drawing/2014/main" id="{E98907F8-844D-4184-947A-587168F3AD7B}"/>
              </a:ext>
            </a:extLst>
          </p:cNvPr>
          <p:cNvSpPr>
            <a:spLocks noChangeAspect="1" noEditPoints="1"/>
          </p:cNvSpPr>
          <p:nvPr/>
        </p:nvSpPr>
        <p:spPr bwMode="auto">
          <a:xfrm>
            <a:off x="1873001" y="5758115"/>
            <a:ext cx="317111" cy="270274"/>
          </a:xfrm>
          <a:custGeom>
            <a:avLst/>
            <a:gdLst>
              <a:gd name="T0" fmla="*/ 0 w 667"/>
              <a:gd name="T1" fmla="*/ 0 h 560"/>
              <a:gd name="T2" fmla="*/ 0 w 667"/>
              <a:gd name="T3" fmla="*/ 560 h 560"/>
              <a:gd name="T4" fmla="*/ 667 w 667"/>
              <a:gd name="T5" fmla="*/ 560 h 560"/>
              <a:gd name="T6" fmla="*/ 667 w 667"/>
              <a:gd name="T7" fmla="*/ 0 h 560"/>
              <a:gd name="T8" fmla="*/ 0 w 667"/>
              <a:gd name="T9" fmla="*/ 0 h 560"/>
              <a:gd name="T10" fmla="*/ 27 w 667"/>
              <a:gd name="T11" fmla="*/ 27 h 560"/>
              <a:gd name="T12" fmla="*/ 640 w 667"/>
              <a:gd name="T13" fmla="*/ 27 h 560"/>
              <a:gd name="T14" fmla="*/ 640 w 667"/>
              <a:gd name="T15" fmla="*/ 534 h 560"/>
              <a:gd name="T16" fmla="*/ 27 w 667"/>
              <a:gd name="T17" fmla="*/ 534 h 560"/>
              <a:gd name="T18" fmla="*/ 27 w 667"/>
              <a:gd name="T19" fmla="*/ 27 h 560"/>
              <a:gd name="T20" fmla="*/ 67 w 667"/>
              <a:gd name="T21" fmla="*/ 67 h 560"/>
              <a:gd name="T22" fmla="*/ 67 w 667"/>
              <a:gd name="T23" fmla="*/ 494 h 560"/>
              <a:gd name="T24" fmla="*/ 600 w 667"/>
              <a:gd name="T25" fmla="*/ 494 h 560"/>
              <a:gd name="T26" fmla="*/ 600 w 667"/>
              <a:gd name="T27" fmla="*/ 67 h 560"/>
              <a:gd name="T28" fmla="*/ 67 w 667"/>
              <a:gd name="T29" fmla="*/ 67 h 560"/>
              <a:gd name="T30" fmla="*/ 93 w 667"/>
              <a:gd name="T31" fmla="*/ 94 h 560"/>
              <a:gd name="T32" fmla="*/ 573 w 667"/>
              <a:gd name="T33" fmla="*/ 94 h 560"/>
              <a:gd name="T34" fmla="*/ 573 w 667"/>
              <a:gd name="T35" fmla="*/ 335 h 560"/>
              <a:gd name="T36" fmla="*/ 472 w 667"/>
              <a:gd name="T37" fmla="*/ 295 h 560"/>
              <a:gd name="T38" fmla="*/ 461 w 667"/>
              <a:gd name="T39" fmla="*/ 295 h 560"/>
              <a:gd name="T40" fmla="*/ 364 w 667"/>
              <a:gd name="T41" fmla="*/ 343 h 560"/>
              <a:gd name="T42" fmla="*/ 237 w 667"/>
              <a:gd name="T43" fmla="*/ 166 h 560"/>
              <a:gd name="T44" fmla="*/ 226 w 667"/>
              <a:gd name="T45" fmla="*/ 160 h 560"/>
              <a:gd name="T46" fmla="*/ 217 w 667"/>
              <a:gd name="T47" fmla="*/ 165 h 560"/>
              <a:gd name="T48" fmla="*/ 93 w 667"/>
              <a:gd name="T49" fmla="*/ 309 h 560"/>
              <a:gd name="T50" fmla="*/ 93 w 667"/>
              <a:gd name="T51" fmla="*/ 94 h 560"/>
              <a:gd name="T52" fmla="*/ 440 w 667"/>
              <a:gd name="T53" fmla="*/ 147 h 560"/>
              <a:gd name="T54" fmla="*/ 387 w 667"/>
              <a:gd name="T55" fmla="*/ 200 h 560"/>
              <a:gd name="T56" fmla="*/ 440 w 667"/>
              <a:gd name="T57" fmla="*/ 254 h 560"/>
              <a:gd name="T58" fmla="*/ 493 w 667"/>
              <a:gd name="T59" fmla="*/ 200 h 560"/>
              <a:gd name="T60" fmla="*/ 440 w 667"/>
              <a:gd name="T61" fmla="*/ 147 h 560"/>
              <a:gd name="T62" fmla="*/ 440 w 667"/>
              <a:gd name="T63" fmla="*/ 174 h 560"/>
              <a:gd name="T64" fmla="*/ 467 w 667"/>
              <a:gd name="T65" fmla="*/ 200 h 560"/>
              <a:gd name="T66" fmla="*/ 440 w 667"/>
              <a:gd name="T67" fmla="*/ 227 h 560"/>
              <a:gd name="T68" fmla="*/ 413 w 667"/>
              <a:gd name="T69" fmla="*/ 200 h 560"/>
              <a:gd name="T70" fmla="*/ 440 w 667"/>
              <a:gd name="T71" fmla="*/ 174 h 560"/>
              <a:gd name="T72" fmla="*/ 226 w 667"/>
              <a:gd name="T73" fmla="*/ 195 h 560"/>
              <a:gd name="T74" fmla="*/ 349 w 667"/>
              <a:gd name="T75" fmla="*/ 368 h 560"/>
              <a:gd name="T76" fmla="*/ 366 w 667"/>
              <a:gd name="T77" fmla="*/ 372 h 560"/>
              <a:gd name="T78" fmla="*/ 467 w 667"/>
              <a:gd name="T79" fmla="*/ 322 h 560"/>
              <a:gd name="T80" fmla="*/ 573 w 667"/>
              <a:gd name="T81" fmla="*/ 364 h 560"/>
              <a:gd name="T82" fmla="*/ 573 w 667"/>
              <a:gd name="T83" fmla="*/ 467 h 560"/>
              <a:gd name="T84" fmla="*/ 93 w 667"/>
              <a:gd name="T85" fmla="*/ 467 h 560"/>
              <a:gd name="T86" fmla="*/ 93 w 667"/>
              <a:gd name="T87" fmla="*/ 350 h 560"/>
              <a:gd name="T88" fmla="*/ 226 w 667"/>
              <a:gd name="T89" fmla="*/ 19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7" h="560">
                <a:moveTo>
                  <a:pt x="0" y="0"/>
                </a:moveTo>
                <a:lnTo>
                  <a:pt x="0" y="560"/>
                </a:lnTo>
                <a:lnTo>
                  <a:pt x="667" y="560"/>
                </a:lnTo>
                <a:lnTo>
                  <a:pt x="667" y="0"/>
                </a:lnTo>
                <a:lnTo>
                  <a:pt x="0" y="0"/>
                </a:lnTo>
                <a:close/>
                <a:moveTo>
                  <a:pt x="27" y="27"/>
                </a:moveTo>
                <a:lnTo>
                  <a:pt x="640" y="27"/>
                </a:lnTo>
                <a:lnTo>
                  <a:pt x="640" y="534"/>
                </a:lnTo>
                <a:lnTo>
                  <a:pt x="27" y="534"/>
                </a:lnTo>
                <a:lnTo>
                  <a:pt x="27" y="27"/>
                </a:lnTo>
                <a:close/>
                <a:moveTo>
                  <a:pt x="67" y="67"/>
                </a:moveTo>
                <a:lnTo>
                  <a:pt x="67" y="494"/>
                </a:lnTo>
                <a:lnTo>
                  <a:pt x="600" y="494"/>
                </a:lnTo>
                <a:lnTo>
                  <a:pt x="600" y="67"/>
                </a:lnTo>
                <a:lnTo>
                  <a:pt x="67" y="67"/>
                </a:lnTo>
                <a:close/>
                <a:moveTo>
                  <a:pt x="93" y="94"/>
                </a:moveTo>
                <a:lnTo>
                  <a:pt x="573" y="94"/>
                </a:lnTo>
                <a:lnTo>
                  <a:pt x="573" y="335"/>
                </a:lnTo>
                <a:lnTo>
                  <a:pt x="472" y="295"/>
                </a:lnTo>
                <a:cubicBezTo>
                  <a:pt x="468" y="293"/>
                  <a:pt x="464" y="293"/>
                  <a:pt x="461" y="295"/>
                </a:cubicBezTo>
                <a:lnTo>
                  <a:pt x="364" y="343"/>
                </a:lnTo>
                <a:lnTo>
                  <a:pt x="237" y="166"/>
                </a:lnTo>
                <a:cubicBezTo>
                  <a:pt x="235" y="162"/>
                  <a:pt x="231" y="160"/>
                  <a:pt x="226" y="160"/>
                </a:cubicBezTo>
                <a:cubicBezTo>
                  <a:pt x="222" y="161"/>
                  <a:pt x="219" y="162"/>
                  <a:pt x="217" y="165"/>
                </a:cubicBezTo>
                <a:lnTo>
                  <a:pt x="93" y="309"/>
                </a:lnTo>
                <a:lnTo>
                  <a:pt x="93" y="94"/>
                </a:lnTo>
                <a:close/>
                <a:moveTo>
                  <a:pt x="440" y="147"/>
                </a:moveTo>
                <a:cubicBezTo>
                  <a:pt x="411" y="147"/>
                  <a:pt x="387" y="171"/>
                  <a:pt x="387" y="200"/>
                </a:cubicBezTo>
                <a:cubicBezTo>
                  <a:pt x="387" y="230"/>
                  <a:pt x="411" y="254"/>
                  <a:pt x="440" y="254"/>
                </a:cubicBezTo>
                <a:cubicBezTo>
                  <a:pt x="469" y="254"/>
                  <a:pt x="493" y="230"/>
                  <a:pt x="493" y="200"/>
                </a:cubicBezTo>
                <a:cubicBezTo>
                  <a:pt x="493" y="171"/>
                  <a:pt x="469" y="147"/>
                  <a:pt x="440" y="147"/>
                </a:cubicBezTo>
                <a:close/>
                <a:moveTo>
                  <a:pt x="440" y="174"/>
                </a:moveTo>
                <a:cubicBezTo>
                  <a:pt x="455" y="174"/>
                  <a:pt x="467" y="185"/>
                  <a:pt x="467" y="200"/>
                </a:cubicBezTo>
                <a:cubicBezTo>
                  <a:pt x="467" y="215"/>
                  <a:pt x="455" y="227"/>
                  <a:pt x="440" y="227"/>
                </a:cubicBezTo>
                <a:cubicBezTo>
                  <a:pt x="425" y="227"/>
                  <a:pt x="413" y="215"/>
                  <a:pt x="413" y="200"/>
                </a:cubicBezTo>
                <a:cubicBezTo>
                  <a:pt x="413" y="185"/>
                  <a:pt x="425" y="174"/>
                  <a:pt x="440" y="174"/>
                </a:cubicBezTo>
                <a:close/>
                <a:moveTo>
                  <a:pt x="226" y="195"/>
                </a:moveTo>
                <a:lnTo>
                  <a:pt x="349" y="368"/>
                </a:lnTo>
                <a:cubicBezTo>
                  <a:pt x="353" y="373"/>
                  <a:pt x="360" y="375"/>
                  <a:pt x="366" y="372"/>
                </a:cubicBezTo>
                <a:lnTo>
                  <a:pt x="467" y="322"/>
                </a:lnTo>
                <a:lnTo>
                  <a:pt x="573" y="364"/>
                </a:lnTo>
                <a:lnTo>
                  <a:pt x="573" y="467"/>
                </a:lnTo>
                <a:lnTo>
                  <a:pt x="93" y="467"/>
                </a:lnTo>
                <a:lnTo>
                  <a:pt x="93" y="350"/>
                </a:lnTo>
                <a:lnTo>
                  <a:pt x="226" y="195"/>
                </a:ln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57" name="직사각형 56">
            <a:extLst>
              <a:ext uri="{FF2B5EF4-FFF2-40B4-BE49-F238E27FC236}">
                <a16:creationId xmlns:a16="http://schemas.microsoft.com/office/drawing/2014/main" id="{A496FC87-6CCE-40AE-962B-CD56E6EDA891}"/>
              </a:ext>
            </a:extLst>
          </p:cNvPr>
          <p:cNvSpPr/>
          <p:nvPr/>
        </p:nvSpPr>
        <p:spPr>
          <a:xfrm>
            <a:off x="2830028" y="6082619"/>
            <a:ext cx="846707" cy="253211"/>
          </a:xfrm>
          <a:prstGeom prst="rect">
            <a:avLst/>
          </a:prstGeom>
        </p:spPr>
        <p:txBody>
          <a:bodyPr wrap="none">
            <a:spAutoFit/>
          </a:bodyPr>
          <a:lstStyle/>
          <a:p>
            <a:pPr algn="l">
              <a:lnSpc>
                <a:spcPct val="150000"/>
              </a:lnSpc>
            </a:pPr>
            <a:r>
              <a:rPr lang="ko-KR" altLang="en-US" sz="800" b="1" dirty="0">
                <a:latin typeface="+mj-ea"/>
                <a:ea typeface="+mj-ea"/>
              </a:rPr>
              <a:t>상품 제목 </a:t>
            </a:r>
            <a:r>
              <a:rPr lang="en-US" altLang="ko-KR" sz="800" b="1" dirty="0">
                <a:latin typeface="+mj-ea"/>
                <a:ea typeface="+mj-ea"/>
              </a:rPr>
              <a:t>111</a:t>
            </a:r>
            <a:endParaRPr lang="ko-KR" altLang="en-US" sz="800" b="1" dirty="0">
              <a:latin typeface="+mj-ea"/>
              <a:ea typeface="+mj-ea"/>
            </a:endParaRPr>
          </a:p>
        </p:txBody>
      </p:sp>
      <p:sp>
        <p:nvSpPr>
          <p:cNvPr id="58" name="직사각형 57">
            <a:extLst>
              <a:ext uri="{FF2B5EF4-FFF2-40B4-BE49-F238E27FC236}">
                <a16:creationId xmlns:a16="http://schemas.microsoft.com/office/drawing/2014/main" id="{EB63E9A0-E5D7-4202-8B5B-94F37F75F25F}"/>
              </a:ext>
            </a:extLst>
          </p:cNvPr>
          <p:cNvSpPr/>
          <p:nvPr/>
        </p:nvSpPr>
        <p:spPr>
          <a:xfrm>
            <a:off x="6820488" y="5944103"/>
            <a:ext cx="707245" cy="253211"/>
          </a:xfrm>
          <a:prstGeom prst="rect">
            <a:avLst/>
          </a:prstGeom>
        </p:spPr>
        <p:txBody>
          <a:bodyPr wrap="none">
            <a:spAutoFit/>
          </a:bodyPr>
          <a:lstStyle/>
          <a:p>
            <a:pPr algn="l">
              <a:lnSpc>
                <a:spcPct val="150000"/>
              </a:lnSpc>
            </a:pPr>
            <a:r>
              <a:rPr lang="en-US" altLang="ko-KR" sz="800" b="1" dirty="0">
                <a:latin typeface="+mj-ea"/>
                <a:ea typeface="+mj-ea"/>
              </a:rPr>
              <a:t>225,000 </a:t>
            </a:r>
            <a:r>
              <a:rPr lang="ko-KR" altLang="en-US" sz="800" b="1" dirty="0">
                <a:latin typeface="+mj-ea"/>
                <a:ea typeface="+mj-ea"/>
              </a:rPr>
              <a:t>원</a:t>
            </a:r>
          </a:p>
        </p:txBody>
      </p:sp>
      <p:pic>
        <p:nvPicPr>
          <p:cNvPr id="59" name="그림 58">
            <a:extLst>
              <a:ext uri="{FF2B5EF4-FFF2-40B4-BE49-F238E27FC236}">
                <a16:creationId xmlns:a16="http://schemas.microsoft.com/office/drawing/2014/main" id="{7FF8CD0E-2635-492D-896D-43ADB161CE68}"/>
              </a:ext>
            </a:extLst>
          </p:cNvPr>
          <p:cNvPicPr>
            <a:picLocks noChangeAspect="1"/>
          </p:cNvPicPr>
          <p:nvPr/>
        </p:nvPicPr>
        <p:blipFill>
          <a:blip r:embed="rId3"/>
          <a:stretch>
            <a:fillRect/>
          </a:stretch>
        </p:blipFill>
        <p:spPr>
          <a:xfrm>
            <a:off x="6862972" y="6167257"/>
            <a:ext cx="691149" cy="168573"/>
          </a:xfrm>
          <a:prstGeom prst="rect">
            <a:avLst/>
          </a:prstGeom>
        </p:spPr>
      </p:pic>
      <p:sp>
        <p:nvSpPr>
          <p:cNvPr id="60" name="TextBox 59">
            <a:extLst>
              <a:ext uri="{FF2B5EF4-FFF2-40B4-BE49-F238E27FC236}">
                <a16:creationId xmlns:a16="http://schemas.microsoft.com/office/drawing/2014/main" id="{9EF7B759-D14E-40BA-AA3D-ED044A59090A}"/>
              </a:ext>
            </a:extLst>
          </p:cNvPr>
          <p:cNvSpPr txBox="1"/>
          <p:nvPr/>
        </p:nvSpPr>
        <p:spPr>
          <a:xfrm>
            <a:off x="2817314" y="5829408"/>
            <a:ext cx="3059582" cy="400110"/>
          </a:xfrm>
          <a:prstGeom prst="rect">
            <a:avLst/>
          </a:prstGeom>
          <a:noFill/>
        </p:spPr>
        <p:txBody>
          <a:bodyPr wrap="square" rtlCol="0">
            <a:spAutoFit/>
          </a:bodyPr>
          <a:lstStyle/>
          <a:p>
            <a:r>
              <a:rPr lang="ko-KR" altLang="en-US" sz="1000" b="1" dirty="0"/>
              <a:t>공동구매명 </a:t>
            </a:r>
            <a:r>
              <a:rPr lang="ko-KR" altLang="en-US" sz="1000" b="1" dirty="0" err="1"/>
              <a:t>공동구매명</a:t>
            </a:r>
            <a:r>
              <a:rPr lang="ko-KR" altLang="en-US" sz="1000" b="1" dirty="0"/>
              <a:t> </a:t>
            </a:r>
            <a:r>
              <a:rPr lang="ko-KR" altLang="en-US" sz="1000" b="1" dirty="0" err="1"/>
              <a:t>공동구매명</a:t>
            </a:r>
            <a:r>
              <a:rPr lang="ko-KR" altLang="en-US" sz="1000" b="1" dirty="0"/>
              <a:t> </a:t>
            </a:r>
            <a:r>
              <a:rPr lang="ko-KR" altLang="en-US" sz="1000" b="1" dirty="0" err="1"/>
              <a:t>공동구매명</a:t>
            </a:r>
            <a:endParaRPr lang="ko-KR" altLang="en-US" sz="1000" b="1" dirty="0"/>
          </a:p>
          <a:p>
            <a:endParaRPr lang="ko-KR" altLang="en-US" sz="1000" b="1" dirty="0"/>
          </a:p>
        </p:txBody>
      </p:sp>
      <p:sp>
        <p:nvSpPr>
          <p:cNvPr id="61" name="직사각형 60">
            <a:extLst>
              <a:ext uri="{FF2B5EF4-FFF2-40B4-BE49-F238E27FC236}">
                <a16:creationId xmlns:a16="http://schemas.microsoft.com/office/drawing/2014/main" id="{ACCBD580-CA86-4C4E-A119-F36669694976}"/>
              </a:ext>
            </a:extLst>
          </p:cNvPr>
          <p:cNvSpPr/>
          <p:nvPr/>
        </p:nvSpPr>
        <p:spPr>
          <a:xfrm>
            <a:off x="2817315" y="5576197"/>
            <a:ext cx="915635" cy="253211"/>
          </a:xfrm>
          <a:prstGeom prst="rect">
            <a:avLst/>
          </a:prstGeom>
        </p:spPr>
        <p:txBody>
          <a:bodyPr wrap="none">
            <a:spAutoFit/>
          </a:bodyPr>
          <a:lstStyle/>
          <a:p>
            <a:pPr algn="l">
              <a:lnSpc>
                <a:spcPct val="150000"/>
              </a:lnSpc>
            </a:pPr>
            <a:r>
              <a:rPr lang="en-US" altLang="ko-KR" sz="800" b="1" dirty="0">
                <a:solidFill>
                  <a:schemeClr val="accent6"/>
                </a:solidFill>
                <a:latin typeface="+mj-ea"/>
                <a:ea typeface="+mj-ea"/>
              </a:rPr>
              <a:t>MG-00120-001</a:t>
            </a:r>
            <a:endParaRPr lang="ko-KR" altLang="en-US" sz="800" b="1" dirty="0">
              <a:solidFill>
                <a:schemeClr val="accent6"/>
              </a:solidFill>
              <a:latin typeface="+mj-ea"/>
              <a:ea typeface="+mj-ea"/>
            </a:endParaRPr>
          </a:p>
        </p:txBody>
      </p:sp>
      <p:sp>
        <p:nvSpPr>
          <p:cNvPr id="62" name="직사각형 61">
            <a:extLst>
              <a:ext uri="{FF2B5EF4-FFF2-40B4-BE49-F238E27FC236}">
                <a16:creationId xmlns:a16="http://schemas.microsoft.com/office/drawing/2014/main" id="{54E2CDEF-6065-4862-899B-8F73EBA0F89D}"/>
              </a:ext>
            </a:extLst>
          </p:cNvPr>
          <p:cNvSpPr/>
          <p:nvPr/>
        </p:nvSpPr>
        <p:spPr>
          <a:xfrm>
            <a:off x="2830028" y="6401313"/>
            <a:ext cx="1390124" cy="253211"/>
          </a:xfrm>
          <a:prstGeom prst="rect">
            <a:avLst/>
          </a:prstGeom>
        </p:spPr>
        <p:txBody>
          <a:bodyPr wrap="none">
            <a:spAutoFit/>
          </a:bodyPr>
          <a:lstStyle/>
          <a:p>
            <a:pPr algn="l">
              <a:lnSpc>
                <a:spcPct val="150000"/>
              </a:lnSpc>
            </a:pPr>
            <a:r>
              <a:rPr lang="en-US" altLang="ko-KR" sz="800" b="1" dirty="0">
                <a:latin typeface="+mj-ea"/>
                <a:ea typeface="+mj-ea"/>
              </a:rPr>
              <a:t>2025.05.12 ~ 2025.06.12</a:t>
            </a:r>
            <a:endParaRPr lang="ko-KR" altLang="en-US" sz="800" b="1" dirty="0">
              <a:latin typeface="+mj-ea"/>
              <a:ea typeface="+mj-ea"/>
            </a:endParaRPr>
          </a:p>
        </p:txBody>
      </p:sp>
      <p:cxnSp>
        <p:nvCxnSpPr>
          <p:cNvPr id="63" name="직선 연결선 62">
            <a:extLst>
              <a:ext uri="{FF2B5EF4-FFF2-40B4-BE49-F238E27FC236}">
                <a16:creationId xmlns:a16="http://schemas.microsoft.com/office/drawing/2014/main" id="{4B2F22E0-8F84-410B-A9B8-517071187E95}"/>
              </a:ext>
            </a:extLst>
          </p:cNvPr>
          <p:cNvCxnSpPr/>
          <p:nvPr/>
        </p:nvCxnSpPr>
        <p:spPr>
          <a:xfrm>
            <a:off x="6504031" y="5720362"/>
            <a:ext cx="0" cy="89862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a:extLst>
              <a:ext uri="{FF2B5EF4-FFF2-40B4-BE49-F238E27FC236}">
                <a16:creationId xmlns:a16="http://schemas.microsoft.com/office/drawing/2014/main" id="{C0744D8E-DDC0-4258-B941-7E421881B37E}"/>
              </a:ext>
            </a:extLst>
          </p:cNvPr>
          <p:cNvCxnSpPr/>
          <p:nvPr/>
        </p:nvCxnSpPr>
        <p:spPr>
          <a:xfrm>
            <a:off x="7867165" y="5695919"/>
            <a:ext cx="0" cy="89862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65" name="직사각형 64">
            <a:extLst>
              <a:ext uri="{FF2B5EF4-FFF2-40B4-BE49-F238E27FC236}">
                <a16:creationId xmlns:a16="http://schemas.microsoft.com/office/drawing/2014/main" id="{23179D05-3B3A-4D2F-97AA-0D153E14133E}"/>
              </a:ext>
            </a:extLst>
          </p:cNvPr>
          <p:cNvSpPr/>
          <p:nvPr/>
        </p:nvSpPr>
        <p:spPr>
          <a:xfrm>
            <a:off x="8089770" y="6028389"/>
            <a:ext cx="670123"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lumMod val="50000"/>
                    <a:lumOff val="50000"/>
                  </a:schemeClr>
                </a:solidFill>
              </a:rPr>
              <a:t>상세보기</a:t>
            </a:r>
            <a:endParaRPr lang="en-US" altLang="ko-KR" sz="800" dirty="0">
              <a:solidFill>
                <a:schemeClr val="tx1">
                  <a:lumMod val="50000"/>
                  <a:lumOff val="50000"/>
                </a:schemeClr>
              </a:solidFill>
            </a:endParaRPr>
          </a:p>
        </p:txBody>
      </p:sp>
      <p:cxnSp>
        <p:nvCxnSpPr>
          <p:cNvPr id="66" name="직선 연결선 65">
            <a:extLst>
              <a:ext uri="{FF2B5EF4-FFF2-40B4-BE49-F238E27FC236}">
                <a16:creationId xmlns:a16="http://schemas.microsoft.com/office/drawing/2014/main" id="{32837E2F-1625-47A2-9FBC-463D06D28396}"/>
              </a:ext>
            </a:extLst>
          </p:cNvPr>
          <p:cNvCxnSpPr/>
          <p:nvPr/>
        </p:nvCxnSpPr>
        <p:spPr>
          <a:xfrm>
            <a:off x="1306480" y="5355056"/>
            <a:ext cx="7532720"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64518058"/>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F16AB45E-BD0A-4694-BBA3-FAAF2FE19DF4}"/>
              </a:ext>
            </a:extLst>
          </p:cNvPr>
          <p:cNvGrpSpPr/>
          <p:nvPr/>
        </p:nvGrpSpPr>
        <p:grpSpPr>
          <a:xfrm>
            <a:off x="1472099" y="1212122"/>
            <a:ext cx="2798648" cy="2361452"/>
            <a:chOff x="2843808" y="1955121"/>
            <a:chExt cx="1674813" cy="596970"/>
          </a:xfrm>
          <a:solidFill>
            <a:schemeClr val="bg1">
              <a:lumMod val="95000"/>
            </a:schemeClr>
          </a:solidFill>
        </p:grpSpPr>
        <p:sp>
          <p:nvSpPr>
            <p:cNvPr id="3" name="Border">
              <a:extLst>
                <a:ext uri="{FF2B5EF4-FFF2-40B4-BE49-F238E27FC236}">
                  <a16:creationId xmlns:a16="http://schemas.microsoft.com/office/drawing/2014/main" id="{6FC8A79E-0A86-4E25-A1EE-1B89A62E55F8}"/>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 name="Line 2">
              <a:extLst>
                <a:ext uri="{FF2B5EF4-FFF2-40B4-BE49-F238E27FC236}">
                  <a16:creationId xmlns:a16="http://schemas.microsoft.com/office/drawing/2014/main" id="{28A4B360-ECEA-4012-8ADB-43CFF581CC01}"/>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 name="Line 1">
              <a:extLst>
                <a:ext uri="{FF2B5EF4-FFF2-40B4-BE49-F238E27FC236}">
                  <a16:creationId xmlns:a16="http://schemas.microsoft.com/office/drawing/2014/main" id="{46C29E38-82F8-4C70-986F-412F4BE3C888}"/>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 name="TextBox 5">
              <a:extLst>
                <a:ext uri="{FF2B5EF4-FFF2-40B4-BE49-F238E27FC236}">
                  <a16:creationId xmlns:a16="http://schemas.microsoft.com/office/drawing/2014/main" id="{5DE980EF-FBB8-4285-BAD7-9E3BEE07773C}"/>
                </a:ext>
              </a:extLst>
            </p:cNvPr>
            <p:cNvSpPr txBox="1"/>
            <p:nvPr/>
          </p:nvSpPr>
          <p:spPr>
            <a:xfrm>
              <a:off x="3381983" y="2215369"/>
              <a:ext cx="598462" cy="76475"/>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Contents</a:t>
              </a:r>
              <a:endParaRPr lang="ko-KR" altLang="en-US" sz="900" dirty="0">
                <a:solidFill>
                  <a:schemeClr val="tx1">
                    <a:lumMod val="50000"/>
                    <a:lumOff val="50000"/>
                  </a:schemeClr>
                </a:solidFill>
              </a:endParaRPr>
            </a:p>
          </p:txBody>
        </p:sp>
      </p:grpSp>
      <p:grpSp>
        <p:nvGrpSpPr>
          <p:cNvPr id="7" name="그룹 6">
            <a:extLst>
              <a:ext uri="{FF2B5EF4-FFF2-40B4-BE49-F238E27FC236}">
                <a16:creationId xmlns:a16="http://schemas.microsoft.com/office/drawing/2014/main" id="{26CB7510-3ED0-4949-981F-29FFB28D96B5}"/>
              </a:ext>
            </a:extLst>
          </p:cNvPr>
          <p:cNvGrpSpPr/>
          <p:nvPr/>
        </p:nvGrpSpPr>
        <p:grpSpPr>
          <a:xfrm>
            <a:off x="1459410" y="3687394"/>
            <a:ext cx="492940" cy="406337"/>
            <a:chOff x="3092355" y="3209109"/>
            <a:chExt cx="353705" cy="305189"/>
          </a:xfrm>
        </p:grpSpPr>
        <p:sp>
          <p:nvSpPr>
            <p:cNvPr id="8" name="Border">
              <a:extLst>
                <a:ext uri="{FF2B5EF4-FFF2-40B4-BE49-F238E27FC236}">
                  <a16:creationId xmlns:a16="http://schemas.microsoft.com/office/drawing/2014/main" id="{70FC7994-FC0F-4555-B12D-945259CB3AD6}"/>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2">
              <a:extLst>
                <a:ext uri="{FF2B5EF4-FFF2-40B4-BE49-F238E27FC236}">
                  <a16:creationId xmlns:a16="http://schemas.microsoft.com/office/drawing/2014/main" id="{686BE16C-4BD9-4FE0-AE64-3DD2AFDC7BC1}"/>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Line 1">
              <a:extLst>
                <a:ext uri="{FF2B5EF4-FFF2-40B4-BE49-F238E27FC236}">
                  <a16:creationId xmlns:a16="http://schemas.microsoft.com/office/drawing/2014/main" id="{2A2BA3C4-0D0F-49D3-A843-3C3B2B903C25}"/>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11" name="그룹 10">
            <a:extLst>
              <a:ext uri="{FF2B5EF4-FFF2-40B4-BE49-F238E27FC236}">
                <a16:creationId xmlns:a16="http://schemas.microsoft.com/office/drawing/2014/main" id="{38679C1E-89B5-4079-AB09-0F42215F8D37}"/>
              </a:ext>
            </a:extLst>
          </p:cNvPr>
          <p:cNvGrpSpPr/>
          <p:nvPr/>
        </p:nvGrpSpPr>
        <p:grpSpPr>
          <a:xfrm>
            <a:off x="2038560" y="3687390"/>
            <a:ext cx="492940" cy="406337"/>
            <a:chOff x="3092355" y="3209109"/>
            <a:chExt cx="353705" cy="305189"/>
          </a:xfrm>
        </p:grpSpPr>
        <p:sp>
          <p:nvSpPr>
            <p:cNvPr id="12" name="Border">
              <a:extLst>
                <a:ext uri="{FF2B5EF4-FFF2-40B4-BE49-F238E27FC236}">
                  <a16:creationId xmlns:a16="http://schemas.microsoft.com/office/drawing/2014/main" id="{4EC2897C-C5CD-416E-9008-08156FD33C25}"/>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 name="Line 2">
              <a:extLst>
                <a:ext uri="{FF2B5EF4-FFF2-40B4-BE49-F238E27FC236}">
                  <a16:creationId xmlns:a16="http://schemas.microsoft.com/office/drawing/2014/main" id="{BC447A35-49B4-4BD2-9B5D-AD49CA66E496}"/>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 name="Line 1">
              <a:extLst>
                <a:ext uri="{FF2B5EF4-FFF2-40B4-BE49-F238E27FC236}">
                  <a16:creationId xmlns:a16="http://schemas.microsoft.com/office/drawing/2014/main" id="{1B7DD903-2280-4819-9DC3-CBB3DA65B3C1}"/>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15" name="그룹 14">
            <a:extLst>
              <a:ext uri="{FF2B5EF4-FFF2-40B4-BE49-F238E27FC236}">
                <a16:creationId xmlns:a16="http://schemas.microsoft.com/office/drawing/2014/main" id="{A90B493D-F333-40C4-A39A-04AFEC7B8B87}"/>
              </a:ext>
            </a:extLst>
          </p:cNvPr>
          <p:cNvGrpSpPr/>
          <p:nvPr/>
        </p:nvGrpSpPr>
        <p:grpSpPr>
          <a:xfrm>
            <a:off x="2617710" y="3687390"/>
            <a:ext cx="492940" cy="406337"/>
            <a:chOff x="3092355" y="3209109"/>
            <a:chExt cx="353705" cy="305189"/>
          </a:xfrm>
        </p:grpSpPr>
        <p:sp>
          <p:nvSpPr>
            <p:cNvPr id="16" name="Border">
              <a:extLst>
                <a:ext uri="{FF2B5EF4-FFF2-40B4-BE49-F238E27FC236}">
                  <a16:creationId xmlns:a16="http://schemas.microsoft.com/office/drawing/2014/main" id="{5B16FF21-14B9-47B5-A122-6F9C6A91A57B}"/>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 name="Line 2">
              <a:extLst>
                <a:ext uri="{FF2B5EF4-FFF2-40B4-BE49-F238E27FC236}">
                  <a16:creationId xmlns:a16="http://schemas.microsoft.com/office/drawing/2014/main" id="{D8611729-4C12-41C0-9689-F9C3AD38E46B}"/>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 name="Line 1">
              <a:extLst>
                <a:ext uri="{FF2B5EF4-FFF2-40B4-BE49-F238E27FC236}">
                  <a16:creationId xmlns:a16="http://schemas.microsoft.com/office/drawing/2014/main" id="{9AF5DBA1-F31D-45D0-A54E-DF89C7CA0DBE}"/>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19" name="그룹 18">
            <a:extLst>
              <a:ext uri="{FF2B5EF4-FFF2-40B4-BE49-F238E27FC236}">
                <a16:creationId xmlns:a16="http://schemas.microsoft.com/office/drawing/2014/main" id="{C7CEB022-956E-4A7D-8FD0-2236C0C47B5D}"/>
              </a:ext>
            </a:extLst>
          </p:cNvPr>
          <p:cNvGrpSpPr/>
          <p:nvPr/>
        </p:nvGrpSpPr>
        <p:grpSpPr>
          <a:xfrm>
            <a:off x="3196860" y="3687390"/>
            <a:ext cx="492940" cy="406337"/>
            <a:chOff x="3092355" y="3209109"/>
            <a:chExt cx="353705" cy="305189"/>
          </a:xfrm>
        </p:grpSpPr>
        <p:sp>
          <p:nvSpPr>
            <p:cNvPr id="20" name="Border">
              <a:extLst>
                <a:ext uri="{FF2B5EF4-FFF2-40B4-BE49-F238E27FC236}">
                  <a16:creationId xmlns:a16="http://schemas.microsoft.com/office/drawing/2014/main" id="{95059AF8-2BF1-484C-A6CE-67D5C95BDD57}"/>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 name="Line 2">
              <a:extLst>
                <a:ext uri="{FF2B5EF4-FFF2-40B4-BE49-F238E27FC236}">
                  <a16:creationId xmlns:a16="http://schemas.microsoft.com/office/drawing/2014/main" id="{F0C66BCC-7127-4D47-8EDD-E0FA324C981B}"/>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 name="Line 1">
              <a:extLst>
                <a:ext uri="{FF2B5EF4-FFF2-40B4-BE49-F238E27FC236}">
                  <a16:creationId xmlns:a16="http://schemas.microsoft.com/office/drawing/2014/main" id="{0AE9236D-3B35-4D80-907C-1B544BEA20C0}"/>
                </a:ext>
              </a:extLst>
            </p:cNvPr>
            <p:cNvSpPr>
              <a:spLocks/>
            </p:cNvSpPr>
            <p:nvPr/>
          </p:nvSpPr>
          <p:spPr bwMode="auto">
            <a:xfrm>
              <a:off x="3092355" y="3209109"/>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23" name="그룹 22">
            <a:extLst>
              <a:ext uri="{FF2B5EF4-FFF2-40B4-BE49-F238E27FC236}">
                <a16:creationId xmlns:a16="http://schemas.microsoft.com/office/drawing/2014/main" id="{59A73494-6179-47E9-AD23-D4418867C11A}"/>
              </a:ext>
            </a:extLst>
          </p:cNvPr>
          <p:cNvGrpSpPr/>
          <p:nvPr/>
        </p:nvGrpSpPr>
        <p:grpSpPr>
          <a:xfrm>
            <a:off x="3776010" y="3687390"/>
            <a:ext cx="492942" cy="406341"/>
            <a:chOff x="3092355" y="3209106"/>
            <a:chExt cx="353706" cy="305192"/>
          </a:xfrm>
        </p:grpSpPr>
        <p:sp>
          <p:nvSpPr>
            <p:cNvPr id="24" name="Border">
              <a:extLst>
                <a:ext uri="{FF2B5EF4-FFF2-40B4-BE49-F238E27FC236}">
                  <a16:creationId xmlns:a16="http://schemas.microsoft.com/office/drawing/2014/main" id="{79EFDC82-3CAB-4B09-9ADD-9155D2586F18}"/>
                </a:ext>
              </a:extLst>
            </p:cNvPr>
            <p:cNvSpPr>
              <a:spLocks/>
            </p:cNvSpPr>
            <p:nvPr/>
          </p:nvSpPr>
          <p:spPr bwMode="auto">
            <a:xfrm>
              <a:off x="3092355" y="3209109"/>
              <a:ext cx="353705" cy="305189"/>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5" name="Line 2">
              <a:extLst>
                <a:ext uri="{FF2B5EF4-FFF2-40B4-BE49-F238E27FC236}">
                  <a16:creationId xmlns:a16="http://schemas.microsoft.com/office/drawing/2014/main" id="{22350BC2-19CB-4C15-8F68-0AD01C3D9412}"/>
                </a:ext>
              </a:extLst>
            </p:cNvPr>
            <p:cNvSpPr>
              <a:spLocks/>
            </p:cNvSpPr>
            <p:nvPr/>
          </p:nvSpPr>
          <p:spPr bwMode="auto">
            <a:xfrm>
              <a:off x="3092355" y="3209109"/>
              <a:ext cx="353705" cy="305189"/>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6" name="Line 1">
              <a:extLst>
                <a:ext uri="{FF2B5EF4-FFF2-40B4-BE49-F238E27FC236}">
                  <a16:creationId xmlns:a16="http://schemas.microsoft.com/office/drawing/2014/main" id="{BFC40432-2410-4D1F-B476-DE9004B5B9AC}"/>
                </a:ext>
              </a:extLst>
            </p:cNvPr>
            <p:cNvSpPr>
              <a:spLocks/>
            </p:cNvSpPr>
            <p:nvPr/>
          </p:nvSpPr>
          <p:spPr bwMode="auto">
            <a:xfrm>
              <a:off x="3092356" y="3209106"/>
              <a:ext cx="353705" cy="305189"/>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lumMod val="95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dirty="0">
                <a:solidFill>
                  <a:srgbClr val="5F5F5F"/>
                </a:solidFill>
                <a:latin typeface="Segoe UI" panose="020B0502040204020203" pitchFamily="34" charset="0"/>
                <a:cs typeface="Segoe UI" panose="020B0502040204020203" pitchFamily="34" charset="0"/>
              </a:endParaRPr>
            </a:p>
          </p:txBody>
        </p:sp>
      </p:grpSp>
      <p:sp>
        <p:nvSpPr>
          <p:cNvPr id="27" name="TextBox 26">
            <a:extLst>
              <a:ext uri="{FF2B5EF4-FFF2-40B4-BE49-F238E27FC236}">
                <a16:creationId xmlns:a16="http://schemas.microsoft.com/office/drawing/2014/main" id="{0801DABB-C1C5-45E4-A7A3-14A92964FBE3}"/>
              </a:ext>
            </a:extLst>
          </p:cNvPr>
          <p:cNvSpPr txBox="1"/>
          <p:nvPr/>
        </p:nvSpPr>
        <p:spPr>
          <a:xfrm>
            <a:off x="4319751" y="1146630"/>
            <a:ext cx="3948564" cy="991875"/>
          </a:xfrm>
          <a:prstGeom prst="rect">
            <a:avLst/>
          </a:prstGeom>
          <a:noFill/>
        </p:spPr>
        <p:txBody>
          <a:bodyPr wrap="square">
            <a:spAutoFit/>
          </a:bodyPr>
          <a:lstStyle/>
          <a:p>
            <a:pPr>
              <a:lnSpc>
                <a:spcPct val="150000"/>
              </a:lnSpc>
              <a:defRPr/>
            </a:pPr>
            <a:r>
              <a:rPr lang="ko-KR" altLang="en-US" sz="800" dirty="0">
                <a:solidFill>
                  <a:schemeClr val="tx1">
                    <a:lumMod val="50000"/>
                    <a:lumOff val="50000"/>
                  </a:schemeClr>
                </a:solidFill>
              </a:rPr>
              <a:t>대분류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1400" b="1" dirty="0"/>
              <a:t>공동구매명 </a:t>
            </a:r>
            <a:r>
              <a:rPr lang="ko-KR" altLang="en-US" sz="1400" b="1" dirty="0" err="1"/>
              <a:t>공동구매명</a:t>
            </a:r>
            <a:r>
              <a:rPr lang="ko-KR" altLang="en-US" sz="1400" b="1" dirty="0"/>
              <a:t> </a:t>
            </a:r>
            <a:r>
              <a:rPr lang="ko-KR" altLang="en-US" sz="1400" b="1" dirty="0" err="1"/>
              <a:t>공동구매명</a:t>
            </a:r>
            <a:r>
              <a:rPr lang="ko-KR" altLang="en-US" sz="1400" b="1" dirty="0"/>
              <a:t> </a:t>
            </a:r>
            <a:r>
              <a:rPr lang="ko-KR" altLang="en-US" sz="1400" b="1" dirty="0" err="1"/>
              <a:t>공동구매명</a:t>
            </a:r>
            <a:r>
              <a:rPr lang="ko-KR" altLang="en-US" sz="1400" b="1" dirty="0"/>
              <a:t> </a:t>
            </a:r>
            <a:endParaRPr lang="en-US" altLang="ko-KR" sz="1400" b="1" dirty="0"/>
          </a:p>
          <a:p>
            <a:pPr>
              <a:lnSpc>
                <a:spcPct val="150000"/>
              </a:lnSpc>
            </a:pPr>
            <a:r>
              <a:rPr lang="ko-KR" altLang="en-US" sz="1000" b="1" dirty="0"/>
              <a:t>공동구매 상품명</a:t>
            </a:r>
            <a:br>
              <a:rPr lang="en-US" altLang="ko-KR" sz="1000" b="1" dirty="0"/>
            </a:br>
            <a:r>
              <a:rPr lang="ko-KR" altLang="en-US" sz="800" dirty="0"/>
              <a:t>공동구매코드 </a:t>
            </a:r>
            <a:r>
              <a:rPr lang="en-US" altLang="ko-KR" sz="800" dirty="0"/>
              <a:t>:  a200392   </a:t>
            </a:r>
            <a:endParaRPr lang="ko-KR" altLang="en-US" sz="800" dirty="0"/>
          </a:p>
        </p:txBody>
      </p:sp>
      <p:sp>
        <p:nvSpPr>
          <p:cNvPr id="28" name="직사각형 27">
            <a:extLst>
              <a:ext uri="{FF2B5EF4-FFF2-40B4-BE49-F238E27FC236}">
                <a16:creationId xmlns:a16="http://schemas.microsoft.com/office/drawing/2014/main" id="{AF5B7736-5B02-4B34-BC5F-28F9B9884648}"/>
              </a:ext>
            </a:extLst>
          </p:cNvPr>
          <p:cNvSpPr/>
          <p:nvPr/>
        </p:nvSpPr>
        <p:spPr>
          <a:xfrm>
            <a:off x="1472099" y="4688875"/>
            <a:ext cx="1215128" cy="281224"/>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상세 정보</a:t>
            </a:r>
            <a:endParaRPr lang="en-US" altLang="ko-KR" sz="800" dirty="0">
              <a:solidFill>
                <a:schemeClr val="tx1"/>
              </a:solidFill>
            </a:endParaRPr>
          </a:p>
        </p:txBody>
      </p:sp>
      <p:sp>
        <p:nvSpPr>
          <p:cNvPr id="30" name="직사각형 29">
            <a:extLst>
              <a:ext uri="{FF2B5EF4-FFF2-40B4-BE49-F238E27FC236}">
                <a16:creationId xmlns:a16="http://schemas.microsoft.com/office/drawing/2014/main" id="{AA438B90-FB13-4CAE-B5B9-BBF7573C3A41}"/>
              </a:ext>
            </a:extLst>
          </p:cNvPr>
          <p:cNvSpPr/>
          <p:nvPr/>
        </p:nvSpPr>
        <p:spPr>
          <a:xfrm>
            <a:off x="1472099" y="4970098"/>
            <a:ext cx="6796216" cy="3784941"/>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solidFill>
            </a:endParaRPr>
          </a:p>
          <a:p>
            <a:endParaRPr lang="en-US" altLang="ko-KR" sz="800" dirty="0">
              <a:solidFill>
                <a:schemeClr val="tx1"/>
              </a:solidFill>
            </a:endParaRPr>
          </a:p>
          <a:p>
            <a:endParaRPr lang="en-US" altLang="ko-KR" sz="800" dirty="0">
              <a:solidFill>
                <a:schemeClr val="tx1"/>
              </a:solidFill>
            </a:endParaRPr>
          </a:p>
        </p:txBody>
      </p:sp>
      <p:pic>
        <p:nvPicPr>
          <p:cNvPr id="31" name="그림 30">
            <a:extLst>
              <a:ext uri="{FF2B5EF4-FFF2-40B4-BE49-F238E27FC236}">
                <a16:creationId xmlns:a16="http://schemas.microsoft.com/office/drawing/2014/main" id="{601A4403-5FAE-4C75-B344-493516FB8666}"/>
              </a:ext>
            </a:extLst>
          </p:cNvPr>
          <p:cNvPicPr>
            <a:picLocks noChangeAspect="1"/>
          </p:cNvPicPr>
          <p:nvPr/>
        </p:nvPicPr>
        <p:blipFill>
          <a:blip r:embed="rId2"/>
          <a:stretch>
            <a:fillRect/>
          </a:stretch>
        </p:blipFill>
        <p:spPr>
          <a:xfrm>
            <a:off x="5105042" y="3634110"/>
            <a:ext cx="3163273" cy="603519"/>
          </a:xfrm>
          <a:prstGeom prst="rect">
            <a:avLst/>
          </a:prstGeom>
        </p:spPr>
      </p:pic>
      <p:graphicFrame>
        <p:nvGraphicFramePr>
          <p:cNvPr id="33" name="표 32">
            <a:extLst>
              <a:ext uri="{FF2B5EF4-FFF2-40B4-BE49-F238E27FC236}">
                <a16:creationId xmlns:a16="http://schemas.microsoft.com/office/drawing/2014/main" id="{DB94FF2D-04B5-46A7-B738-283CFE499D96}"/>
              </a:ext>
            </a:extLst>
          </p:cNvPr>
          <p:cNvGraphicFramePr>
            <a:graphicFrameLocks noGrp="1"/>
          </p:cNvGraphicFramePr>
          <p:nvPr>
            <p:extLst>
              <p:ext uri="{D42A27DB-BD31-4B8C-83A1-F6EECF244321}">
                <p14:modId xmlns:p14="http://schemas.microsoft.com/office/powerpoint/2010/main" val="4046816682"/>
              </p:ext>
            </p:extLst>
          </p:nvPr>
        </p:nvGraphicFramePr>
        <p:xfrm>
          <a:off x="10171774" y="22159"/>
          <a:ext cx="1979018" cy="3125232"/>
        </p:xfrm>
        <a:graphic>
          <a:graphicData uri="http://schemas.openxmlformats.org/drawingml/2006/table">
            <a:tbl>
              <a:tblPr firstRow="1" bandRow="1">
                <a:tableStyleId>{5940675A-B579-460E-94D1-54222C63F5DA}</a:tableStyleId>
              </a:tblPr>
              <a:tblGrid>
                <a:gridCol w="298409">
                  <a:extLst>
                    <a:ext uri="{9D8B030D-6E8A-4147-A177-3AD203B41FA5}">
                      <a16:colId xmlns:a16="http://schemas.microsoft.com/office/drawing/2014/main" val="2768186151"/>
                    </a:ext>
                  </a:extLst>
                </a:gridCol>
                <a:gridCol w="526680">
                  <a:extLst>
                    <a:ext uri="{9D8B030D-6E8A-4147-A177-3AD203B41FA5}">
                      <a16:colId xmlns:a16="http://schemas.microsoft.com/office/drawing/2014/main" val="3760070751"/>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RF-03-04-02-7</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상품영역</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t>상품</a:t>
                      </a:r>
                      <a:r>
                        <a:rPr lang="ko-KR" altLang="en-US" sz="800" baseline="0"/>
                        <a:t> </a:t>
                      </a:r>
                      <a:r>
                        <a:rPr lang="ko-KR" altLang="en-US" sz="800" baseline="0" dirty="0"/>
                        <a:t>상세 화면 </a:t>
                      </a:r>
                      <a:r>
                        <a:rPr lang="en-US" altLang="ko-KR" sz="800" baseline="0" dirty="0"/>
                        <a:t>&gt; </a:t>
                      </a:r>
                      <a:r>
                        <a:rPr lang="ko-KR" altLang="en-US" sz="800" baseline="0" dirty="0"/>
                        <a:t>판매 정보</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판매 정보 클릭 시 출력되는 화면</a:t>
                      </a:r>
                    </a:p>
                  </a:txBody>
                  <a:tcPr anchor="ctr">
                    <a:lnB w="1270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gridSpan="2">
                  <a:txBody>
                    <a:bodyPr/>
                    <a:lstStyle/>
                    <a:p>
                      <a:pPr algn="l" latinLnBrk="1"/>
                      <a:r>
                        <a:rPr lang="ko-KR" altLang="en-US" sz="800" dirty="0"/>
                        <a:t>공동구매 기본정보 표시</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extLst>
                  <a:ext uri="{0D108BD9-81ED-4DB2-BD59-A6C34878D82A}">
                    <a16:rowId xmlns:a16="http://schemas.microsoft.com/office/drawing/2014/main" val="3358194142"/>
                  </a:ext>
                </a:extLst>
              </a:tr>
              <a:tr h="140746">
                <a:tc>
                  <a:txBody>
                    <a:bodyPr/>
                    <a:lstStyle/>
                    <a:p>
                      <a:pPr algn="ctr" latinLnBrk="1"/>
                      <a:r>
                        <a:rPr lang="en-US" altLang="ko-KR" sz="800" dirty="0"/>
                        <a:t>2</a:t>
                      </a:r>
                      <a:endParaRPr lang="ko-KR" altLang="en-US" sz="80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gridSpan="2">
                  <a:txBody>
                    <a:bodyPr/>
                    <a:lstStyle/>
                    <a:p>
                      <a:pPr algn="l" latinLnBrk="1"/>
                      <a:r>
                        <a:rPr lang="ko-KR" altLang="en-US" sz="800" dirty="0"/>
                        <a:t>공동구매 판매혜택 표시</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extLst>
                  <a:ext uri="{0D108BD9-81ED-4DB2-BD59-A6C34878D82A}">
                    <a16:rowId xmlns:a16="http://schemas.microsoft.com/office/drawing/2014/main" val="3469587985"/>
                  </a:ext>
                </a:extLst>
              </a:tr>
              <a:tr h="140746">
                <a:tc>
                  <a:txBody>
                    <a:bodyPr/>
                    <a:lstStyle/>
                    <a:p>
                      <a:pPr algn="ctr" latinLnBrk="1"/>
                      <a:r>
                        <a:rPr lang="en-US" altLang="ko-KR" sz="800" dirty="0"/>
                        <a:t>3</a:t>
                      </a:r>
                      <a:endParaRPr lang="ko-KR" altLang="en-US" sz="80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gridSpan="2">
                  <a:txBody>
                    <a:bodyPr/>
                    <a:lstStyle/>
                    <a:p>
                      <a:pPr algn="l" latinLnBrk="1"/>
                      <a:r>
                        <a:rPr lang="ko-KR" altLang="en-US" sz="800" dirty="0"/>
                        <a:t>공동구매상품 판매현황 표시 </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extLst>
                  <a:ext uri="{0D108BD9-81ED-4DB2-BD59-A6C34878D82A}">
                    <a16:rowId xmlns:a16="http://schemas.microsoft.com/office/drawing/2014/main" val="2163033528"/>
                  </a:ext>
                </a:extLst>
              </a:tr>
              <a:tr h="140746">
                <a:tc>
                  <a:txBody>
                    <a:bodyPr/>
                    <a:lstStyle/>
                    <a:p>
                      <a:pPr algn="ctr" latinLnBrk="1"/>
                      <a:r>
                        <a:rPr lang="en-US" altLang="ko-KR" sz="800" dirty="0"/>
                        <a:t>4</a:t>
                      </a:r>
                      <a:endParaRPr lang="ko-KR" altLang="en-US" sz="80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gridSpan="2">
                  <a:txBody>
                    <a:bodyPr/>
                    <a:lstStyle/>
                    <a:p>
                      <a:pPr algn="l" latinLnBrk="1"/>
                      <a:r>
                        <a:rPr lang="ko-KR" altLang="en-US" sz="800" dirty="0"/>
                        <a:t>구매현황</a:t>
                      </a:r>
                      <a:br>
                        <a:rPr lang="en-US" altLang="ko-KR" sz="800" dirty="0"/>
                      </a:br>
                      <a:r>
                        <a:rPr lang="ko-KR" altLang="en-US" sz="800" dirty="0"/>
                        <a:t>상태에서 구매확정</a:t>
                      </a:r>
                      <a:r>
                        <a:rPr lang="en-US" altLang="ko-KR" sz="800" dirty="0"/>
                        <a:t>, </a:t>
                      </a:r>
                      <a:r>
                        <a:rPr lang="ko-KR" altLang="en-US" sz="800" dirty="0" err="1"/>
                        <a:t>신청중</a:t>
                      </a:r>
                      <a:r>
                        <a:rPr lang="en-US" altLang="ko-KR" sz="800" dirty="0"/>
                        <a:t>, </a:t>
                      </a:r>
                      <a:r>
                        <a:rPr lang="ko-KR" altLang="en-US" sz="800" dirty="0" err="1"/>
                        <a:t>배송중</a:t>
                      </a:r>
                      <a:r>
                        <a:rPr lang="ko-KR" altLang="en-US" sz="800" dirty="0"/>
                        <a:t> 까지만 표시되며</a:t>
                      </a:r>
                      <a:r>
                        <a:rPr lang="en-US" altLang="ko-KR" sz="800" dirty="0"/>
                        <a:t>,</a:t>
                      </a:r>
                      <a:br>
                        <a:rPr lang="en-US" altLang="ko-KR" sz="800" dirty="0"/>
                      </a:br>
                      <a:r>
                        <a:rPr lang="ko-KR" altLang="en-US" sz="800" dirty="0"/>
                        <a:t>정렬을 구매확정일자</a:t>
                      </a:r>
                      <a:r>
                        <a:rPr lang="en-US" altLang="ko-KR" sz="800" dirty="0"/>
                        <a:t>, </a:t>
                      </a:r>
                      <a:r>
                        <a:rPr lang="ko-KR" altLang="en-US" sz="800" dirty="0"/>
                        <a:t>상태</a:t>
                      </a:r>
                      <a:r>
                        <a:rPr lang="en-US" altLang="ko-KR" sz="800" dirty="0"/>
                        <a:t>, </a:t>
                      </a:r>
                      <a:r>
                        <a:rPr lang="ko-KR" altLang="en-US" sz="800" dirty="0"/>
                        <a:t>구매일자 순으로 정렬된다</a:t>
                      </a:r>
                      <a:r>
                        <a:rPr lang="en-US" altLang="ko-KR" sz="800" dirty="0"/>
                        <a:t>.</a:t>
                      </a:r>
                      <a:endParaRPr lang="ko-KR" altLang="en-US" sz="80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extLst>
                  <a:ext uri="{0D108BD9-81ED-4DB2-BD59-A6C34878D82A}">
                    <a16:rowId xmlns:a16="http://schemas.microsoft.com/office/drawing/2014/main" val="1124433665"/>
                  </a:ext>
                </a:extLst>
              </a:tr>
              <a:tr h="140746">
                <a:tc>
                  <a:txBody>
                    <a:bodyPr/>
                    <a:lstStyle/>
                    <a:p>
                      <a:pPr algn="ctr" latinLnBrk="1"/>
                      <a:r>
                        <a:rPr lang="en-US" altLang="ko-KR" sz="800" dirty="0"/>
                        <a:t>5</a:t>
                      </a:r>
                      <a:endParaRPr lang="ko-KR" altLang="en-US" sz="80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gridSpan="2">
                  <a:txBody>
                    <a:bodyPr/>
                    <a:lstStyle/>
                    <a:p>
                      <a:pPr algn="l" latinLnBrk="1"/>
                      <a:r>
                        <a:rPr lang="ko-KR" altLang="en-US" sz="800" dirty="0"/>
                        <a:t>공동구매상품은 구매 옵션이 없음으로 구매옵션 버튼은 숨긴다</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extLst>
                  <a:ext uri="{0D108BD9-81ED-4DB2-BD59-A6C34878D82A}">
                    <a16:rowId xmlns:a16="http://schemas.microsoft.com/office/drawing/2014/main" val="543684600"/>
                  </a:ext>
                </a:extLst>
              </a:tr>
            </a:tbl>
          </a:graphicData>
        </a:graphic>
      </p:graphicFrame>
      <p:graphicFrame>
        <p:nvGraphicFramePr>
          <p:cNvPr id="34" name="표 53">
            <a:extLst>
              <a:ext uri="{FF2B5EF4-FFF2-40B4-BE49-F238E27FC236}">
                <a16:creationId xmlns:a16="http://schemas.microsoft.com/office/drawing/2014/main" id="{7A8555EE-7E76-4A21-B117-CDCF86E95F58}"/>
              </a:ext>
            </a:extLst>
          </p:cNvPr>
          <p:cNvGraphicFramePr>
            <a:graphicFrameLocks noGrp="1"/>
          </p:cNvGraphicFramePr>
          <p:nvPr>
            <p:extLst>
              <p:ext uri="{D42A27DB-BD31-4B8C-83A1-F6EECF244321}">
                <p14:modId xmlns:p14="http://schemas.microsoft.com/office/powerpoint/2010/main" val="2015476726"/>
              </p:ext>
            </p:extLst>
          </p:nvPr>
        </p:nvGraphicFramePr>
        <p:xfrm>
          <a:off x="4419177" y="2330141"/>
          <a:ext cx="3776556" cy="1143000"/>
        </p:xfrm>
        <a:graphic>
          <a:graphicData uri="http://schemas.openxmlformats.org/drawingml/2006/table">
            <a:tbl>
              <a:tblPr firstRow="1" bandRow="1">
                <a:tableStyleId>{5940675A-B579-460E-94D1-54222C63F5DA}</a:tableStyleId>
              </a:tblPr>
              <a:tblGrid>
                <a:gridCol w="1594547">
                  <a:extLst>
                    <a:ext uri="{9D8B030D-6E8A-4147-A177-3AD203B41FA5}">
                      <a16:colId xmlns:a16="http://schemas.microsoft.com/office/drawing/2014/main" val="542424783"/>
                    </a:ext>
                  </a:extLst>
                </a:gridCol>
                <a:gridCol w="2182009">
                  <a:extLst>
                    <a:ext uri="{9D8B030D-6E8A-4147-A177-3AD203B41FA5}">
                      <a16:colId xmlns:a16="http://schemas.microsoft.com/office/drawing/2014/main" val="1121069022"/>
                    </a:ext>
                  </a:extLst>
                </a:gridCol>
              </a:tblGrid>
              <a:tr h="0">
                <a:tc>
                  <a:txBody>
                    <a:bodyPr/>
                    <a:lstStyle/>
                    <a:p>
                      <a:pPr algn="ctr" latinLnBrk="1"/>
                      <a:r>
                        <a:rPr lang="ko-KR" altLang="en-US" sz="900" b="1" dirty="0"/>
                        <a:t>공동구매수량</a:t>
                      </a:r>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900" b="1" dirty="0"/>
                        <a:t>구매혜택</a:t>
                      </a:r>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720621127"/>
                  </a:ext>
                </a:extLst>
              </a:tr>
              <a:tr h="0">
                <a:tc>
                  <a:txBody>
                    <a:bodyPr/>
                    <a:lstStyle/>
                    <a:p>
                      <a:pPr latinLnBrk="1"/>
                      <a:r>
                        <a:rPr lang="en-US" altLang="ko-KR" sz="900" dirty="0"/>
                        <a:t>100</a:t>
                      </a:r>
                      <a:r>
                        <a:rPr lang="ko-KR" altLang="en-US" sz="900" dirty="0"/>
                        <a:t>개 이상 </a:t>
                      </a:r>
                      <a:r>
                        <a:rPr lang="ko-KR" altLang="en-US" sz="900" dirty="0" err="1"/>
                        <a:t>구매시</a:t>
                      </a:r>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r>
                        <a:rPr lang="en-US" altLang="ko-KR" sz="900" dirty="0"/>
                        <a:t>1000 </a:t>
                      </a:r>
                      <a:r>
                        <a:rPr lang="ko-KR" altLang="en-US" sz="900" dirty="0"/>
                        <a:t>원 할인</a:t>
                      </a:r>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088457721"/>
                  </a:ext>
                </a:extLst>
              </a:tr>
              <a:tr h="0">
                <a:tc>
                  <a:txBody>
                    <a:bodyPr/>
                    <a:lstStyle/>
                    <a:p>
                      <a:pPr latinLnBrk="1"/>
                      <a:r>
                        <a:rPr lang="en-US" altLang="ko-KR" sz="900" dirty="0"/>
                        <a:t>300</a:t>
                      </a:r>
                      <a:r>
                        <a:rPr lang="ko-KR" altLang="en-US" sz="900" dirty="0"/>
                        <a:t>개 이상 </a:t>
                      </a:r>
                      <a:r>
                        <a:rPr lang="ko-KR" altLang="en-US" sz="900" dirty="0" err="1"/>
                        <a:t>구매시</a:t>
                      </a:r>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r>
                        <a:rPr lang="en-US" altLang="ko-KR" sz="900" dirty="0"/>
                        <a:t>3000 </a:t>
                      </a:r>
                      <a:r>
                        <a:rPr lang="ko-KR" altLang="en-US" sz="900" dirty="0"/>
                        <a:t>원 할인</a:t>
                      </a:r>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552173025"/>
                  </a:ext>
                </a:extLst>
              </a:tr>
              <a:tr h="0">
                <a:tc>
                  <a:txBody>
                    <a:bodyPr/>
                    <a:lstStyle/>
                    <a:p>
                      <a:pPr latinLnBrk="1"/>
                      <a:r>
                        <a:rPr lang="en-US" altLang="ko-KR" sz="900" dirty="0"/>
                        <a:t>500</a:t>
                      </a:r>
                      <a:r>
                        <a:rPr lang="ko-KR" altLang="en-US" sz="900" dirty="0"/>
                        <a:t>개 이상 </a:t>
                      </a:r>
                      <a:r>
                        <a:rPr lang="ko-KR" altLang="en-US" sz="900" dirty="0" err="1"/>
                        <a:t>구매시</a:t>
                      </a:r>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r>
                        <a:rPr lang="en-US" altLang="ko-KR" sz="900" dirty="0"/>
                        <a:t>5000 </a:t>
                      </a:r>
                      <a:r>
                        <a:rPr lang="ko-KR" altLang="en-US" sz="900" dirty="0"/>
                        <a:t>원 할인</a:t>
                      </a:r>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40582487"/>
                  </a:ext>
                </a:extLst>
              </a:tr>
              <a:tr h="0">
                <a:tc>
                  <a:txBody>
                    <a:bodyPr/>
                    <a:lstStyle/>
                    <a:p>
                      <a:pPr latinLnBrk="1"/>
                      <a:r>
                        <a:rPr lang="en-US" altLang="ko-KR" sz="900" dirty="0"/>
                        <a:t>1000</a:t>
                      </a:r>
                      <a:r>
                        <a:rPr lang="ko-KR" altLang="en-US" sz="900" dirty="0"/>
                        <a:t>개 이상 </a:t>
                      </a:r>
                      <a:r>
                        <a:rPr lang="ko-KR" altLang="en-US" sz="900" dirty="0" err="1"/>
                        <a:t>구매시</a:t>
                      </a:r>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r>
                        <a:rPr lang="en-US" altLang="ko-KR" sz="900" dirty="0"/>
                        <a:t>10000 </a:t>
                      </a:r>
                      <a:r>
                        <a:rPr lang="ko-KR" altLang="en-US" sz="900" dirty="0"/>
                        <a:t>원 할인</a:t>
                      </a:r>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91917676"/>
                  </a:ext>
                </a:extLst>
              </a:tr>
            </a:tbl>
          </a:graphicData>
        </a:graphic>
      </p:graphicFrame>
      <p:graphicFrame>
        <p:nvGraphicFramePr>
          <p:cNvPr id="35" name="표 34">
            <a:extLst>
              <a:ext uri="{FF2B5EF4-FFF2-40B4-BE49-F238E27FC236}">
                <a16:creationId xmlns:a16="http://schemas.microsoft.com/office/drawing/2014/main" id="{2EC61C22-271C-46B4-9231-982DC3FD80FA}"/>
              </a:ext>
            </a:extLst>
          </p:cNvPr>
          <p:cNvGraphicFramePr>
            <a:graphicFrameLocks noGrp="1"/>
          </p:cNvGraphicFramePr>
          <p:nvPr>
            <p:extLst>
              <p:ext uri="{D42A27DB-BD31-4B8C-83A1-F6EECF244321}">
                <p14:modId xmlns:p14="http://schemas.microsoft.com/office/powerpoint/2010/main" val="1451494279"/>
              </p:ext>
            </p:extLst>
          </p:nvPr>
        </p:nvGraphicFramePr>
        <p:xfrm>
          <a:off x="1726926" y="5760772"/>
          <a:ext cx="6345919" cy="1143000"/>
        </p:xfrm>
        <a:graphic>
          <a:graphicData uri="http://schemas.openxmlformats.org/drawingml/2006/table">
            <a:tbl>
              <a:tblPr firstRow="1" bandRow="1">
                <a:tableStyleId>{5940675A-B579-460E-94D1-54222C63F5DA}</a:tableStyleId>
              </a:tblPr>
              <a:tblGrid>
                <a:gridCol w="374377">
                  <a:extLst>
                    <a:ext uri="{9D8B030D-6E8A-4147-A177-3AD203B41FA5}">
                      <a16:colId xmlns:a16="http://schemas.microsoft.com/office/drawing/2014/main" val="542424783"/>
                    </a:ext>
                  </a:extLst>
                </a:gridCol>
                <a:gridCol w="981012">
                  <a:extLst>
                    <a:ext uri="{9D8B030D-6E8A-4147-A177-3AD203B41FA5}">
                      <a16:colId xmlns:a16="http://schemas.microsoft.com/office/drawing/2014/main" val="1121069022"/>
                    </a:ext>
                  </a:extLst>
                </a:gridCol>
                <a:gridCol w="987068">
                  <a:extLst>
                    <a:ext uri="{9D8B030D-6E8A-4147-A177-3AD203B41FA5}">
                      <a16:colId xmlns:a16="http://schemas.microsoft.com/office/drawing/2014/main" val="3341845678"/>
                    </a:ext>
                  </a:extLst>
                </a:gridCol>
                <a:gridCol w="944678">
                  <a:extLst>
                    <a:ext uri="{9D8B030D-6E8A-4147-A177-3AD203B41FA5}">
                      <a16:colId xmlns:a16="http://schemas.microsoft.com/office/drawing/2014/main" val="4157547755"/>
                    </a:ext>
                  </a:extLst>
                </a:gridCol>
                <a:gridCol w="1610797">
                  <a:extLst>
                    <a:ext uri="{9D8B030D-6E8A-4147-A177-3AD203B41FA5}">
                      <a16:colId xmlns:a16="http://schemas.microsoft.com/office/drawing/2014/main" val="3494062142"/>
                    </a:ext>
                  </a:extLst>
                </a:gridCol>
                <a:gridCol w="1447987">
                  <a:extLst>
                    <a:ext uri="{9D8B030D-6E8A-4147-A177-3AD203B41FA5}">
                      <a16:colId xmlns:a16="http://schemas.microsoft.com/office/drawing/2014/main" val="1495045908"/>
                    </a:ext>
                  </a:extLst>
                </a:gridCol>
              </a:tblGrid>
              <a:tr h="0">
                <a:tc>
                  <a:txBody>
                    <a:bodyPr/>
                    <a:lstStyle/>
                    <a:p>
                      <a:pPr algn="ctr" latinLnBrk="1"/>
                      <a:r>
                        <a:rPr lang="en-US" altLang="ko-KR" sz="900" b="1" dirty="0"/>
                        <a:t>No</a:t>
                      </a:r>
                      <a:endParaRPr lang="ko-KR" altLang="en-US" sz="900" b="1"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900" b="1" dirty="0"/>
                        <a:t>구매자 아이디</a:t>
                      </a:r>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900" b="1" dirty="0"/>
                        <a:t>구매자 명</a:t>
                      </a:r>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900" b="1" dirty="0"/>
                        <a:t>상태</a:t>
                      </a:r>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900" b="1" dirty="0"/>
                        <a:t>구매일자</a:t>
                      </a:r>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900" b="1" dirty="0"/>
                        <a:t>구매확정일자</a:t>
                      </a:r>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720621127"/>
                  </a:ext>
                </a:extLst>
              </a:tr>
              <a:tr h="0">
                <a:tc>
                  <a:txBody>
                    <a:bodyPr/>
                    <a:lstStyle/>
                    <a:p>
                      <a:pPr algn="ctr" latinLnBrk="1"/>
                      <a:r>
                        <a:rPr lang="en-US" altLang="ko-KR" sz="900" dirty="0"/>
                        <a:t>30</a:t>
                      </a:r>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900" dirty="0" err="1"/>
                        <a:t>Ixz</a:t>
                      </a:r>
                      <a:r>
                        <a:rPr lang="en-US" altLang="ko-KR" sz="900" dirty="0"/>
                        <a:t>******</a:t>
                      </a:r>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r>
                        <a:rPr lang="ko-KR" altLang="en-US" sz="900" dirty="0"/>
                        <a:t>최</a:t>
                      </a:r>
                      <a:r>
                        <a:rPr lang="en-US" altLang="ko-KR" sz="900" dirty="0"/>
                        <a:t>**</a:t>
                      </a:r>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r>
                        <a:rPr lang="ko-KR" altLang="en-US" sz="900" dirty="0"/>
                        <a:t>구매확정</a:t>
                      </a:r>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900" dirty="0"/>
                        <a:t>2025.05.11 08:12:11</a:t>
                      </a:r>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900" dirty="0"/>
                        <a:t>2025.05.11 08:12:11</a:t>
                      </a:r>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088457721"/>
                  </a:ext>
                </a:extLst>
              </a:tr>
              <a:tr h="0">
                <a:tc>
                  <a:txBody>
                    <a:bodyPr/>
                    <a:lstStyle/>
                    <a:p>
                      <a:pPr algn="ctr" latinLnBrk="1"/>
                      <a:r>
                        <a:rPr lang="en-US" altLang="ko-KR" sz="900" dirty="0"/>
                        <a:t>29</a:t>
                      </a:r>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900" dirty="0" err="1"/>
                        <a:t>Ixz</a:t>
                      </a:r>
                      <a:r>
                        <a:rPr lang="en-US" altLang="ko-KR" sz="900" dirty="0"/>
                        <a:t>******</a:t>
                      </a:r>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r>
                        <a:rPr lang="ko-KR" altLang="en-US" sz="900" dirty="0"/>
                        <a:t>최</a:t>
                      </a:r>
                      <a:r>
                        <a:rPr lang="en-US" altLang="ko-KR" sz="900" dirty="0"/>
                        <a:t>**</a:t>
                      </a:r>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r>
                        <a:rPr lang="ko-KR" altLang="en-US" sz="900" dirty="0" err="1"/>
                        <a:t>배송중</a:t>
                      </a:r>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900" dirty="0"/>
                        <a:t>2025.05.11 08:12:11</a:t>
                      </a:r>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900" dirty="0"/>
                        <a:t>--</a:t>
                      </a:r>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552173025"/>
                  </a:ext>
                </a:extLst>
              </a:tr>
              <a:tr h="0">
                <a:tc>
                  <a:txBody>
                    <a:bodyPr/>
                    <a:lstStyle/>
                    <a:p>
                      <a:pPr algn="ctr" latinLnBrk="1"/>
                      <a:r>
                        <a:rPr lang="en-US" altLang="ko-KR" sz="900" dirty="0"/>
                        <a:t>28</a:t>
                      </a:r>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900" dirty="0" err="1"/>
                        <a:t>Ixz</a:t>
                      </a:r>
                      <a:r>
                        <a:rPr lang="en-US" altLang="ko-KR" sz="900" dirty="0"/>
                        <a:t>******</a:t>
                      </a:r>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r>
                        <a:rPr lang="ko-KR" altLang="en-US" sz="900" dirty="0"/>
                        <a:t>최</a:t>
                      </a:r>
                      <a:r>
                        <a:rPr lang="en-US" altLang="ko-KR" sz="900" dirty="0"/>
                        <a:t>**</a:t>
                      </a:r>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900" dirty="0" err="1"/>
                        <a:t>배송중</a:t>
                      </a:r>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900" dirty="0"/>
                        <a:t>2025.05.11 08:12:11</a:t>
                      </a:r>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900" dirty="0"/>
                        <a:t>--</a:t>
                      </a:r>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40582487"/>
                  </a:ext>
                </a:extLst>
              </a:tr>
              <a:tr h="0">
                <a:tc>
                  <a:txBody>
                    <a:bodyPr/>
                    <a:lstStyle/>
                    <a:p>
                      <a:pPr algn="ctr" latinLnBrk="1"/>
                      <a:r>
                        <a:rPr lang="en-US" altLang="ko-KR" sz="900" dirty="0"/>
                        <a:t>27</a:t>
                      </a:r>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900" dirty="0" err="1"/>
                        <a:t>Ixz</a:t>
                      </a:r>
                      <a:r>
                        <a:rPr lang="en-US" altLang="ko-KR" sz="900" dirty="0"/>
                        <a:t>******</a:t>
                      </a:r>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r>
                        <a:rPr lang="ko-KR" altLang="en-US" sz="900" dirty="0"/>
                        <a:t>최</a:t>
                      </a:r>
                      <a:r>
                        <a:rPr lang="en-US" altLang="ko-KR" sz="900" dirty="0"/>
                        <a:t>**</a:t>
                      </a:r>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900" dirty="0" err="1"/>
                        <a:t>배송중</a:t>
                      </a:r>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900" dirty="0"/>
                        <a:t>2025.05.11 08:12:11</a:t>
                      </a:r>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900" dirty="0"/>
                        <a:t>--</a:t>
                      </a:r>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91917676"/>
                  </a:ext>
                </a:extLst>
              </a:tr>
            </a:tbl>
          </a:graphicData>
        </a:graphic>
      </p:graphicFrame>
      <p:pic>
        <p:nvPicPr>
          <p:cNvPr id="36" name="Picture 2">
            <a:extLst>
              <a:ext uri="{FF2B5EF4-FFF2-40B4-BE49-F238E27FC236}">
                <a16:creationId xmlns:a16="http://schemas.microsoft.com/office/drawing/2014/main" id="{DD431948-3A4D-4C24-8A33-A349922D7A8B}"/>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689404" y="7118391"/>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7" name="직사각형 36">
            <a:extLst>
              <a:ext uri="{FF2B5EF4-FFF2-40B4-BE49-F238E27FC236}">
                <a16:creationId xmlns:a16="http://schemas.microsoft.com/office/drawing/2014/main" id="{5A116A31-7345-4722-A117-F7369962562B}"/>
              </a:ext>
            </a:extLst>
          </p:cNvPr>
          <p:cNvSpPr/>
          <p:nvPr/>
        </p:nvSpPr>
        <p:spPr>
          <a:xfrm>
            <a:off x="41175" y="8162072"/>
            <a:ext cx="10024049" cy="603519"/>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8" name="그룹 37">
            <a:extLst>
              <a:ext uri="{FF2B5EF4-FFF2-40B4-BE49-F238E27FC236}">
                <a16:creationId xmlns:a16="http://schemas.microsoft.com/office/drawing/2014/main" id="{5F5B87C7-1CCB-4F77-A77F-95594966BAF9}"/>
              </a:ext>
            </a:extLst>
          </p:cNvPr>
          <p:cNvGrpSpPr/>
          <p:nvPr/>
        </p:nvGrpSpPr>
        <p:grpSpPr>
          <a:xfrm>
            <a:off x="1459410" y="8294554"/>
            <a:ext cx="2414206" cy="338554"/>
            <a:chOff x="1237833" y="3417650"/>
            <a:chExt cx="1708480" cy="338554"/>
          </a:xfrm>
        </p:grpSpPr>
        <p:grpSp>
          <p:nvGrpSpPr>
            <p:cNvPr id="39" name="그룹 38">
              <a:extLst>
                <a:ext uri="{FF2B5EF4-FFF2-40B4-BE49-F238E27FC236}">
                  <a16:creationId xmlns:a16="http://schemas.microsoft.com/office/drawing/2014/main" id="{18512819-6AA7-46F1-88A2-1327384568D5}"/>
                </a:ext>
              </a:extLst>
            </p:cNvPr>
            <p:cNvGrpSpPr/>
            <p:nvPr/>
          </p:nvGrpSpPr>
          <p:grpSpPr>
            <a:xfrm>
              <a:off x="1237833" y="3462866"/>
              <a:ext cx="378630" cy="248122"/>
              <a:chOff x="2681976" y="1955121"/>
              <a:chExt cx="1993118" cy="596970"/>
            </a:xfrm>
          </p:grpSpPr>
          <p:sp>
            <p:nvSpPr>
              <p:cNvPr id="41" name="Border">
                <a:extLst>
                  <a:ext uri="{FF2B5EF4-FFF2-40B4-BE49-F238E27FC236}">
                    <a16:creationId xmlns:a16="http://schemas.microsoft.com/office/drawing/2014/main" id="{E782E785-D288-4208-A5C1-CD179DC801E9}"/>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2" name="Line 2">
                <a:extLst>
                  <a:ext uri="{FF2B5EF4-FFF2-40B4-BE49-F238E27FC236}">
                    <a16:creationId xmlns:a16="http://schemas.microsoft.com/office/drawing/2014/main" id="{0F546A60-FE14-419E-9509-D03994DD081E}"/>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3" name="Line 1">
                <a:extLst>
                  <a:ext uri="{FF2B5EF4-FFF2-40B4-BE49-F238E27FC236}">
                    <a16:creationId xmlns:a16="http://schemas.microsoft.com/office/drawing/2014/main" id="{B48FDE4C-ADF8-4890-AB90-ABA6253EE08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4" name="TextBox 43">
                <a:extLst>
                  <a:ext uri="{FF2B5EF4-FFF2-40B4-BE49-F238E27FC236}">
                    <a16:creationId xmlns:a16="http://schemas.microsoft.com/office/drawing/2014/main" id="{8A0CDB38-999C-457F-9BBD-116AD9E1B65C}"/>
                  </a:ext>
                </a:extLst>
              </p:cNvPr>
              <p:cNvSpPr txBox="1"/>
              <p:nvPr/>
            </p:nvSpPr>
            <p:spPr>
              <a:xfrm>
                <a:off x="2681976" y="2012505"/>
                <a:ext cx="1993118" cy="518348"/>
              </a:xfrm>
              <a:prstGeom prst="rect">
                <a:avLst/>
              </a:prstGeom>
              <a:noFill/>
              <a:ln>
                <a:noFill/>
              </a:ln>
            </p:spPr>
            <p:txBody>
              <a:bodyPr wrap="non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40" name="직사각형 39">
              <a:extLst>
                <a:ext uri="{FF2B5EF4-FFF2-40B4-BE49-F238E27FC236}">
                  <a16:creationId xmlns:a16="http://schemas.microsoft.com/office/drawing/2014/main" id="{29AF8948-135D-4FCD-9A5C-69C66E7DF670}"/>
                </a:ext>
              </a:extLst>
            </p:cNvPr>
            <p:cNvSpPr/>
            <p:nvPr/>
          </p:nvSpPr>
          <p:spPr>
            <a:xfrm>
              <a:off x="1604380" y="3417650"/>
              <a:ext cx="1341933" cy="338554"/>
            </a:xfrm>
            <a:prstGeom prst="rect">
              <a:avLst/>
            </a:prstGeom>
          </p:spPr>
          <p:txBody>
            <a:bodyPr wrap="square">
              <a:spAutoFit/>
            </a:bodyPr>
            <a:lstStyle/>
            <a:p>
              <a:r>
                <a:rPr lang="ko-KR" altLang="en-US" sz="800" b="1" dirty="0"/>
                <a:t>공동구매 상품명</a:t>
              </a:r>
              <a:br>
                <a:rPr lang="en-US" altLang="ko-KR" sz="800" b="1" dirty="0"/>
              </a:br>
              <a:r>
                <a:rPr lang="en-US" altLang="ko-KR" sz="800" dirty="0">
                  <a:solidFill>
                    <a:schemeClr val="tx1">
                      <a:lumMod val="50000"/>
                      <a:lumOff val="50000"/>
                    </a:schemeClr>
                  </a:solidFill>
                </a:rPr>
                <a:t>a200392</a:t>
              </a:r>
            </a:p>
          </p:txBody>
        </p:sp>
      </p:grpSp>
      <p:cxnSp>
        <p:nvCxnSpPr>
          <p:cNvPr id="47" name="직선 연결선 46">
            <a:extLst>
              <a:ext uri="{FF2B5EF4-FFF2-40B4-BE49-F238E27FC236}">
                <a16:creationId xmlns:a16="http://schemas.microsoft.com/office/drawing/2014/main" id="{D6B0C59E-8F2E-40DB-A4E0-073FB3B05BA6}"/>
              </a:ext>
            </a:extLst>
          </p:cNvPr>
          <p:cNvCxnSpPr>
            <a:cxnSpLocks/>
          </p:cNvCxnSpPr>
          <p:nvPr/>
        </p:nvCxnSpPr>
        <p:spPr>
          <a:xfrm flipH="1">
            <a:off x="41176" y="8153244"/>
            <a:ext cx="10024048" cy="0"/>
          </a:xfrm>
          <a:prstGeom prst="line">
            <a:avLst/>
          </a:prstGeom>
          <a:ln w="31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50" name="TextBox 49">
            <a:extLst>
              <a:ext uri="{FF2B5EF4-FFF2-40B4-BE49-F238E27FC236}">
                <a16:creationId xmlns:a16="http://schemas.microsoft.com/office/drawing/2014/main" id="{D0F621D2-D431-4AAA-95B1-5BE928511DEE}"/>
              </a:ext>
            </a:extLst>
          </p:cNvPr>
          <p:cNvSpPr txBox="1"/>
          <p:nvPr/>
        </p:nvSpPr>
        <p:spPr>
          <a:xfrm>
            <a:off x="4254982" y="8302366"/>
            <a:ext cx="1736373" cy="338554"/>
          </a:xfrm>
          <a:prstGeom prst="rect">
            <a:avLst/>
          </a:prstGeom>
          <a:noFill/>
        </p:spPr>
        <p:txBody>
          <a:bodyPr wrap="none" rtlCol="0">
            <a:spAutoFit/>
          </a:bodyPr>
          <a:lstStyle/>
          <a:p>
            <a:r>
              <a:rPr lang="ko-KR" altLang="en-US" sz="1200" b="1" dirty="0"/>
              <a:t>총 상품금액   </a:t>
            </a:r>
            <a:r>
              <a:rPr lang="en-US" altLang="ko-KR" sz="1600" b="1" dirty="0">
                <a:solidFill>
                  <a:srgbClr val="FF0000"/>
                </a:solidFill>
              </a:rPr>
              <a:t>300</a:t>
            </a:r>
            <a:r>
              <a:rPr lang="en-US" altLang="ko-KR" sz="1200" b="1" dirty="0">
                <a:solidFill>
                  <a:srgbClr val="FF0000"/>
                </a:solidFill>
              </a:rPr>
              <a:t> </a:t>
            </a:r>
            <a:r>
              <a:rPr lang="ko-KR" altLang="en-US" sz="1200" b="1" dirty="0">
                <a:solidFill>
                  <a:srgbClr val="FF0000"/>
                </a:solidFill>
              </a:rPr>
              <a:t>원</a:t>
            </a:r>
          </a:p>
        </p:txBody>
      </p:sp>
      <p:sp>
        <p:nvSpPr>
          <p:cNvPr id="51" name="사각형: 둥근 모서리 50">
            <a:extLst>
              <a:ext uri="{FF2B5EF4-FFF2-40B4-BE49-F238E27FC236}">
                <a16:creationId xmlns:a16="http://schemas.microsoft.com/office/drawing/2014/main" id="{479CD49D-6E85-4352-99D7-626E537E0944}"/>
              </a:ext>
            </a:extLst>
          </p:cNvPr>
          <p:cNvSpPr/>
          <p:nvPr/>
        </p:nvSpPr>
        <p:spPr>
          <a:xfrm>
            <a:off x="6087851" y="8325098"/>
            <a:ext cx="1132764" cy="277466"/>
          </a:xfrm>
          <a:prstGeom prst="roundRect">
            <a:avLst>
              <a:gd name="adj" fmla="val 5000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tx1"/>
                </a:solidFill>
              </a:rPr>
              <a:t>장바구니</a:t>
            </a:r>
          </a:p>
        </p:txBody>
      </p:sp>
      <p:sp>
        <p:nvSpPr>
          <p:cNvPr id="52" name="사각형: 둥근 모서리 51">
            <a:extLst>
              <a:ext uri="{FF2B5EF4-FFF2-40B4-BE49-F238E27FC236}">
                <a16:creationId xmlns:a16="http://schemas.microsoft.com/office/drawing/2014/main" id="{F76C6AED-84C3-4747-B187-B849683A8CE7}"/>
              </a:ext>
            </a:extLst>
          </p:cNvPr>
          <p:cNvSpPr/>
          <p:nvPr/>
        </p:nvSpPr>
        <p:spPr>
          <a:xfrm>
            <a:off x="7293059" y="8319823"/>
            <a:ext cx="1132764" cy="277466"/>
          </a:xfrm>
          <a:prstGeom prst="roundRect">
            <a:avLst>
              <a:gd name="adj" fmla="val 50000"/>
            </a:avLst>
          </a:prstGeom>
          <a:solidFill>
            <a:srgbClr val="0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구매하기</a:t>
            </a:r>
          </a:p>
        </p:txBody>
      </p:sp>
      <p:sp>
        <p:nvSpPr>
          <p:cNvPr id="53" name="TextBox 52">
            <a:extLst>
              <a:ext uri="{FF2B5EF4-FFF2-40B4-BE49-F238E27FC236}">
                <a16:creationId xmlns:a16="http://schemas.microsoft.com/office/drawing/2014/main" id="{87302E1F-11FD-4098-80B4-9AA5D338F2BC}"/>
              </a:ext>
            </a:extLst>
          </p:cNvPr>
          <p:cNvSpPr txBox="1"/>
          <p:nvPr/>
        </p:nvSpPr>
        <p:spPr>
          <a:xfrm>
            <a:off x="4293181" y="2252321"/>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55" name="TextBox 54">
            <a:extLst>
              <a:ext uri="{FF2B5EF4-FFF2-40B4-BE49-F238E27FC236}">
                <a16:creationId xmlns:a16="http://schemas.microsoft.com/office/drawing/2014/main" id="{DE63EE7C-4DF5-49F7-B1B5-C30EF83E92DC}"/>
              </a:ext>
            </a:extLst>
          </p:cNvPr>
          <p:cNvSpPr txBox="1"/>
          <p:nvPr/>
        </p:nvSpPr>
        <p:spPr>
          <a:xfrm>
            <a:off x="1569418" y="5625273"/>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56" name="TextBox 55">
            <a:extLst>
              <a:ext uri="{FF2B5EF4-FFF2-40B4-BE49-F238E27FC236}">
                <a16:creationId xmlns:a16="http://schemas.microsoft.com/office/drawing/2014/main" id="{09D546F0-5715-404D-9403-9703D93E1244}"/>
              </a:ext>
            </a:extLst>
          </p:cNvPr>
          <p:cNvSpPr txBox="1"/>
          <p:nvPr/>
        </p:nvSpPr>
        <p:spPr>
          <a:xfrm>
            <a:off x="3723783" y="5308979"/>
            <a:ext cx="1721946" cy="276999"/>
          </a:xfrm>
          <a:prstGeom prst="rect">
            <a:avLst/>
          </a:prstGeom>
          <a:noFill/>
        </p:spPr>
        <p:txBody>
          <a:bodyPr wrap="none" rtlCol="0">
            <a:spAutoFit/>
          </a:bodyPr>
          <a:lstStyle/>
          <a:p>
            <a:r>
              <a:rPr lang="ko-KR" altLang="en-US" sz="1000" dirty="0"/>
              <a:t>●  구매확정수량</a:t>
            </a:r>
            <a:r>
              <a:rPr lang="ko-KR" altLang="en-US" sz="1200" dirty="0"/>
              <a:t> </a:t>
            </a:r>
            <a:r>
              <a:rPr lang="en-US" altLang="ko-KR" sz="1200" dirty="0"/>
              <a:t>:  30 </a:t>
            </a:r>
            <a:r>
              <a:rPr lang="ko-KR" altLang="en-US" sz="1000" dirty="0"/>
              <a:t>개</a:t>
            </a:r>
          </a:p>
        </p:txBody>
      </p:sp>
      <p:sp>
        <p:nvSpPr>
          <p:cNvPr id="57" name="TextBox 56">
            <a:extLst>
              <a:ext uri="{FF2B5EF4-FFF2-40B4-BE49-F238E27FC236}">
                <a16:creationId xmlns:a16="http://schemas.microsoft.com/office/drawing/2014/main" id="{6966F309-EC66-4877-A425-3BB76E3F83B5}"/>
              </a:ext>
            </a:extLst>
          </p:cNvPr>
          <p:cNvSpPr txBox="1"/>
          <p:nvPr/>
        </p:nvSpPr>
        <p:spPr>
          <a:xfrm>
            <a:off x="1569418" y="5633431"/>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
        <p:nvSpPr>
          <p:cNvPr id="58" name="TextBox 57">
            <a:extLst>
              <a:ext uri="{FF2B5EF4-FFF2-40B4-BE49-F238E27FC236}">
                <a16:creationId xmlns:a16="http://schemas.microsoft.com/office/drawing/2014/main" id="{1B1B1666-7120-4121-9D7C-0646859429A7}"/>
              </a:ext>
            </a:extLst>
          </p:cNvPr>
          <p:cNvSpPr txBox="1"/>
          <p:nvPr/>
        </p:nvSpPr>
        <p:spPr>
          <a:xfrm>
            <a:off x="7293059" y="8007478"/>
            <a:ext cx="251992" cy="230832"/>
          </a:xfrm>
          <a:prstGeom prst="rect">
            <a:avLst/>
          </a:prstGeom>
          <a:solidFill>
            <a:srgbClr val="FF0000"/>
          </a:solidFill>
        </p:spPr>
        <p:txBody>
          <a:bodyPr wrap="none" rtlCol="0">
            <a:spAutoFit/>
          </a:bodyPr>
          <a:lstStyle/>
          <a:p>
            <a:r>
              <a:rPr lang="en-US" altLang="ko-KR" sz="900" b="1" dirty="0">
                <a:solidFill>
                  <a:schemeClr val="bg1"/>
                </a:solidFill>
              </a:rPr>
              <a:t>5</a:t>
            </a:r>
            <a:endParaRPr lang="ko-KR" altLang="en-US" sz="900" b="1" dirty="0">
              <a:solidFill>
                <a:schemeClr val="bg1"/>
              </a:solidFill>
            </a:endParaRPr>
          </a:p>
        </p:txBody>
      </p:sp>
      <p:sp>
        <p:nvSpPr>
          <p:cNvPr id="59" name="TextBox 58">
            <a:extLst>
              <a:ext uri="{FF2B5EF4-FFF2-40B4-BE49-F238E27FC236}">
                <a16:creationId xmlns:a16="http://schemas.microsoft.com/office/drawing/2014/main" id="{AC6C0831-2478-43B2-B74E-2FDC148C0C19}"/>
              </a:ext>
            </a:extLst>
          </p:cNvPr>
          <p:cNvSpPr txBox="1"/>
          <p:nvPr/>
        </p:nvSpPr>
        <p:spPr>
          <a:xfrm>
            <a:off x="4293181" y="1311386"/>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60" name="직사각형 59">
            <a:extLst>
              <a:ext uri="{FF2B5EF4-FFF2-40B4-BE49-F238E27FC236}">
                <a16:creationId xmlns:a16="http://schemas.microsoft.com/office/drawing/2014/main" id="{93BB2B9A-C4C5-4E29-93D2-6FBFEE0EA314}"/>
              </a:ext>
            </a:extLst>
          </p:cNvPr>
          <p:cNvSpPr/>
          <p:nvPr/>
        </p:nvSpPr>
        <p:spPr>
          <a:xfrm>
            <a:off x="2687227" y="4688875"/>
            <a:ext cx="1215128" cy="281224"/>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판매 정보</a:t>
            </a:r>
            <a:endParaRPr lang="en-US" altLang="ko-KR" sz="800" dirty="0">
              <a:solidFill>
                <a:schemeClr val="tx1"/>
              </a:solidFill>
            </a:endParaRPr>
          </a:p>
        </p:txBody>
      </p:sp>
      <p:sp>
        <p:nvSpPr>
          <p:cNvPr id="29" name="직사각형 28">
            <a:extLst>
              <a:ext uri="{FF2B5EF4-FFF2-40B4-BE49-F238E27FC236}">
                <a16:creationId xmlns:a16="http://schemas.microsoft.com/office/drawing/2014/main" id="{B628EB41-54E9-4CE2-9321-F8E3E26DEA86}"/>
              </a:ext>
            </a:extLst>
          </p:cNvPr>
          <p:cNvSpPr/>
          <p:nvPr/>
        </p:nvSpPr>
        <p:spPr>
          <a:xfrm>
            <a:off x="3902355" y="4688875"/>
            <a:ext cx="1215128" cy="281224"/>
          </a:xfrm>
          <a:prstGeom prst="rect">
            <a:avLst/>
          </a:prstGeom>
          <a:solidFill>
            <a:schemeClr val="tx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공동구매현황</a:t>
            </a:r>
            <a:endParaRPr lang="en-US" altLang="ko-KR" sz="800" b="1" dirty="0">
              <a:solidFill>
                <a:schemeClr val="bg1"/>
              </a:solidFill>
            </a:endParaRPr>
          </a:p>
        </p:txBody>
      </p:sp>
      <p:sp>
        <p:nvSpPr>
          <p:cNvPr id="32" name="직사각형 31">
            <a:extLst>
              <a:ext uri="{FF2B5EF4-FFF2-40B4-BE49-F238E27FC236}">
                <a16:creationId xmlns:a16="http://schemas.microsoft.com/office/drawing/2014/main" id="{BF16F540-C52B-42C9-865A-3FAB6637A8D1}"/>
              </a:ext>
            </a:extLst>
          </p:cNvPr>
          <p:cNvSpPr/>
          <p:nvPr/>
        </p:nvSpPr>
        <p:spPr>
          <a:xfrm>
            <a:off x="5117483" y="4689956"/>
            <a:ext cx="1215128" cy="281224"/>
          </a:xfrm>
          <a:prstGeom prst="rect">
            <a:avLst/>
          </a:prstGeom>
          <a:solidFill>
            <a:schemeClr val="bg1"/>
          </a:solidFill>
          <a:ln w="6350">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tx1"/>
                </a:solidFill>
              </a:rPr>
              <a:t>상품 </a:t>
            </a:r>
            <a:r>
              <a:rPr lang="en-US" altLang="ko-KR" sz="800" dirty="0">
                <a:solidFill>
                  <a:schemeClr val="tx1"/>
                </a:solidFill>
              </a:rPr>
              <a:t>Q&amp;A</a:t>
            </a:r>
          </a:p>
        </p:txBody>
      </p:sp>
      <p:sp>
        <p:nvSpPr>
          <p:cNvPr id="54" name="TextBox 53">
            <a:extLst>
              <a:ext uri="{FF2B5EF4-FFF2-40B4-BE49-F238E27FC236}">
                <a16:creationId xmlns:a16="http://schemas.microsoft.com/office/drawing/2014/main" id="{7DAC4B8D-82B8-4832-B75C-D461DA35970E}"/>
              </a:ext>
            </a:extLst>
          </p:cNvPr>
          <p:cNvSpPr txBox="1"/>
          <p:nvPr/>
        </p:nvSpPr>
        <p:spPr>
          <a:xfrm>
            <a:off x="3746628" y="4584506"/>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Tree>
    <p:extLst>
      <p:ext uri="{BB962C8B-B14F-4D97-AF65-F5344CB8AC3E}">
        <p14:creationId xmlns:p14="http://schemas.microsoft.com/office/powerpoint/2010/main" val="3591387705"/>
      </p:ext>
    </p:extLst>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1218CE41-42FE-496D-B615-F078EFDE8C0B}"/>
              </a:ext>
            </a:extLst>
          </p:cNvPr>
          <p:cNvSpPr txBox="1"/>
          <p:nvPr/>
        </p:nvSpPr>
        <p:spPr>
          <a:xfrm>
            <a:off x="4704871" y="843499"/>
            <a:ext cx="800219" cy="276999"/>
          </a:xfrm>
          <a:prstGeom prst="rect">
            <a:avLst/>
          </a:prstGeom>
          <a:noFill/>
        </p:spPr>
        <p:txBody>
          <a:bodyPr wrap="none" rtlCol="0">
            <a:spAutoFit/>
          </a:bodyPr>
          <a:lstStyle/>
          <a:p>
            <a:r>
              <a:rPr lang="ko-KR" altLang="en-US" sz="1200" b="1" dirty="0"/>
              <a:t>장바구니</a:t>
            </a:r>
          </a:p>
        </p:txBody>
      </p:sp>
      <p:cxnSp>
        <p:nvCxnSpPr>
          <p:cNvPr id="4" name="직선 연결선 3">
            <a:extLst>
              <a:ext uri="{FF2B5EF4-FFF2-40B4-BE49-F238E27FC236}">
                <a16:creationId xmlns:a16="http://schemas.microsoft.com/office/drawing/2014/main" id="{6322FF12-CD59-4D4D-9E4D-330D06FB2576}"/>
              </a:ext>
            </a:extLst>
          </p:cNvPr>
          <p:cNvCxnSpPr>
            <a:cxnSpLocks/>
          </p:cNvCxnSpPr>
          <p:nvPr/>
        </p:nvCxnSpPr>
        <p:spPr>
          <a:xfrm>
            <a:off x="1481667" y="1680583"/>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FBFE529C-AE01-4F3B-A74A-D80A2B5C13FE}"/>
              </a:ext>
            </a:extLst>
          </p:cNvPr>
          <p:cNvSpPr txBox="1"/>
          <p:nvPr/>
        </p:nvSpPr>
        <p:spPr>
          <a:xfrm>
            <a:off x="1481667" y="1844844"/>
            <a:ext cx="742511" cy="246221"/>
          </a:xfrm>
          <a:prstGeom prst="rect">
            <a:avLst/>
          </a:prstGeom>
          <a:noFill/>
        </p:spPr>
        <p:txBody>
          <a:bodyPr wrap="none" rtlCol="0">
            <a:spAutoFit/>
          </a:bodyPr>
          <a:lstStyle/>
          <a:p>
            <a:r>
              <a:rPr lang="ko-KR" altLang="en-US" sz="1000" dirty="0"/>
              <a:t>상품 정보</a:t>
            </a:r>
          </a:p>
        </p:txBody>
      </p:sp>
      <p:cxnSp>
        <p:nvCxnSpPr>
          <p:cNvPr id="6" name="직선 연결선 5">
            <a:extLst>
              <a:ext uri="{FF2B5EF4-FFF2-40B4-BE49-F238E27FC236}">
                <a16:creationId xmlns:a16="http://schemas.microsoft.com/office/drawing/2014/main" id="{7EB4CE92-7DFB-4925-866E-2269768A4768}"/>
              </a:ext>
            </a:extLst>
          </p:cNvPr>
          <p:cNvCxnSpPr>
            <a:cxnSpLocks/>
          </p:cNvCxnSpPr>
          <p:nvPr/>
        </p:nvCxnSpPr>
        <p:spPr>
          <a:xfrm>
            <a:off x="1473200" y="2174052"/>
            <a:ext cx="7323667" cy="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graphicFrame>
        <p:nvGraphicFramePr>
          <p:cNvPr id="13" name="표 13">
            <a:extLst>
              <a:ext uri="{FF2B5EF4-FFF2-40B4-BE49-F238E27FC236}">
                <a16:creationId xmlns:a16="http://schemas.microsoft.com/office/drawing/2014/main" id="{CA880052-6638-4676-AB1D-E6D74B5127C4}"/>
              </a:ext>
            </a:extLst>
          </p:cNvPr>
          <p:cNvGraphicFramePr>
            <a:graphicFrameLocks noGrp="1"/>
          </p:cNvGraphicFramePr>
          <p:nvPr>
            <p:extLst>
              <p:ext uri="{D42A27DB-BD31-4B8C-83A1-F6EECF244321}">
                <p14:modId xmlns:p14="http://schemas.microsoft.com/office/powerpoint/2010/main" val="3598243524"/>
              </p:ext>
            </p:extLst>
          </p:nvPr>
        </p:nvGraphicFramePr>
        <p:xfrm>
          <a:off x="1481667" y="2351852"/>
          <a:ext cx="7315200" cy="1493520"/>
        </p:xfrm>
        <a:graphic>
          <a:graphicData uri="http://schemas.openxmlformats.org/drawingml/2006/table">
            <a:tbl>
              <a:tblPr firstRow="1" bandRow="1">
                <a:tableStyleId>{5940675A-B579-460E-94D1-54222C63F5DA}</a:tableStyleId>
              </a:tblPr>
              <a:tblGrid>
                <a:gridCol w="296333">
                  <a:extLst>
                    <a:ext uri="{9D8B030D-6E8A-4147-A177-3AD203B41FA5}">
                      <a16:colId xmlns:a16="http://schemas.microsoft.com/office/drawing/2014/main" val="2416159356"/>
                    </a:ext>
                  </a:extLst>
                </a:gridCol>
                <a:gridCol w="3911600">
                  <a:extLst>
                    <a:ext uri="{9D8B030D-6E8A-4147-A177-3AD203B41FA5}">
                      <a16:colId xmlns:a16="http://schemas.microsoft.com/office/drawing/2014/main" val="4215256312"/>
                    </a:ext>
                  </a:extLst>
                </a:gridCol>
                <a:gridCol w="1100667">
                  <a:extLst>
                    <a:ext uri="{9D8B030D-6E8A-4147-A177-3AD203B41FA5}">
                      <a16:colId xmlns:a16="http://schemas.microsoft.com/office/drawing/2014/main" val="2117488308"/>
                    </a:ext>
                  </a:extLst>
                </a:gridCol>
                <a:gridCol w="889000">
                  <a:extLst>
                    <a:ext uri="{9D8B030D-6E8A-4147-A177-3AD203B41FA5}">
                      <a16:colId xmlns:a16="http://schemas.microsoft.com/office/drawing/2014/main" val="739747790"/>
                    </a:ext>
                  </a:extLst>
                </a:gridCol>
                <a:gridCol w="1117600">
                  <a:extLst>
                    <a:ext uri="{9D8B030D-6E8A-4147-A177-3AD203B41FA5}">
                      <a16:colId xmlns:a16="http://schemas.microsoft.com/office/drawing/2014/main" val="3960621706"/>
                    </a:ext>
                  </a:extLst>
                </a:gridCol>
              </a:tblGrid>
              <a:tr h="0">
                <a:tc gridSpan="5">
                  <a:txBody>
                    <a:bodyPr/>
                    <a:lstStyle/>
                    <a:p>
                      <a:pPr latinLnBrk="1"/>
                      <a:r>
                        <a:rPr lang="ko-KR" altLang="en-US" sz="800" b="1" dirty="0">
                          <a:solidFill>
                            <a:schemeClr val="bg1">
                              <a:lumMod val="65000"/>
                            </a:schemeClr>
                          </a:solidFill>
                        </a:rPr>
                        <a:t>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latinLnBrk="1"/>
                      <a:r>
                        <a:rPr lang="ko-KR" altLang="en-US" sz="900" dirty="0"/>
                        <a:t>■</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r h="0">
                <a:tc>
                  <a:txBody>
                    <a:bodyPr/>
                    <a:lstStyle/>
                    <a:p>
                      <a:pPr latinLnBrk="1"/>
                      <a:r>
                        <a:rPr lang="ko-KR" altLang="en-US" sz="900" dirty="0"/>
                        <a:t>□</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tc>
                  <a:txBody>
                    <a:bodyPr/>
                    <a:lstStyle/>
                    <a:p>
                      <a:pPr algn="r" latinLnBrk="1"/>
                      <a:r>
                        <a:rPr lang="en-US" altLang="ko-KR" sz="900" b="1" dirty="0"/>
                        <a:t>1,000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extLst>
                  <a:ext uri="{0D108BD9-81ED-4DB2-BD59-A6C34878D82A}">
                    <a16:rowId xmlns:a16="http://schemas.microsoft.com/office/drawing/2014/main" val="4134933101"/>
                  </a:ext>
                </a:extLst>
              </a:tr>
            </a:tbl>
          </a:graphicData>
        </a:graphic>
      </p:graphicFrame>
      <p:grpSp>
        <p:nvGrpSpPr>
          <p:cNvPr id="15" name="그룹 14">
            <a:extLst>
              <a:ext uri="{FF2B5EF4-FFF2-40B4-BE49-F238E27FC236}">
                <a16:creationId xmlns:a16="http://schemas.microsoft.com/office/drawing/2014/main" id="{54613AB3-CE8C-4428-9894-6C5DE59434FD}"/>
              </a:ext>
            </a:extLst>
          </p:cNvPr>
          <p:cNvGrpSpPr/>
          <p:nvPr/>
        </p:nvGrpSpPr>
        <p:grpSpPr>
          <a:xfrm>
            <a:off x="1878323" y="2665326"/>
            <a:ext cx="689346" cy="440906"/>
            <a:chOff x="2843808" y="1955121"/>
            <a:chExt cx="1674813" cy="596970"/>
          </a:xfrm>
          <a:solidFill>
            <a:schemeClr val="bg1">
              <a:lumMod val="95000"/>
            </a:schemeClr>
          </a:solidFill>
        </p:grpSpPr>
        <p:sp>
          <p:nvSpPr>
            <p:cNvPr id="16" name="Border">
              <a:extLst>
                <a:ext uri="{FF2B5EF4-FFF2-40B4-BE49-F238E27FC236}">
                  <a16:creationId xmlns:a16="http://schemas.microsoft.com/office/drawing/2014/main" id="{A34535E5-292B-4A54-8F1A-026F6E9F36E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 name="Line 2">
              <a:extLst>
                <a:ext uri="{FF2B5EF4-FFF2-40B4-BE49-F238E27FC236}">
                  <a16:creationId xmlns:a16="http://schemas.microsoft.com/office/drawing/2014/main" id="{377777D6-F01E-4E68-B002-4C311AECC9A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 name="Line 1">
              <a:extLst>
                <a:ext uri="{FF2B5EF4-FFF2-40B4-BE49-F238E27FC236}">
                  <a16:creationId xmlns:a16="http://schemas.microsoft.com/office/drawing/2014/main" id="{75B8D18C-8E40-40D4-AF90-79C65DF25956}"/>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 name="TextBox 18">
              <a:extLst>
                <a:ext uri="{FF2B5EF4-FFF2-40B4-BE49-F238E27FC236}">
                  <a16:creationId xmlns:a16="http://schemas.microsoft.com/office/drawing/2014/main" id="{7665ACB7-967B-4C04-BA0E-B7BFD60AC35A}"/>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25" name="직사각형 24">
            <a:extLst>
              <a:ext uri="{FF2B5EF4-FFF2-40B4-BE49-F238E27FC236}">
                <a16:creationId xmlns:a16="http://schemas.microsoft.com/office/drawing/2014/main" id="{B45796C6-F870-4148-A8DC-A5E07662CEB6}"/>
              </a:ext>
            </a:extLst>
          </p:cNvPr>
          <p:cNvSpPr/>
          <p:nvPr/>
        </p:nvSpPr>
        <p:spPr>
          <a:xfrm>
            <a:off x="2588752" y="2665326"/>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26" name="직사각형 25">
            <a:extLst>
              <a:ext uri="{FF2B5EF4-FFF2-40B4-BE49-F238E27FC236}">
                <a16:creationId xmlns:a16="http://schemas.microsoft.com/office/drawing/2014/main" id="{D6372A07-32E4-4822-8759-6DA286438A29}"/>
              </a:ext>
            </a:extLst>
          </p:cNvPr>
          <p:cNvSpPr/>
          <p:nvPr/>
        </p:nvSpPr>
        <p:spPr>
          <a:xfrm>
            <a:off x="2588752" y="3312691"/>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pic>
        <p:nvPicPr>
          <p:cNvPr id="28" name="그림 27">
            <a:extLst>
              <a:ext uri="{FF2B5EF4-FFF2-40B4-BE49-F238E27FC236}">
                <a16:creationId xmlns:a16="http://schemas.microsoft.com/office/drawing/2014/main" id="{03BB60FA-46B3-4199-9235-E18B011C28C2}"/>
              </a:ext>
            </a:extLst>
          </p:cNvPr>
          <p:cNvPicPr>
            <a:picLocks noChangeAspect="1"/>
          </p:cNvPicPr>
          <p:nvPr/>
        </p:nvPicPr>
        <p:blipFill>
          <a:blip r:embed="rId2"/>
          <a:stretch>
            <a:fillRect/>
          </a:stretch>
        </p:blipFill>
        <p:spPr>
          <a:xfrm>
            <a:off x="7924799" y="2665326"/>
            <a:ext cx="798106" cy="520194"/>
          </a:xfrm>
          <a:prstGeom prst="rect">
            <a:avLst/>
          </a:prstGeom>
        </p:spPr>
      </p:pic>
      <p:pic>
        <p:nvPicPr>
          <p:cNvPr id="30" name="그림 29">
            <a:extLst>
              <a:ext uri="{FF2B5EF4-FFF2-40B4-BE49-F238E27FC236}">
                <a16:creationId xmlns:a16="http://schemas.microsoft.com/office/drawing/2014/main" id="{2545948C-797D-4C6D-8C31-58234BB9798D}"/>
              </a:ext>
            </a:extLst>
          </p:cNvPr>
          <p:cNvPicPr>
            <a:picLocks noChangeAspect="1"/>
          </p:cNvPicPr>
          <p:nvPr/>
        </p:nvPicPr>
        <p:blipFill>
          <a:blip r:embed="rId3"/>
          <a:stretch>
            <a:fillRect/>
          </a:stretch>
        </p:blipFill>
        <p:spPr>
          <a:xfrm>
            <a:off x="5787597" y="2793500"/>
            <a:ext cx="919692" cy="263846"/>
          </a:xfrm>
          <a:prstGeom prst="rect">
            <a:avLst/>
          </a:prstGeom>
        </p:spPr>
      </p:pic>
      <p:pic>
        <p:nvPicPr>
          <p:cNvPr id="31" name="그림 30">
            <a:extLst>
              <a:ext uri="{FF2B5EF4-FFF2-40B4-BE49-F238E27FC236}">
                <a16:creationId xmlns:a16="http://schemas.microsoft.com/office/drawing/2014/main" id="{CCAFD5DF-2868-45DA-8E4B-000212588F74}"/>
              </a:ext>
            </a:extLst>
          </p:cNvPr>
          <p:cNvPicPr>
            <a:picLocks noChangeAspect="1"/>
          </p:cNvPicPr>
          <p:nvPr/>
        </p:nvPicPr>
        <p:blipFill>
          <a:blip r:embed="rId2"/>
          <a:stretch>
            <a:fillRect/>
          </a:stretch>
        </p:blipFill>
        <p:spPr>
          <a:xfrm>
            <a:off x="7949158" y="3288040"/>
            <a:ext cx="798106" cy="520194"/>
          </a:xfrm>
          <a:prstGeom prst="rect">
            <a:avLst/>
          </a:prstGeom>
        </p:spPr>
      </p:pic>
      <p:pic>
        <p:nvPicPr>
          <p:cNvPr id="32" name="그림 31">
            <a:extLst>
              <a:ext uri="{FF2B5EF4-FFF2-40B4-BE49-F238E27FC236}">
                <a16:creationId xmlns:a16="http://schemas.microsoft.com/office/drawing/2014/main" id="{219C4DDB-3E0C-40E5-94B0-B066F22CEAEC}"/>
              </a:ext>
            </a:extLst>
          </p:cNvPr>
          <p:cNvPicPr>
            <a:picLocks noChangeAspect="1"/>
          </p:cNvPicPr>
          <p:nvPr/>
        </p:nvPicPr>
        <p:blipFill>
          <a:blip r:embed="rId3"/>
          <a:stretch>
            <a:fillRect/>
          </a:stretch>
        </p:blipFill>
        <p:spPr>
          <a:xfrm>
            <a:off x="5811956" y="3416214"/>
            <a:ext cx="919692" cy="263846"/>
          </a:xfrm>
          <a:prstGeom prst="rect">
            <a:avLst/>
          </a:prstGeom>
        </p:spPr>
      </p:pic>
      <p:graphicFrame>
        <p:nvGraphicFramePr>
          <p:cNvPr id="33" name="표 13">
            <a:extLst>
              <a:ext uri="{FF2B5EF4-FFF2-40B4-BE49-F238E27FC236}">
                <a16:creationId xmlns:a16="http://schemas.microsoft.com/office/drawing/2014/main" id="{6158F90D-08CE-4056-A000-C83DACC30BC8}"/>
              </a:ext>
            </a:extLst>
          </p:cNvPr>
          <p:cNvGraphicFramePr>
            <a:graphicFrameLocks noGrp="1"/>
          </p:cNvGraphicFramePr>
          <p:nvPr>
            <p:extLst>
              <p:ext uri="{D42A27DB-BD31-4B8C-83A1-F6EECF244321}">
                <p14:modId xmlns:p14="http://schemas.microsoft.com/office/powerpoint/2010/main" val="4191421424"/>
              </p:ext>
            </p:extLst>
          </p:nvPr>
        </p:nvGraphicFramePr>
        <p:xfrm>
          <a:off x="1481667" y="4447208"/>
          <a:ext cx="7315200" cy="853440"/>
        </p:xfrm>
        <a:graphic>
          <a:graphicData uri="http://schemas.openxmlformats.org/drawingml/2006/table">
            <a:tbl>
              <a:tblPr firstRow="1" bandRow="1">
                <a:tableStyleId>{5940675A-B579-460E-94D1-54222C63F5DA}</a:tableStyleId>
              </a:tblPr>
              <a:tblGrid>
                <a:gridCol w="296333">
                  <a:extLst>
                    <a:ext uri="{9D8B030D-6E8A-4147-A177-3AD203B41FA5}">
                      <a16:colId xmlns:a16="http://schemas.microsoft.com/office/drawing/2014/main" val="2416159356"/>
                    </a:ext>
                  </a:extLst>
                </a:gridCol>
                <a:gridCol w="3911600">
                  <a:extLst>
                    <a:ext uri="{9D8B030D-6E8A-4147-A177-3AD203B41FA5}">
                      <a16:colId xmlns:a16="http://schemas.microsoft.com/office/drawing/2014/main" val="4215256312"/>
                    </a:ext>
                  </a:extLst>
                </a:gridCol>
                <a:gridCol w="1100667">
                  <a:extLst>
                    <a:ext uri="{9D8B030D-6E8A-4147-A177-3AD203B41FA5}">
                      <a16:colId xmlns:a16="http://schemas.microsoft.com/office/drawing/2014/main" val="2117488308"/>
                    </a:ext>
                  </a:extLst>
                </a:gridCol>
                <a:gridCol w="889000">
                  <a:extLst>
                    <a:ext uri="{9D8B030D-6E8A-4147-A177-3AD203B41FA5}">
                      <a16:colId xmlns:a16="http://schemas.microsoft.com/office/drawing/2014/main" val="739747790"/>
                    </a:ext>
                  </a:extLst>
                </a:gridCol>
                <a:gridCol w="1117600">
                  <a:extLst>
                    <a:ext uri="{9D8B030D-6E8A-4147-A177-3AD203B41FA5}">
                      <a16:colId xmlns:a16="http://schemas.microsoft.com/office/drawing/2014/main" val="3960621706"/>
                    </a:ext>
                  </a:extLst>
                </a:gridCol>
              </a:tblGrid>
              <a:tr h="0">
                <a:tc gridSpan="5">
                  <a:txBody>
                    <a:bodyPr/>
                    <a:lstStyle/>
                    <a:p>
                      <a:pPr latinLnBrk="1"/>
                      <a:r>
                        <a:rPr lang="ko-KR" altLang="en-US" sz="800" b="1" dirty="0">
                          <a:solidFill>
                            <a:schemeClr val="bg1">
                              <a:lumMod val="65000"/>
                            </a:schemeClr>
                          </a:solidFill>
                        </a:rPr>
                        <a:t>판매자 </a:t>
                      </a:r>
                      <a:r>
                        <a:rPr lang="en-US" altLang="ko-KR" sz="800" b="1" dirty="0">
                          <a:solidFill>
                            <a:schemeClr val="bg1">
                              <a:lumMod val="65000"/>
                            </a:schemeClr>
                          </a:solidFill>
                        </a:rPr>
                        <a:t>( kkttxx02 )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latinLnBrk="1"/>
                      <a:r>
                        <a:rPr lang="ko-KR" altLang="en-US" sz="900" dirty="0"/>
                        <a:t>■</a:t>
                      </a:r>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r>
                        <a:rPr lang="en-US" altLang="ko-KR" sz="900" b="1" dirty="0"/>
                        <a:t>40,000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bl>
          </a:graphicData>
        </a:graphic>
      </p:graphicFrame>
      <p:grpSp>
        <p:nvGrpSpPr>
          <p:cNvPr id="34" name="그룹 33">
            <a:extLst>
              <a:ext uri="{FF2B5EF4-FFF2-40B4-BE49-F238E27FC236}">
                <a16:creationId xmlns:a16="http://schemas.microsoft.com/office/drawing/2014/main" id="{43E65D69-3E91-42CA-BCD5-476ADF530D06}"/>
              </a:ext>
            </a:extLst>
          </p:cNvPr>
          <p:cNvGrpSpPr/>
          <p:nvPr/>
        </p:nvGrpSpPr>
        <p:grpSpPr>
          <a:xfrm>
            <a:off x="1878323" y="4760682"/>
            <a:ext cx="689346" cy="440906"/>
            <a:chOff x="2843808" y="1955121"/>
            <a:chExt cx="1674813" cy="596970"/>
          </a:xfrm>
          <a:solidFill>
            <a:schemeClr val="bg1">
              <a:lumMod val="95000"/>
            </a:schemeClr>
          </a:solidFill>
        </p:grpSpPr>
        <p:sp>
          <p:nvSpPr>
            <p:cNvPr id="35" name="Border">
              <a:extLst>
                <a:ext uri="{FF2B5EF4-FFF2-40B4-BE49-F238E27FC236}">
                  <a16:creationId xmlns:a16="http://schemas.microsoft.com/office/drawing/2014/main" id="{0D312721-555C-4768-9BD2-C225052B52CA}"/>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6" name="Line 2">
              <a:extLst>
                <a:ext uri="{FF2B5EF4-FFF2-40B4-BE49-F238E27FC236}">
                  <a16:creationId xmlns:a16="http://schemas.microsoft.com/office/drawing/2014/main" id="{972679D4-E444-465F-AE52-78C0DAEB1B2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7" name="Line 1">
              <a:extLst>
                <a:ext uri="{FF2B5EF4-FFF2-40B4-BE49-F238E27FC236}">
                  <a16:creationId xmlns:a16="http://schemas.microsoft.com/office/drawing/2014/main" id="{EB09CB8F-2401-419C-ABDA-3ED8CA7D4E0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8" name="TextBox 37">
              <a:extLst>
                <a:ext uri="{FF2B5EF4-FFF2-40B4-BE49-F238E27FC236}">
                  <a16:creationId xmlns:a16="http://schemas.microsoft.com/office/drawing/2014/main" id="{7E3E812A-0C08-420F-BE9E-49CEA07B0733}"/>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44" name="직사각형 43">
            <a:extLst>
              <a:ext uri="{FF2B5EF4-FFF2-40B4-BE49-F238E27FC236}">
                <a16:creationId xmlns:a16="http://schemas.microsoft.com/office/drawing/2014/main" id="{F3857794-7745-4CA1-A4A6-E7033C6DC278}"/>
              </a:ext>
            </a:extLst>
          </p:cNvPr>
          <p:cNvSpPr/>
          <p:nvPr/>
        </p:nvSpPr>
        <p:spPr>
          <a:xfrm>
            <a:off x="2588752" y="4760682"/>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222222</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pic>
        <p:nvPicPr>
          <p:cNvPr id="46" name="그림 45">
            <a:extLst>
              <a:ext uri="{FF2B5EF4-FFF2-40B4-BE49-F238E27FC236}">
                <a16:creationId xmlns:a16="http://schemas.microsoft.com/office/drawing/2014/main" id="{4CAD6DB4-0B41-4223-8B93-CCA00C644868}"/>
              </a:ext>
            </a:extLst>
          </p:cNvPr>
          <p:cNvPicPr>
            <a:picLocks noChangeAspect="1"/>
          </p:cNvPicPr>
          <p:nvPr/>
        </p:nvPicPr>
        <p:blipFill>
          <a:blip r:embed="rId2"/>
          <a:stretch>
            <a:fillRect/>
          </a:stretch>
        </p:blipFill>
        <p:spPr>
          <a:xfrm>
            <a:off x="7924799" y="4760682"/>
            <a:ext cx="798106" cy="520194"/>
          </a:xfrm>
          <a:prstGeom prst="rect">
            <a:avLst/>
          </a:prstGeom>
        </p:spPr>
      </p:pic>
      <p:pic>
        <p:nvPicPr>
          <p:cNvPr id="47" name="그림 46">
            <a:extLst>
              <a:ext uri="{FF2B5EF4-FFF2-40B4-BE49-F238E27FC236}">
                <a16:creationId xmlns:a16="http://schemas.microsoft.com/office/drawing/2014/main" id="{7D916F1F-0DE9-448B-9D11-E8A0A0EC2358}"/>
              </a:ext>
            </a:extLst>
          </p:cNvPr>
          <p:cNvPicPr>
            <a:picLocks noChangeAspect="1"/>
          </p:cNvPicPr>
          <p:nvPr/>
        </p:nvPicPr>
        <p:blipFill>
          <a:blip r:embed="rId3"/>
          <a:stretch>
            <a:fillRect/>
          </a:stretch>
        </p:blipFill>
        <p:spPr>
          <a:xfrm>
            <a:off x="5787597" y="4888856"/>
            <a:ext cx="919692" cy="263846"/>
          </a:xfrm>
          <a:prstGeom prst="rect">
            <a:avLst/>
          </a:prstGeom>
        </p:spPr>
      </p:pic>
      <p:grpSp>
        <p:nvGrpSpPr>
          <p:cNvPr id="50" name="그룹 49">
            <a:extLst>
              <a:ext uri="{FF2B5EF4-FFF2-40B4-BE49-F238E27FC236}">
                <a16:creationId xmlns:a16="http://schemas.microsoft.com/office/drawing/2014/main" id="{A174D235-913A-4999-BB70-1AC1DFB41B80}"/>
              </a:ext>
            </a:extLst>
          </p:cNvPr>
          <p:cNvGrpSpPr/>
          <p:nvPr/>
        </p:nvGrpSpPr>
        <p:grpSpPr>
          <a:xfrm>
            <a:off x="1878323" y="3288137"/>
            <a:ext cx="689346" cy="440906"/>
            <a:chOff x="2843808" y="1955121"/>
            <a:chExt cx="1674813" cy="596970"/>
          </a:xfrm>
          <a:solidFill>
            <a:schemeClr val="bg1">
              <a:lumMod val="95000"/>
            </a:schemeClr>
          </a:solidFill>
        </p:grpSpPr>
        <p:sp>
          <p:nvSpPr>
            <p:cNvPr id="51" name="Border">
              <a:extLst>
                <a:ext uri="{FF2B5EF4-FFF2-40B4-BE49-F238E27FC236}">
                  <a16:creationId xmlns:a16="http://schemas.microsoft.com/office/drawing/2014/main" id="{30163865-CC06-442E-9E1A-E60FBCDEEE8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2" name="Line 2">
              <a:extLst>
                <a:ext uri="{FF2B5EF4-FFF2-40B4-BE49-F238E27FC236}">
                  <a16:creationId xmlns:a16="http://schemas.microsoft.com/office/drawing/2014/main" id="{5C314E04-0A9B-4D27-A26B-80BD29AFEB8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3" name="Line 1">
              <a:extLst>
                <a:ext uri="{FF2B5EF4-FFF2-40B4-BE49-F238E27FC236}">
                  <a16:creationId xmlns:a16="http://schemas.microsoft.com/office/drawing/2014/main" id="{91F0A7F1-68A5-4309-82BB-ED42EAC77D9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4" name="TextBox 53">
              <a:extLst>
                <a:ext uri="{FF2B5EF4-FFF2-40B4-BE49-F238E27FC236}">
                  <a16:creationId xmlns:a16="http://schemas.microsoft.com/office/drawing/2014/main" id="{AEB1163B-4E04-4D89-A5FC-5D4C06FC0F6A}"/>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55" name="TextBox 54">
            <a:extLst>
              <a:ext uri="{FF2B5EF4-FFF2-40B4-BE49-F238E27FC236}">
                <a16:creationId xmlns:a16="http://schemas.microsoft.com/office/drawing/2014/main" id="{5D03C6BC-B476-4417-9E83-F543850EC198}"/>
              </a:ext>
            </a:extLst>
          </p:cNvPr>
          <p:cNvSpPr txBox="1"/>
          <p:nvPr/>
        </p:nvSpPr>
        <p:spPr>
          <a:xfrm>
            <a:off x="3217333" y="3915449"/>
            <a:ext cx="4844596" cy="246221"/>
          </a:xfrm>
          <a:prstGeom prst="rect">
            <a:avLst/>
          </a:prstGeom>
          <a:noFill/>
        </p:spPr>
        <p:txBody>
          <a:bodyPr wrap="none" rtlCol="0">
            <a:spAutoFit/>
          </a:bodyPr>
          <a:lstStyle/>
          <a:p>
            <a:r>
              <a:rPr lang="en-US" altLang="ko-KR" sz="800" dirty="0"/>
              <a:t>2,000 </a:t>
            </a:r>
            <a:r>
              <a:rPr lang="ko-KR" altLang="en-US" sz="800" dirty="0"/>
              <a:t>원</a:t>
            </a:r>
            <a:r>
              <a:rPr lang="en-US" altLang="ko-KR" sz="800" dirty="0"/>
              <a:t> + </a:t>
            </a:r>
            <a:r>
              <a:rPr lang="ko-KR" altLang="en-US" sz="800" dirty="0"/>
              <a:t>배송비 </a:t>
            </a:r>
            <a:r>
              <a:rPr lang="en-US" altLang="ko-KR" sz="800" dirty="0"/>
              <a:t>2,500 </a:t>
            </a:r>
            <a:r>
              <a:rPr lang="ko-KR" altLang="en-US" sz="800" dirty="0"/>
              <a:t>원 </a:t>
            </a:r>
            <a:r>
              <a:rPr lang="en-US" altLang="ko-KR" sz="800" dirty="0"/>
              <a:t>= </a:t>
            </a:r>
            <a:r>
              <a:rPr lang="en-US" altLang="ko-KR" sz="1000" b="1" dirty="0">
                <a:solidFill>
                  <a:srgbClr val="FF0000"/>
                </a:solidFill>
              </a:rPr>
              <a:t>4,500</a:t>
            </a:r>
            <a:r>
              <a:rPr lang="en-US" altLang="ko-KR" sz="800" dirty="0"/>
              <a:t> </a:t>
            </a:r>
            <a:r>
              <a:rPr lang="ko-KR" altLang="en-US" sz="800" dirty="0"/>
              <a:t>원     </a:t>
            </a:r>
            <a:r>
              <a:rPr lang="en-US" altLang="ko-KR" sz="800" dirty="0"/>
              <a:t>|     30,000 </a:t>
            </a:r>
            <a:r>
              <a:rPr lang="ko-KR" altLang="en-US" sz="800" dirty="0"/>
              <a:t>원 이하 배송비 </a:t>
            </a:r>
            <a:r>
              <a:rPr lang="en-US" altLang="ko-KR" sz="800" dirty="0"/>
              <a:t>2,500 </a:t>
            </a:r>
            <a:r>
              <a:rPr lang="ko-KR" altLang="en-US" sz="800" dirty="0"/>
              <a:t>원 </a:t>
            </a:r>
            <a:r>
              <a:rPr lang="en-US" altLang="ko-KR" sz="800" dirty="0"/>
              <a:t>( </a:t>
            </a:r>
            <a:r>
              <a:rPr lang="ko-KR" altLang="en-US" sz="800" dirty="0"/>
              <a:t>개별 상품 기준 </a:t>
            </a:r>
            <a:r>
              <a:rPr lang="en-US" altLang="ko-KR" sz="800" dirty="0"/>
              <a:t>)</a:t>
            </a:r>
            <a:endParaRPr lang="ko-KR" altLang="en-US" sz="800" dirty="0"/>
          </a:p>
        </p:txBody>
      </p:sp>
      <p:sp>
        <p:nvSpPr>
          <p:cNvPr id="56" name="TextBox 55">
            <a:extLst>
              <a:ext uri="{FF2B5EF4-FFF2-40B4-BE49-F238E27FC236}">
                <a16:creationId xmlns:a16="http://schemas.microsoft.com/office/drawing/2014/main" id="{BC621A61-6D95-4ECD-8815-E09EBF62BDA6}"/>
              </a:ext>
            </a:extLst>
          </p:cNvPr>
          <p:cNvSpPr txBox="1"/>
          <p:nvPr/>
        </p:nvSpPr>
        <p:spPr>
          <a:xfrm>
            <a:off x="3217333" y="5394062"/>
            <a:ext cx="4463081" cy="246221"/>
          </a:xfrm>
          <a:prstGeom prst="rect">
            <a:avLst/>
          </a:prstGeom>
          <a:noFill/>
        </p:spPr>
        <p:txBody>
          <a:bodyPr wrap="none" rtlCol="0">
            <a:spAutoFit/>
          </a:bodyPr>
          <a:lstStyle/>
          <a:p>
            <a:r>
              <a:rPr lang="en-US" altLang="ko-KR" sz="800" dirty="0"/>
              <a:t>40,000 </a:t>
            </a:r>
            <a:r>
              <a:rPr lang="ko-KR" altLang="en-US" sz="800" dirty="0"/>
              <a:t>원</a:t>
            </a:r>
            <a:r>
              <a:rPr lang="en-US" altLang="ko-KR" sz="800" dirty="0"/>
              <a:t> + </a:t>
            </a:r>
            <a:r>
              <a:rPr lang="ko-KR" altLang="en-US" sz="800" dirty="0"/>
              <a:t>배송비 </a:t>
            </a:r>
            <a:r>
              <a:rPr lang="en-US" altLang="ko-KR" sz="800" dirty="0"/>
              <a:t>0 </a:t>
            </a:r>
            <a:r>
              <a:rPr lang="ko-KR" altLang="en-US" sz="800" dirty="0"/>
              <a:t>원 </a:t>
            </a:r>
            <a:r>
              <a:rPr lang="en-US" altLang="ko-KR" sz="800" dirty="0"/>
              <a:t>= </a:t>
            </a:r>
            <a:r>
              <a:rPr lang="en-US" altLang="ko-KR" sz="1000" b="1" dirty="0">
                <a:solidFill>
                  <a:srgbClr val="FF0000"/>
                </a:solidFill>
              </a:rPr>
              <a:t>40,000</a:t>
            </a:r>
            <a:r>
              <a:rPr lang="en-US" altLang="ko-KR" sz="800" dirty="0"/>
              <a:t> </a:t>
            </a:r>
            <a:r>
              <a:rPr lang="ko-KR" altLang="en-US" sz="800" dirty="0"/>
              <a:t>원     </a:t>
            </a:r>
            <a:r>
              <a:rPr lang="en-US" altLang="ko-KR" sz="800" dirty="0"/>
              <a:t>|     30,000 </a:t>
            </a:r>
            <a:r>
              <a:rPr lang="ko-KR" altLang="en-US" sz="800" dirty="0"/>
              <a:t>원 이상 무료배송 </a:t>
            </a:r>
            <a:r>
              <a:rPr lang="en-US" altLang="ko-KR" sz="800" dirty="0"/>
              <a:t>( </a:t>
            </a:r>
            <a:r>
              <a:rPr lang="ko-KR" altLang="en-US" sz="800" dirty="0"/>
              <a:t>개별 상품 기준 </a:t>
            </a:r>
            <a:r>
              <a:rPr lang="en-US" altLang="ko-KR" sz="800" dirty="0"/>
              <a:t>)</a:t>
            </a:r>
            <a:endParaRPr lang="ko-KR" altLang="en-US" sz="800" dirty="0"/>
          </a:p>
        </p:txBody>
      </p:sp>
      <p:cxnSp>
        <p:nvCxnSpPr>
          <p:cNvPr id="57" name="직선 연결선 56">
            <a:extLst>
              <a:ext uri="{FF2B5EF4-FFF2-40B4-BE49-F238E27FC236}">
                <a16:creationId xmlns:a16="http://schemas.microsoft.com/office/drawing/2014/main" id="{A7A78EF5-ED17-426E-A990-078E2FAEFB2B}"/>
              </a:ext>
            </a:extLst>
          </p:cNvPr>
          <p:cNvCxnSpPr>
            <a:cxnSpLocks/>
          </p:cNvCxnSpPr>
          <p:nvPr/>
        </p:nvCxnSpPr>
        <p:spPr>
          <a:xfrm>
            <a:off x="1481667" y="6111053"/>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TextBox 57">
            <a:extLst>
              <a:ext uri="{FF2B5EF4-FFF2-40B4-BE49-F238E27FC236}">
                <a16:creationId xmlns:a16="http://schemas.microsoft.com/office/drawing/2014/main" id="{40E4CFCA-73DB-433D-8147-84C6006CF62B}"/>
              </a:ext>
            </a:extLst>
          </p:cNvPr>
          <p:cNvSpPr txBox="1"/>
          <p:nvPr/>
        </p:nvSpPr>
        <p:spPr>
          <a:xfrm>
            <a:off x="1473200" y="6203660"/>
            <a:ext cx="998991" cy="246221"/>
          </a:xfrm>
          <a:prstGeom prst="rect">
            <a:avLst/>
          </a:prstGeom>
          <a:noFill/>
        </p:spPr>
        <p:txBody>
          <a:bodyPr wrap="none" rtlCol="0">
            <a:spAutoFit/>
          </a:bodyPr>
          <a:lstStyle/>
          <a:p>
            <a:r>
              <a:rPr lang="ko-KR" altLang="en-US" sz="1000" dirty="0"/>
              <a:t>최종 결제금액</a:t>
            </a:r>
          </a:p>
        </p:txBody>
      </p:sp>
      <p:graphicFrame>
        <p:nvGraphicFramePr>
          <p:cNvPr id="59" name="표 59">
            <a:extLst>
              <a:ext uri="{FF2B5EF4-FFF2-40B4-BE49-F238E27FC236}">
                <a16:creationId xmlns:a16="http://schemas.microsoft.com/office/drawing/2014/main" id="{77E62B4C-6011-4EA1-A0C0-6FC818B811D1}"/>
              </a:ext>
            </a:extLst>
          </p:cNvPr>
          <p:cNvGraphicFramePr>
            <a:graphicFrameLocks noGrp="1"/>
          </p:cNvGraphicFramePr>
          <p:nvPr>
            <p:extLst>
              <p:ext uri="{D42A27DB-BD31-4B8C-83A1-F6EECF244321}">
                <p14:modId xmlns:p14="http://schemas.microsoft.com/office/powerpoint/2010/main" val="805144301"/>
              </p:ext>
            </p:extLst>
          </p:nvPr>
        </p:nvGraphicFramePr>
        <p:xfrm>
          <a:off x="1481668" y="6573239"/>
          <a:ext cx="7315200" cy="621539"/>
        </p:xfrm>
        <a:graphic>
          <a:graphicData uri="http://schemas.openxmlformats.org/drawingml/2006/table">
            <a:tbl>
              <a:tblPr firstRow="1" bandRow="1">
                <a:tableStyleId>{5C22544A-7EE6-4342-B048-85BDC9FD1C3A}</a:tableStyleId>
              </a:tblPr>
              <a:tblGrid>
                <a:gridCol w="2438400">
                  <a:extLst>
                    <a:ext uri="{9D8B030D-6E8A-4147-A177-3AD203B41FA5}">
                      <a16:colId xmlns:a16="http://schemas.microsoft.com/office/drawing/2014/main" val="2731726909"/>
                    </a:ext>
                  </a:extLst>
                </a:gridCol>
                <a:gridCol w="2438400">
                  <a:extLst>
                    <a:ext uri="{9D8B030D-6E8A-4147-A177-3AD203B41FA5}">
                      <a16:colId xmlns:a16="http://schemas.microsoft.com/office/drawing/2014/main" val="4273104403"/>
                    </a:ext>
                  </a:extLst>
                </a:gridCol>
                <a:gridCol w="2438400">
                  <a:extLst>
                    <a:ext uri="{9D8B030D-6E8A-4147-A177-3AD203B41FA5}">
                      <a16:colId xmlns:a16="http://schemas.microsoft.com/office/drawing/2014/main" val="1599845524"/>
                    </a:ext>
                  </a:extLst>
                </a:gridCol>
              </a:tblGrid>
              <a:tr h="621539">
                <a:tc>
                  <a:txBody>
                    <a:bodyPr/>
                    <a:lstStyle/>
                    <a:p>
                      <a:pPr latinLnBrk="1"/>
                      <a:r>
                        <a:rPr lang="en-US" altLang="ko-KR" sz="800" dirty="0">
                          <a:solidFill>
                            <a:schemeClr val="tx1"/>
                          </a:solidFill>
                        </a:rPr>
                        <a:t>  </a:t>
                      </a:r>
                      <a:r>
                        <a:rPr lang="ko-KR" altLang="en-US" sz="800" dirty="0">
                          <a:solidFill>
                            <a:schemeClr val="tx1"/>
                          </a:solidFill>
                        </a:rPr>
                        <a:t>총 상품금액                       </a:t>
                      </a:r>
                      <a:r>
                        <a:rPr lang="en-US" altLang="ko-KR" sz="1000" dirty="0">
                          <a:solidFill>
                            <a:schemeClr val="tx1"/>
                          </a:solidFill>
                        </a:rPr>
                        <a:t>42,000 </a:t>
                      </a:r>
                      <a:r>
                        <a:rPr lang="ko-KR" altLang="en-US" sz="900" dirty="0">
                          <a:solidFill>
                            <a:schemeClr val="tx1"/>
                          </a:solidFill>
                        </a:rPr>
                        <a:t>원</a:t>
                      </a:r>
                    </a:p>
                  </a:txBody>
                  <a:tcPr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latinLnBrk="1"/>
                      <a:r>
                        <a:rPr lang="en-US" altLang="ko-KR" sz="800" dirty="0">
                          <a:solidFill>
                            <a:schemeClr val="tx1"/>
                          </a:solidFill>
                        </a:rPr>
                        <a:t>      </a:t>
                      </a:r>
                      <a:r>
                        <a:rPr lang="ko-KR" altLang="en-US" sz="800" dirty="0">
                          <a:solidFill>
                            <a:schemeClr val="tx1"/>
                          </a:solidFill>
                        </a:rPr>
                        <a:t>배송비                             </a:t>
                      </a:r>
                      <a:r>
                        <a:rPr lang="en-US" altLang="ko-KR" sz="1000" dirty="0">
                          <a:solidFill>
                            <a:schemeClr val="tx1"/>
                          </a:solidFill>
                        </a:rPr>
                        <a:t>2,500 </a:t>
                      </a:r>
                      <a:r>
                        <a:rPr lang="ko-KR" altLang="en-US" sz="900" dirty="0">
                          <a:solidFill>
                            <a:schemeClr val="tx1"/>
                          </a:solidFill>
                        </a:rPr>
                        <a:t>원</a:t>
                      </a:r>
                    </a:p>
                  </a:txBody>
                  <a:tcPr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latinLnBrk="1"/>
                      <a:r>
                        <a:rPr lang="en-US" altLang="ko-KR" sz="800" dirty="0">
                          <a:solidFill>
                            <a:schemeClr val="tx1"/>
                          </a:solidFill>
                        </a:rPr>
                        <a:t>     </a:t>
                      </a:r>
                      <a:r>
                        <a:rPr lang="ko-KR" altLang="en-US" sz="800" dirty="0">
                          <a:solidFill>
                            <a:schemeClr val="tx1"/>
                          </a:solidFill>
                        </a:rPr>
                        <a:t>최종 결제금액                 </a:t>
                      </a:r>
                      <a:r>
                        <a:rPr lang="en-US" altLang="ko-KR" sz="1200" dirty="0">
                          <a:solidFill>
                            <a:srgbClr val="FF0000"/>
                          </a:solidFill>
                        </a:rPr>
                        <a:t>44,500 </a:t>
                      </a:r>
                      <a:r>
                        <a:rPr lang="ko-KR" altLang="en-US" sz="900" dirty="0">
                          <a:solidFill>
                            <a:srgbClr val="FF0000"/>
                          </a:solidFill>
                        </a:rPr>
                        <a:t>원</a:t>
                      </a:r>
                    </a:p>
                  </a:txBody>
                  <a:tcPr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517414178"/>
                  </a:ext>
                </a:extLst>
              </a:tr>
            </a:tbl>
          </a:graphicData>
        </a:graphic>
      </p:graphicFrame>
      <p:sp>
        <p:nvSpPr>
          <p:cNvPr id="60" name="타원 59">
            <a:extLst>
              <a:ext uri="{FF2B5EF4-FFF2-40B4-BE49-F238E27FC236}">
                <a16:creationId xmlns:a16="http://schemas.microsoft.com/office/drawing/2014/main" id="{C64DDEB8-DB72-4E24-9D08-4DFD0797269A}"/>
              </a:ext>
            </a:extLst>
          </p:cNvPr>
          <p:cNvSpPr/>
          <p:nvPr/>
        </p:nvSpPr>
        <p:spPr>
          <a:xfrm>
            <a:off x="3810413" y="6774525"/>
            <a:ext cx="215856" cy="230832"/>
          </a:xfrm>
          <a:prstGeom prst="ellipse">
            <a:avLst/>
          </a:prstGeom>
          <a:solidFill>
            <a:schemeClr val="bg1">
              <a:lumMod val="8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1" name="TextBox 60">
            <a:extLst>
              <a:ext uri="{FF2B5EF4-FFF2-40B4-BE49-F238E27FC236}">
                <a16:creationId xmlns:a16="http://schemas.microsoft.com/office/drawing/2014/main" id="{AE659929-5E38-4BF2-953D-E17975000877}"/>
              </a:ext>
            </a:extLst>
          </p:cNvPr>
          <p:cNvSpPr txBox="1"/>
          <p:nvPr/>
        </p:nvSpPr>
        <p:spPr>
          <a:xfrm>
            <a:off x="3751801" y="6679470"/>
            <a:ext cx="346570" cy="369332"/>
          </a:xfrm>
          <a:prstGeom prst="rect">
            <a:avLst/>
          </a:prstGeom>
          <a:noFill/>
          <a:ln>
            <a:noFill/>
          </a:ln>
        </p:spPr>
        <p:txBody>
          <a:bodyPr wrap="none" rtlCol="0">
            <a:spAutoFit/>
          </a:bodyPr>
          <a:lstStyle/>
          <a:p>
            <a:r>
              <a:rPr lang="en-US" altLang="ko-KR" dirty="0">
                <a:solidFill>
                  <a:schemeClr val="bg1"/>
                </a:solidFill>
              </a:rPr>
              <a:t>+</a:t>
            </a:r>
            <a:endParaRPr lang="ko-KR" altLang="en-US" dirty="0">
              <a:solidFill>
                <a:schemeClr val="bg1"/>
              </a:solidFill>
            </a:endParaRPr>
          </a:p>
        </p:txBody>
      </p:sp>
      <p:sp>
        <p:nvSpPr>
          <p:cNvPr id="62" name="타원 61">
            <a:extLst>
              <a:ext uri="{FF2B5EF4-FFF2-40B4-BE49-F238E27FC236}">
                <a16:creationId xmlns:a16="http://schemas.microsoft.com/office/drawing/2014/main" id="{DB61515D-CEF9-4CCA-BA46-70B21C65C267}"/>
              </a:ext>
            </a:extLst>
          </p:cNvPr>
          <p:cNvSpPr/>
          <p:nvPr/>
        </p:nvSpPr>
        <p:spPr>
          <a:xfrm>
            <a:off x="6260576" y="6774525"/>
            <a:ext cx="215856" cy="230832"/>
          </a:xfrm>
          <a:prstGeom prst="ellipse">
            <a:avLst/>
          </a:prstGeom>
          <a:solidFill>
            <a:schemeClr val="bg1">
              <a:lumMod val="8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3" name="TextBox 62">
            <a:extLst>
              <a:ext uri="{FF2B5EF4-FFF2-40B4-BE49-F238E27FC236}">
                <a16:creationId xmlns:a16="http://schemas.microsoft.com/office/drawing/2014/main" id="{73D90E03-B139-4355-9889-47260F56DB99}"/>
              </a:ext>
            </a:extLst>
          </p:cNvPr>
          <p:cNvSpPr txBox="1"/>
          <p:nvPr/>
        </p:nvSpPr>
        <p:spPr>
          <a:xfrm>
            <a:off x="6201964" y="6679470"/>
            <a:ext cx="346570" cy="369332"/>
          </a:xfrm>
          <a:prstGeom prst="rect">
            <a:avLst/>
          </a:prstGeom>
          <a:noFill/>
          <a:ln>
            <a:noFill/>
          </a:ln>
        </p:spPr>
        <p:txBody>
          <a:bodyPr wrap="none" rtlCol="0">
            <a:spAutoFit/>
          </a:bodyPr>
          <a:lstStyle/>
          <a:p>
            <a:r>
              <a:rPr lang="en-US" altLang="ko-KR" dirty="0">
                <a:solidFill>
                  <a:schemeClr val="bg1"/>
                </a:solidFill>
              </a:rPr>
              <a:t>=</a:t>
            </a:r>
            <a:endParaRPr lang="ko-KR" altLang="en-US" dirty="0">
              <a:solidFill>
                <a:schemeClr val="bg1"/>
              </a:solidFill>
            </a:endParaRPr>
          </a:p>
        </p:txBody>
      </p:sp>
      <p:sp>
        <p:nvSpPr>
          <p:cNvPr id="64" name="사각형: 둥근 모서리 63">
            <a:extLst>
              <a:ext uri="{FF2B5EF4-FFF2-40B4-BE49-F238E27FC236}">
                <a16:creationId xmlns:a16="http://schemas.microsoft.com/office/drawing/2014/main" id="{F89108BB-1F6E-4D7D-AD2D-29EEFE9EDC9A}"/>
              </a:ext>
            </a:extLst>
          </p:cNvPr>
          <p:cNvSpPr/>
          <p:nvPr/>
        </p:nvSpPr>
        <p:spPr>
          <a:xfrm>
            <a:off x="3475773" y="7688103"/>
            <a:ext cx="3318520" cy="384931"/>
          </a:xfrm>
          <a:prstGeom prst="roundRect">
            <a:avLst>
              <a:gd name="adj" fmla="val 5000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ctr"/>
            <a:r>
              <a:rPr lang="ko-KR" altLang="en-US" sz="1000" b="1" dirty="0"/>
              <a:t>총 </a:t>
            </a:r>
            <a:r>
              <a:rPr lang="en-US" altLang="ko-KR" sz="1000" b="1" dirty="0"/>
              <a:t>4 </a:t>
            </a:r>
            <a:r>
              <a:rPr lang="ko-KR" altLang="en-US" sz="1000" b="1" dirty="0"/>
              <a:t>개        </a:t>
            </a:r>
            <a:r>
              <a:rPr lang="en-US" altLang="ko-KR" sz="1400" b="1" dirty="0">
                <a:solidFill>
                  <a:schemeClr val="bg1">
                    <a:lumMod val="50000"/>
                  </a:schemeClr>
                </a:solidFill>
              </a:rPr>
              <a:t>|</a:t>
            </a:r>
            <a:r>
              <a:rPr lang="en-US" altLang="ko-KR" sz="1000" b="1" dirty="0"/>
              <a:t>         </a:t>
            </a:r>
            <a:r>
              <a:rPr lang="en-US" altLang="ko-KR" sz="1200" b="1" dirty="0"/>
              <a:t>44,500</a:t>
            </a:r>
            <a:r>
              <a:rPr lang="en-US" altLang="ko-KR" sz="1000" b="1" dirty="0"/>
              <a:t> </a:t>
            </a:r>
            <a:r>
              <a:rPr lang="ko-KR" altLang="en-US" sz="1000" b="1" dirty="0"/>
              <a:t>원  주문하기    ▷</a:t>
            </a:r>
            <a:r>
              <a:rPr lang="en-US" altLang="ko-KR" sz="1000" b="1" dirty="0"/>
              <a:t> </a:t>
            </a:r>
            <a:endParaRPr lang="ko-KR" altLang="en-US" sz="1000" b="1" dirty="0"/>
          </a:p>
        </p:txBody>
      </p:sp>
      <p:sp>
        <p:nvSpPr>
          <p:cNvPr id="65" name="사각형: 둥근 위쪽 모서리 64">
            <a:extLst>
              <a:ext uri="{FF2B5EF4-FFF2-40B4-BE49-F238E27FC236}">
                <a16:creationId xmlns:a16="http://schemas.microsoft.com/office/drawing/2014/main" id="{8E791EB4-B2EB-4911-A1C0-A117DB5FFE38}"/>
              </a:ext>
            </a:extLst>
          </p:cNvPr>
          <p:cNvSpPr/>
          <p:nvPr/>
        </p:nvSpPr>
        <p:spPr>
          <a:xfrm>
            <a:off x="1481667" y="1384069"/>
            <a:ext cx="1994106" cy="296514"/>
          </a:xfrm>
          <a:prstGeom prst="round2SameRect">
            <a:avLst>
              <a:gd name="adj1" fmla="val 50000"/>
              <a:gd name="adj2" fmla="val 0"/>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tx1"/>
                </a:solidFill>
              </a:rPr>
              <a:t>자사상품</a:t>
            </a:r>
          </a:p>
        </p:txBody>
      </p:sp>
      <p:sp>
        <p:nvSpPr>
          <p:cNvPr id="66" name="사각형: 둥근 위쪽 모서리 65">
            <a:extLst>
              <a:ext uri="{FF2B5EF4-FFF2-40B4-BE49-F238E27FC236}">
                <a16:creationId xmlns:a16="http://schemas.microsoft.com/office/drawing/2014/main" id="{6853A34C-C1A3-4FCD-A59A-B6A9468F7AB4}"/>
              </a:ext>
            </a:extLst>
          </p:cNvPr>
          <p:cNvSpPr/>
          <p:nvPr/>
        </p:nvSpPr>
        <p:spPr>
          <a:xfrm>
            <a:off x="3482597" y="1384069"/>
            <a:ext cx="1917510" cy="296514"/>
          </a:xfrm>
          <a:prstGeom prst="round2SameRect">
            <a:avLst>
              <a:gd name="adj1" fmla="val 50000"/>
              <a:gd name="adj2" fmla="val 0"/>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공개상품</a:t>
            </a:r>
          </a:p>
        </p:txBody>
      </p:sp>
      <p:sp>
        <p:nvSpPr>
          <p:cNvPr id="67" name="직사각형 66">
            <a:extLst>
              <a:ext uri="{FF2B5EF4-FFF2-40B4-BE49-F238E27FC236}">
                <a16:creationId xmlns:a16="http://schemas.microsoft.com/office/drawing/2014/main" id="{323D226F-3ACA-4FA1-B903-E828D2FDCDDB}"/>
              </a:ext>
            </a:extLst>
          </p:cNvPr>
          <p:cNvSpPr/>
          <p:nvPr/>
        </p:nvSpPr>
        <p:spPr>
          <a:xfrm>
            <a:off x="1513436" y="1638844"/>
            <a:ext cx="1917510" cy="8348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 name="그룹 8">
            <a:extLst>
              <a:ext uri="{FF2B5EF4-FFF2-40B4-BE49-F238E27FC236}">
                <a16:creationId xmlns:a16="http://schemas.microsoft.com/office/drawing/2014/main" id="{7D63AC22-2E6C-4D48-94D4-E5031D330558}"/>
              </a:ext>
            </a:extLst>
          </p:cNvPr>
          <p:cNvGrpSpPr/>
          <p:nvPr/>
        </p:nvGrpSpPr>
        <p:grpSpPr>
          <a:xfrm>
            <a:off x="2758061" y="3676094"/>
            <a:ext cx="3935785" cy="3278885"/>
            <a:chOff x="-4667135" y="2561476"/>
            <a:chExt cx="3935785" cy="3278885"/>
          </a:xfrm>
        </p:grpSpPr>
        <p:sp>
          <p:nvSpPr>
            <p:cNvPr id="82" name="직사각형 81">
              <a:extLst>
                <a:ext uri="{FF2B5EF4-FFF2-40B4-BE49-F238E27FC236}">
                  <a16:creationId xmlns:a16="http://schemas.microsoft.com/office/drawing/2014/main" id="{D8E87ECA-683C-4DF9-82F8-91F84B5E4AA9}"/>
                </a:ext>
              </a:extLst>
            </p:cNvPr>
            <p:cNvSpPr/>
            <p:nvPr/>
          </p:nvSpPr>
          <p:spPr>
            <a:xfrm>
              <a:off x="-4667135" y="2561476"/>
              <a:ext cx="3935785" cy="3278885"/>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89" name="TextBox 88">
              <a:extLst>
                <a:ext uri="{FF2B5EF4-FFF2-40B4-BE49-F238E27FC236}">
                  <a16:creationId xmlns:a16="http://schemas.microsoft.com/office/drawing/2014/main" id="{CB79BA9D-F5F5-4425-8516-9A386A6F920B}"/>
                </a:ext>
              </a:extLst>
            </p:cNvPr>
            <p:cNvSpPr txBox="1"/>
            <p:nvPr/>
          </p:nvSpPr>
          <p:spPr>
            <a:xfrm>
              <a:off x="-4564117" y="2714042"/>
              <a:ext cx="841897"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옵션 변경</a:t>
              </a:r>
              <a:endParaRPr lang="ko-KR" altLang="en-US" sz="900" dirty="0"/>
            </a:p>
          </p:txBody>
        </p:sp>
        <p:sp>
          <p:nvSpPr>
            <p:cNvPr id="92" name="직사각형 91">
              <a:extLst>
                <a:ext uri="{FF2B5EF4-FFF2-40B4-BE49-F238E27FC236}">
                  <a16:creationId xmlns:a16="http://schemas.microsoft.com/office/drawing/2014/main" id="{E3BB8C86-778A-4EB4-8A7F-0C6359C0C821}"/>
                </a:ext>
              </a:extLst>
            </p:cNvPr>
            <p:cNvSpPr/>
            <p:nvPr/>
          </p:nvSpPr>
          <p:spPr>
            <a:xfrm>
              <a:off x="-3572175" y="5180702"/>
              <a:ext cx="891615" cy="213360"/>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옵션변경</a:t>
              </a:r>
              <a:endParaRPr lang="en-US" altLang="ko-KR" sz="800" dirty="0">
                <a:solidFill>
                  <a:schemeClr val="bg1"/>
                </a:solidFill>
              </a:endParaRPr>
            </a:p>
          </p:txBody>
        </p:sp>
        <p:grpSp>
          <p:nvGrpSpPr>
            <p:cNvPr id="93" name="Image">
              <a:extLst>
                <a:ext uri="{FF2B5EF4-FFF2-40B4-BE49-F238E27FC236}">
                  <a16:creationId xmlns:a16="http://schemas.microsoft.com/office/drawing/2014/main" id="{8B4311C6-CA7D-410B-A228-F34F170D815A}"/>
                </a:ext>
              </a:extLst>
            </p:cNvPr>
            <p:cNvGrpSpPr>
              <a:grpSpLocks/>
            </p:cNvGrpSpPr>
            <p:nvPr/>
          </p:nvGrpSpPr>
          <p:grpSpPr bwMode="auto">
            <a:xfrm>
              <a:off x="-1043655" y="2681543"/>
              <a:ext cx="204716" cy="209797"/>
              <a:chOff x="508000" y="1397000"/>
              <a:chExt cx="1008112" cy="1008112"/>
            </a:xfrm>
          </p:grpSpPr>
          <p:sp>
            <p:nvSpPr>
              <p:cNvPr id="94" name="Border">
                <a:extLst>
                  <a:ext uri="{FF2B5EF4-FFF2-40B4-BE49-F238E27FC236}">
                    <a16:creationId xmlns:a16="http://schemas.microsoft.com/office/drawing/2014/main" id="{71B01211-7BE1-48CC-A0F8-9C8B19F10A78}"/>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5" name="Line 2">
                <a:extLst>
                  <a:ext uri="{FF2B5EF4-FFF2-40B4-BE49-F238E27FC236}">
                    <a16:creationId xmlns:a16="http://schemas.microsoft.com/office/drawing/2014/main" id="{A371B417-4C4A-4773-88D6-ACB72C40BE05}"/>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6" name="Line 1">
                <a:extLst>
                  <a:ext uri="{FF2B5EF4-FFF2-40B4-BE49-F238E27FC236}">
                    <a16:creationId xmlns:a16="http://schemas.microsoft.com/office/drawing/2014/main" id="{FD803F64-7068-4371-9156-71B1397C4311}"/>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97" name="직사각형 96">
              <a:extLst>
                <a:ext uri="{FF2B5EF4-FFF2-40B4-BE49-F238E27FC236}">
                  <a16:creationId xmlns:a16="http://schemas.microsoft.com/office/drawing/2014/main" id="{09DD2E1E-83D6-443B-9540-860C547C4CF1}"/>
                </a:ext>
              </a:extLst>
            </p:cNvPr>
            <p:cNvSpPr/>
            <p:nvPr/>
          </p:nvSpPr>
          <p:spPr>
            <a:xfrm>
              <a:off x="-2573751" y="5180702"/>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3" name="직사각형 2">
              <a:extLst>
                <a:ext uri="{FF2B5EF4-FFF2-40B4-BE49-F238E27FC236}">
                  <a16:creationId xmlns:a16="http://schemas.microsoft.com/office/drawing/2014/main" id="{0709C4F5-67C3-465A-955A-48CA270E5961}"/>
                </a:ext>
              </a:extLst>
            </p:cNvPr>
            <p:cNvSpPr/>
            <p:nvPr/>
          </p:nvSpPr>
          <p:spPr>
            <a:xfrm>
              <a:off x="-4358149" y="3425061"/>
              <a:ext cx="3314493" cy="437877"/>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1000" dirty="0">
                  <a:solidFill>
                    <a:schemeClr val="tx1"/>
                  </a:solidFill>
                </a:rPr>
                <a:t>  옵션 </a:t>
              </a:r>
              <a:r>
                <a:rPr lang="en-US" altLang="ko-KR" sz="1000" dirty="0">
                  <a:solidFill>
                    <a:schemeClr val="tx1"/>
                  </a:solidFill>
                </a:rPr>
                <a:t>1                                                       </a:t>
              </a:r>
              <a:r>
                <a:rPr lang="ko-KR" altLang="en-US" sz="1000" dirty="0">
                  <a:solidFill>
                    <a:schemeClr val="tx1"/>
                  </a:solidFill>
                </a:rPr>
                <a:t>▽</a:t>
              </a:r>
              <a:r>
                <a:rPr lang="en-US" altLang="ko-KR" sz="1000" dirty="0">
                  <a:solidFill>
                    <a:schemeClr val="tx1"/>
                  </a:solidFill>
                </a:rPr>
                <a:t> </a:t>
              </a:r>
              <a:endParaRPr lang="ko-KR" altLang="en-US" sz="1000" dirty="0">
                <a:solidFill>
                  <a:schemeClr val="tx1"/>
                </a:solidFill>
              </a:endParaRPr>
            </a:p>
          </p:txBody>
        </p:sp>
        <p:pic>
          <p:nvPicPr>
            <p:cNvPr id="8" name="그림 7">
              <a:extLst>
                <a:ext uri="{FF2B5EF4-FFF2-40B4-BE49-F238E27FC236}">
                  <a16:creationId xmlns:a16="http://schemas.microsoft.com/office/drawing/2014/main" id="{ACFA87BC-9EA5-4280-B9DC-8D6827E2822E}"/>
                </a:ext>
              </a:extLst>
            </p:cNvPr>
            <p:cNvPicPr>
              <a:picLocks noChangeAspect="1"/>
            </p:cNvPicPr>
            <p:nvPr/>
          </p:nvPicPr>
          <p:blipFill>
            <a:blip r:embed="rId4"/>
            <a:stretch>
              <a:fillRect/>
            </a:stretch>
          </p:blipFill>
          <p:spPr>
            <a:xfrm>
              <a:off x="-3533203" y="4068563"/>
              <a:ext cx="686405" cy="274562"/>
            </a:xfrm>
            <a:prstGeom prst="rect">
              <a:avLst/>
            </a:prstGeom>
          </p:spPr>
        </p:pic>
        <p:sp>
          <p:nvSpPr>
            <p:cNvPr id="101" name="TextBox 100">
              <a:extLst>
                <a:ext uri="{FF2B5EF4-FFF2-40B4-BE49-F238E27FC236}">
                  <a16:creationId xmlns:a16="http://schemas.microsoft.com/office/drawing/2014/main" id="{01D92514-8BAD-4582-B76C-EF2FC0F70689}"/>
                </a:ext>
              </a:extLst>
            </p:cNvPr>
            <p:cNvSpPr txBox="1"/>
            <p:nvPr/>
          </p:nvSpPr>
          <p:spPr>
            <a:xfrm>
              <a:off x="-4408626" y="4068563"/>
              <a:ext cx="686406"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수량 선택</a:t>
              </a:r>
              <a:endParaRPr lang="ko-KR" altLang="en-US" sz="900" dirty="0"/>
            </a:p>
          </p:txBody>
        </p:sp>
        <p:sp>
          <p:nvSpPr>
            <p:cNvPr id="102" name="TextBox 101">
              <a:extLst>
                <a:ext uri="{FF2B5EF4-FFF2-40B4-BE49-F238E27FC236}">
                  <a16:creationId xmlns:a16="http://schemas.microsoft.com/office/drawing/2014/main" id="{285C0E1C-0045-4376-A0AB-4EECD46979B2}"/>
                </a:ext>
              </a:extLst>
            </p:cNvPr>
            <p:cNvSpPr txBox="1"/>
            <p:nvPr/>
          </p:nvSpPr>
          <p:spPr>
            <a:xfrm>
              <a:off x="-4427158" y="3137794"/>
              <a:ext cx="415498"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옵션</a:t>
              </a:r>
              <a:endParaRPr lang="ko-KR" altLang="en-US" sz="900" dirty="0"/>
            </a:p>
          </p:txBody>
        </p:sp>
      </p:grpSp>
      <p:graphicFrame>
        <p:nvGraphicFramePr>
          <p:cNvPr id="68" name="표 67">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3140459863"/>
              </p:ext>
            </p:extLst>
          </p:nvPr>
        </p:nvGraphicFramePr>
        <p:xfrm>
          <a:off x="10171774" y="22159"/>
          <a:ext cx="1979018" cy="33995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RF-03-04-03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상품영역</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장바구니</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옵션</a:t>
                      </a:r>
                      <a:r>
                        <a:rPr lang="en-US" altLang="ko-KR" sz="800" dirty="0"/>
                        <a:t>/</a:t>
                      </a:r>
                      <a:r>
                        <a:rPr lang="ko-KR" altLang="en-US" sz="800" dirty="0"/>
                        <a:t>수량 변경 클릭 시 옵션 변경 화면 출력</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구매할 상품 체크</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하나의</a:t>
                      </a:r>
                      <a:r>
                        <a:rPr lang="ko-KR" altLang="en-US" sz="800" b="0" baseline="0" dirty="0">
                          <a:solidFill>
                            <a:schemeClr val="tx1"/>
                          </a:solidFill>
                        </a:rPr>
                        <a:t> 상품만을 구매할 때 사용 하며 클릭 시 주문서 작성 페이지 </a:t>
                      </a:r>
                      <a:r>
                        <a:rPr lang="en-US" altLang="ko-KR" sz="800" dirty="0"/>
                        <a:t>RF-03-04-04</a:t>
                      </a:r>
                      <a:r>
                        <a:rPr lang="en-US" altLang="ko-KR" sz="800" b="0" baseline="0" dirty="0">
                          <a:solidFill>
                            <a:schemeClr val="tx1"/>
                          </a:solidFill>
                        </a:rPr>
                        <a:t> </a:t>
                      </a:r>
                      <a:r>
                        <a:rPr lang="ko-KR" altLang="en-US" sz="800" b="0" baseline="0" dirty="0">
                          <a:solidFill>
                            <a:schemeClr val="tx1"/>
                          </a:solidFill>
                        </a:rPr>
                        <a:t>로 이동한다</a:t>
                      </a:r>
                      <a:r>
                        <a:rPr lang="en-US" altLang="ko-KR" sz="800" b="0" baseline="0" dirty="0">
                          <a:solidFill>
                            <a:schemeClr val="tx1"/>
                          </a:solidFill>
                        </a:rPr>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장바구니 상품 삭제 버튼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버튼 클릭 시</a:t>
                      </a:r>
                      <a:r>
                        <a:rPr lang="ko-KR" altLang="en-US" sz="800" b="0" baseline="0" dirty="0">
                          <a:solidFill>
                            <a:schemeClr val="tx1"/>
                          </a:solidFill>
                        </a:rPr>
                        <a:t> </a:t>
                      </a:r>
                      <a:r>
                        <a:rPr lang="ko-KR" altLang="en-US" sz="800" b="0" dirty="0">
                          <a:solidFill>
                            <a:schemeClr val="tx1"/>
                          </a:solidFill>
                        </a:rPr>
                        <a:t>상품에 체크가 되어있는</a:t>
                      </a:r>
                      <a:r>
                        <a:rPr lang="ko-KR" altLang="en-US" sz="800" b="0" baseline="0" dirty="0">
                          <a:solidFill>
                            <a:schemeClr val="tx1"/>
                          </a:solidFill>
                        </a:rPr>
                        <a:t> 경우 주문서 작성 페이지 </a:t>
                      </a:r>
                      <a:r>
                        <a:rPr lang="en-US" altLang="ko-KR" sz="800" dirty="0"/>
                        <a:t>RF-03-04-04</a:t>
                      </a:r>
                      <a:r>
                        <a:rPr lang="en-US" altLang="ko-KR" sz="800" b="0" baseline="0" dirty="0">
                          <a:solidFill>
                            <a:schemeClr val="tx1"/>
                          </a:solidFill>
                        </a:rPr>
                        <a:t> </a:t>
                      </a:r>
                      <a:r>
                        <a:rPr lang="ko-KR" altLang="en-US" sz="800" b="0" baseline="0" dirty="0">
                          <a:solidFill>
                            <a:schemeClr val="tx1"/>
                          </a:solidFill>
                        </a:rPr>
                        <a:t>로 이동한다</a:t>
                      </a:r>
                      <a:r>
                        <a:rPr lang="en-US" altLang="ko-KR" sz="800" b="0" baseline="0" dirty="0">
                          <a:solidFill>
                            <a:schemeClr val="tx1"/>
                          </a:solidFill>
                        </a:rPr>
                        <a:t>. </a:t>
                      </a:r>
                      <a:r>
                        <a:rPr lang="ko-KR" altLang="en-US" sz="800" b="0" baseline="0" dirty="0">
                          <a:solidFill>
                            <a:schemeClr val="tx1"/>
                          </a:solidFill>
                        </a:rPr>
                        <a:t>상품에 체크가 되어있지 않은 경우 페이지 이동을 하지 않고 상품 체크 안내 메시지를 표시한다</a:t>
                      </a:r>
                      <a:r>
                        <a:rPr lang="en-US" altLang="ko-KR" sz="800" b="0" baseline="0" dirty="0">
                          <a:solidFill>
                            <a:schemeClr val="tx1"/>
                          </a:solidFill>
                        </a:rPr>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82562567"/>
                  </a:ext>
                </a:extLst>
              </a:tr>
            </a:tbl>
          </a:graphicData>
        </a:graphic>
      </p:graphicFrame>
      <p:sp>
        <p:nvSpPr>
          <p:cNvPr id="71" name="타원 70">
            <a:extLst>
              <a:ext uri="{FF2B5EF4-FFF2-40B4-BE49-F238E27FC236}">
                <a16:creationId xmlns:a16="http://schemas.microsoft.com/office/drawing/2014/main" id="{9586E712-4702-407B-80F4-00A45EFD2643}"/>
              </a:ext>
            </a:extLst>
          </p:cNvPr>
          <p:cNvSpPr/>
          <p:nvPr/>
        </p:nvSpPr>
        <p:spPr>
          <a:xfrm>
            <a:off x="5811957" y="2768847"/>
            <a:ext cx="881890" cy="305411"/>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2" name="직선 화살표 연결선 71">
            <a:extLst>
              <a:ext uri="{FF2B5EF4-FFF2-40B4-BE49-F238E27FC236}">
                <a16:creationId xmlns:a16="http://schemas.microsoft.com/office/drawing/2014/main" id="{94AC71FC-1000-4B74-B977-C9BF104BDC85}"/>
              </a:ext>
            </a:extLst>
          </p:cNvPr>
          <p:cNvCxnSpPr>
            <a:cxnSpLocks/>
            <a:stCxn id="71" idx="2"/>
            <a:endCxn id="82" idx="0"/>
          </p:cNvCxnSpPr>
          <p:nvPr/>
        </p:nvCxnSpPr>
        <p:spPr>
          <a:xfrm flipH="1">
            <a:off x="4725954" y="2921553"/>
            <a:ext cx="1086003" cy="754541"/>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73" name="TextBox 72">
            <a:extLst>
              <a:ext uri="{FF2B5EF4-FFF2-40B4-BE49-F238E27FC236}">
                <a16:creationId xmlns:a16="http://schemas.microsoft.com/office/drawing/2014/main" id="{CA3F5C53-F614-4A57-BF7A-E3272350C969}"/>
              </a:ext>
            </a:extLst>
          </p:cNvPr>
          <p:cNvSpPr txBox="1"/>
          <p:nvPr/>
        </p:nvSpPr>
        <p:spPr>
          <a:xfrm>
            <a:off x="1387440" y="2636238"/>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74" name="TextBox 73">
            <a:extLst>
              <a:ext uri="{FF2B5EF4-FFF2-40B4-BE49-F238E27FC236}">
                <a16:creationId xmlns:a16="http://schemas.microsoft.com/office/drawing/2014/main" id="{CA3F5C53-F614-4A57-BF7A-E3272350C969}"/>
              </a:ext>
            </a:extLst>
          </p:cNvPr>
          <p:cNvSpPr txBox="1"/>
          <p:nvPr/>
        </p:nvSpPr>
        <p:spPr>
          <a:xfrm>
            <a:off x="7851274" y="2601706"/>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75" name="TextBox 74">
            <a:extLst>
              <a:ext uri="{FF2B5EF4-FFF2-40B4-BE49-F238E27FC236}">
                <a16:creationId xmlns:a16="http://schemas.microsoft.com/office/drawing/2014/main" id="{CA3F5C53-F614-4A57-BF7A-E3272350C969}"/>
              </a:ext>
            </a:extLst>
          </p:cNvPr>
          <p:cNvSpPr txBox="1"/>
          <p:nvPr/>
        </p:nvSpPr>
        <p:spPr>
          <a:xfrm>
            <a:off x="7917271" y="2969197"/>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76" name="TextBox 75">
            <a:extLst>
              <a:ext uri="{FF2B5EF4-FFF2-40B4-BE49-F238E27FC236}">
                <a16:creationId xmlns:a16="http://schemas.microsoft.com/office/drawing/2014/main" id="{CA3F5C53-F614-4A57-BF7A-E3272350C969}"/>
              </a:ext>
            </a:extLst>
          </p:cNvPr>
          <p:cNvSpPr txBox="1"/>
          <p:nvPr/>
        </p:nvSpPr>
        <p:spPr>
          <a:xfrm>
            <a:off x="3430946" y="7573727"/>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Tree>
    <p:extLst>
      <p:ext uri="{BB962C8B-B14F-4D97-AF65-F5344CB8AC3E}">
        <p14:creationId xmlns:p14="http://schemas.microsoft.com/office/powerpoint/2010/main" val="1595602050"/>
      </p:ext>
    </p:extLst>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685CD5DE-00E6-4233-A6C8-16D0E5A8B615}"/>
              </a:ext>
            </a:extLst>
          </p:cNvPr>
          <p:cNvSpPr txBox="1"/>
          <p:nvPr/>
        </p:nvSpPr>
        <p:spPr>
          <a:xfrm>
            <a:off x="4631022" y="871059"/>
            <a:ext cx="1008609" cy="276999"/>
          </a:xfrm>
          <a:prstGeom prst="rect">
            <a:avLst/>
          </a:prstGeom>
          <a:noFill/>
        </p:spPr>
        <p:txBody>
          <a:bodyPr wrap="none" rtlCol="0">
            <a:spAutoFit/>
          </a:bodyPr>
          <a:lstStyle/>
          <a:p>
            <a:r>
              <a:rPr lang="ko-KR" altLang="en-US" sz="1200" b="1" dirty="0"/>
              <a:t>주문서 작성</a:t>
            </a:r>
          </a:p>
        </p:txBody>
      </p:sp>
      <p:cxnSp>
        <p:nvCxnSpPr>
          <p:cNvPr id="3" name="직선 연결선 2">
            <a:extLst>
              <a:ext uri="{FF2B5EF4-FFF2-40B4-BE49-F238E27FC236}">
                <a16:creationId xmlns:a16="http://schemas.microsoft.com/office/drawing/2014/main" id="{7033A616-9731-4709-A8A1-457C9CE5B9E5}"/>
              </a:ext>
            </a:extLst>
          </p:cNvPr>
          <p:cNvCxnSpPr>
            <a:cxnSpLocks/>
          </p:cNvCxnSpPr>
          <p:nvPr/>
        </p:nvCxnSpPr>
        <p:spPr>
          <a:xfrm>
            <a:off x="1481667" y="5363177"/>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8BBFF582-2716-4596-BBFA-8F81DBE2A03C}"/>
              </a:ext>
            </a:extLst>
          </p:cNvPr>
          <p:cNvSpPr txBox="1"/>
          <p:nvPr/>
        </p:nvSpPr>
        <p:spPr>
          <a:xfrm>
            <a:off x="1481667" y="5431902"/>
            <a:ext cx="1043876" cy="246221"/>
          </a:xfrm>
          <a:prstGeom prst="rect">
            <a:avLst/>
          </a:prstGeom>
          <a:noFill/>
        </p:spPr>
        <p:txBody>
          <a:bodyPr wrap="none" rtlCol="0">
            <a:spAutoFit/>
          </a:bodyPr>
          <a:lstStyle/>
          <a:p>
            <a:r>
              <a:rPr lang="ko-KR" altLang="en-US" sz="1000" dirty="0"/>
              <a:t>주문 상품 정보</a:t>
            </a:r>
          </a:p>
        </p:txBody>
      </p:sp>
      <p:graphicFrame>
        <p:nvGraphicFramePr>
          <p:cNvPr id="6" name="표 13">
            <a:extLst>
              <a:ext uri="{FF2B5EF4-FFF2-40B4-BE49-F238E27FC236}">
                <a16:creationId xmlns:a16="http://schemas.microsoft.com/office/drawing/2014/main" id="{6A09DA8B-A8BA-4FCC-B494-53032C966EBC}"/>
              </a:ext>
            </a:extLst>
          </p:cNvPr>
          <p:cNvGraphicFramePr>
            <a:graphicFrameLocks noGrp="1"/>
          </p:cNvGraphicFramePr>
          <p:nvPr>
            <p:extLst>
              <p:ext uri="{D42A27DB-BD31-4B8C-83A1-F6EECF244321}">
                <p14:modId xmlns:p14="http://schemas.microsoft.com/office/powerpoint/2010/main" val="1039690043"/>
              </p:ext>
            </p:extLst>
          </p:nvPr>
        </p:nvGraphicFramePr>
        <p:xfrm>
          <a:off x="1481667" y="5794532"/>
          <a:ext cx="7315200" cy="1493520"/>
        </p:xfrm>
        <a:graphic>
          <a:graphicData uri="http://schemas.openxmlformats.org/drawingml/2006/table">
            <a:tbl>
              <a:tblPr firstRow="1" bandRow="1">
                <a:tableStyleId>{5940675A-B579-460E-94D1-54222C63F5DA}</a:tableStyleId>
              </a:tblPr>
              <a:tblGrid>
                <a:gridCol w="296333">
                  <a:extLst>
                    <a:ext uri="{9D8B030D-6E8A-4147-A177-3AD203B41FA5}">
                      <a16:colId xmlns:a16="http://schemas.microsoft.com/office/drawing/2014/main" val="2416159356"/>
                    </a:ext>
                  </a:extLst>
                </a:gridCol>
                <a:gridCol w="3911600">
                  <a:extLst>
                    <a:ext uri="{9D8B030D-6E8A-4147-A177-3AD203B41FA5}">
                      <a16:colId xmlns:a16="http://schemas.microsoft.com/office/drawing/2014/main" val="4215256312"/>
                    </a:ext>
                  </a:extLst>
                </a:gridCol>
                <a:gridCol w="1100667">
                  <a:extLst>
                    <a:ext uri="{9D8B030D-6E8A-4147-A177-3AD203B41FA5}">
                      <a16:colId xmlns:a16="http://schemas.microsoft.com/office/drawing/2014/main" val="2117488308"/>
                    </a:ext>
                  </a:extLst>
                </a:gridCol>
                <a:gridCol w="889000">
                  <a:extLst>
                    <a:ext uri="{9D8B030D-6E8A-4147-A177-3AD203B41FA5}">
                      <a16:colId xmlns:a16="http://schemas.microsoft.com/office/drawing/2014/main" val="739747790"/>
                    </a:ext>
                  </a:extLst>
                </a:gridCol>
                <a:gridCol w="1117600">
                  <a:extLst>
                    <a:ext uri="{9D8B030D-6E8A-4147-A177-3AD203B41FA5}">
                      <a16:colId xmlns:a16="http://schemas.microsoft.com/office/drawing/2014/main" val="3960621706"/>
                    </a:ext>
                  </a:extLst>
                </a:gridCol>
              </a:tblGrid>
              <a:tr h="0">
                <a:tc gridSpan="5">
                  <a:txBody>
                    <a:bodyPr/>
                    <a:lstStyle/>
                    <a:p>
                      <a:pPr latinLnBrk="1"/>
                      <a:r>
                        <a:rPr lang="ko-KR" altLang="en-US" sz="800" b="1" dirty="0">
                          <a:solidFill>
                            <a:schemeClr val="bg1">
                              <a:lumMod val="65000"/>
                            </a:schemeClr>
                          </a:solidFill>
                        </a:rPr>
                        <a:t>판매자 </a:t>
                      </a:r>
                      <a:r>
                        <a:rPr lang="en-US" altLang="ko-KR" sz="800" b="1" dirty="0">
                          <a:solidFill>
                            <a:schemeClr val="bg1">
                              <a:lumMod val="65000"/>
                            </a:schemeClr>
                          </a:solidFill>
                        </a:rPr>
                        <a:t>( txx2212 )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latinLnBrk="1"/>
                      <a:endParaRPr lang="ko-KR" altLang="en-US" sz="900" dirty="0"/>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r>
                        <a:rPr lang="en-US" altLang="ko-KR" sz="900" b="1" dirty="0"/>
                        <a:t>2,000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r h="0">
                <a:tc>
                  <a:txBody>
                    <a:bodyPr/>
                    <a:lstStyle/>
                    <a:p>
                      <a:pPr latinLnBrk="1"/>
                      <a:endParaRPr lang="ko-KR" altLang="en-US" sz="900" dirty="0"/>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tc>
                  <a:txBody>
                    <a:bodyPr/>
                    <a:lstStyle/>
                    <a:p>
                      <a:pPr algn="r" latinLnBrk="1"/>
                      <a:r>
                        <a:rPr lang="en-US" altLang="ko-KR" sz="900" b="1" dirty="0"/>
                        <a:t>1,000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extLst>
                  <a:ext uri="{0D108BD9-81ED-4DB2-BD59-A6C34878D82A}">
                    <a16:rowId xmlns:a16="http://schemas.microsoft.com/office/drawing/2014/main" val="4134933101"/>
                  </a:ext>
                </a:extLst>
              </a:tr>
            </a:tbl>
          </a:graphicData>
        </a:graphic>
      </p:graphicFrame>
      <p:grpSp>
        <p:nvGrpSpPr>
          <p:cNvPr id="7" name="그룹 6">
            <a:extLst>
              <a:ext uri="{FF2B5EF4-FFF2-40B4-BE49-F238E27FC236}">
                <a16:creationId xmlns:a16="http://schemas.microsoft.com/office/drawing/2014/main" id="{0538B3C9-1386-4285-9B42-E7975F1CB92C}"/>
              </a:ext>
            </a:extLst>
          </p:cNvPr>
          <p:cNvGrpSpPr/>
          <p:nvPr/>
        </p:nvGrpSpPr>
        <p:grpSpPr>
          <a:xfrm>
            <a:off x="1708987" y="6108006"/>
            <a:ext cx="689346" cy="440906"/>
            <a:chOff x="2843808" y="1955121"/>
            <a:chExt cx="1674813" cy="596970"/>
          </a:xfrm>
          <a:solidFill>
            <a:schemeClr val="bg1">
              <a:lumMod val="95000"/>
            </a:schemeClr>
          </a:solidFill>
        </p:grpSpPr>
        <p:sp>
          <p:nvSpPr>
            <p:cNvPr id="8" name="Border">
              <a:extLst>
                <a:ext uri="{FF2B5EF4-FFF2-40B4-BE49-F238E27FC236}">
                  <a16:creationId xmlns:a16="http://schemas.microsoft.com/office/drawing/2014/main" id="{E4BDA800-8917-464B-8E18-E63CC50403A7}"/>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2">
              <a:extLst>
                <a:ext uri="{FF2B5EF4-FFF2-40B4-BE49-F238E27FC236}">
                  <a16:creationId xmlns:a16="http://schemas.microsoft.com/office/drawing/2014/main" id="{524E902B-2115-48B1-A333-8FF2C58CFCA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Line 1">
              <a:extLst>
                <a:ext uri="{FF2B5EF4-FFF2-40B4-BE49-F238E27FC236}">
                  <a16:creationId xmlns:a16="http://schemas.microsoft.com/office/drawing/2014/main" id="{2885609A-F54C-4ED5-9CA5-ECB818A4BB60}"/>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 name="TextBox 10">
              <a:extLst>
                <a:ext uri="{FF2B5EF4-FFF2-40B4-BE49-F238E27FC236}">
                  <a16:creationId xmlns:a16="http://schemas.microsoft.com/office/drawing/2014/main" id="{305F3529-A6D9-41BF-BC01-8F086836DE9D}"/>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2" name="직사각형 11">
            <a:extLst>
              <a:ext uri="{FF2B5EF4-FFF2-40B4-BE49-F238E27FC236}">
                <a16:creationId xmlns:a16="http://schemas.microsoft.com/office/drawing/2014/main" id="{599AC8FE-820E-4378-9736-1F99E780FFE0}"/>
              </a:ext>
            </a:extLst>
          </p:cNvPr>
          <p:cNvSpPr/>
          <p:nvPr/>
        </p:nvSpPr>
        <p:spPr>
          <a:xfrm>
            <a:off x="2419416" y="6108006"/>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3" name="직사각형 12">
            <a:extLst>
              <a:ext uri="{FF2B5EF4-FFF2-40B4-BE49-F238E27FC236}">
                <a16:creationId xmlns:a16="http://schemas.microsoft.com/office/drawing/2014/main" id="{FE408188-5191-47CB-9A04-434073A14B8D}"/>
              </a:ext>
            </a:extLst>
          </p:cNvPr>
          <p:cNvSpPr/>
          <p:nvPr/>
        </p:nvSpPr>
        <p:spPr>
          <a:xfrm>
            <a:off x="2419416" y="6755371"/>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2  /  1</a:t>
            </a:r>
            <a:r>
              <a:rPr lang="ko-KR" altLang="en-US" sz="800" b="1" dirty="0">
                <a:solidFill>
                  <a:schemeClr val="tx1">
                    <a:lumMod val="50000"/>
                    <a:lumOff val="50000"/>
                  </a:schemeClr>
                </a:solidFill>
              </a:rPr>
              <a:t>개</a:t>
            </a:r>
            <a:endParaRPr lang="ko-KR" altLang="en-US" sz="800" b="1" dirty="0"/>
          </a:p>
        </p:txBody>
      </p:sp>
      <p:graphicFrame>
        <p:nvGraphicFramePr>
          <p:cNvPr id="18" name="표 13">
            <a:extLst>
              <a:ext uri="{FF2B5EF4-FFF2-40B4-BE49-F238E27FC236}">
                <a16:creationId xmlns:a16="http://schemas.microsoft.com/office/drawing/2014/main" id="{3FD3B0F2-6024-4837-9051-EFF176BC0DED}"/>
              </a:ext>
            </a:extLst>
          </p:cNvPr>
          <p:cNvGraphicFramePr>
            <a:graphicFrameLocks noGrp="1"/>
          </p:cNvGraphicFramePr>
          <p:nvPr>
            <p:extLst>
              <p:ext uri="{D42A27DB-BD31-4B8C-83A1-F6EECF244321}">
                <p14:modId xmlns:p14="http://schemas.microsoft.com/office/powerpoint/2010/main" val="1717477323"/>
              </p:ext>
            </p:extLst>
          </p:nvPr>
        </p:nvGraphicFramePr>
        <p:xfrm>
          <a:off x="1481667" y="7889888"/>
          <a:ext cx="7315200" cy="853440"/>
        </p:xfrm>
        <a:graphic>
          <a:graphicData uri="http://schemas.openxmlformats.org/drawingml/2006/table">
            <a:tbl>
              <a:tblPr firstRow="1" bandRow="1">
                <a:tableStyleId>{5940675A-B579-460E-94D1-54222C63F5DA}</a:tableStyleId>
              </a:tblPr>
              <a:tblGrid>
                <a:gridCol w="296333">
                  <a:extLst>
                    <a:ext uri="{9D8B030D-6E8A-4147-A177-3AD203B41FA5}">
                      <a16:colId xmlns:a16="http://schemas.microsoft.com/office/drawing/2014/main" val="2416159356"/>
                    </a:ext>
                  </a:extLst>
                </a:gridCol>
                <a:gridCol w="3911600">
                  <a:extLst>
                    <a:ext uri="{9D8B030D-6E8A-4147-A177-3AD203B41FA5}">
                      <a16:colId xmlns:a16="http://schemas.microsoft.com/office/drawing/2014/main" val="4215256312"/>
                    </a:ext>
                  </a:extLst>
                </a:gridCol>
                <a:gridCol w="1100667">
                  <a:extLst>
                    <a:ext uri="{9D8B030D-6E8A-4147-A177-3AD203B41FA5}">
                      <a16:colId xmlns:a16="http://schemas.microsoft.com/office/drawing/2014/main" val="2117488308"/>
                    </a:ext>
                  </a:extLst>
                </a:gridCol>
                <a:gridCol w="889000">
                  <a:extLst>
                    <a:ext uri="{9D8B030D-6E8A-4147-A177-3AD203B41FA5}">
                      <a16:colId xmlns:a16="http://schemas.microsoft.com/office/drawing/2014/main" val="739747790"/>
                    </a:ext>
                  </a:extLst>
                </a:gridCol>
                <a:gridCol w="1117600">
                  <a:extLst>
                    <a:ext uri="{9D8B030D-6E8A-4147-A177-3AD203B41FA5}">
                      <a16:colId xmlns:a16="http://schemas.microsoft.com/office/drawing/2014/main" val="3960621706"/>
                    </a:ext>
                  </a:extLst>
                </a:gridCol>
              </a:tblGrid>
              <a:tr h="0">
                <a:tc gridSpan="5">
                  <a:txBody>
                    <a:bodyPr/>
                    <a:lstStyle/>
                    <a:p>
                      <a:pPr latinLnBrk="1"/>
                      <a:r>
                        <a:rPr lang="ko-KR" altLang="en-US" sz="800" b="1" dirty="0">
                          <a:solidFill>
                            <a:schemeClr val="bg1">
                              <a:lumMod val="65000"/>
                            </a:schemeClr>
                          </a:solidFill>
                        </a:rPr>
                        <a:t>판매자 </a:t>
                      </a:r>
                      <a:r>
                        <a:rPr lang="en-US" altLang="ko-KR" sz="800" b="1" dirty="0">
                          <a:solidFill>
                            <a:schemeClr val="bg1">
                              <a:lumMod val="65000"/>
                            </a:schemeClr>
                          </a:solidFill>
                        </a:rPr>
                        <a:t>( kkttxx02 )</a:t>
                      </a:r>
                      <a:endParaRPr lang="ko-KR" altLang="en-US" sz="800" b="1" dirty="0">
                        <a:solidFill>
                          <a:schemeClr val="bg1">
                            <a:lumMod val="65000"/>
                          </a:schemeClr>
                        </a:solidFill>
                      </a:endParaRP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sz="900" dirty="0"/>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16530835"/>
                  </a:ext>
                </a:extLst>
              </a:tr>
              <a:tr h="0">
                <a:tc>
                  <a:txBody>
                    <a:bodyPr/>
                    <a:lstStyle/>
                    <a:p>
                      <a:pPr latinLnBrk="1"/>
                      <a:endParaRPr lang="ko-KR" altLang="en-US" sz="900" dirty="0"/>
                    </a:p>
                  </a:txBody>
                  <a:tcPr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en-US" altLang="ko-KR" sz="900" dirty="0"/>
                    </a:p>
                    <a:p>
                      <a:pPr latinLnBrk="1"/>
                      <a:endParaRPr lang="en-US" altLang="ko-KR" sz="900" dirty="0"/>
                    </a:p>
                    <a:p>
                      <a:pPr latinLnBrk="1"/>
                      <a:endParaRPr lang="en-US" altLang="ko-KR" sz="900" dirty="0"/>
                    </a:p>
                    <a:p>
                      <a:pPr latinLnBrk="1"/>
                      <a:endParaRPr lang="ko-KR" altLang="en-US" sz="900" dirty="0"/>
                    </a:p>
                  </a:txBody>
                  <a:tcP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algn="r" latinLnBrk="1"/>
                      <a:r>
                        <a:rPr lang="en-US" altLang="ko-KR" sz="900" b="1" dirty="0"/>
                        <a:t>40,000 </a:t>
                      </a:r>
                      <a:r>
                        <a:rPr lang="ko-KR" altLang="en-US" sz="900" b="1" dirty="0"/>
                        <a:t>원</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latinLnBrk="1"/>
                      <a:endParaRPr lang="ko-KR" altLang="en-US" sz="900" dirty="0"/>
                    </a:p>
                  </a:txBody>
                  <a:tcPr anchor="ctr">
                    <a:lnL w="3175" cap="flat" cmpd="sng" algn="ctr">
                      <a:solidFill>
                        <a:schemeClr val="bg1"/>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6226410"/>
                  </a:ext>
                </a:extLst>
              </a:tr>
            </a:tbl>
          </a:graphicData>
        </a:graphic>
      </p:graphicFrame>
      <p:grpSp>
        <p:nvGrpSpPr>
          <p:cNvPr id="19" name="그룹 18">
            <a:extLst>
              <a:ext uri="{FF2B5EF4-FFF2-40B4-BE49-F238E27FC236}">
                <a16:creationId xmlns:a16="http://schemas.microsoft.com/office/drawing/2014/main" id="{F400B7AB-305F-4FD7-8A82-197BCA0E6E3B}"/>
              </a:ext>
            </a:extLst>
          </p:cNvPr>
          <p:cNvGrpSpPr/>
          <p:nvPr/>
        </p:nvGrpSpPr>
        <p:grpSpPr>
          <a:xfrm>
            <a:off x="1708987" y="8203362"/>
            <a:ext cx="689346" cy="440906"/>
            <a:chOff x="2843808" y="1955121"/>
            <a:chExt cx="1674813" cy="596970"/>
          </a:xfrm>
          <a:solidFill>
            <a:schemeClr val="bg1">
              <a:lumMod val="95000"/>
            </a:schemeClr>
          </a:solidFill>
        </p:grpSpPr>
        <p:sp>
          <p:nvSpPr>
            <p:cNvPr id="20" name="Border">
              <a:extLst>
                <a:ext uri="{FF2B5EF4-FFF2-40B4-BE49-F238E27FC236}">
                  <a16:creationId xmlns:a16="http://schemas.microsoft.com/office/drawing/2014/main" id="{552738D2-8EF8-4D66-AB9F-4F24720F741A}"/>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1" name="Line 2">
              <a:extLst>
                <a:ext uri="{FF2B5EF4-FFF2-40B4-BE49-F238E27FC236}">
                  <a16:creationId xmlns:a16="http://schemas.microsoft.com/office/drawing/2014/main" id="{BC82B01D-8F50-4469-96B4-7E8E5EBC34EF}"/>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2" name="Line 1">
              <a:extLst>
                <a:ext uri="{FF2B5EF4-FFF2-40B4-BE49-F238E27FC236}">
                  <a16:creationId xmlns:a16="http://schemas.microsoft.com/office/drawing/2014/main" id="{67F1BCF1-78C9-45DA-9621-76C6EC816F4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3" name="TextBox 22">
              <a:extLst>
                <a:ext uri="{FF2B5EF4-FFF2-40B4-BE49-F238E27FC236}">
                  <a16:creationId xmlns:a16="http://schemas.microsoft.com/office/drawing/2014/main" id="{2C04EFA1-F0AF-4EC7-B93B-CE16CFB5FBB4}"/>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24" name="직사각형 23">
            <a:extLst>
              <a:ext uri="{FF2B5EF4-FFF2-40B4-BE49-F238E27FC236}">
                <a16:creationId xmlns:a16="http://schemas.microsoft.com/office/drawing/2014/main" id="{8653BBDB-1DFE-4D8F-AC00-0E1130E297C4}"/>
              </a:ext>
            </a:extLst>
          </p:cNvPr>
          <p:cNvSpPr/>
          <p:nvPr/>
        </p:nvSpPr>
        <p:spPr>
          <a:xfrm>
            <a:off x="2419416" y="8203362"/>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222222</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grpSp>
        <p:nvGrpSpPr>
          <p:cNvPr id="27" name="그룹 26">
            <a:extLst>
              <a:ext uri="{FF2B5EF4-FFF2-40B4-BE49-F238E27FC236}">
                <a16:creationId xmlns:a16="http://schemas.microsoft.com/office/drawing/2014/main" id="{FB9605DA-A7E2-47B2-89B3-FA77A81FE214}"/>
              </a:ext>
            </a:extLst>
          </p:cNvPr>
          <p:cNvGrpSpPr/>
          <p:nvPr/>
        </p:nvGrpSpPr>
        <p:grpSpPr>
          <a:xfrm>
            <a:off x="1708987" y="6730817"/>
            <a:ext cx="689346" cy="440906"/>
            <a:chOff x="2843808" y="1955121"/>
            <a:chExt cx="1674813" cy="596970"/>
          </a:xfrm>
          <a:solidFill>
            <a:schemeClr val="bg1">
              <a:lumMod val="95000"/>
            </a:schemeClr>
          </a:solidFill>
        </p:grpSpPr>
        <p:sp>
          <p:nvSpPr>
            <p:cNvPr id="28" name="Border">
              <a:extLst>
                <a:ext uri="{FF2B5EF4-FFF2-40B4-BE49-F238E27FC236}">
                  <a16:creationId xmlns:a16="http://schemas.microsoft.com/office/drawing/2014/main" id="{04927701-4982-43F4-BC33-BFC009BAC55A}"/>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9" name="Line 2">
              <a:extLst>
                <a:ext uri="{FF2B5EF4-FFF2-40B4-BE49-F238E27FC236}">
                  <a16:creationId xmlns:a16="http://schemas.microsoft.com/office/drawing/2014/main" id="{0C633E9F-1EE8-425D-9ED4-4D2BB99A7F6A}"/>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0" name="Line 1">
              <a:extLst>
                <a:ext uri="{FF2B5EF4-FFF2-40B4-BE49-F238E27FC236}">
                  <a16:creationId xmlns:a16="http://schemas.microsoft.com/office/drawing/2014/main" id="{D115209A-7AD5-4274-BECC-7A048F15A69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1" name="TextBox 30">
              <a:extLst>
                <a:ext uri="{FF2B5EF4-FFF2-40B4-BE49-F238E27FC236}">
                  <a16:creationId xmlns:a16="http://schemas.microsoft.com/office/drawing/2014/main" id="{D0E474D7-8913-419E-8576-673BF10F21A2}"/>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32" name="TextBox 31">
            <a:extLst>
              <a:ext uri="{FF2B5EF4-FFF2-40B4-BE49-F238E27FC236}">
                <a16:creationId xmlns:a16="http://schemas.microsoft.com/office/drawing/2014/main" id="{2FFCE8CB-3E77-4EF5-B95D-DC1DB22AF889}"/>
              </a:ext>
            </a:extLst>
          </p:cNvPr>
          <p:cNvSpPr txBox="1"/>
          <p:nvPr/>
        </p:nvSpPr>
        <p:spPr>
          <a:xfrm>
            <a:off x="3217333" y="7358129"/>
            <a:ext cx="4844596" cy="246221"/>
          </a:xfrm>
          <a:prstGeom prst="rect">
            <a:avLst/>
          </a:prstGeom>
          <a:noFill/>
        </p:spPr>
        <p:txBody>
          <a:bodyPr wrap="none" rtlCol="0">
            <a:spAutoFit/>
          </a:bodyPr>
          <a:lstStyle/>
          <a:p>
            <a:r>
              <a:rPr lang="en-US" altLang="ko-KR" sz="800" dirty="0"/>
              <a:t>2,000 </a:t>
            </a:r>
            <a:r>
              <a:rPr lang="ko-KR" altLang="en-US" sz="800" dirty="0"/>
              <a:t>원</a:t>
            </a:r>
            <a:r>
              <a:rPr lang="en-US" altLang="ko-KR" sz="800" dirty="0"/>
              <a:t> + </a:t>
            </a:r>
            <a:r>
              <a:rPr lang="ko-KR" altLang="en-US" sz="800" dirty="0"/>
              <a:t>배송비 </a:t>
            </a:r>
            <a:r>
              <a:rPr lang="en-US" altLang="ko-KR" sz="800" dirty="0"/>
              <a:t>2,500 </a:t>
            </a:r>
            <a:r>
              <a:rPr lang="ko-KR" altLang="en-US" sz="800" dirty="0"/>
              <a:t>원 </a:t>
            </a:r>
            <a:r>
              <a:rPr lang="en-US" altLang="ko-KR" sz="800" dirty="0"/>
              <a:t>= </a:t>
            </a:r>
            <a:r>
              <a:rPr lang="en-US" altLang="ko-KR" sz="1000" b="1" dirty="0">
                <a:solidFill>
                  <a:srgbClr val="FF0000"/>
                </a:solidFill>
              </a:rPr>
              <a:t>4,500</a:t>
            </a:r>
            <a:r>
              <a:rPr lang="en-US" altLang="ko-KR" sz="800" dirty="0"/>
              <a:t> </a:t>
            </a:r>
            <a:r>
              <a:rPr lang="ko-KR" altLang="en-US" sz="800" dirty="0"/>
              <a:t>원     </a:t>
            </a:r>
            <a:r>
              <a:rPr lang="en-US" altLang="ko-KR" sz="800" dirty="0"/>
              <a:t>|     30,000 </a:t>
            </a:r>
            <a:r>
              <a:rPr lang="ko-KR" altLang="en-US" sz="800" dirty="0"/>
              <a:t>원 이하 배송비 </a:t>
            </a:r>
            <a:r>
              <a:rPr lang="en-US" altLang="ko-KR" sz="800" dirty="0"/>
              <a:t>2,500 </a:t>
            </a:r>
            <a:r>
              <a:rPr lang="ko-KR" altLang="en-US" sz="800" dirty="0"/>
              <a:t>원 </a:t>
            </a:r>
            <a:r>
              <a:rPr lang="en-US" altLang="ko-KR" sz="800" dirty="0"/>
              <a:t>( </a:t>
            </a:r>
            <a:r>
              <a:rPr lang="ko-KR" altLang="en-US" sz="800" dirty="0"/>
              <a:t>개별 상품 기준 </a:t>
            </a:r>
            <a:r>
              <a:rPr lang="en-US" altLang="ko-KR" sz="800" dirty="0"/>
              <a:t>)</a:t>
            </a:r>
            <a:endParaRPr lang="ko-KR" altLang="en-US" sz="800" dirty="0"/>
          </a:p>
        </p:txBody>
      </p:sp>
      <p:sp>
        <p:nvSpPr>
          <p:cNvPr id="33" name="TextBox 32">
            <a:extLst>
              <a:ext uri="{FF2B5EF4-FFF2-40B4-BE49-F238E27FC236}">
                <a16:creationId xmlns:a16="http://schemas.microsoft.com/office/drawing/2014/main" id="{222DA5C6-3D8F-47B3-BE6E-E45C2056C038}"/>
              </a:ext>
            </a:extLst>
          </p:cNvPr>
          <p:cNvSpPr txBox="1"/>
          <p:nvPr/>
        </p:nvSpPr>
        <p:spPr>
          <a:xfrm>
            <a:off x="3217333" y="8836742"/>
            <a:ext cx="4463081" cy="246221"/>
          </a:xfrm>
          <a:prstGeom prst="rect">
            <a:avLst/>
          </a:prstGeom>
          <a:noFill/>
        </p:spPr>
        <p:txBody>
          <a:bodyPr wrap="none" rtlCol="0">
            <a:spAutoFit/>
          </a:bodyPr>
          <a:lstStyle/>
          <a:p>
            <a:r>
              <a:rPr lang="en-US" altLang="ko-KR" sz="800" dirty="0"/>
              <a:t>40,000 </a:t>
            </a:r>
            <a:r>
              <a:rPr lang="ko-KR" altLang="en-US" sz="800" dirty="0"/>
              <a:t>원</a:t>
            </a:r>
            <a:r>
              <a:rPr lang="en-US" altLang="ko-KR" sz="800" dirty="0"/>
              <a:t> + </a:t>
            </a:r>
            <a:r>
              <a:rPr lang="ko-KR" altLang="en-US" sz="800" dirty="0"/>
              <a:t>배송비 </a:t>
            </a:r>
            <a:r>
              <a:rPr lang="en-US" altLang="ko-KR" sz="800" dirty="0"/>
              <a:t>0 </a:t>
            </a:r>
            <a:r>
              <a:rPr lang="ko-KR" altLang="en-US" sz="800" dirty="0"/>
              <a:t>원 </a:t>
            </a:r>
            <a:r>
              <a:rPr lang="en-US" altLang="ko-KR" sz="800" dirty="0"/>
              <a:t>= </a:t>
            </a:r>
            <a:r>
              <a:rPr lang="en-US" altLang="ko-KR" sz="1000" b="1" dirty="0">
                <a:solidFill>
                  <a:srgbClr val="FF0000"/>
                </a:solidFill>
              </a:rPr>
              <a:t>40,000</a:t>
            </a:r>
            <a:r>
              <a:rPr lang="en-US" altLang="ko-KR" sz="800" dirty="0"/>
              <a:t> </a:t>
            </a:r>
            <a:r>
              <a:rPr lang="ko-KR" altLang="en-US" sz="800" dirty="0"/>
              <a:t>원     </a:t>
            </a:r>
            <a:r>
              <a:rPr lang="en-US" altLang="ko-KR" sz="800" dirty="0"/>
              <a:t>|     30,000 </a:t>
            </a:r>
            <a:r>
              <a:rPr lang="ko-KR" altLang="en-US" sz="800" dirty="0"/>
              <a:t>원 이상 무료배송 </a:t>
            </a:r>
            <a:r>
              <a:rPr lang="en-US" altLang="ko-KR" sz="800" dirty="0"/>
              <a:t>( </a:t>
            </a:r>
            <a:r>
              <a:rPr lang="ko-KR" altLang="en-US" sz="800" dirty="0"/>
              <a:t>개별 상품 기준 </a:t>
            </a:r>
            <a:r>
              <a:rPr lang="en-US" altLang="ko-KR" sz="800" dirty="0"/>
              <a:t>)</a:t>
            </a:r>
            <a:endParaRPr lang="ko-KR" altLang="en-US" sz="800" dirty="0"/>
          </a:p>
        </p:txBody>
      </p:sp>
      <p:cxnSp>
        <p:nvCxnSpPr>
          <p:cNvPr id="34" name="직선 연결선 33">
            <a:extLst>
              <a:ext uri="{FF2B5EF4-FFF2-40B4-BE49-F238E27FC236}">
                <a16:creationId xmlns:a16="http://schemas.microsoft.com/office/drawing/2014/main" id="{141E1EA4-E2C5-4384-985F-6035B5D9AEE6}"/>
              </a:ext>
            </a:extLst>
          </p:cNvPr>
          <p:cNvCxnSpPr>
            <a:cxnSpLocks/>
          </p:cNvCxnSpPr>
          <p:nvPr/>
        </p:nvCxnSpPr>
        <p:spPr>
          <a:xfrm>
            <a:off x="1481667" y="9553733"/>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4E2EE43B-0917-42FB-B7D4-81E1AB89B75D}"/>
              </a:ext>
            </a:extLst>
          </p:cNvPr>
          <p:cNvSpPr txBox="1"/>
          <p:nvPr/>
        </p:nvSpPr>
        <p:spPr>
          <a:xfrm>
            <a:off x="1473200" y="9646340"/>
            <a:ext cx="1043876" cy="246221"/>
          </a:xfrm>
          <a:prstGeom prst="rect">
            <a:avLst/>
          </a:prstGeom>
          <a:noFill/>
        </p:spPr>
        <p:txBody>
          <a:bodyPr wrap="none" rtlCol="0">
            <a:spAutoFit/>
          </a:bodyPr>
          <a:lstStyle/>
          <a:p>
            <a:r>
              <a:rPr lang="ko-KR" altLang="en-US" sz="1000" dirty="0"/>
              <a:t>주문 결제 금액</a:t>
            </a:r>
          </a:p>
        </p:txBody>
      </p:sp>
      <p:graphicFrame>
        <p:nvGraphicFramePr>
          <p:cNvPr id="36" name="표 59">
            <a:extLst>
              <a:ext uri="{FF2B5EF4-FFF2-40B4-BE49-F238E27FC236}">
                <a16:creationId xmlns:a16="http://schemas.microsoft.com/office/drawing/2014/main" id="{57EB0576-F36E-44CE-8F9D-AD808DC27597}"/>
              </a:ext>
            </a:extLst>
          </p:cNvPr>
          <p:cNvGraphicFramePr>
            <a:graphicFrameLocks noGrp="1"/>
          </p:cNvGraphicFramePr>
          <p:nvPr>
            <p:extLst>
              <p:ext uri="{D42A27DB-BD31-4B8C-83A1-F6EECF244321}">
                <p14:modId xmlns:p14="http://schemas.microsoft.com/office/powerpoint/2010/main" val="3966356929"/>
              </p:ext>
            </p:extLst>
          </p:nvPr>
        </p:nvGraphicFramePr>
        <p:xfrm>
          <a:off x="1481668" y="10015919"/>
          <a:ext cx="7315200" cy="621539"/>
        </p:xfrm>
        <a:graphic>
          <a:graphicData uri="http://schemas.openxmlformats.org/drawingml/2006/table">
            <a:tbl>
              <a:tblPr firstRow="1" bandRow="1">
                <a:tableStyleId>{5C22544A-7EE6-4342-B048-85BDC9FD1C3A}</a:tableStyleId>
              </a:tblPr>
              <a:tblGrid>
                <a:gridCol w="2438400">
                  <a:extLst>
                    <a:ext uri="{9D8B030D-6E8A-4147-A177-3AD203B41FA5}">
                      <a16:colId xmlns:a16="http://schemas.microsoft.com/office/drawing/2014/main" val="2731726909"/>
                    </a:ext>
                  </a:extLst>
                </a:gridCol>
                <a:gridCol w="2438400">
                  <a:extLst>
                    <a:ext uri="{9D8B030D-6E8A-4147-A177-3AD203B41FA5}">
                      <a16:colId xmlns:a16="http://schemas.microsoft.com/office/drawing/2014/main" val="4273104403"/>
                    </a:ext>
                  </a:extLst>
                </a:gridCol>
                <a:gridCol w="2438400">
                  <a:extLst>
                    <a:ext uri="{9D8B030D-6E8A-4147-A177-3AD203B41FA5}">
                      <a16:colId xmlns:a16="http://schemas.microsoft.com/office/drawing/2014/main" val="1599845524"/>
                    </a:ext>
                  </a:extLst>
                </a:gridCol>
              </a:tblGrid>
              <a:tr h="621539">
                <a:tc>
                  <a:txBody>
                    <a:bodyPr/>
                    <a:lstStyle/>
                    <a:p>
                      <a:pPr latinLnBrk="1"/>
                      <a:r>
                        <a:rPr lang="en-US" altLang="ko-KR" sz="800" dirty="0">
                          <a:solidFill>
                            <a:schemeClr val="tx1"/>
                          </a:solidFill>
                        </a:rPr>
                        <a:t>  </a:t>
                      </a:r>
                      <a:r>
                        <a:rPr lang="ko-KR" altLang="en-US" sz="800" dirty="0">
                          <a:solidFill>
                            <a:schemeClr val="tx1"/>
                          </a:solidFill>
                        </a:rPr>
                        <a:t>총 상품금액                       </a:t>
                      </a:r>
                      <a:r>
                        <a:rPr lang="en-US" altLang="ko-KR" sz="1000" dirty="0">
                          <a:solidFill>
                            <a:schemeClr val="tx1"/>
                          </a:solidFill>
                        </a:rPr>
                        <a:t>42,000 </a:t>
                      </a:r>
                      <a:r>
                        <a:rPr lang="ko-KR" altLang="en-US" sz="900" dirty="0">
                          <a:solidFill>
                            <a:schemeClr val="tx1"/>
                          </a:solidFill>
                        </a:rPr>
                        <a:t>원</a:t>
                      </a:r>
                    </a:p>
                  </a:txBody>
                  <a:tcPr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latinLnBrk="1"/>
                      <a:r>
                        <a:rPr lang="en-US" altLang="ko-KR" sz="800" dirty="0">
                          <a:solidFill>
                            <a:schemeClr val="tx1"/>
                          </a:solidFill>
                        </a:rPr>
                        <a:t>      </a:t>
                      </a:r>
                      <a:r>
                        <a:rPr lang="ko-KR" altLang="en-US" sz="800" dirty="0">
                          <a:solidFill>
                            <a:schemeClr val="tx1"/>
                          </a:solidFill>
                        </a:rPr>
                        <a:t>배송비                             </a:t>
                      </a:r>
                      <a:r>
                        <a:rPr lang="en-US" altLang="ko-KR" sz="1000" dirty="0">
                          <a:solidFill>
                            <a:schemeClr val="tx1"/>
                          </a:solidFill>
                        </a:rPr>
                        <a:t>2,500 </a:t>
                      </a:r>
                      <a:r>
                        <a:rPr lang="ko-KR" altLang="en-US" sz="900" dirty="0">
                          <a:solidFill>
                            <a:schemeClr val="tx1"/>
                          </a:solidFill>
                        </a:rPr>
                        <a:t>원</a:t>
                      </a:r>
                    </a:p>
                  </a:txBody>
                  <a:tcPr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latinLnBrk="1"/>
                      <a:r>
                        <a:rPr lang="en-US" altLang="ko-KR" sz="800" dirty="0">
                          <a:solidFill>
                            <a:schemeClr val="tx1"/>
                          </a:solidFill>
                        </a:rPr>
                        <a:t>     </a:t>
                      </a:r>
                      <a:r>
                        <a:rPr lang="ko-KR" altLang="en-US" sz="800" dirty="0">
                          <a:solidFill>
                            <a:schemeClr val="tx1"/>
                          </a:solidFill>
                        </a:rPr>
                        <a:t>최종 결제금액                 </a:t>
                      </a:r>
                      <a:r>
                        <a:rPr lang="en-US" altLang="ko-KR" sz="1200" dirty="0">
                          <a:solidFill>
                            <a:srgbClr val="FF0000"/>
                          </a:solidFill>
                        </a:rPr>
                        <a:t>44,500 </a:t>
                      </a:r>
                      <a:r>
                        <a:rPr lang="ko-KR" altLang="en-US" sz="900" dirty="0">
                          <a:solidFill>
                            <a:srgbClr val="FF0000"/>
                          </a:solidFill>
                        </a:rPr>
                        <a:t>원</a:t>
                      </a:r>
                    </a:p>
                  </a:txBody>
                  <a:tcPr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517414178"/>
                  </a:ext>
                </a:extLst>
              </a:tr>
            </a:tbl>
          </a:graphicData>
        </a:graphic>
      </p:graphicFrame>
      <p:sp>
        <p:nvSpPr>
          <p:cNvPr id="37" name="타원 36">
            <a:extLst>
              <a:ext uri="{FF2B5EF4-FFF2-40B4-BE49-F238E27FC236}">
                <a16:creationId xmlns:a16="http://schemas.microsoft.com/office/drawing/2014/main" id="{160DE9C3-1553-4D4A-9DC2-486D9698C33E}"/>
              </a:ext>
            </a:extLst>
          </p:cNvPr>
          <p:cNvSpPr/>
          <p:nvPr/>
        </p:nvSpPr>
        <p:spPr>
          <a:xfrm>
            <a:off x="3810413" y="10217205"/>
            <a:ext cx="215856" cy="230832"/>
          </a:xfrm>
          <a:prstGeom prst="ellipse">
            <a:avLst/>
          </a:prstGeom>
          <a:solidFill>
            <a:schemeClr val="bg1">
              <a:lumMod val="8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8" name="TextBox 37">
            <a:extLst>
              <a:ext uri="{FF2B5EF4-FFF2-40B4-BE49-F238E27FC236}">
                <a16:creationId xmlns:a16="http://schemas.microsoft.com/office/drawing/2014/main" id="{F14E0DC5-6380-42D7-833A-5C93427B9BAC}"/>
              </a:ext>
            </a:extLst>
          </p:cNvPr>
          <p:cNvSpPr txBox="1"/>
          <p:nvPr/>
        </p:nvSpPr>
        <p:spPr>
          <a:xfrm>
            <a:off x="3744427" y="10129524"/>
            <a:ext cx="346570" cy="369332"/>
          </a:xfrm>
          <a:prstGeom prst="rect">
            <a:avLst/>
          </a:prstGeom>
          <a:noFill/>
          <a:ln>
            <a:noFill/>
          </a:ln>
        </p:spPr>
        <p:txBody>
          <a:bodyPr wrap="none" rtlCol="0">
            <a:spAutoFit/>
          </a:bodyPr>
          <a:lstStyle/>
          <a:p>
            <a:r>
              <a:rPr lang="en-US" altLang="ko-KR" dirty="0">
                <a:solidFill>
                  <a:schemeClr val="bg1"/>
                </a:solidFill>
              </a:rPr>
              <a:t>+</a:t>
            </a:r>
            <a:endParaRPr lang="ko-KR" altLang="en-US" dirty="0">
              <a:solidFill>
                <a:schemeClr val="bg1"/>
              </a:solidFill>
            </a:endParaRPr>
          </a:p>
        </p:txBody>
      </p:sp>
      <p:sp>
        <p:nvSpPr>
          <p:cNvPr id="39" name="타원 38">
            <a:extLst>
              <a:ext uri="{FF2B5EF4-FFF2-40B4-BE49-F238E27FC236}">
                <a16:creationId xmlns:a16="http://schemas.microsoft.com/office/drawing/2014/main" id="{E4BA5147-802F-4E6B-AEA8-62BF13D22CC5}"/>
              </a:ext>
            </a:extLst>
          </p:cNvPr>
          <p:cNvSpPr/>
          <p:nvPr/>
        </p:nvSpPr>
        <p:spPr>
          <a:xfrm>
            <a:off x="6260576" y="10217205"/>
            <a:ext cx="215856" cy="230832"/>
          </a:xfrm>
          <a:prstGeom prst="ellipse">
            <a:avLst/>
          </a:prstGeom>
          <a:solidFill>
            <a:schemeClr val="bg1">
              <a:lumMod val="8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0" name="TextBox 39">
            <a:extLst>
              <a:ext uri="{FF2B5EF4-FFF2-40B4-BE49-F238E27FC236}">
                <a16:creationId xmlns:a16="http://schemas.microsoft.com/office/drawing/2014/main" id="{AFA3341B-C871-4AB3-94C9-BC2936613EED}"/>
              </a:ext>
            </a:extLst>
          </p:cNvPr>
          <p:cNvSpPr txBox="1"/>
          <p:nvPr/>
        </p:nvSpPr>
        <p:spPr>
          <a:xfrm>
            <a:off x="6194590" y="10129524"/>
            <a:ext cx="346570" cy="369332"/>
          </a:xfrm>
          <a:prstGeom prst="rect">
            <a:avLst/>
          </a:prstGeom>
          <a:noFill/>
          <a:ln>
            <a:noFill/>
          </a:ln>
        </p:spPr>
        <p:txBody>
          <a:bodyPr wrap="none" rtlCol="0">
            <a:spAutoFit/>
          </a:bodyPr>
          <a:lstStyle/>
          <a:p>
            <a:r>
              <a:rPr lang="en-US" altLang="ko-KR" dirty="0">
                <a:solidFill>
                  <a:schemeClr val="bg1"/>
                </a:solidFill>
              </a:rPr>
              <a:t>=</a:t>
            </a:r>
            <a:endParaRPr lang="ko-KR" altLang="en-US" dirty="0">
              <a:solidFill>
                <a:schemeClr val="bg1"/>
              </a:solidFill>
            </a:endParaRPr>
          </a:p>
        </p:txBody>
      </p:sp>
      <p:pic>
        <p:nvPicPr>
          <p:cNvPr id="43" name="그림 42">
            <a:extLst>
              <a:ext uri="{FF2B5EF4-FFF2-40B4-BE49-F238E27FC236}">
                <a16:creationId xmlns:a16="http://schemas.microsoft.com/office/drawing/2014/main" id="{1C754C2E-A04A-456E-9456-65C9E8E31755}"/>
              </a:ext>
            </a:extLst>
          </p:cNvPr>
          <p:cNvPicPr>
            <a:picLocks noChangeAspect="1"/>
          </p:cNvPicPr>
          <p:nvPr/>
        </p:nvPicPr>
        <p:blipFill>
          <a:blip r:embed="rId2"/>
          <a:stretch>
            <a:fillRect/>
          </a:stretch>
        </p:blipFill>
        <p:spPr>
          <a:xfrm>
            <a:off x="8123028" y="6207881"/>
            <a:ext cx="476250" cy="238125"/>
          </a:xfrm>
          <a:prstGeom prst="rect">
            <a:avLst/>
          </a:prstGeom>
        </p:spPr>
      </p:pic>
      <p:pic>
        <p:nvPicPr>
          <p:cNvPr id="44" name="그림 43">
            <a:extLst>
              <a:ext uri="{FF2B5EF4-FFF2-40B4-BE49-F238E27FC236}">
                <a16:creationId xmlns:a16="http://schemas.microsoft.com/office/drawing/2014/main" id="{EBB565AA-178A-4A99-A81F-930A69C8EF60}"/>
              </a:ext>
            </a:extLst>
          </p:cNvPr>
          <p:cNvPicPr>
            <a:picLocks noChangeAspect="1"/>
          </p:cNvPicPr>
          <p:nvPr/>
        </p:nvPicPr>
        <p:blipFill>
          <a:blip r:embed="rId2"/>
          <a:stretch>
            <a:fillRect/>
          </a:stretch>
        </p:blipFill>
        <p:spPr>
          <a:xfrm>
            <a:off x="8127632" y="6851985"/>
            <a:ext cx="476250" cy="238125"/>
          </a:xfrm>
          <a:prstGeom prst="rect">
            <a:avLst/>
          </a:prstGeom>
        </p:spPr>
      </p:pic>
      <p:pic>
        <p:nvPicPr>
          <p:cNvPr id="45" name="그림 44">
            <a:extLst>
              <a:ext uri="{FF2B5EF4-FFF2-40B4-BE49-F238E27FC236}">
                <a16:creationId xmlns:a16="http://schemas.microsoft.com/office/drawing/2014/main" id="{271105FC-A584-4110-B5CF-5F9AFF9F2855}"/>
              </a:ext>
            </a:extLst>
          </p:cNvPr>
          <p:cNvPicPr>
            <a:picLocks noChangeAspect="1"/>
          </p:cNvPicPr>
          <p:nvPr/>
        </p:nvPicPr>
        <p:blipFill>
          <a:blip r:embed="rId2"/>
          <a:stretch>
            <a:fillRect/>
          </a:stretch>
        </p:blipFill>
        <p:spPr>
          <a:xfrm>
            <a:off x="8123028" y="8305652"/>
            <a:ext cx="476250" cy="238125"/>
          </a:xfrm>
          <a:prstGeom prst="rect">
            <a:avLst/>
          </a:prstGeom>
        </p:spPr>
      </p:pic>
      <p:cxnSp>
        <p:nvCxnSpPr>
          <p:cNvPr id="46" name="직선 연결선 45">
            <a:extLst>
              <a:ext uri="{FF2B5EF4-FFF2-40B4-BE49-F238E27FC236}">
                <a16:creationId xmlns:a16="http://schemas.microsoft.com/office/drawing/2014/main" id="{4602BE05-B608-40B7-84EA-59ECAC8E0779}"/>
              </a:ext>
            </a:extLst>
          </p:cNvPr>
          <p:cNvCxnSpPr>
            <a:cxnSpLocks/>
          </p:cNvCxnSpPr>
          <p:nvPr/>
        </p:nvCxnSpPr>
        <p:spPr>
          <a:xfrm>
            <a:off x="1481667" y="1314226"/>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7" name="TextBox 46">
            <a:extLst>
              <a:ext uri="{FF2B5EF4-FFF2-40B4-BE49-F238E27FC236}">
                <a16:creationId xmlns:a16="http://schemas.microsoft.com/office/drawing/2014/main" id="{6CD31DAD-0369-4134-B6BB-23E9CEE9ED87}"/>
              </a:ext>
            </a:extLst>
          </p:cNvPr>
          <p:cNvSpPr txBox="1"/>
          <p:nvPr/>
        </p:nvSpPr>
        <p:spPr>
          <a:xfrm>
            <a:off x="1473200" y="1392085"/>
            <a:ext cx="870751" cy="246221"/>
          </a:xfrm>
          <a:prstGeom prst="rect">
            <a:avLst/>
          </a:prstGeom>
          <a:noFill/>
        </p:spPr>
        <p:txBody>
          <a:bodyPr wrap="none" rtlCol="0">
            <a:spAutoFit/>
          </a:bodyPr>
          <a:lstStyle/>
          <a:p>
            <a:r>
              <a:rPr lang="ko-KR" altLang="en-US" sz="1000" dirty="0"/>
              <a:t>주문자 정보</a:t>
            </a:r>
          </a:p>
        </p:txBody>
      </p:sp>
      <p:graphicFrame>
        <p:nvGraphicFramePr>
          <p:cNvPr id="72" name="표 71">
            <a:extLst>
              <a:ext uri="{FF2B5EF4-FFF2-40B4-BE49-F238E27FC236}">
                <a16:creationId xmlns:a16="http://schemas.microsoft.com/office/drawing/2014/main" id="{EC1E7535-F26A-4574-A40E-AAA3BF6148D6}"/>
              </a:ext>
            </a:extLst>
          </p:cNvPr>
          <p:cNvGraphicFramePr>
            <a:graphicFrameLocks noGrp="1"/>
          </p:cNvGraphicFramePr>
          <p:nvPr>
            <p:extLst>
              <p:ext uri="{D42A27DB-BD31-4B8C-83A1-F6EECF244321}">
                <p14:modId xmlns:p14="http://schemas.microsoft.com/office/powerpoint/2010/main" val="3613535383"/>
              </p:ext>
            </p:extLst>
          </p:nvPr>
        </p:nvGraphicFramePr>
        <p:xfrm>
          <a:off x="1481667" y="1680297"/>
          <a:ext cx="7315201" cy="640080"/>
        </p:xfrm>
        <a:graphic>
          <a:graphicData uri="http://schemas.openxmlformats.org/drawingml/2006/table">
            <a:tbl>
              <a:tblPr firstRow="1" bandRow="1">
                <a:tableStyleId>{5C22544A-7EE6-4342-B048-85BDC9FD1C3A}</a:tableStyleId>
              </a:tblPr>
              <a:tblGrid>
                <a:gridCol w="1040307">
                  <a:extLst>
                    <a:ext uri="{9D8B030D-6E8A-4147-A177-3AD203B41FA5}">
                      <a16:colId xmlns:a16="http://schemas.microsoft.com/office/drawing/2014/main" val="20000"/>
                    </a:ext>
                  </a:extLst>
                </a:gridCol>
                <a:gridCol w="2619709">
                  <a:extLst>
                    <a:ext uri="{9D8B030D-6E8A-4147-A177-3AD203B41FA5}">
                      <a16:colId xmlns:a16="http://schemas.microsoft.com/office/drawing/2014/main" val="20001"/>
                    </a:ext>
                  </a:extLst>
                </a:gridCol>
                <a:gridCol w="1143773">
                  <a:extLst>
                    <a:ext uri="{9D8B030D-6E8A-4147-A177-3AD203B41FA5}">
                      <a16:colId xmlns:a16="http://schemas.microsoft.com/office/drawing/2014/main" val="1361845016"/>
                    </a:ext>
                  </a:extLst>
                </a:gridCol>
                <a:gridCol w="2511412">
                  <a:extLst>
                    <a:ext uri="{9D8B030D-6E8A-4147-A177-3AD203B41FA5}">
                      <a16:colId xmlns:a16="http://schemas.microsoft.com/office/drawing/2014/main" val="2181249737"/>
                    </a:ext>
                  </a:extLst>
                </a:gridCol>
              </a:tblGrid>
              <a:tr h="0">
                <a:tc>
                  <a:txBody>
                    <a:bodyPr/>
                    <a:lstStyle/>
                    <a:p>
                      <a:pPr latinLnBrk="1"/>
                      <a:r>
                        <a:rPr lang="ko-KR" altLang="en-US" sz="800" b="0" dirty="0">
                          <a:solidFill>
                            <a:schemeClr val="tx1"/>
                          </a:solidFill>
                        </a:rPr>
                        <a:t>주문자 </a:t>
                      </a:r>
                      <a:r>
                        <a:rPr lang="en-US" altLang="ko-KR" sz="800" b="0" dirty="0">
                          <a:solidFill>
                            <a:schemeClr val="tx1"/>
                          </a:solidFill>
                        </a:rPr>
                        <a:t>ID</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test1234</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회원번호</a:t>
                      </a:r>
                      <a:endParaRPr lang="en-US" altLang="ko-KR"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M9-09909</a:t>
                      </a: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472109241"/>
                  </a:ext>
                </a:extLst>
              </a:tr>
              <a:tr h="0">
                <a:tc>
                  <a:txBody>
                    <a:bodyPr/>
                    <a:lstStyle/>
                    <a:p>
                      <a:pPr latinLnBrk="1"/>
                      <a:r>
                        <a:rPr lang="en-US" altLang="ko-KR" sz="800" b="0" dirty="0">
                          <a:solidFill>
                            <a:schemeClr val="tx1"/>
                          </a:solidFill>
                        </a:rPr>
                        <a:t>* </a:t>
                      </a:r>
                      <a:r>
                        <a:rPr lang="ko-KR" altLang="en-US" sz="800" b="0" dirty="0">
                          <a:solidFill>
                            <a:schemeClr val="tx1"/>
                          </a:solidFill>
                        </a:rPr>
                        <a:t>주문자 이름</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연락처</a:t>
                      </a:r>
                      <a:endParaRPr lang="en-US" altLang="ko-KR"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010 – 9898 – ****</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latinLnBrk="1"/>
                      <a:r>
                        <a:rPr lang="ko-KR" altLang="en-US" sz="800" b="0" dirty="0">
                          <a:solidFill>
                            <a:schemeClr val="tx1"/>
                          </a:solidFill>
                        </a:rPr>
                        <a:t>이메일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hlinkClick r:id="rId3"/>
                        </a:rPr>
                        <a:t>abcde1234@naver.com</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sp>
        <p:nvSpPr>
          <p:cNvPr id="73" name="직사각형 72">
            <a:extLst>
              <a:ext uri="{FF2B5EF4-FFF2-40B4-BE49-F238E27FC236}">
                <a16:creationId xmlns:a16="http://schemas.microsoft.com/office/drawing/2014/main" id="{897D83A1-4FE3-49BC-8962-F5CAD0046A0E}"/>
              </a:ext>
            </a:extLst>
          </p:cNvPr>
          <p:cNvSpPr/>
          <p:nvPr/>
        </p:nvSpPr>
        <p:spPr>
          <a:xfrm>
            <a:off x="2592833" y="1925511"/>
            <a:ext cx="166278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a:solidFill>
                  <a:schemeClr val="tx1"/>
                </a:solidFill>
              </a:rPr>
              <a:t>아무개</a:t>
            </a:r>
            <a:endParaRPr lang="en-US" altLang="ko-KR" sz="800" dirty="0">
              <a:solidFill>
                <a:schemeClr val="tx1"/>
              </a:solidFill>
            </a:endParaRPr>
          </a:p>
        </p:txBody>
      </p:sp>
      <p:sp>
        <p:nvSpPr>
          <p:cNvPr id="74" name="TextBox 73">
            <a:extLst>
              <a:ext uri="{FF2B5EF4-FFF2-40B4-BE49-F238E27FC236}">
                <a16:creationId xmlns:a16="http://schemas.microsoft.com/office/drawing/2014/main" id="{3258686B-1FE0-4029-AEA3-B4095FDE47A4}"/>
              </a:ext>
            </a:extLst>
          </p:cNvPr>
          <p:cNvSpPr txBox="1"/>
          <p:nvPr/>
        </p:nvSpPr>
        <p:spPr>
          <a:xfrm>
            <a:off x="1481667" y="2473294"/>
            <a:ext cx="870751" cy="246221"/>
          </a:xfrm>
          <a:prstGeom prst="rect">
            <a:avLst/>
          </a:prstGeom>
          <a:noFill/>
        </p:spPr>
        <p:txBody>
          <a:bodyPr wrap="none" rtlCol="0">
            <a:spAutoFit/>
          </a:bodyPr>
          <a:lstStyle/>
          <a:p>
            <a:r>
              <a:rPr lang="ko-KR" altLang="en-US" sz="1000" dirty="0" err="1"/>
              <a:t>배송지</a:t>
            </a:r>
            <a:r>
              <a:rPr lang="ko-KR" altLang="en-US" sz="1000" dirty="0"/>
              <a:t> 정보</a:t>
            </a:r>
          </a:p>
        </p:txBody>
      </p:sp>
      <p:graphicFrame>
        <p:nvGraphicFramePr>
          <p:cNvPr id="75" name="표 74">
            <a:extLst>
              <a:ext uri="{FF2B5EF4-FFF2-40B4-BE49-F238E27FC236}">
                <a16:creationId xmlns:a16="http://schemas.microsoft.com/office/drawing/2014/main" id="{AC777F5B-3DEF-405A-A645-F2EDBF553AD7}"/>
              </a:ext>
            </a:extLst>
          </p:cNvPr>
          <p:cNvGraphicFramePr>
            <a:graphicFrameLocks noGrp="1"/>
          </p:cNvGraphicFramePr>
          <p:nvPr>
            <p:extLst>
              <p:ext uri="{D42A27DB-BD31-4B8C-83A1-F6EECF244321}">
                <p14:modId xmlns:p14="http://schemas.microsoft.com/office/powerpoint/2010/main" val="1492366430"/>
              </p:ext>
            </p:extLst>
          </p:nvPr>
        </p:nvGraphicFramePr>
        <p:xfrm>
          <a:off x="1490134" y="2761506"/>
          <a:ext cx="7315201" cy="2286000"/>
        </p:xfrm>
        <a:graphic>
          <a:graphicData uri="http://schemas.openxmlformats.org/drawingml/2006/table">
            <a:tbl>
              <a:tblPr firstRow="1" bandRow="1">
                <a:tableStyleId>{5C22544A-7EE6-4342-B048-85BDC9FD1C3A}</a:tableStyleId>
              </a:tblPr>
              <a:tblGrid>
                <a:gridCol w="1031840">
                  <a:extLst>
                    <a:ext uri="{9D8B030D-6E8A-4147-A177-3AD203B41FA5}">
                      <a16:colId xmlns:a16="http://schemas.microsoft.com/office/drawing/2014/main" val="20000"/>
                    </a:ext>
                  </a:extLst>
                </a:gridCol>
                <a:gridCol w="2628176">
                  <a:extLst>
                    <a:ext uri="{9D8B030D-6E8A-4147-A177-3AD203B41FA5}">
                      <a16:colId xmlns:a16="http://schemas.microsoft.com/office/drawing/2014/main" val="20001"/>
                    </a:ext>
                  </a:extLst>
                </a:gridCol>
                <a:gridCol w="1143773">
                  <a:extLst>
                    <a:ext uri="{9D8B030D-6E8A-4147-A177-3AD203B41FA5}">
                      <a16:colId xmlns:a16="http://schemas.microsoft.com/office/drawing/2014/main" val="1361845016"/>
                    </a:ext>
                  </a:extLst>
                </a:gridCol>
                <a:gridCol w="2511412">
                  <a:extLst>
                    <a:ext uri="{9D8B030D-6E8A-4147-A177-3AD203B41FA5}">
                      <a16:colId xmlns:a16="http://schemas.microsoft.com/office/drawing/2014/main" val="2181249737"/>
                    </a:ext>
                  </a:extLst>
                </a:gridCol>
              </a:tblGrid>
              <a:tr h="0">
                <a:tc>
                  <a:txBody>
                    <a:bodyPr/>
                    <a:lstStyle/>
                    <a:p>
                      <a:pPr latinLnBrk="1"/>
                      <a:r>
                        <a:rPr lang="ko-KR" altLang="en-US" sz="800" b="0" dirty="0">
                          <a:solidFill>
                            <a:schemeClr val="tx1"/>
                          </a:solidFill>
                        </a:rPr>
                        <a:t>수신자 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휴대전화</a:t>
                      </a:r>
                      <a:endParaRPr lang="en-US" altLang="ko-KR"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chemeClr val="tx1"/>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472109241"/>
                  </a:ext>
                </a:extLst>
              </a:tr>
              <a:tr h="0">
                <a:tc>
                  <a:txBody>
                    <a:bodyPr/>
                    <a:lstStyle/>
                    <a:p>
                      <a:pPr latinLnBrk="1"/>
                      <a:r>
                        <a:rPr lang="ko-KR" altLang="en-US" sz="800" b="0" dirty="0">
                          <a:solidFill>
                            <a:schemeClr val="tx1"/>
                          </a:solidFill>
                        </a:rPr>
                        <a:t>이메일</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latinLnBrk="1"/>
                      <a:r>
                        <a:rPr lang="ko-KR" altLang="en-US" sz="800" b="0" dirty="0" err="1">
                          <a:solidFill>
                            <a:schemeClr val="tx1"/>
                          </a:solidFill>
                        </a:rPr>
                        <a:t>배송지</a:t>
                      </a:r>
                      <a:r>
                        <a:rPr lang="ko-KR" altLang="en-US" sz="800" b="0" dirty="0">
                          <a:solidFill>
                            <a:schemeClr val="tx1"/>
                          </a:solidFill>
                        </a:rPr>
                        <a:t> 선택</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750015925"/>
                  </a:ext>
                </a:extLst>
              </a:tr>
              <a:tr h="0">
                <a:tc>
                  <a:txBody>
                    <a:bodyPr/>
                    <a:lstStyle/>
                    <a:p>
                      <a:pPr latinLnBrk="1"/>
                      <a:r>
                        <a:rPr lang="ko-KR" altLang="en-US" sz="800" b="0" dirty="0">
                          <a:solidFill>
                            <a:schemeClr val="tx1"/>
                          </a:solidFill>
                        </a:rPr>
                        <a:t>배송주소</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025216494"/>
                  </a:ext>
                </a:extLst>
              </a:tr>
              <a:tr h="0">
                <a:tc>
                  <a:txBody>
                    <a:bodyPr/>
                    <a:lstStyle/>
                    <a:p>
                      <a:pPr latinLnBrk="1"/>
                      <a:r>
                        <a:rPr lang="ko-KR" altLang="en-US" sz="800" b="0" dirty="0">
                          <a:solidFill>
                            <a:schemeClr val="tx1"/>
                          </a:solidFill>
                        </a:rPr>
                        <a:t>배송 메모</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 </a:t>
                      </a:r>
                      <a:r>
                        <a:rPr lang="ko-KR" altLang="en-US" sz="800" b="0" i="0" u="none" strike="noStrike" dirty="0">
                          <a:solidFill>
                            <a:srgbClr val="000000"/>
                          </a:solidFill>
                          <a:effectLst/>
                          <a:latin typeface="+mn-lt"/>
                        </a:rPr>
                        <a:t>택배기사님께 전달 말씀을 남겨주세요</a:t>
                      </a:r>
                      <a:endParaRPr lang="en-US" altLang="ko-KR" sz="800" b="0" i="0" u="none" strike="noStrike" dirty="0">
                        <a:solidFill>
                          <a:srgbClr val="000000"/>
                        </a:solidFill>
                        <a:effectLst/>
                        <a:latin typeface="+mn-lt"/>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4137434300"/>
                  </a:ext>
                </a:extLst>
              </a:tr>
            </a:tbl>
          </a:graphicData>
        </a:graphic>
      </p:graphicFrame>
      <p:sp>
        <p:nvSpPr>
          <p:cNvPr id="76" name="직사각형 75">
            <a:extLst>
              <a:ext uri="{FF2B5EF4-FFF2-40B4-BE49-F238E27FC236}">
                <a16:creationId xmlns:a16="http://schemas.microsoft.com/office/drawing/2014/main" id="{4A7D5504-6D95-440D-BF51-567EF4BF42A7}"/>
              </a:ext>
            </a:extLst>
          </p:cNvPr>
          <p:cNvSpPr/>
          <p:nvPr/>
        </p:nvSpPr>
        <p:spPr>
          <a:xfrm>
            <a:off x="2615109" y="2790791"/>
            <a:ext cx="166278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a:solidFill>
                  <a:schemeClr val="tx1"/>
                </a:solidFill>
              </a:rPr>
              <a:t>아무개</a:t>
            </a:r>
            <a:endParaRPr lang="en-US" altLang="ko-KR" sz="800" dirty="0">
              <a:solidFill>
                <a:schemeClr val="tx1"/>
              </a:solidFill>
            </a:endParaRPr>
          </a:p>
        </p:txBody>
      </p:sp>
      <p:sp>
        <p:nvSpPr>
          <p:cNvPr id="77" name="TextBox 76">
            <a:extLst>
              <a:ext uri="{FF2B5EF4-FFF2-40B4-BE49-F238E27FC236}">
                <a16:creationId xmlns:a16="http://schemas.microsoft.com/office/drawing/2014/main" id="{75361B6A-7B91-4D20-A245-B96382BF84DD}"/>
              </a:ext>
            </a:extLst>
          </p:cNvPr>
          <p:cNvSpPr txBox="1"/>
          <p:nvPr/>
        </p:nvSpPr>
        <p:spPr>
          <a:xfrm>
            <a:off x="2343951" y="2486804"/>
            <a:ext cx="1218603" cy="215444"/>
          </a:xfrm>
          <a:prstGeom prst="rect">
            <a:avLst/>
          </a:prstGeom>
          <a:noFill/>
        </p:spPr>
        <p:txBody>
          <a:bodyPr wrap="none" rtlCol="0">
            <a:spAutoFit/>
          </a:bodyPr>
          <a:lstStyle/>
          <a:p>
            <a:r>
              <a:rPr lang="ko-KR" altLang="en-US" sz="800" b="1" dirty="0"/>
              <a:t>■ 주문자 정보와 동일</a:t>
            </a:r>
          </a:p>
        </p:txBody>
      </p:sp>
      <p:grpSp>
        <p:nvGrpSpPr>
          <p:cNvPr id="78" name="그룹 77">
            <a:extLst>
              <a:ext uri="{FF2B5EF4-FFF2-40B4-BE49-F238E27FC236}">
                <a16:creationId xmlns:a16="http://schemas.microsoft.com/office/drawing/2014/main" id="{E03D301A-58F6-416F-AA50-C1EE3777D5F2}"/>
              </a:ext>
            </a:extLst>
          </p:cNvPr>
          <p:cNvGrpSpPr/>
          <p:nvPr/>
        </p:nvGrpSpPr>
        <p:grpSpPr>
          <a:xfrm>
            <a:off x="6365446" y="2726356"/>
            <a:ext cx="1789788" cy="230832"/>
            <a:chOff x="2924648" y="2579699"/>
            <a:chExt cx="1789788" cy="230832"/>
          </a:xfrm>
        </p:grpSpPr>
        <p:sp>
          <p:nvSpPr>
            <p:cNvPr id="79" name="직사각형 78">
              <a:extLst>
                <a:ext uri="{FF2B5EF4-FFF2-40B4-BE49-F238E27FC236}">
                  <a16:creationId xmlns:a16="http://schemas.microsoft.com/office/drawing/2014/main" id="{E5EF6635-A05D-47D1-9AB2-35D874D20566}"/>
                </a:ext>
              </a:extLst>
            </p:cNvPr>
            <p:cNvSpPr/>
            <p:nvPr/>
          </p:nvSpPr>
          <p:spPr>
            <a:xfrm>
              <a:off x="2924648"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010  </a:t>
              </a:r>
              <a:r>
                <a:rPr lang="ko-KR" altLang="en-US" sz="800" dirty="0">
                  <a:solidFill>
                    <a:schemeClr val="tx1"/>
                  </a:solidFill>
                </a:rPr>
                <a:t>▼</a:t>
              </a:r>
              <a:endParaRPr lang="en-US" altLang="ko-KR" sz="800" dirty="0">
                <a:solidFill>
                  <a:schemeClr val="tx1"/>
                </a:solidFill>
              </a:endParaRPr>
            </a:p>
          </p:txBody>
        </p:sp>
        <p:sp>
          <p:nvSpPr>
            <p:cNvPr id="80" name="직사각형 79">
              <a:extLst>
                <a:ext uri="{FF2B5EF4-FFF2-40B4-BE49-F238E27FC236}">
                  <a16:creationId xmlns:a16="http://schemas.microsoft.com/office/drawing/2014/main" id="{D3B6301E-2B23-45DB-9CA2-7780629E07CC}"/>
                </a:ext>
              </a:extLst>
            </p:cNvPr>
            <p:cNvSpPr/>
            <p:nvPr/>
          </p:nvSpPr>
          <p:spPr>
            <a:xfrm>
              <a:off x="3542442"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81" name="직사각형 80">
              <a:extLst>
                <a:ext uri="{FF2B5EF4-FFF2-40B4-BE49-F238E27FC236}">
                  <a16:creationId xmlns:a16="http://schemas.microsoft.com/office/drawing/2014/main" id="{27D7DB7C-FF57-4CCB-8259-3661F7B72E4E}"/>
                </a:ext>
              </a:extLst>
            </p:cNvPr>
            <p:cNvSpPr/>
            <p:nvPr/>
          </p:nvSpPr>
          <p:spPr>
            <a:xfrm>
              <a:off x="4160236" y="2633078"/>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82" name="TextBox 81">
              <a:extLst>
                <a:ext uri="{FF2B5EF4-FFF2-40B4-BE49-F238E27FC236}">
                  <a16:creationId xmlns:a16="http://schemas.microsoft.com/office/drawing/2014/main" id="{D2FE719E-2578-4A42-98E2-16679324AB4C}"/>
                </a:ext>
              </a:extLst>
            </p:cNvPr>
            <p:cNvSpPr txBox="1"/>
            <p:nvPr/>
          </p:nvSpPr>
          <p:spPr>
            <a:xfrm>
              <a:off x="3394267" y="2579699"/>
              <a:ext cx="232756" cy="230832"/>
            </a:xfrm>
            <a:prstGeom prst="rect">
              <a:avLst/>
            </a:prstGeom>
            <a:noFill/>
          </p:spPr>
          <p:txBody>
            <a:bodyPr wrap="none" rtlCol="0">
              <a:spAutoFit/>
            </a:bodyPr>
            <a:lstStyle/>
            <a:p>
              <a:r>
                <a:rPr lang="en-US" altLang="ko-KR" sz="900" dirty="0"/>
                <a:t>-</a:t>
              </a:r>
              <a:endParaRPr lang="ko-KR" altLang="en-US" sz="900" dirty="0"/>
            </a:p>
          </p:txBody>
        </p:sp>
        <p:sp>
          <p:nvSpPr>
            <p:cNvPr id="83" name="TextBox 82">
              <a:extLst>
                <a:ext uri="{FF2B5EF4-FFF2-40B4-BE49-F238E27FC236}">
                  <a16:creationId xmlns:a16="http://schemas.microsoft.com/office/drawing/2014/main" id="{26DC8987-0451-458B-80BE-67DC9BF8B4DD}"/>
                </a:ext>
              </a:extLst>
            </p:cNvPr>
            <p:cNvSpPr txBox="1"/>
            <p:nvPr/>
          </p:nvSpPr>
          <p:spPr>
            <a:xfrm>
              <a:off x="4012061" y="2579699"/>
              <a:ext cx="232756" cy="230832"/>
            </a:xfrm>
            <a:prstGeom prst="rect">
              <a:avLst/>
            </a:prstGeom>
            <a:noFill/>
          </p:spPr>
          <p:txBody>
            <a:bodyPr wrap="none" rtlCol="0">
              <a:spAutoFit/>
            </a:bodyPr>
            <a:lstStyle/>
            <a:p>
              <a:r>
                <a:rPr lang="en-US" altLang="ko-KR" sz="900" dirty="0"/>
                <a:t>-</a:t>
              </a:r>
              <a:endParaRPr lang="ko-KR" altLang="en-US" sz="900" dirty="0"/>
            </a:p>
          </p:txBody>
        </p:sp>
      </p:grpSp>
      <p:sp>
        <p:nvSpPr>
          <p:cNvPr id="92" name="직사각형 91">
            <a:extLst>
              <a:ext uri="{FF2B5EF4-FFF2-40B4-BE49-F238E27FC236}">
                <a16:creationId xmlns:a16="http://schemas.microsoft.com/office/drawing/2014/main" id="{73C8BFB4-0672-4B13-A0E6-C572CF283F1F}"/>
              </a:ext>
            </a:extLst>
          </p:cNvPr>
          <p:cNvSpPr/>
          <p:nvPr/>
        </p:nvSpPr>
        <p:spPr>
          <a:xfrm>
            <a:off x="2615109" y="3012722"/>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abcde1234</a:t>
            </a:r>
          </a:p>
        </p:txBody>
      </p:sp>
      <p:sp>
        <p:nvSpPr>
          <p:cNvPr id="93" name="직사각형 92">
            <a:extLst>
              <a:ext uri="{FF2B5EF4-FFF2-40B4-BE49-F238E27FC236}">
                <a16:creationId xmlns:a16="http://schemas.microsoft.com/office/drawing/2014/main" id="{2F732458-BDBF-49D7-92F3-4355AEB56D57}"/>
              </a:ext>
            </a:extLst>
          </p:cNvPr>
          <p:cNvSpPr/>
          <p:nvPr/>
        </p:nvSpPr>
        <p:spPr>
          <a:xfrm>
            <a:off x="4326463" y="3012722"/>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naver.com</a:t>
            </a:r>
          </a:p>
        </p:txBody>
      </p:sp>
      <p:sp>
        <p:nvSpPr>
          <p:cNvPr id="94" name="직사각형 93">
            <a:extLst>
              <a:ext uri="{FF2B5EF4-FFF2-40B4-BE49-F238E27FC236}">
                <a16:creationId xmlns:a16="http://schemas.microsoft.com/office/drawing/2014/main" id="{9D68C034-9AA1-44DC-8A9D-C31E6E750127}"/>
              </a:ext>
            </a:extLst>
          </p:cNvPr>
          <p:cNvSpPr/>
          <p:nvPr/>
        </p:nvSpPr>
        <p:spPr>
          <a:xfrm>
            <a:off x="5897908" y="3012722"/>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직접입력                       ▼</a:t>
            </a:r>
            <a:endParaRPr lang="en-US" altLang="ko-KR" sz="800" dirty="0">
              <a:solidFill>
                <a:schemeClr val="tx1"/>
              </a:solidFill>
            </a:endParaRPr>
          </a:p>
        </p:txBody>
      </p:sp>
      <p:sp>
        <p:nvSpPr>
          <p:cNvPr id="95" name="직사각형 94">
            <a:extLst>
              <a:ext uri="{FF2B5EF4-FFF2-40B4-BE49-F238E27FC236}">
                <a16:creationId xmlns:a16="http://schemas.microsoft.com/office/drawing/2014/main" id="{046B3965-26EF-4889-88AC-3E67005841FA}"/>
              </a:ext>
            </a:extLst>
          </p:cNvPr>
          <p:cNvSpPr/>
          <p:nvPr/>
        </p:nvSpPr>
        <p:spPr>
          <a:xfrm>
            <a:off x="2624000" y="3232276"/>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기본 </a:t>
            </a:r>
            <a:r>
              <a:rPr lang="ko-KR" altLang="en-US" sz="800" dirty="0" err="1">
                <a:solidFill>
                  <a:schemeClr val="tx1"/>
                </a:solidFill>
              </a:rPr>
              <a:t>배송지</a:t>
            </a:r>
            <a:r>
              <a:rPr lang="ko-KR" altLang="en-US" sz="800" dirty="0">
                <a:solidFill>
                  <a:schemeClr val="tx1"/>
                </a:solidFill>
              </a:rPr>
              <a:t>                   ▼</a:t>
            </a:r>
            <a:endParaRPr lang="en-US" altLang="ko-KR" sz="800" dirty="0">
              <a:solidFill>
                <a:schemeClr val="tx1"/>
              </a:solidFill>
            </a:endParaRPr>
          </a:p>
        </p:txBody>
      </p:sp>
      <p:sp>
        <p:nvSpPr>
          <p:cNvPr id="96" name="직사각형 95">
            <a:extLst>
              <a:ext uri="{FF2B5EF4-FFF2-40B4-BE49-F238E27FC236}">
                <a16:creationId xmlns:a16="http://schemas.microsoft.com/office/drawing/2014/main" id="{E85B8996-F06D-44A1-8A01-C326B05433D5}"/>
              </a:ext>
            </a:extLst>
          </p:cNvPr>
          <p:cNvSpPr/>
          <p:nvPr/>
        </p:nvSpPr>
        <p:spPr>
          <a:xfrm>
            <a:off x="3524950" y="3462282"/>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우편번호찾기</a:t>
            </a:r>
            <a:endParaRPr lang="ko-KR" altLang="en-US" sz="800" dirty="0">
              <a:solidFill>
                <a:schemeClr val="bg1"/>
              </a:solidFill>
            </a:endParaRPr>
          </a:p>
        </p:txBody>
      </p:sp>
      <p:sp>
        <p:nvSpPr>
          <p:cNvPr id="97" name="직사각형 96">
            <a:extLst>
              <a:ext uri="{FF2B5EF4-FFF2-40B4-BE49-F238E27FC236}">
                <a16:creationId xmlns:a16="http://schemas.microsoft.com/office/drawing/2014/main" id="{3B320FC1-6193-44AB-ACFB-1E9AD36E86B8}"/>
              </a:ext>
            </a:extLst>
          </p:cNvPr>
          <p:cNvSpPr/>
          <p:nvPr/>
        </p:nvSpPr>
        <p:spPr>
          <a:xfrm>
            <a:off x="2624000" y="3469258"/>
            <a:ext cx="854065"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우편번호</a:t>
            </a:r>
          </a:p>
        </p:txBody>
      </p:sp>
      <p:sp>
        <p:nvSpPr>
          <p:cNvPr id="98" name="직사각형 97">
            <a:extLst>
              <a:ext uri="{FF2B5EF4-FFF2-40B4-BE49-F238E27FC236}">
                <a16:creationId xmlns:a16="http://schemas.microsoft.com/office/drawing/2014/main" id="{B312EB48-698B-4F73-AD80-70A1172CDA79}"/>
              </a:ext>
            </a:extLst>
          </p:cNvPr>
          <p:cNvSpPr/>
          <p:nvPr/>
        </p:nvSpPr>
        <p:spPr>
          <a:xfrm>
            <a:off x="2623999" y="3677725"/>
            <a:ext cx="5863697" cy="165887"/>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주소</a:t>
            </a:r>
          </a:p>
        </p:txBody>
      </p:sp>
      <p:sp>
        <p:nvSpPr>
          <p:cNvPr id="99" name="직사각형 98">
            <a:extLst>
              <a:ext uri="{FF2B5EF4-FFF2-40B4-BE49-F238E27FC236}">
                <a16:creationId xmlns:a16="http://schemas.microsoft.com/office/drawing/2014/main" id="{378E913B-2968-4967-B7B5-51D1A71B1D9F}"/>
              </a:ext>
            </a:extLst>
          </p:cNvPr>
          <p:cNvSpPr/>
          <p:nvPr/>
        </p:nvSpPr>
        <p:spPr>
          <a:xfrm>
            <a:off x="2624000" y="3878929"/>
            <a:ext cx="5872588" cy="158791"/>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상세 주소 </a:t>
            </a:r>
          </a:p>
        </p:txBody>
      </p:sp>
      <p:sp>
        <p:nvSpPr>
          <p:cNvPr id="101" name="직사각형 100">
            <a:extLst>
              <a:ext uri="{FF2B5EF4-FFF2-40B4-BE49-F238E27FC236}">
                <a16:creationId xmlns:a16="http://schemas.microsoft.com/office/drawing/2014/main" id="{3DF7B0E9-6CC1-4894-952B-A62B3E8B5C64}"/>
              </a:ext>
            </a:extLst>
          </p:cNvPr>
          <p:cNvSpPr/>
          <p:nvPr/>
        </p:nvSpPr>
        <p:spPr>
          <a:xfrm>
            <a:off x="2615109" y="4170952"/>
            <a:ext cx="5872588" cy="474481"/>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ko-KR" altLang="en-US" sz="800" dirty="0">
                <a:solidFill>
                  <a:schemeClr val="bg1">
                    <a:lumMod val="65000"/>
                  </a:schemeClr>
                </a:solidFill>
              </a:rPr>
              <a:t>배송 메모 </a:t>
            </a:r>
          </a:p>
        </p:txBody>
      </p:sp>
      <p:sp>
        <p:nvSpPr>
          <p:cNvPr id="102" name="TextBox 101">
            <a:extLst>
              <a:ext uri="{FF2B5EF4-FFF2-40B4-BE49-F238E27FC236}">
                <a16:creationId xmlns:a16="http://schemas.microsoft.com/office/drawing/2014/main" id="{87433C54-D9DC-4D75-A667-2315AD2CAAC0}"/>
              </a:ext>
            </a:extLst>
          </p:cNvPr>
          <p:cNvSpPr txBox="1"/>
          <p:nvPr/>
        </p:nvSpPr>
        <p:spPr>
          <a:xfrm>
            <a:off x="1490134" y="10964545"/>
            <a:ext cx="2666114" cy="246221"/>
          </a:xfrm>
          <a:prstGeom prst="rect">
            <a:avLst/>
          </a:prstGeom>
          <a:noFill/>
        </p:spPr>
        <p:txBody>
          <a:bodyPr wrap="none" rtlCol="0">
            <a:spAutoFit/>
          </a:bodyPr>
          <a:lstStyle/>
          <a:p>
            <a:r>
              <a:rPr lang="ko-KR" altLang="en-US" sz="1000" dirty="0"/>
              <a:t>포인트 사용   </a:t>
            </a:r>
            <a:r>
              <a:rPr lang="en-US" altLang="ko-KR" sz="800" dirty="0"/>
              <a:t>( </a:t>
            </a:r>
            <a:r>
              <a:rPr lang="ko-KR" altLang="en-US" sz="800" b="1" dirty="0">
                <a:solidFill>
                  <a:schemeClr val="accent6">
                    <a:lumMod val="75000"/>
                  </a:schemeClr>
                </a:solidFill>
              </a:rPr>
              <a:t>사용가능 보유 포인트 </a:t>
            </a:r>
            <a:r>
              <a:rPr lang="en-US" altLang="ko-KR" sz="800" b="1" dirty="0">
                <a:solidFill>
                  <a:schemeClr val="accent6">
                    <a:lumMod val="75000"/>
                  </a:schemeClr>
                </a:solidFill>
              </a:rPr>
              <a:t>: 10,090 p </a:t>
            </a:r>
            <a:r>
              <a:rPr lang="en-US" altLang="ko-KR" sz="800" dirty="0"/>
              <a:t>)</a:t>
            </a:r>
            <a:endParaRPr lang="ko-KR" altLang="en-US" sz="800" dirty="0"/>
          </a:p>
        </p:txBody>
      </p:sp>
      <p:graphicFrame>
        <p:nvGraphicFramePr>
          <p:cNvPr id="103" name="표 59">
            <a:extLst>
              <a:ext uri="{FF2B5EF4-FFF2-40B4-BE49-F238E27FC236}">
                <a16:creationId xmlns:a16="http://schemas.microsoft.com/office/drawing/2014/main" id="{0CBCF950-D322-4679-BC00-A8BBAA0544F0}"/>
              </a:ext>
            </a:extLst>
          </p:cNvPr>
          <p:cNvGraphicFramePr>
            <a:graphicFrameLocks noGrp="1"/>
          </p:cNvGraphicFramePr>
          <p:nvPr>
            <p:extLst>
              <p:ext uri="{D42A27DB-BD31-4B8C-83A1-F6EECF244321}">
                <p14:modId xmlns:p14="http://schemas.microsoft.com/office/powerpoint/2010/main" val="3785680853"/>
              </p:ext>
            </p:extLst>
          </p:nvPr>
        </p:nvGraphicFramePr>
        <p:xfrm>
          <a:off x="1498602" y="11334124"/>
          <a:ext cx="7315200" cy="621539"/>
        </p:xfrm>
        <a:graphic>
          <a:graphicData uri="http://schemas.openxmlformats.org/drawingml/2006/table">
            <a:tbl>
              <a:tblPr firstRow="1" bandRow="1">
                <a:tableStyleId>{5C22544A-7EE6-4342-B048-85BDC9FD1C3A}</a:tableStyleId>
              </a:tblPr>
              <a:tblGrid>
                <a:gridCol w="2438400">
                  <a:extLst>
                    <a:ext uri="{9D8B030D-6E8A-4147-A177-3AD203B41FA5}">
                      <a16:colId xmlns:a16="http://schemas.microsoft.com/office/drawing/2014/main" val="2731726909"/>
                    </a:ext>
                  </a:extLst>
                </a:gridCol>
                <a:gridCol w="2438400">
                  <a:extLst>
                    <a:ext uri="{9D8B030D-6E8A-4147-A177-3AD203B41FA5}">
                      <a16:colId xmlns:a16="http://schemas.microsoft.com/office/drawing/2014/main" val="4273104403"/>
                    </a:ext>
                  </a:extLst>
                </a:gridCol>
                <a:gridCol w="2438400">
                  <a:extLst>
                    <a:ext uri="{9D8B030D-6E8A-4147-A177-3AD203B41FA5}">
                      <a16:colId xmlns:a16="http://schemas.microsoft.com/office/drawing/2014/main" val="1599845524"/>
                    </a:ext>
                  </a:extLst>
                </a:gridCol>
              </a:tblGrid>
              <a:tr h="621539">
                <a:tc>
                  <a:txBody>
                    <a:bodyPr/>
                    <a:lstStyle/>
                    <a:p>
                      <a:pPr latinLnBrk="1"/>
                      <a:r>
                        <a:rPr lang="en-US" altLang="ko-KR" sz="800" dirty="0">
                          <a:solidFill>
                            <a:schemeClr val="tx1"/>
                          </a:solidFill>
                        </a:rPr>
                        <a:t>  </a:t>
                      </a:r>
                      <a:r>
                        <a:rPr lang="ko-KR" altLang="en-US" sz="800" dirty="0">
                          <a:solidFill>
                            <a:schemeClr val="tx1"/>
                          </a:solidFill>
                        </a:rPr>
                        <a:t>총 결제금액                       </a:t>
                      </a:r>
                      <a:r>
                        <a:rPr lang="en-US" altLang="ko-KR" sz="1000" dirty="0">
                          <a:solidFill>
                            <a:schemeClr val="tx1"/>
                          </a:solidFill>
                        </a:rPr>
                        <a:t>44,500 </a:t>
                      </a:r>
                      <a:r>
                        <a:rPr lang="ko-KR" altLang="en-US" sz="900" dirty="0">
                          <a:solidFill>
                            <a:schemeClr val="tx1"/>
                          </a:solidFill>
                        </a:rPr>
                        <a:t>원</a:t>
                      </a:r>
                    </a:p>
                  </a:txBody>
                  <a:tcPr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latinLnBrk="1"/>
                      <a:r>
                        <a:rPr lang="en-US" altLang="ko-KR" sz="800" dirty="0">
                          <a:solidFill>
                            <a:schemeClr val="tx1"/>
                          </a:solidFill>
                        </a:rPr>
                        <a:t>     </a:t>
                      </a:r>
                      <a:r>
                        <a:rPr lang="ko-KR" altLang="en-US" sz="800" dirty="0">
                          <a:solidFill>
                            <a:schemeClr val="tx1"/>
                          </a:solidFill>
                        </a:rPr>
                        <a:t>사용포인트                             </a:t>
                      </a:r>
                      <a:r>
                        <a:rPr lang="en-US" altLang="ko-KR" sz="1000" dirty="0">
                          <a:solidFill>
                            <a:schemeClr val="tx1"/>
                          </a:solidFill>
                        </a:rPr>
                        <a:t> Point</a:t>
                      </a:r>
                      <a:endParaRPr lang="ko-KR" altLang="en-US" sz="900" dirty="0">
                        <a:solidFill>
                          <a:schemeClr val="tx1"/>
                        </a:solidFill>
                      </a:endParaRPr>
                    </a:p>
                  </a:txBody>
                  <a:tcPr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latinLnBrk="1"/>
                      <a:r>
                        <a:rPr lang="en-US" altLang="ko-KR" sz="800" dirty="0">
                          <a:solidFill>
                            <a:schemeClr val="tx1"/>
                          </a:solidFill>
                        </a:rPr>
                        <a:t>     </a:t>
                      </a:r>
                      <a:r>
                        <a:rPr lang="ko-KR" altLang="en-US" sz="800" dirty="0">
                          <a:solidFill>
                            <a:schemeClr val="tx1"/>
                          </a:solidFill>
                        </a:rPr>
                        <a:t>최종 결제금액                 </a:t>
                      </a:r>
                      <a:r>
                        <a:rPr lang="en-US" altLang="ko-KR" sz="1200" dirty="0">
                          <a:solidFill>
                            <a:srgbClr val="FF0000"/>
                          </a:solidFill>
                        </a:rPr>
                        <a:t>39,500 </a:t>
                      </a:r>
                      <a:r>
                        <a:rPr lang="ko-KR" altLang="en-US" sz="900" dirty="0">
                          <a:solidFill>
                            <a:srgbClr val="FF0000"/>
                          </a:solidFill>
                        </a:rPr>
                        <a:t>원</a:t>
                      </a:r>
                    </a:p>
                  </a:txBody>
                  <a:tcPr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517414178"/>
                  </a:ext>
                </a:extLst>
              </a:tr>
            </a:tbl>
          </a:graphicData>
        </a:graphic>
      </p:graphicFrame>
      <p:sp>
        <p:nvSpPr>
          <p:cNvPr id="104" name="타원 103">
            <a:extLst>
              <a:ext uri="{FF2B5EF4-FFF2-40B4-BE49-F238E27FC236}">
                <a16:creationId xmlns:a16="http://schemas.microsoft.com/office/drawing/2014/main" id="{6030CF42-6273-48B4-A350-3F03A1C48B1B}"/>
              </a:ext>
            </a:extLst>
          </p:cNvPr>
          <p:cNvSpPr/>
          <p:nvPr/>
        </p:nvSpPr>
        <p:spPr>
          <a:xfrm>
            <a:off x="3827347" y="11535410"/>
            <a:ext cx="215856" cy="230832"/>
          </a:xfrm>
          <a:prstGeom prst="ellipse">
            <a:avLst/>
          </a:prstGeom>
          <a:solidFill>
            <a:schemeClr val="bg1">
              <a:lumMod val="8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5" name="TextBox 104">
            <a:extLst>
              <a:ext uri="{FF2B5EF4-FFF2-40B4-BE49-F238E27FC236}">
                <a16:creationId xmlns:a16="http://schemas.microsoft.com/office/drawing/2014/main" id="{3EE42011-00CA-4761-B850-FCC178B750CB}"/>
              </a:ext>
            </a:extLst>
          </p:cNvPr>
          <p:cNvSpPr txBox="1"/>
          <p:nvPr/>
        </p:nvSpPr>
        <p:spPr>
          <a:xfrm>
            <a:off x="3790857" y="11440355"/>
            <a:ext cx="279244" cy="369332"/>
          </a:xfrm>
          <a:prstGeom prst="rect">
            <a:avLst/>
          </a:prstGeom>
          <a:noFill/>
          <a:ln>
            <a:noFill/>
          </a:ln>
        </p:spPr>
        <p:txBody>
          <a:bodyPr wrap="none" rtlCol="0">
            <a:spAutoFit/>
          </a:bodyPr>
          <a:lstStyle/>
          <a:p>
            <a:r>
              <a:rPr lang="en-US" altLang="ko-KR" b="1" dirty="0">
                <a:solidFill>
                  <a:schemeClr val="bg1"/>
                </a:solidFill>
              </a:rPr>
              <a:t>-</a:t>
            </a:r>
            <a:endParaRPr lang="ko-KR" altLang="en-US" b="1" dirty="0">
              <a:solidFill>
                <a:schemeClr val="bg1"/>
              </a:solidFill>
            </a:endParaRPr>
          </a:p>
        </p:txBody>
      </p:sp>
      <p:sp>
        <p:nvSpPr>
          <p:cNvPr id="106" name="타원 105">
            <a:extLst>
              <a:ext uri="{FF2B5EF4-FFF2-40B4-BE49-F238E27FC236}">
                <a16:creationId xmlns:a16="http://schemas.microsoft.com/office/drawing/2014/main" id="{A34FA0F0-AC88-4E6F-91F9-AAA1C6A33042}"/>
              </a:ext>
            </a:extLst>
          </p:cNvPr>
          <p:cNvSpPr/>
          <p:nvPr/>
        </p:nvSpPr>
        <p:spPr>
          <a:xfrm>
            <a:off x="6277510" y="11535410"/>
            <a:ext cx="215856" cy="230832"/>
          </a:xfrm>
          <a:prstGeom prst="ellipse">
            <a:avLst/>
          </a:prstGeom>
          <a:solidFill>
            <a:schemeClr val="bg1">
              <a:lumMod val="8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7" name="TextBox 106">
            <a:extLst>
              <a:ext uri="{FF2B5EF4-FFF2-40B4-BE49-F238E27FC236}">
                <a16:creationId xmlns:a16="http://schemas.microsoft.com/office/drawing/2014/main" id="{E4CB1D85-7DFD-4CD1-9EBA-D66F6E8AAE8C}"/>
              </a:ext>
            </a:extLst>
          </p:cNvPr>
          <p:cNvSpPr txBox="1"/>
          <p:nvPr/>
        </p:nvSpPr>
        <p:spPr>
          <a:xfrm>
            <a:off x="6211524" y="11447729"/>
            <a:ext cx="346570" cy="369332"/>
          </a:xfrm>
          <a:prstGeom prst="rect">
            <a:avLst/>
          </a:prstGeom>
          <a:noFill/>
          <a:ln>
            <a:noFill/>
          </a:ln>
        </p:spPr>
        <p:txBody>
          <a:bodyPr wrap="none" rtlCol="0">
            <a:spAutoFit/>
          </a:bodyPr>
          <a:lstStyle/>
          <a:p>
            <a:r>
              <a:rPr lang="en-US" altLang="ko-KR" dirty="0">
                <a:solidFill>
                  <a:schemeClr val="bg1"/>
                </a:solidFill>
              </a:rPr>
              <a:t>=</a:t>
            </a:r>
            <a:endParaRPr lang="ko-KR" altLang="en-US" dirty="0">
              <a:solidFill>
                <a:schemeClr val="bg1"/>
              </a:solidFill>
            </a:endParaRPr>
          </a:p>
        </p:txBody>
      </p:sp>
      <p:sp>
        <p:nvSpPr>
          <p:cNvPr id="108" name="직사각형 107">
            <a:extLst>
              <a:ext uri="{FF2B5EF4-FFF2-40B4-BE49-F238E27FC236}">
                <a16:creationId xmlns:a16="http://schemas.microsoft.com/office/drawing/2014/main" id="{17C6944F-2FD5-4B32-A4F7-62E5975D3402}"/>
              </a:ext>
            </a:extLst>
          </p:cNvPr>
          <p:cNvSpPr/>
          <p:nvPr/>
        </p:nvSpPr>
        <p:spPr>
          <a:xfrm>
            <a:off x="4955238" y="11585962"/>
            <a:ext cx="825689" cy="12491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solidFill>
              </a:rPr>
              <a:t>5000</a:t>
            </a:r>
            <a:endParaRPr lang="ko-KR" altLang="en-US" sz="800" dirty="0">
              <a:solidFill>
                <a:schemeClr val="tx1"/>
              </a:solidFill>
            </a:endParaRPr>
          </a:p>
        </p:txBody>
      </p:sp>
      <p:graphicFrame>
        <p:nvGraphicFramePr>
          <p:cNvPr id="113" name="표 112">
            <a:extLst>
              <a:ext uri="{FF2B5EF4-FFF2-40B4-BE49-F238E27FC236}">
                <a16:creationId xmlns:a16="http://schemas.microsoft.com/office/drawing/2014/main" id="{6DDA7646-8C13-47DA-B6AD-4AC84164397C}"/>
              </a:ext>
            </a:extLst>
          </p:cNvPr>
          <p:cNvGraphicFramePr>
            <a:graphicFrameLocks noGrp="1"/>
          </p:cNvGraphicFramePr>
          <p:nvPr>
            <p:extLst>
              <p:ext uri="{D42A27DB-BD31-4B8C-83A1-F6EECF244321}">
                <p14:modId xmlns:p14="http://schemas.microsoft.com/office/powerpoint/2010/main" val="1236766255"/>
              </p:ext>
            </p:extLst>
          </p:nvPr>
        </p:nvGraphicFramePr>
        <p:xfrm>
          <a:off x="1490134" y="12451768"/>
          <a:ext cx="7315201" cy="426720"/>
        </p:xfrm>
        <a:graphic>
          <a:graphicData uri="http://schemas.openxmlformats.org/drawingml/2006/table">
            <a:tbl>
              <a:tblPr firstRow="1" bandRow="1">
                <a:tableStyleId>{5C22544A-7EE6-4342-B048-85BDC9FD1C3A}</a:tableStyleId>
              </a:tblPr>
              <a:tblGrid>
                <a:gridCol w="1031840">
                  <a:extLst>
                    <a:ext uri="{9D8B030D-6E8A-4147-A177-3AD203B41FA5}">
                      <a16:colId xmlns:a16="http://schemas.microsoft.com/office/drawing/2014/main" val="20000"/>
                    </a:ext>
                  </a:extLst>
                </a:gridCol>
                <a:gridCol w="6283361">
                  <a:extLst>
                    <a:ext uri="{9D8B030D-6E8A-4147-A177-3AD203B41FA5}">
                      <a16:colId xmlns:a16="http://schemas.microsoft.com/office/drawing/2014/main" val="20001"/>
                    </a:ext>
                  </a:extLst>
                </a:gridCol>
              </a:tblGrid>
              <a:tr h="0">
                <a:tc>
                  <a:txBody>
                    <a:bodyPr/>
                    <a:lstStyle/>
                    <a:p>
                      <a:pPr latinLnBrk="1"/>
                      <a:r>
                        <a:rPr lang="ko-KR" altLang="en-US" sz="800" b="1" dirty="0">
                          <a:solidFill>
                            <a:schemeClr val="tx1"/>
                          </a:solidFill>
                        </a:rPr>
                        <a:t>결제금액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1" dirty="0">
                          <a:solidFill>
                            <a:srgbClr val="FF0000"/>
                          </a:solidFill>
                        </a:rPr>
                        <a:t>39,500 </a:t>
                      </a:r>
                      <a:r>
                        <a:rPr lang="ko-KR" altLang="en-US" sz="800" b="1" dirty="0">
                          <a:solidFill>
                            <a:srgbClr val="FF0000"/>
                          </a:solidFill>
                        </a:rPr>
                        <a:t>원</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258876994"/>
                  </a:ext>
                </a:extLst>
              </a:tr>
              <a:tr h="0">
                <a:tc>
                  <a:txBody>
                    <a:bodyPr/>
                    <a:lstStyle/>
                    <a:p>
                      <a:pPr latinLnBrk="1"/>
                      <a:r>
                        <a:rPr lang="ko-KR" altLang="en-US" sz="800" b="1" dirty="0">
                          <a:solidFill>
                            <a:schemeClr val="tx1"/>
                          </a:solidFill>
                        </a:rPr>
                        <a:t>결제수단</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rPr>
                        <a:t>● 신용카드   ○ 실시간계좌이체</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472109241"/>
                  </a:ext>
                </a:extLst>
              </a:tr>
            </a:tbl>
          </a:graphicData>
        </a:graphic>
      </p:graphicFrame>
      <p:sp>
        <p:nvSpPr>
          <p:cNvPr id="130" name="직사각형 129">
            <a:extLst>
              <a:ext uri="{FF2B5EF4-FFF2-40B4-BE49-F238E27FC236}">
                <a16:creationId xmlns:a16="http://schemas.microsoft.com/office/drawing/2014/main" id="{FDD7BE9C-3BF5-4276-9A80-AC6220B136F6}"/>
              </a:ext>
            </a:extLst>
          </p:cNvPr>
          <p:cNvSpPr/>
          <p:nvPr/>
        </p:nvSpPr>
        <p:spPr>
          <a:xfrm>
            <a:off x="5172980" y="16351628"/>
            <a:ext cx="1087596" cy="215444"/>
          </a:xfrm>
          <a:prstGeom prst="rect">
            <a:avLst/>
          </a:prstGeom>
          <a:solidFill>
            <a:schemeClr val="tx1"/>
          </a:solidFill>
        </p:spPr>
        <p:txBody>
          <a:bodyPr wrap="square">
            <a:spAutoFit/>
          </a:bodyPr>
          <a:lstStyle/>
          <a:p>
            <a:pPr algn="ctr"/>
            <a:r>
              <a:rPr lang="ko-KR" altLang="en-US" sz="800" b="1" dirty="0">
                <a:solidFill>
                  <a:schemeClr val="bg1"/>
                </a:solidFill>
              </a:rPr>
              <a:t>결제하기</a:t>
            </a:r>
          </a:p>
        </p:txBody>
      </p:sp>
      <p:sp>
        <p:nvSpPr>
          <p:cNvPr id="131" name="직사각형 130">
            <a:extLst>
              <a:ext uri="{FF2B5EF4-FFF2-40B4-BE49-F238E27FC236}">
                <a16:creationId xmlns:a16="http://schemas.microsoft.com/office/drawing/2014/main" id="{DB9E279F-2562-4F6A-8975-39DF7D891A4A}"/>
              </a:ext>
            </a:extLst>
          </p:cNvPr>
          <p:cNvSpPr/>
          <p:nvPr/>
        </p:nvSpPr>
        <p:spPr>
          <a:xfrm>
            <a:off x="3924870" y="16351628"/>
            <a:ext cx="1087596" cy="215444"/>
          </a:xfrm>
          <a:prstGeom prst="rect">
            <a:avLst/>
          </a:prstGeom>
          <a:solidFill>
            <a:schemeClr val="tx1">
              <a:lumMod val="50000"/>
              <a:lumOff val="50000"/>
            </a:schemeClr>
          </a:solidFill>
        </p:spPr>
        <p:txBody>
          <a:bodyPr wrap="square">
            <a:spAutoFit/>
          </a:bodyPr>
          <a:lstStyle/>
          <a:p>
            <a:pPr algn="ctr"/>
            <a:r>
              <a:rPr lang="ko-KR" altLang="en-US" sz="800" b="1">
                <a:solidFill>
                  <a:schemeClr val="bg1"/>
                </a:solidFill>
              </a:rPr>
              <a:t>취소</a:t>
            </a:r>
            <a:endParaRPr lang="ko-KR" altLang="en-US" sz="800" b="1" dirty="0">
              <a:solidFill>
                <a:schemeClr val="bg1"/>
              </a:solidFill>
            </a:endParaRPr>
          </a:p>
        </p:txBody>
      </p:sp>
      <p:sp>
        <p:nvSpPr>
          <p:cNvPr id="132" name="직사각형 131">
            <a:extLst>
              <a:ext uri="{FF2B5EF4-FFF2-40B4-BE49-F238E27FC236}">
                <a16:creationId xmlns:a16="http://schemas.microsoft.com/office/drawing/2014/main" id="{C4B945A1-926B-4938-8D47-3045F5552305}"/>
              </a:ext>
            </a:extLst>
          </p:cNvPr>
          <p:cNvSpPr/>
          <p:nvPr/>
        </p:nvSpPr>
        <p:spPr>
          <a:xfrm>
            <a:off x="1484242" y="13258998"/>
            <a:ext cx="2712602" cy="293414"/>
          </a:xfrm>
          <a:prstGeom prst="rect">
            <a:avLst/>
          </a:prstGeom>
        </p:spPr>
        <p:txBody>
          <a:bodyPr wrap="none">
            <a:spAutoFit/>
          </a:bodyPr>
          <a:lstStyle/>
          <a:p>
            <a:pPr>
              <a:lnSpc>
                <a:spcPct val="150000"/>
              </a:lnSpc>
            </a:pPr>
            <a:r>
              <a:rPr lang="ko-KR" altLang="en-US" sz="1000" dirty="0"/>
              <a:t>개인정보 수집</a:t>
            </a:r>
            <a:r>
              <a:rPr lang="en-US" altLang="ko-KR" sz="1000" dirty="0"/>
              <a:t>, </a:t>
            </a:r>
            <a:r>
              <a:rPr lang="ko-KR" altLang="en-US" sz="1000" dirty="0"/>
              <a:t>이용 및 제공 등에 관한 고지</a:t>
            </a:r>
          </a:p>
        </p:txBody>
      </p:sp>
      <p:sp>
        <p:nvSpPr>
          <p:cNvPr id="137" name="TextBox 136">
            <a:extLst>
              <a:ext uri="{FF2B5EF4-FFF2-40B4-BE49-F238E27FC236}">
                <a16:creationId xmlns:a16="http://schemas.microsoft.com/office/drawing/2014/main" id="{F208157A-C246-4FE5-A572-5065EB1B0D85}"/>
              </a:ext>
            </a:extLst>
          </p:cNvPr>
          <p:cNvSpPr txBox="1"/>
          <p:nvPr/>
        </p:nvSpPr>
        <p:spPr>
          <a:xfrm>
            <a:off x="1481667" y="13564553"/>
            <a:ext cx="4540025" cy="215444"/>
          </a:xfrm>
          <a:prstGeom prst="rect">
            <a:avLst/>
          </a:prstGeom>
          <a:noFill/>
        </p:spPr>
        <p:txBody>
          <a:bodyPr wrap="none" rtlCol="0">
            <a:spAutoFit/>
          </a:bodyPr>
          <a:lstStyle/>
          <a:p>
            <a:r>
              <a:rPr lang="ko-KR" altLang="en-US" sz="800" dirty="0"/>
              <a:t>주문</a:t>
            </a:r>
            <a:r>
              <a:rPr lang="en-US" altLang="ko-KR" sz="800" dirty="0"/>
              <a:t>, </a:t>
            </a:r>
            <a:r>
              <a:rPr lang="ko-KR" altLang="en-US" sz="800" dirty="0"/>
              <a:t>배송을 위해 고객님께서 입력하신 정보의 관리는 당사의 개인정보취급방침을 준용합니다</a:t>
            </a:r>
          </a:p>
        </p:txBody>
      </p:sp>
      <p:grpSp>
        <p:nvGrpSpPr>
          <p:cNvPr id="138" name="그룹 137">
            <a:extLst>
              <a:ext uri="{FF2B5EF4-FFF2-40B4-BE49-F238E27FC236}">
                <a16:creationId xmlns:a16="http://schemas.microsoft.com/office/drawing/2014/main" id="{32266FAF-7EE1-475B-AFDD-A021E44071E7}"/>
              </a:ext>
            </a:extLst>
          </p:cNvPr>
          <p:cNvGrpSpPr/>
          <p:nvPr/>
        </p:nvGrpSpPr>
        <p:grpSpPr>
          <a:xfrm>
            <a:off x="1473200" y="13916424"/>
            <a:ext cx="7357379" cy="1753730"/>
            <a:chOff x="848861" y="2032430"/>
            <a:chExt cx="5806457" cy="579075"/>
          </a:xfrm>
        </p:grpSpPr>
        <p:grpSp>
          <p:nvGrpSpPr>
            <p:cNvPr id="139" name="Image">
              <a:extLst>
                <a:ext uri="{FF2B5EF4-FFF2-40B4-BE49-F238E27FC236}">
                  <a16:creationId xmlns:a16="http://schemas.microsoft.com/office/drawing/2014/main" id="{0672A58E-7C98-45ED-BF7B-F2504A4FB658}"/>
                </a:ext>
              </a:extLst>
            </p:cNvPr>
            <p:cNvGrpSpPr>
              <a:grpSpLocks/>
            </p:cNvGrpSpPr>
            <p:nvPr/>
          </p:nvGrpSpPr>
          <p:grpSpPr bwMode="auto">
            <a:xfrm>
              <a:off x="848861" y="2032430"/>
              <a:ext cx="5806457" cy="579075"/>
              <a:chOff x="508000" y="1397000"/>
              <a:chExt cx="1008112" cy="1008112"/>
            </a:xfrm>
          </p:grpSpPr>
          <p:sp>
            <p:nvSpPr>
              <p:cNvPr id="141" name="Border">
                <a:extLst>
                  <a:ext uri="{FF2B5EF4-FFF2-40B4-BE49-F238E27FC236}">
                    <a16:creationId xmlns:a16="http://schemas.microsoft.com/office/drawing/2014/main" id="{3E38DC70-522F-4B06-A489-04531EC842EE}"/>
                  </a:ext>
                </a:extLst>
              </p:cNvPr>
              <p:cNvSpPr>
                <a:spLocks/>
              </p:cNvSpPr>
              <p:nvPr/>
            </p:nvSpPr>
            <p:spPr bwMode="auto">
              <a:xfrm>
                <a:off x="508000" y="1397000"/>
                <a:ext cx="1008112" cy="1008112"/>
              </a:xfrm>
              <a:prstGeom prst="rect">
                <a:avLst/>
              </a:prstGeom>
              <a:solidFill>
                <a:srgbClr val="FFFFFF"/>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2" name="Line 2">
                <a:extLst>
                  <a:ext uri="{FF2B5EF4-FFF2-40B4-BE49-F238E27FC236}">
                    <a16:creationId xmlns:a16="http://schemas.microsoft.com/office/drawing/2014/main" id="{3A311805-AB37-4BBB-B310-DA59A7C4B5B3}"/>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3" name="Line 1">
                <a:extLst>
                  <a:ext uri="{FF2B5EF4-FFF2-40B4-BE49-F238E27FC236}">
                    <a16:creationId xmlns:a16="http://schemas.microsoft.com/office/drawing/2014/main" id="{3A55B8E5-5FA2-49AC-A9C0-1F960F09EC81}"/>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40" name="직사각형 139">
              <a:extLst>
                <a:ext uri="{FF2B5EF4-FFF2-40B4-BE49-F238E27FC236}">
                  <a16:creationId xmlns:a16="http://schemas.microsoft.com/office/drawing/2014/main" id="{F65D49A0-D620-4A01-B701-B32DC53C85CC}"/>
                </a:ext>
              </a:extLst>
            </p:cNvPr>
            <p:cNvSpPr/>
            <p:nvPr/>
          </p:nvSpPr>
          <p:spPr>
            <a:xfrm>
              <a:off x="3275300" y="2281705"/>
              <a:ext cx="813006" cy="81301"/>
            </a:xfrm>
            <a:prstGeom prst="rect">
              <a:avLst/>
            </a:prstGeom>
            <a:solidFill>
              <a:schemeClr val="bg1"/>
            </a:solidFill>
          </p:spPr>
          <p:txBody>
            <a:bodyPr wrap="square">
              <a:spAutoFit/>
            </a:bodyPr>
            <a:lstStyle/>
            <a:p>
              <a:pPr algn="ctr"/>
              <a:r>
                <a:rPr lang="en-US" altLang="ko-KR" sz="1000" dirty="0">
                  <a:solidFill>
                    <a:srgbClr val="FF0000"/>
                  </a:solidFill>
                </a:rPr>
                <a:t>Contents</a:t>
              </a:r>
              <a:endParaRPr lang="ko-KR" altLang="en-US" sz="1000" dirty="0"/>
            </a:p>
          </p:txBody>
        </p:sp>
      </p:grpSp>
      <p:sp>
        <p:nvSpPr>
          <p:cNvPr id="144" name="TextBox 143">
            <a:extLst>
              <a:ext uri="{FF2B5EF4-FFF2-40B4-BE49-F238E27FC236}">
                <a16:creationId xmlns:a16="http://schemas.microsoft.com/office/drawing/2014/main" id="{28535BB5-D25E-4E77-A4C9-6C86415645CC}"/>
              </a:ext>
            </a:extLst>
          </p:cNvPr>
          <p:cNvSpPr txBox="1"/>
          <p:nvPr/>
        </p:nvSpPr>
        <p:spPr>
          <a:xfrm>
            <a:off x="1456247" y="15770903"/>
            <a:ext cx="1795684" cy="230832"/>
          </a:xfrm>
          <a:prstGeom prst="rect">
            <a:avLst/>
          </a:prstGeom>
          <a:noFill/>
        </p:spPr>
        <p:txBody>
          <a:bodyPr wrap="none" rtlCol="0">
            <a:spAutoFit/>
          </a:bodyPr>
          <a:lstStyle/>
          <a:p>
            <a:r>
              <a:rPr lang="ko-KR" altLang="en-US" sz="900" dirty="0"/>
              <a:t>□ 위 고지 내용에 동의합니다</a:t>
            </a:r>
            <a:r>
              <a:rPr lang="en-US" altLang="ko-KR" sz="900" dirty="0"/>
              <a:t>. </a:t>
            </a:r>
            <a:endParaRPr lang="ko-KR" altLang="en-US" sz="900" dirty="0"/>
          </a:p>
        </p:txBody>
      </p:sp>
      <p:cxnSp>
        <p:nvCxnSpPr>
          <p:cNvPr id="145" name="직선 연결선 144">
            <a:extLst>
              <a:ext uri="{FF2B5EF4-FFF2-40B4-BE49-F238E27FC236}">
                <a16:creationId xmlns:a16="http://schemas.microsoft.com/office/drawing/2014/main" id="{EC60C6E1-D2AB-480D-85C2-EABF39804ACB}"/>
              </a:ext>
            </a:extLst>
          </p:cNvPr>
          <p:cNvCxnSpPr>
            <a:cxnSpLocks/>
          </p:cNvCxnSpPr>
          <p:nvPr/>
        </p:nvCxnSpPr>
        <p:spPr>
          <a:xfrm>
            <a:off x="1515380" y="13219552"/>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84" name="표 83">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2683745789"/>
              </p:ext>
            </p:extLst>
          </p:nvPr>
        </p:nvGraphicFramePr>
        <p:xfrm>
          <a:off x="10171774" y="22159"/>
          <a:ext cx="1979018" cy="34300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RF-03-04-04</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상품영역</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주문서 작성</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주문자</a:t>
                      </a:r>
                      <a:r>
                        <a:rPr lang="en-US" altLang="ko-KR" sz="800" b="0" dirty="0">
                          <a:solidFill>
                            <a:schemeClr val="tx1"/>
                          </a:solidFill>
                        </a:rPr>
                        <a:t>, </a:t>
                      </a:r>
                      <a:r>
                        <a:rPr lang="ko-KR" altLang="en-US" sz="800" b="0" dirty="0" err="1">
                          <a:solidFill>
                            <a:schemeClr val="tx1"/>
                          </a:solidFill>
                        </a:rPr>
                        <a:t>배송지</a:t>
                      </a:r>
                      <a:r>
                        <a:rPr lang="ko-KR" altLang="en-US" sz="800" b="0" dirty="0">
                          <a:solidFill>
                            <a:schemeClr val="tx1"/>
                          </a:solidFill>
                        </a:rPr>
                        <a:t> 정보 입력 영역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버튼 클릭 시 주문서에서 삭제되며 결제 금액이 차감된다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포인트 입력 영역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주문자 정보</a:t>
                      </a:r>
                      <a:r>
                        <a:rPr lang="en-US" altLang="ko-KR" sz="800" b="0" dirty="0">
                          <a:solidFill>
                            <a:schemeClr val="tx1"/>
                          </a:solidFill>
                        </a:rPr>
                        <a:t>, </a:t>
                      </a:r>
                      <a:r>
                        <a:rPr lang="ko-KR" altLang="en-US" sz="800" b="0" dirty="0" err="1">
                          <a:solidFill>
                            <a:schemeClr val="tx1"/>
                          </a:solidFill>
                        </a:rPr>
                        <a:t>배송지</a:t>
                      </a:r>
                      <a:r>
                        <a:rPr lang="ko-KR" altLang="en-US" sz="800" b="0" baseline="0" dirty="0">
                          <a:solidFill>
                            <a:schemeClr val="tx1"/>
                          </a:solidFill>
                        </a:rPr>
                        <a:t> 정보를 누락하거나 개인정보 수집</a:t>
                      </a:r>
                      <a:r>
                        <a:rPr lang="en-US" altLang="ko-KR" sz="800" b="0" baseline="0" dirty="0">
                          <a:solidFill>
                            <a:schemeClr val="tx1"/>
                          </a:solidFill>
                        </a:rPr>
                        <a:t>, </a:t>
                      </a:r>
                      <a:r>
                        <a:rPr lang="ko-KR" altLang="en-US" sz="800" b="0" baseline="0" dirty="0">
                          <a:solidFill>
                            <a:schemeClr val="tx1"/>
                          </a:solidFill>
                        </a:rPr>
                        <a:t>이용 및 제공 등에 관한 고지에 동의 하지 않을 경우 결제가 되지 않는다</a:t>
                      </a:r>
                      <a:r>
                        <a:rPr lang="en-US" altLang="ko-KR" sz="800" b="0" baseline="0" dirty="0">
                          <a:solidFill>
                            <a:schemeClr val="tx1"/>
                          </a:solidFill>
                        </a:rPr>
                        <a:t>.</a:t>
                      </a:r>
                    </a:p>
                    <a:p>
                      <a:pPr algn="l" latinLnBrk="1"/>
                      <a:endParaRPr lang="en-US" altLang="ko-KR" sz="800" b="0" baseline="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결제 수단을 어느 것으로 선택하더라도 결제 창이 보여지며 결제가 완료된 경우 결제 완료 페이지 </a:t>
                      </a:r>
                      <a:r>
                        <a:rPr lang="en-US" altLang="ko-KR" sz="800" dirty="0"/>
                        <a:t>RF-03-04-05</a:t>
                      </a:r>
                      <a:r>
                        <a:rPr lang="ko-KR" altLang="en-US" sz="800" dirty="0"/>
                        <a:t>로 이동한다</a:t>
                      </a:r>
                      <a:r>
                        <a:rPr lang="en-US" altLang="ko-KR" sz="800" dirty="0"/>
                        <a:t>.</a:t>
                      </a:r>
                      <a:r>
                        <a:rPr lang="ko-KR" altLang="en-US" sz="800" b="0" dirty="0">
                          <a:solidFill>
                            <a:schemeClr val="tx1"/>
                          </a:solidFill>
                        </a:rPr>
                        <a:t> </a:t>
                      </a:r>
                      <a:r>
                        <a:rPr lang="en-US" altLang="ko-KR" sz="800" b="0" baseline="0" dirty="0">
                          <a:solidFill>
                            <a:schemeClr val="tx1"/>
                          </a:solidFill>
                        </a:rPr>
                        <a:t> </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906745450"/>
                  </a:ext>
                </a:extLst>
              </a:tr>
            </a:tbl>
          </a:graphicData>
        </a:graphic>
      </p:graphicFrame>
      <p:sp>
        <p:nvSpPr>
          <p:cNvPr id="85" name="TextBox 84">
            <a:extLst>
              <a:ext uri="{FF2B5EF4-FFF2-40B4-BE49-F238E27FC236}">
                <a16:creationId xmlns:a16="http://schemas.microsoft.com/office/drawing/2014/main" id="{CA3F5C53-F614-4A57-BF7A-E3272350C969}"/>
              </a:ext>
            </a:extLst>
          </p:cNvPr>
          <p:cNvSpPr txBox="1"/>
          <p:nvPr/>
        </p:nvSpPr>
        <p:spPr>
          <a:xfrm>
            <a:off x="1268340" y="1414488"/>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86" name="TextBox 85">
            <a:extLst>
              <a:ext uri="{FF2B5EF4-FFF2-40B4-BE49-F238E27FC236}">
                <a16:creationId xmlns:a16="http://schemas.microsoft.com/office/drawing/2014/main" id="{CA3F5C53-F614-4A57-BF7A-E3272350C969}"/>
              </a:ext>
            </a:extLst>
          </p:cNvPr>
          <p:cNvSpPr txBox="1"/>
          <p:nvPr/>
        </p:nvSpPr>
        <p:spPr>
          <a:xfrm>
            <a:off x="8429421" y="6096111"/>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87" name="TextBox 86">
            <a:extLst>
              <a:ext uri="{FF2B5EF4-FFF2-40B4-BE49-F238E27FC236}">
                <a16:creationId xmlns:a16="http://schemas.microsoft.com/office/drawing/2014/main" id="{CA3F5C53-F614-4A57-BF7A-E3272350C969}"/>
              </a:ext>
            </a:extLst>
          </p:cNvPr>
          <p:cNvSpPr txBox="1"/>
          <p:nvPr/>
        </p:nvSpPr>
        <p:spPr>
          <a:xfrm>
            <a:off x="4883334" y="11432845"/>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89" name="TextBox 88">
            <a:extLst>
              <a:ext uri="{FF2B5EF4-FFF2-40B4-BE49-F238E27FC236}">
                <a16:creationId xmlns:a16="http://schemas.microsoft.com/office/drawing/2014/main" id="{CA3F5C53-F614-4A57-BF7A-E3272350C969}"/>
              </a:ext>
            </a:extLst>
          </p:cNvPr>
          <p:cNvSpPr txBox="1"/>
          <p:nvPr/>
        </p:nvSpPr>
        <p:spPr>
          <a:xfrm>
            <a:off x="6094921" y="16228518"/>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Tree>
    <p:extLst>
      <p:ext uri="{BB962C8B-B14F-4D97-AF65-F5344CB8AC3E}">
        <p14:creationId xmlns:p14="http://schemas.microsoft.com/office/powerpoint/2010/main" val="2765191190"/>
      </p:ext>
    </p:extLst>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51BA755D-0AC6-465F-A10B-57708A8E3FCF}"/>
              </a:ext>
            </a:extLst>
          </p:cNvPr>
          <p:cNvSpPr/>
          <p:nvPr/>
        </p:nvSpPr>
        <p:spPr>
          <a:xfrm>
            <a:off x="6030807" y="4379119"/>
            <a:ext cx="1491932" cy="225249"/>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메인페이지</a:t>
            </a:r>
            <a:r>
              <a:rPr lang="ko-KR" altLang="en-US" sz="800" dirty="0">
                <a:solidFill>
                  <a:schemeClr val="bg1"/>
                </a:solidFill>
              </a:rPr>
              <a:t> 이동</a:t>
            </a:r>
            <a:endParaRPr lang="en-US" altLang="ko-KR" sz="800" dirty="0">
              <a:solidFill>
                <a:schemeClr val="bg1"/>
              </a:solidFill>
            </a:endParaRPr>
          </a:p>
        </p:txBody>
      </p:sp>
      <p:sp>
        <p:nvSpPr>
          <p:cNvPr id="3" name="직사각형 2">
            <a:extLst>
              <a:ext uri="{FF2B5EF4-FFF2-40B4-BE49-F238E27FC236}">
                <a16:creationId xmlns:a16="http://schemas.microsoft.com/office/drawing/2014/main" id="{D185B5A7-7264-4B2D-8F06-27F2FAACD575}"/>
              </a:ext>
            </a:extLst>
          </p:cNvPr>
          <p:cNvSpPr/>
          <p:nvPr/>
        </p:nvSpPr>
        <p:spPr>
          <a:xfrm>
            <a:off x="4064458" y="2535041"/>
            <a:ext cx="2436885" cy="261610"/>
          </a:xfrm>
          <a:prstGeom prst="rect">
            <a:avLst/>
          </a:prstGeom>
        </p:spPr>
        <p:txBody>
          <a:bodyPr wrap="none">
            <a:spAutoFit/>
          </a:bodyPr>
          <a:lstStyle/>
          <a:p>
            <a:pPr algn="ctr"/>
            <a:r>
              <a:rPr lang="ko-KR" altLang="en-US" sz="1100" b="1"/>
              <a:t>결제가 </a:t>
            </a:r>
            <a:r>
              <a:rPr lang="ko-KR" altLang="en-US" sz="1100" b="1" dirty="0"/>
              <a:t>정상적으로 완료되었습니다</a:t>
            </a:r>
            <a:r>
              <a:rPr lang="en-US" altLang="ko-KR" sz="1100" b="1" dirty="0"/>
              <a:t>.</a:t>
            </a:r>
          </a:p>
        </p:txBody>
      </p:sp>
      <p:sp>
        <p:nvSpPr>
          <p:cNvPr id="4" name="직사각형 3">
            <a:extLst>
              <a:ext uri="{FF2B5EF4-FFF2-40B4-BE49-F238E27FC236}">
                <a16:creationId xmlns:a16="http://schemas.microsoft.com/office/drawing/2014/main" id="{E943C13A-8A45-467C-A8D5-FF1F4032568A}"/>
              </a:ext>
            </a:extLst>
          </p:cNvPr>
          <p:cNvSpPr/>
          <p:nvPr/>
        </p:nvSpPr>
        <p:spPr>
          <a:xfrm>
            <a:off x="3865691" y="3130851"/>
            <a:ext cx="2834430" cy="230832"/>
          </a:xfrm>
          <a:prstGeom prst="rect">
            <a:avLst/>
          </a:prstGeom>
        </p:spPr>
        <p:txBody>
          <a:bodyPr wrap="none">
            <a:spAutoFit/>
          </a:bodyPr>
          <a:lstStyle/>
          <a:p>
            <a:pPr algn="ctr"/>
            <a:r>
              <a:rPr lang="ko-KR" altLang="en-US" sz="900" dirty="0">
                <a:solidFill>
                  <a:schemeClr val="tx1">
                    <a:lumMod val="50000"/>
                    <a:lumOff val="50000"/>
                  </a:schemeClr>
                </a:solidFill>
                <a:latin typeface="+mj-ea"/>
                <a:ea typeface="+mj-ea"/>
              </a:rPr>
              <a:t>상품구매 정보가 고객의 </a:t>
            </a:r>
            <a:r>
              <a:rPr lang="ko-KR" altLang="en-US" sz="900" dirty="0" err="1">
                <a:solidFill>
                  <a:schemeClr val="tx1">
                    <a:lumMod val="50000"/>
                    <a:lumOff val="50000"/>
                  </a:schemeClr>
                </a:solidFill>
                <a:latin typeface="+mj-ea"/>
                <a:ea typeface="+mj-ea"/>
              </a:rPr>
              <a:t>이메일로</a:t>
            </a:r>
            <a:r>
              <a:rPr lang="ko-KR" altLang="en-US" sz="900" dirty="0">
                <a:solidFill>
                  <a:schemeClr val="tx1">
                    <a:lumMod val="50000"/>
                    <a:lumOff val="50000"/>
                  </a:schemeClr>
                </a:solidFill>
                <a:latin typeface="+mj-ea"/>
                <a:ea typeface="+mj-ea"/>
              </a:rPr>
              <a:t> 전송 되었습니다</a:t>
            </a:r>
            <a:r>
              <a:rPr lang="en-US" altLang="ko-KR" sz="900" dirty="0">
                <a:solidFill>
                  <a:schemeClr val="tx1">
                    <a:lumMod val="50000"/>
                    <a:lumOff val="50000"/>
                  </a:schemeClr>
                </a:solidFill>
                <a:latin typeface="+mj-ea"/>
                <a:ea typeface="+mj-ea"/>
              </a:rPr>
              <a:t>.</a:t>
            </a:r>
          </a:p>
        </p:txBody>
      </p:sp>
      <p:sp>
        <p:nvSpPr>
          <p:cNvPr id="5" name="직사각형 4">
            <a:extLst>
              <a:ext uri="{FF2B5EF4-FFF2-40B4-BE49-F238E27FC236}">
                <a16:creationId xmlns:a16="http://schemas.microsoft.com/office/drawing/2014/main" id="{79DD8820-7D77-4087-908A-06F53C9E4A79}"/>
              </a:ext>
            </a:extLst>
          </p:cNvPr>
          <p:cNvSpPr/>
          <p:nvPr/>
        </p:nvSpPr>
        <p:spPr>
          <a:xfrm>
            <a:off x="4479041" y="4379118"/>
            <a:ext cx="1491932" cy="225249"/>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장바구니 </a:t>
            </a:r>
            <a:r>
              <a:rPr lang="ko-KR" altLang="en-US" sz="800" dirty="0">
                <a:solidFill>
                  <a:schemeClr val="bg1"/>
                </a:solidFill>
              </a:rPr>
              <a:t>이동</a:t>
            </a:r>
            <a:endParaRPr lang="en-US" altLang="ko-KR" sz="800" dirty="0">
              <a:solidFill>
                <a:schemeClr val="bg1"/>
              </a:solidFill>
            </a:endParaRPr>
          </a:p>
        </p:txBody>
      </p:sp>
      <p:sp>
        <p:nvSpPr>
          <p:cNvPr id="6" name="직사각형 5">
            <a:extLst>
              <a:ext uri="{FF2B5EF4-FFF2-40B4-BE49-F238E27FC236}">
                <a16:creationId xmlns:a16="http://schemas.microsoft.com/office/drawing/2014/main" id="{16EDB08D-C7A1-4204-A6AA-1355F8443319}"/>
              </a:ext>
            </a:extLst>
          </p:cNvPr>
          <p:cNvSpPr/>
          <p:nvPr/>
        </p:nvSpPr>
        <p:spPr>
          <a:xfrm>
            <a:off x="2941289" y="4375733"/>
            <a:ext cx="1491932" cy="225249"/>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구매내역 확인</a:t>
            </a:r>
            <a:endParaRPr lang="en-US" altLang="ko-KR" sz="800" dirty="0">
              <a:solidFill>
                <a:schemeClr val="bg1"/>
              </a:solidFill>
            </a:endParaRPr>
          </a:p>
        </p:txBody>
      </p:sp>
      <p:graphicFrame>
        <p:nvGraphicFramePr>
          <p:cNvPr id="7" name="표 6">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1000655761"/>
              </p:ext>
            </p:extLst>
          </p:nvPr>
        </p:nvGraphicFramePr>
        <p:xfrm>
          <a:off x="10171774" y="22159"/>
          <a:ext cx="1979018" cy="166219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RF-03-04-05</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상품영역</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결제 완료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결제가 완료될 경우 이동되는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버튼 클릭 시 구매 내역 화면 </a:t>
                      </a:r>
                      <a:r>
                        <a:rPr lang="en-US" altLang="ko-KR" sz="800" dirty="0"/>
                        <a:t>RF-03-04-06</a:t>
                      </a:r>
                      <a:r>
                        <a:rPr lang="ko-KR" altLang="en-US" sz="800" dirty="0"/>
                        <a:t>로 이동한다</a:t>
                      </a:r>
                      <a:r>
                        <a:rPr lang="en-US" altLang="ko-KR" sz="80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8" name="TextBox 7">
            <a:extLst>
              <a:ext uri="{FF2B5EF4-FFF2-40B4-BE49-F238E27FC236}">
                <a16:creationId xmlns:a16="http://schemas.microsoft.com/office/drawing/2014/main" id="{CA3F5C53-F614-4A57-BF7A-E3272350C969}"/>
              </a:ext>
            </a:extLst>
          </p:cNvPr>
          <p:cNvSpPr txBox="1"/>
          <p:nvPr/>
        </p:nvSpPr>
        <p:spPr>
          <a:xfrm>
            <a:off x="2815293" y="4257525"/>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2372139418"/>
      </p:ext>
    </p:extLst>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그룹 3">
            <a:extLst>
              <a:ext uri="{FF2B5EF4-FFF2-40B4-BE49-F238E27FC236}">
                <a16:creationId xmlns:a16="http://schemas.microsoft.com/office/drawing/2014/main" id="{93A30A0F-7E9D-4F8E-9241-EA77C9AE01F3}"/>
              </a:ext>
            </a:extLst>
          </p:cNvPr>
          <p:cNvGrpSpPr/>
          <p:nvPr/>
        </p:nvGrpSpPr>
        <p:grpSpPr>
          <a:xfrm>
            <a:off x="4670274" y="320693"/>
            <a:ext cx="1444298" cy="438165"/>
            <a:chOff x="848861" y="2032430"/>
            <a:chExt cx="5806457" cy="579075"/>
          </a:xfrm>
        </p:grpSpPr>
        <p:grpSp>
          <p:nvGrpSpPr>
            <p:cNvPr id="5" name="Image">
              <a:extLst>
                <a:ext uri="{FF2B5EF4-FFF2-40B4-BE49-F238E27FC236}">
                  <a16:creationId xmlns:a16="http://schemas.microsoft.com/office/drawing/2014/main" id="{B104A946-A828-4EE7-8DBE-7242C5ED7AF7}"/>
                </a:ext>
              </a:extLst>
            </p:cNvPr>
            <p:cNvGrpSpPr>
              <a:grpSpLocks/>
            </p:cNvGrpSpPr>
            <p:nvPr/>
          </p:nvGrpSpPr>
          <p:grpSpPr bwMode="auto">
            <a:xfrm>
              <a:off x="848861" y="2032430"/>
              <a:ext cx="5806457" cy="579075"/>
              <a:chOff x="508000" y="1397000"/>
              <a:chExt cx="1008112" cy="1008112"/>
            </a:xfrm>
          </p:grpSpPr>
          <p:sp>
            <p:nvSpPr>
              <p:cNvPr id="7" name="Border">
                <a:extLst>
                  <a:ext uri="{FF2B5EF4-FFF2-40B4-BE49-F238E27FC236}">
                    <a16:creationId xmlns:a16="http://schemas.microsoft.com/office/drawing/2014/main" id="{385A58BB-C306-4772-97B2-88CB9A9C2B37}"/>
                  </a:ext>
                </a:extLst>
              </p:cNvPr>
              <p:cNvSpPr>
                <a:spLocks/>
              </p:cNvSpPr>
              <p:nvPr/>
            </p:nvSpPr>
            <p:spPr bwMode="auto">
              <a:xfrm>
                <a:off x="508000" y="1397000"/>
                <a:ext cx="1008112" cy="1008112"/>
              </a:xfrm>
              <a:prstGeom prst="rect">
                <a:avLst/>
              </a:prstGeom>
              <a:solidFill>
                <a:srgbClr val="FFFFFF"/>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2">
                <a:extLst>
                  <a:ext uri="{FF2B5EF4-FFF2-40B4-BE49-F238E27FC236}">
                    <a16:creationId xmlns:a16="http://schemas.microsoft.com/office/drawing/2014/main" id="{C26C9FCE-7F54-47A5-A3EE-977A6BBF9572}"/>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1">
                <a:extLst>
                  <a:ext uri="{FF2B5EF4-FFF2-40B4-BE49-F238E27FC236}">
                    <a16:creationId xmlns:a16="http://schemas.microsoft.com/office/drawing/2014/main" id="{44CFDE5A-3541-4283-8065-E712F4873720}"/>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6" name="직사각형 5">
              <a:extLst>
                <a:ext uri="{FF2B5EF4-FFF2-40B4-BE49-F238E27FC236}">
                  <a16:creationId xmlns:a16="http://schemas.microsoft.com/office/drawing/2014/main" id="{9CD0171A-FCCD-43BD-B1FB-BF408A83E3B4}"/>
                </a:ext>
              </a:extLst>
            </p:cNvPr>
            <p:cNvSpPr/>
            <p:nvPr/>
          </p:nvSpPr>
          <p:spPr>
            <a:xfrm>
              <a:off x="2372323" y="2169434"/>
              <a:ext cx="2759528" cy="305066"/>
            </a:xfrm>
            <a:prstGeom prst="rect">
              <a:avLst/>
            </a:prstGeom>
            <a:solidFill>
              <a:schemeClr val="bg1"/>
            </a:solidFill>
          </p:spPr>
          <p:txBody>
            <a:bodyPr wrap="none">
              <a:spAutoFit/>
            </a:bodyPr>
            <a:lstStyle/>
            <a:p>
              <a:pPr algn="ctr"/>
              <a:r>
                <a:rPr lang="ko-KR" altLang="en-US" sz="900" dirty="0">
                  <a:solidFill>
                    <a:srgbClr val="FF0000"/>
                  </a:solidFill>
                </a:rPr>
                <a:t>채널 로고</a:t>
              </a:r>
              <a:endParaRPr lang="ko-KR" altLang="en-US" sz="900" dirty="0"/>
            </a:p>
          </p:txBody>
        </p:sp>
      </p:grpSp>
      <p:sp>
        <p:nvSpPr>
          <p:cNvPr id="10" name="TextBox 9">
            <a:extLst>
              <a:ext uri="{FF2B5EF4-FFF2-40B4-BE49-F238E27FC236}">
                <a16:creationId xmlns:a16="http://schemas.microsoft.com/office/drawing/2014/main" id="{26AE7FE1-E0BA-4701-93B5-7BAC4BEEE614}"/>
              </a:ext>
            </a:extLst>
          </p:cNvPr>
          <p:cNvSpPr txBox="1"/>
          <p:nvPr/>
        </p:nvSpPr>
        <p:spPr>
          <a:xfrm>
            <a:off x="3997812" y="895133"/>
            <a:ext cx="2672527" cy="253916"/>
          </a:xfrm>
          <a:prstGeom prst="rect">
            <a:avLst/>
          </a:prstGeom>
          <a:noFill/>
        </p:spPr>
        <p:txBody>
          <a:bodyPr wrap="none" rtlCol="0">
            <a:spAutoFit/>
          </a:bodyPr>
          <a:lstStyle/>
          <a:p>
            <a:pPr algn="ctr"/>
            <a:r>
              <a:rPr lang="en-US" altLang="ko-KR" sz="1050" b="1" dirty="0"/>
              <a:t>{Shop</a:t>
            </a:r>
            <a:r>
              <a:rPr lang="ko-KR" altLang="en-US" sz="1050" b="1" dirty="0" err="1"/>
              <a:t>채널명</a:t>
            </a:r>
            <a:r>
              <a:rPr lang="en-US" altLang="ko-KR" sz="1050" b="1" dirty="0"/>
              <a:t>} </a:t>
            </a:r>
            <a:r>
              <a:rPr lang="ko-KR" altLang="en-US" sz="1050" b="1" dirty="0"/>
              <a:t>에서 주문하신 내역입니다</a:t>
            </a:r>
            <a:r>
              <a:rPr lang="en-US" altLang="ko-KR" sz="1050" b="1" dirty="0"/>
              <a:t>.</a:t>
            </a:r>
          </a:p>
        </p:txBody>
      </p:sp>
      <p:sp>
        <p:nvSpPr>
          <p:cNvPr id="11" name="직사각형 10">
            <a:extLst>
              <a:ext uri="{FF2B5EF4-FFF2-40B4-BE49-F238E27FC236}">
                <a16:creationId xmlns:a16="http://schemas.microsoft.com/office/drawing/2014/main" id="{11521D78-5D65-4162-B4B4-6BBE36A999EF}"/>
              </a:ext>
            </a:extLst>
          </p:cNvPr>
          <p:cNvSpPr/>
          <p:nvPr/>
        </p:nvSpPr>
        <p:spPr>
          <a:xfrm>
            <a:off x="4506476" y="6156641"/>
            <a:ext cx="1655193" cy="277000"/>
          </a:xfrm>
          <a:prstGeom prst="rect">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t>Shop </a:t>
            </a:r>
            <a:r>
              <a:rPr lang="ko-KR" altLang="en-US" sz="1000" dirty="0"/>
              <a:t>채널 바로가기</a:t>
            </a:r>
          </a:p>
        </p:txBody>
      </p:sp>
      <p:graphicFrame>
        <p:nvGraphicFramePr>
          <p:cNvPr id="12" name="표 11">
            <a:extLst>
              <a:ext uri="{FF2B5EF4-FFF2-40B4-BE49-F238E27FC236}">
                <a16:creationId xmlns:a16="http://schemas.microsoft.com/office/drawing/2014/main" id="{44BF85A1-2E1F-4FB4-994E-C15590D3C62A}"/>
              </a:ext>
            </a:extLst>
          </p:cNvPr>
          <p:cNvGraphicFramePr>
            <a:graphicFrameLocks noGrp="1"/>
          </p:cNvGraphicFramePr>
          <p:nvPr>
            <p:extLst>
              <p:ext uri="{D42A27DB-BD31-4B8C-83A1-F6EECF244321}">
                <p14:modId xmlns:p14="http://schemas.microsoft.com/office/powerpoint/2010/main" val="3074314080"/>
              </p:ext>
            </p:extLst>
          </p:nvPr>
        </p:nvGraphicFramePr>
        <p:xfrm>
          <a:off x="2385592" y="1239234"/>
          <a:ext cx="5896963" cy="694876"/>
        </p:xfrm>
        <a:graphic>
          <a:graphicData uri="http://schemas.openxmlformats.org/drawingml/2006/table">
            <a:tbl>
              <a:tblPr firstRow="1" bandRow="1">
                <a:tableStyleId>{5C22544A-7EE6-4342-B048-85BDC9FD1C3A}</a:tableStyleId>
              </a:tblPr>
              <a:tblGrid>
                <a:gridCol w="1167373">
                  <a:extLst>
                    <a:ext uri="{9D8B030D-6E8A-4147-A177-3AD203B41FA5}">
                      <a16:colId xmlns:a16="http://schemas.microsoft.com/office/drawing/2014/main" val="20000"/>
                    </a:ext>
                  </a:extLst>
                </a:gridCol>
                <a:gridCol w="4729590">
                  <a:extLst>
                    <a:ext uri="{9D8B030D-6E8A-4147-A177-3AD203B41FA5}">
                      <a16:colId xmlns:a16="http://schemas.microsoft.com/office/drawing/2014/main" val="20001"/>
                    </a:ext>
                  </a:extLst>
                </a:gridCol>
              </a:tblGrid>
              <a:tr h="227350">
                <a:tc>
                  <a:txBody>
                    <a:bodyPr/>
                    <a:lstStyle/>
                    <a:p>
                      <a:pPr latinLnBrk="1"/>
                      <a:r>
                        <a:rPr lang="ko-KR" altLang="en-US" sz="800" b="0" dirty="0">
                          <a:solidFill>
                            <a:schemeClr val="tx1"/>
                          </a:solidFill>
                        </a:rPr>
                        <a:t>고객명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홍</a:t>
                      </a:r>
                      <a:r>
                        <a:rPr lang="en-US" altLang="ko-KR" sz="800" b="0" i="0" u="none" strike="noStrike" dirty="0">
                          <a:solidFill>
                            <a:srgbClr val="000000"/>
                          </a:solidFill>
                          <a:effectLst/>
                          <a:latin typeface="+mn-lt"/>
                        </a:rPr>
                        <a:t>*</a:t>
                      </a:r>
                      <a:r>
                        <a:rPr lang="ko-KR" altLang="en-US" sz="800" b="0" i="0" u="none" strike="noStrike" dirty="0">
                          <a:solidFill>
                            <a:srgbClr val="000000"/>
                          </a:solidFill>
                          <a:effectLst/>
                          <a:latin typeface="+mn-lt"/>
                        </a:rPr>
                        <a:t>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227350">
                <a:tc>
                  <a:txBody>
                    <a:bodyPr/>
                    <a:lstStyle/>
                    <a:p>
                      <a:pPr latinLnBrk="1"/>
                      <a:r>
                        <a:rPr lang="ko-KR" altLang="en-US" sz="800" b="0" dirty="0">
                          <a:solidFill>
                            <a:schemeClr val="tx1"/>
                          </a:solidFill>
                        </a:rPr>
                        <a:t>주문번호</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323134131234</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240176">
                <a:tc>
                  <a:txBody>
                    <a:bodyPr/>
                    <a:lstStyle/>
                    <a:p>
                      <a:pPr latinLnBrk="1"/>
                      <a:r>
                        <a:rPr lang="ko-KR" altLang="en-US" sz="800" b="0" dirty="0" err="1">
                          <a:solidFill>
                            <a:schemeClr val="tx1"/>
                          </a:solidFill>
                        </a:rPr>
                        <a:t>주문일시</a:t>
                      </a:r>
                      <a:endParaRPr lang="ko-KR" altLang="en-US" sz="800" b="0" dirty="0">
                        <a:solidFill>
                          <a:schemeClr val="tx1"/>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2024.10.15 08:00</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bl>
          </a:graphicData>
        </a:graphic>
      </p:graphicFrame>
      <p:graphicFrame>
        <p:nvGraphicFramePr>
          <p:cNvPr id="13" name="표 12">
            <a:extLst>
              <a:ext uri="{FF2B5EF4-FFF2-40B4-BE49-F238E27FC236}">
                <a16:creationId xmlns:a16="http://schemas.microsoft.com/office/drawing/2014/main" id="{243D7ABC-598E-4E8B-AC5E-30AFEA5C0BE1}"/>
              </a:ext>
            </a:extLst>
          </p:cNvPr>
          <p:cNvGraphicFramePr>
            <a:graphicFrameLocks noGrp="1"/>
          </p:cNvGraphicFramePr>
          <p:nvPr>
            <p:extLst>
              <p:ext uri="{D42A27DB-BD31-4B8C-83A1-F6EECF244321}">
                <p14:modId xmlns:p14="http://schemas.microsoft.com/office/powerpoint/2010/main" val="3396240372"/>
              </p:ext>
            </p:extLst>
          </p:nvPr>
        </p:nvGraphicFramePr>
        <p:xfrm>
          <a:off x="2385592" y="2279651"/>
          <a:ext cx="5896963" cy="935052"/>
        </p:xfrm>
        <a:graphic>
          <a:graphicData uri="http://schemas.openxmlformats.org/drawingml/2006/table">
            <a:tbl>
              <a:tblPr firstRow="1" bandRow="1">
                <a:tableStyleId>{5C22544A-7EE6-4342-B048-85BDC9FD1C3A}</a:tableStyleId>
              </a:tblPr>
              <a:tblGrid>
                <a:gridCol w="1167373">
                  <a:extLst>
                    <a:ext uri="{9D8B030D-6E8A-4147-A177-3AD203B41FA5}">
                      <a16:colId xmlns:a16="http://schemas.microsoft.com/office/drawing/2014/main" val="20000"/>
                    </a:ext>
                  </a:extLst>
                </a:gridCol>
                <a:gridCol w="4729590">
                  <a:extLst>
                    <a:ext uri="{9D8B030D-6E8A-4147-A177-3AD203B41FA5}">
                      <a16:colId xmlns:a16="http://schemas.microsoft.com/office/drawing/2014/main" val="20001"/>
                    </a:ext>
                  </a:extLst>
                </a:gridCol>
              </a:tblGrid>
              <a:tr h="22735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lumMod val="75000"/>
                              <a:lumOff val="25000"/>
                            </a:schemeClr>
                          </a:solidFill>
                        </a:rPr>
                        <a:t>수신자명</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rPr>
                        <a:t>홍길동</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22735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lumMod val="75000"/>
                              <a:lumOff val="25000"/>
                            </a:schemeClr>
                          </a:solidFill>
                        </a:rPr>
                        <a:t>휴대전화</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010-2233-9988</a:t>
                      </a: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2401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lumMod val="75000"/>
                              <a:lumOff val="25000"/>
                            </a:schemeClr>
                          </a:solidFill>
                        </a:rPr>
                        <a:t>이메일</a:t>
                      </a:r>
                      <a:endParaRPr lang="ko-KR" altLang="en-US" sz="800" b="0" dirty="0">
                        <a:solidFill>
                          <a:schemeClr val="tx1">
                            <a:lumMod val="75000"/>
                            <a:lumOff val="25000"/>
                          </a:schemeClr>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rPr>
                        <a:t>Email_id@domain.com</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2401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lumMod val="75000"/>
                              <a:lumOff val="25000"/>
                            </a:schemeClr>
                          </a:solidFill>
                        </a:rPr>
                        <a:t>배송지주소</a:t>
                      </a:r>
                      <a:endParaRPr lang="ko-KR" altLang="en-US" sz="800" b="0" dirty="0">
                        <a:solidFill>
                          <a:schemeClr val="tx1">
                            <a:lumMod val="75000"/>
                            <a:lumOff val="25000"/>
                          </a:schemeClr>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14" name="TextBox 13">
            <a:extLst>
              <a:ext uri="{FF2B5EF4-FFF2-40B4-BE49-F238E27FC236}">
                <a16:creationId xmlns:a16="http://schemas.microsoft.com/office/drawing/2014/main" id="{37BAF572-3E3D-4AD7-8892-9C27B0764CA5}"/>
              </a:ext>
            </a:extLst>
          </p:cNvPr>
          <p:cNvSpPr txBox="1"/>
          <p:nvPr/>
        </p:nvSpPr>
        <p:spPr>
          <a:xfrm>
            <a:off x="2271540" y="1984100"/>
            <a:ext cx="906017" cy="253916"/>
          </a:xfrm>
          <a:prstGeom prst="rect">
            <a:avLst/>
          </a:prstGeom>
          <a:noFill/>
        </p:spPr>
        <p:txBody>
          <a:bodyPr wrap="none" rtlCol="0">
            <a:spAutoFit/>
          </a:bodyPr>
          <a:lstStyle/>
          <a:p>
            <a:r>
              <a:rPr lang="en-US" altLang="ko-KR" sz="1050" b="1" dirty="0"/>
              <a:t>■ </a:t>
            </a:r>
            <a:r>
              <a:rPr lang="ko-KR" altLang="en-US" sz="1050" b="1" dirty="0"/>
              <a:t>배송정보</a:t>
            </a:r>
            <a:endParaRPr lang="en-US" altLang="ko-KR" sz="1050" b="1" dirty="0"/>
          </a:p>
        </p:txBody>
      </p:sp>
      <p:graphicFrame>
        <p:nvGraphicFramePr>
          <p:cNvPr id="15" name="표 14">
            <a:extLst>
              <a:ext uri="{FF2B5EF4-FFF2-40B4-BE49-F238E27FC236}">
                <a16:creationId xmlns:a16="http://schemas.microsoft.com/office/drawing/2014/main" id="{94C76B2C-9077-4E88-8DC6-140BDA102639}"/>
              </a:ext>
            </a:extLst>
          </p:cNvPr>
          <p:cNvGraphicFramePr>
            <a:graphicFrameLocks noGrp="1"/>
          </p:cNvGraphicFramePr>
          <p:nvPr>
            <p:extLst>
              <p:ext uri="{D42A27DB-BD31-4B8C-83A1-F6EECF244321}">
                <p14:modId xmlns:p14="http://schemas.microsoft.com/office/powerpoint/2010/main" val="902067525"/>
              </p:ext>
            </p:extLst>
          </p:nvPr>
        </p:nvGraphicFramePr>
        <p:xfrm>
          <a:off x="2385592" y="3572049"/>
          <a:ext cx="5896963" cy="1286822"/>
        </p:xfrm>
        <a:graphic>
          <a:graphicData uri="http://schemas.openxmlformats.org/drawingml/2006/table">
            <a:tbl>
              <a:tblPr firstRow="1" bandRow="1">
                <a:tableStyleId>{5C22544A-7EE6-4342-B048-85BDC9FD1C3A}</a:tableStyleId>
              </a:tblPr>
              <a:tblGrid>
                <a:gridCol w="1167373">
                  <a:extLst>
                    <a:ext uri="{9D8B030D-6E8A-4147-A177-3AD203B41FA5}">
                      <a16:colId xmlns:a16="http://schemas.microsoft.com/office/drawing/2014/main" val="20000"/>
                    </a:ext>
                  </a:extLst>
                </a:gridCol>
                <a:gridCol w="4729590">
                  <a:extLst>
                    <a:ext uri="{9D8B030D-6E8A-4147-A177-3AD203B41FA5}">
                      <a16:colId xmlns:a16="http://schemas.microsoft.com/office/drawing/2014/main" val="20001"/>
                    </a:ext>
                  </a:extLst>
                </a:gridCol>
              </a:tblGrid>
              <a:tr h="227350">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lumMod val="75000"/>
                            <a:lumOff val="25000"/>
                          </a:schemeClr>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lumMod val="75000"/>
                            <a:lumOff val="25000"/>
                          </a:schemeClr>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lumMod val="75000"/>
                            <a:lumOff val="25000"/>
                          </a:schemeClr>
                        </a:solidFill>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lumMod val="75000"/>
                            <a:lumOff val="25000"/>
                          </a:schemeClr>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22735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lumMod val="75000"/>
                              <a:lumOff val="25000"/>
                            </a:schemeClr>
                          </a:solidFill>
                        </a:rPr>
                        <a:t>주문금액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2401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lumMod val="75000"/>
                              <a:lumOff val="25000"/>
                            </a:schemeClr>
                          </a:solidFill>
                        </a:rPr>
                        <a:t>수량</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2401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lumMod val="75000"/>
                              <a:lumOff val="25000"/>
                            </a:schemeClr>
                          </a:solidFill>
                        </a:rPr>
                        <a:t>배송비</a:t>
                      </a:r>
                      <a:endParaRPr lang="ko-KR" altLang="en-US" sz="800" b="0" dirty="0">
                        <a:solidFill>
                          <a:schemeClr val="tx1">
                            <a:lumMod val="75000"/>
                            <a:lumOff val="25000"/>
                          </a:schemeClr>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16" name="TextBox 15">
            <a:extLst>
              <a:ext uri="{FF2B5EF4-FFF2-40B4-BE49-F238E27FC236}">
                <a16:creationId xmlns:a16="http://schemas.microsoft.com/office/drawing/2014/main" id="{9775D519-2843-4744-B8DA-DF92652BF504}"/>
              </a:ext>
            </a:extLst>
          </p:cNvPr>
          <p:cNvSpPr txBox="1"/>
          <p:nvPr/>
        </p:nvSpPr>
        <p:spPr>
          <a:xfrm>
            <a:off x="2271540" y="3276498"/>
            <a:ext cx="906017" cy="253916"/>
          </a:xfrm>
          <a:prstGeom prst="rect">
            <a:avLst/>
          </a:prstGeom>
          <a:noFill/>
        </p:spPr>
        <p:txBody>
          <a:bodyPr wrap="none" rtlCol="0">
            <a:spAutoFit/>
          </a:bodyPr>
          <a:lstStyle/>
          <a:p>
            <a:r>
              <a:rPr lang="en-US" altLang="ko-KR" sz="1050" b="1" dirty="0"/>
              <a:t>■ </a:t>
            </a:r>
            <a:r>
              <a:rPr lang="ko-KR" altLang="en-US" sz="1050" b="1" dirty="0"/>
              <a:t>주문상품</a:t>
            </a:r>
            <a:endParaRPr lang="en-US" altLang="ko-KR" sz="1050" b="1" dirty="0"/>
          </a:p>
        </p:txBody>
      </p:sp>
      <p:sp>
        <p:nvSpPr>
          <p:cNvPr id="17" name="Panel">
            <a:extLst>
              <a:ext uri="{FF2B5EF4-FFF2-40B4-BE49-F238E27FC236}">
                <a16:creationId xmlns:a16="http://schemas.microsoft.com/office/drawing/2014/main" id="{2ED5941D-B087-4C75-9D0F-14908437C7CE}"/>
              </a:ext>
            </a:extLst>
          </p:cNvPr>
          <p:cNvSpPr/>
          <p:nvPr/>
        </p:nvSpPr>
        <p:spPr>
          <a:xfrm>
            <a:off x="2442334" y="3601118"/>
            <a:ext cx="564427" cy="486624"/>
          </a:xfrm>
          <a:prstGeom prst="rect">
            <a:avLst/>
          </a:prstGeom>
          <a:solidFill>
            <a:schemeClr val="bg1">
              <a:lumMod val="95000"/>
            </a:schemeClr>
          </a:solidFill>
          <a:ln w="6350">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ko-KR" sz="800" dirty="0" err="1">
                <a:solidFill>
                  <a:srgbClr val="FF0000"/>
                </a:solidFill>
                <a:latin typeface="+mj-ea"/>
                <a:cs typeface="Segoe UI" panose="020B0502040204020203" pitchFamily="34" charset="0"/>
              </a:rPr>
              <a:t>img</a:t>
            </a:r>
            <a:endParaRPr lang="en-US" sz="800" dirty="0">
              <a:solidFill>
                <a:srgbClr val="000000"/>
              </a:solidFill>
              <a:latin typeface="Segoe UI" panose="020B0502040204020203" pitchFamily="34" charset="0"/>
              <a:cs typeface="Segoe UI" panose="020B0502040204020203" pitchFamily="34" charset="0"/>
            </a:endParaRPr>
          </a:p>
        </p:txBody>
      </p:sp>
      <p:cxnSp>
        <p:nvCxnSpPr>
          <p:cNvPr id="18" name="직선 연결선 17">
            <a:extLst>
              <a:ext uri="{FF2B5EF4-FFF2-40B4-BE49-F238E27FC236}">
                <a16:creationId xmlns:a16="http://schemas.microsoft.com/office/drawing/2014/main" id="{DB86839F-9EEA-435A-A2D3-0ECC4376B644}"/>
              </a:ext>
            </a:extLst>
          </p:cNvPr>
          <p:cNvCxnSpPr/>
          <p:nvPr/>
        </p:nvCxnSpPr>
        <p:spPr>
          <a:xfrm>
            <a:off x="2385721" y="5022228"/>
            <a:ext cx="5896834" cy="0"/>
          </a:xfrm>
          <a:prstGeom prst="line">
            <a:avLst/>
          </a:prstGeom>
          <a:ln w="19050">
            <a:solidFill>
              <a:srgbClr val="000000"/>
            </a:solidFill>
          </a:ln>
        </p:spPr>
        <p:style>
          <a:lnRef idx="1">
            <a:schemeClr val="accent1"/>
          </a:lnRef>
          <a:fillRef idx="0">
            <a:schemeClr val="accent1"/>
          </a:fillRef>
          <a:effectRef idx="0">
            <a:schemeClr val="accent1"/>
          </a:effectRef>
          <a:fontRef idx="minor">
            <a:schemeClr val="tx1"/>
          </a:fontRef>
        </p:style>
      </p:cxnSp>
      <p:graphicFrame>
        <p:nvGraphicFramePr>
          <p:cNvPr id="19" name="표 18">
            <a:extLst>
              <a:ext uri="{FF2B5EF4-FFF2-40B4-BE49-F238E27FC236}">
                <a16:creationId xmlns:a16="http://schemas.microsoft.com/office/drawing/2014/main" id="{8B14E323-684D-4CBE-B73B-5D400C92B28F}"/>
              </a:ext>
            </a:extLst>
          </p:cNvPr>
          <p:cNvGraphicFramePr>
            <a:graphicFrameLocks noGrp="1"/>
          </p:cNvGraphicFramePr>
          <p:nvPr>
            <p:extLst>
              <p:ext uri="{D42A27DB-BD31-4B8C-83A1-F6EECF244321}">
                <p14:modId xmlns:p14="http://schemas.microsoft.com/office/powerpoint/2010/main" val="441538538"/>
              </p:ext>
            </p:extLst>
          </p:nvPr>
        </p:nvGraphicFramePr>
        <p:xfrm>
          <a:off x="2385592" y="5092933"/>
          <a:ext cx="5896963" cy="454700"/>
        </p:xfrm>
        <a:graphic>
          <a:graphicData uri="http://schemas.openxmlformats.org/drawingml/2006/table">
            <a:tbl>
              <a:tblPr firstRow="1" bandRow="1">
                <a:tableStyleId>{5C22544A-7EE6-4342-B048-85BDC9FD1C3A}</a:tableStyleId>
              </a:tblPr>
              <a:tblGrid>
                <a:gridCol w="1167373">
                  <a:extLst>
                    <a:ext uri="{9D8B030D-6E8A-4147-A177-3AD203B41FA5}">
                      <a16:colId xmlns:a16="http://schemas.microsoft.com/office/drawing/2014/main" val="20000"/>
                    </a:ext>
                  </a:extLst>
                </a:gridCol>
                <a:gridCol w="4729590">
                  <a:extLst>
                    <a:ext uri="{9D8B030D-6E8A-4147-A177-3AD203B41FA5}">
                      <a16:colId xmlns:a16="http://schemas.microsoft.com/office/drawing/2014/main" val="20001"/>
                    </a:ext>
                  </a:extLst>
                </a:gridCol>
              </a:tblGrid>
              <a:tr h="22735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lumMod val="75000"/>
                              <a:lumOff val="25000"/>
                            </a:schemeClr>
                          </a:solidFill>
                        </a:rPr>
                        <a:t>상품금액</a:t>
                      </a: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22735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lumMod val="75000"/>
                              <a:lumOff val="25000"/>
                            </a:schemeClr>
                          </a:solidFill>
                        </a:rPr>
                        <a:t>배송비</a:t>
                      </a:r>
                      <a:endParaRPr lang="ko-KR" altLang="en-US" sz="800" b="0" dirty="0">
                        <a:solidFill>
                          <a:schemeClr val="tx1">
                            <a:lumMod val="75000"/>
                            <a:lumOff val="25000"/>
                          </a:schemeClr>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i="0" u="none" strike="noStrike" dirty="0">
                        <a:solidFill>
                          <a:srgbClr val="000000"/>
                        </a:solidFill>
                        <a:effectLst/>
                        <a:latin typeface="+mn-l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sp>
        <p:nvSpPr>
          <p:cNvPr id="20" name="TextBox 19">
            <a:extLst>
              <a:ext uri="{FF2B5EF4-FFF2-40B4-BE49-F238E27FC236}">
                <a16:creationId xmlns:a16="http://schemas.microsoft.com/office/drawing/2014/main" id="{B21DDF9E-F246-4354-9725-B59CF1B97F6C}"/>
              </a:ext>
            </a:extLst>
          </p:cNvPr>
          <p:cNvSpPr txBox="1"/>
          <p:nvPr/>
        </p:nvSpPr>
        <p:spPr>
          <a:xfrm>
            <a:off x="2226037" y="5615070"/>
            <a:ext cx="771366" cy="253916"/>
          </a:xfrm>
          <a:prstGeom prst="rect">
            <a:avLst/>
          </a:prstGeom>
          <a:noFill/>
        </p:spPr>
        <p:txBody>
          <a:bodyPr wrap="none" rtlCol="0">
            <a:spAutoFit/>
          </a:bodyPr>
          <a:lstStyle/>
          <a:p>
            <a:pPr algn="ctr"/>
            <a:r>
              <a:rPr lang="ko-KR" altLang="en-US" sz="1050" b="1" dirty="0"/>
              <a:t> 주문금액</a:t>
            </a:r>
            <a:endParaRPr lang="en-US" altLang="ko-KR" sz="1050" b="1" dirty="0"/>
          </a:p>
        </p:txBody>
      </p:sp>
      <p:sp>
        <p:nvSpPr>
          <p:cNvPr id="21" name="TextBox 20">
            <a:extLst>
              <a:ext uri="{FF2B5EF4-FFF2-40B4-BE49-F238E27FC236}">
                <a16:creationId xmlns:a16="http://schemas.microsoft.com/office/drawing/2014/main" id="{88FCC34B-7F60-4517-9512-8814D1E62FD1}"/>
              </a:ext>
            </a:extLst>
          </p:cNvPr>
          <p:cNvSpPr txBox="1"/>
          <p:nvPr/>
        </p:nvSpPr>
        <p:spPr>
          <a:xfrm>
            <a:off x="3462976" y="5615070"/>
            <a:ext cx="880369" cy="276999"/>
          </a:xfrm>
          <a:prstGeom prst="rect">
            <a:avLst/>
          </a:prstGeom>
          <a:noFill/>
        </p:spPr>
        <p:txBody>
          <a:bodyPr wrap="none" rtlCol="0">
            <a:spAutoFit/>
          </a:bodyPr>
          <a:lstStyle/>
          <a:p>
            <a:r>
              <a:rPr lang="en-US" altLang="ko-KR" sz="1200" b="1" dirty="0">
                <a:solidFill>
                  <a:srgbClr val="FF0000"/>
                </a:solidFill>
              </a:rPr>
              <a:t>\100,000</a:t>
            </a:r>
          </a:p>
        </p:txBody>
      </p:sp>
      <p:sp>
        <p:nvSpPr>
          <p:cNvPr id="22" name="TextBox 21">
            <a:extLst>
              <a:ext uri="{FF2B5EF4-FFF2-40B4-BE49-F238E27FC236}">
                <a16:creationId xmlns:a16="http://schemas.microsoft.com/office/drawing/2014/main" id="{F17C4CDD-0B89-4317-8523-A399C25B14EE}"/>
              </a:ext>
            </a:extLst>
          </p:cNvPr>
          <p:cNvSpPr txBox="1"/>
          <p:nvPr/>
        </p:nvSpPr>
        <p:spPr>
          <a:xfrm>
            <a:off x="3006761" y="3746130"/>
            <a:ext cx="896399" cy="230832"/>
          </a:xfrm>
          <a:prstGeom prst="rect">
            <a:avLst/>
          </a:prstGeom>
          <a:noFill/>
        </p:spPr>
        <p:txBody>
          <a:bodyPr wrap="none" rtlCol="0">
            <a:spAutoFit/>
          </a:bodyPr>
          <a:lstStyle/>
          <a:p>
            <a:r>
              <a:rPr lang="en-US" altLang="ko-KR" sz="900" b="1" dirty="0"/>
              <a:t>$</a:t>
            </a:r>
            <a:r>
              <a:rPr lang="ko-KR" altLang="en-US" sz="900" b="1" dirty="0"/>
              <a:t>제품명노출</a:t>
            </a:r>
            <a:r>
              <a:rPr lang="en-US" altLang="ko-KR" sz="900" b="1" dirty="0"/>
              <a:t>$</a:t>
            </a:r>
            <a:endParaRPr lang="ko-KR" altLang="en-US" sz="900" b="1" dirty="0"/>
          </a:p>
        </p:txBody>
      </p:sp>
      <p:sp>
        <p:nvSpPr>
          <p:cNvPr id="23" name="TextBox 22">
            <a:extLst>
              <a:ext uri="{FF2B5EF4-FFF2-40B4-BE49-F238E27FC236}">
                <a16:creationId xmlns:a16="http://schemas.microsoft.com/office/drawing/2014/main" id="{F204BD06-AB6A-4E5E-956F-281D27051563}"/>
              </a:ext>
            </a:extLst>
          </p:cNvPr>
          <p:cNvSpPr txBox="1"/>
          <p:nvPr/>
        </p:nvSpPr>
        <p:spPr>
          <a:xfrm>
            <a:off x="3006761" y="3916926"/>
            <a:ext cx="1342034" cy="230832"/>
          </a:xfrm>
          <a:prstGeom prst="rect">
            <a:avLst/>
          </a:prstGeom>
          <a:noFill/>
        </p:spPr>
        <p:txBody>
          <a:bodyPr wrap="none" rtlCol="0">
            <a:spAutoFit/>
          </a:bodyPr>
          <a:lstStyle/>
          <a:p>
            <a:r>
              <a:rPr lang="ko-KR" altLang="en-US" sz="900" dirty="0"/>
              <a:t>옵션 </a:t>
            </a:r>
            <a:r>
              <a:rPr lang="en-US" altLang="ko-KR" sz="900" dirty="0"/>
              <a:t>: $</a:t>
            </a:r>
            <a:r>
              <a:rPr lang="ko-KR" altLang="en-US" sz="900" dirty="0"/>
              <a:t>옵션내용노출</a:t>
            </a:r>
            <a:r>
              <a:rPr lang="en-US" altLang="ko-KR" sz="900" dirty="0"/>
              <a:t>$</a:t>
            </a:r>
            <a:endParaRPr lang="ko-KR" altLang="en-US" sz="900" dirty="0"/>
          </a:p>
        </p:txBody>
      </p:sp>
      <p:sp>
        <p:nvSpPr>
          <p:cNvPr id="24" name="직사각형 23">
            <a:extLst>
              <a:ext uri="{FF2B5EF4-FFF2-40B4-BE49-F238E27FC236}">
                <a16:creationId xmlns:a16="http://schemas.microsoft.com/office/drawing/2014/main" id="{830C824C-5180-4383-88BE-CC3E3102D4EC}"/>
              </a:ext>
            </a:extLst>
          </p:cNvPr>
          <p:cNvSpPr/>
          <p:nvPr/>
        </p:nvSpPr>
        <p:spPr>
          <a:xfrm>
            <a:off x="2990442" y="3571889"/>
            <a:ext cx="873957" cy="215444"/>
          </a:xfrm>
          <a:prstGeom prst="rect">
            <a:avLst/>
          </a:prstGeom>
        </p:spPr>
        <p:txBody>
          <a:bodyPr wrap="none">
            <a:spAutoFit/>
          </a:bodyPr>
          <a:lstStyle/>
          <a:p>
            <a:r>
              <a:rPr lang="ko-KR" altLang="en-US" sz="800" dirty="0" err="1">
                <a:solidFill>
                  <a:schemeClr val="tx1">
                    <a:lumMod val="50000"/>
                    <a:lumOff val="50000"/>
                  </a:schemeClr>
                </a:solidFill>
              </a:rPr>
              <a:t>대분류</a:t>
            </a:r>
            <a:r>
              <a:rPr lang="en-US" altLang="ko-KR" sz="800" dirty="0">
                <a:solidFill>
                  <a:schemeClr val="tx1">
                    <a:lumMod val="50000"/>
                    <a:lumOff val="50000"/>
                  </a:schemeClr>
                </a:solidFill>
              </a:rPr>
              <a:t>&gt;</a:t>
            </a:r>
            <a:r>
              <a:rPr lang="ko-KR" altLang="en-US" sz="800" dirty="0">
                <a:solidFill>
                  <a:schemeClr val="tx1">
                    <a:lumMod val="50000"/>
                    <a:lumOff val="50000"/>
                  </a:schemeClr>
                </a:solidFill>
              </a:rPr>
              <a:t>중분류</a:t>
            </a:r>
          </a:p>
        </p:txBody>
      </p:sp>
      <p:graphicFrame>
        <p:nvGraphicFramePr>
          <p:cNvPr id="25" name="표 24">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1553407319"/>
              </p:ext>
            </p:extLst>
          </p:nvPr>
        </p:nvGraphicFramePr>
        <p:xfrm>
          <a:off x="10171774" y="22159"/>
          <a:ext cx="1979018" cy="132691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RF-03-04-06</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marL="0" indent="0" algn="l" latinLnBrk="1">
                        <a:buFontTx/>
                        <a:buNone/>
                      </a:pPr>
                      <a:r>
                        <a:rPr lang="ko-KR" altLang="en-US" sz="800" dirty="0" err="1"/>
                        <a:t>상품영역</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a:t>
                      </a:r>
                      <a:r>
                        <a:rPr lang="ko-KR" altLang="en-US" sz="800" baseline="0" dirty="0"/>
                        <a:t> 내역 화면</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구매 내역 화면</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bl>
          </a:graphicData>
        </a:graphic>
      </p:graphicFrame>
    </p:spTree>
    <p:extLst>
      <p:ext uri="{BB962C8B-B14F-4D97-AF65-F5344CB8AC3E}">
        <p14:creationId xmlns:p14="http://schemas.microsoft.com/office/powerpoint/2010/main" val="1095384936"/>
      </p:ext>
    </p:extLst>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6">
            <a:extLst>
              <a:ext uri="{FF2B5EF4-FFF2-40B4-BE49-F238E27FC236}">
                <a16:creationId xmlns:a16="http://schemas.microsoft.com/office/drawing/2014/main" id="{78620727-F268-4FBF-9D14-55F65D54E753}"/>
              </a:ext>
            </a:extLst>
          </p:cNvPr>
          <p:cNvGraphicFramePr>
            <a:graphicFrameLocks noGrp="1"/>
          </p:cNvGraphicFramePr>
          <p:nvPr>
            <p:extLst>
              <p:ext uri="{D42A27DB-BD31-4B8C-83A1-F6EECF244321}">
                <p14:modId xmlns:p14="http://schemas.microsoft.com/office/powerpoint/2010/main" val="2633480391"/>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latinLnBrk="1"/>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r>
                        <a:rPr lang="ko-KR" altLang="en-US" sz="1800" b="1" dirty="0">
                          <a:solidFill>
                            <a:schemeClr val="tx1"/>
                          </a:solidFill>
                        </a:rPr>
                        <a:t>●  주문영역</a:t>
                      </a: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2527954889"/>
      </p:ext>
    </p:extLst>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9D64454E-C955-4F61-AFE5-52EF75430ED2}"/>
              </a:ext>
            </a:extLst>
          </p:cNvPr>
          <p:cNvSpPr txBox="1"/>
          <p:nvPr/>
        </p:nvSpPr>
        <p:spPr>
          <a:xfrm>
            <a:off x="4781837" y="1966277"/>
            <a:ext cx="800219" cy="276999"/>
          </a:xfrm>
          <a:prstGeom prst="rect">
            <a:avLst/>
          </a:prstGeom>
          <a:noFill/>
        </p:spPr>
        <p:txBody>
          <a:bodyPr wrap="none" rtlCol="0">
            <a:spAutoFit/>
          </a:bodyPr>
          <a:lstStyle/>
          <a:p>
            <a:r>
              <a:rPr lang="ko-KR" altLang="en-US" sz="1200" b="1" dirty="0"/>
              <a:t>주문조회</a:t>
            </a:r>
          </a:p>
        </p:txBody>
      </p:sp>
      <p:graphicFrame>
        <p:nvGraphicFramePr>
          <p:cNvPr id="3" name="표 2">
            <a:extLst>
              <a:ext uri="{FF2B5EF4-FFF2-40B4-BE49-F238E27FC236}">
                <a16:creationId xmlns:a16="http://schemas.microsoft.com/office/drawing/2014/main" id="{A4DDFC4A-4D83-4F19-B26B-D719E265E1AF}"/>
              </a:ext>
            </a:extLst>
          </p:cNvPr>
          <p:cNvGraphicFramePr>
            <a:graphicFrameLocks noGrp="1"/>
          </p:cNvGraphicFramePr>
          <p:nvPr>
            <p:extLst>
              <p:ext uri="{D42A27DB-BD31-4B8C-83A1-F6EECF244321}">
                <p14:modId xmlns:p14="http://schemas.microsoft.com/office/powerpoint/2010/main" val="4163901788"/>
              </p:ext>
            </p:extLst>
          </p:nvPr>
        </p:nvGraphicFramePr>
        <p:xfrm>
          <a:off x="2697670" y="3007410"/>
          <a:ext cx="4968555" cy="553998"/>
        </p:xfrm>
        <a:graphic>
          <a:graphicData uri="http://schemas.openxmlformats.org/drawingml/2006/table">
            <a:tbl>
              <a:tblPr firstRow="1" bandRow="1">
                <a:tableStyleId>{5C22544A-7EE6-4342-B048-85BDC9FD1C3A}</a:tableStyleId>
              </a:tblPr>
              <a:tblGrid>
                <a:gridCol w="1181864">
                  <a:extLst>
                    <a:ext uri="{9D8B030D-6E8A-4147-A177-3AD203B41FA5}">
                      <a16:colId xmlns:a16="http://schemas.microsoft.com/office/drawing/2014/main" val="20000"/>
                    </a:ext>
                  </a:extLst>
                </a:gridCol>
                <a:gridCol w="3786691">
                  <a:extLst>
                    <a:ext uri="{9D8B030D-6E8A-4147-A177-3AD203B41FA5}">
                      <a16:colId xmlns:a16="http://schemas.microsoft.com/office/drawing/2014/main" val="20001"/>
                    </a:ext>
                  </a:extLst>
                </a:gridCol>
              </a:tblGrid>
              <a:tr h="276999">
                <a:tc>
                  <a:txBody>
                    <a:bodyPr/>
                    <a:lstStyle/>
                    <a:p>
                      <a:pPr algn="ctr" latinLnBrk="1"/>
                      <a:r>
                        <a:rPr lang="ko-KR" altLang="en-US" sz="900" b="0" dirty="0">
                          <a:solidFill>
                            <a:schemeClr val="tx1"/>
                          </a:solidFill>
                        </a:rPr>
                        <a:t>주문자 이름</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276999">
                <a:tc>
                  <a:txBody>
                    <a:bodyPr/>
                    <a:lstStyle/>
                    <a:p>
                      <a:pPr algn="ctr" latinLnBrk="1"/>
                      <a:r>
                        <a:rPr lang="ko-KR" altLang="en-US" sz="900" b="0" dirty="0">
                          <a:solidFill>
                            <a:schemeClr val="tx1"/>
                          </a:solidFill>
                        </a:rPr>
                        <a:t>주문자 연락처</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900" b="0" i="0" u="none" strike="noStrike" dirty="0">
                        <a:solidFill>
                          <a:srgbClr val="000000"/>
                        </a:solidFill>
                        <a:effectLst/>
                        <a:latin typeface="+mn-lt"/>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08907011"/>
                  </a:ext>
                </a:extLst>
              </a:tr>
            </a:tbl>
          </a:graphicData>
        </a:graphic>
      </p:graphicFrame>
      <p:sp>
        <p:nvSpPr>
          <p:cNvPr id="4" name="직사각형 3">
            <a:extLst>
              <a:ext uri="{FF2B5EF4-FFF2-40B4-BE49-F238E27FC236}">
                <a16:creationId xmlns:a16="http://schemas.microsoft.com/office/drawing/2014/main" id="{586B4E29-12BA-4216-A8FA-561B270ED651}"/>
              </a:ext>
            </a:extLst>
          </p:cNvPr>
          <p:cNvSpPr/>
          <p:nvPr/>
        </p:nvSpPr>
        <p:spPr>
          <a:xfrm>
            <a:off x="4402089" y="4069378"/>
            <a:ext cx="1929717" cy="266447"/>
          </a:xfrm>
          <a:prstGeom prst="rect">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t>주문조회</a:t>
            </a:r>
          </a:p>
        </p:txBody>
      </p:sp>
      <p:sp>
        <p:nvSpPr>
          <p:cNvPr id="5" name="직사각형 4">
            <a:extLst>
              <a:ext uri="{FF2B5EF4-FFF2-40B4-BE49-F238E27FC236}">
                <a16:creationId xmlns:a16="http://schemas.microsoft.com/office/drawing/2014/main" id="{BD2E146C-0A3E-4AFE-A43D-D8AFDC5EE774}"/>
              </a:ext>
            </a:extLst>
          </p:cNvPr>
          <p:cNvSpPr/>
          <p:nvPr/>
        </p:nvSpPr>
        <p:spPr>
          <a:xfrm>
            <a:off x="3929180" y="3051178"/>
            <a:ext cx="3616133" cy="196148"/>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홍길동</a:t>
            </a:r>
            <a:endParaRPr lang="en-US" altLang="ko-KR" sz="800" dirty="0">
              <a:solidFill>
                <a:schemeClr val="tx1"/>
              </a:solidFill>
            </a:endParaRPr>
          </a:p>
        </p:txBody>
      </p:sp>
      <p:grpSp>
        <p:nvGrpSpPr>
          <p:cNvPr id="7" name="그룹 6">
            <a:extLst>
              <a:ext uri="{FF2B5EF4-FFF2-40B4-BE49-F238E27FC236}">
                <a16:creationId xmlns:a16="http://schemas.microsoft.com/office/drawing/2014/main" id="{835AC732-75C2-434F-B0F8-5CE54D0A7075}"/>
              </a:ext>
            </a:extLst>
          </p:cNvPr>
          <p:cNvGrpSpPr/>
          <p:nvPr/>
        </p:nvGrpSpPr>
        <p:grpSpPr>
          <a:xfrm>
            <a:off x="3947458" y="3284409"/>
            <a:ext cx="1789788" cy="230832"/>
            <a:chOff x="2924648" y="2579699"/>
            <a:chExt cx="1789788" cy="230832"/>
          </a:xfrm>
        </p:grpSpPr>
        <p:sp>
          <p:nvSpPr>
            <p:cNvPr id="8" name="직사각형 7">
              <a:extLst>
                <a:ext uri="{FF2B5EF4-FFF2-40B4-BE49-F238E27FC236}">
                  <a16:creationId xmlns:a16="http://schemas.microsoft.com/office/drawing/2014/main" id="{7701CDA3-260E-4E86-9898-773656EE60F6}"/>
                </a:ext>
              </a:extLst>
            </p:cNvPr>
            <p:cNvSpPr/>
            <p:nvPr/>
          </p:nvSpPr>
          <p:spPr>
            <a:xfrm>
              <a:off x="2924648"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010  </a:t>
              </a:r>
              <a:r>
                <a:rPr lang="ko-KR" altLang="en-US" sz="800" dirty="0">
                  <a:solidFill>
                    <a:schemeClr val="tx1"/>
                  </a:solidFill>
                </a:rPr>
                <a:t>▼</a:t>
              </a:r>
              <a:endParaRPr lang="en-US" altLang="ko-KR" sz="800" dirty="0">
                <a:solidFill>
                  <a:schemeClr val="tx1"/>
                </a:solidFill>
              </a:endParaRPr>
            </a:p>
          </p:txBody>
        </p:sp>
        <p:sp>
          <p:nvSpPr>
            <p:cNvPr id="9" name="직사각형 8">
              <a:extLst>
                <a:ext uri="{FF2B5EF4-FFF2-40B4-BE49-F238E27FC236}">
                  <a16:creationId xmlns:a16="http://schemas.microsoft.com/office/drawing/2014/main" id="{F1E14FB9-7AE1-4B85-AC8F-F5AAD32920DE}"/>
                </a:ext>
              </a:extLst>
            </p:cNvPr>
            <p:cNvSpPr/>
            <p:nvPr/>
          </p:nvSpPr>
          <p:spPr>
            <a:xfrm>
              <a:off x="3542442"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10" name="직사각형 9">
              <a:extLst>
                <a:ext uri="{FF2B5EF4-FFF2-40B4-BE49-F238E27FC236}">
                  <a16:creationId xmlns:a16="http://schemas.microsoft.com/office/drawing/2014/main" id="{6668D98B-B8C0-41AA-9370-A2E6B2C3B35E}"/>
                </a:ext>
              </a:extLst>
            </p:cNvPr>
            <p:cNvSpPr/>
            <p:nvPr/>
          </p:nvSpPr>
          <p:spPr>
            <a:xfrm>
              <a:off x="4160236" y="2633078"/>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11" name="TextBox 10">
              <a:extLst>
                <a:ext uri="{FF2B5EF4-FFF2-40B4-BE49-F238E27FC236}">
                  <a16:creationId xmlns:a16="http://schemas.microsoft.com/office/drawing/2014/main" id="{1FB747AB-3269-4A68-9A3F-A5681EB55197}"/>
                </a:ext>
              </a:extLst>
            </p:cNvPr>
            <p:cNvSpPr txBox="1"/>
            <p:nvPr/>
          </p:nvSpPr>
          <p:spPr>
            <a:xfrm>
              <a:off x="3394267" y="2579699"/>
              <a:ext cx="232756" cy="230832"/>
            </a:xfrm>
            <a:prstGeom prst="rect">
              <a:avLst/>
            </a:prstGeom>
            <a:noFill/>
          </p:spPr>
          <p:txBody>
            <a:bodyPr wrap="none" rtlCol="0">
              <a:spAutoFit/>
            </a:bodyPr>
            <a:lstStyle/>
            <a:p>
              <a:r>
                <a:rPr lang="en-US" altLang="ko-KR" sz="900" dirty="0"/>
                <a:t>-</a:t>
              </a:r>
              <a:endParaRPr lang="ko-KR" altLang="en-US" sz="900" dirty="0"/>
            </a:p>
          </p:txBody>
        </p:sp>
        <p:sp>
          <p:nvSpPr>
            <p:cNvPr id="12" name="TextBox 11">
              <a:extLst>
                <a:ext uri="{FF2B5EF4-FFF2-40B4-BE49-F238E27FC236}">
                  <a16:creationId xmlns:a16="http://schemas.microsoft.com/office/drawing/2014/main" id="{43A73516-C01E-4795-A62A-6CC484218C37}"/>
                </a:ext>
              </a:extLst>
            </p:cNvPr>
            <p:cNvSpPr txBox="1"/>
            <p:nvPr/>
          </p:nvSpPr>
          <p:spPr>
            <a:xfrm>
              <a:off x="4012061" y="2579699"/>
              <a:ext cx="232756" cy="230832"/>
            </a:xfrm>
            <a:prstGeom prst="rect">
              <a:avLst/>
            </a:prstGeom>
            <a:noFill/>
          </p:spPr>
          <p:txBody>
            <a:bodyPr wrap="none" rtlCol="0">
              <a:spAutoFit/>
            </a:bodyPr>
            <a:lstStyle/>
            <a:p>
              <a:r>
                <a:rPr lang="en-US" altLang="ko-KR" sz="900" dirty="0"/>
                <a:t>-</a:t>
              </a:r>
              <a:endParaRPr lang="ko-KR" altLang="en-US" sz="900" dirty="0"/>
            </a:p>
          </p:txBody>
        </p:sp>
      </p:grpSp>
      <p:graphicFrame>
        <p:nvGraphicFramePr>
          <p:cNvPr id="13" name="표 12">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3967179808"/>
              </p:ext>
            </p:extLst>
          </p:nvPr>
        </p:nvGraphicFramePr>
        <p:xfrm>
          <a:off x="10171774" y="22159"/>
          <a:ext cx="1979018" cy="239371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RF-03-05-01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주문영역</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조회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주문 조회에 필요한 정보를 입력 </a:t>
                      </a:r>
                      <a:r>
                        <a:rPr lang="ko-KR" altLang="en-US" sz="800" b="0" baseline="0" dirty="0">
                          <a:solidFill>
                            <a:schemeClr val="tx1"/>
                          </a:solidFill>
                        </a:rPr>
                        <a:t>하는 영역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조회한 정보가 일치하지 않을 경우 안내 메시지로 일치 하지 않는 것을 고지한다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정보가 일치할 경우 주문 관리 페이지 </a:t>
                      </a:r>
                      <a:r>
                        <a:rPr lang="en-US" altLang="ko-KR" sz="800" dirty="0"/>
                        <a:t>RF-03-05-02</a:t>
                      </a:r>
                      <a:r>
                        <a:rPr lang="ko-KR" altLang="en-US" sz="800" dirty="0"/>
                        <a:t>로 이동한다</a:t>
                      </a:r>
                      <a:r>
                        <a:rPr lang="en-US" altLang="ko-KR" sz="80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
        <p:nvSpPr>
          <p:cNvPr id="14" name="TextBox 13">
            <a:extLst>
              <a:ext uri="{FF2B5EF4-FFF2-40B4-BE49-F238E27FC236}">
                <a16:creationId xmlns:a16="http://schemas.microsoft.com/office/drawing/2014/main" id="{CA3F5C53-F614-4A57-BF7A-E3272350C969}"/>
              </a:ext>
            </a:extLst>
          </p:cNvPr>
          <p:cNvSpPr txBox="1"/>
          <p:nvPr/>
        </p:nvSpPr>
        <p:spPr>
          <a:xfrm>
            <a:off x="2571674" y="2891994"/>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15" name="TextBox 14">
            <a:extLst>
              <a:ext uri="{FF2B5EF4-FFF2-40B4-BE49-F238E27FC236}">
                <a16:creationId xmlns:a16="http://schemas.microsoft.com/office/drawing/2014/main" id="{CA3F5C53-F614-4A57-BF7A-E3272350C969}"/>
              </a:ext>
            </a:extLst>
          </p:cNvPr>
          <p:cNvSpPr txBox="1"/>
          <p:nvPr/>
        </p:nvSpPr>
        <p:spPr>
          <a:xfrm>
            <a:off x="6205810" y="3953962"/>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2500973631"/>
      </p:ext>
    </p:extLst>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5" name="TextBox 84">
            <a:extLst>
              <a:ext uri="{FF2B5EF4-FFF2-40B4-BE49-F238E27FC236}">
                <a16:creationId xmlns:a16="http://schemas.microsoft.com/office/drawing/2014/main" id="{4F65C041-631B-42EA-89EE-CA8216E8CC2A}"/>
              </a:ext>
            </a:extLst>
          </p:cNvPr>
          <p:cNvSpPr txBox="1"/>
          <p:nvPr/>
        </p:nvSpPr>
        <p:spPr>
          <a:xfrm>
            <a:off x="1344785" y="1401527"/>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86" name="TextBox 85">
            <a:extLst>
              <a:ext uri="{FF2B5EF4-FFF2-40B4-BE49-F238E27FC236}">
                <a16:creationId xmlns:a16="http://schemas.microsoft.com/office/drawing/2014/main" id="{1229D07A-92A2-42C8-BD5E-285C65A6C769}"/>
              </a:ext>
            </a:extLst>
          </p:cNvPr>
          <p:cNvSpPr txBox="1"/>
          <p:nvPr/>
        </p:nvSpPr>
        <p:spPr>
          <a:xfrm>
            <a:off x="1344785" y="1963502"/>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87" name="TextBox 86">
            <a:extLst>
              <a:ext uri="{FF2B5EF4-FFF2-40B4-BE49-F238E27FC236}">
                <a16:creationId xmlns:a16="http://schemas.microsoft.com/office/drawing/2014/main" id="{FAF03F00-3955-4E69-9A4D-3A4B972DD565}"/>
              </a:ext>
            </a:extLst>
          </p:cNvPr>
          <p:cNvSpPr txBox="1"/>
          <p:nvPr/>
        </p:nvSpPr>
        <p:spPr>
          <a:xfrm>
            <a:off x="1344785" y="3544652"/>
            <a:ext cx="251992" cy="230832"/>
          </a:xfrm>
          <a:prstGeom prst="rect">
            <a:avLst/>
          </a:prstGeom>
          <a:solidFill>
            <a:srgbClr val="FF0000"/>
          </a:solidFill>
        </p:spPr>
        <p:txBody>
          <a:bodyPr wrap="none" rtlCol="0">
            <a:spAutoFit/>
          </a:bodyPr>
          <a:lstStyle/>
          <a:p>
            <a:r>
              <a:rPr lang="en-US" altLang="ko-KR" sz="900" b="1" dirty="0">
                <a:solidFill>
                  <a:schemeClr val="bg1"/>
                </a:solidFill>
              </a:rPr>
              <a:t>5</a:t>
            </a:r>
            <a:endParaRPr lang="ko-KR" altLang="en-US" sz="900" b="1" dirty="0">
              <a:solidFill>
                <a:schemeClr val="bg1"/>
              </a:solidFill>
            </a:endParaRPr>
          </a:p>
        </p:txBody>
      </p:sp>
      <p:sp>
        <p:nvSpPr>
          <p:cNvPr id="88" name="TextBox 87">
            <a:extLst>
              <a:ext uri="{FF2B5EF4-FFF2-40B4-BE49-F238E27FC236}">
                <a16:creationId xmlns:a16="http://schemas.microsoft.com/office/drawing/2014/main" id="{02A4B676-5900-458A-BB17-FC6E1AEC2F91}"/>
              </a:ext>
            </a:extLst>
          </p:cNvPr>
          <p:cNvSpPr txBox="1"/>
          <p:nvPr/>
        </p:nvSpPr>
        <p:spPr>
          <a:xfrm>
            <a:off x="4107035" y="2592152"/>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89" name="TextBox 88">
            <a:extLst>
              <a:ext uri="{FF2B5EF4-FFF2-40B4-BE49-F238E27FC236}">
                <a16:creationId xmlns:a16="http://schemas.microsoft.com/office/drawing/2014/main" id="{F2B30322-8B69-42E1-B904-505471FEBE86}"/>
              </a:ext>
            </a:extLst>
          </p:cNvPr>
          <p:cNvSpPr txBox="1"/>
          <p:nvPr/>
        </p:nvSpPr>
        <p:spPr>
          <a:xfrm>
            <a:off x="8298035" y="3058877"/>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
        <p:nvSpPr>
          <p:cNvPr id="90" name="TextBox 89">
            <a:extLst>
              <a:ext uri="{FF2B5EF4-FFF2-40B4-BE49-F238E27FC236}">
                <a16:creationId xmlns:a16="http://schemas.microsoft.com/office/drawing/2014/main" id="{DE42EAF6-7F33-41A4-9B6F-44A09F7BD499}"/>
              </a:ext>
            </a:extLst>
          </p:cNvPr>
          <p:cNvSpPr txBox="1"/>
          <p:nvPr/>
        </p:nvSpPr>
        <p:spPr>
          <a:xfrm>
            <a:off x="7936085" y="4640027"/>
            <a:ext cx="251992" cy="230832"/>
          </a:xfrm>
          <a:prstGeom prst="rect">
            <a:avLst/>
          </a:prstGeom>
          <a:solidFill>
            <a:srgbClr val="FF0000"/>
          </a:solidFill>
        </p:spPr>
        <p:txBody>
          <a:bodyPr wrap="none" rtlCol="0">
            <a:spAutoFit/>
          </a:bodyPr>
          <a:lstStyle/>
          <a:p>
            <a:r>
              <a:rPr lang="en-US" altLang="ko-KR" sz="900" b="1" dirty="0">
                <a:solidFill>
                  <a:schemeClr val="bg1"/>
                </a:solidFill>
              </a:rPr>
              <a:t>6</a:t>
            </a:r>
            <a:endParaRPr lang="ko-KR" altLang="en-US" sz="900" b="1" dirty="0">
              <a:solidFill>
                <a:schemeClr val="bg1"/>
              </a:solidFill>
            </a:endParaRPr>
          </a:p>
        </p:txBody>
      </p:sp>
      <p:graphicFrame>
        <p:nvGraphicFramePr>
          <p:cNvPr id="8" name="표 7">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2315474634"/>
              </p:ext>
            </p:extLst>
          </p:nvPr>
        </p:nvGraphicFramePr>
        <p:xfrm>
          <a:off x="10171774" y="22159"/>
          <a:ext cx="1979018" cy="437491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RF-03-05-02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주문영역</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관리 </a:t>
                      </a:r>
                      <a:r>
                        <a:rPr lang="en-US" altLang="ko-KR" sz="800" dirty="0"/>
                        <a:t>&gt; </a:t>
                      </a:r>
                      <a:r>
                        <a:rPr lang="ko-KR" altLang="en-US" sz="800" dirty="0"/>
                        <a:t>주문</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클릭 시 주문 타입에 맞는</a:t>
                      </a:r>
                      <a:r>
                        <a:rPr lang="ko-KR" altLang="en-US" sz="800" b="0" baseline="0" dirty="0">
                          <a:solidFill>
                            <a:schemeClr val="tx1"/>
                          </a:solidFill>
                        </a:rPr>
                        <a:t> 페이지로 이동한다</a:t>
                      </a:r>
                      <a:r>
                        <a:rPr lang="en-US" altLang="ko-KR" sz="800" b="0" baseline="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baseline="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baseline="0" dirty="0">
                          <a:solidFill>
                            <a:schemeClr val="tx1"/>
                          </a:solidFill>
                        </a:rPr>
                        <a:t>취소 </a:t>
                      </a:r>
                      <a:r>
                        <a:rPr lang="en-US" altLang="ko-KR" sz="800" b="0" baseline="0" dirty="0">
                          <a:solidFill>
                            <a:schemeClr val="tx1"/>
                          </a:solidFill>
                        </a:rPr>
                        <a:t>-&gt; </a:t>
                      </a:r>
                      <a:r>
                        <a:rPr lang="en-US" altLang="ko-KR" sz="800" dirty="0"/>
                        <a:t>RF-03-05-03</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반품 </a:t>
                      </a:r>
                      <a:r>
                        <a:rPr lang="en-US" altLang="ko-KR" sz="800" b="0" dirty="0">
                          <a:solidFill>
                            <a:schemeClr val="tx1"/>
                          </a:solidFill>
                        </a:rPr>
                        <a:t>-&gt;</a:t>
                      </a:r>
                      <a:r>
                        <a:rPr lang="en-US" altLang="ko-KR" sz="800" b="0" baseline="0" dirty="0">
                          <a:solidFill>
                            <a:schemeClr val="tx1"/>
                          </a:solidFill>
                        </a:rPr>
                        <a:t> </a:t>
                      </a:r>
                      <a:r>
                        <a:rPr lang="en-US" altLang="ko-KR" sz="800" dirty="0"/>
                        <a:t>RF-03-05-04</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교환 </a:t>
                      </a:r>
                      <a:r>
                        <a:rPr lang="en-US" altLang="ko-KR" sz="800" dirty="0"/>
                        <a:t>-&gt; RF-03-05-05</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주문 상태</a:t>
                      </a:r>
                      <a:r>
                        <a:rPr lang="en-US" altLang="ko-KR" sz="800" b="0" dirty="0">
                          <a:solidFill>
                            <a:schemeClr val="tx1"/>
                          </a:solidFill>
                        </a:rPr>
                        <a:t>, </a:t>
                      </a:r>
                      <a:r>
                        <a:rPr lang="ko-KR" altLang="en-US" sz="800" b="0" dirty="0">
                          <a:solidFill>
                            <a:schemeClr val="tx1"/>
                          </a:solidFill>
                        </a:rPr>
                        <a:t>날짜 검색 영역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주문 상세 페이지 </a:t>
                      </a:r>
                      <a:r>
                        <a:rPr lang="en-US" altLang="ko-KR" sz="800" dirty="0"/>
                        <a:t>RF-03-05-06</a:t>
                      </a:r>
                      <a:r>
                        <a:rPr lang="en-US" altLang="ko-KR" sz="800" b="0" baseline="0" dirty="0">
                          <a:solidFill>
                            <a:schemeClr val="tx1"/>
                          </a:solidFill>
                        </a:rPr>
                        <a:t> </a:t>
                      </a:r>
                      <a:r>
                        <a:rPr lang="ko-KR" altLang="en-US" sz="800" b="0" baseline="0" dirty="0">
                          <a:solidFill>
                            <a:schemeClr val="tx1"/>
                          </a:solidFill>
                        </a:rPr>
                        <a:t>로 이동한다</a:t>
                      </a:r>
                      <a:r>
                        <a:rPr lang="en-US" altLang="ko-KR" sz="800" b="0" baseline="0" dirty="0">
                          <a:solidFill>
                            <a:schemeClr val="tx1"/>
                          </a:solidFill>
                        </a:rPr>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취소 신청 버튼</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RF-03-05-02-2</a:t>
                      </a:r>
                      <a:r>
                        <a:rPr lang="en-US" altLang="ko-KR" sz="800" b="0" baseline="0" dirty="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82562567"/>
                  </a:ext>
                </a:extLst>
              </a:tr>
              <a:tr h="140746">
                <a:tc>
                  <a:txBody>
                    <a:bodyPr/>
                    <a:lstStyle/>
                    <a:p>
                      <a:pPr algn="ctr" latinLnBrk="1"/>
                      <a:r>
                        <a:rPr lang="en-US" altLang="ko-KR" sz="800" dirty="0"/>
                        <a:t>5</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상품 정보 표시 영역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906745450"/>
                  </a:ext>
                </a:extLst>
              </a:tr>
              <a:tr h="140746">
                <a:tc>
                  <a:txBody>
                    <a:bodyPr/>
                    <a:lstStyle/>
                    <a:p>
                      <a:pPr algn="ctr" latinLnBrk="1"/>
                      <a:r>
                        <a:rPr lang="en-US" altLang="ko-KR" sz="800" dirty="0"/>
                        <a:t>6</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판매자 문의하기 버튼</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RF-03-05-02-1 </a:t>
                      </a:r>
                      <a:r>
                        <a:rPr lang="ko-KR" altLang="en-US" sz="800" dirty="0"/>
                        <a:t>참고</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702916756"/>
                  </a:ext>
                </a:extLst>
              </a:tr>
              <a:tr h="140746">
                <a:tc>
                  <a:txBody>
                    <a:bodyPr/>
                    <a:lstStyle/>
                    <a:p>
                      <a:pPr algn="ctr" latinLnBrk="1"/>
                      <a:r>
                        <a:rPr lang="en-US" altLang="ko-KR" sz="800" dirty="0"/>
                        <a:t>7</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반품 신청 버튼</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RF-03-05-02-3</a:t>
                      </a:r>
                      <a:r>
                        <a:rPr lang="en-US" altLang="ko-KR" sz="800" b="0" baseline="0" dirty="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476566212"/>
                  </a:ext>
                </a:extLst>
              </a:tr>
              <a:tr h="140746">
                <a:tc>
                  <a:txBody>
                    <a:bodyPr/>
                    <a:lstStyle/>
                    <a:p>
                      <a:pPr algn="ctr" latinLnBrk="1"/>
                      <a:r>
                        <a:rPr lang="en-US" altLang="ko-KR" sz="800" dirty="0"/>
                        <a:t>8</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교환 신청 버튼</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RF-03-05-02-4</a:t>
                      </a:r>
                      <a:r>
                        <a:rPr lang="en-US" altLang="ko-KR" sz="800" b="0" baseline="0" dirty="0">
                          <a:solidFill>
                            <a:schemeClr val="tx1"/>
                          </a:solidFill>
                        </a:rPr>
                        <a:t> </a:t>
                      </a:r>
                      <a:r>
                        <a:rPr lang="ko-KR" altLang="en-US" sz="800" b="0" baseline="0" dirty="0">
                          <a:solidFill>
                            <a:schemeClr val="tx1"/>
                          </a:solidFill>
                        </a:rPr>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6317989"/>
                  </a:ext>
                </a:extLst>
              </a:tr>
              <a:tr h="140746">
                <a:tc>
                  <a:txBody>
                    <a:bodyPr/>
                    <a:lstStyle/>
                    <a:p>
                      <a:pPr algn="ctr" latinLnBrk="1"/>
                      <a:r>
                        <a:rPr lang="en-US" altLang="ko-KR" sz="800" dirty="0"/>
                        <a:t>9</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구매</a:t>
                      </a:r>
                      <a:r>
                        <a:rPr lang="ko-KR" altLang="en-US" sz="800" b="0" baseline="0" dirty="0">
                          <a:solidFill>
                            <a:schemeClr val="tx1"/>
                          </a:solidFill>
                        </a:rPr>
                        <a:t> 확정 버튼</a:t>
                      </a:r>
                      <a:endParaRPr lang="en-US" altLang="ko-KR" sz="800" b="0" baseline="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RF-03-05-02-5</a:t>
                      </a:r>
                      <a:r>
                        <a:rPr lang="en-US" altLang="ko-KR" sz="800" baseline="0" dirty="0"/>
                        <a:t> </a:t>
                      </a:r>
                      <a:r>
                        <a:rPr lang="ko-KR" altLang="en-US" sz="800" baseline="0" dirty="0"/>
                        <a:t>참고</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841020367"/>
                  </a:ext>
                </a:extLst>
              </a:tr>
            </a:tbl>
          </a:graphicData>
        </a:graphic>
      </p:graphicFrame>
      <p:sp>
        <p:nvSpPr>
          <p:cNvPr id="9" name="TextBox 8">
            <a:extLst>
              <a:ext uri="{FF2B5EF4-FFF2-40B4-BE49-F238E27FC236}">
                <a16:creationId xmlns:a16="http://schemas.microsoft.com/office/drawing/2014/main" id="{DE42EAF6-7F33-41A4-9B6F-44A09F7BD499}"/>
              </a:ext>
            </a:extLst>
          </p:cNvPr>
          <p:cNvSpPr txBox="1"/>
          <p:nvPr/>
        </p:nvSpPr>
        <p:spPr>
          <a:xfrm>
            <a:off x="8650547" y="5354489"/>
            <a:ext cx="251992" cy="230832"/>
          </a:xfrm>
          <a:prstGeom prst="rect">
            <a:avLst/>
          </a:prstGeom>
          <a:solidFill>
            <a:srgbClr val="FF0000"/>
          </a:solidFill>
        </p:spPr>
        <p:txBody>
          <a:bodyPr wrap="none" rtlCol="0">
            <a:spAutoFit/>
          </a:bodyPr>
          <a:lstStyle/>
          <a:p>
            <a:r>
              <a:rPr lang="en-US" altLang="ko-KR" sz="900" b="1" dirty="0">
                <a:solidFill>
                  <a:schemeClr val="bg1"/>
                </a:solidFill>
              </a:rPr>
              <a:t>7</a:t>
            </a:r>
            <a:endParaRPr lang="ko-KR" altLang="en-US" sz="900" b="1" dirty="0">
              <a:solidFill>
                <a:schemeClr val="bg1"/>
              </a:solidFill>
            </a:endParaRPr>
          </a:p>
        </p:txBody>
      </p:sp>
      <p:sp>
        <p:nvSpPr>
          <p:cNvPr id="10" name="TextBox 9">
            <a:extLst>
              <a:ext uri="{FF2B5EF4-FFF2-40B4-BE49-F238E27FC236}">
                <a16:creationId xmlns:a16="http://schemas.microsoft.com/office/drawing/2014/main" id="{DE42EAF6-7F33-41A4-9B6F-44A09F7BD499}"/>
              </a:ext>
            </a:extLst>
          </p:cNvPr>
          <p:cNvSpPr txBox="1"/>
          <p:nvPr/>
        </p:nvSpPr>
        <p:spPr>
          <a:xfrm>
            <a:off x="8801710" y="7092408"/>
            <a:ext cx="251992" cy="230832"/>
          </a:xfrm>
          <a:prstGeom prst="rect">
            <a:avLst/>
          </a:prstGeom>
          <a:solidFill>
            <a:srgbClr val="FF0000"/>
          </a:solidFill>
        </p:spPr>
        <p:txBody>
          <a:bodyPr wrap="none" rtlCol="0">
            <a:spAutoFit/>
          </a:bodyPr>
          <a:lstStyle/>
          <a:p>
            <a:r>
              <a:rPr lang="en-US" altLang="ko-KR" sz="900" b="1" dirty="0">
                <a:solidFill>
                  <a:schemeClr val="bg1"/>
                </a:solidFill>
              </a:rPr>
              <a:t>8</a:t>
            </a:r>
            <a:endParaRPr lang="ko-KR" altLang="en-US" sz="900" b="1" dirty="0">
              <a:solidFill>
                <a:schemeClr val="bg1"/>
              </a:solidFill>
            </a:endParaRPr>
          </a:p>
        </p:txBody>
      </p:sp>
      <p:sp>
        <p:nvSpPr>
          <p:cNvPr id="11" name="TextBox 10">
            <a:extLst>
              <a:ext uri="{FF2B5EF4-FFF2-40B4-BE49-F238E27FC236}">
                <a16:creationId xmlns:a16="http://schemas.microsoft.com/office/drawing/2014/main" id="{DE42EAF6-7F33-41A4-9B6F-44A09F7BD499}"/>
              </a:ext>
            </a:extLst>
          </p:cNvPr>
          <p:cNvSpPr txBox="1"/>
          <p:nvPr/>
        </p:nvSpPr>
        <p:spPr>
          <a:xfrm>
            <a:off x="8801710" y="7356796"/>
            <a:ext cx="251992" cy="230832"/>
          </a:xfrm>
          <a:prstGeom prst="rect">
            <a:avLst/>
          </a:prstGeom>
          <a:solidFill>
            <a:srgbClr val="FF0000"/>
          </a:solidFill>
        </p:spPr>
        <p:txBody>
          <a:bodyPr wrap="none" rtlCol="0">
            <a:spAutoFit/>
          </a:bodyPr>
          <a:lstStyle/>
          <a:p>
            <a:r>
              <a:rPr lang="en-US" altLang="ko-KR" sz="900" b="1" dirty="0">
                <a:solidFill>
                  <a:schemeClr val="bg1"/>
                </a:solidFill>
              </a:rPr>
              <a:t>9</a:t>
            </a:r>
            <a:endParaRPr lang="ko-KR" altLang="en-US" sz="900" b="1" dirty="0">
              <a:solidFill>
                <a:schemeClr val="bg1"/>
              </a:solidFill>
            </a:endParaRPr>
          </a:p>
        </p:txBody>
      </p:sp>
    </p:spTree>
    <p:extLst>
      <p:ext uri="{BB962C8B-B14F-4D97-AF65-F5344CB8AC3E}">
        <p14:creationId xmlns:p14="http://schemas.microsoft.com/office/powerpoint/2010/main" val="3755594357"/>
      </p:ext>
    </p:extLst>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 name="직사각형 133">
            <a:extLst>
              <a:ext uri="{FF2B5EF4-FFF2-40B4-BE49-F238E27FC236}">
                <a16:creationId xmlns:a16="http://schemas.microsoft.com/office/drawing/2014/main" id="{48678D97-41E3-457A-8D17-13CAD24851D6}"/>
              </a:ext>
            </a:extLst>
          </p:cNvPr>
          <p:cNvSpPr/>
          <p:nvPr/>
        </p:nvSpPr>
        <p:spPr>
          <a:xfrm>
            <a:off x="2391134" y="3289709"/>
            <a:ext cx="3935785" cy="439841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135" name="그룹 134">
            <a:extLst>
              <a:ext uri="{FF2B5EF4-FFF2-40B4-BE49-F238E27FC236}">
                <a16:creationId xmlns:a16="http://schemas.microsoft.com/office/drawing/2014/main" id="{220FC6F9-3486-494B-ACD7-CCC7577388B9}"/>
              </a:ext>
            </a:extLst>
          </p:cNvPr>
          <p:cNvGrpSpPr/>
          <p:nvPr/>
        </p:nvGrpSpPr>
        <p:grpSpPr>
          <a:xfrm>
            <a:off x="2607860" y="3847470"/>
            <a:ext cx="517956" cy="248122"/>
            <a:chOff x="2681976" y="1955121"/>
            <a:chExt cx="1929510" cy="596970"/>
          </a:xfrm>
        </p:grpSpPr>
        <p:sp>
          <p:nvSpPr>
            <p:cNvPr id="136" name="Border">
              <a:extLst>
                <a:ext uri="{FF2B5EF4-FFF2-40B4-BE49-F238E27FC236}">
                  <a16:creationId xmlns:a16="http://schemas.microsoft.com/office/drawing/2014/main" id="{F5F8123C-5020-40EB-BB8B-B10F1D540BE6}"/>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7" name="Line 2">
              <a:extLst>
                <a:ext uri="{FF2B5EF4-FFF2-40B4-BE49-F238E27FC236}">
                  <a16:creationId xmlns:a16="http://schemas.microsoft.com/office/drawing/2014/main" id="{53838C6C-D8DA-4373-84ED-5025A618534F}"/>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8" name="Line 1">
              <a:extLst>
                <a:ext uri="{FF2B5EF4-FFF2-40B4-BE49-F238E27FC236}">
                  <a16:creationId xmlns:a16="http://schemas.microsoft.com/office/drawing/2014/main" id="{512A7E0C-EFCC-44F6-B3B0-2AC51BA2042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9" name="TextBox 138">
              <a:extLst>
                <a:ext uri="{FF2B5EF4-FFF2-40B4-BE49-F238E27FC236}">
                  <a16:creationId xmlns:a16="http://schemas.microsoft.com/office/drawing/2014/main" id="{DBE25AE5-1D3F-4DB5-B035-15DFF4C26594}"/>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40" name="직사각형 139">
            <a:extLst>
              <a:ext uri="{FF2B5EF4-FFF2-40B4-BE49-F238E27FC236}">
                <a16:creationId xmlns:a16="http://schemas.microsoft.com/office/drawing/2014/main" id="{7FF93421-6226-4F7B-BA63-F365DE0706A2}"/>
              </a:ext>
            </a:extLst>
          </p:cNvPr>
          <p:cNvSpPr/>
          <p:nvPr/>
        </p:nvSpPr>
        <p:spPr>
          <a:xfrm>
            <a:off x="3125815" y="3760104"/>
            <a:ext cx="3093515"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sp>
        <p:nvSpPr>
          <p:cNvPr id="141" name="TextBox 140">
            <a:extLst>
              <a:ext uri="{FF2B5EF4-FFF2-40B4-BE49-F238E27FC236}">
                <a16:creationId xmlns:a16="http://schemas.microsoft.com/office/drawing/2014/main" id="{29AD539E-9574-4216-938A-FA40CE609F29}"/>
              </a:ext>
            </a:extLst>
          </p:cNvPr>
          <p:cNvSpPr txBox="1"/>
          <p:nvPr/>
        </p:nvSpPr>
        <p:spPr>
          <a:xfrm>
            <a:off x="2511703" y="3388741"/>
            <a:ext cx="1072730"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상품 문의하기</a:t>
            </a:r>
            <a:endParaRPr lang="ko-KR" altLang="en-US" sz="900" dirty="0"/>
          </a:p>
        </p:txBody>
      </p:sp>
      <p:graphicFrame>
        <p:nvGraphicFramePr>
          <p:cNvPr id="142" name="표 17">
            <a:extLst>
              <a:ext uri="{FF2B5EF4-FFF2-40B4-BE49-F238E27FC236}">
                <a16:creationId xmlns:a16="http://schemas.microsoft.com/office/drawing/2014/main" id="{C2136942-397C-44AF-9EB8-A840A812DAAF}"/>
              </a:ext>
            </a:extLst>
          </p:cNvPr>
          <p:cNvGraphicFramePr>
            <a:graphicFrameLocks noGrp="1"/>
          </p:cNvGraphicFramePr>
          <p:nvPr>
            <p:extLst>
              <p:ext uri="{D42A27DB-BD31-4B8C-83A1-F6EECF244321}">
                <p14:modId xmlns:p14="http://schemas.microsoft.com/office/powerpoint/2010/main" val="3921001756"/>
              </p:ext>
            </p:extLst>
          </p:nvPr>
        </p:nvGraphicFramePr>
        <p:xfrm>
          <a:off x="2651302" y="4839429"/>
          <a:ext cx="3472494" cy="1974140"/>
        </p:xfrm>
        <a:graphic>
          <a:graphicData uri="http://schemas.openxmlformats.org/drawingml/2006/table">
            <a:tbl>
              <a:tblPr firstRow="1" bandRow="1">
                <a:tableStyleId>{5940675A-B579-460E-94D1-54222C63F5DA}</a:tableStyleId>
              </a:tblPr>
              <a:tblGrid>
                <a:gridCol w="721645">
                  <a:extLst>
                    <a:ext uri="{9D8B030D-6E8A-4147-A177-3AD203B41FA5}">
                      <a16:colId xmlns:a16="http://schemas.microsoft.com/office/drawing/2014/main" val="827257380"/>
                    </a:ext>
                  </a:extLst>
                </a:gridCol>
                <a:gridCol w="2750849">
                  <a:extLst>
                    <a:ext uri="{9D8B030D-6E8A-4147-A177-3AD203B41FA5}">
                      <a16:colId xmlns:a16="http://schemas.microsoft.com/office/drawing/2014/main" val="1855344563"/>
                    </a:ext>
                  </a:extLst>
                </a:gridCol>
              </a:tblGrid>
              <a:tr h="188330">
                <a:tc>
                  <a:txBody>
                    <a:bodyPr/>
                    <a:lstStyle/>
                    <a:p>
                      <a:pPr latinLnBrk="1"/>
                      <a:r>
                        <a:rPr lang="ko-KR" altLang="en-US" sz="800" dirty="0">
                          <a:solidFill>
                            <a:schemeClr val="tx1"/>
                          </a:solidFill>
                        </a:rPr>
                        <a:t>질문 제목</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1760780">
                <a:tc>
                  <a:txBody>
                    <a:bodyPr/>
                    <a:lstStyle/>
                    <a:p>
                      <a:pPr latinLnBrk="1"/>
                      <a:r>
                        <a:rPr lang="ko-KR" altLang="en-US" sz="800" dirty="0">
                          <a:solidFill>
                            <a:schemeClr val="tx1"/>
                          </a:solidFill>
                        </a:rPr>
                        <a:t>질문 내용</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bl>
          </a:graphicData>
        </a:graphic>
      </p:graphicFrame>
      <p:sp>
        <p:nvSpPr>
          <p:cNvPr id="143" name="TextBox 142">
            <a:extLst>
              <a:ext uri="{FF2B5EF4-FFF2-40B4-BE49-F238E27FC236}">
                <a16:creationId xmlns:a16="http://schemas.microsoft.com/office/drawing/2014/main" id="{A869BA48-204E-41B6-AB2F-28B5DAC9F063}"/>
              </a:ext>
            </a:extLst>
          </p:cNvPr>
          <p:cNvSpPr txBox="1"/>
          <p:nvPr/>
        </p:nvSpPr>
        <p:spPr>
          <a:xfrm>
            <a:off x="2544484" y="4321097"/>
            <a:ext cx="841897"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문의내용</a:t>
            </a:r>
            <a:r>
              <a:rPr lang="en-US" altLang="ko-KR" sz="900" dirty="0">
                <a:latin typeface="맑은 고딕" panose="020B0503020000020004" pitchFamily="50" charset="-127"/>
                <a:ea typeface="맑은 고딕" panose="020B0503020000020004" pitchFamily="50" charset="-127"/>
              </a:rPr>
              <a:t> </a:t>
            </a:r>
            <a:endParaRPr lang="ko-KR" altLang="en-US" sz="900" dirty="0"/>
          </a:p>
        </p:txBody>
      </p:sp>
      <p:sp>
        <p:nvSpPr>
          <p:cNvPr id="144" name="직사각형 143">
            <a:extLst>
              <a:ext uri="{FF2B5EF4-FFF2-40B4-BE49-F238E27FC236}">
                <a16:creationId xmlns:a16="http://schemas.microsoft.com/office/drawing/2014/main" id="{D77927F8-2BE1-4900-888C-443D372B81CE}"/>
              </a:ext>
            </a:extLst>
          </p:cNvPr>
          <p:cNvSpPr/>
          <p:nvPr/>
        </p:nvSpPr>
        <p:spPr>
          <a:xfrm>
            <a:off x="3412362" y="7043466"/>
            <a:ext cx="891615" cy="213360"/>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문의하기</a:t>
            </a:r>
            <a:endParaRPr lang="en-US" altLang="ko-KR" sz="800" dirty="0">
              <a:solidFill>
                <a:schemeClr val="bg1"/>
              </a:solidFill>
            </a:endParaRPr>
          </a:p>
        </p:txBody>
      </p:sp>
      <p:grpSp>
        <p:nvGrpSpPr>
          <p:cNvPr id="145" name="Image">
            <a:extLst>
              <a:ext uri="{FF2B5EF4-FFF2-40B4-BE49-F238E27FC236}">
                <a16:creationId xmlns:a16="http://schemas.microsoft.com/office/drawing/2014/main" id="{3BEB5C07-8BFC-48DF-9B3E-72143A65675D}"/>
              </a:ext>
            </a:extLst>
          </p:cNvPr>
          <p:cNvGrpSpPr>
            <a:grpSpLocks/>
          </p:cNvGrpSpPr>
          <p:nvPr/>
        </p:nvGrpSpPr>
        <p:grpSpPr bwMode="auto">
          <a:xfrm>
            <a:off x="6014614" y="3409776"/>
            <a:ext cx="204716" cy="209797"/>
            <a:chOff x="508000" y="1397000"/>
            <a:chExt cx="1008112" cy="1008112"/>
          </a:xfrm>
        </p:grpSpPr>
        <p:sp>
          <p:nvSpPr>
            <p:cNvPr id="146" name="Border">
              <a:extLst>
                <a:ext uri="{FF2B5EF4-FFF2-40B4-BE49-F238E27FC236}">
                  <a16:creationId xmlns:a16="http://schemas.microsoft.com/office/drawing/2014/main" id="{3352B494-1BB8-46E6-9EAD-A5ED28BEE8DD}"/>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7" name="Line 2">
              <a:extLst>
                <a:ext uri="{FF2B5EF4-FFF2-40B4-BE49-F238E27FC236}">
                  <a16:creationId xmlns:a16="http://schemas.microsoft.com/office/drawing/2014/main" id="{D82FAE0E-F512-4245-A72A-71FE692022C9}"/>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8" name="Line 1">
              <a:extLst>
                <a:ext uri="{FF2B5EF4-FFF2-40B4-BE49-F238E27FC236}">
                  <a16:creationId xmlns:a16="http://schemas.microsoft.com/office/drawing/2014/main" id="{D9B3F6DD-EB0D-430F-916B-5F3F6ADD7583}"/>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49" name="직사각형 148">
            <a:extLst>
              <a:ext uri="{FF2B5EF4-FFF2-40B4-BE49-F238E27FC236}">
                <a16:creationId xmlns:a16="http://schemas.microsoft.com/office/drawing/2014/main" id="{095FE38C-C61A-4D9B-9019-1BC79EE30F4B}"/>
              </a:ext>
            </a:extLst>
          </p:cNvPr>
          <p:cNvSpPr/>
          <p:nvPr/>
        </p:nvSpPr>
        <p:spPr>
          <a:xfrm>
            <a:off x="4410786" y="7043466"/>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150" name="직사각형 149">
            <a:extLst>
              <a:ext uri="{FF2B5EF4-FFF2-40B4-BE49-F238E27FC236}">
                <a16:creationId xmlns:a16="http://schemas.microsoft.com/office/drawing/2014/main" id="{D601AB47-9192-47C1-BBD2-39A67D898854}"/>
              </a:ext>
            </a:extLst>
          </p:cNvPr>
          <p:cNvSpPr/>
          <p:nvPr/>
        </p:nvSpPr>
        <p:spPr>
          <a:xfrm>
            <a:off x="3412362" y="4869192"/>
            <a:ext cx="2603896" cy="145854"/>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a:solidFill>
                  <a:schemeClr val="tx1">
                    <a:lumMod val="50000"/>
                    <a:lumOff val="50000"/>
                  </a:schemeClr>
                </a:solidFill>
              </a:rPr>
              <a:t>질문 제목입니다</a:t>
            </a:r>
            <a:endParaRPr lang="en-US" altLang="ko-KR" sz="800" dirty="0">
              <a:solidFill>
                <a:schemeClr val="tx1">
                  <a:lumMod val="50000"/>
                  <a:lumOff val="50000"/>
                </a:schemeClr>
              </a:solidFill>
            </a:endParaRPr>
          </a:p>
        </p:txBody>
      </p:sp>
      <p:sp>
        <p:nvSpPr>
          <p:cNvPr id="151" name="직사각형 150">
            <a:extLst>
              <a:ext uri="{FF2B5EF4-FFF2-40B4-BE49-F238E27FC236}">
                <a16:creationId xmlns:a16="http://schemas.microsoft.com/office/drawing/2014/main" id="{9D7D67E2-33BC-4953-9802-7BC95DEF4E87}"/>
              </a:ext>
            </a:extLst>
          </p:cNvPr>
          <p:cNvSpPr/>
          <p:nvPr/>
        </p:nvSpPr>
        <p:spPr>
          <a:xfrm>
            <a:off x="3412362" y="5089476"/>
            <a:ext cx="2603896" cy="1574331"/>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ko-KR" altLang="en-US" sz="800" dirty="0">
                <a:solidFill>
                  <a:schemeClr val="tx1">
                    <a:lumMod val="50000"/>
                    <a:lumOff val="50000"/>
                  </a:schemeClr>
                </a:solidFill>
              </a:rPr>
              <a:t>내용입니다</a:t>
            </a:r>
            <a:endParaRPr lang="en-US" altLang="ko-KR" sz="800" dirty="0">
              <a:solidFill>
                <a:schemeClr val="tx1">
                  <a:lumMod val="50000"/>
                  <a:lumOff val="50000"/>
                </a:schemeClr>
              </a:solidFill>
            </a:endParaRPr>
          </a:p>
        </p:txBody>
      </p:sp>
      <p:sp>
        <p:nvSpPr>
          <p:cNvPr id="152" name="TextBox 151">
            <a:extLst>
              <a:ext uri="{FF2B5EF4-FFF2-40B4-BE49-F238E27FC236}">
                <a16:creationId xmlns:a16="http://schemas.microsoft.com/office/drawing/2014/main" id="{F0E99411-34F2-4274-A633-13D47B1B1DF3}"/>
              </a:ext>
            </a:extLst>
          </p:cNvPr>
          <p:cNvSpPr txBox="1"/>
          <p:nvPr/>
        </p:nvSpPr>
        <p:spPr>
          <a:xfrm>
            <a:off x="2593274" y="4580612"/>
            <a:ext cx="3398687" cy="215444"/>
          </a:xfrm>
          <a:prstGeom prst="rect">
            <a:avLst/>
          </a:prstGeom>
          <a:noFill/>
        </p:spPr>
        <p:txBody>
          <a:bodyPr wrap="none" rtlCol="0">
            <a:spAutoFit/>
          </a:bodyPr>
          <a:lstStyle/>
          <a:p>
            <a:r>
              <a:rPr lang="ko-KR" altLang="en-US" sz="800" dirty="0">
                <a:latin typeface="맑은 고딕" panose="020B0503020000020004" pitchFamily="50" charset="-127"/>
                <a:ea typeface="맑은 고딕" panose="020B0503020000020004" pitchFamily="50" charset="-127"/>
              </a:rPr>
              <a:t>판매자에게 상품</a:t>
            </a:r>
            <a:r>
              <a:rPr lang="en-US" altLang="ko-KR" sz="800" dirty="0">
                <a:latin typeface="맑은 고딕" panose="020B0503020000020004" pitchFamily="50" charset="-127"/>
                <a:ea typeface="맑은 고딕" panose="020B0503020000020004" pitchFamily="50" charset="-127"/>
              </a:rPr>
              <a:t>, </a:t>
            </a:r>
            <a:r>
              <a:rPr lang="ko-KR" altLang="en-US" sz="800" dirty="0">
                <a:latin typeface="맑은 고딕" panose="020B0503020000020004" pitchFamily="50" charset="-127"/>
                <a:ea typeface="맑은 고딕" panose="020B0503020000020004" pitchFamily="50" charset="-127"/>
              </a:rPr>
              <a:t>배송</a:t>
            </a:r>
            <a:r>
              <a:rPr lang="en-US" altLang="ko-KR" sz="800" dirty="0">
                <a:latin typeface="맑은 고딕" panose="020B0503020000020004" pitchFamily="50" charset="-127"/>
                <a:ea typeface="맑은 고딕" panose="020B0503020000020004" pitchFamily="50" charset="-127"/>
              </a:rPr>
              <a:t>, </a:t>
            </a:r>
            <a:r>
              <a:rPr lang="ko-KR" altLang="en-US" sz="800" dirty="0">
                <a:latin typeface="맑은 고딕" panose="020B0503020000020004" pitchFamily="50" charset="-127"/>
                <a:ea typeface="맑은 고딕" panose="020B0503020000020004" pitchFamily="50" charset="-127"/>
              </a:rPr>
              <a:t>취소</a:t>
            </a:r>
            <a:r>
              <a:rPr lang="en-US" altLang="ko-KR" sz="800" dirty="0">
                <a:latin typeface="맑은 고딕" panose="020B0503020000020004" pitchFamily="50" charset="-127"/>
                <a:ea typeface="맑은 고딕" panose="020B0503020000020004" pitchFamily="50" charset="-127"/>
              </a:rPr>
              <a:t>, </a:t>
            </a:r>
            <a:r>
              <a:rPr lang="ko-KR" altLang="en-US" sz="800" dirty="0">
                <a:latin typeface="맑은 고딕" panose="020B0503020000020004" pitchFamily="50" charset="-127"/>
                <a:ea typeface="맑은 고딕" panose="020B0503020000020004" pitchFamily="50" charset="-127"/>
              </a:rPr>
              <a:t>교환</a:t>
            </a:r>
            <a:r>
              <a:rPr lang="en-US" altLang="ko-KR" sz="800" dirty="0">
                <a:latin typeface="맑은 고딕" panose="020B0503020000020004" pitchFamily="50" charset="-127"/>
                <a:ea typeface="맑은 고딕" panose="020B0503020000020004" pitchFamily="50" charset="-127"/>
              </a:rPr>
              <a:t>, </a:t>
            </a:r>
            <a:r>
              <a:rPr lang="ko-KR" altLang="en-US" sz="800" dirty="0">
                <a:latin typeface="맑은 고딕" panose="020B0503020000020004" pitchFamily="50" charset="-127"/>
                <a:ea typeface="맑은 고딕" panose="020B0503020000020004" pitchFamily="50" charset="-127"/>
              </a:rPr>
              <a:t>반품 등 궁금한 내용을 문의하세요</a:t>
            </a:r>
            <a:r>
              <a:rPr lang="en-US" altLang="ko-KR" sz="800" dirty="0">
                <a:latin typeface="맑은 고딕" panose="020B0503020000020004" pitchFamily="50" charset="-127"/>
                <a:ea typeface="맑은 고딕" panose="020B0503020000020004" pitchFamily="50" charset="-127"/>
              </a:rPr>
              <a:t>.</a:t>
            </a:r>
            <a:endParaRPr lang="ko-KR" altLang="en-US" sz="800" dirty="0"/>
          </a:p>
        </p:txBody>
      </p:sp>
      <p:sp>
        <p:nvSpPr>
          <p:cNvPr id="34" name="타원 33">
            <a:extLst>
              <a:ext uri="{FF2B5EF4-FFF2-40B4-BE49-F238E27FC236}">
                <a16:creationId xmlns:a16="http://schemas.microsoft.com/office/drawing/2014/main" id="{3091B47E-62CF-4297-8AF6-3E70004CF9AC}"/>
              </a:ext>
            </a:extLst>
          </p:cNvPr>
          <p:cNvSpPr/>
          <p:nvPr/>
        </p:nvSpPr>
        <p:spPr>
          <a:xfrm>
            <a:off x="7654972" y="4387541"/>
            <a:ext cx="1241378"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5" name="직선 화살표 연결선 34">
            <a:extLst>
              <a:ext uri="{FF2B5EF4-FFF2-40B4-BE49-F238E27FC236}">
                <a16:creationId xmlns:a16="http://schemas.microsoft.com/office/drawing/2014/main" id="{60AE5251-69BB-4C80-A7CA-BC74CFA9B3B2}"/>
              </a:ext>
            </a:extLst>
          </p:cNvPr>
          <p:cNvCxnSpPr>
            <a:cxnSpLocks/>
            <a:stCxn id="34" idx="2"/>
          </p:cNvCxnSpPr>
          <p:nvPr/>
        </p:nvCxnSpPr>
        <p:spPr>
          <a:xfrm flipH="1">
            <a:off x="6014614" y="4609353"/>
            <a:ext cx="1640358"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39A59C64-A3D8-452D-BFC7-09FA7DA3D13C}"/>
              </a:ext>
            </a:extLst>
          </p:cNvPr>
          <p:cNvSpPr txBox="1"/>
          <p:nvPr/>
        </p:nvSpPr>
        <p:spPr>
          <a:xfrm>
            <a:off x="8644358" y="4321097"/>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graphicFrame>
        <p:nvGraphicFramePr>
          <p:cNvPr id="24" name="표 23">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1080971382"/>
              </p:ext>
            </p:extLst>
          </p:nvPr>
        </p:nvGraphicFramePr>
        <p:xfrm>
          <a:off x="10171774" y="22159"/>
          <a:ext cx="1979018" cy="19060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RF-03-05-02-1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주문영역</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관리 </a:t>
                      </a:r>
                      <a:r>
                        <a:rPr lang="en-US" altLang="ko-KR" sz="800" dirty="0"/>
                        <a:t>&gt; </a:t>
                      </a:r>
                      <a:r>
                        <a:rPr lang="ko-KR" altLang="en-US" sz="800" dirty="0"/>
                        <a:t>주문 </a:t>
                      </a:r>
                      <a:r>
                        <a:rPr lang="en-US" altLang="ko-KR" sz="800" dirty="0"/>
                        <a:t>&gt;</a:t>
                      </a:r>
                      <a:r>
                        <a:rPr lang="en-US" altLang="ko-KR" sz="800" baseline="0" dirty="0"/>
                        <a:t> </a:t>
                      </a:r>
                      <a:r>
                        <a:rPr lang="ko-KR" altLang="en-US" sz="800" baseline="0" dirty="0"/>
                        <a:t>상품 문의하기</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버튼 클릭 시 상품 문의하기 화면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판매자에게</a:t>
                      </a:r>
                      <a:r>
                        <a:rPr lang="ko-KR" altLang="en-US" sz="800" b="0" dirty="0">
                          <a:solidFill>
                            <a:schemeClr val="tx1"/>
                          </a:solidFill>
                        </a:rPr>
                        <a:t> 상품에 관하여 문의 할 수 있는 화면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
        <p:nvSpPr>
          <p:cNvPr id="25" name="TextBox 24">
            <a:extLst>
              <a:ext uri="{FF2B5EF4-FFF2-40B4-BE49-F238E27FC236}">
                <a16:creationId xmlns:a16="http://schemas.microsoft.com/office/drawing/2014/main" id="{39A59C64-A3D8-452D-BFC7-09FA7DA3D13C}"/>
              </a:ext>
            </a:extLst>
          </p:cNvPr>
          <p:cNvSpPr txBox="1"/>
          <p:nvPr/>
        </p:nvSpPr>
        <p:spPr>
          <a:xfrm>
            <a:off x="2259711" y="3174293"/>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1109566854"/>
      </p:ext>
    </p:extLst>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0" name="Image">
            <a:extLst>
              <a:ext uri="{FF2B5EF4-FFF2-40B4-BE49-F238E27FC236}">
                <a16:creationId xmlns:a16="http://schemas.microsoft.com/office/drawing/2014/main" id="{B8C1A9A8-34FD-40F0-8CD4-74120A9BECC7}"/>
              </a:ext>
            </a:extLst>
          </p:cNvPr>
          <p:cNvGrpSpPr>
            <a:grpSpLocks/>
          </p:cNvGrpSpPr>
          <p:nvPr/>
        </p:nvGrpSpPr>
        <p:grpSpPr bwMode="auto">
          <a:xfrm>
            <a:off x="4191408" y="3992952"/>
            <a:ext cx="204716" cy="209797"/>
            <a:chOff x="508000" y="1397000"/>
            <a:chExt cx="1008112" cy="1008112"/>
          </a:xfrm>
        </p:grpSpPr>
        <p:sp>
          <p:nvSpPr>
            <p:cNvPr id="51" name="Border">
              <a:extLst>
                <a:ext uri="{FF2B5EF4-FFF2-40B4-BE49-F238E27FC236}">
                  <a16:creationId xmlns:a16="http://schemas.microsoft.com/office/drawing/2014/main" id="{A63E5B8B-31F6-4BBB-8E6C-C460C9E02D6A}"/>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2" name="Line 2">
              <a:extLst>
                <a:ext uri="{FF2B5EF4-FFF2-40B4-BE49-F238E27FC236}">
                  <a16:creationId xmlns:a16="http://schemas.microsoft.com/office/drawing/2014/main" id="{895704A0-8013-4B91-91E0-953FCA70EF04}"/>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3" name="Line 1">
              <a:extLst>
                <a:ext uri="{FF2B5EF4-FFF2-40B4-BE49-F238E27FC236}">
                  <a16:creationId xmlns:a16="http://schemas.microsoft.com/office/drawing/2014/main" id="{9EDBD880-C610-4C44-BF4E-AD963BB215DA}"/>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54" name="타원 53">
            <a:extLst>
              <a:ext uri="{FF2B5EF4-FFF2-40B4-BE49-F238E27FC236}">
                <a16:creationId xmlns:a16="http://schemas.microsoft.com/office/drawing/2014/main" id="{A3313140-F1AB-4CCF-887F-392174F9DA5A}"/>
              </a:ext>
            </a:extLst>
          </p:cNvPr>
          <p:cNvSpPr/>
          <p:nvPr/>
        </p:nvSpPr>
        <p:spPr>
          <a:xfrm>
            <a:off x="7927519" y="3270092"/>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 name="그룹 1">
            <a:extLst>
              <a:ext uri="{FF2B5EF4-FFF2-40B4-BE49-F238E27FC236}">
                <a16:creationId xmlns:a16="http://schemas.microsoft.com/office/drawing/2014/main" id="{9B1A4ED7-25D6-4B79-B094-5A91D9F049B0}"/>
              </a:ext>
            </a:extLst>
          </p:cNvPr>
          <p:cNvGrpSpPr/>
          <p:nvPr/>
        </p:nvGrpSpPr>
        <p:grpSpPr>
          <a:xfrm>
            <a:off x="979612" y="942132"/>
            <a:ext cx="3935785" cy="3120355"/>
            <a:chOff x="-4621742" y="308645"/>
            <a:chExt cx="3935785" cy="3120355"/>
          </a:xfrm>
        </p:grpSpPr>
        <p:sp>
          <p:nvSpPr>
            <p:cNvPr id="3" name="직사각형 2">
              <a:extLst>
                <a:ext uri="{FF2B5EF4-FFF2-40B4-BE49-F238E27FC236}">
                  <a16:creationId xmlns:a16="http://schemas.microsoft.com/office/drawing/2014/main" id="{2716B5CA-7A3E-43F5-9BA1-EF96194E7124}"/>
                </a:ext>
              </a:extLst>
            </p:cNvPr>
            <p:cNvSpPr/>
            <p:nvPr/>
          </p:nvSpPr>
          <p:spPr>
            <a:xfrm>
              <a:off x="-4621742" y="308645"/>
              <a:ext cx="3935785" cy="3120355"/>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4" name="TextBox 3">
              <a:extLst>
                <a:ext uri="{FF2B5EF4-FFF2-40B4-BE49-F238E27FC236}">
                  <a16:creationId xmlns:a16="http://schemas.microsoft.com/office/drawing/2014/main" id="{474B90BE-DA23-4F31-ACDD-9809946FEA0A}"/>
                </a:ext>
              </a:extLst>
            </p:cNvPr>
            <p:cNvSpPr txBox="1"/>
            <p:nvPr/>
          </p:nvSpPr>
          <p:spPr>
            <a:xfrm>
              <a:off x="-4518724" y="461211"/>
              <a:ext cx="103265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취소신청하기</a:t>
              </a:r>
              <a:endParaRPr lang="ko-KR" altLang="en-US" sz="900" dirty="0"/>
            </a:p>
          </p:txBody>
        </p:sp>
        <p:sp>
          <p:nvSpPr>
            <p:cNvPr id="5" name="직사각형 4">
              <a:extLst>
                <a:ext uri="{FF2B5EF4-FFF2-40B4-BE49-F238E27FC236}">
                  <a16:creationId xmlns:a16="http://schemas.microsoft.com/office/drawing/2014/main" id="{63B78CF1-9EE4-458D-B640-BDFE3CAFE9B5}"/>
                </a:ext>
              </a:extLst>
            </p:cNvPr>
            <p:cNvSpPr/>
            <p:nvPr/>
          </p:nvSpPr>
          <p:spPr>
            <a:xfrm>
              <a:off x="-3581841" y="2674828"/>
              <a:ext cx="891615" cy="213360"/>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취소신청</a:t>
              </a:r>
              <a:endParaRPr lang="en-US" altLang="ko-KR" sz="800" dirty="0">
                <a:solidFill>
                  <a:schemeClr val="bg1"/>
                </a:solidFill>
              </a:endParaRPr>
            </a:p>
          </p:txBody>
        </p:sp>
        <p:grpSp>
          <p:nvGrpSpPr>
            <p:cNvPr id="6" name="Image">
              <a:extLst>
                <a:ext uri="{FF2B5EF4-FFF2-40B4-BE49-F238E27FC236}">
                  <a16:creationId xmlns:a16="http://schemas.microsoft.com/office/drawing/2014/main" id="{A05EFA07-7986-4D99-B60F-B6E1337BF2CE}"/>
                </a:ext>
              </a:extLst>
            </p:cNvPr>
            <p:cNvGrpSpPr>
              <a:grpSpLocks/>
            </p:cNvGrpSpPr>
            <p:nvPr/>
          </p:nvGrpSpPr>
          <p:grpSpPr bwMode="auto">
            <a:xfrm>
              <a:off x="-998262" y="428712"/>
              <a:ext cx="204716" cy="209797"/>
              <a:chOff x="508000" y="1397000"/>
              <a:chExt cx="1008112" cy="1008112"/>
            </a:xfrm>
          </p:grpSpPr>
          <p:sp>
            <p:nvSpPr>
              <p:cNvPr id="12" name="Border">
                <a:extLst>
                  <a:ext uri="{FF2B5EF4-FFF2-40B4-BE49-F238E27FC236}">
                    <a16:creationId xmlns:a16="http://schemas.microsoft.com/office/drawing/2014/main" id="{A1827CC4-8CB9-4F63-AEDC-F953142EA03E}"/>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 name="Line 2">
                <a:extLst>
                  <a:ext uri="{FF2B5EF4-FFF2-40B4-BE49-F238E27FC236}">
                    <a16:creationId xmlns:a16="http://schemas.microsoft.com/office/drawing/2014/main" id="{117F02A0-AA0A-4AF9-82AC-9D97692FC642}"/>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4" name="Line 1">
                <a:extLst>
                  <a:ext uri="{FF2B5EF4-FFF2-40B4-BE49-F238E27FC236}">
                    <a16:creationId xmlns:a16="http://schemas.microsoft.com/office/drawing/2014/main" id="{F1B8EE69-A088-434F-A96B-190C4C1D125D}"/>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7" name="직사각형 6">
              <a:extLst>
                <a:ext uri="{FF2B5EF4-FFF2-40B4-BE49-F238E27FC236}">
                  <a16:creationId xmlns:a16="http://schemas.microsoft.com/office/drawing/2014/main" id="{153AB22E-2285-44C6-A130-1085DEEB6A0F}"/>
                </a:ext>
              </a:extLst>
            </p:cNvPr>
            <p:cNvSpPr/>
            <p:nvPr/>
          </p:nvSpPr>
          <p:spPr>
            <a:xfrm>
              <a:off x="-2583417" y="2674828"/>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11" name="TextBox 10">
              <a:extLst>
                <a:ext uri="{FF2B5EF4-FFF2-40B4-BE49-F238E27FC236}">
                  <a16:creationId xmlns:a16="http://schemas.microsoft.com/office/drawing/2014/main" id="{C7AD0228-9FB0-43AA-82D1-17DD49BF37FE}"/>
                </a:ext>
              </a:extLst>
            </p:cNvPr>
            <p:cNvSpPr txBox="1"/>
            <p:nvPr/>
          </p:nvSpPr>
          <p:spPr>
            <a:xfrm>
              <a:off x="-4381765" y="833345"/>
              <a:ext cx="646331" cy="230832"/>
            </a:xfrm>
            <a:prstGeom prst="rect">
              <a:avLst/>
            </a:prstGeom>
            <a:noFill/>
          </p:spPr>
          <p:txBody>
            <a:bodyPr wrap="none" rtlCol="0">
              <a:spAutoFit/>
            </a:bodyPr>
            <a:lstStyle/>
            <a:p>
              <a:r>
                <a:rPr lang="ko-KR" altLang="en-US" sz="900" dirty="0"/>
                <a:t>주문상품</a:t>
              </a:r>
            </a:p>
          </p:txBody>
        </p:sp>
        <p:grpSp>
          <p:nvGrpSpPr>
            <p:cNvPr id="28" name="그룹 27">
              <a:extLst>
                <a:ext uri="{FF2B5EF4-FFF2-40B4-BE49-F238E27FC236}">
                  <a16:creationId xmlns:a16="http://schemas.microsoft.com/office/drawing/2014/main" id="{7F03EEA9-568F-481C-B799-AC932EC99E47}"/>
                </a:ext>
              </a:extLst>
            </p:cNvPr>
            <p:cNvGrpSpPr/>
            <p:nvPr/>
          </p:nvGrpSpPr>
          <p:grpSpPr>
            <a:xfrm>
              <a:off x="-4344551" y="1159700"/>
              <a:ext cx="689346" cy="440906"/>
              <a:chOff x="2843808" y="1955121"/>
              <a:chExt cx="1674813" cy="596970"/>
            </a:xfrm>
            <a:solidFill>
              <a:schemeClr val="bg1">
                <a:lumMod val="95000"/>
              </a:schemeClr>
            </a:solidFill>
          </p:grpSpPr>
          <p:sp>
            <p:nvSpPr>
              <p:cNvPr id="29" name="Border">
                <a:extLst>
                  <a:ext uri="{FF2B5EF4-FFF2-40B4-BE49-F238E27FC236}">
                    <a16:creationId xmlns:a16="http://schemas.microsoft.com/office/drawing/2014/main" id="{92848CFB-A1BF-40B6-8901-2A5CD544367B}"/>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0" name="Line 2">
                <a:extLst>
                  <a:ext uri="{FF2B5EF4-FFF2-40B4-BE49-F238E27FC236}">
                    <a16:creationId xmlns:a16="http://schemas.microsoft.com/office/drawing/2014/main" id="{5F16D10A-33FC-4A5E-A772-7F0AF9A904F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1" name="Line 1">
                <a:extLst>
                  <a:ext uri="{FF2B5EF4-FFF2-40B4-BE49-F238E27FC236}">
                    <a16:creationId xmlns:a16="http://schemas.microsoft.com/office/drawing/2014/main" id="{CCA653D3-8714-49DB-921F-CA7BBE7181A3}"/>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2" name="TextBox 31">
                <a:extLst>
                  <a:ext uri="{FF2B5EF4-FFF2-40B4-BE49-F238E27FC236}">
                    <a16:creationId xmlns:a16="http://schemas.microsoft.com/office/drawing/2014/main" id="{7AF7D1DA-E2F4-45F7-83FC-55779B675CB3}"/>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33" name="직사각형 32">
              <a:extLst>
                <a:ext uri="{FF2B5EF4-FFF2-40B4-BE49-F238E27FC236}">
                  <a16:creationId xmlns:a16="http://schemas.microsoft.com/office/drawing/2014/main" id="{EE59B1BE-60B7-41F6-9935-05C5798BCAF9}"/>
                </a:ext>
              </a:extLst>
            </p:cNvPr>
            <p:cNvSpPr/>
            <p:nvPr/>
          </p:nvSpPr>
          <p:spPr>
            <a:xfrm>
              <a:off x="-3634122" y="1159700"/>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09" name="TextBox 108">
              <a:extLst>
                <a:ext uri="{FF2B5EF4-FFF2-40B4-BE49-F238E27FC236}">
                  <a16:creationId xmlns:a16="http://schemas.microsoft.com/office/drawing/2014/main" id="{F6807E25-D592-4A47-B259-E01FBB76C3B4}"/>
                </a:ext>
              </a:extLst>
            </p:cNvPr>
            <p:cNvSpPr txBox="1"/>
            <p:nvPr/>
          </p:nvSpPr>
          <p:spPr>
            <a:xfrm>
              <a:off x="-4381765" y="1795849"/>
              <a:ext cx="646331" cy="230832"/>
            </a:xfrm>
            <a:prstGeom prst="rect">
              <a:avLst/>
            </a:prstGeom>
            <a:noFill/>
          </p:spPr>
          <p:txBody>
            <a:bodyPr wrap="none" rtlCol="0">
              <a:spAutoFit/>
            </a:bodyPr>
            <a:lstStyle/>
            <a:p>
              <a:r>
                <a:rPr lang="ko-KR" altLang="en-US" sz="900" dirty="0"/>
                <a:t>취소사유</a:t>
              </a:r>
            </a:p>
          </p:txBody>
        </p:sp>
        <p:sp>
          <p:nvSpPr>
            <p:cNvPr id="110" name="직사각형 109">
              <a:extLst>
                <a:ext uri="{FF2B5EF4-FFF2-40B4-BE49-F238E27FC236}">
                  <a16:creationId xmlns:a16="http://schemas.microsoft.com/office/drawing/2014/main" id="{2D48900E-32A0-401A-8D7B-E9D68195FDD0}"/>
                </a:ext>
              </a:extLst>
            </p:cNvPr>
            <p:cNvSpPr/>
            <p:nvPr/>
          </p:nvSpPr>
          <p:spPr>
            <a:xfrm>
              <a:off x="-4345601" y="2079075"/>
              <a:ext cx="3471371" cy="250173"/>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solidFill>
                </a:rPr>
                <a:t>단순변심</a:t>
              </a:r>
              <a:r>
                <a:rPr lang="ko-KR" altLang="en-US" sz="800" dirty="0">
                  <a:solidFill>
                    <a:schemeClr val="tx1"/>
                  </a:solidFill>
                </a:rPr>
                <a:t>                                                                          ▼</a:t>
              </a:r>
              <a:endParaRPr lang="en-US" altLang="ko-KR" sz="800" dirty="0">
                <a:solidFill>
                  <a:schemeClr val="tx1"/>
                </a:solidFill>
              </a:endParaRPr>
            </a:p>
          </p:txBody>
        </p:sp>
      </p:grpSp>
      <p:sp>
        <p:nvSpPr>
          <p:cNvPr id="111" name="직사각형 110">
            <a:extLst>
              <a:ext uri="{FF2B5EF4-FFF2-40B4-BE49-F238E27FC236}">
                <a16:creationId xmlns:a16="http://schemas.microsoft.com/office/drawing/2014/main" id="{1CA43ABC-C263-43EA-AAA1-4C5D16D6EA15}"/>
              </a:ext>
            </a:extLst>
          </p:cNvPr>
          <p:cNvSpPr/>
          <p:nvPr/>
        </p:nvSpPr>
        <p:spPr>
          <a:xfrm>
            <a:off x="979612" y="4522121"/>
            <a:ext cx="3935785" cy="3894104"/>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114" name="TextBox 113">
            <a:extLst>
              <a:ext uri="{FF2B5EF4-FFF2-40B4-BE49-F238E27FC236}">
                <a16:creationId xmlns:a16="http://schemas.microsoft.com/office/drawing/2014/main" id="{EFCE456C-A036-4F71-8CDE-4CF5775374E6}"/>
              </a:ext>
            </a:extLst>
          </p:cNvPr>
          <p:cNvSpPr txBox="1"/>
          <p:nvPr/>
        </p:nvSpPr>
        <p:spPr>
          <a:xfrm>
            <a:off x="1082630" y="4674687"/>
            <a:ext cx="103265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취소신청하기</a:t>
            </a:r>
            <a:endParaRPr lang="ko-KR" altLang="en-US" sz="900" dirty="0"/>
          </a:p>
        </p:txBody>
      </p:sp>
      <p:sp>
        <p:nvSpPr>
          <p:cNvPr id="115" name="직사각형 114">
            <a:extLst>
              <a:ext uri="{FF2B5EF4-FFF2-40B4-BE49-F238E27FC236}">
                <a16:creationId xmlns:a16="http://schemas.microsoft.com/office/drawing/2014/main" id="{FF72C17E-333A-4523-8E33-9B7B941F96AF}"/>
              </a:ext>
            </a:extLst>
          </p:cNvPr>
          <p:cNvSpPr/>
          <p:nvPr/>
        </p:nvSpPr>
        <p:spPr>
          <a:xfrm>
            <a:off x="2093254" y="7974657"/>
            <a:ext cx="891615" cy="213360"/>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취소신청</a:t>
            </a:r>
            <a:endParaRPr lang="en-US" altLang="ko-KR" sz="800" dirty="0">
              <a:solidFill>
                <a:schemeClr val="bg1"/>
              </a:solidFill>
            </a:endParaRPr>
          </a:p>
        </p:txBody>
      </p:sp>
      <p:grpSp>
        <p:nvGrpSpPr>
          <p:cNvPr id="116" name="Image">
            <a:extLst>
              <a:ext uri="{FF2B5EF4-FFF2-40B4-BE49-F238E27FC236}">
                <a16:creationId xmlns:a16="http://schemas.microsoft.com/office/drawing/2014/main" id="{5BA48398-417A-464C-8ABC-B52EF395C728}"/>
              </a:ext>
            </a:extLst>
          </p:cNvPr>
          <p:cNvGrpSpPr>
            <a:grpSpLocks/>
          </p:cNvGrpSpPr>
          <p:nvPr/>
        </p:nvGrpSpPr>
        <p:grpSpPr bwMode="auto">
          <a:xfrm>
            <a:off x="4603092" y="4642188"/>
            <a:ext cx="204716" cy="209797"/>
            <a:chOff x="508000" y="1397000"/>
            <a:chExt cx="1008112" cy="1008112"/>
          </a:xfrm>
        </p:grpSpPr>
        <p:sp>
          <p:nvSpPr>
            <p:cNvPr id="117" name="Border">
              <a:extLst>
                <a:ext uri="{FF2B5EF4-FFF2-40B4-BE49-F238E27FC236}">
                  <a16:creationId xmlns:a16="http://schemas.microsoft.com/office/drawing/2014/main" id="{652534A6-4387-49A8-B709-64540F622240}"/>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8" name="Line 2">
              <a:extLst>
                <a:ext uri="{FF2B5EF4-FFF2-40B4-BE49-F238E27FC236}">
                  <a16:creationId xmlns:a16="http://schemas.microsoft.com/office/drawing/2014/main" id="{9EC67E51-3413-4E56-893A-17FE6B27E736}"/>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9" name="Line 1">
              <a:extLst>
                <a:ext uri="{FF2B5EF4-FFF2-40B4-BE49-F238E27FC236}">
                  <a16:creationId xmlns:a16="http://schemas.microsoft.com/office/drawing/2014/main" id="{A88CD9A5-0F91-4760-958B-B3EE572D3D44}"/>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20" name="직사각형 119">
            <a:extLst>
              <a:ext uri="{FF2B5EF4-FFF2-40B4-BE49-F238E27FC236}">
                <a16:creationId xmlns:a16="http://schemas.microsoft.com/office/drawing/2014/main" id="{ACF149AC-3B14-4221-AEC5-3A81798E7D03}"/>
              </a:ext>
            </a:extLst>
          </p:cNvPr>
          <p:cNvSpPr/>
          <p:nvPr/>
        </p:nvSpPr>
        <p:spPr>
          <a:xfrm>
            <a:off x="3091678" y="7974657"/>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121" name="TextBox 120">
            <a:extLst>
              <a:ext uri="{FF2B5EF4-FFF2-40B4-BE49-F238E27FC236}">
                <a16:creationId xmlns:a16="http://schemas.microsoft.com/office/drawing/2014/main" id="{B66C7A60-B6C3-495A-B448-88E046917676}"/>
              </a:ext>
            </a:extLst>
          </p:cNvPr>
          <p:cNvSpPr txBox="1"/>
          <p:nvPr/>
        </p:nvSpPr>
        <p:spPr>
          <a:xfrm>
            <a:off x="1255754" y="6701007"/>
            <a:ext cx="646331" cy="230832"/>
          </a:xfrm>
          <a:prstGeom prst="rect">
            <a:avLst/>
          </a:prstGeom>
          <a:noFill/>
        </p:spPr>
        <p:txBody>
          <a:bodyPr wrap="none" rtlCol="0">
            <a:spAutoFit/>
          </a:bodyPr>
          <a:lstStyle/>
          <a:p>
            <a:r>
              <a:rPr lang="ko-KR" altLang="en-US" sz="900" dirty="0"/>
              <a:t>기타내용</a:t>
            </a:r>
          </a:p>
        </p:txBody>
      </p:sp>
      <p:sp>
        <p:nvSpPr>
          <p:cNvPr id="122" name="TextBox 121">
            <a:extLst>
              <a:ext uri="{FF2B5EF4-FFF2-40B4-BE49-F238E27FC236}">
                <a16:creationId xmlns:a16="http://schemas.microsoft.com/office/drawing/2014/main" id="{0C1F7BB9-3560-4301-BABD-E9CE689D6DED}"/>
              </a:ext>
            </a:extLst>
          </p:cNvPr>
          <p:cNvSpPr txBox="1"/>
          <p:nvPr/>
        </p:nvSpPr>
        <p:spPr>
          <a:xfrm>
            <a:off x="1219589" y="5046821"/>
            <a:ext cx="646331" cy="230832"/>
          </a:xfrm>
          <a:prstGeom prst="rect">
            <a:avLst/>
          </a:prstGeom>
          <a:noFill/>
        </p:spPr>
        <p:txBody>
          <a:bodyPr wrap="none" rtlCol="0">
            <a:spAutoFit/>
          </a:bodyPr>
          <a:lstStyle/>
          <a:p>
            <a:r>
              <a:rPr lang="ko-KR" altLang="en-US" sz="900" dirty="0"/>
              <a:t>주문상품</a:t>
            </a:r>
          </a:p>
        </p:txBody>
      </p:sp>
      <p:grpSp>
        <p:nvGrpSpPr>
          <p:cNvPr id="123" name="그룹 122">
            <a:extLst>
              <a:ext uri="{FF2B5EF4-FFF2-40B4-BE49-F238E27FC236}">
                <a16:creationId xmlns:a16="http://schemas.microsoft.com/office/drawing/2014/main" id="{BE84331C-BD1F-4FAE-8A65-7CD9542BA635}"/>
              </a:ext>
            </a:extLst>
          </p:cNvPr>
          <p:cNvGrpSpPr/>
          <p:nvPr/>
        </p:nvGrpSpPr>
        <p:grpSpPr>
          <a:xfrm>
            <a:off x="1256803" y="5373176"/>
            <a:ext cx="689346" cy="440906"/>
            <a:chOff x="2843808" y="1955121"/>
            <a:chExt cx="1674813" cy="596970"/>
          </a:xfrm>
          <a:solidFill>
            <a:schemeClr val="bg1">
              <a:lumMod val="95000"/>
            </a:schemeClr>
          </a:solidFill>
        </p:grpSpPr>
        <p:sp>
          <p:nvSpPr>
            <p:cNvPr id="124" name="Border">
              <a:extLst>
                <a:ext uri="{FF2B5EF4-FFF2-40B4-BE49-F238E27FC236}">
                  <a16:creationId xmlns:a16="http://schemas.microsoft.com/office/drawing/2014/main" id="{BA7AEBF9-FBFA-4181-AF3F-F447B5F1A183}"/>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5" name="Line 2">
              <a:extLst>
                <a:ext uri="{FF2B5EF4-FFF2-40B4-BE49-F238E27FC236}">
                  <a16:creationId xmlns:a16="http://schemas.microsoft.com/office/drawing/2014/main" id="{B42B014B-1927-4EB5-911F-8BC3D81B05E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6" name="Line 1">
              <a:extLst>
                <a:ext uri="{FF2B5EF4-FFF2-40B4-BE49-F238E27FC236}">
                  <a16:creationId xmlns:a16="http://schemas.microsoft.com/office/drawing/2014/main" id="{918BF88B-8B26-4A92-A115-4D0628E9B439}"/>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7" name="TextBox 126">
              <a:extLst>
                <a:ext uri="{FF2B5EF4-FFF2-40B4-BE49-F238E27FC236}">
                  <a16:creationId xmlns:a16="http://schemas.microsoft.com/office/drawing/2014/main" id="{A5DE2C63-F5BC-49E8-9882-815709A5090A}"/>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28" name="직사각형 127">
            <a:extLst>
              <a:ext uri="{FF2B5EF4-FFF2-40B4-BE49-F238E27FC236}">
                <a16:creationId xmlns:a16="http://schemas.microsoft.com/office/drawing/2014/main" id="{992E5177-74CF-4B3F-8217-E2C92472A393}"/>
              </a:ext>
            </a:extLst>
          </p:cNvPr>
          <p:cNvSpPr/>
          <p:nvPr/>
        </p:nvSpPr>
        <p:spPr>
          <a:xfrm>
            <a:off x="1967232" y="5373176"/>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29" name="직사각형 128">
            <a:extLst>
              <a:ext uri="{FF2B5EF4-FFF2-40B4-BE49-F238E27FC236}">
                <a16:creationId xmlns:a16="http://schemas.microsoft.com/office/drawing/2014/main" id="{365D6243-1987-45BB-96D8-6AE844F6DC8B}"/>
              </a:ext>
            </a:extLst>
          </p:cNvPr>
          <p:cNvSpPr/>
          <p:nvPr/>
        </p:nvSpPr>
        <p:spPr>
          <a:xfrm>
            <a:off x="1255754" y="6990600"/>
            <a:ext cx="3471372" cy="804306"/>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ko-KR" altLang="en-US" sz="800" dirty="0">
                <a:solidFill>
                  <a:schemeClr val="bg1">
                    <a:lumMod val="65000"/>
                  </a:schemeClr>
                </a:solidFill>
              </a:rPr>
              <a:t>기타 내용을 입력해 주세요 </a:t>
            </a:r>
          </a:p>
        </p:txBody>
      </p:sp>
      <p:sp>
        <p:nvSpPr>
          <p:cNvPr id="130" name="TextBox 129">
            <a:extLst>
              <a:ext uri="{FF2B5EF4-FFF2-40B4-BE49-F238E27FC236}">
                <a16:creationId xmlns:a16="http://schemas.microsoft.com/office/drawing/2014/main" id="{609627D6-59EC-4D4D-B580-539BE3795CD5}"/>
              </a:ext>
            </a:extLst>
          </p:cNvPr>
          <p:cNvSpPr txBox="1"/>
          <p:nvPr/>
        </p:nvSpPr>
        <p:spPr>
          <a:xfrm>
            <a:off x="1219589" y="6009325"/>
            <a:ext cx="646331" cy="230832"/>
          </a:xfrm>
          <a:prstGeom prst="rect">
            <a:avLst/>
          </a:prstGeom>
          <a:noFill/>
        </p:spPr>
        <p:txBody>
          <a:bodyPr wrap="none" rtlCol="0">
            <a:spAutoFit/>
          </a:bodyPr>
          <a:lstStyle/>
          <a:p>
            <a:r>
              <a:rPr lang="ko-KR" altLang="en-US" sz="900" dirty="0"/>
              <a:t>취소사유</a:t>
            </a:r>
          </a:p>
        </p:txBody>
      </p:sp>
      <p:sp>
        <p:nvSpPr>
          <p:cNvPr id="131" name="직사각형 130">
            <a:extLst>
              <a:ext uri="{FF2B5EF4-FFF2-40B4-BE49-F238E27FC236}">
                <a16:creationId xmlns:a16="http://schemas.microsoft.com/office/drawing/2014/main" id="{F2E197D0-3588-4F65-8A7A-D2EB50F2558E}"/>
              </a:ext>
            </a:extLst>
          </p:cNvPr>
          <p:cNvSpPr/>
          <p:nvPr/>
        </p:nvSpPr>
        <p:spPr>
          <a:xfrm>
            <a:off x="1255753" y="6292551"/>
            <a:ext cx="3471371" cy="250173"/>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기타                                                                               ▼</a:t>
            </a:r>
            <a:endParaRPr lang="en-US" altLang="ko-KR" sz="800" dirty="0">
              <a:solidFill>
                <a:schemeClr val="tx1"/>
              </a:solidFill>
            </a:endParaRPr>
          </a:p>
        </p:txBody>
      </p:sp>
      <p:cxnSp>
        <p:nvCxnSpPr>
          <p:cNvPr id="55" name="직선 화살표 연결선 54">
            <a:extLst>
              <a:ext uri="{FF2B5EF4-FFF2-40B4-BE49-F238E27FC236}">
                <a16:creationId xmlns:a16="http://schemas.microsoft.com/office/drawing/2014/main" id="{4066E19B-3303-40DE-9227-EFCFE3DDCED5}"/>
              </a:ext>
            </a:extLst>
          </p:cNvPr>
          <p:cNvCxnSpPr>
            <a:cxnSpLocks/>
            <a:stCxn id="54" idx="2"/>
          </p:cNvCxnSpPr>
          <p:nvPr/>
        </p:nvCxnSpPr>
        <p:spPr>
          <a:xfrm flipH="1" flipV="1">
            <a:off x="4603093" y="2429338"/>
            <a:ext cx="3324426" cy="1062566"/>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61" name="타원 160">
            <a:extLst>
              <a:ext uri="{FF2B5EF4-FFF2-40B4-BE49-F238E27FC236}">
                <a16:creationId xmlns:a16="http://schemas.microsoft.com/office/drawing/2014/main" id="{071A061E-D953-4E23-9BB8-D40145A793C4}"/>
              </a:ext>
            </a:extLst>
          </p:cNvPr>
          <p:cNvSpPr/>
          <p:nvPr/>
        </p:nvSpPr>
        <p:spPr>
          <a:xfrm>
            <a:off x="1087554" y="6181942"/>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2" name="직선 화살표 연결선 161">
            <a:extLst>
              <a:ext uri="{FF2B5EF4-FFF2-40B4-BE49-F238E27FC236}">
                <a16:creationId xmlns:a16="http://schemas.microsoft.com/office/drawing/2014/main" id="{D0A72B7A-E5C5-4FA1-BCFB-BE6A5DDB5BDA}"/>
              </a:ext>
            </a:extLst>
          </p:cNvPr>
          <p:cNvCxnSpPr>
            <a:cxnSpLocks/>
          </p:cNvCxnSpPr>
          <p:nvPr/>
        </p:nvCxnSpPr>
        <p:spPr>
          <a:xfrm flipH="1">
            <a:off x="1570703" y="6625566"/>
            <a:ext cx="1" cy="617027"/>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63" name="타원 162">
            <a:extLst>
              <a:ext uri="{FF2B5EF4-FFF2-40B4-BE49-F238E27FC236}">
                <a16:creationId xmlns:a16="http://schemas.microsoft.com/office/drawing/2014/main" id="{A09DA55F-D204-4316-8D4D-621F6CC3E60A}"/>
              </a:ext>
            </a:extLst>
          </p:cNvPr>
          <p:cNvSpPr/>
          <p:nvPr/>
        </p:nvSpPr>
        <p:spPr>
          <a:xfrm>
            <a:off x="1067480" y="2610979"/>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4" name="직선 화살표 연결선 163">
            <a:extLst>
              <a:ext uri="{FF2B5EF4-FFF2-40B4-BE49-F238E27FC236}">
                <a16:creationId xmlns:a16="http://schemas.microsoft.com/office/drawing/2014/main" id="{E4101F62-8761-4DF5-BD10-5E4219F79EE0}"/>
              </a:ext>
            </a:extLst>
          </p:cNvPr>
          <p:cNvCxnSpPr>
            <a:cxnSpLocks/>
          </p:cNvCxnSpPr>
          <p:nvPr/>
        </p:nvCxnSpPr>
        <p:spPr>
          <a:xfrm flipH="1">
            <a:off x="1550630" y="3054603"/>
            <a:ext cx="1" cy="3059558"/>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65" name="TextBox 164">
            <a:extLst>
              <a:ext uri="{FF2B5EF4-FFF2-40B4-BE49-F238E27FC236}">
                <a16:creationId xmlns:a16="http://schemas.microsoft.com/office/drawing/2014/main" id="{3B92474A-24C1-46A1-B904-5C4593C7187C}"/>
              </a:ext>
            </a:extLst>
          </p:cNvPr>
          <p:cNvSpPr txBox="1"/>
          <p:nvPr/>
        </p:nvSpPr>
        <p:spPr>
          <a:xfrm>
            <a:off x="8808454" y="3521675"/>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166" name="TextBox 165">
            <a:extLst>
              <a:ext uri="{FF2B5EF4-FFF2-40B4-BE49-F238E27FC236}">
                <a16:creationId xmlns:a16="http://schemas.microsoft.com/office/drawing/2014/main" id="{E37D2DA0-C8E5-4413-AB30-E88627A9C50B}"/>
              </a:ext>
            </a:extLst>
          </p:cNvPr>
          <p:cNvSpPr txBox="1"/>
          <p:nvPr/>
        </p:nvSpPr>
        <p:spPr>
          <a:xfrm>
            <a:off x="855217" y="853167"/>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167" name="TextBox 166">
            <a:extLst>
              <a:ext uri="{FF2B5EF4-FFF2-40B4-BE49-F238E27FC236}">
                <a16:creationId xmlns:a16="http://schemas.microsoft.com/office/drawing/2014/main" id="{3ABF9C04-40D5-4074-A50D-2E7492831308}"/>
              </a:ext>
            </a:extLst>
          </p:cNvPr>
          <p:cNvSpPr txBox="1"/>
          <p:nvPr/>
        </p:nvSpPr>
        <p:spPr>
          <a:xfrm>
            <a:off x="1107209" y="6886942"/>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graphicFrame>
        <p:nvGraphicFramePr>
          <p:cNvPr id="56" name="표 55">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1753310130"/>
              </p:ext>
            </p:extLst>
          </p:nvPr>
        </p:nvGraphicFramePr>
        <p:xfrm>
          <a:off x="10171774" y="22159"/>
          <a:ext cx="1979018" cy="23632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RF-03-05-02-2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주문영역</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관리 </a:t>
                      </a:r>
                      <a:r>
                        <a:rPr lang="en-US" altLang="ko-KR" sz="800" dirty="0"/>
                        <a:t>&gt; </a:t>
                      </a:r>
                      <a:r>
                        <a:rPr lang="ko-KR" altLang="en-US" sz="800" dirty="0"/>
                        <a:t>주문 </a:t>
                      </a:r>
                      <a:r>
                        <a:rPr lang="en-US" altLang="ko-KR" sz="800" dirty="0"/>
                        <a:t>&gt;</a:t>
                      </a:r>
                      <a:r>
                        <a:rPr lang="en-US" altLang="ko-KR" sz="800" baseline="0" dirty="0"/>
                        <a:t> </a:t>
                      </a:r>
                      <a:r>
                        <a:rPr lang="ko-KR" altLang="en-US" sz="800" baseline="0" dirty="0"/>
                        <a:t>취소 신청하기</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버튼 클릭 시 취소신청하기 화면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주문 취소를</a:t>
                      </a:r>
                      <a:r>
                        <a:rPr lang="ko-KR" altLang="en-US" sz="800" b="0" baseline="0" dirty="0">
                          <a:solidFill>
                            <a:schemeClr val="tx1"/>
                          </a:solidFill>
                        </a:rPr>
                        <a:t> 신청할 수 있는 화면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취소사유가 기타일 경우 사유를 입력할 수 있는 입력 영역이 표시된다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bl>
          </a:graphicData>
        </a:graphic>
      </p:graphicFrame>
    </p:spTree>
    <p:extLst>
      <p:ext uri="{BB962C8B-B14F-4D97-AF65-F5344CB8AC3E}">
        <p14:creationId xmlns:p14="http://schemas.microsoft.com/office/powerpoint/2010/main" val="889174412"/>
      </p:ext>
    </p:extLst>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타원 58">
            <a:extLst>
              <a:ext uri="{FF2B5EF4-FFF2-40B4-BE49-F238E27FC236}">
                <a16:creationId xmlns:a16="http://schemas.microsoft.com/office/drawing/2014/main" id="{724C2B27-0185-44DE-BD4F-0EA1FC34D518}"/>
              </a:ext>
            </a:extLst>
          </p:cNvPr>
          <p:cNvSpPr/>
          <p:nvPr/>
        </p:nvSpPr>
        <p:spPr>
          <a:xfrm>
            <a:off x="7960928" y="5390715"/>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 name="그룹 1">
            <a:extLst>
              <a:ext uri="{FF2B5EF4-FFF2-40B4-BE49-F238E27FC236}">
                <a16:creationId xmlns:a16="http://schemas.microsoft.com/office/drawing/2014/main" id="{17EFD9FE-D7ED-4568-B888-21ECD892B38C}"/>
              </a:ext>
            </a:extLst>
          </p:cNvPr>
          <p:cNvGrpSpPr/>
          <p:nvPr/>
        </p:nvGrpSpPr>
        <p:grpSpPr>
          <a:xfrm>
            <a:off x="4937350" y="541720"/>
            <a:ext cx="3935785" cy="4360092"/>
            <a:chOff x="-3314154" y="1030623"/>
            <a:chExt cx="3935785" cy="4360092"/>
          </a:xfrm>
        </p:grpSpPr>
        <p:sp>
          <p:nvSpPr>
            <p:cNvPr id="186" name="직사각형 185">
              <a:extLst>
                <a:ext uri="{FF2B5EF4-FFF2-40B4-BE49-F238E27FC236}">
                  <a16:creationId xmlns:a16="http://schemas.microsoft.com/office/drawing/2014/main" id="{95D4663A-3B6E-4901-B5BE-7874C5F55B11}"/>
                </a:ext>
              </a:extLst>
            </p:cNvPr>
            <p:cNvSpPr/>
            <p:nvPr/>
          </p:nvSpPr>
          <p:spPr>
            <a:xfrm>
              <a:off x="-3314154" y="1030623"/>
              <a:ext cx="3935785" cy="436009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67074170-90D0-4626-BDCE-B809F0FF7770}"/>
                </a:ext>
              </a:extLst>
            </p:cNvPr>
            <p:cNvSpPr txBox="1"/>
            <p:nvPr/>
          </p:nvSpPr>
          <p:spPr>
            <a:xfrm>
              <a:off x="-3211136" y="1183189"/>
              <a:ext cx="103265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반품신청하기</a:t>
              </a:r>
              <a:endParaRPr lang="ko-KR" altLang="en-US" sz="900" dirty="0"/>
            </a:p>
          </p:txBody>
        </p:sp>
        <p:sp>
          <p:nvSpPr>
            <p:cNvPr id="188" name="직사각형 187">
              <a:extLst>
                <a:ext uri="{FF2B5EF4-FFF2-40B4-BE49-F238E27FC236}">
                  <a16:creationId xmlns:a16="http://schemas.microsoft.com/office/drawing/2014/main" id="{E7D2BDDC-F788-4F3D-BEDF-953EB27DD111}"/>
                </a:ext>
              </a:extLst>
            </p:cNvPr>
            <p:cNvSpPr/>
            <p:nvPr/>
          </p:nvSpPr>
          <p:spPr>
            <a:xfrm>
              <a:off x="-2227923" y="4868152"/>
              <a:ext cx="891615" cy="213360"/>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반품신청</a:t>
              </a:r>
              <a:endParaRPr lang="en-US" altLang="ko-KR" sz="800" dirty="0">
                <a:solidFill>
                  <a:schemeClr val="bg1"/>
                </a:solidFill>
              </a:endParaRPr>
            </a:p>
          </p:txBody>
        </p:sp>
        <p:grpSp>
          <p:nvGrpSpPr>
            <p:cNvPr id="189" name="Image">
              <a:extLst>
                <a:ext uri="{FF2B5EF4-FFF2-40B4-BE49-F238E27FC236}">
                  <a16:creationId xmlns:a16="http://schemas.microsoft.com/office/drawing/2014/main" id="{6D79BBA9-8494-497E-8C31-6A41E6043606}"/>
                </a:ext>
              </a:extLst>
            </p:cNvPr>
            <p:cNvGrpSpPr>
              <a:grpSpLocks/>
            </p:cNvGrpSpPr>
            <p:nvPr/>
          </p:nvGrpSpPr>
          <p:grpSpPr bwMode="auto">
            <a:xfrm>
              <a:off x="309326" y="1150690"/>
              <a:ext cx="204716" cy="209797"/>
              <a:chOff x="508000" y="1397000"/>
              <a:chExt cx="1008112" cy="1008112"/>
            </a:xfrm>
          </p:grpSpPr>
          <p:sp>
            <p:nvSpPr>
              <p:cNvPr id="200" name="Border">
                <a:extLst>
                  <a:ext uri="{FF2B5EF4-FFF2-40B4-BE49-F238E27FC236}">
                    <a16:creationId xmlns:a16="http://schemas.microsoft.com/office/drawing/2014/main" id="{8860CA92-E2A5-4427-90DB-2D84DE717F57}"/>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1" name="Line 2">
                <a:extLst>
                  <a:ext uri="{FF2B5EF4-FFF2-40B4-BE49-F238E27FC236}">
                    <a16:creationId xmlns:a16="http://schemas.microsoft.com/office/drawing/2014/main" id="{B474811D-B31E-425E-A72A-57D36DA1FFD2}"/>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02" name="Line 1">
                <a:extLst>
                  <a:ext uri="{FF2B5EF4-FFF2-40B4-BE49-F238E27FC236}">
                    <a16:creationId xmlns:a16="http://schemas.microsoft.com/office/drawing/2014/main" id="{EEEC624B-9D27-4BA4-867F-AD9516EE9597}"/>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90" name="직사각형 189">
              <a:extLst>
                <a:ext uri="{FF2B5EF4-FFF2-40B4-BE49-F238E27FC236}">
                  <a16:creationId xmlns:a16="http://schemas.microsoft.com/office/drawing/2014/main" id="{53E1F1BB-FB36-49A8-9CEF-83475F2CD81C}"/>
                </a:ext>
              </a:extLst>
            </p:cNvPr>
            <p:cNvSpPr/>
            <p:nvPr/>
          </p:nvSpPr>
          <p:spPr>
            <a:xfrm>
              <a:off x="-1229499" y="4868152"/>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191" name="TextBox 190">
              <a:extLst>
                <a:ext uri="{FF2B5EF4-FFF2-40B4-BE49-F238E27FC236}">
                  <a16:creationId xmlns:a16="http://schemas.microsoft.com/office/drawing/2014/main" id="{E898E592-079D-455E-ACED-318D7943D820}"/>
                </a:ext>
              </a:extLst>
            </p:cNvPr>
            <p:cNvSpPr txBox="1"/>
            <p:nvPr/>
          </p:nvSpPr>
          <p:spPr>
            <a:xfrm>
              <a:off x="-3074177" y="1555323"/>
              <a:ext cx="646331" cy="230832"/>
            </a:xfrm>
            <a:prstGeom prst="rect">
              <a:avLst/>
            </a:prstGeom>
            <a:noFill/>
          </p:spPr>
          <p:txBody>
            <a:bodyPr wrap="none" rtlCol="0">
              <a:spAutoFit/>
            </a:bodyPr>
            <a:lstStyle/>
            <a:p>
              <a:r>
                <a:rPr lang="ko-KR" altLang="en-US" sz="900" dirty="0"/>
                <a:t>주문상품</a:t>
              </a:r>
            </a:p>
          </p:txBody>
        </p:sp>
        <p:grpSp>
          <p:nvGrpSpPr>
            <p:cNvPr id="192" name="그룹 191">
              <a:extLst>
                <a:ext uri="{FF2B5EF4-FFF2-40B4-BE49-F238E27FC236}">
                  <a16:creationId xmlns:a16="http://schemas.microsoft.com/office/drawing/2014/main" id="{DD19A04F-8AE6-4804-B72B-5AB46005EBCF}"/>
                </a:ext>
              </a:extLst>
            </p:cNvPr>
            <p:cNvGrpSpPr/>
            <p:nvPr/>
          </p:nvGrpSpPr>
          <p:grpSpPr>
            <a:xfrm>
              <a:off x="-3036963" y="1881678"/>
              <a:ext cx="689346" cy="440906"/>
              <a:chOff x="2843808" y="1955121"/>
              <a:chExt cx="1674813" cy="596970"/>
            </a:xfrm>
            <a:solidFill>
              <a:schemeClr val="bg1">
                <a:lumMod val="95000"/>
              </a:schemeClr>
            </a:solidFill>
          </p:grpSpPr>
          <p:sp>
            <p:nvSpPr>
              <p:cNvPr id="196" name="Border">
                <a:extLst>
                  <a:ext uri="{FF2B5EF4-FFF2-40B4-BE49-F238E27FC236}">
                    <a16:creationId xmlns:a16="http://schemas.microsoft.com/office/drawing/2014/main" id="{49895EF0-5967-4A7A-80D5-180708280A53}"/>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7" name="Line 2">
                <a:extLst>
                  <a:ext uri="{FF2B5EF4-FFF2-40B4-BE49-F238E27FC236}">
                    <a16:creationId xmlns:a16="http://schemas.microsoft.com/office/drawing/2014/main" id="{F51AA1F2-910A-4E02-9248-2E196DF150F6}"/>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8" name="Line 1">
                <a:extLst>
                  <a:ext uri="{FF2B5EF4-FFF2-40B4-BE49-F238E27FC236}">
                    <a16:creationId xmlns:a16="http://schemas.microsoft.com/office/drawing/2014/main" id="{2ADE6638-801D-414A-B7A1-D0020DDCC7B2}"/>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9" name="TextBox 198">
                <a:extLst>
                  <a:ext uri="{FF2B5EF4-FFF2-40B4-BE49-F238E27FC236}">
                    <a16:creationId xmlns:a16="http://schemas.microsoft.com/office/drawing/2014/main" id="{7BE6CBCE-10EE-4941-A382-2EE5666B5C9D}"/>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93" name="직사각형 192">
              <a:extLst>
                <a:ext uri="{FF2B5EF4-FFF2-40B4-BE49-F238E27FC236}">
                  <a16:creationId xmlns:a16="http://schemas.microsoft.com/office/drawing/2014/main" id="{C5B457FE-4B53-4959-BDBF-D270C95AEA8B}"/>
                </a:ext>
              </a:extLst>
            </p:cNvPr>
            <p:cNvSpPr/>
            <p:nvPr/>
          </p:nvSpPr>
          <p:spPr>
            <a:xfrm>
              <a:off x="-2326534" y="1881678"/>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94" name="TextBox 193">
              <a:extLst>
                <a:ext uri="{FF2B5EF4-FFF2-40B4-BE49-F238E27FC236}">
                  <a16:creationId xmlns:a16="http://schemas.microsoft.com/office/drawing/2014/main" id="{E8D37E87-292C-4A50-8E2F-5F8E619438D4}"/>
                </a:ext>
              </a:extLst>
            </p:cNvPr>
            <p:cNvSpPr txBox="1"/>
            <p:nvPr/>
          </p:nvSpPr>
          <p:spPr>
            <a:xfrm>
              <a:off x="-3074177" y="2517827"/>
              <a:ext cx="646331" cy="230832"/>
            </a:xfrm>
            <a:prstGeom prst="rect">
              <a:avLst/>
            </a:prstGeom>
            <a:noFill/>
          </p:spPr>
          <p:txBody>
            <a:bodyPr wrap="none" rtlCol="0">
              <a:spAutoFit/>
            </a:bodyPr>
            <a:lstStyle/>
            <a:p>
              <a:r>
                <a:rPr lang="ko-KR" altLang="en-US" sz="900" dirty="0"/>
                <a:t>반품사유</a:t>
              </a:r>
            </a:p>
          </p:txBody>
        </p:sp>
        <p:sp>
          <p:nvSpPr>
            <p:cNvPr id="195" name="직사각형 194">
              <a:extLst>
                <a:ext uri="{FF2B5EF4-FFF2-40B4-BE49-F238E27FC236}">
                  <a16:creationId xmlns:a16="http://schemas.microsoft.com/office/drawing/2014/main" id="{1FE79434-7DBA-4AC2-8F7A-79BF6E9C662C}"/>
                </a:ext>
              </a:extLst>
            </p:cNvPr>
            <p:cNvSpPr/>
            <p:nvPr/>
          </p:nvSpPr>
          <p:spPr>
            <a:xfrm>
              <a:off x="-3038013" y="2801053"/>
              <a:ext cx="3471371" cy="250173"/>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solidFill>
                </a:rPr>
                <a:t>단순변심</a:t>
              </a:r>
              <a:r>
                <a:rPr lang="ko-KR" altLang="en-US" sz="800" dirty="0">
                  <a:solidFill>
                    <a:schemeClr val="tx1"/>
                  </a:solidFill>
                </a:rPr>
                <a:t>                                                                          ▼</a:t>
              </a:r>
              <a:endParaRPr lang="en-US" altLang="ko-KR" sz="800" dirty="0">
                <a:solidFill>
                  <a:schemeClr val="tx1"/>
                </a:solidFill>
              </a:endParaRPr>
            </a:p>
          </p:txBody>
        </p:sp>
        <p:sp>
          <p:nvSpPr>
            <p:cNvPr id="224" name="TextBox 223">
              <a:extLst>
                <a:ext uri="{FF2B5EF4-FFF2-40B4-BE49-F238E27FC236}">
                  <a16:creationId xmlns:a16="http://schemas.microsoft.com/office/drawing/2014/main" id="{A45CC1E0-5885-4C7D-AE98-FA00025EA557}"/>
                </a:ext>
              </a:extLst>
            </p:cNvPr>
            <p:cNvSpPr txBox="1"/>
            <p:nvPr/>
          </p:nvSpPr>
          <p:spPr>
            <a:xfrm>
              <a:off x="-3075020" y="3343189"/>
              <a:ext cx="877163" cy="230832"/>
            </a:xfrm>
            <a:prstGeom prst="rect">
              <a:avLst/>
            </a:prstGeom>
            <a:noFill/>
          </p:spPr>
          <p:txBody>
            <a:bodyPr wrap="none" rtlCol="0">
              <a:spAutoFit/>
            </a:bodyPr>
            <a:lstStyle/>
            <a:p>
              <a:r>
                <a:rPr lang="ko-KR" altLang="en-US" sz="900" dirty="0"/>
                <a:t>상품회수방법</a:t>
              </a:r>
            </a:p>
          </p:txBody>
        </p:sp>
        <p:sp>
          <p:nvSpPr>
            <p:cNvPr id="225" name="TextBox 224">
              <a:extLst>
                <a:ext uri="{FF2B5EF4-FFF2-40B4-BE49-F238E27FC236}">
                  <a16:creationId xmlns:a16="http://schemas.microsoft.com/office/drawing/2014/main" id="{B515194B-1B98-4D6C-8BD3-E1B2E68A50C7}"/>
                </a:ext>
              </a:extLst>
            </p:cNvPr>
            <p:cNvSpPr txBox="1"/>
            <p:nvPr/>
          </p:nvSpPr>
          <p:spPr>
            <a:xfrm>
              <a:off x="-3077675" y="3645435"/>
              <a:ext cx="1699504" cy="230832"/>
            </a:xfrm>
            <a:prstGeom prst="rect">
              <a:avLst/>
            </a:prstGeom>
            <a:noFill/>
          </p:spPr>
          <p:txBody>
            <a:bodyPr wrap="none" rtlCol="0">
              <a:spAutoFit/>
            </a:bodyPr>
            <a:lstStyle/>
            <a:p>
              <a:r>
                <a:rPr lang="ko-KR" altLang="en-US" sz="900" dirty="0"/>
                <a:t>● 자동회수       ○ 수동회수</a:t>
              </a:r>
            </a:p>
          </p:txBody>
        </p:sp>
        <p:sp>
          <p:nvSpPr>
            <p:cNvPr id="226" name="직사각형 225">
              <a:extLst>
                <a:ext uri="{FF2B5EF4-FFF2-40B4-BE49-F238E27FC236}">
                  <a16:creationId xmlns:a16="http://schemas.microsoft.com/office/drawing/2014/main" id="{8664E076-4133-490A-A489-BEFC162D8EAA}"/>
                </a:ext>
              </a:extLst>
            </p:cNvPr>
            <p:cNvSpPr/>
            <p:nvPr/>
          </p:nvSpPr>
          <p:spPr>
            <a:xfrm>
              <a:off x="-3038014" y="3962058"/>
              <a:ext cx="3471371" cy="684281"/>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a:solidFill>
                    <a:schemeClr val="tx1"/>
                  </a:solidFill>
                </a:rPr>
                <a:t>※ </a:t>
              </a:r>
              <a:r>
                <a:rPr lang="ko-KR" altLang="en-US" sz="800" dirty="0">
                  <a:solidFill>
                    <a:schemeClr val="tx1"/>
                  </a:solidFill>
                </a:rPr>
                <a:t>반품이라고 표기해서 문 앞에 두시면 </a:t>
              </a:r>
              <a:r>
                <a:rPr lang="en-US" altLang="ko-KR" sz="800" dirty="0">
                  <a:solidFill>
                    <a:schemeClr val="tx1"/>
                  </a:solidFill>
                </a:rPr>
                <a:t>“</a:t>
              </a:r>
              <a:r>
                <a:rPr lang="ko-KR" altLang="en-US" sz="800" dirty="0">
                  <a:solidFill>
                    <a:schemeClr val="tx1"/>
                  </a:solidFill>
                </a:rPr>
                <a:t>한진택배</a:t>
              </a:r>
              <a:r>
                <a:rPr lang="en-US" altLang="ko-KR" sz="800" dirty="0">
                  <a:solidFill>
                    <a:schemeClr val="tx1"/>
                  </a:solidFill>
                </a:rPr>
                <a:t>”</a:t>
              </a:r>
              <a:r>
                <a:rPr lang="ko-KR" altLang="en-US" sz="800" dirty="0">
                  <a:solidFill>
                    <a:schemeClr val="tx1"/>
                  </a:solidFill>
                </a:rPr>
                <a:t>에서 회수합니다</a:t>
              </a:r>
              <a:r>
                <a:rPr lang="en-US" altLang="ko-KR" sz="800" dirty="0">
                  <a:solidFill>
                    <a:schemeClr val="tx1"/>
                  </a:solidFill>
                </a:rPr>
                <a:t>.</a:t>
              </a:r>
              <a:r>
                <a:rPr lang="ko-KR" altLang="en-US" sz="800" dirty="0">
                  <a:solidFill>
                    <a:schemeClr val="tx1"/>
                  </a:solidFill>
                </a:rPr>
                <a:t> </a:t>
              </a:r>
              <a:endParaRPr lang="en-US" altLang="ko-KR" sz="800" dirty="0">
                <a:solidFill>
                  <a:schemeClr val="tx1"/>
                </a:solidFill>
              </a:endParaRPr>
            </a:p>
            <a:p>
              <a:pPr>
                <a:lnSpc>
                  <a:spcPct val="150000"/>
                </a:lnSpc>
              </a:pPr>
              <a:r>
                <a:rPr lang="ko-KR" altLang="en-US" sz="800" dirty="0">
                  <a:solidFill>
                    <a:schemeClr val="tx1"/>
                  </a:solidFill>
                </a:rPr>
                <a:t>   물품에 문제가 없을 경우 택배비가 발생합니다</a:t>
              </a:r>
              <a:r>
                <a:rPr lang="en-US" altLang="ko-KR" sz="800" dirty="0">
                  <a:solidFill>
                    <a:schemeClr val="tx1"/>
                  </a:solidFill>
                </a:rPr>
                <a:t>.</a:t>
              </a:r>
            </a:p>
          </p:txBody>
        </p:sp>
      </p:grpSp>
      <p:grpSp>
        <p:nvGrpSpPr>
          <p:cNvPr id="227" name="그룹 226">
            <a:extLst>
              <a:ext uri="{FF2B5EF4-FFF2-40B4-BE49-F238E27FC236}">
                <a16:creationId xmlns:a16="http://schemas.microsoft.com/office/drawing/2014/main" id="{BCD10A30-7EC7-4AAC-8C8B-97E6E018A96D}"/>
              </a:ext>
            </a:extLst>
          </p:cNvPr>
          <p:cNvGrpSpPr/>
          <p:nvPr/>
        </p:nvGrpSpPr>
        <p:grpSpPr>
          <a:xfrm>
            <a:off x="481650" y="536311"/>
            <a:ext cx="3935785" cy="4360092"/>
            <a:chOff x="-3314154" y="1030623"/>
            <a:chExt cx="3935785" cy="4360092"/>
          </a:xfrm>
        </p:grpSpPr>
        <p:sp>
          <p:nvSpPr>
            <p:cNvPr id="228" name="직사각형 227">
              <a:extLst>
                <a:ext uri="{FF2B5EF4-FFF2-40B4-BE49-F238E27FC236}">
                  <a16:creationId xmlns:a16="http://schemas.microsoft.com/office/drawing/2014/main" id="{670C25F3-C0A3-440C-B5F8-33AAB4A90973}"/>
                </a:ext>
              </a:extLst>
            </p:cNvPr>
            <p:cNvSpPr/>
            <p:nvPr/>
          </p:nvSpPr>
          <p:spPr>
            <a:xfrm>
              <a:off x="-3314154" y="1030623"/>
              <a:ext cx="3935785" cy="436009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229" name="TextBox 228">
              <a:extLst>
                <a:ext uri="{FF2B5EF4-FFF2-40B4-BE49-F238E27FC236}">
                  <a16:creationId xmlns:a16="http://schemas.microsoft.com/office/drawing/2014/main" id="{38F96062-CB7B-444B-8620-F1E5522C14D1}"/>
                </a:ext>
              </a:extLst>
            </p:cNvPr>
            <p:cNvSpPr txBox="1"/>
            <p:nvPr/>
          </p:nvSpPr>
          <p:spPr>
            <a:xfrm>
              <a:off x="-3211136" y="1183189"/>
              <a:ext cx="103265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반품신청하기</a:t>
              </a:r>
              <a:endParaRPr lang="ko-KR" altLang="en-US" sz="900" dirty="0"/>
            </a:p>
          </p:txBody>
        </p:sp>
        <p:sp>
          <p:nvSpPr>
            <p:cNvPr id="230" name="직사각형 229">
              <a:extLst>
                <a:ext uri="{FF2B5EF4-FFF2-40B4-BE49-F238E27FC236}">
                  <a16:creationId xmlns:a16="http://schemas.microsoft.com/office/drawing/2014/main" id="{D8882CCD-6101-4C0F-A1A5-FDAAA8A32D37}"/>
                </a:ext>
              </a:extLst>
            </p:cNvPr>
            <p:cNvSpPr/>
            <p:nvPr/>
          </p:nvSpPr>
          <p:spPr>
            <a:xfrm>
              <a:off x="-2227923" y="4868152"/>
              <a:ext cx="891615" cy="213360"/>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반품신청</a:t>
              </a:r>
              <a:endParaRPr lang="en-US" altLang="ko-KR" sz="800" dirty="0">
                <a:solidFill>
                  <a:schemeClr val="bg1"/>
                </a:solidFill>
              </a:endParaRPr>
            </a:p>
          </p:txBody>
        </p:sp>
        <p:grpSp>
          <p:nvGrpSpPr>
            <p:cNvPr id="231" name="Image">
              <a:extLst>
                <a:ext uri="{FF2B5EF4-FFF2-40B4-BE49-F238E27FC236}">
                  <a16:creationId xmlns:a16="http://schemas.microsoft.com/office/drawing/2014/main" id="{8F3271D1-BAD7-4676-9AE8-9067DFC64B0C}"/>
                </a:ext>
              </a:extLst>
            </p:cNvPr>
            <p:cNvGrpSpPr>
              <a:grpSpLocks/>
            </p:cNvGrpSpPr>
            <p:nvPr/>
          </p:nvGrpSpPr>
          <p:grpSpPr bwMode="auto">
            <a:xfrm>
              <a:off x="309326" y="1150690"/>
              <a:ext cx="204716" cy="209797"/>
              <a:chOff x="508000" y="1397000"/>
              <a:chExt cx="1008112" cy="1008112"/>
            </a:xfrm>
          </p:grpSpPr>
          <p:sp>
            <p:nvSpPr>
              <p:cNvPr id="245" name="Border">
                <a:extLst>
                  <a:ext uri="{FF2B5EF4-FFF2-40B4-BE49-F238E27FC236}">
                    <a16:creationId xmlns:a16="http://schemas.microsoft.com/office/drawing/2014/main" id="{81591179-7961-4F7B-9F50-5CCAE8C48350}"/>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46" name="Line 2">
                <a:extLst>
                  <a:ext uri="{FF2B5EF4-FFF2-40B4-BE49-F238E27FC236}">
                    <a16:creationId xmlns:a16="http://schemas.microsoft.com/office/drawing/2014/main" id="{401F7C57-7C60-409F-8D02-85797885CFA9}"/>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47" name="Line 1">
                <a:extLst>
                  <a:ext uri="{FF2B5EF4-FFF2-40B4-BE49-F238E27FC236}">
                    <a16:creationId xmlns:a16="http://schemas.microsoft.com/office/drawing/2014/main" id="{F5C54742-752D-4BA9-B001-FD49B669FDED}"/>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232" name="직사각형 231">
              <a:extLst>
                <a:ext uri="{FF2B5EF4-FFF2-40B4-BE49-F238E27FC236}">
                  <a16:creationId xmlns:a16="http://schemas.microsoft.com/office/drawing/2014/main" id="{9683374B-6B5B-4937-AD04-C4860C57E981}"/>
                </a:ext>
              </a:extLst>
            </p:cNvPr>
            <p:cNvSpPr/>
            <p:nvPr/>
          </p:nvSpPr>
          <p:spPr>
            <a:xfrm>
              <a:off x="-1229499" y="4868152"/>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233" name="TextBox 232">
              <a:extLst>
                <a:ext uri="{FF2B5EF4-FFF2-40B4-BE49-F238E27FC236}">
                  <a16:creationId xmlns:a16="http://schemas.microsoft.com/office/drawing/2014/main" id="{E27E2D30-B115-44B9-9581-2B73EA80DA5F}"/>
                </a:ext>
              </a:extLst>
            </p:cNvPr>
            <p:cNvSpPr txBox="1"/>
            <p:nvPr/>
          </p:nvSpPr>
          <p:spPr>
            <a:xfrm>
              <a:off x="-3074177" y="1555323"/>
              <a:ext cx="646331" cy="230832"/>
            </a:xfrm>
            <a:prstGeom prst="rect">
              <a:avLst/>
            </a:prstGeom>
            <a:noFill/>
          </p:spPr>
          <p:txBody>
            <a:bodyPr wrap="none" rtlCol="0">
              <a:spAutoFit/>
            </a:bodyPr>
            <a:lstStyle/>
            <a:p>
              <a:r>
                <a:rPr lang="ko-KR" altLang="en-US" sz="900" dirty="0"/>
                <a:t>주문상품</a:t>
              </a:r>
            </a:p>
          </p:txBody>
        </p:sp>
        <p:grpSp>
          <p:nvGrpSpPr>
            <p:cNvPr id="234" name="그룹 233">
              <a:extLst>
                <a:ext uri="{FF2B5EF4-FFF2-40B4-BE49-F238E27FC236}">
                  <a16:creationId xmlns:a16="http://schemas.microsoft.com/office/drawing/2014/main" id="{3FC19D8E-AE65-415D-8779-D853688C1B8B}"/>
                </a:ext>
              </a:extLst>
            </p:cNvPr>
            <p:cNvGrpSpPr/>
            <p:nvPr/>
          </p:nvGrpSpPr>
          <p:grpSpPr>
            <a:xfrm>
              <a:off x="-3036963" y="1881678"/>
              <a:ext cx="689346" cy="440906"/>
              <a:chOff x="2843808" y="1955121"/>
              <a:chExt cx="1674813" cy="596970"/>
            </a:xfrm>
            <a:solidFill>
              <a:schemeClr val="bg1">
                <a:lumMod val="95000"/>
              </a:schemeClr>
            </a:solidFill>
          </p:grpSpPr>
          <p:sp>
            <p:nvSpPr>
              <p:cNvPr id="241" name="Border">
                <a:extLst>
                  <a:ext uri="{FF2B5EF4-FFF2-40B4-BE49-F238E27FC236}">
                    <a16:creationId xmlns:a16="http://schemas.microsoft.com/office/drawing/2014/main" id="{1CE74FE5-2765-4EDD-8ABB-15675137F8BE}"/>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42" name="Line 2">
                <a:extLst>
                  <a:ext uri="{FF2B5EF4-FFF2-40B4-BE49-F238E27FC236}">
                    <a16:creationId xmlns:a16="http://schemas.microsoft.com/office/drawing/2014/main" id="{FFB62B01-AA7E-41C4-B7CF-95B427122B7C}"/>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43" name="Line 1">
                <a:extLst>
                  <a:ext uri="{FF2B5EF4-FFF2-40B4-BE49-F238E27FC236}">
                    <a16:creationId xmlns:a16="http://schemas.microsoft.com/office/drawing/2014/main" id="{26EDFE89-B341-4774-9E32-6DA59C147515}"/>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44" name="TextBox 243">
                <a:extLst>
                  <a:ext uri="{FF2B5EF4-FFF2-40B4-BE49-F238E27FC236}">
                    <a16:creationId xmlns:a16="http://schemas.microsoft.com/office/drawing/2014/main" id="{B102C3F6-BE70-451D-9D99-EA81E8276583}"/>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235" name="직사각형 234">
              <a:extLst>
                <a:ext uri="{FF2B5EF4-FFF2-40B4-BE49-F238E27FC236}">
                  <a16:creationId xmlns:a16="http://schemas.microsoft.com/office/drawing/2014/main" id="{0E5D33A2-078D-4F77-8EEB-3563A194D72A}"/>
                </a:ext>
              </a:extLst>
            </p:cNvPr>
            <p:cNvSpPr/>
            <p:nvPr/>
          </p:nvSpPr>
          <p:spPr>
            <a:xfrm>
              <a:off x="-2326534" y="1881678"/>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236" name="TextBox 235">
              <a:extLst>
                <a:ext uri="{FF2B5EF4-FFF2-40B4-BE49-F238E27FC236}">
                  <a16:creationId xmlns:a16="http://schemas.microsoft.com/office/drawing/2014/main" id="{EACAF288-7FB6-4E18-AB87-EC86D5EC616E}"/>
                </a:ext>
              </a:extLst>
            </p:cNvPr>
            <p:cNvSpPr txBox="1"/>
            <p:nvPr/>
          </p:nvSpPr>
          <p:spPr>
            <a:xfrm>
              <a:off x="-3074177" y="2517827"/>
              <a:ext cx="646331" cy="230832"/>
            </a:xfrm>
            <a:prstGeom prst="rect">
              <a:avLst/>
            </a:prstGeom>
            <a:noFill/>
          </p:spPr>
          <p:txBody>
            <a:bodyPr wrap="none" rtlCol="0">
              <a:spAutoFit/>
            </a:bodyPr>
            <a:lstStyle/>
            <a:p>
              <a:r>
                <a:rPr lang="ko-KR" altLang="en-US" sz="900" dirty="0"/>
                <a:t>반품사유</a:t>
              </a:r>
            </a:p>
          </p:txBody>
        </p:sp>
        <p:sp>
          <p:nvSpPr>
            <p:cNvPr id="237" name="직사각형 236">
              <a:extLst>
                <a:ext uri="{FF2B5EF4-FFF2-40B4-BE49-F238E27FC236}">
                  <a16:creationId xmlns:a16="http://schemas.microsoft.com/office/drawing/2014/main" id="{94B86C4B-54A4-4A0C-A6D8-8FB31534704D}"/>
                </a:ext>
              </a:extLst>
            </p:cNvPr>
            <p:cNvSpPr/>
            <p:nvPr/>
          </p:nvSpPr>
          <p:spPr>
            <a:xfrm>
              <a:off x="-3038013" y="2801053"/>
              <a:ext cx="3471371" cy="250173"/>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solidFill>
                </a:rPr>
                <a:t>단순변심</a:t>
              </a:r>
              <a:r>
                <a:rPr lang="ko-KR" altLang="en-US" sz="800" dirty="0">
                  <a:solidFill>
                    <a:schemeClr val="tx1"/>
                  </a:solidFill>
                </a:rPr>
                <a:t>                                                                          ▼</a:t>
              </a:r>
              <a:endParaRPr lang="en-US" altLang="ko-KR" sz="800" dirty="0">
                <a:solidFill>
                  <a:schemeClr val="tx1"/>
                </a:solidFill>
              </a:endParaRPr>
            </a:p>
          </p:txBody>
        </p:sp>
        <p:sp>
          <p:nvSpPr>
            <p:cNvPr id="238" name="TextBox 237">
              <a:extLst>
                <a:ext uri="{FF2B5EF4-FFF2-40B4-BE49-F238E27FC236}">
                  <a16:creationId xmlns:a16="http://schemas.microsoft.com/office/drawing/2014/main" id="{D9A6B9B1-C701-4C6F-9861-66FE9C5A4108}"/>
                </a:ext>
              </a:extLst>
            </p:cNvPr>
            <p:cNvSpPr txBox="1"/>
            <p:nvPr/>
          </p:nvSpPr>
          <p:spPr>
            <a:xfrm>
              <a:off x="-3075020" y="3343189"/>
              <a:ext cx="877163" cy="230832"/>
            </a:xfrm>
            <a:prstGeom prst="rect">
              <a:avLst/>
            </a:prstGeom>
            <a:noFill/>
          </p:spPr>
          <p:txBody>
            <a:bodyPr wrap="none" rtlCol="0">
              <a:spAutoFit/>
            </a:bodyPr>
            <a:lstStyle/>
            <a:p>
              <a:r>
                <a:rPr lang="ko-KR" altLang="en-US" sz="900" dirty="0"/>
                <a:t>상품회수방법</a:t>
              </a:r>
            </a:p>
          </p:txBody>
        </p:sp>
        <p:sp>
          <p:nvSpPr>
            <p:cNvPr id="239" name="TextBox 238">
              <a:extLst>
                <a:ext uri="{FF2B5EF4-FFF2-40B4-BE49-F238E27FC236}">
                  <a16:creationId xmlns:a16="http://schemas.microsoft.com/office/drawing/2014/main" id="{B485DE25-97E8-4D92-AA67-BC2F7A7DE416}"/>
                </a:ext>
              </a:extLst>
            </p:cNvPr>
            <p:cNvSpPr txBox="1"/>
            <p:nvPr/>
          </p:nvSpPr>
          <p:spPr>
            <a:xfrm>
              <a:off x="-3077675" y="3645435"/>
              <a:ext cx="1699504" cy="230832"/>
            </a:xfrm>
            <a:prstGeom prst="rect">
              <a:avLst/>
            </a:prstGeom>
            <a:noFill/>
          </p:spPr>
          <p:txBody>
            <a:bodyPr wrap="none" rtlCol="0">
              <a:spAutoFit/>
            </a:bodyPr>
            <a:lstStyle/>
            <a:p>
              <a:r>
                <a:rPr lang="ko-KR" altLang="en-US" sz="900" dirty="0"/>
                <a:t>○ 자동회수       ● 수동회수</a:t>
              </a:r>
            </a:p>
          </p:txBody>
        </p:sp>
        <p:sp>
          <p:nvSpPr>
            <p:cNvPr id="240" name="직사각형 239">
              <a:extLst>
                <a:ext uri="{FF2B5EF4-FFF2-40B4-BE49-F238E27FC236}">
                  <a16:creationId xmlns:a16="http://schemas.microsoft.com/office/drawing/2014/main" id="{8C861117-B4E8-49DA-A932-0D1AC068C54E}"/>
                </a:ext>
              </a:extLst>
            </p:cNvPr>
            <p:cNvSpPr/>
            <p:nvPr/>
          </p:nvSpPr>
          <p:spPr>
            <a:xfrm>
              <a:off x="-3038014" y="3967467"/>
              <a:ext cx="3471371" cy="710360"/>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a:solidFill>
                    <a:schemeClr val="tx1"/>
                  </a:solidFill>
                </a:rPr>
                <a:t>   </a:t>
              </a:r>
              <a:r>
                <a:rPr lang="ko-KR" altLang="en-US" sz="800" dirty="0">
                  <a:solidFill>
                    <a:schemeClr val="tx1"/>
                  </a:solidFill>
                </a:rPr>
                <a:t>상품회수주소</a:t>
              </a:r>
              <a:endParaRPr lang="en-US" altLang="ko-KR" sz="800" dirty="0">
                <a:solidFill>
                  <a:schemeClr val="tx1"/>
                </a:solidFill>
              </a:endParaRPr>
            </a:p>
            <a:p>
              <a:pPr>
                <a:lnSpc>
                  <a:spcPct val="150000"/>
                </a:lnSpc>
              </a:pPr>
              <a:r>
                <a:rPr lang="en-US" altLang="ko-KR" sz="800" dirty="0">
                  <a:solidFill>
                    <a:schemeClr val="tx1"/>
                  </a:solidFill>
                </a:rPr>
                <a:t>   20202</a:t>
              </a:r>
            </a:p>
            <a:p>
              <a:pPr>
                <a:lnSpc>
                  <a:spcPct val="150000"/>
                </a:lnSpc>
              </a:pPr>
              <a:r>
                <a:rPr lang="en-US" altLang="ko-KR" sz="800" dirty="0">
                  <a:solidFill>
                    <a:schemeClr val="tx1"/>
                  </a:solidFill>
                </a:rPr>
                <a:t>   </a:t>
              </a:r>
              <a:r>
                <a:rPr lang="ko-KR" altLang="en-US" sz="800" dirty="0">
                  <a:solidFill>
                    <a:schemeClr val="tx1"/>
                  </a:solidFill>
                </a:rPr>
                <a:t>서울시 마포구 공덕동 </a:t>
              </a:r>
              <a:r>
                <a:rPr lang="en-US" altLang="ko-KR" sz="800" dirty="0">
                  <a:solidFill>
                    <a:schemeClr val="tx1"/>
                  </a:solidFill>
                </a:rPr>
                <a:t>2003</a:t>
              </a:r>
              <a:r>
                <a:rPr lang="ko-KR" altLang="en-US" sz="800" dirty="0">
                  <a:solidFill>
                    <a:schemeClr val="tx1"/>
                  </a:solidFill>
                </a:rPr>
                <a:t> </a:t>
              </a:r>
              <a:endParaRPr lang="en-US" altLang="ko-KR" sz="800" dirty="0">
                <a:solidFill>
                  <a:schemeClr val="tx1"/>
                </a:solidFill>
              </a:endParaRPr>
            </a:p>
          </p:txBody>
        </p:sp>
      </p:grpSp>
      <p:cxnSp>
        <p:nvCxnSpPr>
          <p:cNvPr id="60" name="직선 화살표 연결선 59">
            <a:extLst>
              <a:ext uri="{FF2B5EF4-FFF2-40B4-BE49-F238E27FC236}">
                <a16:creationId xmlns:a16="http://schemas.microsoft.com/office/drawing/2014/main" id="{D735C341-A7EB-4A83-8880-FE3F6C1D08B1}"/>
              </a:ext>
            </a:extLst>
          </p:cNvPr>
          <p:cNvCxnSpPr>
            <a:cxnSpLocks/>
            <a:stCxn id="59" idx="0"/>
          </p:cNvCxnSpPr>
          <p:nvPr/>
        </p:nvCxnSpPr>
        <p:spPr>
          <a:xfrm flipV="1">
            <a:off x="8464394" y="4706434"/>
            <a:ext cx="0" cy="684281"/>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48" name="타원 247">
            <a:extLst>
              <a:ext uri="{FF2B5EF4-FFF2-40B4-BE49-F238E27FC236}">
                <a16:creationId xmlns:a16="http://schemas.microsoft.com/office/drawing/2014/main" id="{855D0178-F4D7-40DE-875E-04A158C89DEC}"/>
              </a:ext>
            </a:extLst>
          </p:cNvPr>
          <p:cNvSpPr/>
          <p:nvPr/>
        </p:nvSpPr>
        <p:spPr>
          <a:xfrm>
            <a:off x="4937350" y="3067089"/>
            <a:ext cx="2084655"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49" name="직선 화살표 연결선 248">
            <a:extLst>
              <a:ext uri="{FF2B5EF4-FFF2-40B4-BE49-F238E27FC236}">
                <a16:creationId xmlns:a16="http://schemas.microsoft.com/office/drawing/2014/main" id="{81A56085-492D-47E7-B9B7-E7EF9B2545A1}"/>
              </a:ext>
            </a:extLst>
          </p:cNvPr>
          <p:cNvCxnSpPr>
            <a:cxnSpLocks/>
            <a:stCxn id="248" idx="2"/>
          </p:cNvCxnSpPr>
          <p:nvPr/>
        </p:nvCxnSpPr>
        <p:spPr>
          <a:xfrm flipH="1">
            <a:off x="2459496" y="3288901"/>
            <a:ext cx="2477854"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51" name="직사각형 250">
            <a:extLst>
              <a:ext uri="{FF2B5EF4-FFF2-40B4-BE49-F238E27FC236}">
                <a16:creationId xmlns:a16="http://schemas.microsoft.com/office/drawing/2014/main" id="{2A704B23-D0C2-4A9E-A469-802FC7C93B2B}"/>
              </a:ext>
            </a:extLst>
          </p:cNvPr>
          <p:cNvSpPr/>
          <p:nvPr/>
        </p:nvSpPr>
        <p:spPr>
          <a:xfrm>
            <a:off x="491603" y="5304094"/>
            <a:ext cx="3935785" cy="5277873"/>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252" name="TextBox 251">
            <a:extLst>
              <a:ext uri="{FF2B5EF4-FFF2-40B4-BE49-F238E27FC236}">
                <a16:creationId xmlns:a16="http://schemas.microsoft.com/office/drawing/2014/main" id="{CAC8503A-D629-4E9A-B162-698D5183242E}"/>
              </a:ext>
            </a:extLst>
          </p:cNvPr>
          <p:cNvSpPr txBox="1"/>
          <p:nvPr/>
        </p:nvSpPr>
        <p:spPr>
          <a:xfrm>
            <a:off x="594621" y="5456661"/>
            <a:ext cx="103265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반품신청하기</a:t>
            </a:r>
            <a:endParaRPr lang="ko-KR" altLang="en-US" sz="900" dirty="0"/>
          </a:p>
        </p:txBody>
      </p:sp>
      <p:sp>
        <p:nvSpPr>
          <p:cNvPr id="253" name="직사각형 252">
            <a:extLst>
              <a:ext uri="{FF2B5EF4-FFF2-40B4-BE49-F238E27FC236}">
                <a16:creationId xmlns:a16="http://schemas.microsoft.com/office/drawing/2014/main" id="{D09498B1-3F12-4E35-B4D3-15D2DF82BB4A}"/>
              </a:ext>
            </a:extLst>
          </p:cNvPr>
          <p:cNvSpPr/>
          <p:nvPr/>
        </p:nvSpPr>
        <p:spPr>
          <a:xfrm>
            <a:off x="1577834" y="10078147"/>
            <a:ext cx="891615" cy="213360"/>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반품신청</a:t>
            </a:r>
            <a:endParaRPr lang="en-US" altLang="ko-KR" sz="800" dirty="0">
              <a:solidFill>
                <a:schemeClr val="bg1"/>
              </a:solidFill>
            </a:endParaRPr>
          </a:p>
        </p:txBody>
      </p:sp>
      <p:grpSp>
        <p:nvGrpSpPr>
          <p:cNvPr id="254" name="Image">
            <a:extLst>
              <a:ext uri="{FF2B5EF4-FFF2-40B4-BE49-F238E27FC236}">
                <a16:creationId xmlns:a16="http://schemas.microsoft.com/office/drawing/2014/main" id="{734D3479-7304-425A-BC83-90312432EE13}"/>
              </a:ext>
            </a:extLst>
          </p:cNvPr>
          <p:cNvGrpSpPr>
            <a:grpSpLocks/>
          </p:cNvGrpSpPr>
          <p:nvPr/>
        </p:nvGrpSpPr>
        <p:grpSpPr bwMode="auto">
          <a:xfrm>
            <a:off x="4115083" y="5424162"/>
            <a:ext cx="204716" cy="209797"/>
            <a:chOff x="508000" y="1397000"/>
            <a:chExt cx="1008112" cy="1008112"/>
          </a:xfrm>
        </p:grpSpPr>
        <p:sp>
          <p:nvSpPr>
            <p:cNvPr id="268" name="Border">
              <a:extLst>
                <a:ext uri="{FF2B5EF4-FFF2-40B4-BE49-F238E27FC236}">
                  <a16:creationId xmlns:a16="http://schemas.microsoft.com/office/drawing/2014/main" id="{E545D390-B12F-428A-B3CB-6109A4F0639A}"/>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69" name="Line 2">
              <a:extLst>
                <a:ext uri="{FF2B5EF4-FFF2-40B4-BE49-F238E27FC236}">
                  <a16:creationId xmlns:a16="http://schemas.microsoft.com/office/drawing/2014/main" id="{538F9350-2486-4B85-83CB-DE8AAD74A353}"/>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70" name="Line 1">
              <a:extLst>
                <a:ext uri="{FF2B5EF4-FFF2-40B4-BE49-F238E27FC236}">
                  <a16:creationId xmlns:a16="http://schemas.microsoft.com/office/drawing/2014/main" id="{B946D283-AFBE-4E4E-91FE-C29B77373B52}"/>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255" name="직사각형 254">
            <a:extLst>
              <a:ext uri="{FF2B5EF4-FFF2-40B4-BE49-F238E27FC236}">
                <a16:creationId xmlns:a16="http://schemas.microsoft.com/office/drawing/2014/main" id="{D3527065-7DE3-4F0B-BDFD-44AE0156C2AC}"/>
              </a:ext>
            </a:extLst>
          </p:cNvPr>
          <p:cNvSpPr/>
          <p:nvPr/>
        </p:nvSpPr>
        <p:spPr>
          <a:xfrm>
            <a:off x="2576258" y="10078147"/>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256" name="TextBox 255">
            <a:extLst>
              <a:ext uri="{FF2B5EF4-FFF2-40B4-BE49-F238E27FC236}">
                <a16:creationId xmlns:a16="http://schemas.microsoft.com/office/drawing/2014/main" id="{073C4847-ECED-4F41-943E-C51B22B958DF}"/>
              </a:ext>
            </a:extLst>
          </p:cNvPr>
          <p:cNvSpPr txBox="1"/>
          <p:nvPr/>
        </p:nvSpPr>
        <p:spPr>
          <a:xfrm>
            <a:off x="731580" y="5828795"/>
            <a:ext cx="646331" cy="230832"/>
          </a:xfrm>
          <a:prstGeom prst="rect">
            <a:avLst/>
          </a:prstGeom>
          <a:noFill/>
        </p:spPr>
        <p:txBody>
          <a:bodyPr wrap="none" rtlCol="0">
            <a:spAutoFit/>
          </a:bodyPr>
          <a:lstStyle/>
          <a:p>
            <a:r>
              <a:rPr lang="ko-KR" altLang="en-US" sz="900" dirty="0"/>
              <a:t>주문상품</a:t>
            </a:r>
          </a:p>
        </p:txBody>
      </p:sp>
      <p:grpSp>
        <p:nvGrpSpPr>
          <p:cNvPr id="257" name="그룹 256">
            <a:extLst>
              <a:ext uri="{FF2B5EF4-FFF2-40B4-BE49-F238E27FC236}">
                <a16:creationId xmlns:a16="http://schemas.microsoft.com/office/drawing/2014/main" id="{53DEA932-39F8-4171-9B16-AAF66680023D}"/>
              </a:ext>
            </a:extLst>
          </p:cNvPr>
          <p:cNvGrpSpPr/>
          <p:nvPr/>
        </p:nvGrpSpPr>
        <p:grpSpPr>
          <a:xfrm>
            <a:off x="768794" y="6155150"/>
            <a:ext cx="689346" cy="440906"/>
            <a:chOff x="2843808" y="1955121"/>
            <a:chExt cx="1674813" cy="596970"/>
          </a:xfrm>
          <a:solidFill>
            <a:schemeClr val="bg1">
              <a:lumMod val="95000"/>
            </a:schemeClr>
          </a:solidFill>
        </p:grpSpPr>
        <p:sp>
          <p:nvSpPr>
            <p:cNvPr id="264" name="Border">
              <a:extLst>
                <a:ext uri="{FF2B5EF4-FFF2-40B4-BE49-F238E27FC236}">
                  <a16:creationId xmlns:a16="http://schemas.microsoft.com/office/drawing/2014/main" id="{8C6CEA95-58D6-484A-B867-B649F325C5BB}"/>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65" name="Line 2">
              <a:extLst>
                <a:ext uri="{FF2B5EF4-FFF2-40B4-BE49-F238E27FC236}">
                  <a16:creationId xmlns:a16="http://schemas.microsoft.com/office/drawing/2014/main" id="{74059CFA-370F-4EFB-B539-5BD9A8F5BDEE}"/>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66" name="Line 1">
              <a:extLst>
                <a:ext uri="{FF2B5EF4-FFF2-40B4-BE49-F238E27FC236}">
                  <a16:creationId xmlns:a16="http://schemas.microsoft.com/office/drawing/2014/main" id="{0D8FE4ED-507C-4C41-9E60-3E79AE963373}"/>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67" name="TextBox 266">
              <a:extLst>
                <a:ext uri="{FF2B5EF4-FFF2-40B4-BE49-F238E27FC236}">
                  <a16:creationId xmlns:a16="http://schemas.microsoft.com/office/drawing/2014/main" id="{60887D7D-3CC2-44F5-9C57-A6D5B0FB4768}"/>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258" name="직사각형 257">
            <a:extLst>
              <a:ext uri="{FF2B5EF4-FFF2-40B4-BE49-F238E27FC236}">
                <a16:creationId xmlns:a16="http://schemas.microsoft.com/office/drawing/2014/main" id="{00EC9F91-4BA2-4C4C-9565-6B0718692A02}"/>
              </a:ext>
            </a:extLst>
          </p:cNvPr>
          <p:cNvSpPr/>
          <p:nvPr/>
        </p:nvSpPr>
        <p:spPr>
          <a:xfrm>
            <a:off x="1479223" y="6155150"/>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259" name="TextBox 258">
            <a:extLst>
              <a:ext uri="{FF2B5EF4-FFF2-40B4-BE49-F238E27FC236}">
                <a16:creationId xmlns:a16="http://schemas.microsoft.com/office/drawing/2014/main" id="{45D85652-EC79-4525-83A3-3E4925B5A9FB}"/>
              </a:ext>
            </a:extLst>
          </p:cNvPr>
          <p:cNvSpPr txBox="1"/>
          <p:nvPr/>
        </p:nvSpPr>
        <p:spPr>
          <a:xfrm>
            <a:off x="731580" y="6791299"/>
            <a:ext cx="646331" cy="230832"/>
          </a:xfrm>
          <a:prstGeom prst="rect">
            <a:avLst/>
          </a:prstGeom>
          <a:noFill/>
        </p:spPr>
        <p:txBody>
          <a:bodyPr wrap="none" rtlCol="0">
            <a:spAutoFit/>
          </a:bodyPr>
          <a:lstStyle/>
          <a:p>
            <a:r>
              <a:rPr lang="ko-KR" altLang="en-US" sz="900" dirty="0"/>
              <a:t>반품사유</a:t>
            </a:r>
          </a:p>
        </p:txBody>
      </p:sp>
      <p:sp>
        <p:nvSpPr>
          <p:cNvPr id="260" name="직사각형 259">
            <a:extLst>
              <a:ext uri="{FF2B5EF4-FFF2-40B4-BE49-F238E27FC236}">
                <a16:creationId xmlns:a16="http://schemas.microsoft.com/office/drawing/2014/main" id="{9DD3AA99-4727-4F28-9322-B1AB4CC823F9}"/>
              </a:ext>
            </a:extLst>
          </p:cNvPr>
          <p:cNvSpPr/>
          <p:nvPr/>
        </p:nvSpPr>
        <p:spPr>
          <a:xfrm>
            <a:off x="767744" y="7074525"/>
            <a:ext cx="3471371" cy="250173"/>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기타                                                                               ▼</a:t>
            </a:r>
            <a:endParaRPr lang="en-US" altLang="ko-KR" sz="800" dirty="0">
              <a:solidFill>
                <a:schemeClr val="tx1"/>
              </a:solidFill>
            </a:endParaRPr>
          </a:p>
        </p:txBody>
      </p:sp>
      <p:sp>
        <p:nvSpPr>
          <p:cNvPr id="261" name="TextBox 260">
            <a:extLst>
              <a:ext uri="{FF2B5EF4-FFF2-40B4-BE49-F238E27FC236}">
                <a16:creationId xmlns:a16="http://schemas.microsoft.com/office/drawing/2014/main" id="{8E952967-6486-4A42-861D-4DAF705F4E46}"/>
              </a:ext>
            </a:extLst>
          </p:cNvPr>
          <p:cNvSpPr txBox="1"/>
          <p:nvPr/>
        </p:nvSpPr>
        <p:spPr>
          <a:xfrm>
            <a:off x="730737" y="8553184"/>
            <a:ext cx="877163" cy="230832"/>
          </a:xfrm>
          <a:prstGeom prst="rect">
            <a:avLst/>
          </a:prstGeom>
          <a:noFill/>
        </p:spPr>
        <p:txBody>
          <a:bodyPr wrap="none" rtlCol="0">
            <a:spAutoFit/>
          </a:bodyPr>
          <a:lstStyle/>
          <a:p>
            <a:r>
              <a:rPr lang="ko-KR" altLang="en-US" sz="900" dirty="0"/>
              <a:t>상품회수방법</a:t>
            </a:r>
          </a:p>
        </p:txBody>
      </p:sp>
      <p:sp>
        <p:nvSpPr>
          <p:cNvPr id="262" name="TextBox 261">
            <a:extLst>
              <a:ext uri="{FF2B5EF4-FFF2-40B4-BE49-F238E27FC236}">
                <a16:creationId xmlns:a16="http://schemas.microsoft.com/office/drawing/2014/main" id="{49B39AF2-F79C-4106-AA50-B868A57A359A}"/>
              </a:ext>
            </a:extLst>
          </p:cNvPr>
          <p:cNvSpPr txBox="1"/>
          <p:nvPr/>
        </p:nvSpPr>
        <p:spPr>
          <a:xfrm>
            <a:off x="728082" y="8855430"/>
            <a:ext cx="1699504" cy="230832"/>
          </a:xfrm>
          <a:prstGeom prst="rect">
            <a:avLst/>
          </a:prstGeom>
          <a:noFill/>
        </p:spPr>
        <p:txBody>
          <a:bodyPr wrap="none" rtlCol="0">
            <a:spAutoFit/>
          </a:bodyPr>
          <a:lstStyle/>
          <a:p>
            <a:r>
              <a:rPr lang="ko-KR" altLang="en-US" sz="900" dirty="0"/>
              <a:t>○ 자동회수       ● 수동회수</a:t>
            </a:r>
          </a:p>
        </p:txBody>
      </p:sp>
      <p:sp>
        <p:nvSpPr>
          <p:cNvPr id="263" name="직사각형 262">
            <a:extLst>
              <a:ext uri="{FF2B5EF4-FFF2-40B4-BE49-F238E27FC236}">
                <a16:creationId xmlns:a16="http://schemas.microsoft.com/office/drawing/2014/main" id="{00B39261-1C1A-470B-ABC7-9195A40836FA}"/>
              </a:ext>
            </a:extLst>
          </p:cNvPr>
          <p:cNvSpPr/>
          <p:nvPr/>
        </p:nvSpPr>
        <p:spPr>
          <a:xfrm>
            <a:off x="767743" y="9177462"/>
            <a:ext cx="3471371" cy="710360"/>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a:solidFill>
                  <a:schemeClr val="tx1"/>
                </a:solidFill>
              </a:rPr>
              <a:t>   </a:t>
            </a:r>
            <a:r>
              <a:rPr lang="ko-KR" altLang="en-US" sz="800" dirty="0">
                <a:solidFill>
                  <a:schemeClr val="tx1"/>
                </a:solidFill>
              </a:rPr>
              <a:t>상품회수주소</a:t>
            </a:r>
            <a:endParaRPr lang="en-US" altLang="ko-KR" sz="800" dirty="0">
              <a:solidFill>
                <a:schemeClr val="tx1"/>
              </a:solidFill>
            </a:endParaRPr>
          </a:p>
          <a:p>
            <a:pPr>
              <a:lnSpc>
                <a:spcPct val="150000"/>
              </a:lnSpc>
            </a:pPr>
            <a:r>
              <a:rPr lang="en-US" altLang="ko-KR" sz="800" dirty="0">
                <a:solidFill>
                  <a:schemeClr val="tx1"/>
                </a:solidFill>
              </a:rPr>
              <a:t>   20202</a:t>
            </a:r>
          </a:p>
          <a:p>
            <a:pPr>
              <a:lnSpc>
                <a:spcPct val="150000"/>
              </a:lnSpc>
            </a:pPr>
            <a:r>
              <a:rPr lang="en-US" altLang="ko-KR" sz="800" dirty="0">
                <a:solidFill>
                  <a:schemeClr val="tx1"/>
                </a:solidFill>
              </a:rPr>
              <a:t>   </a:t>
            </a:r>
            <a:r>
              <a:rPr lang="ko-KR" altLang="en-US" sz="800" dirty="0">
                <a:solidFill>
                  <a:schemeClr val="tx1"/>
                </a:solidFill>
              </a:rPr>
              <a:t>서울시 마포구 공덕동 </a:t>
            </a:r>
            <a:r>
              <a:rPr lang="en-US" altLang="ko-KR" sz="800" dirty="0">
                <a:solidFill>
                  <a:schemeClr val="tx1"/>
                </a:solidFill>
              </a:rPr>
              <a:t>2003</a:t>
            </a:r>
            <a:r>
              <a:rPr lang="ko-KR" altLang="en-US" sz="800" dirty="0">
                <a:solidFill>
                  <a:schemeClr val="tx1"/>
                </a:solidFill>
              </a:rPr>
              <a:t> </a:t>
            </a:r>
            <a:endParaRPr lang="en-US" altLang="ko-KR" sz="800" dirty="0">
              <a:solidFill>
                <a:schemeClr val="tx1"/>
              </a:solidFill>
            </a:endParaRPr>
          </a:p>
        </p:txBody>
      </p:sp>
      <p:sp>
        <p:nvSpPr>
          <p:cNvPr id="211" name="TextBox 210">
            <a:extLst>
              <a:ext uri="{FF2B5EF4-FFF2-40B4-BE49-F238E27FC236}">
                <a16:creationId xmlns:a16="http://schemas.microsoft.com/office/drawing/2014/main" id="{B9680BE1-E3C5-4D77-AA7E-0FFC46C5CBD7}"/>
              </a:ext>
            </a:extLst>
          </p:cNvPr>
          <p:cNvSpPr txBox="1"/>
          <p:nvPr/>
        </p:nvSpPr>
        <p:spPr>
          <a:xfrm>
            <a:off x="767743" y="7583759"/>
            <a:ext cx="646331" cy="230832"/>
          </a:xfrm>
          <a:prstGeom prst="rect">
            <a:avLst/>
          </a:prstGeom>
          <a:noFill/>
        </p:spPr>
        <p:txBody>
          <a:bodyPr wrap="none" rtlCol="0">
            <a:spAutoFit/>
          </a:bodyPr>
          <a:lstStyle/>
          <a:p>
            <a:r>
              <a:rPr lang="ko-KR" altLang="en-US" sz="900" dirty="0"/>
              <a:t>기타내용</a:t>
            </a:r>
          </a:p>
        </p:txBody>
      </p:sp>
      <p:sp>
        <p:nvSpPr>
          <p:cNvPr id="219" name="직사각형 218">
            <a:extLst>
              <a:ext uri="{FF2B5EF4-FFF2-40B4-BE49-F238E27FC236}">
                <a16:creationId xmlns:a16="http://schemas.microsoft.com/office/drawing/2014/main" id="{DA470288-7807-4D01-912F-7C40105467D7}"/>
              </a:ext>
            </a:extLst>
          </p:cNvPr>
          <p:cNvSpPr/>
          <p:nvPr/>
        </p:nvSpPr>
        <p:spPr>
          <a:xfrm>
            <a:off x="767743" y="7873352"/>
            <a:ext cx="3461418" cy="51105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ko-KR" altLang="en-US" sz="800" dirty="0">
                <a:solidFill>
                  <a:schemeClr val="bg1">
                    <a:lumMod val="65000"/>
                  </a:schemeClr>
                </a:solidFill>
              </a:rPr>
              <a:t>기타 내용을 입력해 주세요 </a:t>
            </a:r>
          </a:p>
        </p:txBody>
      </p:sp>
      <p:cxnSp>
        <p:nvCxnSpPr>
          <p:cNvPr id="223" name="직선 화살표 연결선 222">
            <a:extLst>
              <a:ext uri="{FF2B5EF4-FFF2-40B4-BE49-F238E27FC236}">
                <a16:creationId xmlns:a16="http://schemas.microsoft.com/office/drawing/2014/main" id="{024C1074-D1AF-4CEC-A366-687DADBB50E2}"/>
              </a:ext>
            </a:extLst>
          </p:cNvPr>
          <p:cNvCxnSpPr>
            <a:cxnSpLocks/>
          </p:cNvCxnSpPr>
          <p:nvPr/>
        </p:nvCxnSpPr>
        <p:spPr>
          <a:xfrm flipH="1">
            <a:off x="1074549" y="7427500"/>
            <a:ext cx="16361" cy="581421"/>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22" name="타원 221">
            <a:extLst>
              <a:ext uri="{FF2B5EF4-FFF2-40B4-BE49-F238E27FC236}">
                <a16:creationId xmlns:a16="http://schemas.microsoft.com/office/drawing/2014/main" id="{099E247D-BEA3-4932-9A9D-464720630B4F}"/>
              </a:ext>
            </a:extLst>
          </p:cNvPr>
          <p:cNvSpPr/>
          <p:nvPr/>
        </p:nvSpPr>
        <p:spPr>
          <a:xfrm>
            <a:off x="579471" y="6984040"/>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타원 270">
            <a:extLst>
              <a:ext uri="{FF2B5EF4-FFF2-40B4-BE49-F238E27FC236}">
                <a16:creationId xmlns:a16="http://schemas.microsoft.com/office/drawing/2014/main" id="{BAC919A1-64F6-42C9-AE5E-6C6B12BF3E9F}"/>
              </a:ext>
            </a:extLst>
          </p:cNvPr>
          <p:cNvSpPr/>
          <p:nvPr/>
        </p:nvSpPr>
        <p:spPr>
          <a:xfrm>
            <a:off x="591397" y="2189407"/>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72" name="직선 화살표 연결선 271">
            <a:extLst>
              <a:ext uri="{FF2B5EF4-FFF2-40B4-BE49-F238E27FC236}">
                <a16:creationId xmlns:a16="http://schemas.microsoft.com/office/drawing/2014/main" id="{8BA13E24-6585-42ED-B6AB-CAC785A4FC1D}"/>
              </a:ext>
            </a:extLst>
          </p:cNvPr>
          <p:cNvCxnSpPr>
            <a:cxnSpLocks/>
            <a:endCxn id="222" idx="0"/>
          </p:cNvCxnSpPr>
          <p:nvPr/>
        </p:nvCxnSpPr>
        <p:spPr>
          <a:xfrm>
            <a:off x="1074549" y="2633031"/>
            <a:ext cx="8388" cy="4351009"/>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73" name="TextBox 272">
            <a:extLst>
              <a:ext uri="{FF2B5EF4-FFF2-40B4-BE49-F238E27FC236}">
                <a16:creationId xmlns:a16="http://schemas.microsoft.com/office/drawing/2014/main" id="{8E4E64E2-B2AB-4FC7-89E6-AB6318D55315}"/>
              </a:ext>
            </a:extLst>
          </p:cNvPr>
          <p:cNvSpPr txBox="1"/>
          <p:nvPr/>
        </p:nvSpPr>
        <p:spPr>
          <a:xfrm>
            <a:off x="8873135" y="5341245"/>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274" name="TextBox 273">
            <a:extLst>
              <a:ext uri="{FF2B5EF4-FFF2-40B4-BE49-F238E27FC236}">
                <a16:creationId xmlns:a16="http://schemas.microsoft.com/office/drawing/2014/main" id="{5B2DA7BE-C760-4BED-B231-B633402C12A4}"/>
              </a:ext>
            </a:extLst>
          </p:cNvPr>
          <p:cNvSpPr txBox="1"/>
          <p:nvPr/>
        </p:nvSpPr>
        <p:spPr>
          <a:xfrm>
            <a:off x="5043621" y="3639748"/>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275" name="TextBox 274">
            <a:extLst>
              <a:ext uri="{FF2B5EF4-FFF2-40B4-BE49-F238E27FC236}">
                <a16:creationId xmlns:a16="http://schemas.microsoft.com/office/drawing/2014/main" id="{DD7B5309-1CC5-480D-B487-6791DF05FD1D}"/>
              </a:ext>
            </a:extLst>
          </p:cNvPr>
          <p:cNvSpPr txBox="1"/>
          <p:nvPr/>
        </p:nvSpPr>
        <p:spPr>
          <a:xfrm>
            <a:off x="1300248" y="2112733"/>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graphicFrame>
        <p:nvGraphicFramePr>
          <p:cNvPr id="77" name="표 76">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3425585284"/>
              </p:ext>
            </p:extLst>
          </p:nvPr>
        </p:nvGraphicFramePr>
        <p:xfrm>
          <a:off x="10171774" y="22159"/>
          <a:ext cx="1979018" cy="285091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RF-03-05-02-3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주문영역</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관리 </a:t>
                      </a:r>
                      <a:r>
                        <a:rPr lang="en-US" altLang="ko-KR" sz="800" dirty="0"/>
                        <a:t>&gt; </a:t>
                      </a:r>
                      <a:r>
                        <a:rPr lang="ko-KR" altLang="en-US" sz="800" dirty="0"/>
                        <a:t>주문 </a:t>
                      </a:r>
                      <a:r>
                        <a:rPr lang="en-US" altLang="ko-KR" sz="800" dirty="0"/>
                        <a:t>&gt;</a:t>
                      </a:r>
                      <a:r>
                        <a:rPr lang="en-US" altLang="ko-KR" sz="800" baseline="0" dirty="0"/>
                        <a:t> </a:t>
                      </a:r>
                      <a:r>
                        <a:rPr lang="ko-KR" altLang="en-US" sz="800" baseline="0" dirty="0"/>
                        <a:t>반품 신청하기</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버튼 클릭 시 반품 신청하기 화면</a:t>
                      </a:r>
                      <a:r>
                        <a:rPr lang="ko-KR" altLang="en-US" sz="800" b="0" baseline="0" dirty="0">
                          <a:solidFill>
                            <a:schemeClr val="tx1"/>
                          </a:solidFill>
                        </a:rPr>
                        <a:t>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 회수 방법 중 자동 회수를 선택할 경우 자동 회수 방법에 대한 문구가 표시된다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수동 회수를 선택할 경우 수동 회수에 필요한 주소 정보가 표시된다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반품 사유가 기타일 경우 사유를 입력할 수 있는 입력 영역이 표시된다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bl>
          </a:graphicData>
        </a:graphic>
      </p:graphicFrame>
    </p:spTree>
    <p:extLst>
      <p:ext uri="{BB962C8B-B14F-4D97-AF65-F5344CB8AC3E}">
        <p14:creationId xmlns:p14="http://schemas.microsoft.com/office/powerpoint/2010/main" val="3088121407"/>
      </p:ext>
    </p:extLst>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 name="타원 83">
            <a:extLst>
              <a:ext uri="{FF2B5EF4-FFF2-40B4-BE49-F238E27FC236}">
                <a16:creationId xmlns:a16="http://schemas.microsoft.com/office/drawing/2014/main" id="{0088EF82-A1B4-4F30-BE30-B157EFC2D6C8}"/>
              </a:ext>
            </a:extLst>
          </p:cNvPr>
          <p:cNvSpPr/>
          <p:nvPr/>
        </p:nvSpPr>
        <p:spPr>
          <a:xfrm>
            <a:off x="7916115" y="7009973"/>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0" name="그룹 109">
            <a:extLst>
              <a:ext uri="{FF2B5EF4-FFF2-40B4-BE49-F238E27FC236}">
                <a16:creationId xmlns:a16="http://schemas.microsoft.com/office/drawing/2014/main" id="{887E7612-08BF-481B-8604-4256EDF648FA}"/>
              </a:ext>
            </a:extLst>
          </p:cNvPr>
          <p:cNvGrpSpPr/>
          <p:nvPr/>
        </p:nvGrpSpPr>
        <p:grpSpPr>
          <a:xfrm>
            <a:off x="4937350" y="541720"/>
            <a:ext cx="3935785" cy="4360092"/>
            <a:chOff x="-3314154" y="1030623"/>
            <a:chExt cx="3935785" cy="4360092"/>
          </a:xfrm>
        </p:grpSpPr>
        <p:sp>
          <p:nvSpPr>
            <p:cNvPr id="111" name="직사각형 110">
              <a:extLst>
                <a:ext uri="{FF2B5EF4-FFF2-40B4-BE49-F238E27FC236}">
                  <a16:creationId xmlns:a16="http://schemas.microsoft.com/office/drawing/2014/main" id="{342644C2-D409-42E9-BEB3-480D83A14309}"/>
                </a:ext>
              </a:extLst>
            </p:cNvPr>
            <p:cNvSpPr/>
            <p:nvPr/>
          </p:nvSpPr>
          <p:spPr>
            <a:xfrm>
              <a:off x="-3314154" y="1030623"/>
              <a:ext cx="3935785" cy="436009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114" name="TextBox 113">
              <a:extLst>
                <a:ext uri="{FF2B5EF4-FFF2-40B4-BE49-F238E27FC236}">
                  <a16:creationId xmlns:a16="http://schemas.microsoft.com/office/drawing/2014/main" id="{2D4F8A29-DC52-4C50-AC5E-459501974738}"/>
                </a:ext>
              </a:extLst>
            </p:cNvPr>
            <p:cNvSpPr txBox="1"/>
            <p:nvPr/>
          </p:nvSpPr>
          <p:spPr>
            <a:xfrm>
              <a:off x="-3211136" y="1183189"/>
              <a:ext cx="103265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교환신청하기</a:t>
              </a:r>
              <a:endParaRPr lang="ko-KR" altLang="en-US" sz="900" dirty="0"/>
            </a:p>
          </p:txBody>
        </p:sp>
        <p:sp>
          <p:nvSpPr>
            <p:cNvPr id="115" name="직사각형 114">
              <a:extLst>
                <a:ext uri="{FF2B5EF4-FFF2-40B4-BE49-F238E27FC236}">
                  <a16:creationId xmlns:a16="http://schemas.microsoft.com/office/drawing/2014/main" id="{741780FE-B044-4716-A362-A315F8588E5F}"/>
                </a:ext>
              </a:extLst>
            </p:cNvPr>
            <p:cNvSpPr/>
            <p:nvPr/>
          </p:nvSpPr>
          <p:spPr>
            <a:xfrm>
              <a:off x="-2227923" y="4868152"/>
              <a:ext cx="891615" cy="213360"/>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교환신청</a:t>
              </a:r>
              <a:endParaRPr lang="en-US" altLang="ko-KR" sz="800" dirty="0">
                <a:solidFill>
                  <a:schemeClr val="bg1"/>
                </a:solidFill>
              </a:endParaRPr>
            </a:p>
          </p:txBody>
        </p:sp>
        <p:grpSp>
          <p:nvGrpSpPr>
            <p:cNvPr id="116" name="Image">
              <a:extLst>
                <a:ext uri="{FF2B5EF4-FFF2-40B4-BE49-F238E27FC236}">
                  <a16:creationId xmlns:a16="http://schemas.microsoft.com/office/drawing/2014/main" id="{EB7CFED1-211A-4525-8E47-A7A0EFBBFC69}"/>
                </a:ext>
              </a:extLst>
            </p:cNvPr>
            <p:cNvGrpSpPr>
              <a:grpSpLocks/>
            </p:cNvGrpSpPr>
            <p:nvPr/>
          </p:nvGrpSpPr>
          <p:grpSpPr bwMode="auto">
            <a:xfrm>
              <a:off x="309326" y="1150690"/>
              <a:ext cx="204716" cy="209797"/>
              <a:chOff x="508000" y="1397000"/>
              <a:chExt cx="1008112" cy="1008112"/>
            </a:xfrm>
          </p:grpSpPr>
          <p:sp>
            <p:nvSpPr>
              <p:cNvPr id="130" name="Border">
                <a:extLst>
                  <a:ext uri="{FF2B5EF4-FFF2-40B4-BE49-F238E27FC236}">
                    <a16:creationId xmlns:a16="http://schemas.microsoft.com/office/drawing/2014/main" id="{E32DA9C8-3501-4B5F-8FEA-8A11D86206E0}"/>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1" name="Line 2">
                <a:extLst>
                  <a:ext uri="{FF2B5EF4-FFF2-40B4-BE49-F238E27FC236}">
                    <a16:creationId xmlns:a16="http://schemas.microsoft.com/office/drawing/2014/main" id="{B7E6219F-D1C5-491C-A08D-D2D638C771E5}"/>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32" name="Line 1">
                <a:extLst>
                  <a:ext uri="{FF2B5EF4-FFF2-40B4-BE49-F238E27FC236}">
                    <a16:creationId xmlns:a16="http://schemas.microsoft.com/office/drawing/2014/main" id="{5A1D47DB-2EB3-4AEE-B493-75479E21FF7C}"/>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17" name="직사각형 116">
              <a:extLst>
                <a:ext uri="{FF2B5EF4-FFF2-40B4-BE49-F238E27FC236}">
                  <a16:creationId xmlns:a16="http://schemas.microsoft.com/office/drawing/2014/main" id="{A4BA3EA5-4F60-4143-B8D7-B3AB4351C0EF}"/>
                </a:ext>
              </a:extLst>
            </p:cNvPr>
            <p:cNvSpPr/>
            <p:nvPr/>
          </p:nvSpPr>
          <p:spPr>
            <a:xfrm>
              <a:off x="-1229499" y="4868152"/>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118" name="TextBox 117">
              <a:extLst>
                <a:ext uri="{FF2B5EF4-FFF2-40B4-BE49-F238E27FC236}">
                  <a16:creationId xmlns:a16="http://schemas.microsoft.com/office/drawing/2014/main" id="{B3E85073-E93B-4D5D-B500-9294825DD061}"/>
                </a:ext>
              </a:extLst>
            </p:cNvPr>
            <p:cNvSpPr txBox="1"/>
            <p:nvPr/>
          </p:nvSpPr>
          <p:spPr>
            <a:xfrm>
              <a:off x="-3074177" y="1555323"/>
              <a:ext cx="646331" cy="230832"/>
            </a:xfrm>
            <a:prstGeom prst="rect">
              <a:avLst/>
            </a:prstGeom>
            <a:noFill/>
          </p:spPr>
          <p:txBody>
            <a:bodyPr wrap="none" rtlCol="0">
              <a:spAutoFit/>
            </a:bodyPr>
            <a:lstStyle/>
            <a:p>
              <a:r>
                <a:rPr lang="ko-KR" altLang="en-US" sz="900" dirty="0"/>
                <a:t>주문상품</a:t>
              </a:r>
            </a:p>
          </p:txBody>
        </p:sp>
        <p:grpSp>
          <p:nvGrpSpPr>
            <p:cNvPr id="119" name="그룹 118">
              <a:extLst>
                <a:ext uri="{FF2B5EF4-FFF2-40B4-BE49-F238E27FC236}">
                  <a16:creationId xmlns:a16="http://schemas.microsoft.com/office/drawing/2014/main" id="{A1AC11D7-77E9-44BA-9E50-479C0BD2A0DE}"/>
                </a:ext>
              </a:extLst>
            </p:cNvPr>
            <p:cNvGrpSpPr/>
            <p:nvPr/>
          </p:nvGrpSpPr>
          <p:grpSpPr>
            <a:xfrm>
              <a:off x="-3036963" y="1881678"/>
              <a:ext cx="689346" cy="440906"/>
              <a:chOff x="2843808" y="1955121"/>
              <a:chExt cx="1674813" cy="596970"/>
            </a:xfrm>
            <a:solidFill>
              <a:schemeClr val="bg1">
                <a:lumMod val="95000"/>
              </a:schemeClr>
            </a:solidFill>
          </p:grpSpPr>
          <p:sp>
            <p:nvSpPr>
              <p:cNvPr id="126" name="Border">
                <a:extLst>
                  <a:ext uri="{FF2B5EF4-FFF2-40B4-BE49-F238E27FC236}">
                    <a16:creationId xmlns:a16="http://schemas.microsoft.com/office/drawing/2014/main" id="{0FCDC8B6-578D-4C46-AA2E-D64B3C33085A}"/>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7" name="Line 2">
                <a:extLst>
                  <a:ext uri="{FF2B5EF4-FFF2-40B4-BE49-F238E27FC236}">
                    <a16:creationId xmlns:a16="http://schemas.microsoft.com/office/drawing/2014/main" id="{C08C2CF2-949B-42E8-83B2-CA9AFC5AA758}"/>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8" name="Line 1">
                <a:extLst>
                  <a:ext uri="{FF2B5EF4-FFF2-40B4-BE49-F238E27FC236}">
                    <a16:creationId xmlns:a16="http://schemas.microsoft.com/office/drawing/2014/main" id="{EB8BB97A-C400-4741-994E-C2B591578D6A}"/>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29" name="TextBox 128">
                <a:extLst>
                  <a:ext uri="{FF2B5EF4-FFF2-40B4-BE49-F238E27FC236}">
                    <a16:creationId xmlns:a16="http://schemas.microsoft.com/office/drawing/2014/main" id="{37CADA31-6554-491C-9BBD-D9F4CD1F4CF6}"/>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20" name="직사각형 119">
              <a:extLst>
                <a:ext uri="{FF2B5EF4-FFF2-40B4-BE49-F238E27FC236}">
                  <a16:creationId xmlns:a16="http://schemas.microsoft.com/office/drawing/2014/main" id="{69343730-970D-4DB9-A435-BED97135273B}"/>
                </a:ext>
              </a:extLst>
            </p:cNvPr>
            <p:cNvSpPr/>
            <p:nvPr/>
          </p:nvSpPr>
          <p:spPr>
            <a:xfrm>
              <a:off x="-2326534" y="1881678"/>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21" name="TextBox 120">
              <a:extLst>
                <a:ext uri="{FF2B5EF4-FFF2-40B4-BE49-F238E27FC236}">
                  <a16:creationId xmlns:a16="http://schemas.microsoft.com/office/drawing/2014/main" id="{3884EC74-4CB4-48CA-AC96-79A4EE2DC2CF}"/>
                </a:ext>
              </a:extLst>
            </p:cNvPr>
            <p:cNvSpPr txBox="1"/>
            <p:nvPr/>
          </p:nvSpPr>
          <p:spPr>
            <a:xfrm>
              <a:off x="-3074177" y="2517827"/>
              <a:ext cx="646331" cy="230832"/>
            </a:xfrm>
            <a:prstGeom prst="rect">
              <a:avLst/>
            </a:prstGeom>
            <a:noFill/>
          </p:spPr>
          <p:txBody>
            <a:bodyPr wrap="none" rtlCol="0">
              <a:spAutoFit/>
            </a:bodyPr>
            <a:lstStyle/>
            <a:p>
              <a:r>
                <a:rPr lang="ko-KR" altLang="en-US" sz="900" dirty="0"/>
                <a:t>교환사유</a:t>
              </a:r>
            </a:p>
          </p:txBody>
        </p:sp>
        <p:sp>
          <p:nvSpPr>
            <p:cNvPr id="122" name="직사각형 121">
              <a:extLst>
                <a:ext uri="{FF2B5EF4-FFF2-40B4-BE49-F238E27FC236}">
                  <a16:creationId xmlns:a16="http://schemas.microsoft.com/office/drawing/2014/main" id="{8FB192FA-6051-4EC5-8B42-9C38412032FA}"/>
                </a:ext>
              </a:extLst>
            </p:cNvPr>
            <p:cNvSpPr/>
            <p:nvPr/>
          </p:nvSpPr>
          <p:spPr>
            <a:xfrm>
              <a:off x="-3038013" y="2801053"/>
              <a:ext cx="3471371" cy="250173"/>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다른 상품이 배송되었습니다                                                 ▼</a:t>
              </a:r>
              <a:endParaRPr lang="en-US" altLang="ko-KR" sz="800" dirty="0">
                <a:solidFill>
                  <a:schemeClr val="tx1"/>
                </a:solidFill>
              </a:endParaRPr>
            </a:p>
          </p:txBody>
        </p:sp>
        <p:sp>
          <p:nvSpPr>
            <p:cNvPr id="123" name="TextBox 122">
              <a:extLst>
                <a:ext uri="{FF2B5EF4-FFF2-40B4-BE49-F238E27FC236}">
                  <a16:creationId xmlns:a16="http://schemas.microsoft.com/office/drawing/2014/main" id="{B56B381F-E66C-4241-A8CB-318C6599C4EA}"/>
                </a:ext>
              </a:extLst>
            </p:cNvPr>
            <p:cNvSpPr txBox="1"/>
            <p:nvPr/>
          </p:nvSpPr>
          <p:spPr>
            <a:xfrm>
              <a:off x="-3075020" y="3343189"/>
              <a:ext cx="877163" cy="230832"/>
            </a:xfrm>
            <a:prstGeom prst="rect">
              <a:avLst/>
            </a:prstGeom>
            <a:noFill/>
          </p:spPr>
          <p:txBody>
            <a:bodyPr wrap="none" rtlCol="0">
              <a:spAutoFit/>
            </a:bodyPr>
            <a:lstStyle/>
            <a:p>
              <a:r>
                <a:rPr lang="ko-KR" altLang="en-US" sz="900" dirty="0"/>
                <a:t>상품회수방법</a:t>
              </a:r>
            </a:p>
          </p:txBody>
        </p:sp>
        <p:sp>
          <p:nvSpPr>
            <p:cNvPr id="124" name="TextBox 123">
              <a:extLst>
                <a:ext uri="{FF2B5EF4-FFF2-40B4-BE49-F238E27FC236}">
                  <a16:creationId xmlns:a16="http://schemas.microsoft.com/office/drawing/2014/main" id="{C5792DAC-BD32-48FA-9D27-868E7720E1DC}"/>
                </a:ext>
              </a:extLst>
            </p:cNvPr>
            <p:cNvSpPr txBox="1"/>
            <p:nvPr/>
          </p:nvSpPr>
          <p:spPr>
            <a:xfrm>
              <a:off x="-3077675" y="3645435"/>
              <a:ext cx="1699504" cy="230832"/>
            </a:xfrm>
            <a:prstGeom prst="rect">
              <a:avLst/>
            </a:prstGeom>
            <a:noFill/>
          </p:spPr>
          <p:txBody>
            <a:bodyPr wrap="none" rtlCol="0">
              <a:spAutoFit/>
            </a:bodyPr>
            <a:lstStyle/>
            <a:p>
              <a:r>
                <a:rPr lang="ko-KR" altLang="en-US" sz="900" dirty="0"/>
                <a:t>● </a:t>
              </a:r>
              <a:r>
                <a:rPr lang="ko-KR" altLang="en-US" sz="900" dirty="0" err="1"/>
                <a:t>자동회수</a:t>
              </a:r>
              <a:r>
                <a:rPr lang="ko-KR" altLang="en-US" sz="900" dirty="0"/>
                <a:t>       ○ </a:t>
              </a:r>
              <a:r>
                <a:rPr lang="ko-KR" altLang="en-US" sz="900" dirty="0" err="1"/>
                <a:t>수동회수</a:t>
              </a:r>
              <a:endParaRPr lang="ko-KR" altLang="en-US" sz="900" dirty="0"/>
            </a:p>
          </p:txBody>
        </p:sp>
        <p:sp>
          <p:nvSpPr>
            <p:cNvPr id="125" name="직사각형 124">
              <a:extLst>
                <a:ext uri="{FF2B5EF4-FFF2-40B4-BE49-F238E27FC236}">
                  <a16:creationId xmlns:a16="http://schemas.microsoft.com/office/drawing/2014/main" id="{CB7BB57E-69E6-47E8-A606-A47EA61C8EE2}"/>
                </a:ext>
              </a:extLst>
            </p:cNvPr>
            <p:cNvSpPr/>
            <p:nvPr/>
          </p:nvSpPr>
          <p:spPr>
            <a:xfrm>
              <a:off x="-3038014" y="3962058"/>
              <a:ext cx="3471371" cy="684281"/>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a:solidFill>
                    <a:schemeClr val="tx1"/>
                  </a:solidFill>
                </a:rPr>
                <a:t>※ </a:t>
              </a:r>
              <a:r>
                <a:rPr lang="ko-KR" altLang="en-US" sz="800" dirty="0">
                  <a:solidFill>
                    <a:schemeClr val="tx1"/>
                  </a:solidFill>
                </a:rPr>
                <a:t>교환이라고 표기해서 문 앞에 두시면 </a:t>
              </a:r>
              <a:r>
                <a:rPr lang="en-US" altLang="ko-KR" sz="800" dirty="0">
                  <a:solidFill>
                    <a:schemeClr val="tx1"/>
                  </a:solidFill>
                </a:rPr>
                <a:t>“</a:t>
              </a:r>
              <a:r>
                <a:rPr lang="ko-KR" altLang="en-US" sz="800" dirty="0">
                  <a:solidFill>
                    <a:schemeClr val="tx1"/>
                  </a:solidFill>
                </a:rPr>
                <a:t>한진택배</a:t>
              </a:r>
              <a:r>
                <a:rPr lang="en-US" altLang="ko-KR" sz="800" dirty="0">
                  <a:solidFill>
                    <a:schemeClr val="tx1"/>
                  </a:solidFill>
                </a:rPr>
                <a:t>”</a:t>
              </a:r>
              <a:r>
                <a:rPr lang="ko-KR" altLang="en-US" sz="800" dirty="0">
                  <a:solidFill>
                    <a:schemeClr val="tx1"/>
                  </a:solidFill>
                </a:rPr>
                <a:t>에서 회수합니다</a:t>
              </a:r>
              <a:r>
                <a:rPr lang="en-US" altLang="ko-KR" sz="800" dirty="0">
                  <a:solidFill>
                    <a:schemeClr val="tx1"/>
                  </a:solidFill>
                </a:rPr>
                <a:t>.</a:t>
              </a:r>
              <a:r>
                <a:rPr lang="ko-KR" altLang="en-US" sz="800" dirty="0">
                  <a:solidFill>
                    <a:schemeClr val="tx1"/>
                  </a:solidFill>
                </a:rPr>
                <a:t> </a:t>
              </a:r>
              <a:endParaRPr lang="en-US" altLang="ko-KR" sz="800" dirty="0">
                <a:solidFill>
                  <a:schemeClr val="tx1"/>
                </a:solidFill>
              </a:endParaRPr>
            </a:p>
            <a:p>
              <a:pPr>
                <a:lnSpc>
                  <a:spcPct val="150000"/>
                </a:lnSpc>
              </a:pPr>
              <a:r>
                <a:rPr lang="ko-KR" altLang="en-US" sz="800" dirty="0">
                  <a:solidFill>
                    <a:schemeClr val="tx1"/>
                  </a:solidFill>
                </a:rPr>
                <a:t>   물품에 문제가 없을 경우 택배비가 발생합니다</a:t>
              </a:r>
              <a:r>
                <a:rPr lang="en-US" altLang="ko-KR" sz="800" dirty="0">
                  <a:solidFill>
                    <a:schemeClr val="tx1"/>
                  </a:solidFill>
                </a:rPr>
                <a:t>.</a:t>
              </a:r>
            </a:p>
          </p:txBody>
        </p:sp>
      </p:grpSp>
      <p:grpSp>
        <p:nvGrpSpPr>
          <p:cNvPr id="133" name="그룹 132">
            <a:extLst>
              <a:ext uri="{FF2B5EF4-FFF2-40B4-BE49-F238E27FC236}">
                <a16:creationId xmlns:a16="http://schemas.microsoft.com/office/drawing/2014/main" id="{7C87A503-0541-441D-9A2A-A3A8B5E8BEE5}"/>
              </a:ext>
            </a:extLst>
          </p:cNvPr>
          <p:cNvGrpSpPr/>
          <p:nvPr/>
        </p:nvGrpSpPr>
        <p:grpSpPr>
          <a:xfrm>
            <a:off x="481650" y="536311"/>
            <a:ext cx="3935785" cy="4360092"/>
            <a:chOff x="-3314154" y="1030623"/>
            <a:chExt cx="3935785" cy="4360092"/>
          </a:xfrm>
        </p:grpSpPr>
        <p:sp>
          <p:nvSpPr>
            <p:cNvPr id="161" name="직사각형 160">
              <a:extLst>
                <a:ext uri="{FF2B5EF4-FFF2-40B4-BE49-F238E27FC236}">
                  <a16:creationId xmlns:a16="http://schemas.microsoft.com/office/drawing/2014/main" id="{8F4E4935-3F9B-49A2-9FF9-83D7F21B1A7A}"/>
                </a:ext>
              </a:extLst>
            </p:cNvPr>
            <p:cNvSpPr/>
            <p:nvPr/>
          </p:nvSpPr>
          <p:spPr>
            <a:xfrm>
              <a:off x="-3314154" y="1030623"/>
              <a:ext cx="3935785" cy="4360092"/>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1AE83F9A-A804-4AD4-8BF9-47B4E4970C73}"/>
                </a:ext>
              </a:extLst>
            </p:cNvPr>
            <p:cNvSpPr txBox="1"/>
            <p:nvPr/>
          </p:nvSpPr>
          <p:spPr>
            <a:xfrm>
              <a:off x="-3211136" y="1183189"/>
              <a:ext cx="103265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교환신청하기</a:t>
              </a:r>
              <a:endParaRPr lang="ko-KR" altLang="en-US" sz="900" dirty="0"/>
            </a:p>
          </p:txBody>
        </p:sp>
        <p:sp>
          <p:nvSpPr>
            <p:cNvPr id="163" name="직사각형 162">
              <a:extLst>
                <a:ext uri="{FF2B5EF4-FFF2-40B4-BE49-F238E27FC236}">
                  <a16:creationId xmlns:a16="http://schemas.microsoft.com/office/drawing/2014/main" id="{E8992FC0-0143-426F-B79D-8772881FA1CE}"/>
                </a:ext>
              </a:extLst>
            </p:cNvPr>
            <p:cNvSpPr/>
            <p:nvPr/>
          </p:nvSpPr>
          <p:spPr>
            <a:xfrm>
              <a:off x="-2227923" y="4868152"/>
              <a:ext cx="891615" cy="213360"/>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교환신청</a:t>
              </a:r>
              <a:endParaRPr lang="en-US" altLang="ko-KR" sz="800" dirty="0">
                <a:solidFill>
                  <a:schemeClr val="bg1"/>
                </a:solidFill>
              </a:endParaRPr>
            </a:p>
          </p:txBody>
        </p:sp>
        <p:grpSp>
          <p:nvGrpSpPr>
            <p:cNvPr id="164" name="Image">
              <a:extLst>
                <a:ext uri="{FF2B5EF4-FFF2-40B4-BE49-F238E27FC236}">
                  <a16:creationId xmlns:a16="http://schemas.microsoft.com/office/drawing/2014/main" id="{59F26161-F1A4-4FB4-84D6-C94EB451A5F1}"/>
                </a:ext>
              </a:extLst>
            </p:cNvPr>
            <p:cNvGrpSpPr>
              <a:grpSpLocks/>
            </p:cNvGrpSpPr>
            <p:nvPr/>
          </p:nvGrpSpPr>
          <p:grpSpPr bwMode="auto">
            <a:xfrm>
              <a:off x="309326" y="1150690"/>
              <a:ext cx="204716" cy="209797"/>
              <a:chOff x="508000" y="1397000"/>
              <a:chExt cx="1008112" cy="1008112"/>
            </a:xfrm>
          </p:grpSpPr>
          <p:sp>
            <p:nvSpPr>
              <p:cNvPr id="178" name="Border">
                <a:extLst>
                  <a:ext uri="{FF2B5EF4-FFF2-40B4-BE49-F238E27FC236}">
                    <a16:creationId xmlns:a16="http://schemas.microsoft.com/office/drawing/2014/main" id="{59222FE1-791F-450F-A3FA-9C43F942716D}"/>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9" name="Line 2">
                <a:extLst>
                  <a:ext uri="{FF2B5EF4-FFF2-40B4-BE49-F238E27FC236}">
                    <a16:creationId xmlns:a16="http://schemas.microsoft.com/office/drawing/2014/main" id="{A07955BF-1A18-4D9F-B857-9C2898658ED7}"/>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0" name="Line 1">
                <a:extLst>
                  <a:ext uri="{FF2B5EF4-FFF2-40B4-BE49-F238E27FC236}">
                    <a16:creationId xmlns:a16="http://schemas.microsoft.com/office/drawing/2014/main" id="{ECFB9282-86B3-44BF-836F-3D85BBEC4CD5}"/>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65" name="직사각형 164">
              <a:extLst>
                <a:ext uri="{FF2B5EF4-FFF2-40B4-BE49-F238E27FC236}">
                  <a16:creationId xmlns:a16="http://schemas.microsoft.com/office/drawing/2014/main" id="{AB8B323E-5724-4141-B52E-41FA12FD7A18}"/>
                </a:ext>
              </a:extLst>
            </p:cNvPr>
            <p:cNvSpPr/>
            <p:nvPr/>
          </p:nvSpPr>
          <p:spPr>
            <a:xfrm>
              <a:off x="-1229499" y="4868152"/>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166" name="TextBox 165">
              <a:extLst>
                <a:ext uri="{FF2B5EF4-FFF2-40B4-BE49-F238E27FC236}">
                  <a16:creationId xmlns:a16="http://schemas.microsoft.com/office/drawing/2014/main" id="{F942CFDB-87AD-4682-B0FF-DD17000C9BCE}"/>
                </a:ext>
              </a:extLst>
            </p:cNvPr>
            <p:cNvSpPr txBox="1"/>
            <p:nvPr/>
          </p:nvSpPr>
          <p:spPr>
            <a:xfrm>
              <a:off x="-3074177" y="1555323"/>
              <a:ext cx="646331" cy="230832"/>
            </a:xfrm>
            <a:prstGeom prst="rect">
              <a:avLst/>
            </a:prstGeom>
            <a:noFill/>
          </p:spPr>
          <p:txBody>
            <a:bodyPr wrap="none" rtlCol="0">
              <a:spAutoFit/>
            </a:bodyPr>
            <a:lstStyle/>
            <a:p>
              <a:r>
                <a:rPr lang="ko-KR" altLang="en-US" sz="900" dirty="0"/>
                <a:t>주문상품</a:t>
              </a:r>
            </a:p>
          </p:txBody>
        </p:sp>
        <p:grpSp>
          <p:nvGrpSpPr>
            <p:cNvPr id="167" name="그룹 166">
              <a:extLst>
                <a:ext uri="{FF2B5EF4-FFF2-40B4-BE49-F238E27FC236}">
                  <a16:creationId xmlns:a16="http://schemas.microsoft.com/office/drawing/2014/main" id="{872A2784-DD6E-40A7-94C2-8EEA627F74B7}"/>
                </a:ext>
              </a:extLst>
            </p:cNvPr>
            <p:cNvGrpSpPr/>
            <p:nvPr/>
          </p:nvGrpSpPr>
          <p:grpSpPr>
            <a:xfrm>
              <a:off x="-3036963" y="1881678"/>
              <a:ext cx="689346" cy="440906"/>
              <a:chOff x="2843808" y="1955121"/>
              <a:chExt cx="1674813" cy="596970"/>
            </a:xfrm>
            <a:solidFill>
              <a:schemeClr val="bg1">
                <a:lumMod val="95000"/>
              </a:schemeClr>
            </a:solidFill>
          </p:grpSpPr>
          <p:sp>
            <p:nvSpPr>
              <p:cNvPr id="174" name="Border">
                <a:extLst>
                  <a:ext uri="{FF2B5EF4-FFF2-40B4-BE49-F238E27FC236}">
                    <a16:creationId xmlns:a16="http://schemas.microsoft.com/office/drawing/2014/main" id="{8EA994C5-E90A-413C-BB58-BA893A734600}"/>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5" name="Line 2">
                <a:extLst>
                  <a:ext uri="{FF2B5EF4-FFF2-40B4-BE49-F238E27FC236}">
                    <a16:creationId xmlns:a16="http://schemas.microsoft.com/office/drawing/2014/main" id="{345CDD63-AC25-4B98-921C-4C67CCBC60A5}"/>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6" name="Line 1">
                <a:extLst>
                  <a:ext uri="{FF2B5EF4-FFF2-40B4-BE49-F238E27FC236}">
                    <a16:creationId xmlns:a16="http://schemas.microsoft.com/office/drawing/2014/main" id="{58A15312-843A-4D7F-8046-0827399534DD}"/>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7" name="TextBox 176">
                <a:extLst>
                  <a:ext uri="{FF2B5EF4-FFF2-40B4-BE49-F238E27FC236}">
                    <a16:creationId xmlns:a16="http://schemas.microsoft.com/office/drawing/2014/main" id="{6D99D08E-5FD3-432C-B9AC-0B6D5AB9F9B9}"/>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68" name="직사각형 167">
              <a:extLst>
                <a:ext uri="{FF2B5EF4-FFF2-40B4-BE49-F238E27FC236}">
                  <a16:creationId xmlns:a16="http://schemas.microsoft.com/office/drawing/2014/main" id="{14CBFC62-1B6E-46E0-B869-C4A2C0251C8E}"/>
                </a:ext>
              </a:extLst>
            </p:cNvPr>
            <p:cNvSpPr/>
            <p:nvPr/>
          </p:nvSpPr>
          <p:spPr>
            <a:xfrm>
              <a:off x="-2326534" y="1881678"/>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69" name="TextBox 168">
              <a:extLst>
                <a:ext uri="{FF2B5EF4-FFF2-40B4-BE49-F238E27FC236}">
                  <a16:creationId xmlns:a16="http://schemas.microsoft.com/office/drawing/2014/main" id="{18F28F5F-2247-48F5-A999-25ECDCC22384}"/>
                </a:ext>
              </a:extLst>
            </p:cNvPr>
            <p:cNvSpPr txBox="1"/>
            <p:nvPr/>
          </p:nvSpPr>
          <p:spPr>
            <a:xfrm>
              <a:off x="-3074177" y="2517827"/>
              <a:ext cx="646331" cy="230832"/>
            </a:xfrm>
            <a:prstGeom prst="rect">
              <a:avLst/>
            </a:prstGeom>
            <a:noFill/>
          </p:spPr>
          <p:txBody>
            <a:bodyPr wrap="none" rtlCol="0">
              <a:spAutoFit/>
            </a:bodyPr>
            <a:lstStyle/>
            <a:p>
              <a:r>
                <a:rPr lang="ko-KR" altLang="en-US" sz="900" dirty="0"/>
                <a:t>교환사유</a:t>
              </a:r>
            </a:p>
          </p:txBody>
        </p:sp>
        <p:sp>
          <p:nvSpPr>
            <p:cNvPr id="170" name="직사각형 169">
              <a:extLst>
                <a:ext uri="{FF2B5EF4-FFF2-40B4-BE49-F238E27FC236}">
                  <a16:creationId xmlns:a16="http://schemas.microsoft.com/office/drawing/2014/main" id="{70189901-8D87-45C7-86AE-1DBE786783AD}"/>
                </a:ext>
              </a:extLst>
            </p:cNvPr>
            <p:cNvSpPr/>
            <p:nvPr/>
          </p:nvSpPr>
          <p:spPr>
            <a:xfrm>
              <a:off x="-3038013" y="2801053"/>
              <a:ext cx="3471371" cy="250173"/>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다른 상품이 배송되었습니다                                                ▼</a:t>
              </a:r>
              <a:endParaRPr lang="en-US" altLang="ko-KR" sz="800" dirty="0">
                <a:solidFill>
                  <a:schemeClr val="tx1"/>
                </a:solidFill>
              </a:endParaRPr>
            </a:p>
          </p:txBody>
        </p:sp>
        <p:sp>
          <p:nvSpPr>
            <p:cNvPr id="171" name="TextBox 170">
              <a:extLst>
                <a:ext uri="{FF2B5EF4-FFF2-40B4-BE49-F238E27FC236}">
                  <a16:creationId xmlns:a16="http://schemas.microsoft.com/office/drawing/2014/main" id="{709BDB94-D3E7-45AC-B705-C37E3C9BF34F}"/>
                </a:ext>
              </a:extLst>
            </p:cNvPr>
            <p:cNvSpPr txBox="1"/>
            <p:nvPr/>
          </p:nvSpPr>
          <p:spPr>
            <a:xfrm>
              <a:off x="-3075020" y="3343189"/>
              <a:ext cx="877163" cy="230832"/>
            </a:xfrm>
            <a:prstGeom prst="rect">
              <a:avLst/>
            </a:prstGeom>
            <a:noFill/>
          </p:spPr>
          <p:txBody>
            <a:bodyPr wrap="none" rtlCol="0">
              <a:spAutoFit/>
            </a:bodyPr>
            <a:lstStyle/>
            <a:p>
              <a:r>
                <a:rPr lang="ko-KR" altLang="en-US" sz="900" dirty="0"/>
                <a:t>상품회수방법</a:t>
              </a:r>
            </a:p>
          </p:txBody>
        </p:sp>
        <p:sp>
          <p:nvSpPr>
            <p:cNvPr id="172" name="TextBox 171">
              <a:extLst>
                <a:ext uri="{FF2B5EF4-FFF2-40B4-BE49-F238E27FC236}">
                  <a16:creationId xmlns:a16="http://schemas.microsoft.com/office/drawing/2014/main" id="{0E58A722-554A-4BAF-AB83-EECF6D60D0FA}"/>
                </a:ext>
              </a:extLst>
            </p:cNvPr>
            <p:cNvSpPr txBox="1"/>
            <p:nvPr/>
          </p:nvSpPr>
          <p:spPr>
            <a:xfrm>
              <a:off x="-3077675" y="3645435"/>
              <a:ext cx="1699504" cy="230832"/>
            </a:xfrm>
            <a:prstGeom prst="rect">
              <a:avLst/>
            </a:prstGeom>
            <a:noFill/>
          </p:spPr>
          <p:txBody>
            <a:bodyPr wrap="none" rtlCol="0">
              <a:spAutoFit/>
            </a:bodyPr>
            <a:lstStyle/>
            <a:p>
              <a:r>
                <a:rPr lang="ko-KR" altLang="en-US" sz="900" dirty="0"/>
                <a:t>○ </a:t>
              </a:r>
              <a:r>
                <a:rPr lang="ko-KR" altLang="en-US" sz="900" dirty="0" err="1"/>
                <a:t>자동회수</a:t>
              </a:r>
              <a:r>
                <a:rPr lang="ko-KR" altLang="en-US" sz="900" dirty="0"/>
                <a:t>       ● </a:t>
              </a:r>
              <a:r>
                <a:rPr lang="ko-KR" altLang="en-US" sz="900" dirty="0" err="1"/>
                <a:t>수동회수</a:t>
              </a:r>
              <a:endParaRPr lang="ko-KR" altLang="en-US" sz="900" dirty="0"/>
            </a:p>
          </p:txBody>
        </p:sp>
        <p:sp>
          <p:nvSpPr>
            <p:cNvPr id="173" name="직사각형 172">
              <a:extLst>
                <a:ext uri="{FF2B5EF4-FFF2-40B4-BE49-F238E27FC236}">
                  <a16:creationId xmlns:a16="http://schemas.microsoft.com/office/drawing/2014/main" id="{F68D51C7-958D-4F7B-A5D1-A0165439F8E4}"/>
                </a:ext>
              </a:extLst>
            </p:cNvPr>
            <p:cNvSpPr/>
            <p:nvPr/>
          </p:nvSpPr>
          <p:spPr>
            <a:xfrm>
              <a:off x="-3038014" y="3967467"/>
              <a:ext cx="3471371" cy="710360"/>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a:solidFill>
                    <a:schemeClr val="tx1"/>
                  </a:solidFill>
                </a:rPr>
                <a:t>   </a:t>
              </a:r>
              <a:r>
                <a:rPr lang="ko-KR" altLang="en-US" sz="800" dirty="0">
                  <a:solidFill>
                    <a:schemeClr val="tx1"/>
                  </a:solidFill>
                </a:rPr>
                <a:t>상품회수주소</a:t>
              </a:r>
              <a:endParaRPr lang="en-US" altLang="ko-KR" sz="800" dirty="0">
                <a:solidFill>
                  <a:schemeClr val="tx1"/>
                </a:solidFill>
              </a:endParaRPr>
            </a:p>
            <a:p>
              <a:pPr>
                <a:lnSpc>
                  <a:spcPct val="150000"/>
                </a:lnSpc>
              </a:pPr>
              <a:r>
                <a:rPr lang="en-US" altLang="ko-KR" sz="800" dirty="0">
                  <a:solidFill>
                    <a:schemeClr val="tx1"/>
                  </a:solidFill>
                </a:rPr>
                <a:t>   20202</a:t>
              </a:r>
            </a:p>
            <a:p>
              <a:pPr>
                <a:lnSpc>
                  <a:spcPct val="150000"/>
                </a:lnSpc>
              </a:pPr>
              <a:r>
                <a:rPr lang="en-US" altLang="ko-KR" sz="800" dirty="0">
                  <a:solidFill>
                    <a:schemeClr val="tx1"/>
                  </a:solidFill>
                </a:rPr>
                <a:t>   </a:t>
              </a:r>
              <a:r>
                <a:rPr lang="ko-KR" altLang="en-US" sz="800" dirty="0">
                  <a:solidFill>
                    <a:schemeClr val="tx1"/>
                  </a:solidFill>
                </a:rPr>
                <a:t>서울시 마포구 공덕동 </a:t>
              </a:r>
              <a:r>
                <a:rPr lang="en-US" altLang="ko-KR" sz="800" dirty="0">
                  <a:solidFill>
                    <a:schemeClr val="tx1"/>
                  </a:solidFill>
                </a:rPr>
                <a:t>2003</a:t>
              </a:r>
              <a:r>
                <a:rPr lang="ko-KR" altLang="en-US" sz="800" dirty="0">
                  <a:solidFill>
                    <a:schemeClr val="tx1"/>
                  </a:solidFill>
                </a:rPr>
                <a:t> </a:t>
              </a:r>
              <a:endParaRPr lang="en-US" altLang="ko-KR" sz="800" dirty="0">
                <a:solidFill>
                  <a:schemeClr val="tx1"/>
                </a:solidFill>
              </a:endParaRPr>
            </a:p>
          </p:txBody>
        </p:sp>
      </p:grpSp>
      <p:sp>
        <p:nvSpPr>
          <p:cNvPr id="182" name="타원 181">
            <a:extLst>
              <a:ext uri="{FF2B5EF4-FFF2-40B4-BE49-F238E27FC236}">
                <a16:creationId xmlns:a16="http://schemas.microsoft.com/office/drawing/2014/main" id="{3220FEAD-B180-4055-BD92-F21CD969C35B}"/>
              </a:ext>
            </a:extLst>
          </p:cNvPr>
          <p:cNvSpPr/>
          <p:nvPr/>
        </p:nvSpPr>
        <p:spPr>
          <a:xfrm>
            <a:off x="4937350" y="3067089"/>
            <a:ext cx="2084655"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83" name="직선 화살표 연결선 182">
            <a:extLst>
              <a:ext uri="{FF2B5EF4-FFF2-40B4-BE49-F238E27FC236}">
                <a16:creationId xmlns:a16="http://schemas.microsoft.com/office/drawing/2014/main" id="{731FB16C-3A9E-41FA-91FA-2E662999E6B8}"/>
              </a:ext>
            </a:extLst>
          </p:cNvPr>
          <p:cNvCxnSpPr>
            <a:cxnSpLocks/>
            <a:stCxn id="182" idx="2"/>
          </p:cNvCxnSpPr>
          <p:nvPr/>
        </p:nvCxnSpPr>
        <p:spPr>
          <a:xfrm flipH="1">
            <a:off x="2459496" y="3288901"/>
            <a:ext cx="2477854"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84" name="직사각형 183">
            <a:extLst>
              <a:ext uri="{FF2B5EF4-FFF2-40B4-BE49-F238E27FC236}">
                <a16:creationId xmlns:a16="http://schemas.microsoft.com/office/drawing/2014/main" id="{332EBA3B-39FF-4C6F-BE02-C18513509950}"/>
              </a:ext>
            </a:extLst>
          </p:cNvPr>
          <p:cNvSpPr/>
          <p:nvPr/>
        </p:nvSpPr>
        <p:spPr>
          <a:xfrm>
            <a:off x="491603" y="5304094"/>
            <a:ext cx="3935785" cy="5277873"/>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185" name="TextBox 184">
            <a:extLst>
              <a:ext uri="{FF2B5EF4-FFF2-40B4-BE49-F238E27FC236}">
                <a16:creationId xmlns:a16="http://schemas.microsoft.com/office/drawing/2014/main" id="{4B72F332-B345-4E81-A864-31439A72CD48}"/>
              </a:ext>
            </a:extLst>
          </p:cNvPr>
          <p:cNvSpPr txBox="1"/>
          <p:nvPr/>
        </p:nvSpPr>
        <p:spPr>
          <a:xfrm>
            <a:off x="594621" y="5456661"/>
            <a:ext cx="103265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교환신청하기</a:t>
            </a:r>
            <a:endParaRPr lang="ko-KR" altLang="en-US" sz="900" dirty="0"/>
          </a:p>
        </p:txBody>
      </p:sp>
      <p:sp>
        <p:nvSpPr>
          <p:cNvPr id="186" name="직사각형 185">
            <a:extLst>
              <a:ext uri="{FF2B5EF4-FFF2-40B4-BE49-F238E27FC236}">
                <a16:creationId xmlns:a16="http://schemas.microsoft.com/office/drawing/2014/main" id="{858272DE-1645-4060-8AAC-22B602429ED0}"/>
              </a:ext>
            </a:extLst>
          </p:cNvPr>
          <p:cNvSpPr/>
          <p:nvPr/>
        </p:nvSpPr>
        <p:spPr>
          <a:xfrm>
            <a:off x="1577834" y="10078147"/>
            <a:ext cx="891615" cy="213360"/>
          </a:xfrm>
          <a:prstGeom prst="rect">
            <a:avLst/>
          </a:prstGeom>
          <a:solidFill>
            <a:srgbClr val="FF0000"/>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교환신청</a:t>
            </a:r>
            <a:endParaRPr lang="en-US" altLang="ko-KR" sz="800" dirty="0">
              <a:solidFill>
                <a:schemeClr val="bg1"/>
              </a:solidFill>
            </a:endParaRPr>
          </a:p>
        </p:txBody>
      </p:sp>
      <p:grpSp>
        <p:nvGrpSpPr>
          <p:cNvPr id="187" name="Image">
            <a:extLst>
              <a:ext uri="{FF2B5EF4-FFF2-40B4-BE49-F238E27FC236}">
                <a16:creationId xmlns:a16="http://schemas.microsoft.com/office/drawing/2014/main" id="{74433CDE-EEE3-47C0-A270-7081F89B2573}"/>
              </a:ext>
            </a:extLst>
          </p:cNvPr>
          <p:cNvGrpSpPr>
            <a:grpSpLocks/>
          </p:cNvGrpSpPr>
          <p:nvPr/>
        </p:nvGrpSpPr>
        <p:grpSpPr bwMode="auto">
          <a:xfrm>
            <a:off x="4115083" y="5424162"/>
            <a:ext cx="204716" cy="209797"/>
            <a:chOff x="508000" y="1397000"/>
            <a:chExt cx="1008112" cy="1008112"/>
          </a:xfrm>
        </p:grpSpPr>
        <p:sp>
          <p:nvSpPr>
            <p:cNvPr id="188" name="Border">
              <a:extLst>
                <a:ext uri="{FF2B5EF4-FFF2-40B4-BE49-F238E27FC236}">
                  <a16:creationId xmlns:a16="http://schemas.microsoft.com/office/drawing/2014/main" id="{CFDA39E7-57B8-427F-9B90-C3A30EF1FD06}"/>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9" name="Line 2">
              <a:extLst>
                <a:ext uri="{FF2B5EF4-FFF2-40B4-BE49-F238E27FC236}">
                  <a16:creationId xmlns:a16="http://schemas.microsoft.com/office/drawing/2014/main" id="{0E0E2833-96AA-450B-A5CF-7E313284DC10}"/>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0" name="Line 1">
              <a:extLst>
                <a:ext uri="{FF2B5EF4-FFF2-40B4-BE49-F238E27FC236}">
                  <a16:creationId xmlns:a16="http://schemas.microsoft.com/office/drawing/2014/main" id="{924CF759-BA64-4DCB-A906-0C0C112E9309}"/>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91" name="직사각형 190">
            <a:extLst>
              <a:ext uri="{FF2B5EF4-FFF2-40B4-BE49-F238E27FC236}">
                <a16:creationId xmlns:a16="http://schemas.microsoft.com/office/drawing/2014/main" id="{D602A48D-940F-4EE5-9AD3-81CA55FE8620}"/>
              </a:ext>
            </a:extLst>
          </p:cNvPr>
          <p:cNvSpPr/>
          <p:nvPr/>
        </p:nvSpPr>
        <p:spPr>
          <a:xfrm>
            <a:off x="2576258" y="10078147"/>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192" name="TextBox 191">
            <a:extLst>
              <a:ext uri="{FF2B5EF4-FFF2-40B4-BE49-F238E27FC236}">
                <a16:creationId xmlns:a16="http://schemas.microsoft.com/office/drawing/2014/main" id="{4F4EEDCE-CBE4-4FD0-809B-9C85030C766E}"/>
              </a:ext>
            </a:extLst>
          </p:cNvPr>
          <p:cNvSpPr txBox="1"/>
          <p:nvPr/>
        </p:nvSpPr>
        <p:spPr>
          <a:xfrm>
            <a:off x="731580" y="5828795"/>
            <a:ext cx="646331" cy="230832"/>
          </a:xfrm>
          <a:prstGeom prst="rect">
            <a:avLst/>
          </a:prstGeom>
          <a:noFill/>
        </p:spPr>
        <p:txBody>
          <a:bodyPr wrap="none" rtlCol="0">
            <a:spAutoFit/>
          </a:bodyPr>
          <a:lstStyle/>
          <a:p>
            <a:r>
              <a:rPr lang="ko-KR" altLang="en-US" sz="900" dirty="0"/>
              <a:t>주문상품</a:t>
            </a:r>
          </a:p>
        </p:txBody>
      </p:sp>
      <p:grpSp>
        <p:nvGrpSpPr>
          <p:cNvPr id="193" name="그룹 192">
            <a:extLst>
              <a:ext uri="{FF2B5EF4-FFF2-40B4-BE49-F238E27FC236}">
                <a16:creationId xmlns:a16="http://schemas.microsoft.com/office/drawing/2014/main" id="{7B277A77-B9BE-48FD-9C5B-0772E0910059}"/>
              </a:ext>
            </a:extLst>
          </p:cNvPr>
          <p:cNvGrpSpPr/>
          <p:nvPr/>
        </p:nvGrpSpPr>
        <p:grpSpPr>
          <a:xfrm>
            <a:off x="768794" y="6155150"/>
            <a:ext cx="689346" cy="440906"/>
            <a:chOff x="2843808" y="1955121"/>
            <a:chExt cx="1674813" cy="596970"/>
          </a:xfrm>
          <a:solidFill>
            <a:schemeClr val="bg1">
              <a:lumMod val="95000"/>
            </a:schemeClr>
          </a:solidFill>
        </p:grpSpPr>
        <p:sp>
          <p:nvSpPr>
            <p:cNvPr id="194" name="Border">
              <a:extLst>
                <a:ext uri="{FF2B5EF4-FFF2-40B4-BE49-F238E27FC236}">
                  <a16:creationId xmlns:a16="http://schemas.microsoft.com/office/drawing/2014/main" id="{4F145154-2D4D-4015-8BD0-0664424CF681}"/>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5" name="Line 2">
              <a:extLst>
                <a:ext uri="{FF2B5EF4-FFF2-40B4-BE49-F238E27FC236}">
                  <a16:creationId xmlns:a16="http://schemas.microsoft.com/office/drawing/2014/main" id="{9E1C7A45-DCB9-44BB-9E2F-F7B1183ACA5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6" name="Line 1">
              <a:extLst>
                <a:ext uri="{FF2B5EF4-FFF2-40B4-BE49-F238E27FC236}">
                  <a16:creationId xmlns:a16="http://schemas.microsoft.com/office/drawing/2014/main" id="{9781CC40-7548-40B1-858E-44FB83B183E5}"/>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97" name="TextBox 196">
              <a:extLst>
                <a:ext uri="{FF2B5EF4-FFF2-40B4-BE49-F238E27FC236}">
                  <a16:creationId xmlns:a16="http://schemas.microsoft.com/office/drawing/2014/main" id="{BE6E9A0F-2032-423A-AC58-955FA584A70B}"/>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198" name="직사각형 197">
            <a:extLst>
              <a:ext uri="{FF2B5EF4-FFF2-40B4-BE49-F238E27FC236}">
                <a16:creationId xmlns:a16="http://schemas.microsoft.com/office/drawing/2014/main" id="{2F7997A5-65D4-4938-92D1-0DF273864B10}"/>
              </a:ext>
            </a:extLst>
          </p:cNvPr>
          <p:cNvSpPr/>
          <p:nvPr/>
        </p:nvSpPr>
        <p:spPr>
          <a:xfrm>
            <a:off x="1479223" y="6155150"/>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199" name="TextBox 198">
            <a:extLst>
              <a:ext uri="{FF2B5EF4-FFF2-40B4-BE49-F238E27FC236}">
                <a16:creationId xmlns:a16="http://schemas.microsoft.com/office/drawing/2014/main" id="{49189B4D-1262-4BB5-9642-31BD3AF0C705}"/>
              </a:ext>
            </a:extLst>
          </p:cNvPr>
          <p:cNvSpPr txBox="1"/>
          <p:nvPr/>
        </p:nvSpPr>
        <p:spPr>
          <a:xfrm>
            <a:off x="731580" y="6791299"/>
            <a:ext cx="646331" cy="230832"/>
          </a:xfrm>
          <a:prstGeom prst="rect">
            <a:avLst/>
          </a:prstGeom>
          <a:noFill/>
        </p:spPr>
        <p:txBody>
          <a:bodyPr wrap="none" rtlCol="0">
            <a:spAutoFit/>
          </a:bodyPr>
          <a:lstStyle/>
          <a:p>
            <a:r>
              <a:rPr lang="ko-KR" altLang="en-US" sz="900" dirty="0" err="1"/>
              <a:t>교환사유</a:t>
            </a:r>
            <a:endParaRPr lang="ko-KR" altLang="en-US" sz="900" dirty="0"/>
          </a:p>
        </p:txBody>
      </p:sp>
      <p:sp>
        <p:nvSpPr>
          <p:cNvPr id="200" name="직사각형 199">
            <a:extLst>
              <a:ext uri="{FF2B5EF4-FFF2-40B4-BE49-F238E27FC236}">
                <a16:creationId xmlns:a16="http://schemas.microsoft.com/office/drawing/2014/main" id="{E4ABDD8D-CA74-4FE4-9F46-49D9C032F461}"/>
              </a:ext>
            </a:extLst>
          </p:cNvPr>
          <p:cNvSpPr/>
          <p:nvPr/>
        </p:nvSpPr>
        <p:spPr>
          <a:xfrm>
            <a:off x="767744" y="7074525"/>
            <a:ext cx="3471371" cy="250173"/>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기타                                                                               ▼</a:t>
            </a:r>
            <a:endParaRPr lang="en-US" altLang="ko-KR" sz="800" dirty="0">
              <a:solidFill>
                <a:schemeClr val="tx1"/>
              </a:solidFill>
            </a:endParaRPr>
          </a:p>
        </p:txBody>
      </p:sp>
      <p:sp>
        <p:nvSpPr>
          <p:cNvPr id="201" name="TextBox 200">
            <a:extLst>
              <a:ext uri="{FF2B5EF4-FFF2-40B4-BE49-F238E27FC236}">
                <a16:creationId xmlns:a16="http://schemas.microsoft.com/office/drawing/2014/main" id="{34E1D046-5C03-46DD-AD51-E1E47B0779E2}"/>
              </a:ext>
            </a:extLst>
          </p:cNvPr>
          <p:cNvSpPr txBox="1"/>
          <p:nvPr/>
        </p:nvSpPr>
        <p:spPr>
          <a:xfrm>
            <a:off x="730737" y="8553184"/>
            <a:ext cx="877163" cy="230832"/>
          </a:xfrm>
          <a:prstGeom prst="rect">
            <a:avLst/>
          </a:prstGeom>
          <a:noFill/>
        </p:spPr>
        <p:txBody>
          <a:bodyPr wrap="none" rtlCol="0">
            <a:spAutoFit/>
          </a:bodyPr>
          <a:lstStyle/>
          <a:p>
            <a:r>
              <a:rPr lang="ko-KR" altLang="en-US" sz="900" dirty="0"/>
              <a:t>상품회수방법</a:t>
            </a:r>
          </a:p>
        </p:txBody>
      </p:sp>
      <p:sp>
        <p:nvSpPr>
          <p:cNvPr id="202" name="TextBox 201">
            <a:extLst>
              <a:ext uri="{FF2B5EF4-FFF2-40B4-BE49-F238E27FC236}">
                <a16:creationId xmlns:a16="http://schemas.microsoft.com/office/drawing/2014/main" id="{155DC6E0-7678-4AC0-AAC8-5E1FED566BDD}"/>
              </a:ext>
            </a:extLst>
          </p:cNvPr>
          <p:cNvSpPr txBox="1"/>
          <p:nvPr/>
        </p:nvSpPr>
        <p:spPr>
          <a:xfrm>
            <a:off x="728082" y="8855430"/>
            <a:ext cx="1699504" cy="230832"/>
          </a:xfrm>
          <a:prstGeom prst="rect">
            <a:avLst/>
          </a:prstGeom>
          <a:noFill/>
        </p:spPr>
        <p:txBody>
          <a:bodyPr wrap="none" rtlCol="0">
            <a:spAutoFit/>
          </a:bodyPr>
          <a:lstStyle/>
          <a:p>
            <a:r>
              <a:rPr lang="ko-KR" altLang="en-US" sz="900" dirty="0"/>
              <a:t>○ </a:t>
            </a:r>
            <a:r>
              <a:rPr lang="ko-KR" altLang="en-US" sz="900" dirty="0" err="1"/>
              <a:t>자동회수</a:t>
            </a:r>
            <a:r>
              <a:rPr lang="ko-KR" altLang="en-US" sz="900" dirty="0"/>
              <a:t>       ● </a:t>
            </a:r>
            <a:r>
              <a:rPr lang="ko-KR" altLang="en-US" sz="900" dirty="0" err="1"/>
              <a:t>수동회수</a:t>
            </a:r>
            <a:endParaRPr lang="ko-KR" altLang="en-US" sz="900" dirty="0"/>
          </a:p>
        </p:txBody>
      </p:sp>
      <p:sp>
        <p:nvSpPr>
          <p:cNvPr id="203" name="직사각형 202">
            <a:extLst>
              <a:ext uri="{FF2B5EF4-FFF2-40B4-BE49-F238E27FC236}">
                <a16:creationId xmlns:a16="http://schemas.microsoft.com/office/drawing/2014/main" id="{3FED90B8-4A3A-4E42-B734-672A39A72DDC}"/>
              </a:ext>
            </a:extLst>
          </p:cNvPr>
          <p:cNvSpPr/>
          <p:nvPr/>
        </p:nvSpPr>
        <p:spPr>
          <a:xfrm>
            <a:off x="767743" y="9177462"/>
            <a:ext cx="3471371" cy="710360"/>
          </a:xfrm>
          <a:prstGeom prst="rect">
            <a:avLst/>
          </a:prstGeom>
          <a:no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a:solidFill>
                  <a:schemeClr val="tx1"/>
                </a:solidFill>
              </a:rPr>
              <a:t>   </a:t>
            </a:r>
            <a:r>
              <a:rPr lang="ko-KR" altLang="en-US" sz="800" dirty="0">
                <a:solidFill>
                  <a:schemeClr val="tx1"/>
                </a:solidFill>
              </a:rPr>
              <a:t>상품회수주소</a:t>
            </a:r>
            <a:endParaRPr lang="en-US" altLang="ko-KR" sz="800" dirty="0">
              <a:solidFill>
                <a:schemeClr val="tx1"/>
              </a:solidFill>
            </a:endParaRPr>
          </a:p>
          <a:p>
            <a:pPr>
              <a:lnSpc>
                <a:spcPct val="150000"/>
              </a:lnSpc>
            </a:pPr>
            <a:r>
              <a:rPr lang="en-US" altLang="ko-KR" sz="800" dirty="0">
                <a:solidFill>
                  <a:schemeClr val="tx1"/>
                </a:solidFill>
              </a:rPr>
              <a:t>   20202</a:t>
            </a:r>
          </a:p>
          <a:p>
            <a:pPr>
              <a:lnSpc>
                <a:spcPct val="150000"/>
              </a:lnSpc>
            </a:pPr>
            <a:r>
              <a:rPr lang="en-US" altLang="ko-KR" sz="800" dirty="0">
                <a:solidFill>
                  <a:schemeClr val="tx1"/>
                </a:solidFill>
              </a:rPr>
              <a:t>   </a:t>
            </a:r>
            <a:r>
              <a:rPr lang="ko-KR" altLang="en-US" sz="800" dirty="0">
                <a:solidFill>
                  <a:schemeClr val="tx1"/>
                </a:solidFill>
              </a:rPr>
              <a:t>서울시 마포구 공덕동 </a:t>
            </a:r>
            <a:r>
              <a:rPr lang="en-US" altLang="ko-KR" sz="800" dirty="0">
                <a:solidFill>
                  <a:schemeClr val="tx1"/>
                </a:solidFill>
              </a:rPr>
              <a:t>2003</a:t>
            </a:r>
            <a:r>
              <a:rPr lang="ko-KR" altLang="en-US" sz="800" dirty="0">
                <a:solidFill>
                  <a:schemeClr val="tx1"/>
                </a:solidFill>
              </a:rPr>
              <a:t> </a:t>
            </a:r>
            <a:endParaRPr lang="en-US" altLang="ko-KR" sz="800" dirty="0">
              <a:solidFill>
                <a:schemeClr val="tx1"/>
              </a:solidFill>
            </a:endParaRPr>
          </a:p>
        </p:txBody>
      </p:sp>
      <p:sp>
        <p:nvSpPr>
          <p:cNvPr id="204" name="TextBox 203">
            <a:extLst>
              <a:ext uri="{FF2B5EF4-FFF2-40B4-BE49-F238E27FC236}">
                <a16:creationId xmlns:a16="http://schemas.microsoft.com/office/drawing/2014/main" id="{E609EF61-54B3-439D-88B1-5B9E458296D8}"/>
              </a:ext>
            </a:extLst>
          </p:cNvPr>
          <p:cNvSpPr txBox="1"/>
          <p:nvPr/>
        </p:nvSpPr>
        <p:spPr>
          <a:xfrm>
            <a:off x="767743" y="7583759"/>
            <a:ext cx="646331" cy="230832"/>
          </a:xfrm>
          <a:prstGeom prst="rect">
            <a:avLst/>
          </a:prstGeom>
          <a:noFill/>
        </p:spPr>
        <p:txBody>
          <a:bodyPr wrap="none" rtlCol="0">
            <a:spAutoFit/>
          </a:bodyPr>
          <a:lstStyle/>
          <a:p>
            <a:r>
              <a:rPr lang="ko-KR" altLang="en-US" sz="900" dirty="0"/>
              <a:t>기타내용</a:t>
            </a:r>
          </a:p>
        </p:txBody>
      </p:sp>
      <p:sp>
        <p:nvSpPr>
          <p:cNvPr id="205" name="직사각형 204">
            <a:extLst>
              <a:ext uri="{FF2B5EF4-FFF2-40B4-BE49-F238E27FC236}">
                <a16:creationId xmlns:a16="http://schemas.microsoft.com/office/drawing/2014/main" id="{DC757C09-D931-44D0-AEF1-CBBBBC7244D9}"/>
              </a:ext>
            </a:extLst>
          </p:cNvPr>
          <p:cNvSpPr/>
          <p:nvPr/>
        </p:nvSpPr>
        <p:spPr>
          <a:xfrm>
            <a:off x="767743" y="7873352"/>
            <a:ext cx="3461418" cy="511054"/>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ko-KR" altLang="en-US" sz="800" dirty="0">
                <a:solidFill>
                  <a:schemeClr val="bg1">
                    <a:lumMod val="65000"/>
                  </a:schemeClr>
                </a:solidFill>
              </a:rPr>
              <a:t>기타 내용을 입력해 주세요 </a:t>
            </a:r>
          </a:p>
        </p:txBody>
      </p:sp>
      <p:cxnSp>
        <p:nvCxnSpPr>
          <p:cNvPr id="206" name="직선 화살표 연결선 205">
            <a:extLst>
              <a:ext uri="{FF2B5EF4-FFF2-40B4-BE49-F238E27FC236}">
                <a16:creationId xmlns:a16="http://schemas.microsoft.com/office/drawing/2014/main" id="{EC8E040D-9D4F-46A4-B73D-73772FB6C653}"/>
              </a:ext>
            </a:extLst>
          </p:cNvPr>
          <p:cNvCxnSpPr>
            <a:cxnSpLocks/>
          </p:cNvCxnSpPr>
          <p:nvPr/>
        </p:nvCxnSpPr>
        <p:spPr>
          <a:xfrm flipH="1">
            <a:off x="1074549" y="7427500"/>
            <a:ext cx="16361" cy="581421"/>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07" name="타원 206">
            <a:extLst>
              <a:ext uri="{FF2B5EF4-FFF2-40B4-BE49-F238E27FC236}">
                <a16:creationId xmlns:a16="http://schemas.microsoft.com/office/drawing/2014/main" id="{3AA513C2-466B-446F-A22F-D4884E2AA371}"/>
              </a:ext>
            </a:extLst>
          </p:cNvPr>
          <p:cNvSpPr/>
          <p:nvPr/>
        </p:nvSpPr>
        <p:spPr>
          <a:xfrm>
            <a:off x="579471" y="6984040"/>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8" name="타원 207">
            <a:extLst>
              <a:ext uri="{FF2B5EF4-FFF2-40B4-BE49-F238E27FC236}">
                <a16:creationId xmlns:a16="http://schemas.microsoft.com/office/drawing/2014/main" id="{BA3E2193-6A2C-459C-B637-6D31178826C8}"/>
              </a:ext>
            </a:extLst>
          </p:cNvPr>
          <p:cNvSpPr/>
          <p:nvPr/>
        </p:nvSpPr>
        <p:spPr>
          <a:xfrm>
            <a:off x="591397" y="2189407"/>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09" name="직선 화살표 연결선 208">
            <a:extLst>
              <a:ext uri="{FF2B5EF4-FFF2-40B4-BE49-F238E27FC236}">
                <a16:creationId xmlns:a16="http://schemas.microsoft.com/office/drawing/2014/main" id="{83EDC368-72FA-4397-B277-89812A2F1F8F}"/>
              </a:ext>
            </a:extLst>
          </p:cNvPr>
          <p:cNvCxnSpPr>
            <a:cxnSpLocks/>
            <a:endCxn id="207" idx="0"/>
          </p:cNvCxnSpPr>
          <p:nvPr/>
        </p:nvCxnSpPr>
        <p:spPr>
          <a:xfrm>
            <a:off x="1074549" y="2633031"/>
            <a:ext cx="8388" cy="4351009"/>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10" name="TextBox 209">
            <a:extLst>
              <a:ext uri="{FF2B5EF4-FFF2-40B4-BE49-F238E27FC236}">
                <a16:creationId xmlns:a16="http://schemas.microsoft.com/office/drawing/2014/main" id="{30B5E67E-AC3C-42EB-AD49-E958B3DAA324}"/>
              </a:ext>
            </a:extLst>
          </p:cNvPr>
          <p:cNvSpPr txBox="1"/>
          <p:nvPr/>
        </p:nvSpPr>
        <p:spPr>
          <a:xfrm>
            <a:off x="8873135" y="6968779"/>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211" name="TextBox 210">
            <a:extLst>
              <a:ext uri="{FF2B5EF4-FFF2-40B4-BE49-F238E27FC236}">
                <a16:creationId xmlns:a16="http://schemas.microsoft.com/office/drawing/2014/main" id="{E02DE55E-81E1-480D-8FDC-10F55949EE8A}"/>
              </a:ext>
            </a:extLst>
          </p:cNvPr>
          <p:cNvSpPr txBox="1"/>
          <p:nvPr/>
        </p:nvSpPr>
        <p:spPr>
          <a:xfrm>
            <a:off x="5043621" y="3639748"/>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212" name="TextBox 211">
            <a:extLst>
              <a:ext uri="{FF2B5EF4-FFF2-40B4-BE49-F238E27FC236}">
                <a16:creationId xmlns:a16="http://schemas.microsoft.com/office/drawing/2014/main" id="{F6E54B7B-2D10-4F46-9675-04D18EC926C5}"/>
              </a:ext>
            </a:extLst>
          </p:cNvPr>
          <p:cNvSpPr txBox="1"/>
          <p:nvPr/>
        </p:nvSpPr>
        <p:spPr>
          <a:xfrm>
            <a:off x="1300248" y="2112733"/>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cxnSp>
        <p:nvCxnSpPr>
          <p:cNvPr id="85" name="직선 화살표 연결선 84">
            <a:extLst>
              <a:ext uri="{FF2B5EF4-FFF2-40B4-BE49-F238E27FC236}">
                <a16:creationId xmlns:a16="http://schemas.microsoft.com/office/drawing/2014/main" id="{612E7D13-622A-4183-862F-864216E26624}"/>
              </a:ext>
            </a:extLst>
          </p:cNvPr>
          <p:cNvCxnSpPr>
            <a:cxnSpLocks/>
            <a:stCxn id="84" idx="0"/>
          </p:cNvCxnSpPr>
          <p:nvPr/>
        </p:nvCxnSpPr>
        <p:spPr>
          <a:xfrm flipH="1" flipV="1">
            <a:off x="8419580" y="4714875"/>
            <a:ext cx="1" cy="2295098"/>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13" name="TextBox 212">
            <a:extLst>
              <a:ext uri="{FF2B5EF4-FFF2-40B4-BE49-F238E27FC236}">
                <a16:creationId xmlns:a16="http://schemas.microsoft.com/office/drawing/2014/main" id="{3A18A3E1-B197-44F7-9657-2581DC46C1E9}"/>
              </a:ext>
            </a:extLst>
          </p:cNvPr>
          <p:cNvSpPr txBox="1"/>
          <p:nvPr/>
        </p:nvSpPr>
        <p:spPr>
          <a:xfrm>
            <a:off x="657080" y="7796975"/>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graphicFrame>
        <p:nvGraphicFramePr>
          <p:cNvPr id="78" name="표 77">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4210324627"/>
              </p:ext>
            </p:extLst>
          </p:nvPr>
        </p:nvGraphicFramePr>
        <p:xfrm>
          <a:off x="10171774" y="22159"/>
          <a:ext cx="1979018" cy="285091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RF-03-05-02-4</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주문영역</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관리 </a:t>
                      </a:r>
                      <a:r>
                        <a:rPr lang="en-US" altLang="ko-KR" sz="800" dirty="0"/>
                        <a:t>&gt; </a:t>
                      </a:r>
                      <a:r>
                        <a:rPr lang="ko-KR" altLang="en-US" sz="800" dirty="0"/>
                        <a:t>주문 </a:t>
                      </a:r>
                      <a:r>
                        <a:rPr lang="en-US" altLang="ko-KR" sz="800" dirty="0"/>
                        <a:t>&gt;</a:t>
                      </a:r>
                      <a:r>
                        <a:rPr lang="en-US" altLang="ko-KR" sz="800" baseline="0" dirty="0"/>
                        <a:t> </a:t>
                      </a:r>
                      <a:r>
                        <a:rPr lang="ko-KR" altLang="en-US" sz="800" baseline="0" dirty="0"/>
                        <a:t>교환 신청하기</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버튼 클릭 시 교환 신청 하기 화면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 회수 방법 중 자동 교환을 선택할 경우 자동 교환 방법에 대한 문구가 표시된다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수동 반품을 선택할 경우 수동 반품에 필요한 주소 정보가 표시된다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교환 사유가 기타일 경우 사유를 입력할 수 있는 입력 영역이 표시된다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bl>
          </a:graphicData>
        </a:graphic>
      </p:graphicFrame>
    </p:spTree>
    <p:extLst>
      <p:ext uri="{BB962C8B-B14F-4D97-AF65-F5344CB8AC3E}">
        <p14:creationId xmlns:p14="http://schemas.microsoft.com/office/powerpoint/2010/main" val="3272079104"/>
      </p:ext>
    </p:extLst>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 name="직사각형 63">
            <a:extLst>
              <a:ext uri="{FF2B5EF4-FFF2-40B4-BE49-F238E27FC236}">
                <a16:creationId xmlns:a16="http://schemas.microsoft.com/office/drawing/2014/main" id="{AECD5CCF-468C-44E8-89EB-60D4B27B7270}"/>
              </a:ext>
            </a:extLst>
          </p:cNvPr>
          <p:cNvSpPr/>
          <p:nvPr/>
        </p:nvSpPr>
        <p:spPr>
          <a:xfrm>
            <a:off x="3308037" y="5962845"/>
            <a:ext cx="3935785" cy="3419279"/>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65" name="TextBox 64">
            <a:extLst>
              <a:ext uri="{FF2B5EF4-FFF2-40B4-BE49-F238E27FC236}">
                <a16:creationId xmlns:a16="http://schemas.microsoft.com/office/drawing/2014/main" id="{4E86E47A-5118-46AC-ABB9-A5A8F18428FA}"/>
              </a:ext>
            </a:extLst>
          </p:cNvPr>
          <p:cNvSpPr txBox="1"/>
          <p:nvPr/>
        </p:nvSpPr>
        <p:spPr>
          <a:xfrm>
            <a:off x="3411055" y="6115411"/>
            <a:ext cx="1032655"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구매확정하기</a:t>
            </a:r>
            <a:endParaRPr lang="ko-KR" altLang="en-US" sz="900" dirty="0"/>
          </a:p>
        </p:txBody>
      </p:sp>
      <p:sp>
        <p:nvSpPr>
          <p:cNvPr id="66" name="직사각형 65">
            <a:extLst>
              <a:ext uri="{FF2B5EF4-FFF2-40B4-BE49-F238E27FC236}">
                <a16:creationId xmlns:a16="http://schemas.microsoft.com/office/drawing/2014/main" id="{119F77E1-1223-4D60-8D84-7B9DB1AD2258}"/>
              </a:ext>
            </a:extLst>
          </p:cNvPr>
          <p:cNvSpPr/>
          <p:nvPr/>
        </p:nvSpPr>
        <p:spPr>
          <a:xfrm>
            <a:off x="4193502" y="8796747"/>
            <a:ext cx="1218021" cy="213360"/>
          </a:xfrm>
          <a:prstGeom prst="rect">
            <a:avLst/>
          </a:prstGeom>
          <a:solidFill>
            <a:schemeClr val="accent6">
              <a:lumMod val="75000"/>
            </a:schemeClr>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구매확정하기</a:t>
            </a:r>
            <a:endParaRPr lang="en-US" altLang="ko-KR" sz="800" dirty="0">
              <a:solidFill>
                <a:schemeClr val="bg1"/>
              </a:solidFill>
            </a:endParaRPr>
          </a:p>
        </p:txBody>
      </p:sp>
      <p:grpSp>
        <p:nvGrpSpPr>
          <p:cNvPr id="67" name="Image">
            <a:extLst>
              <a:ext uri="{FF2B5EF4-FFF2-40B4-BE49-F238E27FC236}">
                <a16:creationId xmlns:a16="http://schemas.microsoft.com/office/drawing/2014/main" id="{540DAA8D-512C-470D-BBFF-ECB5BC6BAC12}"/>
              </a:ext>
            </a:extLst>
          </p:cNvPr>
          <p:cNvGrpSpPr>
            <a:grpSpLocks/>
          </p:cNvGrpSpPr>
          <p:nvPr/>
        </p:nvGrpSpPr>
        <p:grpSpPr bwMode="auto">
          <a:xfrm>
            <a:off x="6931517" y="6082912"/>
            <a:ext cx="204716" cy="209797"/>
            <a:chOff x="508000" y="1397000"/>
            <a:chExt cx="1008112" cy="1008112"/>
          </a:xfrm>
        </p:grpSpPr>
        <p:sp>
          <p:nvSpPr>
            <p:cNvPr id="78" name="Border">
              <a:extLst>
                <a:ext uri="{FF2B5EF4-FFF2-40B4-BE49-F238E27FC236}">
                  <a16:creationId xmlns:a16="http://schemas.microsoft.com/office/drawing/2014/main" id="{A4080046-584A-43B6-9C5B-113F84E4D6D2}"/>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9" name="Line 2">
              <a:extLst>
                <a:ext uri="{FF2B5EF4-FFF2-40B4-BE49-F238E27FC236}">
                  <a16:creationId xmlns:a16="http://schemas.microsoft.com/office/drawing/2014/main" id="{363B9903-AF66-4526-A633-56A0DB96D07B}"/>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0" name="Line 1">
              <a:extLst>
                <a:ext uri="{FF2B5EF4-FFF2-40B4-BE49-F238E27FC236}">
                  <a16:creationId xmlns:a16="http://schemas.microsoft.com/office/drawing/2014/main" id="{7F195214-FF90-4996-A193-769FBEFA6A2D}"/>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68" name="직사각형 67">
            <a:extLst>
              <a:ext uri="{FF2B5EF4-FFF2-40B4-BE49-F238E27FC236}">
                <a16:creationId xmlns:a16="http://schemas.microsoft.com/office/drawing/2014/main" id="{E0F15452-21DF-4FB7-9C34-700C7C287A14}"/>
              </a:ext>
            </a:extLst>
          </p:cNvPr>
          <p:cNvSpPr/>
          <p:nvPr/>
        </p:nvSpPr>
        <p:spPr>
          <a:xfrm>
            <a:off x="5594822" y="8796747"/>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창닫기</a:t>
            </a:r>
            <a:endParaRPr lang="en-US" altLang="ko-KR" sz="800" dirty="0">
              <a:solidFill>
                <a:schemeClr val="bg1"/>
              </a:solidFill>
            </a:endParaRPr>
          </a:p>
        </p:txBody>
      </p:sp>
      <p:sp>
        <p:nvSpPr>
          <p:cNvPr id="69" name="TextBox 68">
            <a:extLst>
              <a:ext uri="{FF2B5EF4-FFF2-40B4-BE49-F238E27FC236}">
                <a16:creationId xmlns:a16="http://schemas.microsoft.com/office/drawing/2014/main" id="{352F21F6-6032-4731-8746-9F6E4229F148}"/>
              </a:ext>
            </a:extLst>
          </p:cNvPr>
          <p:cNvSpPr txBox="1"/>
          <p:nvPr/>
        </p:nvSpPr>
        <p:spPr>
          <a:xfrm>
            <a:off x="3584179" y="7616104"/>
            <a:ext cx="646331" cy="230832"/>
          </a:xfrm>
          <a:prstGeom prst="rect">
            <a:avLst/>
          </a:prstGeom>
          <a:noFill/>
        </p:spPr>
        <p:txBody>
          <a:bodyPr wrap="none" rtlCol="0">
            <a:spAutoFit/>
          </a:bodyPr>
          <a:lstStyle/>
          <a:p>
            <a:r>
              <a:rPr lang="ko-KR" altLang="en-US" sz="900" b="1" dirty="0"/>
              <a:t>별점주기</a:t>
            </a:r>
          </a:p>
        </p:txBody>
      </p:sp>
      <p:sp>
        <p:nvSpPr>
          <p:cNvPr id="70" name="TextBox 69">
            <a:extLst>
              <a:ext uri="{FF2B5EF4-FFF2-40B4-BE49-F238E27FC236}">
                <a16:creationId xmlns:a16="http://schemas.microsoft.com/office/drawing/2014/main" id="{791978CA-00A2-44E1-B4CC-5D27350AB19D}"/>
              </a:ext>
            </a:extLst>
          </p:cNvPr>
          <p:cNvSpPr txBox="1"/>
          <p:nvPr/>
        </p:nvSpPr>
        <p:spPr>
          <a:xfrm>
            <a:off x="3548014" y="6539163"/>
            <a:ext cx="646331" cy="230832"/>
          </a:xfrm>
          <a:prstGeom prst="rect">
            <a:avLst/>
          </a:prstGeom>
          <a:noFill/>
        </p:spPr>
        <p:txBody>
          <a:bodyPr wrap="none" rtlCol="0">
            <a:spAutoFit/>
          </a:bodyPr>
          <a:lstStyle/>
          <a:p>
            <a:r>
              <a:rPr lang="ko-KR" altLang="en-US" sz="900" dirty="0"/>
              <a:t>주문상품</a:t>
            </a:r>
          </a:p>
        </p:txBody>
      </p:sp>
      <p:grpSp>
        <p:nvGrpSpPr>
          <p:cNvPr id="71" name="그룹 70">
            <a:extLst>
              <a:ext uri="{FF2B5EF4-FFF2-40B4-BE49-F238E27FC236}">
                <a16:creationId xmlns:a16="http://schemas.microsoft.com/office/drawing/2014/main" id="{829DFF05-4799-4CF0-8E8D-AD60D325C282}"/>
              </a:ext>
            </a:extLst>
          </p:cNvPr>
          <p:cNvGrpSpPr/>
          <p:nvPr/>
        </p:nvGrpSpPr>
        <p:grpSpPr>
          <a:xfrm>
            <a:off x="3585228" y="6865518"/>
            <a:ext cx="689346" cy="440906"/>
            <a:chOff x="2843808" y="1955121"/>
            <a:chExt cx="1674813" cy="596970"/>
          </a:xfrm>
          <a:solidFill>
            <a:schemeClr val="bg1">
              <a:lumMod val="95000"/>
            </a:schemeClr>
          </a:solidFill>
        </p:grpSpPr>
        <p:sp>
          <p:nvSpPr>
            <p:cNvPr id="74" name="Border">
              <a:extLst>
                <a:ext uri="{FF2B5EF4-FFF2-40B4-BE49-F238E27FC236}">
                  <a16:creationId xmlns:a16="http://schemas.microsoft.com/office/drawing/2014/main" id="{FBB2AF01-6086-49FA-92AB-88DEA6F4E0DE}"/>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5" name="Line 2">
              <a:extLst>
                <a:ext uri="{FF2B5EF4-FFF2-40B4-BE49-F238E27FC236}">
                  <a16:creationId xmlns:a16="http://schemas.microsoft.com/office/drawing/2014/main" id="{71E4717E-86F3-4ECA-A11E-F43FDBCD56E3}"/>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6" name="Line 1">
              <a:extLst>
                <a:ext uri="{FF2B5EF4-FFF2-40B4-BE49-F238E27FC236}">
                  <a16:creationId xmlns:a16="http://schemas.microsoft.com/office/drawing/2014/main" id="{453141A4-D385-4F8E-9F74-92714AC43A3F}"/>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7" name="TextBox 76">
              <a:extLst>
                <a:ext uri="{FF2B5EF4-FFF2-40B4-BE49-F238E27FC236}">
                  <a16:creationId xmlns:a16="http://schemas.microsoft.com/office/drawing/2014/main" id="{8FDB8862-7461-4698-87FF-C2E38183353D}"/>
                </a:ext>
              </a:extLst>
            </p:cNvPr>
            <p:cNvSpPr txBox="1"/>
            <p:nvPr/>
          </p:nvSpPr>
          <p:spPr>
            <a:xfrm>
              <a:off x="3040778" y="2095286"/>
              <a:ext cx="1280873" cy="312538"/>
            </a:xfrm>
            <a:prstGeom prst="rect">
              <a:avLst/>
            </a:prstGeom>
            <a:solidFill>
              <a:schemeClr val="bg1"/>
            </a:solidFill>
            <a:ln>
              <a:noFill/>
            </a:ln>
          </p:spPr>
          <p:txBody>
            <a:bodyPr wrap="square" rtlCol="0">
              <a:spAutoFit/>
            </a:bodyPr>
            <a:lstStyle/>
            <a:p>
              <a:pPr algn="ctr"/>
              <a:r>
                <a:rPr lang="en-US" altLang="ko-KR" sz="900" dirty="0">
                  <a:solidFill>
                    <a:schemeClr val="tx1">
                      <a:lumMod val="50000"/>
                      <a:lumOff val="50000"/>
                    </a:schemeClr>
                  </a:solidFill>
                </a:rPr>
                <a:t>Image</a:t>
              </a:r>
              <a:endParaRPr lang="ko-KR" altLang="en-US" sz="900" dirty="0">
                <a:solidFill>
                  <a:schemeClr val="tx1">
                    <a:lumMod val="50000"/>
                    <a:lumOff val="50000"/>
                  </a:schemeClr>
                </a:solidFill>
              </a:endParaRPr>
            </a:p>
          </p:txBody>
        </p:sp>
      </p:grpSp>
      <p:sp>
        <p:nvSpPr>
          <p:cNvPr id="72" name="직사각형 71">
            <a:extLst>
              <a:ext uri="{FF2B5EF4-FFF2-40B4-BE49-F238E27FC236}">
                <a16:creationId xmlns:a16="http://schemas.microsoft.com/office/drawing/2014/main" id="{316352CA-CF7F-4B99-A25D-452F536FBB54}"/>
              </a:ext>
            </a:extLst>
          </p:cNvPr>
          <p:cNvSpPr/>
          <p:nvPr/>
        </p:nvSpPr>
        <p:spPr>
          <a:xfrm>
            <a:off x="4295657" y="6865518"/>
            <a:ext cx="2116119" cy="437877"/>
          </a:xfrm>
          <a:prstGeom prst="rect">
            <a:avLst/>
          </a:prstGeom>
        </p:spPr>
        <p:txBody>
          <a:bodyPr wrap="square">
            <a:spAutoFit/>
          </a:bodyPr>
          <a:lstStyle/>
          <a:p>
            <a:pPr>
              <a:lnSpc>
                <a:spcPct val="150000"/>
              </a:lnSpc>
              <a:defRPr/>
            </a:pPr>
            <a:r>
              <a:rPr lang="ko-KR" altLang="en-US" sz="800" b="1" dirty="0"/>
              <a:t>상품명</a:t>
            </a:r>
            <a:r>
              <a:rPr lang="en-US" altLang="ko-KR" sz="800" b="1" dirty="0"/>
              <a:t> 111111</a:t>
            </a:r>
            <a:endParaRPr lang="ko-KR" altLang="en-US" sz="800" b="1" dirty="0"/>
          </a:p>
          <a:p>
            <a:pPr>
              <a:lnSpc>
                <a:spcPct val="150000"/>
              </a:lnSpc>
              <a:defRPr/>
            </a:pPr>
            <a:r>
              <a:rPr lang="ko-KR" altLang="en-US" sz="800" b="1" dirty="0">
                <a:solidFill>
                  <a:schemeClr val="tx1">
                    <a:lumMod val="50000"/>
                    <a:lumOff val="50000"/>
                  </a:schemeClr>
                </a:solidFill>
              </a:rPr>
              <a:t>옵션 </a:t>
            </a:r>
            <a:r>
              <a:rPr lang="en-US" altLang="ko-KR" sz="800" b="1" dirty="0">
                <a:solidFill>
                  <a:schemeClr val="tx1">
                    <a:lumMod val="50000"/>
                    <a:lumOff val="50000"/>
                  </a:schemeClr>
                </a:solidFill>
              </a:rPr>
              <a:t>1  /  2</a:t>
            </a:r>
            <a:r>
              <a:rPr lang="ko-KR" altLang="en-US" sz="800" b="1" dirty="0">
                <a:solidFill>
                  <a:schemeClr val="tx1">
                    <a:lumMod val="50000"/>
                    <a:lumOff val="50000"/>
                  </a:schemeClr>
                </a:solidFill>
              </a:rPr>
              <a:t>개</a:t>
            </a:r>
            <a:endParaRPr lang="ko-KR" altLang="en-US" sz="800" b="1" dirty="0"/>
          </a:p>
        </p:txBody>
      </p:sp>
      <p:sp>
        <p:nvSpPr>
          <p:cNvPr id="81" name="TextBox 80">
            <a:extLst>
              <a:ext uri="{FF2B5EF4-FFF2-40B4-BE49-F238E27FC236}">
                <a16:creationId xmlns:a16="http://schemas.microsoft.com/office/drawing/2014/main" id="{12CA7352-A766-4B92-AA4D-A86040978EFF}"/>
              </a:ext>
            </a:extLst>
          </p:cNvPr>
          <p:cNvSpPr txBox="1"/>
          <p:nvPr/>
        </p:nvSpPr>
        <p:spPr>
          <a:xfrm>
            <a:off x="6003095" y="7582104"/>
            <a:ext cx="1047623" cy="276999"/>
          </a:xfrm>
          <a:prstGeom prst="rect">
            <a:avLst/>
          </a:prstGeom>
          <a:noFill/>
        </p:spPr>
        <p:txBody>
          <a:bodyPr wrap="square" rtlCol="0">
            <a:spAutoFit/>
          </a:bodyPr>
          <a:lstStyle/>
          <a:p>
            <a:r>
              <a:rPr lang="ko-KR" altLang="en-US" sz="1200" dirty="0"/>
              <a:t>☆☆☆★★</a:t>
            </a:r>
            <a:endParaRPr lang="ko-KR" altLang="en-US" sz="900" dirty="0"/>
          </a:p>
        </p:txBody>
      </p:sp>
      <p:sp>
        <p:nvSpPr>
          <p:cNvPr id="82" name="TextBox 81">
            <a:extLst>
              <a:ext uri="{FF2B5EF4-FFF2-40B4-BE49-F238E27FC236}">
                <a16:creationId xmlns:a16="http://schemas.microsoft.com/office/drawing/2014/main" id="{48123628-9BC5-47E2-9F1B-7C6478E8E29B}"/>
              </a:ext>
            </a:extLst>
          </p:cNvPr>
          <p:cNvSpPr txBox="1"/>
          <p:nvPr/>
        </p:nvSpPr>
        <p:spPr>
          <a:xfrm>
            <a:off x="3584179" y="8229927"/>
            <a:ext cx="1560042" cy="230832"/>
          </a:xfrm>
          <a:prstGeom prst="rect">
            <a:avLst/>
          </a:prstGeom>
          <a:noFill/>
        </p:spPr>
        <p:txBody>
          <a:bodyPr wrap="none" rtlCol="0">
            <a:spAutoFit/>
          </a:bodyPr>
          <a:lstStyle/>
          <a:p>
            <a:r>
              <a:rPr lang="ko-KR" altLang="en-US" sz="900" dirty="0"/>
              <a:t>이 상품을 구매하겠습니다</a:t>
            </a:r>
            <a:r>
              <a:rPr lang="en-US" altLang="ko-KR" sz="900" dirty="0"/>
              <a:t>.</a:t>
            </a:r>
            <a:endParaRPr lang="ko-KR" altLang="en-US" sz="900" dirty="0"/>
          </a:p>
        </p:txBody>
      </p:sp>
      <p:sp>
        <p:nvSpPr>
          <p:cNvPr id="112" name="타원 111">
            <a:extLst>
              <a:ext uri="{FF2B5EF4-FFF2-40B4-BE49-F238E27FC236}">
                <a16:creationId xmlns:a16="http://schemas.microsoft.com/office/drawing/2014/main" id="{F44F9895-54A8-4C86-AAC3-56CAE39BB559}"/>
              </a:ext>
            </a:extLst>
          </p:cNvPr>
          <p:cNvSpPr/>
          <p:nvPr/>
        </p:nvSpPr>
        <p:spPr>
          <a:xfrm>
            <a:off x="7953051" y="7278842"/>
            <a:ext cx="1006931"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3" name="직선 화살표 연결선 112">
            <a:extLst>
              <a:ext uri="{FF2B5EF4-FFF2-40B4-BE49-F238E27FC236}">
                <a16:creationId xmlns:a16="http://schemas.microsoft.com/office/drawing/2014/main" id="{EB3B77EB-8695-4F69-B938-9C39F9CBF6B8}"/>
              </a:ext>
            </a:extLst>
          </p:cNvPr>
          <p:cNvCxnSpPr>
            <a:cxnSpLocks/>
            <a:stCxn id="112" idx="2"/>
          </p:cNvCxnSpPr>
          <p:nvPr/>
        </p:nvCxnSpPr>
        <p:spPr>
          <a:xfrm flipH="1">
            <a:off x="6889208" y="7500654"/>
            <a:ext cx="1063843"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22" name="표 21">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3630539709"/>
              </p:ext>
            </p:extLst>
          </p:nvPr>
        </p:nvGraphicFramePr>
        <p:xfrm>
          <a:off x="10171774" y="22159"/>
          <a:ext cx="1979018" cy="2576592"/>
        </p:xfrm>
        <a:graphic>
          <a:graphicData uri="http://schemas.openxmlformats.org/drawingml/2006/table">
            <a:tbl>
              <a:tblPr firstRow="1" bandRow="1">
                <a:tableStyleId>{5940675A-B579-460E-94D1-54222C63F5DA}</a:tableStyleId>
              </a:tblPr>
              <a:tblGrid>
                <a:gridCol w="255742">
                  <a:extLst>
                    <a:ext uri="{9D8B030D-6E8A-4147-A177-3AD203B41FA5}">
                      <a16:colId xmlns:a16="http://schemas.microsoft.com/office/drawing/2014/main" val="2768186151"/>
                    </a:ext>
                  </a:extLst>
                </a:gridCol>
                <a:gridCol w="569347">
                  <a:extLst>
                    <a:ext uri="{9D8B030D-6E8A-4147-A177-3AD203B41FA5}">
                      <a16:colId xmlns:a16="http://schemas.microsoft.com/office/drawing/2014/main" val="469405646"/>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RF-03-05-02-5</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주문영역</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관리 </a:t>
                      </a:r>
                      <a:r>
                        <a:rPr lang="en-US" altLang="ko-KR" sz="800" dirty="0"/>
                        <a:t>&gt; </a:t>
                      </a:r>
                      <a:r>
                        <a:rPr lang="ko-KR" altLang="en-US" sz="800" dirty="0"/>
                        <a:t>주문 </a:t>
                      </a:r>
                      <a:r>
                        <a:rPr lang="en-US" altLang="ko-KR" sz="800" dirty="0"/>
                        <a:t>&gt;</a:t>
                      </a:r>
                      <a:r>
                        <a:rPr lang="ko-KR" altLang="en-US" sz="800" dirty="0"/>
                        <a:t>구매 확정하기</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구매 확정 상태로 변경할 수 있는 화면</a:t>
                      </a:r>
                    </a:p>
                  </a:txBody>
                  <a:tcPr anchor="ctr">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구매 확정하기 화면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02772922"/>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t>별점은</a:t>
                      </a:r>
                      <a:r>
                        <a:rPr lang="ko-KR" altLang="en-US" sz="800" dirty="0"/>
                        <a:t> 마우스를 올리면 </a:t>
                      </a:r>
                      <a:r>
                        <a:rPr lang="ko-KR" altLang="en-US" sz="800" dirty="0" err="1"/>
                        <a:t>반개</a:t>
                      </a:r>
                      <a:r>
                        <a:rPr lang="ko-KR" altLang="en-US" sz="800" dirty="0"/>
                        <a:t> 단위로 </a:t>
                      </a:r>
                      <a:r>
                        <a:rPr lang="ko-KR" altLang="en-US" sz="800" dirty="0" err="1"/>
                        <a:t>미리보기</a:t>
                      </a:r>
                      <a:r>
                        <a:rPr lang="ko-KR" altLang="en-US" sz="800" dirty="0"/>
                        <a:t> 형태로 채워지고</a:t>
                      </a:r>
                      <a:r>
                        <a:rPr lang="en-US" altLang="ko-KR" sz="800" dirty="0"/>
                        <a:t>, </a:t>
                      </a:r>
                      <a:r>
                        <a:rPr lang="ko-KR" altLang="en-US" sz="800" dirty="0"/>
                        <a:t>클릭 시 해당 별까지 선택되어 평점이 설정된다</a:t>
                      </a:r>
                      <a:r>
                        <a:rPr lang="en-US" altLang="ko-KR" sz="80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03495545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클릭 시 구매 확정 상태로 변경된다</a:t>
                      </a:r>
                      <a:r>
                        <a:rPr lang="en-US" altLang="ko-KR" sz="800" dirty="0"/>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952268108"/>
                  </a:ext>
                </a:extLst>
              </a:tr>
            </a:tbl>
          </a:graphicData>
        </a:graphic>
      </p:graphicFrame>
      <p:sp>
        <p:nvSpPr>
          <p:cNvPr id="23" name="TextBox 22">
            <a:extLst>
              <a:ext uri="{FF2B5EF4-FFF2-40B4-BE49-F238E27FC236}">
                <a16:creationId xmlns:a16="http://schemas.microsoft.com/office/drawing/2014/main" id="{F6E54B7B-2D10-4F46-9675-04D18EC926C5}"/>
              </a:ext>
            </a:extLst>
          </p:cNvPr>
          <p:cNvSpPr txBox="1"/>
          <p:nvPr/>
        </p:nvSpPr>
        <p:spPr>
          <a:xfrm>
            <a:off x="8707990" y="7269822"/>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24" name="TextBox 23">
            <a:extLst>
              <a:ext uri="{FF2B5EF4-FFF2-40B4-BE49-F238E27FC236}">
                <a16:creationId xmlns:a16="http://schemas.microsoft.com/office/drawing/2014/main" id="{F6E54B7B-2D10-4F46-9675-04D18EC926C5}"/>
              </a:ext>
            </a:extLst>
          </p:cNvPr>
          <p:cNvSpPr txBox="1"/>
          <p:nvPr/>
        </p:nvSpPr>
        <p:spPr>
          <a:xfrm>
            <a:off x="5882277" y="7500688"/>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25" name="TextBox 24">
            <a:extLst>
              <a:ext uri="{FF2B5EF4-FFF2-40B4-BE49-F238E27FC236}">
                <a16:creationId xmlns:a16="http://schemas.microsoft.com/office/drawing/2014/main" id="{F6E54B7B-2D10-4F46-9675-04D18EC926C5}"/>
              </a:ext>
            </a:extLst>
          </p:cNvPr>
          <p:cNvSpPr txBox="1"/>
          <p:nvPr/>
        </p:nvSpPr>
        <p:spPr>
          <a:xfrm>
            <a:off x="5251181" y="8681331"/>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Tree>
    <p:extLst>
      <p:ext uri="{BB962C8B-B14F-4D97-AF65-F5344CB8AC3E}">
        <p14:creationId xmlns:p14="http://schemas.microsoft.com/office/powerpoint/2010/main" val="1682811201"/>
      </p:ext>
    </p:extLst>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927449676"/>
              </p:ext>
            </p:extLst>
          </p:nvPr>
        </p:nvGraphicFramePr>
        <p:xfrm>
          <a:off x="10171774" y="22159"/>
          <a:ext cx="1979018" cy="132691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RF-03-05-03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marL="0" indent="0" algn="l" latinLnBrk="1">
                        <a:buFontTx/>
                        <a:buNone/>
                      </a:pPr>
                      <a:r>
                        <a:rPr lang="ko-KR" altLang="en-US" sz="800" dirty="0" err="1"/>
                        <a:t>주문영역</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관리 </a:t>
                      </a:r>
                      <a:r>
                        <a:rPr lang="en-US" altLang="ko-KR" sz="800" dirty="0"/>
                        <a:t>&gt; </a:t>
                      </a:r>
                      <a:r>
                        <a:rPr lang="ko-KR" altLang="en-US" sz="800" dirty="0"/>
                        <a:t>취소</a:t>
                      </a:r>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취소 신청한 주문 목록 화면</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bl>
          </a:graphicData>
        </a:graphic>
      </p:graphicFrame>
    </p:spTree>
    <p:extLst>
      <p:ext uri="{BB962C8B-B14F-4D97-AF65-F5344CB8AC3E}">
        <p14:creationId xmlns:p14="http://schemas.microsoft.com/office/powerpoint/2010/main" val="1079523166"/>
      </p:ext>
    </p:extLst>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727647911"/>
              </p:ext>
            </p:extLst>
          </p:nvPr>
        </p:nvGraphicFramePr>
        <p:xfrm>
          <a:off x="10171774" y="22159"/>
          <a:ext cx="1979018" cy="132691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RF-03-05-04</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marL="0" indent="0" algn="l" latinLnBrk="1">
                        <a:buFontTx/>
                        <a:buNone/>
                      </a:pPr>
                      <a:r>
                        <a:rPr lang="ko-KR" altLang="en-US" sz="800" dirty="0" err="1"/>
                        <a:t>주문영역</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관리 </a:t>
                      </a:r>
                      <a:r>
                        <a:rPr lang="en-US" altLang="ko-KR" sz="800" dirty="0"/>
                        <a:t>&gt; </a:t>
                      </a:r>
                      <a:r>
                        <a:rPr lang="ko-KR" altLang="en-US" sz="800" dirty="0"/>
                        <a:t>반품</a:t>
                      </a:r>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반품 신청한 주문 목록 화면</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bl>
          </a:graphicData>
        </a:graphic>
      </p:graphicFrame>
    </p:spTree>
    <p:extLst>
      <p:ext uri="{BB962C8B-B14F-4D97-AF65-F5344CB8AC3E}">
        <p14:creationId xmlns:p14="http://schemas.microsoft.com/office/powerpoint/2010/main" val="2173390811"/>
      </p:ext>
    </p:extLst>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3535184109"/>
              </p:ext>
            </p:extLst>
          </p:nvPr>
        </p:nvGraphicFramePr>
        <p:xfrm>
          <a:off x="10171774" y="22159"/>
          <a:ext cx="1979018" cy="132691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RF-03-05-05</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marL="0" indent="0" algn="l" latinLnBrk="1">
                        <a:buFontTx/>
                        <a:buNone/>
                      </a:pPr>
                      <a:r>
                        <a:rPr lang="ko-KR" altLang="en-US" sz="800" dirty="0" err="1"/>
                        <a:t>주문영역</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관리 </a:t>
                      </a:r>
                      <a:r>
                        <a:rPr lang="en-US" altLang="ko-KR" sz="800" dirty="0"/>
                        <a:t>&gt; </a:t>
                      </a:r>
                      <a:r>
                        <a:rPr lang="ko-KR" altLang="en-US" sz="800" dirty="0"/>
                        <a:t>교환</a:t>
                      </a:r>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교환 신청한 주문 목록 화면</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bl>
          </a:graphicData>
        </a:graphic>
      </p:graphicFrame>
    </p:spTree>
    <p:extLst>
      <p:ext uri="{BB962C8B-B14F-4D97-AF65-F5344CB8AC3E}">
        <p14:creationId xmlns:p14="http://schemas.microsoft.com/office/powerpoint/2010/main" val="1219981007"/>
      </p:ext>
    </p:extLst>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1937314266"/>
              </p:ext>
            </p:extLst>
          </p:nvPr>
        </p:nvGraphicFramePr>
        <p:xfrm>
          <a:off x="10171774" y="22159"/>
          <a:ext cx="1979018" cy="166219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RF-03-05-06</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주문영역</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 상세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주문</a:t>
                      </a:r>
                      <a:r>
                        <a:rPr lang="ko-KR" altLang="en-US" sz="800" baseline="0" dirty="0"/>
                        <a:t> 상세 정보 화면</a:t>
                      </a:r>
                      <a:endParaRPr lang="ko-KR" altLang="en-US" sz="800" dirty="0"/>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상품에 종류에 따라 다른 정보가 표시된다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3" name="직사각형 2">
            <a:extLst>
              <a:ext uri="{FF2B5EF4-FFF2-40B4-BE49-F238E27FC236}">
                <a16:creationId xmlns:a16="http://schemas.microsoft.com/office/drawing/2014/main" id="{3270EF5A-793E-4336-AEA2-D226E5BCE051}"/>
              </a:ext>
            </a:extLst>
          </p:cNvPr>
          <p:cNvSpPr/>
          <p:nvPr/>
        </p:nvSpPr>
        <p:spPr>
          <a:xfrm>
            <a:off x="1350628" y="9559548"/>
            <a:ext cx="7522665" cy="8376114"/>
          </a:xfrm>
          <a:prstGeom prst="rect">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TextBox 3">
            <a:extLst>
              <a:ext uri="{FF2B5EF4-FFF2-40B4-BE49-F238E27FC236}">
                <a16:creationId xmlns:a16="http://schemas.microsoft.com/office/drawing/2014/main" id="{3B2F3348-94AA-4093-8B94-149336D1F697}"/>
              </a:ext>
            </a:extLst>
          </p:cNvPr>
          <p:cNvSpPr txBox="1"/>
          <p:nvPr/>
        </p:nvSpPr>
        <p:spPr>
          <a:xfrm>
            <a:off x="1221578" y="9454203"/>
            <a:ext cx="274225" cy="230832"/>
          </a:xfrm>
          <a:prstGeom prst="rect">
            <a:avLst/>
          </a:prstGeom>
          <a:solidFill>
            <a:srgbClr val="FF0000"/>
          </a:solidFill>
        </p:spPr>
        <p:txBody>
          <a:bodyPr wrap="squar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1722616079"/>
      </p:ext>
    </p:extLst>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표 6">
            <a:extLst>
              <a:ext uri="{FF2B5EF4-FFF2-40B4-BE49-F238E27FC236}">
                <a16:creationId xmlns:a16="http://schemas.microsoft.com/office/drawing/2014/main" id="{32E44C70-8E8D-4BB8-9B8A-73027B1FED2A}"/>
              </a:ext>
            </a:extLst>
          </p:cNvPr>
          <p:cNvGraphicFramePr>
            <a:graphicFrameLocks noGrp="1"/>
          </p:cNvGraphicFramePr>
          <p:nvPr>
            <p:extLst>
              <p:ext uri="{D42A27DB-BD31-4B8C-83A1-F6EECF244321}">
                <p14:modId xmlns:p14="http://schemas.microsoft.com/office/powerpoint/2010/main" val="1219598032"/>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latinLnBrk="1"/>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b="1" dirty="0">
                          <a:solidFill>
                            <a:schemeClr val="tx1"/>
                          </a:solidFill>
                        </a:rPr>
                        <a:t>●  공지사항</a:t>
                      </a:r>
                    </a:p>
                    <a:p>
                      <a:pPr latinLnBrk="1"/>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2118681475"/>
      </p:ext>
    </p:extLst>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768F1279-B494-4A9E-8C65-F18DCEEA2FF3}"/>
              </a:ext>
            </a:extLst>
          </p:cNvPr>
          <p:cNvSpPr/>
          <p:nvPr/>
        </p:nvSpPr>
        <p:spPr>
          <a:xfrm>
            <a:off x="6975898" y="1598034"/>
            <a:ext cx="1828889" cy="254992"/>
          </a:xfrm>
          <a:prstGeom prst="rect">
            <a:avLst/>
          </a:prstGeom>
          <a:solidFill>
            <a:schemeClr val="bg1"/>
          </a:solidFill>
          <a:ln w="6350">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75000"/>
                  </a:schemeClr>
                </a:solidFill>
              </a:rPr>
              <a:t>제목</a:t>
            </a:r>
            <a:r>
              <a:rPr lang="en-US" altLang="ko-KR" sz="800" dirty="0">
                <a:solidFill>
                  <a:schemeClr val="bg1">
                    <a:lumMod val="75000"/>
                  </a:schemeClr>
                </a:solidFill>
              </a:rPr>
              <a:t>, </a:t>
            </a:r>
            <a:r>
              <a:rPr lang="ko-KR" altLang="en-US" sz="800" dirty="0">
                <a:solidFill>
                  <a:schemeClr val="bg1">
                    <a:lumMod val="75000"/>
                  </a:schemeClr>
                </a:solidFill>
              </a:rPr>
              <a:t>내용검색</a:t>
            </a:r>
            <a:endParaRPr lang="ko-KR" altLang="en-US" sz="900" dirty="0">
              <a:solidFill>
                <a:schemeClr val="bg1">
                  <a:lumMod val="75000"/>
                </a:schemeClr>
              </a:solidFill>
            </a:endParaRPr>
          </a:p>
        </p:txBody>
      </p:sp>
      <p:pic>
        <p:nvPicPr>
          <p:cNvPr id="3" name="그림 2">
            <a:extLst>
              <a:ext uri="{FF2B5EF4-FFF2-40B4-BE49-F238E27FC236}">
                <a16:creationId xmlns:a16="http://schemas.microsoft.com/office/drawing/2014/main" id="{8B9A269F-62B1-46C7-944C-29C817949A61}"/>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8588764" y="1646780"/>
            <a:ext cx="157211" cy="157211"/>
          </a:xfrm>
          <a:prstGeom prst="rect">
            <a:avLst/>
          </a:prstGeom>
        </p:spPr>
      </p:pic>
      <p:graphicFrame>
        <p:nvGraphicFramePr>
          <p:cNvPr id="4" name="표 3">
            <a:extLst>
              <a:ext uri="{FF2B5EF4-FFF2-40B4-BE49-F238E27FC236}">
                <a16:creationId xmlns:a16="http://schemas.microsoft.com/office/drawing/2014/main" id="{9CB0F798-ACA8-4B72-8BE3-D89E11E737C5}"/>
              </a:ext>
            </a:extLst>
          </p:cNvPr>
          <p:cNvGraphicFramePr>
            <a:graphicFrameLocks noGrp="1"/>
          </p:cNvGraphicFramePr>
          <p:nvPr>
            <p:extLst>
              <p:ext uri="{D42A27DB-BD31-4B8C-83A1-F6EECF244321}">
                <p14:modId xmlns:p14="http://schemas.microsoft.com/office/powerpoint/2010/main" val="4287214722"/>
              </p:ext>
            </p:extLst>
          </p:nvPr>
        </p:nvGraphicFramePr>
        <p:xfrm>
          <a:off x="1443226" y="1916629"/>
          <a:ext cx="7361561" cy="2133600"/>
        </p:xfrm>
        <a:graphic>
          <a:graphicData uri="http://schemas.openxmlformats.org/drawingml/2006/table">
            <a:tbl>
              <a:tblPr firstRow="1" bandRow="1">
                <a:tableStyleId>{5C22544A-7EE6-4342-B048-85BDC9FD1C3A}</a:tableStyleId>
              </a:tblPr>
              <a:tblGrid>
                <a:gridCol w="518309">
                  <a:extLst>
                    <a:ext uri="{9D8B030D-6E8A-4147-A177-3AD203B41FA5}">
                      <a16:colId xmlns:a16="http://schemas.microsoft.com/office/drawing/2014/main" val="20000"/>
                    </a:ext>
                  </a:extLst>
                </a:gridCol>
                <a:gridCol w="5110317">
                  <a:extLst>
                    <a:ext uri="{9D8B030D-6E8A-4147-A177-3AD203B41FA5}">
                      <a16:colId xmlns:a16="http://schemas.microsoft.com/office/drawing/2014/main" val="20001"/>
                    </a:ext>
                  </a:extLst>
                </a:gridCol>
                <a:gridCol w="855406">
                  <a:extLst>
                    <a:ext uri="{9D8B030D-6E8A-4147-A177-3AD203B41FA5}">
                      <a16:colId xmlns:a16="http://schemas.microsoft.com/office/drawing/2014/main" val="20002"/>
                    </a:ext>
                  </a:extLst>
                </a:gridCol>
                <a:gridCol w="877529">
                  <a:extLst>
                    <a:ext uri="{9D8B030D-6E8A-4147-A177-3AD203B41FA5}">
                      <a16:colId xmlns:a16="http://schemas.microsoft.com/office/drawing/2014/main" val="20004"/>
                    </a:ext>
                  </a:extLst>
                </a:gridCol>
              </a:tblGrid>
              <a:tr h="0">
                <a:tc>
                  <a:txBody>
                    <a:bodyPr/>
                    <a:lstStyle/>
                    <a:p>
                      <a:pPr algn="ctr" latinLnBrk="1"/>
                      <a:r>
                        <a:rPr lang="ko-KR" altLang="en-US" sz="800" b="0" dirty="0">
                          <a:solidFill>
                            <a:schemeClr val="tx1"/>
                          </a:solidFill>
                        </a:rPr>
                        <a:t>번호</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제목</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0" dirty="0">
                          <a:solidFill>
                            <a:schemeClr val="tx1"/>
                          </a:solidFill>
                        </a:rPr>
                        <a:t>작성자</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rPr>
                        <a:t>Date</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99</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ko-KR" altLang="en-US" sz="800" b="0" dirty="0">
                          <a:solidFill>
                            <a:schemeClr val="tx1"/>
                          </a:solidFill>
                        </a:rPr>
                        <a:t>            공지사항 입니다</a:t>
                      </a:r>
                      <a:r>
                        <a:rPr lang="en-US" altLang="ko-KR" sz="800" b="0" dirty="0">
                          <a:solidFill>
                            <a:schemeClr val="tx1"/>
                          </a:solidFill>
                        </a:rPr>
                        <a:t>. </a:t>
                      </a:r>
                      <a:r>
                        <a:rPr lang="ko-KR" altLang="en-US" sz="800" b="0" dirty="0">
                          <a:solidFill>
                            <a:schemeClr val="tx1"/>
                          </a:solidFill>
                        </a:rPr>
                        <a:t>공지사항 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en-US" altLang="ko-KR" sz="800" b="0" dirty="0">
                          <a:solidFill>
                            <a:schemeClr val="tx1"/>
                          </a:solidFill>
                        </a:rPr>
                        <a:t>Shop</a:t>
                      </a:r>
                      <a:r>
                        <a:rPr lang="ko-KR" altLang="en-US" sz="800" b="0" dirty="0" err="1">
                          <a:solidFill>
                            <a:schemeClr val="tx1"/>
                          </a:solidFill>
                        </a:rPr>
                        <a:t>채널명</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2024-10-01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98</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ko-KR" altLang="en-US" sz="800" b="0" dirty="0">
                          <a:solidFill>
                            <a:schemeClr val="tx1"/>
                          </a:solidFill>
                        </a:rPr>
                        <a:t>            공지사항 입니다</a:t>
                      </a:r>
                      <a:r>
                        <a:rPr lang="en-US" altLang="ko-KR" sz="800" b="0" dirty="0">
                          <a:solidFill>
                            <a:schemeClr val="tx1"/>
                          </a:solidFill>
                        </a:rPr>
                        <a:t>. </a:t>
                      </a:r>
                      <a:r>
                        <a:rPr lang="ko-KR" altLang="en-US" sz="800" b="0" dirty="0">
                          <a:solidFill>
                            <a:schemeClr val="tx1"/>
                          </a:solidFill>
                        </a:rPr>
                        <a:t>공지사항 입니다</a:t>
                      </a:r>
                      <a:r>
                        <a:rPr lang="en-US" altLang="ko-KR" sz="800" b="0" dirty="0">
                          <a:solidFill>
                            <a:schemeClr val="tx1"/>
                          </a:solidFill>
                        </a:rPr>
                        <a:t>.</a:t>
                      </a:r>
                      <a:r>
                        <a:rPr lang="ko-KR" altLang="en-US" sz="800" b="0" dirty="0">
                          <a:solidFill>
                            <a:schemeClr val="tx1"/>
                          </a:solidFill>
                        </a:rPr>
                        <a:t> 공지사항 입니다</a:t>
                      </a:r>
                      <a:r>
                        <a:rPr lang="en-US" altLang="ko-KR" sz="800" b="0" dirty="0">
                          <a:solidFill>
                            <a:schemeClr val="tx1"/>
                          </a:solidFill>
                        </a:rPr>
                        <a:t>. </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en-US" altLang="ko-KR" sz="800" b="0" dirty="0">
                          <a:solidFill>
                            <a:schemeClr val="tx1"/>
                          </a:solidFill>
                        </a:rPr>
                        <a:t>Shop</a:t>
                      </a:r>
                      <a:r>
                        <a:rPr lang="ko-KR" altLang="en-US" sz="800" b="0" dirty="0" err="1">
                          <a:solidFill>
                            <a:schemeClr val="tx1"/>
                          </a:solidFill>
                        </a:rPr>
                        <a:t>채널명</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2024-10-01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97</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en-US" altLang="ko-KR" sz="800" b="0" dirty="0">
                          <a:solidFill>
                            <a:schemeClr val="tx1"/>
                          </a:solidFill>
                        </a:rPr>
                        <a:t>Shop</a:t>
                      </a:r>
                      <a:r>
                        <a:rPr lang="ko-KR" altLang="en-US" sz="800" b="0" dirty="0" err="1">
                          <a:solidFill>
                            <a:schemeClr val="tx1"/>
                          </a:solidFill>
                        </a:rPr>
                        <a:t>채널명</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2024-10-01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algn="ctr" latinLnBrk="1"/>
                      <a:r>
                        <a:rPr lang="en-US" altLang="ko-KR" sz="800" b="0" dirty="0">
                          <a:solidFill>
                            <a:schemeClr val="tx1"/>
                          </a:solidFill>
                        </a:rPr>
                        <a:t>96</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en-US" altLang="ko-KR" sz="800" b="0" dirty="0">
                          <a:solidFill>
                            <a:schemeClr val="tx1"/>
                          </a:solidFill>
                        </a:rPr>
                        <a:t>Shop</a:t>
                      </a:r>
                      <a:r>
                        <a:rPr lang="ko-KR" altLang="en-US" sz="800" b="0" dirty="0" err="1">
                          <a:solidFill>
                            <a:schemeClr val="tx1"/>
                          </a:solidFill>
                        </a:rPr>
                        <a:t>채널명</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2024-10-01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4"/>
                  </a:ext>
                </a:extLst>
              </a:tr>
              <a:tr h="0">
                <a:tc>
                  <a:txBody>
                    <a:bodyPr/>
                    <a:lstStyle/>
                    <a:p>
                      <a:pPr algn="ctr" latinLnBrk="1"/>
                      <a:r>
                        <a:rPr lang="en-US" altLang="ko-KR" sz="800" b="0" dirty="0">
                          <a:solidFill>
                            <a:schemeClr val="tx1"/>
                          </a:solidFill>
                        </a:rPr>
                        <a:t>95</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en-US" altLang="ko-KR" sz="800" b="0" dirty="0">
                          <a:solidFill>
                            <a:schemeClr val="tx1"/>
                          </a:solidFill>
                        </a:rPr>
                        <a:t>Shop</a:t>
                      </a:r>
                      <a:r>
                        <a:rPr lang="ko-KR" altLang="en-US" sz="800" b="0" dirty="0" err="1">
                          <a:solidFill>
                            <a:schemeClr val="tx1"/>
                          </a:solidFill>
                        </a:rPr>
                        <a:t>채널명</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2024-10-01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r h="0">
                <a:tc>
                  <a:txBody>
                    <a:bodyPr/>
                    <a:lstStyle/>
                    <a:p>
                      <a:pPr algn="ctr" latinLnBrk="1"/>
                      <a:r>
                        <a:rPr lang="en-US" altLang="ko-KR" sz="800" b="0" dirty="0">
                          <a:solidFill>
                            <a:schemeClr val="tx1"/>
                          </a:solidFill>
                        </a:rPr>
                        <a:t>94</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en-US" altLang="ko-KR" sz="800" b="0" dirty="0">
                          <a:solidFill>
                            <a:schemeClr val="tx1"/>
                          </a:solidFill>
                        </a:rPr>
                        <a:t>Shop</a:t>
                      </a:r>
                      <a:r>
                        <a:rPr lang="ko-KR" altLang="en-US" sz="800" b="0" dirty="0" err="1">
                          <a:solidFill>
                            <a:schemeClr val="tx1"/>
                          </a:solidFill>
                        </a:rPr>
                        <a:t>채널명</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2024-10-01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6"/>
                  </a:ext>
                </a:extLst>
              </a:tr>
              <a:tr h="0">
                <a:tc>
                  <a:txBody>
                    <a:bodyPr/>
                    <a:lstStyle/>
                    <a:p>
                      <a:pPr algn="ctr" latinLnBrk="1"/>
                      <a:r>
                        <a:rPr lang="en-US" altLang="ko-KR" sz="800" b="0" dirty="0">
                          <a:solidFill>
                            <a:schemeClr val="tx1"/>
                          </a:solidFill>
                        </a:rPr>
                        <a:t>93</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en-US" altLang="ko-KR" sz="800" b="0" dirty="0">
                          <a:solidFill>
                            <a:schemeClr val="tx1"/>
                          </a:solidFill>
                        </a:rPr>
                        <a:t>Shop</a:t>
                      </a:r>
                      <a:r>
                        <a:rPr lang="ko-KR" altLang="en-US" sz="800" b="0" dirty="0" err="1">
                          <a:solidFill>
                            <a:schemeClr val="tx1"/>
                          </a:solidFill>
                        </a:rPr>
                        <a:t>채널명</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2024-10-01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7"/>
                  </a:ext>
                </a:extLst>
              </a:tr>
              <a:tr h="0">
                <a:tc>
                  <a:txBody>
                    <a:bodyPr/>
                    <a:lstStyle/>
                    <a:p>
                      <a:pPr algn="ctr" latinLnBrk="1"/>
                      <a:r>
                        <a:rPr lang="en-US" altLang="ko-KR" sz="800" b="0" dirty="0">
                          <a:solidFill>
                            <a:schemeClr val="tx1"/>
                          </a:solidFill>
                        </a:rPr>
                        <a:t>92</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en-US" altLang="ko-KR" sz="800" b="0" dirty="0">
                          <a:solidFill>
                            <a:schemeClr val="tx1"/>
                          </a:solidFill>
                        </a:rPr>
                        <a:t>Shop</a:t>
                      </a:r>
                      <a:r>
                        <a:rPr lang="ko-KR" altLang="en-US" sz="800" b="0" dirty="0" err="1">
                          <a:solidFill>
                            <a:schemeClr val="tx1"/>
                          </a:solidFill>
                        </a:rPr>
                        <a:t>채널명</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2024-10-01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8"/>
                  </a:ext>
                </a:extLst>
              </a:tr>
              <a:tr h="0">
                <a:tc>
                  <a:txBody>
                    <a:bodyPr/>
                    <a:lstStyle/>
                    <a:p>
                      <a:pPr algn="ctr" latinLnBrk="1"/>
                      <a:r>
                        <a:rPr lang="en-US" altLang="ko-KR" sz="800" b="0" dirty="0">
                          <a:solidFill>
                            <a:schemeClr val="tx1"/>
                          </a:solidFill>
                        </a:rPr>
                        <a:t>91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en-US" altLang="ko-KR" sz="800" b="0" dirty="0">
                          <a:solidFill>
                            <a:schemeClr val="tx1"/>
                          </a:solidFill>
                        </a:rPr>
                        <a:t>Shop</a:t>
                      </a:r>
                      <a:r>
                        <a:rPr lang="ko-KR" altLang="en-US" sz="800" b="0" dirty="0" err="1">
                          <a:solidFill>
                            <a:schemeClr val="tx1"/>
                          </a:solidFill>
                        </a:rPr>
                        <a:t>채널명</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2024-10-01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9"/>
                  </a:ext>
                </a:extLst>
              </a:tr>
            </a:tbl>
          </a:graphicData>
        </a:graphic>
      </p:graphicFrame>
      <p:pic>
        <p:nvPicPr>
          <p:cNvPr id="5" name="Picture 2">
            <a:extLst>
              <a:ext uri="{FF2B5EF4-FFF2-40B4-BE49-F238E27FC236}">
                <a16:creationId xmlns:a16="http://schemas.microsoft.com/office/drawing/2014/main" id="{63778F58-7048-428D-8E04-B095D7A205FD}"/>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092449" y="4551265"/>
            <a:ext cx="2446274" cy="23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6" name="TextBox 5">
            <a:extLst>
              <a:ext uri="{FF2B5EF4-FFF2-40B4-BE49-F238E27FC236}">
                <a16:creationId xmlns:a16="http://schemas.microsoft.com/office/drawing/2014/main" id="{3CCC3E77-EAA6-4228-B064-C0C3F2F46E3D}"/>
              </a:ext>
            </a:extLst>
          </p:cNvPr>
          <p:cNvSpPr txBox="1"/>
          <p:nvPr/>
        </p:nvSpPr>
        <p:spPr>
          <a:xfrm>
            <a:off x="1411741" y="1673803"/>
            <a:ext cx="538930" cy="215444"/>
          </a:xfrm>
          <a:prstGeom prst="rect">
            <a:avLst/>
          </a:prstGeom>
          <a:noFill/>
        </p:spPr>
        <p:txBody>
          <a:bodyPr wrap="none" rtlCol="0">
            <a:spAutoFit/>
          </a:bodyPr>
          <a:lstStyle/>
          <a:p>
            <a:r>
              <a:rPr lang="ko-KR" altLang="en-US" sz="800" dirty="0"/>
              <a:t>총 </a:t>
            </a:r>
            <a:r>
              <a:rPr lang="en-US" altLang="ko-KR" sz="800" dirty="0"/>
              <a:t>99</a:t>
            </a:r>
            <a:r>
              <a:rPr lang="ko-KR" altLang="en-US" sz="800" dirty="0"/>
              <a:t>건</a:t>
            </a:r>
          </a:p>
        </p:txBody>
      </p:sp>
      <p:sp>
        <p:nvSpPr>
          <p:cNvPr id="8" name="직사각형 7">
            <a:extLst>
              <a:ext uri="{FF2B5EF4-FFF2-40B4-BE49-F238E27FC236}">
                <a16:creationId xmlns:a16="http://schemas.microsoft.com/office/drawing/2014/main" id="{83BD9F02-EE28-429A-AE68-E030FDD7E1A8}"/>
              </a:ext>
            </a:extLst>
          </p:cNvPr>
          <p:cNvSpPr/>
          <p:nvPr/>
        </p:nvSpPr>
        <p:spPr>
          <a:xfrm>
            <a:off x="2046614" y="2187714"/>
            <a:ext cx="375314" cy="116006"/>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공지</a:t>
            </a:r>
          </a:p>
        </p:txBody>
      </p:sp>
      <p:sp>
        <p:nvSpPr>
          <p:cNvPr id="9" name="직사각형 8">
            <a:extLst>
              <a:ext uri="{FF2B5EF4-FFF2-40B4-BE49-F238E27FC236}">
                <a16:creationId xmlns:a16="http://schemas.microsoft.com/office/drawing/2014/main" id="{674B0388-704A-495C-8164-8AE3CF94506D}"/>
              </a:ext>
            </a:extLst>
          </p:cNvPr>
          <p:cNvSpPr/>
          <p:nvPr/>
        </p:nvSpPr>
        <p:spPr>
          <a:xfrm>
            <a:off x="2046614" y="2401021"/>
            <a:ext cx="375314" cy="116006"/>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공지</a:t>
            </a:r>
          </a:p>
        </p:txBody>
      </p:sp>
      <p:sp>
        <p:nvSpPr>
          <p:cNvPr id="10" name="TextBox 9">
            <a:extLst>
              <a:ext uri="{FF2B5EF4-FFF2-40B4-BE49-F238E27FC236}">
                <a16:creationId xmlns:a16="http://schemas.microsoft.com/office/drawing/2014/main" id="{46EA4B81-EA73-45C5-A5E5-2C03A07C44E0}"/>
              </a:ext>
            </a:extLst>
          </p:cNvPr>
          <p:cNvSpPr txBox="1"/>
          <p:nvPr/>
        </p:nvSpPr>
        <p:spPr>
          <a:xfrm>
            <a:off x="4631022" y="871059"/>
            <a:ext cx="800219" cy="276999"/>
          </a:xfrm>
          <a:prstGeom prst="rect">
            <a:avLst/>
          </a:prstGeom>
          <a:noFill/>
        </p:spPr>
        <p:txBody>
          <a:bodyPr wrap="none" rtlCol="0">
            <a:spAutoFit/>
          </a:bodyPr>
          <a:lstStyle/>
          <a:p>
            <a:r>
              <a:rPr lang="ko-KR" altLang="en-US" sz="1200" b="1" dirty="0"/>
              <a:t>공지사항</a:t>
            </a:r>
          </a:p>
        </p:txBody>
      </p:sp>
      <p:cxnSp>
        <p:nvCxnSpPr>
          <p:cNvPr id="11" name="직선 연결선 10">
            <a:extLst>
              <a:ext uri="{FF2B5EF4-FFF2-40B4-BE49-F238E27FC236}">
                <a16:creationId xmlns:a16="http://schemas.microsoft.com/office/drawing/2014/main" id="{3FAC2CE3-1F47-47F9-AD50-9AEC1778EC00}"/>
              </a:ext>
            </a:extLst>
          </p:cNvPr>
          <p:cNvCxnSpPr>
            <a:cxnSpLocks/>
          </p:cNvCxnSpPr>
          <p:nvPr/>
        </p:nvCxnSpPr>
        <p:spPr>
          <a:xfrm>
            <a:off x="1481667" y="1314226"/>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12" name="표 11">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2509122015"/>
              </p:ext>
            </p:extLst>
          </p:nvPr>
        </p:nvGraphicFramePr>
        <p:xfrm>
          <a:off x="10171774" y="22159"/>
          <a:ext cx="1979018" cy="19060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RF-03-06-01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주문영역</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공지사항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 </a:t>
                      </a:r>
                      <a:r>
                        <a:rPr lang="ko-KR" altLang="en-US" sz="800" dirty="0"/>
                        <a:t>채널 관리자가 등록한 공지 사항 목록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제목 클릭 시 공지사항 상세 페이지 </a:t>
                      </a:r>
                      <a:r>
                        <a:rPr lang="en-US" altLang="ko-KR" sz="800" dirty="0"/>
                        <a:t>RF-03-06-02</a:t>
                      </a:r>
                      <a:r>
                        <a:rPr lang="ko-KR" altLang="en-US" sz="800" b="0" dirty="0">
                          <a:solidFill>
                            <a:schemeClr val="tx1"/>
                          </a:solidFill>
                        </a:rPr>
                        <a:t>로 이동한다</a:t>
                      </a:r>
                      <a:r>
                        <a:rPr lang="en-US" altLang="ko-KR" sz="800" b="0" dirty="0">
                          <a:solidFill>
                            <a:schemeClr val="tx1"/>
                          </a:solidFill>
                        </a:rPr>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13" name="TextBox 12">
            <a:extLst>
              <a:ext uri="{FF2B5EF4-FFF2-40B4-BE49-F238E27FC236}">
                <a16:creationId xmlns:a16="http://schemas.microsoft.com/office/drawing/2014/main" id="{E02DE55E-81E1-480D-8FDC-10F55949EE8A}"/>
              </a:ext>
            </a:extLst>
          </p:cNvPr>
          <p:cNvSpPr txBox="1"/>
          <p:nvPr/>
        </p:nvSpPr>
        <p:spPr>
          <a:xfrm>
            <a:off x="1920618" y="2058607"/>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3734969724"/>
      </p:ext>
    </p:extLst>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103B85A7-797C-4EC9-86C1-34F0E5668E09}"/>
              </a:ext>
            </a:extLst>
          </p:cNvPr>
          <p:cNvSpPr/>
          <p:nvPr/>
        </p:nvSpPr>
        <p:spPr>
          <a:xfrm>
            <a:off x="4631022" y="5802717"/>
            <a:ext cx="1055327" cy="281122"/>
          </a:xfrm>
          <a:prstGeom prst="rect">
            <a:avLst/>
          </a:prstGeom>
          <a:solidFill>
            <a:schemeClr val="tx1"/>
          </a:solidFill>
          <a:ln w="3175">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목록</a:t>
            </a:r>
          </a:p>
        </p:txBody>
      </p:sp>
      <p:sp>
        <p:nvSpPr>
          <p:cNvPr id="3" name="TextBox 2">
            <a:extLst>
              <a:ext uri="{FF2B5EF4-FFF2-40B4-BE49-F238E27FC236}">
                <a16:creationId xmlns:a16="http://schemas.microsoft.com/office/drawing/2014/main" id="{385973F6-F619-4761-9748-4FAA53230784}"/>
              </a:ext>
            </a:extLst>
          </p:cNvPr>
          <p:cNvSpPr txBox="1"/>
          <p:nvPr/>
        </p:nvSpPr>
        <p:spPr>
          <a:xfrm>
            <a:off x="1420164" y="1480395"/>
            <a:ext cx="4044697" cy="246221"/>
          </a:xfrm>
          <a:prstGeom prst="rect">
            <a:avLst/>
          </a:prstGeom>
          <a:noFill/>
        </p:spPr>
        <p:txBody>
          <a:bodyPr wrap="none" rtlCol="0">
            <a:spAutoFit/>
          </a:bodyPr>
          <a:lstStyle/>
          <a:p>
            <a:r>
              <a:rPr lang="ko-KR" altLang="en-US" sz="1000" b="1" dirty="0"/>
              <a:t>제목노출 제목노출 제목노출 제목노출 제목노출 제목노출 제목노출</a:t>
            </a:r>
          </a:p>
        </p:txBody>
      </p:sp>
      <p:sp>
        <p:nvSpPr>
          <p:cNvPr id="4" name="TextBox 3">
            <a:extLst>
              <a:ext uri="{FF2B5EF4-FFF2-40B4-BE49-F238E27FC236}">
                <a16:creationId xmlns:a16="http://schemas.microsoft.com/office/drawing/2014/main" id="{5089DAA5-A78E-4F5E-8F6A-9339822FD140}"/>
              </a:ext>
            </a:extLst>
          </p:cNvPr>
          <p:cNvSpPr txBox="1"/>
          <p:nvPr/>
        </p:nvSpPr>
        <p:spPr>
          <a:xfrm>
            <a:off x="1420164" y="1774191"/>
            <a:ext cx="2460930" cy="230832"/>
          </a:xfrm>
          <a:prstGeom prst="rect">
            <a:avLst/>
          </a:prstGeom>
          <a:noFill/>
        </p:spPr>
        <p:txBody>
          <a:bodyPr wrap="none" rtlCol="0">
            <a:spAutoFit/>
          </a:bodyPr>
          <a:lstStyle/>
          <a:p>
            <a:r>
              <a:rPr lang="ko-KR" altLang="en-US" sz="900" dirty="0">
                <a:solidFill>
                  <a:schemeClr val="tx1">
                    <a:lumMod val="50000"/>
                    <a:lumOff val="50000"/>
                  </a:schemeClr>
                </a:solidFill>
              </a:rPr>
              <a:t>작성자 </a:t>
            </a:r>
            <a:r>
              <a:rPr lang="en-US" altLang="ko-KR" sz="900" dirty="0">
                <a:solidFill>
                  <a:schemeClr val="tx1">
                    <a:lumMod val="50000"/>
                    <a:lumOff val="50000"/>
                  </a:schemeClr>
                </a:solidFill>
              </a:rPr>
              <a:t> Shop</a:t>
            </a:r>
            <a:r>
              <a:rPr lang="ko-KR" altLang="en-US" sz="900" dirty="0" err="1">
                <a:solidFill>
                  <a:schemeClr val="tx1">
                    <a:lumMod val="50000"/>
                    <a:lumOff val="50000"/>
                  </a:schemeClr>
                </a:solidFill>
              </a:rPr>
              <a:t>채널명</a:t>
            </a:r>
            <a:r>
              <a:rPr lang="en-US" altLang="ko-KR" sz="900" dirty="0">
                <a:solidFill>
                  <a:schemeClr val="tx1">
                    <a:lumMod val="50000"/>
                    <a:lumOff val="50000"/>
                  </a:schemeClr>
                </a:solidFill>
              </a:rPr>
              <a:t>     </a:t>
            </a:r>
            <a:r>
              <a:rPr lang="ko-KR" altLang="en-US" sz="900" dirty="0">
                <a:solidFill>
                  <a:schemeClr val="tx1">
                    <a:lumMod val="50000"/>
                    <a:lumOff val="50000"/>
                  </a:schemeClr>
                </a:solidFill>
              </a:rPr>
              <a:t>작성일  </a:t>
            </a:r>
            <a:r>
              <a:rPr lang="en-US" altLang="ko-KR" sz="900" dirty="0">
                <a:solidFill>
                  <a:schemeClr val="tx1">
                    <a:lumMod val="50000"/>
                    <a:lumOff val="50000"/>
                  </a:schemeClr>
                </a:solidFill>
              </a:rPr>
              <a:t>2024</a:t>
            </a:r>
            <a:r>
              <a:rPr lang="en-US" altLang="ko-KR" sz="900" dirty="0"/>
              <a:t>-10-01</a:t>
            </a:r>
            <a:endParaRPr lang="ko-KR" altLang="en-US" sz="900" dirty="0"/>
          </a:p>
        </p:txBody>
      </p:sp>
      <p:sp>
        <p:nvSpPr>
          <p:cNvPr id="5" name="TextBox 4">
            <a:extLst>
              <a:ext uri="{FF2B5EF4-FFF2-40B4-BE49-F238E27FC236}">
                <a16:creationId xmlns:a16="http://schemas.microsoft.com/office/drawing/2014/main" id="{5436843D-8F2E-4D69-A869-9C948CADDF12}"/>
              </a:ext>
            </a:extLst>
          </p:cNvPr>
          <p:cNvSpPr txBox="1"/>
          <p:nvPr/>
        </p:nvSpPr>
        <p:spPr>
          <a:xfrm>
            <a:off x="1420164" y="4987692"/>
            <a:ext cx="1181734" cy="230832"/>
          </a:xfrm>
          <a:prstGeom prst="rect">
            <a:avLst/>
          </a:prstGeom>
          <a:noFill/>
        </p:spPr>
        <p:txBody>
          <a:bodyPr wrap="none" rtlCol="0">
            <a:spAutoFit/>
          </a:bodyPr>
          <a:lstStyle/>
          <a:p>
            <a:r>
              <a:rPr lang="ko-KR" altLang="en-US" sz="900" dirty="0">
                <a:solidFill>
                  <a:schemeClr val="tx1">
                    <a:lumMod val="50000"/>
                    <a:lumOff val="50000"/>
                  </a:schemeClr>
                </a:solidFill>
              </a:rPr>
              <a:t>첨부파일  </a:t>
            </a:r>
            <a:r>
              <a:rPr lang="en-US" altLang="ko-KR" sz="900" u="sng" dirty="0">
                <a:solidFill>
                  <a:srgbClr val="0070C0"/>
                </a:solidFill>
              </a:rPr>
              <a:t>abcd.ppt</a:t>
            </a:r>
            <a:endParaRPr lang="ko-KR" altLang="en-US" sz="900" u="sng" dirty="0">
              <a:solidFill>
                <a:srgbClr val="0070C0"/>
              </a:solidFill>
            </a:endParaRPr>
          </a:p>
        </p:txBody>
      </p:sp>
      <p:sp>
        <p:nvSpPr>
          <p:cNvPr id="6" name="TextBox 5">
            <a:extLst>
              <a:ext uri="{FF2B5EF4-FFF2-40B4-BE49-F238E27FC236}">
                <a16:creationId xmlns:a16="http://schemas.microsoft.com/office/drawing/2014/main" id="{5A111466-4ECF-4DB5-84B0-DAA4D4B34C14}"/>
              </a:ext>
            </a:extLst>
          </p:cNvPr>
          <p:cNvSpPr txBox="1"/>
          <p:nvPr/>
        </p:nvSpPr>
        <p:spPr>
          <a:xfrm>
            <a:off x="1424813" y="2306450"/>
            <a:ext cx="6989239" cy="2431435"/>
          </a:xfrm>
          <a:prstGeom prst="rect">
            <a:avLst/>
          </a:prstGeom>
          <a:noFill/>
        </p:spPr>
        <p:txBody>
          <a:bodyPr wrap="square" rtlCol="0">
            <a:spAutoFit/>
          </a:bodyPr>
          <a:lstStyle/>
          <a:p>
            <a:r>
              <a:rPr lang="ko-KR" altLang="en-US" sz="800" dirty="0">
                <a:solidFill>
                  <a:schemeClr val="tx1">
                    <a:lumMod val="65000"/>
                    <a:lumOff val="35000"/>
                  </a:schemeClr>
                </a:solidFill>
              </a:rPr>
              <a:t>내용노출 내용노출 내용노출 내용노출 내용노출 내용노출 </a:t>
            </a:r>
            <a:r>
              <a:rPr lang="ko-KR" altLang="en-US" sz="800" dirty="0" err="1">
                <a:solidFill>
                  <a:schemeClr val="tx1">
                    <a:lumMod val="65000"/>
                    <a:lumOff val="35000"/>
                  </a:schemeClr>
                </a:solidFill>
              </a:rPr>
              <a:t>내용노출</a:t>
            </a:r>
            <a:r>
              <a:rPr lang="ko-KR" altLang="en-US" sz="800" dirty="0">
                <a:solidFill>
                  <a:schemeClr val="tx1">
                    <a:lumMod val="65000"/>
                    <a:lumOff val="35000"/>
                  </a:schemeClr>
                </a:solidFill>
              </a:rPr>
              <a:t> </a:t>
            </a:r>
            <a:endParaRPr lang="en-US" altLang="ko-KR" sz="800" dirty="0">
              <a:solidFill>
                <a:schemeClr val="tx1">
                  <a:lumMod val="65000"/>
                  <a:lumOff val="35000"/>
                </a:schemeClr>
              </a:solidFill>
            </a:endParaRPr>
          </a:p>
          <a:p>
            <a:r>
              <a:rPr lang="ko-KR" altLang="en-US" sz="800" dirty="0">
                <a:solidFill>
                  <a:schemeClr val="tx1">
                    <a:lumMod val="65000"/>
                    <a:lumOff val="35000"/>
                  </a:schemeClr>
                </a:solidFill>
              </a:rPr>
              <a:t>내용노출 내용노출 내용노출 내용노출 내용노출 내용노출</a:t>
            </a:r>
            <a:r>
              <a:rPr lang="en-US" altLang="ko-KR" sz="800" dirty="0">
                <a:solidFill>
                  <a:schemeClr val="tx1">
                    <a:lumMod val="65000"/>
                    <a:lumOff val="35000"/>
                  </a:schemeClr>
                </a:solidFill>
              </a:rPr>
              <a:t> </a:t>
            </a:r>
            <a:r>
              <a:rPr lang="ko-KR" altLang="en-US" sz="800" dirty="0">
                <a:solidFill>
                  <a:schemeClr val="tx1">
                    <a:lumMod val="65000"/>
                    <a:lumOff val="35000"/>
                  </a:schemeClr>
                </a:solidFill>
              </a:rPr>
              <a:t>내용노출 내용노출</a:t>
            </a:r>
          </a:p>
          <a:p>
            <a:r>
              <a:rPr lang="ko-KR" altLang="en-US" sz="800" dirty="0">
                <a:solidFill>
                  <a:schemeClr val="tx1">
                    <a:lumMod val="65000"/>
                    <a:lumOff val="35000"/>
                  </a:schemeClr>
                </a:solidFill>
              </a:rPr>
              <a:t>내용노출 내용노출 내용노출 </a:t>
            </a:r>
            <a:r>
              <a:rPr lang="ko-KR" altLang="en-US" sz="800" dirty="0" err="1">
                <a:solidFill>
                  <a:schemeClr val="tx1">
                    <a:lumMod val="65000"/>
                    <a:lumOff val="35000"/>
                  </a:schemeClr>
                </a:solidFill>
              </a:rPr>
              <a:t>내용노출</a:t>
            </a:r>
            <a:r>
              <a:rPr lang="ko-KR" altLang="en-US" sz="800" dirty="0">
                <a:solidFill>
                  <a:schemeClr val="tx1">
                    <a:lumMod val="65000"/>
                    <a:lumOff val="35000"/>
                  </a:schemeClr>
                </a:solidFill>
              </a:rPr>
              <a:t> </a:t>
            </a:r>
            <a:endParaRPr lang="en-US" altLang="ko-KR" sz="800" dirty="0">
              <a:solidFill>
                <a:schemeClr val="tx1">
                  <a:lumMod val="65000"/>
                  <a:lumOff val="35000"/>
                </a:schemeClr>
              </a:solidFill>
            </a:endParaRPr>
          </a:p>
          <a:p>
            <a:endParaRPr lang="en-US" altLang="ko-KR" sz="800" dirty="0">
              <a:solidFill>
                <a:schemeClr val="tx1">
                  <a:lumMod val="65000"/>
                  <a:lumOff val="35000"/>
                </a:schemeClr>
              </a:solidFill>
            </a:endParaRPr>
          </a:p>
          <a:p>
            <a:r>
              <a:rPr lang="ko-KR" altLang="en-US" sz="800" dirty="0">
                <a:solidFill>
                  <a:schemeClr val="tx1">
                    <a:lumMod val="65000"/>
                    <a:lumOff val="35000"/>
                  </a:schemeClr>
                </a:solidFill>
              </a:rPr>
              <a:t>내용노출 내용노출 내용노출 내용노출 내용노출 내용노출 내용노출 내용노출 내용노출</a:t>
            </a:r>
            <a:r>
              <a:rPr lang="en-US" altLang="ko-KR" sz="800" dirty="0">
                <a:solidFill>
                  <a:schemeClr val="tx1">
                    <a:lumMod val="65000"/>
                    <a:lumOff val="35000"/>
                  </a:schemeClr>
                </a:solidFill>
              </a:rPr>
              <a:t> </a:t>
            </a:r>
            <a:r>
              <a:rPr lang="ko-KR" altLang="en-US" sz="800" dirty="0">
                <a:solidFill>
                  <a:schemeClr val="tx1">
                    <a:lumMod val="65000"/>
                    <a:lumOff val="35000"/>
                  </a:schemeClr>
                </a:solidFill>
              </a:rPr>
              <a:t>내용노출 내용노출</a:t>
            </a:r>
            <a:endParaRPr lang="en-US" altLang="ko-KR" sz="800" dirty="0">
              <a:solidFill>
                <a:schemeClr val="tx1">
                  <a:lumMod val="65000"/>
                  <a:lumOff val="35000"/>
                </a:schemeClr>
              </a:solidFill>
            </a:endParaRPr>
          </a:p>
          <a:p>
            <a:r>
              <a:rPr lang="ko-KR" altLang="en-US" sz="800" dirty="0">
                <a:solidFill>
                  <a:schemeClr val="tx1">
                    <a:lumMod val="65000"/>
                    <a:lumOff val="35000"/>
                  </a:schemeClr>
                </a:solidFill>
              </a:rPr>
              <a:t>내용노출 내용노출 </a:t>
            </a:r>
            <a:r>
              <a:rPr lang="ko-KR" altLang="en-US" sz="800" dirty="0" err="1">
                <a:solidFill>
                  <a:schemeClr val="tx1">
                    <a:lumMod val="65000"/>
                    <a:lumOff val="35000"/>
                  </a:schemeClr>
                </a:solidFill>
              </a:rPr>
              <a:t>내용노출</a:t>
            </a:r>
            <a:r>
              <a:rPr lang="ko-KR" altLang="en-US" sz="800" dirty="0">
                <a:solidFill>
                  <a:schemeClr val="tx1">
                    <a:lumMod val="65000"/>
                    <a:lumOff val="35000"/>
                  </a:schemeClr>
                </a:solidFill>
              </a:rPr>
              <a:t> </a:t>
            </a:r>
            <a:endParaRPr lang="en-US" altLang="ko-KR" sz="800" dirty="0">
              <a:solidFill>
                <a:schemeClr val="tx1">
                  <a:lumMod val="65000"/>
                  <a:lumOff val="35000"/>
                </a:schemeClr>
              </a:solidFill>
            </a:endParaRPr>
          </a:p>
          <a:p>
            <a:r>
              <a:rPr lang="ko-KR" altLang="en-US" sz="800" dirty="0">
                <a:solidFill>
                  <a:schemeClr val="tx1">
                    <a:lumMod val="65000"/>
                    <a:lumOff val="35000"/>
                  </a:schemeClr>
                </a:solidFill>
              </a:rPr>
              <a:t>내용노출 내용노출 내용노출 내용노출 내용노출 내용노출 내용노출 내용노출 내용노출 내용노출</a:t>
            </a:r>
            <a:r>
              <a:rPr lang="en-US" altLang="ko-KR" sz="800" dirty="0">
                <a:solidFill>
                  <a:schemeClr val="tx1">
                    <a:lumMod val="65000"/>
                    <a:lumOff val="35000"/>
                  </a:schemeClr>
                </a:solidFill>
              </a:rPr>
              <a:t> </a:t>
            </a:r>
            <a:r>
              <a:rPr lang="ko-KR" altLang="en-US" sz="800" dirty="0">
                <a:solidFill>
                  <a:schemeClr val="tx1">
                    <a:lumMod val="65000"/>
                    <a:lumOff val="35000"/>
                  </a:schemeClr>
                </a:solidFill>
              </a:rPr>
              <a:t>내용노출 내용노출내용노출 내용노출 내용노출 내용노출 내용노출 내용노출 내용노출 내용노출 내용노출 내용노출 내용노출 내용노출 내용노출</a:t>
            </a:r>
            <a:r>
              <a:rPr lang="en-US" altLang="ko-KR" sz="800" dirty="0">
                <a:solidFill>
                  <a:schemeClr val="tx1">
                    <a:lumMod val="65000"/>
                    <a:lumOff val="35000"/>
                  </a:schemeClr>
                </a:solidFill>
              </a:rPr>
              <a:t> </a:t>
            </a:r>
            <a:r>
              <a:rPr lang="ko-KR" altLang="en-US" sz="800" dirty="0">
                <a:solidFill>
                  <a:schemeClr val="tx1">
                    <a:lumMod val="65000"/>
                    <a:lumOff val="35000"/>
                  </a:schemeClr>
                </a:solidFill>
              </a:rPr>
              <a:t>내용노출 </a:t>
            </a:r>
            <a:r>
              <a:rPr lang="ko-KR" altLang="en-US" sz="800" dirty="0" err="1">
                <a:solidFill>
                  <a:schemeClr val="tx1">
                    <a:lumMod val="65000"/>
                    <a:lumOff val="35000"/>
                  </a:schemeClr>
                </a:solidFill>
              </a:rPr>
              <a:t>내용노출</a:t>
            </a:r>
            <a:endParaRPr lang="en-US" altLang="ko-KR" sz="800" dirty="0">
              <a:solidFill>
                <a:schemeClr val="tx1">
                  <a:lumMod val="65000"/>
                  <a:lumOff val="35000"/>
                </a:schemeClr>
              </a:solidFill>
            </a:endParaRPr>
          </a:p>
          <a:p>
            <a:endParaRPr lang="ko-KR" altLang="en-US" sz="800" dirty="0">
              <a:solidFill>
                <a:schemeClr val="tx1">
                  <a:lumMod val="65000"/>
                  <a:lumOff val="35000"/>
                </a:schemeClr>
              </a:solidFill>
            </a:endParaRPr>
          </a:p>
          <a:p>
            <a:r>
              <a:rPr lang="ko-KR" altLang="en-US" sz="800" dirty="0">
                <a:solidFill>
                  <a:schemeClr val="tx1">
                    <a:lumMod val="65000"/>
                    <a:lumOff val="35000"/>
                  </a:schemeClr>
                </a:solidFill>
              </a:rPr>
              <a:t>내용노출 내용노출 내용노출 내용노출 </a:t>
            </a:r>
            <a:r>
              <a:rPr lang="ko-KR" altLang="en-US" sz="800" dirty="0" err="1">
                <a:solidFill>
                  <a:schemeClr val="tx1">
                    <a:lumMod val="65000"/>
                    <a:lumOff val="35000"/>
                  </a:schemeClr>
                </a:solidFill>
              </a:rPr>
              <a:t>내용노출</a:t>
            </a:r>
            <a:r>
              <a:rPr lang="ko-KR" altLang="en-US" sz="800" dirty="0">
                <a:solidFill>
                  <a:schemeClr val="tx1">
                    <a:lumMod val="65000"/>
                    <a:lumOff val="35000"/>
                  </a:schemeClr>
                </a:solidFill>
              </a:rPr>
              <a:t> </a:t>
            </a:r>
            <a:endParaRPr lang="en-US" altLang="ko-KR" sz="800" dirty="0">
              <a:solidFill>
                <a:schemeClr val="tx1">
                  <a:lumMod val="65000"/>
                  <a:lumOff val="35000"/>
                </a:schemeClr>
              </a:solidFill>
            </a:endParaRPr>
          </a:p>
          <a:p>
            <a:r>
              <a:rPr lang="ko-KR" altLang="en-US" sz="800" dirty="0">
                <a:solidFill>
                  <a:schemeClr val="tx1">
                    <a:lumMod val="65000"/>
                    <a:lumOff val="35000"/>
                  </a:schemeClr>
                </a:solidFill>
              </a:rPr>
              <a:t>내용노출 내용노출 내용노출 내용노출 내용노출 내용노출 내용노출 내용노출</a:t>
            </a:r>
            <a:r>
              <a:rPr lang="en-US" altLang="ko-KR" sz="800" dirty="0">
                <a:solidFill>
                  <a:schemeClr val="tx1">
                    <a:lumMod val="65000"/>
                    <a:lumOff val="35000"/>
                  </a:schemeClr>
                </a:solidFill>
              </a:rPr>
              <a:t> </a:t>
            </a:r>
            <a:r>
              <a:rPr lang="ko-KR" altLang="en-US" sz="800" dirty="0">
                <a:solidFill>
                  <a:schemeClr val="tx1">
                    <a:lumMod val="65000"/>
                    <a:lumOff val="35000"/>
                  </a:schemeClr>
                </a:solidFill>
              </a:rPr>
              <a:t>내용노출 내용노출</a:t>
            </a:r>
          </a:p>
          <a:p>
            <a:r>
              <a:rPr lang="ko-KR" altLang="en-US" sz="800" dirty="0">
                <a:solidFill>
                  <a:schemeClr val="tx1">
                    <a:lumMod val="65000"/>
                    <a:lumOff val="35000"/>
                  </a:schemeClr>
                </a:solidFill>
              </a:rPr>
              <a:t>내용노출 내용노출 내용노출 내용노출 내용노출 내용노출 내용노출 </a:t>
            </a:r>
            <a:r>
              <a:rPr lang="ko-KR" altLang="en-US" sz="800" dirty="0" err="1">
                <a:solidFill>
                  <a:schemeClr val="tx1">
                    <a:lumMod val="65000"/>
                    <a:lumOff val="35000"/>
                  </a:schemeClr>
                </a:solidFill>
              </a:rPr>
              <a:t>내용노출</a:t>
            </a:r>
            <a:r>
              <a:rPr lang="ko-KR" altLang="en-US" sz="800" dirty="0">
                <a:solidFill>
                  <a:schemeClr val="tx1">
                    <a:lumMod val="65000"/>
                    <a:lumOff val="35000"/>
                  </a:schemeClr>
                </a:solidFill>
              </a:rPr>
              <a:t> </a:t>
            </a:r>
            <a:endParaRPr lang="en-US" altLang="ko-KR" sz="800" dirty="0">
              <a:solidFill>
                <a:schemeClr val="tx1">
                  <a:lumMod val="65000"/>
                  <a:lumOff val="35000"/>
                </a:schemeClr>
              </a:solidFill>
            </a:endParaRPr>
          </a:p>
          <a:p>
            <a:r>
              <a:rPr lang="ko-KR" altLang="en-US" sz="800" dirty="0">
                <a:solidFill>
                  <a:schemeClr val="tx1">
                    <a:lumMod val="65000"/>
                    <a:lumOff val="35000"/>
                  </a:schemeClr>
                </a:solidFill>
              </a:rPr>
              <a:t>내용노출 내용노출 내용노출 내용노출 내용노출</a:t>
            </a:r>
            <a:r>
              <a:rPr lang="en-US" altLang="ko-KR" sz="800" dirty="0">
                <a:solidFill>
                  <a:schemeClr val="tx1">
                    <a:lumMod val="65000"/>
                    <a:lumOff val="35000"/>
                  </a:schemeClr>
                </a:solidFill>
              </a:rPr>
              <a:t> </a:t>
            </a:r>
            <a:r>
              <a:rPr lang="ko-KR" altLang="en-US" sz="800" dirty="0">
                <a:solidFill>
                  <a:schemeClr val="tx1">
                    <a:lumMod val="65000"/>
                    <a:lumOff val="35000"/>
                  </a:schemeClr>
                </a:solidFill>
              </a:rPr>
              <a:t>내용노출 내용노출</a:t>
            </a:r>
          </a:p>
          <a:p>
            <a:r>
              <a:rPr lang="ko-KR" altLang="en-US" sz="800" dirty="0">
                <a:solidFill>
                  <a:schemeClr val="tx1">
                    <a:lumMod val="65000"/>
                    <a:lumOff val="35000"/>
                  </a:schemeClr>
                </a:solidFill>
              </a:rPr>
              <a:t>내용노출 내용노출 내용노출 내용노출 내용노출 내용노출 내용노출 내용노출 내용노출 내용노출 내용노출 </a:t>
            </a:r>
            <a:r>
              <a:rPr lang="ko-KR" altLang="en-US" sz="800" dirty="0" err="1">
                <a:solidFill>
                  <a:schemeClr val="tx1">
                    <a:lumMod val="65000"/>
                    <a:lumOff val="35000"/>
                  </a:schemeClr>
                </a:solidFill>
              </a:rPr>
              <a:t>내용노출</a:t>
            </a:r>
            <a:r>
              <a:rPr lang="ko-KR" altLang="en-US" sz="800" dirty="0">
                <a:solidFill>
                  <a:schemeClr val="tx1">
                    <a:lumMod val="65000"/>
                    <a:lumOff val="35000"/>
                  </a:schemeClr>
                </a:solidFill>
              </a:rPr>
              <a:t> </a:t>
            </a:r>
            <a:endParaRPr lang="en-US" altLang="ko-KR" sz="800" dirty="0">
              <a:solidFill>
                <a:schemeClr val="tx1">
                  <a:lumMod val="65000"/>
                  <a:lumOff val="35000"/>
                </a:schemeClr>
              </a:solidFill>
            </a:endParaRPr>
          </a:p>
          <a:p>
            <a:r>
              <a:rPr lang="ko-KR" altLang="en-US" sz="800" dirty="0">
                <a:solidFill>
                  <a:schemeClr val="tx1">
                    <a:lumMod val="65000"/>
                    <a:lumOff val="35000"/>
                  </a:schemeClr>
                </a:solidFill>
              </a:rPr>
              <a:t>내용노출</a:t>
            </a:r>
            <a:r>
              <a:rPr lang="en-US" altLang="ko-KR" sz="800" dirty="0">
                <a:solidFill>
                  <a:schemeClr val="tx1">
                    <a:lumMod val="65000"/>
                    <a:lumOff val="35000"/>
                  </a:schemeClr>
                </a:solidFill>
              </a:rPr>
              <a:t> </a:t>
            </a:r>
            <a:r>
              <a:rPr lang="ko-KR" altLang="en-US" sz="800" dirty="0">
                <a:solidFill>
                  <a:schemeClr val="tx1">
                    <a:lumMod val="65000"/>
                    <a:lumOff val="35000"/>
                  </a:schemeClr>
                </a:solidFill>
              </a:rPr>
              <a:t>내용노출 내용노출</a:t>
            </a:r>
          </a:p>
          <a:p>
            <a:r>
              <a:rPr lang="ko-KR" altLang="en-US" sz="800" dirty="0">
                <a:solidFill>
                  <a:schemeClr val="tx1">
                    <a:lumMod val="65000"/>
                    <a:lumOff val="35000"/>
                  </a:schemeClr>
                </a:solidFill>
              </a:rPr>
              <a:t>내용노출 내용노출 내용노출 </a:t>
            </a:r>
            <a:r>
              <a:rPr lang="ko-KR" altLang="en-US" sz="800" dirty="0" err="1">
                <a:solidFill>
                  <a:schemeClr val="tx1">
                    <a:lumMod val="65000"/>
                    <a:lumOff val="35000"/>
                  </a:schemeClr>
                </a:solidFill>
              </a:rPr>
              <a:t>내용노출</a:t>
            </a:r>
            <a:r>
              <a:rPr lang="ko-KR" altLang="en-US" sz="800" dirty="0">
                <a:solidFill>
                  <a:schemeClr val="tx1">
                    <a:lumMod val="65000"/>
                    <a:lumOff val="35000"/>
                  </a:schemeClr>
                </a:solidFill>
              </a:rPr>
              <a:t> </a:t>
            </a:r>
            <a:endParaRPr lang="en-US" altLang="ko-KR" sz="800" dirty="0">
              <a:solidFill>
                <a:schemeClr val="tx1">
                  <a:lumMod val="65000"/>
                  <a:lumOff val="35000"/>
                </a:schemeClr>
              </a:solidFill>
            </a:endParaRPr>
          </a:p>
          <a:p>
            <a:r>
              <a:rPr lang="ko-KR" altLang="en-US" sz="800" dirty="0">
                <a:solidFill>
                  <a:schemeClr val="tx1">
                    <a:lumMod val="65000"/>
                    <a:lumOff val="35000"/>
                  </a:schemeClr>
                </a:solidFill>
              </a:rPr>
              <a:t>내용노출 내용노출 내용노출 내용노출 내용노출 내용노출 내용노출 내용노출 내용노출</a:t>
            </a:r>
            <a:r>
              <a:rPr lang="en-US" altLang="ko-KR" sz="800" dirty="0">
                <a:solidFill>
                  <a:schemeClr val="tx1">
                    <a:lumMod val="65000"/>
                    <a:lumOff val="35000"/>
                  </a:schemeClr>
                </a:solidFill>
              </a:rPr>
              <a:t> </a:t>
            </a:r>
            <a:r>
              <a:rPr lang="ko-KR" altLang="en-US" sz="800" dirty="0">
                <a:solidFill>
                  <a:schemeClr val="tx1">
                    <a:lumMod val="65000"/>
                    <a:lumOff val="35000"/>
                  </a:schemeClr>
                </a:solidFill>
              </a:rPr>
              <a:t>내용노출 내용노출</a:t>
            </a:r>
          </a:p>
          <a:p>
            <a:r>
              <a:rPr lang="ko-KR" altLang="en-US" sz="800" dirty="0">
                <a:solidFill>
                  <a:schemeClr val="tx1">
                    <a:lumMod val="65000"/>
                    <a:lumOff val="35000"/>
                  </a:schemeClr>
                </a:solidFill>
              </a:rPr>
              <a:t>내용노출 내용노출 내용노출 내용노출 내용노출 내용노출 </a:t>
            </a:r>
            <a:r>
              <a:rPr lang="ko-KR" altLang="en-US" sz="800" dirty="0" err="1">
                <a:solidFill>
                  <a:schemeClr val="tx1">
                    <a:lumMod val="65000"/>
                    <a:lumOff val="35000"/>
                  </a:schemeClr>
                </a:solidFill>
              </a:rPr>
              <a:t>내용노출</a:t>
            </a:r>
            <a:r>
              <a:rPr lang="ko-KR" altLang="en-US" sz="800" dirty="0">
                <a:solidFill>
                  <a:schemeClr val="tx1">
                    <a:lumMod val="65000"/>
                    <a:lumOff val="35000"/>
                  </a:schemeClr>
                </a:solidFill>
              </a:rPr>
              <a:t> </a:t>
            </a:r>
            <a:endParaRPr lang="en-US" altLang="ko-KR" sz="800" dirty="0">
              <a:solidFill>
                <a:schemeClr val="tx1">
                  <a:lumMod val="65000"/>
                  <a:lumOff val="35000"/>
                </a:schemeClr>
              </a:solidFill>
            </a:endParaRPr>
          </a:p>
          <a:p>
            <a:r>
              <a:rPr lang="ko-KR" altLang="en-US" sz="800" dirty="0">
                <a:solidFill>
                  <a:schemeClr val="tx1">
                    <a:lumMod val="65000"/>
                    <a:lumOff val="35000"/>
                  </a:schemeClr>
                </a:solidFill>
              </a:rPr>
              <a:t>내용노출 내용노출 내용노출 내용노출 내용노출 내용노출</a:t>
            </a:r>
            <a:r>
              <a:rPr lang="en-US" altLang="ko-KR" sz="800" dirty="0">
                <a:solidFill>
                  <a:schemeClr val="tx1">
                    <a:lumMod val="65000"/>
                    <a:lumOff val="35000"/>
                  </a:schemeClr>
                </a:solidFill>
              </a:rPr>
              <a:t> </a:t>
            </a:r>
            <a:r>
              <a:rPr lang="ko-KR" altLang="en-US" sz="800" dirty="0">
                <a:solidFill>
                  <a:schemeClr val="tx1">
                    <a:lumMod val="65000"/>
                    <a:lumOff val="35000"/>
                  </a:schemeClr>
                </a:solidFill>
              </a:rPr>
              <a:t>내용노출 내용노출</a:t>
            </a:r>
          </a:p>
        </p:txBody>
      </p:sp>
      <p:cxnSp>
        <p:nvCxnSpPr>
          <p:cNvPr id="7" name="직선 연결선 6">
            <a:extLst>
              <a:ext uri="{FF2B5EF4-FFF2-40B4-BE49-F238E27FC236}">
                <a16:creationId xmlns:a16="http://schemas.microsoft.com/office/drawing/2014/main" id="{8DA2E5D9-F5E3-44D7-AF47-3E7A14DBB8BA}"/>
              </a:ext>
            </a:extLst>
          </p:cNvPr>
          <p:cNvCxnSpPr>
            <a:cxnSpLocks/>
          </p:cNvCxnSpPr>
          <p:nvPr/>
        </p:nvCxnSpPr>
        <p:spPr>
          <a:xfrm>
            <a:off x="1499657" y="5510620"/>
            <a:ext cx="7297210"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1100C572-B39A-493D-836B-65027DF45706}"/>
              </a:ext>
            </a:extLst>
          </p:cNvPr>
          <p:cNvSpPr txBox="1"/>
          <p:nvPr/>
        </p:nvSpPr>
        <p:spPr>
          <a:xfrm>
            <a:off x="4631022" y="871059"/>
            <a:ext cx="800219" cy="276999"/>
          </a:xfrm>
          <a:prstGeom prst="rect">
            <a:avLst/>
          </a:prstGeom>
          <a:noFill/>
        </p:spPr>
        <p:txBody>
          <a:bodyPr wrap="none" rtlCol="0">
            <a:spAutoFit/>
          </a:bodyPr>
          <a:lstStyle/>
          <a:p>
            <a:r>
              <a:rPr lang="ko-KR" altLang="en-US" sz="1200" b="1" dirty="0"/>
              <a:t>공지사항</a:t>
            </a:r>
          </a:p>
        </p:txBody>
      </p:sp>
      <p:cxnSp>
        <p:nvCxnSpPr>
          <p:cNvPr id="11" name="직선 연결선 10">
            <a:extLst>
              <a:ext uri="{FF2B5EF4-FFF2-40B4-BE49-F238E27FC236}">
                <a16:creationId xmlns:a16="http://schemas.microsoft.com/office/drawing/2014/main" id="{827FF08E-39A1-4622-93E3-DC2DC71F64BA}"/>
              </a:ext>
            </a:extLst>
          </p:cNvPr>
          <p:cNvCxnSpPr>
            <a:cxnSpLocks/>
          </p:cNvCxnSpPr>
          <p:nvPr/>
        </p:nvCxnSpPr>
        <p:spPr>
          <a:xfrm>
            <a:off x="1481667" y="1314226"/>
            <a:ext cx="7315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12" name="표 11">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1173151491"/>
              </p:ext>
            </p:extLst>
          </p:nvPr>
        </p:nvGraphicFramePr>
        <p:xfrm>
          <a:off x="10171774" y="22159"/>
          <a:ext cx="1979018" cy="23632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RF-03</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RF-03-06-02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err="1"/>
                        <a:t>주문영역</a:t>
                      </a:r>
                      <a:endParaRPr lang="ko-KR" altLang="en-US" sz="800" dirty="0"/>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공지사항 상세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Shop </a:t>
                      </a:r>
                      <a:r>
                        <a:rPr lang="ko-KR" altLang="en-US" sz="800" dirty="0"/>
                        <a:t>채널 관리자가 등록한 공지 사항 상세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첨부파일 다운로드 기능</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버튼 클릭 시</a:t>
                      </a:r>
                      <a:r>
                        <a:rPr lang="en-US" altLang="ko-KR" sz="800" dirty="0"/>
                        <a:t>, </a:t>
                      </a:r>
                      <a:r>
                        <a:rPr lang="ko-KR" altLang="en-US" sz="800" dirty="0"/>
                        <a:t>사용자가 상세 화면 진입 전 머물러 </a:t>
                      </a:r>
                      <a:r>
                        <a:rPr lang="ko-KR" altLang="en-US" sz="800" u="none" dirty="0"/>
                        <a:t>있던 </a:t>
                      </a:r>
                      <a:r>
                        <a:rPr lang="ko-KR" altLang="en-US" sz="800" b="0" u="none" dirty="0"/>
                        <a:t>공지사항 목록의 동일한 위치</a:t>
                      </a:r>
                      <a:r>
                        <a:rPr lang="en-US" altLang="ko-KR" sz="800" b="0" u="none" dirty="0"/>
                        <a:t>(</a:t>
                      </a:r>
                      <a:r>
                        <a:rPr lang="ko-KR" altLang="en-US" sz="800" b="0" u="none" dirty="0"/>
                        <a:t>검색 결과 및 페이지 번호 포함</a:t>
                      </a:r>
                      <a:r>
                        <a:rPr lang="en-US" altLang="ko-KR" sz="800" b="0" u="none" dirty="0"/>
                        <a:t>)</a:t>
                      </a:r>
                      <a:r>
                        <a:rPr lang="ko-KR" altLang="en-US" sz="800" b="0" u="none" dirty="0"/>
                        <a:t> </a:t>
                      </a:r>
                      <a:r>
                        <a:rPr lang="ko-KR" altLang="en-US" sz="800" dirty="0"/>
                        <a:t>로 복귀한다</a:t>
                      </a:r>
                      <a:r>
                        <a:rPr lang="en-US" altLang="ko-KR" sz="800" dirty="0"/>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
        <p:nvSpPr>
          <p:cNvPr id="13" name="TextBox 12">
            <a:extLst>
              <a:ext uri="{FF2B5EF4-FFF2-40B4-BE49-F238E27FC236}">
                <a16:creationId xmlns:a16="http://schemas.microsoft.com/office/drawing/2014/main" id="{E02DE55E-81E1-480D-8FDC-10F55949EE8A}"/>
              </a:ext>
            </a:extLst>
          </p:cNvPr>
          <p:cNvSpPr txBox="1"/>
          <p:nvPr/>
        </p:nvSpPr>
        <p:spPr>
          <a:xfrm>
            <a:off x="1373661" y="4799149"/>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14" name="TextBox 13">
            <a:extLst>
              <a:ext uri="{FF2B5EF4-FFF2-40B4-BE49-F238E27FC236}">
                <a16:creationId xmlns:a16="http://schemas.microsoft.com/office/drawing/2014/main" id="{E02DE55E-81E1-480D-8FDC-10F55949EE8A}"/>
              </a:ext>
            </a:extLst>
          </p:cNvPr>
          <p:cNvSpPr txBox="1"/>
          <p:nvPr/>
        </p:nvSpPr>
        <p:spPr>
          <a:xfrm>
            <a:off x="5560353" y="5712446"/>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1699022368"/>
      </p:ext>
    </p:extLst>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A37B09EF-BBE3-7DCF-1894-7105587CC3F8}"/>
              </a:ext>
            </a:extLst>
          </p:cNvPr>
          <p:cNvSpPr/>
          <p:nvPr/>
        </p:nvSpPr>
        <p:spPr>
          <a:xfrm>
            <a:off x="0" y="2734176"/>
            <a:ext cx="12191999" cy="138964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3000" b="1" dirty="0" err="1">
                <a:solidFill>
                  <a:schemeClr val="bg1"/>
                </a:solidFill>
                <a:latin typeface="+mj-ea"/>
                <a:ea typeface="+mj-ea"/>
              </a:rPr>
              <a:t>발주사</a:t>
            </a:r>
            <a:r>
              <a:rPr lang="ko-KR" altLang="en-US" sz="3000" b="1" dirty="0">
                <a:solidFill>
                  <a:schemeClr val="bg1"/>
                </a:solidFill>
                <a:latin typeface="+mj-ea"/>
                <a:ea typeface="+mj-ea"/>
              </a:rPr>
              <a:t> 페이지</a:t>
            </a:r>
          </a:p>
        </p:txBody>
      </p:sp>
      <p:sp>
        <p:nvSpPr>
          <p:cNvPr id="3" name="TextBox 2">
            <a:extLst>
              <a:ext uri="{FF2B5EF4-FFF2-40B4-BE49-F238E27FC236}">
                <a16:creationId xmlns:a16="http://schemas.microsoft.com/office/drawing/2014/main" id="{344F56AB-85DC-7248-24D6-FC838C88D521}"/>
              </a:ext>
            </a:extLst>
          </p:cNvPr>
          <p:cNvSpPr txBox="1"/>
          <p:nvPr/>
        </p:nvSpPr>
        <p:spPr>
          <a:xfrm>
            <a:off x="5733560" y="4211052"/>
            <a:ext cx="724878" cy="338554"/>
          </a:xfrm>
          <a:prstGeom prst="rect">
            <a:avLst/>
          </a:prstGeom>
          <a:noFill/>
        </p:spPr>
        <p:txBody>
          <a:bodyPr wrap="none" rtlCol="0">
            <a:spAutoFit/>
          </a:bodyPr>
          <a:lstStyle/>
          <a:p>
            <a:r>
              <a:rPr lang="en-US" altLang="ko-KR" sz="1600" dirty="0"/>
              <a:t>RF-04</a:t>
            </a:r>
            <a:endParaRPr lang="ko-KR" altLang="en-US" sz="1600" dirty="0"/>
          </a:p>
        </p:txBody>
      </p:sp>
    </p:spTree>
    <p:extLst>
      <p:ext uri="{BB962C8B-B14F-4D97-AF65-F5344CB8AC3E}">
        <p14:creationId xmlns:p14="http://schemas.microsoft.com/office/powerpoint/2010/main" val="215205591"/>
      </p:ext>
    </p:extLst>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표 6">
            <a:extLst>
              <a:ext uri="{FF2B5EF4-FFF2-40B4-BE49-F238E27FC236}">
                <a16:creationId xmlns:a16="http://schemas.microsoft.com/office/drawing/2014/main" id="{A7C28729-0F54-4C19-9A47-1F90453870CB}"/>
              </a:ext>
            </a:extLst>
          </p:cNvPr>
          <p:cNvGraphicFramePr>
            <a:graphicFrameLocks noGrp="1"/>
          </p:cNvGraphicFramePr>
          <p:nvPr>
            <p:extLst>
              <p:ext uri="{D42A27DB-BD31-4B8C-83A1-F6EECF244321}">
                <p14:modId xmlns:p14="http://schemas.microsoft.com/office/powerpoint/2010/main" val="242921677"/>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b="1" dirty="0">
                          <a:solidFill>
                            <a:schemeClr val="tx1"/>
                          </a:solidFill>
                        </a:rPr>
                        <a:t>●  접속화면</a:t>
                      </a:r>
                    </a:p>
                    <a:p>
                      <a:pPr latinLnBrk="1"/>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3638733802"/>
      </p:ext>
    </p:extLst>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EF53454D-1E32-4142-94DF-FEA497136709}"/>
              </a:ext>
            </a:extLst>
          </p:cNvPr>
          <p:cNvSpPr/>
          <p:nvPr/>
        </p:nvSpPr>
        <p:spPr>
          <a:xfrm>
            <a:off x="609600" y="512233"/>
            <a:ext cx="9025466" cy="5833534"/>
          </a:xfrm>
          <a:prstGeom prst="rect">
            <a:avLst/>
          </a:prstGeom>
          <a:solidFill>
            <a:schemeClr val="bg1">
              <a:lumMod val="85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 name="그룹 2">
            <a:extLst>
              <a:ext uri="{FF2B5EF4-FFF2-40B4-BE49-F238E27FC236}">
                <a16:creationId xmlns:a16="http://schemas.microsoft.com/office/drawing/2014/main" id="{AF27F1AD-40EC-4F8E-91DC-8DADC28689B0}"/>
              </a:ext>
            </a:extLst>
          </p:cNvPr>
          <p:cNvGrpSpPr/>
          <p:nvPr/>
        </p:nvGrpSpPr>
        <p:grpSpPr>
          <a:xfrm>
            <a:off x="4038600" y="1624084"/>
            <a:ext cx="2177055" cy="1095062"/>
            <a:chOff x="2843808" y="1955121"/>
            <a:chExt cx="1674813" cy="596970"/>
          </a:xfrm>
          <a:solidFill>
            <a:schemeClr val="bg1">
              <a:lumMod val="95000"/>
            </a:schemeClr>
          </a:solidFill>
        </p:grpSpPr>
        <p:sp>
          <p:nvSpPr>
            <p:cNvPr id="4" name="Border">
              <a:extLst>
                <a:ext uri="{FF2B5EF4-FFF2-40B4-BE49-F238E27FC236}">
                  <a16:creationId xmlns:a16="http://schemas.microsoft.com/office/drawing/2014/main" id="{B0637326-E963-455A-B6EC-B6E491D09399}"/>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 name="Line 2">
              <a:extLst>
                <a:ext uri="{FF2B5EF4-FFF2-40B4-BE49-F238E27FC236}">
                  <a16:creationId xmlns:a16="http://schemas.microsoft.com/office/drawing/2014/main" id="{8AD06F44-2494-496F-8CF9-4DA684B6C8F9}"/>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 name="Line 1">
              <a:extLst>
                <a:ext uri="{FF2B5EF4-FFF2-40B4-BE49-F238E27FC236}">
                  <a16:creationId xmlns:a16="http://schemas.microsoft.com/office/drawing/2014/main" id="{492041EB-2B10-4457-A189-0EDEF48194AB}"/>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 name="TextBox 6">
              <a:extLst>
                <a:ext uri="{FF2B5EF4-FFF2-40B4-BE49-F238E27FC236}">
                  <a16:creationId xmlns:a16="http://schemas.microsoft.com/office/drawing/2014/main" id="{FE00BCE0-85AD-4A11-8A64-68EF73F84A2A}"/>
                </a:ext>
              </a:extLst>
            </p:cNvPr>
            <p:cNvSpPr txBox="1"/>
            <p:nvPr/>
          </p:nvSpPr>
          <p:spPr>
            <a:xfrm>
              <a:off x="3181711" y="2197545"/>
              <a:ext cx="991630" cy="125837"/>
            </a:xfrm>
            <a:prstGeom prst="rect">
              <a:avLst/>
            </a:prstGeom>
            <a:solidFill>
              <a:schemeClr val="bg1"/>
            </a:solidFill>
            <a:ln>
              <a:noFill/>
            </a:ln>
          </p:spPr>
          <p:txBody>
            <a:bodyPr wrap="square" rtlCol="0">
              <a:spAutoFit/>
            </a:bodyPr>
            <a:lstStyle/>
            <a:p>
              <a:pPr algn="ctr"/>
              <a:r>
                <a:rPr lang="ko-KR" altLang="en-US" sz="900" dirty="0">
                  <a:solidFill>
                    <a:schemeClr val="tx1">
                      <a:lumMod val="50000"/>
                      <a:lumOff val="50000"/>
                    </a:schemeClr>
                  </a:solidFill>
                </a:rPr>
                <a:t>회원사 로고</a:t>
              </a:r>
            </a:p>
          </p:txBody>
        </p:sp>
      </p:grpSp>
      <p:graphicFrame>
        <p:nvGraphicFramePr>
          <p:cNvPr id="8" name="표 7">
            <a:extLst>
              <a:ext uri="{FF2B5EF4-FFF2-40B4-BE49-F238E27FC236}">
                <a16:creationId xmlns:a16="http://schemas.microsoft.com/office/drawing/2014/main" id="{AC623447-DF67-4BCE-BE5C-A0C2C07B712C}"/>
              </a:ext>
            </a:extLst>
          </p:cNvPr>
          <p:cNvGraphicFramePr>
            <a:graphicFrameLocks noGrp="1"/>
          </p:cNvGraphicFramePr>
          <p:nvPr>
            <p:extLst>
              <p:ext uri="{D42A27DB-BD31-4B8C-83A1-F6EECF244321}">
                <p14:modId xmlns:p14="http://schemas.microsoft.com/office/powerpoint/2010/main" val="937527605"/>
              </p:ext>
            </p:extLst>
          </p:nvPr>
        </p:nvGraphicFramePr>
        <p:xfrm>
          <a:off x="2715837" y="3009395"/>
          <a:ext cx="4968555" cy="504056"/>
        </p:xfrm>
        <a:graphic>
          <a:graphicData uri="http://schemas.openxmlformats.org/drawingml/2006/table">
            <a:tbl>
              <a:tblPr firstRow="1" bandRow="1">
                <a:tableStyleId>{5C22544A-7EE6-4342-B048-85BDC9FD1C3A}</a:tableStyleId>
              </a:tblPr>
              <a:tblGrid>
                <a:gridCol w="1462547">
                  <a:extLst>
                    <a:ext uri="{9D8B030D-6E8A-4147-A177-3AD203B41FA5}">
                      <a16:colId xmlns:a16="http://schemas.microsoft.com/office/drawing/2014/main" val="20000"/>
                    </a:ext>
                  </a:extLst>
                </a:gridCol>
                <a:gridCol w="3506008">
                  <a:extLst>
                    <a:ext uri="{9D8B030D-6E8A-4147-A177-3AD203B41FA5}">
                      <a16:colId xmlns:a16="http://schemas.microsoft.com/office/drawing/2014/main" val="20001"/>
                    </a:ext>
                  </a:extLst>
                </a:gridCol>
              </a:tblGrid>
              <a:tr h="504056">
                <a:tc>
                  <a:txBody>
                    <a:bodyPr/>
                    <a:lstStyle/>
                    <a:p>
                      <a:pPr algn="ctr" latinLnBrk="1"/>
                      <a:r>
                        <a:rPr lang="ko-KR" altLang="en-US" sz="1050" b="0" dirty="0">
                          <a:solidFill>
                            <a:schemeClr val="tx1"/>
                          </a:solidFill>
                        </a:rPr>
                        <a:t>발주담당자 </a:t>
                      </a:r>
                      <a:r>
                        <a:rPr lang="en-US" altLang="ko-KR" sz="1050" b="0" dirty="0">
                          <a:solidFill>
                            <a:schemeClr val="tx1"/>
                          </a:solidFill>
                        </a:rPr>
                        <a:t>Email</a:t>
                      </a:r>
                      <a:endParaRPr lang="ko-KR" altLang="en-US" sz="1050" b="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1050" b="0" i="0" u="none" strike="noStrike" dirty="0">
                        <a:solidFill>
                          <a:srgbClr val="000000"/>
                        </a:solidFill>
                        <a:effectLst/>
                        <a:latin typeface="+mn-lt"/>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sp>
        <p:nvSpPr>
          <p:cNvPr id="9" name="직사각형 8">
            <a:extLst>
              <a:ext uri="{FF2B5EF4-FFF2-40B4-BE49-F238E27FC236}">
                <a16:creationId xmlns:a16="http://schemas.microsoft.com/office/drawing/2014/main" id="{1DB8FD40-8378-425F-8A5F-1EC0A168A1AB}"/>
              </a:ext>
            </a:extLst>
          </p:cNvPr>
          <p:cNvSpPr/>
          <p:nvPr/>
        </p:nvSpPr>
        <p:spPr>
          <a:xfrm>
            <a:off x="3641898" y="4411404"/>
            <a:ext cx="3116430" cy="432048"/>
          </a:xfrm>
          <a:prstGeom prst="rect">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t>로그인</a:t>
            </a:r>
          </a:p>
        </p:txBody>
      </p:sp>
      <p:graphicFrame>
        <p:nvGraphicFramePr>
          <p:cNvPr id="10" name="표 9">
            <a:extLst>
              <a:ext uri="{FF2B5EF4-FFF2-40B4-BE49-F238E27FC236}">
                <a16:creationId xmlns:a16="http://schemas.microsoft.com/office/drawing/2014/main" id="{05B34C3A-505E-4233-8100-7FE6EDEEDCD9}"/>
              </a:ext>
            </a:extLst>
          </p:cNvPr>
          <p:cNvGraphicFramePr>
            <a:graphicFrameLocks noGrp="1"/>
          </p:cNvGraphicFramePr>
          <p:nvPr>
            <p:extLst>
              <p:ext uri="{D42A27DB-BD31-4B8C-83A1-F6EECF244321}">
                <p14:modId xmlns:p14="http://schemas.microsoft.com/office/powerpoint/2010/main" val="1871019601"/>
              </p:ext>
            </p:extLst>
          </p:nvPr>
        </p:nvGraphicFramePr>
        <p:xfrm>
          <a:off x="2715836" y="3613757"/>
          <a:ext cx="4968555" cy="504056"/>
        </p:xfrm>
        <a:graphic>
          <a:graphicData uri="http://schemas.openxmlformats.org/drawingml/2006/table">
            <a:tbl>
              <a:tblPr firstRow="1" bandRow="1">
                <a:tableStyleId>{5C22544A-7EE6-4342-B048-85BDC9FD1C3A}</a:tableStyleId>
              </a:tblPr>
              <a:tblGrid>
                <a:gridCol w="1456492">
                  <a:extLst>
                    <a:ext uri="{9D8B030D-6E8A-4147-A177-3AD203B41FA5}">
                      <a16:colId xmlns:a16="http://schemas.microsoft.com/office/drawing/2014/main" val="20000"/>
                    </a:ext>
                  </a:extLst>
                </a:gridCol>
                <a:gridCol w="3512063">
                  <a:extLst>
                    <a:ext uri="{9D8B030D-6E8A-4147-A177-3AD203B41FA5}">
                      <a16:colId xmlns:a16="http://schemas.microsoft.com/office/drawing/2014/main" val="20001"/>
                    </a:ext>
                  </a:extLst>
                </a:gridCol>
              </a:tblGrid>
              <a:tr h="504056">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050" b="0" dirty="0">
                          <a:solidFill>
                            <a:schemeClr val="tx1"/>
                          </a:solidFill>
                        </a:rPr>
                        <a:t>발주담당자 성명</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1050" b="0" i="0" u="none" strike="noStrike" dirty="0">
                        <a:solidFill>
                          <a:srgbClr val="000000"/>
                        </a:solidFill>
                        <a:effectLst/>
                        <a:latin typeface="+mn-lt"/>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bl>
          </a:graphicData>
        </a:graphic>
      </p:graphicFrame>
      <p:graphicFrame>
        <p:nvGraphicFramePr>
          <p:cNvPr id="11" name="표 10">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1800008811"/>
              </p:ext>
            </p:extLst>
          </p:nvPr>
        </p:nvGraphicFramePr>
        <p:xfrm>
          <a:off x="10171774" y="22159"/>
          <a:ext cx="1979018" cy="227179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RF-04</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RF-04-01-01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접속 화면</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로그인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발주 담당자 로그인 정보 입력 영역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정보가 맞지 않을 경우 정보가 맞지 않다는 것을 안내 문구로 표시한다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정보가 맞을 경우 발주 관리 페이지 </a:t>
                      </a:r>
                      <a:r>
                        <a:rPr lang="en-US" altLang="ko-KR" sz="800" dirty="0"/>
                        <a:t>RF-04-02-01</a:t>
                      </a:r>
                      <a:r>
                        <a:rPr lang="ko-KR" altLang="en-US" sz="800" b="0" baseline="0" dirty="0">
                          <a:solidFill>
                            <a:schemeClr val="tx1"/>
                          </a:solidFill>
                        </a:rPr>
                        <a:t>로 이동한다</a:t>
                      </a:r>
                      <a:r>
                        <a:rPr lang="en-US" altLang="ko-KR" sz="800" b="0" baseline="0" dirty="0">
                          <a:solidFill>
                            <a:schemeClr val="tx1"/>
                          </a:solidFill>
                        </a:rPr>
                        <a:t>.</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
        <p:nvSpPr>
          <p:cNvPr id="12" name="TextBox 11">
            <a:extLst>
              <a:ext uri="{FF2B5EF4-FFF2-40B4-BE49-F238E27FC236}">
                <a16:creationId xmlns:a16="http://schemas.microsoft.com/office/drawing/2014/main" id="{E02DE55E-81E1-480D-8FDC-10F55949EE8A}"/>
              </a:ext>
            </a:extLst>
          </p:cNvPr>
          <p:cNvSpPr txBox="1"/>
          <p:nvPr/>
        </p:nvSpPr>
        <p:spPr>
          <a:xfrm>
            <a:off x="2589840" y="2909089"/>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13" name="TextBox 12">
            <a:extLst>
              <a:ext uri="{FF2B5EF4-FFF2-40B4-BE49-F238E27FC236}">
                <a16:creationId xmlns:a16="http://schemas.microsoft.com/office/drawing/2014/main" id="{E02DE55E-81E1-480D-8FDC-10F55949EE8A}"/>
              </a:ext>
            </a:extLst>
          </p:cNvPr>
          <p:cNvSpPr txBox="1"/>
          <p:nvPr/>
        </p:nvSpPr>
        <p:spPr>
          <a:xfrm>
            <a:off x="3515902" y="4354866"/>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316282423"/>
      </p:ext>
    </p:extLst>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표 6">
            <a:extLst>
              <a:ext uri="{FF2B5EF4-FFF2-40B4-BE49-F238E27FC236}">
                <a16:creationId xmlns:a16="http://schemas.microsoft.com/office/drawing/2014/main" id="{A7C28729-0F54-4C19-9A47-1F90453870CB}"/>
              </a:ext>
            </a:extLst>
          </p:cNvPr>
          <p:cNvGraphicFramePr>
            <a:graphicFrameLocks noGrp="1"/>
          </p:cNvGraphicFramePr>
          <p:nvPr>
            <p:extLst>
              <p:ext uri="{D42A27DB-BD31-4B8C-83A1-F6EECF244321}">
                <p14:modId xmlns:p14="http://schemas.microsoft.com/office/powerpoint/2010/main" val="2437819561"/>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b="1" dirty="0">
                          <a:solidFill>
                            <a:schemeClr val="tx1"/>
                          </a:solidFill>
                        </a:rPr>
                        <a:t>●  발주관리</a:t>
                      </a:r>
                      <a:endParaRPr lang="ko-KR" altLang="en-US" sz="1800" b="0" dirty="0">
                        <a:solidFill>
                          <a:schemeClr val="bg1">
                            <a:lumMod val="75000"/>
                          </a:schemeClr>
                        </a:solidFill>
                      </a:endParaRPr>
                    </a:p>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4000312870"/>
      </p:ext>
    </p:extLst>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직사각형 35">
            <a:extLst>
              <a:ext uri="{FF2B5EF4-FFF2-40B4-BE49-F238E27FC236}">
                <a16:creationId xmlns:a16="http://schemas.microsoft.com/office/drawing/2014/main" id="{EADC8577-BE3B-470B-B906-C7E44D3664F1}"/>
              </a:ext>
            </a:extLst>
          </p:cNvPr>
          <p:cNvSpPr/>
          <p:nvPr/>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3" name="표 2">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2758505126"/>
              </p:ext>
            </p:extLst>
          </p:nvPr>
        </p:nvGraphicFramePr>
        <p:xfrm>
          <a:off x="10171774" y="22159"/>
          <a:ext cx="1979018" cy="224131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RF-04</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RF-04-02-01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발주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발주 관리 </a:t>
                      </a:r>
                      <a:r>
                        <a:rPr lang="en-US" altLang="ko-KR" sz="800" dirty="0"/>
                        <a:t>&gt; </a:t>
                      </a:r>
                      <a:r>
                        <a:rPr lang="ko-KR" altLang="en-US" sz="800" dirty="0"/>
                        <a:t>발주 대기</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발주 대기 중인 상품 목록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버튼 클릭 시 타입에 맞는 페이지로 이동</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발주 완료 </a:t>
                      </a:r>
                      <a:r>
                        <a:rPr lang="en-US" altLang="ko-KR" sz="800" b="0" dirty="0">
                          <a:solidFill>
                            <a:schemeClr val="tx1"/>
                          </a:solidFill>
                        </a:rPr>
                        <a:t>-&gt; </a:t>
                      </a:r>
                      <a:r>
                        <a:rPr lang="en-US" altLang="ko-KR" sz="800" dirty="0"/>
                        <a:t>RF-04-02-02</a:t>
                      </a:r>
                      <a:endParaRPr lang="ko-KR" altLang="en-US" sz="800" dirty="0"/>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상세 검색 영역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
        <p:nvSpPr>
          <p:cNvPr id="4" name="TextBox 3">
            <a:extLst>
              <a:ext uri="{FF2B5EF4-FFF2-40B4-BE49-F238E27FC236}">
                <a16:creationId xmlns:a16="http://schemas.microsoft.com/office/drawing/2014/main" id="{E02DE55E-81E1-480D-8FDC-10F55949EE8A}"/>
              </a:ext>
            </a:extLst>
          </p:cNvPr>
          <p:cNvSpPr txBox="1"/>
          <p:nvPr/>
        </p:nvSpPr>
        <p:spPr>
          <a:xfrm>
            <a:off x="979154" y="1432626"/>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5" name="TextBox 4">
            <a:extLst>
              <a:ext uri="{FF2B5EF4-FFF2-40B4-BE49-F238E27FC236}">
                <a16:creationId xmlns:a16="http://schemas.microsoft.com/office/drawing/2014/main" id="{E02DE55E-81E1-480D-8FDC-10F55949EE8A}"/>
              </a:ext>
            </a:extLst>
          </p:cNvPr>
          <p:cNvSpPr txBox="1"/>
          <p:nvPr/>
        </p:nvSpPr>
        <p:spPr>
          <a:xfrm>
            <a:off x="979154" y="1920586"/>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1523925910"/>
      </p:ext>
    </p:extLst>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직사각형 35">
            <a:extLst>
              <a:ext uri="{FF2B5EF4-FFF2-40B4-BE49-F238E27FC236}">
                <a16:creationId xmlns:a16="http://schemas.microsoft.com/office/drawing/2014/main" id="{EADC8577-BE3B-470B-B906-C7E44D3664F1}"/>
              </a:ext>
            </a:extLst>
          </p:cNvPr>
          <p:cNvSpPr/>
          <p:nvPr/>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직사각형 103">
            <a:extLst>
              <a:ext uri="{FF2B5EF4-FFF2-40B4-BE49-F238E27FC236}">
                <a16:creationId xmlns:a16="http://schemas.microsoft.com/office/drawing/2014/main" id="{9846145F-AD41-464F-961C-9C2E69CDAF12}"/>
              </a:ext>
            </a:extLst>
          </p:cNvPr>
          <p:cNvSpPr/>
          <p:nvPr/>
        </p:nvSpPr>
        <p:spPr>
          <a:xfrm>
            <a:off x="-794063" y="4508695"/>
            <a:ext cx="10541313" cy="2495355"/>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pic>
        <p:nvPicPr>
          <p:cNvPr id="103" name="그림 102">
            <a:extLst>
              <a:ext uri="{FF2B5EF4-FFF2-40B4-BE49-F238E27FC236}">
                <a16:creationId xmlns:a16="http://schemas.microsoft.com/office/drawing/2014/main" id="{0ABB18DA-EFD9-434F-863E-ADFD4D81C5EC}"/>
              </a:ext>
            </a:extLst>
          </p:cNvPr>
          <p:cNvPicPr>
            <a:picLocks noChangeAspect="1"/>
          </p:cNvPicPr>
          <p:nvPr/>
        </p:nvPicPr>
        <p:blipFill>
          <a:blip r:embed="rId2"/>
          <a:stretch>
            <a:fillRect/>
          </a:stretch>
        </p:blipFill>
        <p:spPr>
          <a:xfrm>
            <a:off x="-593882" y="4895103"/>
            <a:ext cx="10140950" cy="1722537"/>
          </a:xfrm>
          <a:prstGeom prst="rect">
            <a:avLst/>
          </a:prstGeom>
        </p:spPr>
      </p:pic>
      <p:sp>
        <p:nvSpPr>
          <p:cNvPr id="5" name="직사각형 4">
            <a:extLst>
              <a:ext uri="{FF2B5EF4-FFF2-40B4-BE49-F238E27FC236}">
                <a16:creationId xmlns:a16="http://schemas.microsoft.com/office/drawing/2014/main" id="{ED1943AF-5B84-44CD-9CD9-FF11F0781485}"/>
              </a:ext>
            </a:extLst>
          </p:cNvPr>
          <p:cNvSpPr/>
          <p:nvPr/>
        </p:nvSpPr>
        <p:spPr>
          <a:xfrm>
            <a:off x="666437" y="1661657"/>
            <a:ext cx="4210364" cy="1913393"/>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6" name="TextBox 5">
            <a:extLst>
              <a:ext uri="{FF2B5EF4-FFF2-40B4-BE49-F238E27FC236}">
                <a16:creationId xmlns:a16="http://schemas.microsoft.com/office/drawing/2014/main" id="{C5124B39-BF30-41FF-BFD4-8E72B32B93DF}"/>
              </a:ext>
            </a:extLst>
          </p:cNvPr>
          <p:cNvSpPr txBox="1"/>
          <p:nvPr/>
        </p:nvSpPr>
        <p:spPr>
          <a:xfrm>
            <a:off x="746024" y="1777224"/>
            <a:ext cx="1072730"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발주 처리하기</a:t>
            </a:r>
            <a:endParaRPr lang="ko-KR" altLang="en-US" sz="900" dirty="0"/>
          </a:p>
        </p:txBody>
      </p:sp>
      <p:grpSp>
        <p:nvGrpSpPr>
          <p:cNvPr id="7" name="Image">
            <a:extLst>
              <a:ext uri="{FF2B5EF4-FFF2-40B4-BE49-F238E27FC236}">
                <a16:creationId xmlns:a16="http://schemas.microsoft.com/office/drawing/2014/main" id="{0A080647-EA73-4DFB-A728-0E5C5348FC49}"/>
              </a:ext>
            </a:extLst>
          </p:cNvPr>
          <p:cNvGrpSpPr>
            <a:grpSpLocks/>
          </p:cNvGrpSpPr>
          <p:nvPr/>
        </p:nvGrpSpPr>
        <p:grpSpPr bwMode="auto">
          <a:xfrm>
            <a:off x="4543917" y="1790312"/>
            <a:ext cx="204716" cy="209797"/>
            <a:chOff x="508000" y="1397000"/>
            <a:chExt cx="1008112" cy="1008112"/>
          </a:xfrm>
        </p:grpSpPr>
        <p:sp>
          <p:nvSpPr>
            <p:cNvPr id="8" name="Border">
              <a:extLst>
                <a:ext uri="{FF2B5EF4-FFF2-40B4-BE49-F238E27FC236}">
                  <a16:creationId xmlns:a16="http://schemas.microsoft.com/office/drawing/2014/main" id="{203E760B-4B92-421D-B2C5-50FF7CE3E39E}"/>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2">
              <a:extLst>
                <a:ext uri="{FF2B5EF4-FFF2-40B4-BE49-F238E27FC236}">
                  <a16:creationId xmlns:a16="http://schemas.microsoft.com/office/drawing/2014/main" id="{D0F132BD-5F7F-4C9B-A179-2FF5B88C7541}"/>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Line 1">
              <a:extLst>
                <a:ext uri="{FF2B5EF4-FFF2-40B4-BE49-F238E27FC236}">
                  <a16:creationId xmlns:a16="http://schemas.microsoft.com/office/drawing/2014/main" id="{1EE6170E-0BA7-424B-9F51-2AF59857A573}"/>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pSp>
        <p:nvGrpSpPr>
          <p:cNvPr id="11" name="그룹 10">
            <a:extLst>
              <a:ext uri="{FF2B5EF4-FFF2-40B4-BE49-F238E27FC236}">
                <a16:creationId xmlns:a16="http://schemas.microsoft.com/office/drawing/2014/main" id="{9D0C32C3-2238-4738-8E5D-C5A5889DB56D}"/>
              </a:ext>
            </a:extLst>
          </p:cNvPr>
          <p:cNvGrpSpPr/>
          <p:nvPr/>
        </p:nvGrpSpPr>
        <p:grpSpPr>
          <a:xfrm>
            <a:off x="1934179" y="2287937"/>
            <a:ext cx="2089400" cy="120097"/>
            <a:chOff x="5148065" y="1124744"/>
            <a:chExt cx="2089400" cy="192328"/>
          </a:xfrm>
        </p:grpSpPr>
        <p:sp>
          <p:nvSpPr>
            <p:cNvPr id="12" name="직사각형 11">
              <a:extLst>
                <a:ext uri="{FF2B5EF4-FFF2-40B4-BE49-F238E27FC236}">
                  <a16:creationId xmlns:a16="http://schemas.microsoft.com/office/drawing/2014/main" id="{4CACF774-2C8D-45E7-8538-F0AFA8F06494}"/>
                </a:ext>
              </a:extLst>
            </p:cNvPr>
            <p:cNvSpPr/>
            <p:nvPr/>
          </p:nvSpPr>
          <p:spPr>
            <a:xfrm>
              <a:off x="5148065" y="1124744"/>
              <a:ext cx="1368151" cy="192328"/>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bg1">
                    <a:lumMod val="65000"/>
                  </a:schemeClr>
                </a:solidFill>
              </a:endParaRPr>
            </a:p>
          </p:txBody>
        </p:sp>
        <p:sp>
          <p:nvSpPr>
            <p:cNvPr id="13" name="직사각형 12">
              <a:extLst>
                <a:ext uri="{FF2B5EF4-FFF2-40B4-BE49-F238E27FC236}">
                  <a16:creationId xmlns:a16="http://schemas.microsoft.com/office/drawing/2014/main" id="{7F72F3AC-A6E8-4AB8-8E83-3A14DFC82FF9}"/>
                </a:ext>
              </a:extLst>
            </p:cNvPr>
            <p:cNvSpPr/>
            <p:nvPr/>
          </p:nvSpPr>
          <p:spPr>
            <a:xfrm>
              <a:off x="6516216" y="1124744"/>
              <a:ext cx="721249" cy="192328"/>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찾아보기</a:t>
              </a:r>
              <a:endParaRPr lang="en-US" altLang="ko-KR" sz="800" dirty="0">
                <a:solidFill>
                  <a:schemeClr val="bg1"/>
                </a:solidFill>
              </a:endParaRPr>
            </a:p>
          </p:txBody>
        </p:sp>
      </p:grpSp>
      <p:sp>
        <p:nvSpPr>
          <p:cNvPr id="14" name="TextBox 13">
            <a:extLst>
              <a:ext uri="{FF2B5EF4-FFF2-40B4-BE49-F238E27FC236}">
                <a16:creationId xmlns:a16="http://schemas.microsoft.com/office/drawing/2014/main" id="{C5750BD9-FF96-4FA4-849B-12CE58232249}"/>
              </a:ext>
            </a:extLst>
          </p:cNvPr>
          <p:cNvSpPr txBox="1"/>
          <p:nvPr/>
        </p:nvSpPr>
        <p:spPr>
          <a:xfrm>
            <a:off x="746024" y="2537238"/>
            <a:ext cx="3110147" cy="215444"/>
          </a:xfrm>
          <a:prstGeom prst="rect">
            <a:avLst/>
          </a:prstGeom>
          <a:noFill/>
        </p:spPr>
        <p:txBody>
          <a:bodyPr wrap="none" rtlCol="0">
            <a:spAutoFit/>
          </a:bodyPr>
          <a:lstStyle/>
          <a:p>
            <a:r>
              <a:rPr lang="ko-KR" altLang="en-US" sz="800" dirty="0"/>
              <a:t>택배사와 송장번호가 입력된 파일을 업로드 해주시기 바랍니다</a:t>
            </a:r>
            <a:r>
              <a:rPr lang="en-US" altLang="ko-KR" sz="800" dirty="0"/>
              <a:t>.</a:t>
            </a:r>
            <a:r>
              <a:rPr lang="ko-KR" altLang="en-US" sz="800" dirty="0"/>
              <a:t> </a:t>
            </a:r>
          </a:p>
        </p:txBody>
      </p:sp>
      <p:sp>
        <p:nvSpPr>
          <p:cNvPr id="15" name="직사각형 14">
            <a:extLst>
              <a:ext uri="{FF2B5EF4-FFF2-40B4-BE49-F238E27FC236}">
                <a16:creationId xmlns:a16="http://schemas.microsoft.com/office/drawing/2014/main" id="{7B7E8AF8-3390-48DA-9D4D-B50F6A48C278}"/>
              </a:ext>
            </a:extLst>
          </p:cNvPr>
          <p:cNvSpPr/>
          <p:nvPr/>
        </p:nvSpPr>
        <p:spPr>
          <a:xfrm>
            <a:off x="2257629" y="2925057"/>
            <a:ext cx="721249" cy="154747"/>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발주처리</a:t>
            </a:r>
            <a:endParaRPr lang="en-US" altLang="ko-KR" sz="800" dirty="0">
              <a:solidFill>
                <a:schemeClr val="bg1"/>
              </a:solidFill>
            </a:endParaRPr>
          </a:p>
        </p:txBody>
      </p:sp>
      <p:graphicFrame>
        <p:nvGraphicFramePr>
          <p:cNvPr id="2" name="표 2">
            <a:extLst>
              <a:ext uri="{FF2B5EF4-FFF2-40B4-BE49-F238E27FC236}">
                <a16:creationId xmlns:a16="http://schemas.microsoft.com/office/drawing/2014/main" id="{6DBE10EA-F9B3-4A9C-A04A-8245B5EE344A}"/>
              </a:ext>
            </a:extLst>
          </p:cNvPr>
          <p:cNvGraphicFramePr>
            <a:graphicFrameLocks noGrp="1"/>
          </p:cNvGraphicFramePr>
          <p:nvPr>
            <p:extLst>
              <p:ext uri="{D42A27DB-BD31-4B8C-83A1-F6EECF244321}">
                <p14:modId xmlns:p14="http://schemas.microsoft.com/office/powerpoint/2010/main" val="3442632568"/>
              </p:ext>
            </p:extLst>
          </p:nvPr>
        </p:nvGraphicFramePr>
        <p:xfrm>
          <a:off x="812801" y="2233686"/>
          <a:ext cx="3935832" cy="228600"/>
        </p:xfrm>
        <a:graphic>
          <a:graphicData uri="http://schemas.openxmlformats.org/drawingml/2006/table">
            <a:tbl>
              <a:tblPr firstRow="1" bandRow="1">
                <a:tableStyleId>{5940675A-B579-460E-94D1-54222C63F5DA}</a:tableStyleId>
              </a:tblPr>
              <a:tblGrid>
                <a:gridCol w="1066799">
                  <a:extLst>
                    <a:ext uri="{9D8B030D-6E8A-4147-A177-3AD203B41FA5}">
                      <a16:colId xmlns:a16="http://schemas.microsoft.com/office/drawing/2014/main" val="1572653733"/>
                    </a:ext>
                  </a:extLst>
                </a:gridCol>
                <a:gridCol w="2869033">
                  <a:extLst>
                    <a:ext uri="{9D8B030D-6E8A-4147-A177-3AD203B41FA5}">
                      <a16:colId xmlns:a16="http://schemas.microsoft.com/office/drawing/2014/main" val="1544539455"/>
                    </a:ext>
                  </a:extLst>
                </a:gridCol>
              </a:tblGrid>
              <a:tr h="155135">
                <a:tc>
                  <a:txBody>
                    <a:bodyPr/>
                    <a:lstStyle/>
                    <a:p>
                      <a:pPr latinLnBrk="1"/>
                      <a:r>
                        <a:rPr lang="ko-KR" altLang="en-US" sz="800" dirty="0"/>
                        <a:t>발주 파일</a:t>
                      </a:r>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bg1">
                        <a:lumMod val="95000"/>
                      </a:schemeClr>
                    </a:solidFill>
                  </a:tcPr>
                </a:tc>
                <a:tc>
                  <a:txBody>
                    <a:bodyPr/>
                    <a:lstStyle/>
                    <a:p>
                      <a:pPr latinLnBrk="1"/>
                      <a:endParaRPr lang="ko-KR" altLang="en-US" sz="900" dirty="0"/>
                    </a:p>
                  </a:txBody>
                  <a:tcP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tcPr>
                </a:tc>
                <a:extLst>
                  <a:ext uri="{0D108BD9-81ED-4DB2-BD59-A6C34878D82A}">
                    <a16:rowId xmlns:a16="http://schemas.microsoft.com/office/drawing/2014/main" val="2939444027"/>
                  </a:ext>
                </a:extLst>
              </a:tr>
            </a:tbl>
          </a:graphicData>
        </a:graphic>
      </p:graphicFrame>
      <p:sp>
        <p:nvSpPr>
          <p:cNvPr id="17" name="타원 16">
            <a:extLst>
              <a:ext uri="{FF2B5EF4-FFF2-40B4-BE49-F238E27FC236}">
                <a16:creationId xmlns:a16="http://schemas.microsoft.com/office/drawing/2014/main" id="{A5AD1FA6-82A6-4A46-8A1E-A0A7CB4107E8}"/>
              </a:ext>
            </a:extLst>
          </p:cNvPr>
          <p:cNvSpPr/>
          <p:nvPr/>
        </p:nvSpPr>
        <p:spPr>
          <a:xfrm>
            <a:off x="6244952" y="2315426"/>
            <a:ext cx="1489347"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8" name="직선 화살표 연결선 17">
            <a:extLst>
              <a:ext uri="{FF2B5EF4-FFF2-40B4-BE49-F238E27FC236}">
                <a16:creationId xmlns:a16="http://schemas.microsoft.com/office/drawing/2014/main" id="{345C7258-80A2-437E-B9D3-26A93B6B63CA}"/>
              </a:ext>
            </a:extLst>
          </p:cNvPr>
          <p:cNvCxnSpPr>
            <a:cxnSpLocks/>
            <a:stCxn id="17" idx="2"/>
          </p:cNvCxnSpPr>
          <p:nvPr/>
        </p:nvCxnSpPr>
        <p:spPr>
          <a:xfrm flipH="1">
            <a:off x="4543917" y="2537238"/>
            <a:ext cx="1701035"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9" name="타원 18">
            <a:extLst>
              <a:ext uri="{FF2B5EF4-FFF2-40B4-BE49-F238E27FC236}">
                <a16:creationId xmlns:a16="http://schemas.microsoft.com/office/drawing/2014/main" id="{A3087DD1-C8F9-439C-A38B-ECBCA516587B}"/>
              </a:ext>
            </a:extLst>
          </p:cNvPr>
          <p:cNvSpPr/>
          <p:nvPr/>
        </p:nvSpPr>
        <p:spPr>
          <a:xfrm>
            <a:off x="7823409" y="2349305"/>
            <a:ext cx="1489346"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0" name="직선 화살표 연결선 19">
            <a:extLst>
              <a:ext uri="{FF2B5EF4-FFF2-40B4-BE49-F238E27FC236}">
                <a16:creationId xmlns:a16="http://schemas.microsoft.com/office/drawing/2014/main" id="{BE811D1C-07C8-4511-BE1D-4B6A75D9E5BE}"/>
              </a:ext>
            </a:extLst>
          </p:cNvPr>
          <p:cNvCxnSpPr>
            <a:cxnSpLocks/>
            <a:stCxn id="19" idx="4"/>
          </p:cNvCxnSpPr>
          <p:nvPr/>
        </p:nvCxnSpPr>
        <p:spPr>
          <a:xfrm>
            <a:off x="8568082" y="2792929"/>
            <a:ext cx="0" cy="1913393"/>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21" name="표 20">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2687539025"/>
              </p:ext>
            </p:extLst>
          </p:nvPr>
        </p:nvGraphicFramePr>
        <p:xfrm>
          <a:off x="10171774" y="22159"/>
          <a:ext cx="1979018" cy="24851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RF-04</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RF-04-02-01-1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발주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발주 관리 </a:t>
                      </a:r>
                      <a:r>
                        <a:rPr lang="en-US" altLang="ko-KR" sz="800" dirty="0"/>
                        <a:t>&gt; </a:t>
                      </a:r>
                      <a:r>
                        <a:rPr lang="ko-KR" altLang="en-US" sz="800" dirty="0"/>
                        <a:t>발주 대기</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발주 처리하기 화면을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다운로드한 엑셀 파일에 </a:t>
                      </a:r>
                      <a:r>
                        <a:rPr lang="ko-KR" altLang="en-US" sz="800" dirty="0" err="1"/>
                        <a:t>택배사와</a:t>
                      </a:r>
                      <a:r>
                        <a:rPr lang="ko-KR" altLang="en-US" sz="800" dirty="0"/>
                        <a:t> </a:t>
                      </a:r>
                      <a:r>
                        <a:rPr lang="ko-KR" altLang="en-US" sz="800" dirty="0" err="1"/>
                        <a:t>송장번호를</a:t>
                      </a:r>
                      <a:r>
                        <a:rPr lang="ko-KR" altLang="en-US" sz="800" dirty="0"/>
                        <a:t> 입력한 후 업로드하면</a:t>
                      </a:r>
                      <a:r>
                        <a:rPr lang="en-US" altLang="ko-KR" sz="800" dirty="0"/>
                        <a:t>, </a:t>
                      </a:r>
                      <a:r>
                        <a:rPr lang="ko-KR" altLang="en-US" sz="800" dirty="0"/>
                        <a:t>입력한 정보가 데이터베이스에 저장됩니다</a:t>
                      </a:r>
                      <a:r>
                        <a:rPr lang="en-US" altLang="ko-KR" sz="800" dirty="0"/>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클릭 시 발주 대기</a:t>
                      </a:r>
                      <a:r>
                        <a:rPr lang="ko-KR" altLang="en-US" sz="800" b="0" baseline="0" dirty="0">
                          <a:solidFill>
                            <a:schemeClr val="tx1"/>
                          </a:solidFill>
                        </a:rPr>
                        <a:t> 상태인 주문들의 정보를 엑셀로 만들어 다운로드 한다</a:t>
                      </a:r>
                      <a:r>
                        <a:rPr lang="en-US" altLang="ko-KR" sz="800" b="0" baseline="0" dirty="0">
                          <a:solidFill>
                            <a:schemeClr val="tx1"/>
                          </a:solidFill>
                        </a:rPr>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bl>
          </a:graphicData>
        </a:graphic>
      </p:graphicFrame>
      <p:sp>
        <p:nvSpPr>
          <p:cNvPr id="22" name="TextBox 21">
            <a:extLst>
              <a:ext uri="{FF2B5EF4-FFF2-40B4-BE49-F238E27FC236}">
                <a16:creationId xmlns:a16="http://schemas.microsoft.com/office/drawing/2014/main" id="{E02DE55E-81E1-480D-8FDC-10F55949EE8A}"/>
              </a:ext>
            </a:extLst>
          </p:cNvPr>
          <p:cNvSpPr txBox="1"/>
          <p:nvPr/>
        </p:nvSpPr>
        <p:spPr>
          <a:xfrm>
            <a:off x="6155842" y="2346870"/>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23" name="TextBox 22">
            <a:extLst>
              <a:ext uri="{FF2B5EF4-FFF2-40B4-BE49-F238E27FC236}">
                <a16:creationId xmlns:a16="http://schemas.microsoft.com/office/drawing/2014/main" id="{E02DE55E-81E1-480D-8FDC-10F55949EE8A}"/>
              </a:ext>
            </a:extLst>
          </p:cNvPr>
          <p:cNvSpPr txBox="1"/>
          <p:nvPr/>
        </p:nvSpPr>
        <p:spPr>
          <a:xfrm>
            <a:off x="8461524" y="2656488"/>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24" name="TextBox 23">
            <a:extLst>
              <a:ext uri="{FF2B5EF4-FFF2-40B4-BE49-F238E27FC236}">
                <a16:creationId xmlns:a16="http://schemas.microsoft.com/office/drawing/2014/main" id="{E02DE55E-81E1-480D-8FDC-10F55949EE8A}"/>
              </a:ext>
            </a:extLst>
          </p:cNvPr>
          <p:cNvSpPr txBox="1"/>
          <p:nvPr/>
        </p:nvSpPr>
        <p:spPr>
          <a:xfrm>
            <a:off x="532848" y="1559480"/>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2637628984"/>
      </p:ext>
    </p:extLst>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직사각형 35">
            <a:extLst>
              <a:ext uri="{FF2B5EF4-FFF2-40B4-BE49-F238E27FC236}">
                <a16:creationId xmlns:a16="http://schemas.microsoft.com/office/drawing/2014/main" id="{EADC8577-BE3B-470B-B906-C7E44D3664F1}"/>
              </a:ext>
            </a:extLst>
          </p:cNvPr>
          <p:cNvSpPr/>
          <p:nvPr/>
        </p:nvSpPr>
        <p:spPr>
          <a:xfrm>
            <a:off x="10165976" y="40344"/>
            <a:ext cx="1992409" cy="6582336"/>
          </a:xfrm>
          <a:prstGeom prst="rect">
            <a:avLst/>
          </a:prstGeom>
          <a:noFill/>
          <a:ln w="317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9" name="타원 18">
            <a:extLst>
              <a:ext uri="{FF2B5EF4-FFF2-40B4-BE49-F238E27FC236}">
                <a16:creationId xmlns:a16="http://schemas.microsoft.com/office/drawing/2014/main" id="{A3087DD1-C8F9-439C-A38B-ECBCA516587B}"/>
              </a:ext>
            </a:extLst>
          </p:cNvPr>
          <p:cNvSpPr/>
          <p:nvPr/>
        </p:nvSpPr>
        <p:spPr>
          <a:xfrm>
            <a:off x="8785542" y="4307445"/>
            <a:ext cx="491808"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 name="직사각형 20">
            <a:extLst>
              <a:ext uri="{FF2B5EF4-FFF2-40B4-BE49-F238E27FC236}">
                <a16:creationId xmlns:a16="http://schemas.microsoft.com/office/drawing/2014/main" id="{BABA73AA-8B27-4B5F-BCC0-9A5FAD3C2448}"/>
              </a:ext>
            </a:extLst>
          </p:cNvPr>
          <p:cNvSpPr/>
          <p:nvPr/>
        </p:nvSpPr>
        <p:spPr>
          <a:xfrm>
            <a:off x="-193884" y="658291"/>
            <a:ext cx="3935785" cy="5439123"/>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28" name="TextBox 27">
            <a:extLst>
              <a:ext uri="{FF2B5EF4-FFF2-40B4-BE49-F238E27FC236}">
                <a16:creationId xmlns:a16="http://schemas.microsoft.com/office/drawing/2014/main" id="{67A39A6E-A699-4AC5-929E-C2DCA8B056A3}"/>
              </a:ext>
            </a:extLst>
          </p:cNvPr>
          <p:cNvSpPr txBox="1"/>
          <p:nvPr/>
        </p:nvSpPr>
        <p:spPr>
          <a:xfrm>
            <a:off x="-121082" y="785624"/>
            <a:ext cx="915635" cy="246221"/>
          </a:xfrm>
          <a:prstGeom prst="rect">
            <a:avLst/>
          </a:prstGeom>
          <a:noFill/>
        </p:spPr>
        <p:txBody>
          <a:bodyPr wrap="none" rtlCol="0">
            <a:spAutoFit/>
          </a:bodyPr>
          <a:lstStyle/>
          <a:p>
            <a:r>
              <a:rPr lang="ko-KR" altLang="en-US" sz="1000" b="1" dirty="0">
                <a:latin typeface="맑은 고딕" panose="020B0503020000020004" pitchFamily="50" charset="-127"/>
                <a:ea typeface="맑은 고딕" panose="020B0503020000020004" pitchFamily="50" charset="-127"/>
              </a:rPr>
              <a:t>○ 발주 정보</a:t>
            </a:r>
            <a:endParaRPr lang="ko-KR" altLang="en-US" sz="1000" b="1" dirty="0"/>
          </a:p>
        </p:txBody>
      </p:sp>
      <p:graphicFrame>
        <p:nvGraphicFramePr>
          <p:cNvPr id="29" name="표 17">
            <a:extLst>
              <a:ext uri="{FF2B5EF4-FFF2-40B4-BE49-F238E27FC236}">
                <a16:creationId xmlns:a16="http://schemas.microsoft.com/office/drawing/2014/main" id="{958717F5-9E4A-4B5C-8833-F393F1E304DC}"/>
              </a:ext>
            </a:extLst>
          </p:cNvPr>
          <p:cNvGraphicFramePr>
            <a:graphicFrameLocks noGrp="1"/>
          </p:cNvGraphicFramePr>
          <p:nvPr>
            <p:extLst>
              <p:ext uri="{D42A27DB-BD31-4B8C-83A1-F6EECF244321}">
                <p14:modId xmlns:p14="http://schemas.microsoft.com/office/powerpoint/2010/main" val="1413877691"/>
              </p:ext>
            </p:extLst>
          </p:nvPr>
        </p:nvGraphicFramePr>
        <p:xfrm>
          <a:off x="11693" y="2359036"/>
          <a:ext cx="3472494" cy="85344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상품코드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u="none" dirty="0">
                          <a:solidFill>
                            <a:schemeClr val="tx1"/>
                          </a:solidFill>
                        </a:rPr>
                        <a:t>a0029</a:t>
                      </a:r>
                      <a:endParaRPr lang="ko-KR" altLang="en-US" sz="800" u="none"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상품명</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kern="1200" dirty="0" err="1">
                          <a:solidFill>
                            <a:schemeClr val="tx1"/>
                          </a:solidFill>
                          <a:effectLst/>
                          <a:latin typeface="+mj-ea"/>
                          <a:ea typeface="+mn-ea"/>
                          <a:cs typeface="+mn-cs"/>
                          <a:hlinkClick r:id="rId2" tooltip="새 창 열림">
                            <a:extLst>
                              <a:ext uri="{A12FA001-AC4F-418D-AE19-62706E023703}">
                                <ahyp:hlinkClr xmlns:ahyp="http://schemas.microsoft.com/office/drawing/2018/hyperlinkcolor" val="tx"/>
                              </a:ext>
                            </a:extLst>
                          </a:hlinkClick>
                        </a:rPr>
                        <a:t>BlueViolet</a:t>
                      </a:r>
                      <a:r>
                        <a:rPr lang="en-US" altLang="ko-KR" sz="800" b="0" i="0" u="none" strike="noStrike" kern="1200" dirty="0">
                          <a:solidFill>
                            <a:schemeClr val="tx1"/>
                          </a:solidFill>
                          <a:effectLst/>
                          <a:latin typeface="+mj-ea"/>
                          <a:ea typeface="+mn-ea"/>
                          <a:cs typeface="+mn-cs"/>
                          <a:hlinkClick r:id="rId2" tooltip="새 창 열림">
                            <a:extLst>
                              <a:ext uri="{A12FA001-AC4F-418D-AE19-62706E023703}">
                                <ahyp:hlinkClr xmlns:ahyp="http://schemas.microsoft.com/office/drawing/2018/hyperlinkcolor" val="tx"/>
                              </a:ext>
                            </a:extLst>
                          </a:hlinkClick>
                        </a:rPr>
                        <a:t> a </a:t>
                      </a:r>
                      <a:r>
                        <a:rPr lang="en-US" altLang="ko-KR" sz="800" b="0" i="0" u="none" strike="noStrike" kern="1200" dirty="0" err="1">
                          <a:solidFill>
                            <a:schemeClr val="tx1"/>
                          </a:solidFill>
                          <a:effectLst/>
                          <a:latin typeface="+mj-ea"/>
                          <a:ea typeface="+mn-ea"/>
                          <a:cs typeface="+mn-cs"/>
                          <a:hlinkClick r:id="rId2" tooltip="새 창 열림">
                            <a:extLst>
                              <a:ext uri="{A12FA001-AC4F-418D-AE19-62706E023703}">
                                <ahyp:hlinkClr xmlns:ahyp="http://schemas.microsoft.com/office/drawing/2018/hyperlinkcolor" val="tx"/>
                              </a:ext>
                            </a:extLst>
                          </a:hlinkClick>
                        </a:rPr>
                        <a:t>omnis</a:t>
                      </a:r>
                      <a:endParaRPr kumimoji="0" lang="ko-KR" altLang="en-US" sz="800" b="0" i="0" u="none" strike="noStrike" kern="1200" cap="none" spc="0" normalizeH="0" baseline="0" noProof="0" dirty="0">
                        <a:ln>
                          <a:noFill/>
                        </a:ln>
                        <a:solidFill>
                          <a:schemeClr val="tx1"/>
                        </a:solidFill>
                        <a:effectLst/>
                        <a:uLnTx/>
                        <a:uFillTx/>
                        <a:latin typeface="+mj-ea"/>
                        <a:ea typeface="+mn-ea"/>
                        <a:cs typeface="+mn-cs"/>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ko-KR" altLang="en-US" sz="800" dirty="0">
                          <a:solidFill>
                            <a:schemeClr val="tx1"/>
                          </a:solidFill>
                        </a:rPr>
                        <a:t>상품옵션</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u="none" dirty="0">
                          <a:solidFill>
                            <a:schemeClr val="tx1"/>
                          </a:solidFill>
                        </a:rPr>
                        <a:t>RD/S</a:t>
                      </a:r>
                      <a:endParaRPr lang="ko-KR" altLang="en-US" sz="800" u="none"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r h="0">
                <a:tc>
                  <a:txBody>
                    <a:bodyPr/>
                    <a:lstStyle/>
                    <a:p>
                      <a:pPr latinLnBrk="1"/>
                      <a:r>
                        <a:rPr lang="ko-KR" altLang="en-US" sz="800" dirty="0">
                          <a:solidFill>
                            <a:schemeClr val="tx1"/>
                          </a:solidFill>
                        </a:rPr>
                        <a:t>구매수량</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u="none" dirty="0">
                          <a:solidFill>
                            <a:schemeClr val="tx1"/>
                          </a:solidFill>
                        </a:rPr>
                        <a:t>2</a:t>
                      </a:r>
                      <a:endParaRPr lang="ko-KR" altLang="en-US" sz="800" u="none"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03615924"/>
                  </a:ext>
                </a:extLst>
              </a:tr>
            </a:tbl>
          </a:graphicData>
        </a:graphic>
      </p:graphicFrame>
      <p:sp>
        <p:nvSpPr>
          <p:cNvPr id="30" name="TextBox 29">
            <a:extLst>
              <a:ext uri="{FF2B5EF4-FFF2-40B4-BE49-F238E27FC236}">
                <a16:creationId xmlns:a16="http://schemas.microsoft.com/office/drawing/2014/main" id="{3B3F0315-0A61-4B9F-95D6-05463F114312}"/>
              </a:ext>
            </a:extLst>
          </p:cNvPr>
          <p:cNvSpPr txBox="1"/>
          <p:nvPr/>
        </p:nvSpPr>
        <p:spPr>
          <a:xfrm>
            <a:off x="-95125" y="2137031"/>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상품정보</a:t>
            </a:r>
            <a:endParaRPr lang="ko-KR" altLang="en-US" sz="900" dirty="0"/>
          </a:p>
        </p:txBody>
      </p:sp>
      <p:sp>
        <p:nvSpPr>
          <p:cNvPr id="33" name="직사각형 32">
            <a:extLst>
              <a:ext uri="{FF2B5EF4-FFF2-40B4-BE49-F238E27FC236}">
                <a16:creationId xmlns:a16="http://schemas.microsoft.com/office/drawing/2014/main" id="{60857230-E8B3-41E3-998B-FF854FDC9FC6}"/>
              </a:ext>
            </a:extLst>
          </p:cNvPr>
          <p:cNvSpPr/>
          <p:nvPr/>
        </p:nvSpPr>
        <p:spPr>
          <a:xfrm>
            <a:off x="1398402" y="5450984"/>
            <a:ext cx="747061"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창닫기</a:t>
            </a:r>
            <a:endParaRPr lang="en-US" altLang="ko-KR" sz="800" dirty="0">
              <a:solidFill>
                <a:schemeClr val="bg1"/>
              </a:solidFill>
            </a:endParaRPr>
          </a:p>
        </p:txBody>
      </p:sp>
      <p:grpSp>
        <p:nvGrpSpPr>
          <p:cNvPr id="34" name="Image">
            <a:extLst>
              <a:ext uri="{FF2B5EF4-FFF2-40B4-BE49-F238E27FC236}">
                <a16:creationId xmlns:a16="http://schemas.microsoft.com/office/drawing/2014/main" id="{399D41C1-A65A-4574-9B03-F947FCFB30DC}"/>
              </a:ext>
            </a:extLst>
          </p:cNvPr>
          <p:cNvGrpSpPr>
            <a:grpSpLocks/>
          </p:cNvGrpSpPr>
          <p:nvPr/>
        </p:nvGrpSpPr>
        <p:grpSpPr bwMode="auto">
          <a:xfrm>
            <a:off x="3381829" y="806659"/>
            <a:ext cx="204716" cy="209797"/>
            <a:chOff x="508000" y="1397000"/>
            <a:chExt cx="1008112" cy="1008112"/>
          </a:xfrm>
        </p:grpSpPr>
        <p:sp>
          <p:nvSpPr>
            <p:cNvPr id="35" name="Border">
              <a:extLst>
                <a:ext uri="{FF2B5EF4-FFF2-40B4-BE49-F238E27FC236}">
                  <a16:creationId xmlns:a16="http://schemas.microsoft.com/office/drawing/2014/main" id="{30F417C3-A1C0-482B-ADDC-6990231674B0}"/>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7" name="Line 2">
              <a:extLst>
                <a:ext uri="{FF2B5EF4-FFF2-40B4-BE49-F238E27FC236}">
                  <a16:creationId xmlns:a16="http://schemas.microsoft.com/office/drawing/2014/main" id="{33C69BD2-98CB-4130-89DA-EBB926F8B1E5}"/>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38" name="Line 1">
              <a:extLst>
                <a:ext uri="{FF2B5EF4-FFF2-40B4-BE49-F238E27FC236}">
                  <a16:creationId xmlns:a16="http://schemas.microsoft.com/office/drawing/2014/main" id="{A8FC4D36-9B7F-48FB-921B-7471F8FF3548}"/>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aphicFrame>
        <p:nvGraphicFramePr>
          <p:cNvPr id="39" name="표 17">
            <a:extLst>
              <a:ext uri="{FF2B5EF4-FFF2-40B4-BE49-F238E27FC236}">
                <a16:creationId xmlns:a16="http://schemas.microsoft.com/office/drawing/2014/main" id="{9E25BE23-B1DB-453B-9ACB-EC9E4326DC28}"/>
              </a:ext>
            </a:extLst>
          </p:cNvPr>
          <p:cNvGraphicFramePr>
            <a:graphicFrameLocks noGrp="1"/>
          </p:cNvGraphicFramePr>
          <p:nvPr>
            <p:extLst>
              <p:ext uri="{D42A27DB-BD31-4B8C-83A1-F6EECF244321}">
                <p14:modId xmlns:p14="http://schemas.microsoft.com/office/powerpoint/2010/main" val="2195997020"/>
              </p:ext>
            </p:extLst>
          </p:nvPr>
        </p:nvGraphicFramePr>
        <p:xfrm>
          <a:off x="18517" y="1370568"/>
          <a:ext cx="3472494" cy="64008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주문번호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Me9-Shop-0032022</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en-US" altLang="ko-KR" sz="800" dirty="0">
                          <a:solidFill>
                            <a:schemeClr val="tx1"/>
                          </a:solidFill>
                        </a:rPr>
                        <a:t>Shop </a:t>
                      </a:r>
                      <a:r>
                        <a:rPr lang="ko-KR" altLang="en-US" sz="800" dirty="0">
                          <a:solidFill>
                            <a:schemeClr val="tx1"/>
                          </a:solidFill>
                        </a:rPr>
                        <a:t>채널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Shop </a:t>
                      </a:r>
                      <a:r>
                        <a:rPr lang="ko-KR" altLang="en-US" sz="800" dirty="0" err="1"/>
                        <a:t>채널명</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33819177"/>
                  </a:ext>
                </a:extLst>
              </a:tr>
              <a:tr h="0">
                <a:tc>
                  <a:txBody>
                    <a:bodyPr/>
                    <a:lstStyle/>
                    <a:p>
                      <a:pPr latinLnBrk="1"/>
                      <a:r>
                        <a:rPr lang="ko-KR" altLang="en-US" sz="800" dirty="0">
                          <a:solidFill>
                            <a:schemeClr val="tx1"/>
                          </a:solidFill>
                        </a:rPr>
                        <a:t>배송요청일시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2024-10-10 00:00:00</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489983752"/>
                  </a:ext>
                </a:extLst>
              </a:tr>
            </a:tbl>
          </a:graphicData>
        </a:graphic>
      </p:graphicFrame>
      <p:sp>
        <p:nvSpPr>
          <p:cNvPr id="40" name="TextBox 39">
            <a:extLst>
              <a:ext uri="{FF2B5EF4-FFF2-40B4-BE49-F238E27FC236}">
                <a16:creationId xmlns:a16="http://schemas.microsoft.com/office/drawing/2014/main" id="{B022B74D-09C3-422C-8739-AF6906DA7E7D}"/>
              </a:ext>
            </a:extLst>
          </p:cNvPr>
          <p:cNvSpPr txBox="1"/>
          <p:nvPr/>
        </p:nvSpPr>
        <p:spPr>
          <a:xfrm>
            <a:off x="-88301" y="1148563"/>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주문정보</a:t>
            </a:r>
            <a:endParaRPr lang="ko-KR" altLang="en-US" sz="900" dirty="0"/>
          </a:p>
        </p:txBody>
      </p:sp>
      <p:graphicFrame>
        <p:nvGraphicFramePr>
          <p:cNvPr id="41" name="표 17">
            <a:extLst>
              <a:ext uri="{FF2B5EF4-FFF2-40B4-BE49-F238E27FC236}">
                <a16:creationId xmlns:a16="http://schemas.microsoft.com/office/drawing/2014/main" id="{ACC0D489-D002-462D-AED0-823AAEBC125C}"/>
              </a:ext>
            </a:extLst>
          </p:cNvPr>
          <p:cNvGraphicFramePr>
            <a:graphicFrameLocks noGrp="1"/>
          </p:cNvGraphicFramePr>
          <p:nvPr>
            <p:extLst>
              <p:ext uri="{D42A27DB-BD31-4B8C-83A1-F6EECF244321}">
                <p14:modId xmlns:p14="http://schemas.microsoft.com/office/powerpoint/2010/main" val="200473188"/>
              </p:ext>
            </p:extLst>
          </p:nvPr>
        </p:nvGraphicFramePr>
        <p:xfrm>
          <a:off x="11693" y="3678935"/>
          <a:ext cx="3472494" cy="1469962"/>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발주상태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배송대기</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수신자명</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판매 개당 </a:t>
                      </a:r>
                      <a:r>
                        <a:rPr lang="en-US" altLang="ko-KR" sz="800" dirty="0"/>
                        <a:t>500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ko-KR" altLang="en-US" sz="800" dirty="0">
                          <a:solidFill>
                            <a:schemeClr val="tx1"/>
                          </a:solidFill>
                        </a:rPr>
                        <a:t>배송주소</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lnSpc>
                          <a:spcPct val="150000"/>
                        </a:lnSpc>
                      </a:pPr>
                      <a:r>
                        <a:rPr lang="en-US" altLang="ko-KR" sz="800" dirty="0"/>
                        <a:t>00234</a:t>
                      </a:r>
                    </a:p>
                    <a:p>
                      <a:pPr latinLnBrk="1">
                        <a:lnSpc>
                          <a:spcPct val="150000"/>
                        </a:lnSpc>
                      </a:pPr>
                      <a:r>
                        <a:rPr lang="ko-KR" altLang="en-US" sz="800" dirty="0"/>
                        <a:t>서울시 마포구 공덕동 </a:t>
                      </a:r>
                      <a:r>
                        <a:rPr lang="en-US" altLang="ko-KR" sz="800" dirty="0"/>
                        <a:t>1118-12</a:t>
                      </a:r>
                    </a:p>
                    <a:p>
                      <a:pPr latinLnBrk="1">
                        <a:lnSpc>
                          <a:spcPct val="150000"/>
                        </a:lnSpc>
                      </a:pPr>
                      <a:r>
                        <a:rPr lang="en-US" altLang="ko-KR" sz="800" dirty="0"/>
                        <a:t>B112</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r h="0">
                <a:tc>
                  <a:txBody>
                    <a:bodyPr/>
                    <a:lstStyle/>
                    <a:p>
                      <a:pPr latinLnBrk="1"/>
                      <a:r>
                        <a:rPr lang="ko-KR" altLang="en-US" sz="800" dirty="0" err="1">
                          <a:solidFill>
                            <a:schemeClr val="tx1"/>
                          </a:solidFill>
                        </a:rPr>
                        <a:t>택배사</a:t>
                      </a:r>
                      <a:endParaRPr lang="ko-KR" altLang="en-US" sz="800"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03615924"/>
                  </a:ext>
                </a:extLst>
              </a:tr>
              <a:tr h="0">
                <a:tc>
                  <a:txBody>
                    <a:bodyPr/>
                    <a:lstStyle/>
                    <a:p>
                      <a:pPr latinLnBrk="1"/>
                      <a:r>
                        <a:rPr lang="ko-KR" altLang="en-US" sz="800" dirty="0">
                          <a:solidFill>
                            <a:schemeClr val="tx1"/>
                          </a:solidFill>
                        </a:rPr>
                        <a:t>송장번호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88659254"/>
                  </a:ext>
                </a:extLst>
              </a:tr>
            </a:tbl>
          </a:graphicData>
        </a:graphic>
      </p:graphicFrame>
      <p:sp>
        <p:nvSpPr>
          <p:cNvPr id="42" name="TextBox 41">
            <a:extLst>
              <a:ext uri="{FF2B5EF4-FFF2-40B4-BE49-F238E27FC236}">
                <a16:creationId xmlns:a16="http://schemas.microsoft.com/office/drawing/2014/main" id="{427420B7-767F-4F61-96E6-9D3D4E009A32}"/>
              </a:ext>
            </a:extLst>
          </p:cNvPr>
          <p:cNvSpPr txBox="1"/>
          <p:nvPr/>
        </p:nvSpPr>
        <p:spPr>
          <a:xfrm>
            <a:off x="-95125" y="3382442"/>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발주정보</a:t>
            </a:r>
            <a:endParaRPr lang="ko-KR" altLang="en-US" sz="900" dirty="0"/>
          </a:p>
        </p:txBody>
      </p:sp>
      <p:sp>
        <p:nvSpPr>
          <p:cNvPr id="43" name="직사각형 42">
            <a:extLst>
              <a:ext uri="{FF2B5EF4-FFF2-40B4-BE49-F238E27FC236}">
                <a16:creationId xmlns:a16="http://schemas.microsoft.com/office/drawing/2014/main" id="{4CCDBA00-2670-4E30-93FE-0E8F01BDC157}"/>
              </a:ext>
            </a:extLst>
          </p:cNvPr>
          <p:cNvSpPr/>
          <p:nvPr/>
        </p:nvSpPr>
        <p:spPr>
          <a:xfrm>
            <a:off x="4205686" y="1776929"/>
            <a:ext cx="3935785" cy="5623273"/>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44" name="TextBox 43">
            <a:extLst>
              <a:ext uri="{FF2B5EF4-FFF2-40B4-BE49-F238E27FC236}">
                <a16:creationId xmlns:a16="http://schemas.microsoft.com/office/drawing/2014/main" id="{A6C9CA9C-1ADF-44B3-85C0-31930C38A4D4}"/>
              </a:ext>
            </a:extLst>
          </p:cNvPr>
          <p:cNvSpPr txBox="1"/>
          <p:nvPr/>
        </p:nvSpPr>
        <p:spPr>
          <a:xfrm>
            <a:off x="4278488" y="1904262"/>
            <a:ext cx="1217000" cy="246221"/>
          </a:xfrm>
          <a:prstGeom prst="rect">
            <a:avLst/>
          </a:prstGeom>
          <a:noFill/>
        </p:spPr>
        <p:txBody>
          <a:bodyPr wrap="none" rtlCol="0">
            <a:spAutoFit/>
          </a:bodyPr>
          <a:lstStyle/>
          <a:p>
            <a:r>
              <a:rPr lang="ko-KR" altLang="en-US" sz="1000" b="1" dirty="0">
                <a:latin typeface="맑은 고딕" panose="020B0503020000020004" pitchFamily="50" charset="-127"/>
                <a:ea typeface="맑은 고딕" panose="020B0503020000020004" pitchFamily="50" charset="-127"/>
              </a:rPr>
              <a:t>○ 발주 정보 수정</a:t>
            </a:r>
            <a:endParaRPr lang="ko-KR" altLang="en-US" sz="1000" b="1" dirty="0"/>
          </a:p>
        </p:txBody>
      </p:sp>
      <p:graphicFrame>
        <p:nvGraphicFramePr>
          <p:cNvPr id="45" name="표 17">
            <a:extLst>
              <a:ext uri="{FF2B5EF4-FFF2-40B4-BE49-F238E27FC236}">
                <a16:creationId xmlns:a16="http://schemas.microsoft.com/office/drawing/2014/main" id="{4E5BE22A-877F-404F-ABF3-09C87EDB6CA4}"/>
              </a:ext>
            </a:extLst>
          </p:cNvPr>
          <p:cNvGraphicFramePr>
            <a:graphicFrameLocks noGrp="1"/>
          </p:cNvGraphicFramePr>
          <p:nvPr>
            <p:extLst>
              <p:ext uri="{D42A27DB-BD31-4B8C-83A1-F6EECF244321}">
                <p14:modId xmlns:p14="http://schemas.microsoft.com/office/powerpoint/2010/main" val="3524112311"/>
              </p:ext>
            </p:extLst>
          </p:nvPr>
        </p:nvGraphicFramePr>
        <p:xfrm>
          <a:off x="4411263" y="3477674"/>
          <a:ext cx="3472494" cy="85344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상품코드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u="none" dirty="0">
                          <a:solidFill>
                            <a:schemeClr val="tx1"/>
                          </a:solidFill>
                        </a:rPr>
                        <a:t>a0029</a:t>
                      </a:r>
                      <a:endParaRPr lang="ko-KR" altLang="en-US" sz="800" u="none"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상품명</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kern="1200" dirty="0" err="1">
                          <a:solidFill>
                            <a:schemeClr val="tx1"/>
                          </a:solidFill>
                          <a:effectLst/>
                          <a:latin typeface="+mj-ea"/>
                          <a:ea typeface="+mn-ea"/>
                          <a:cs typeface="+mn-cs"/>
                          <a:hlinkClick r:id="rId2" tooltip="새 창 열림">
                            <a:extLst>
                              <a:ext uri="{A12FA001-AC4F-418D-AE19-62706E023703}">
                                <ahyp:hlinkClr xmlns:ahyp="http://schemas.microsoft.com/office/drawing/2018/hyperlinkcolor" val="tx"/>
                              </a:ext>
                            </a:extLst>
                          </a:hlinkClick>
                        </a:rPr>
                        <a:t>BlueViolet</a:t>
                      </a:r>
                      <a:r>
                        <a:rPr lang="en-US" altLang="ko-KR" sz="800" b="0" i="0" u="none" strike="noStrike" kern="1200" dirty="0">
                          <a:solidFill>
                            <a:schemeClr val="tx1"/>
                          </a:solidFill>
                          <a:effectLst/>
                          <a:latin typeface="+mj-ea"/>
                          <a:ea typeface="+mn-ea"/>
                          <a:cs typeface="+mn-cs"/>
                          <a:hlinkClick r:id="rId2" tooltip="새 창 열림">
                            <a:extLst>
                              <a:ext uri="{A12FA001-AC4F-418D-AE19-62706E023703}">
                                <ahyp:hlinkClr xmlns:ahyp="http://schemas.microsoft.com/office/drawing/2018/hyperlinkcolor" val="tx"/>
                              </a:ext>
                            </a:extLst>
                          </a:hlinkClick>
                        </a:rPr>
                        <a:t> a </a:t>
                      </a:r>
                      <a:r>
                        <a:rPr lang="en-US" altLang="ko-KR" sz="800" b="0" i="0" u="none" strike="noStrike" kern="1200" dirty="0" err="1">
                          <a:solidFill>
                            <a:schemeClr val="tx1"/>
                          </a:solidFill>
                          <a:effectLst/>
                          <a:latin typeface="+mj-ea"/>
                          <a:ea typeface="+mn-ea"/>
                          <a:cs typeface="+mn-cs"/>
                          <a:hlinkClick r:id="rId2" tooltip="새 창 열림">
                            <a:extLst>
                              <a:ext uri="{A12FA001-AC4F-418D-AE19-62706E023703}">
                                <ahyp:hlinkClr xmlns:ahyp="http://schemas.microsoft.com/office/drawing/2018/hyperlinkcolor" val="tx"/>
                              </a:ext>
                            </a:extLst>
                          </a:hlinkClick>
                        </a:rPr>
                        <a:t>omnis</a:t>
                      </a:r>
                      <a:endParaRPr kumimoji="0" lang="ko-KR" altLang="en-US" sz="800" b="0" i="0" u="none" strike="noStrike" kern="1200" cap="none" spc="0" normalizeH="0" baseline="0" noProof="0" dirty="0">
                        <a:ln>
                          <a:noFill/>
                        </a:ln>
                        <a:solidFill>
                          <a:schemeClr val="tx1"/>
                        </a:solidFill>
                        <a:effectLst/>
                        <a:uLnTx/>
                        <a:uFillTx/>
                        <a:latin typeface="+mj-ea"/>
                        <a:ea typeface="+mn-ea"/>
                        <a:cs typeface="+mn-cs"/>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ko-KR" altLang="en-US" sz="800" dirty="0">
                          <a:solidFill>
                            <a:schemeClr val="tx1"/>
                          </a:solidFill>
                        </a:rPr>
                        <a:t>상품옵션</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u="none" dirty="0">
                          <a:solidFill>
                            <a:schemeClr val="tx1"/>
                          </a:solidFill>
                        </a:rPr>
                        <a:t>RD/S</a:t>
                      </a:r>
                      <a:endParaRPr lang="ko-KR" altLang="en-US" sz="800" u="none"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r h="0">
                <a:tc>
                  <a:txBody>
                    <a:bodyPr/>
                    <a:lstStyle/>
                    <a:p>
                      <a:pPr latinLnBrk="1"/>
                      <a:r>
                        <a:rPr lang="ko-KR" altLang="en-US" sz="800" dirty="0">
                          <a:solidFill>
                            <a:schemeClr val="tx1"/>
                          </a:solidFill>
                        </a:rPr>
                        <a:t>구매수량</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u="none" dirty="0">
                          <a:solidFill>
                            <a:schemeClr val="tx1"/>
                          </a:solidFill>
                        </a:rPr>
                        <a:t>2</a:t>
                      </a:r>
                      <a:endParaRPr lang="ko-KR" altLang="en-US" sz="800" u="none"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03615924"/>
                  </a:ext>
                </a:extLst>
              </a:tr>
            </a:tbl>
          </a:graphicData>
        </a:graphic>
      </p:graphicFrame>
      <p:sp>
        <p:nvSpPr>
          <p:cNvPr id="46" name="TextBox 45">
            <a:extLst>
              <a:ext uri="{FF2B5EF4-FFF2-40B4-BE49-F238E27FC236}">
                <a16:creationId xmlns:a16="http://schemas.microsoft.com/office/drawing/2014/main" id="{25EA4CC6-8FD0-4CCC-A8C1-9DF503EED928}"/>
              </a:ext>
            </a:extLst>
          </p:cNvPr>
          <p:cNvSpPr txBox="1"/>
          <p:nvPr/>
        </p:nvSpPr>
        <p:spPr>
          <a:xfrm>
            <a:off x="4304445" y="3255669"/>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상품정보</a:t>
            </a:r>
            <a:endParaRPr lang="ko-KR" altLang="en-US" sz="900" dirty="0"/>
          </a:p>
        </p:txBody>
      </p:sp>
      <p:sp>
        <p:nvSpPr>
          <p:cNvPr id="47" name="직사각형 46">
            <a:extLst>
              <a:ext uri="{FF2B5EF4-FFF2-40B4-BE49-F238E27FC236}">
                <a16:creationId xmlns:a16="http://schemas.microsoft.com/office/drawing/2014/main" id="{F6722B89-A207-41F2-910B-1A84EB5A721A}"/>
              </a:ext>
            </a:extLst>
          </p:cNvPr>
          <p:cNvSpPr/>
          <p:nvPr/>
        </p:nvSpPr>
        <p:spPr>
          <a:xfrm>
            <a:off x="6385321" y="6790616"/>
            <a:ext cx="747061"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창닫기</a:t>
            </a:r>
            <a:endParaRPr lang="en-US" altLang="ko-KR" sz="800" dirty="0">
              <a:solidFill>
                <a:schemeClr val="bg1"/>
              </a:solidFill>
            </a:endParaRPr>
          </a:p>
        </p:txBody>
      </p:sp>
      <p:grpSp>
        <p:nvGrpSpPr>
          <p:cNvPr id="48" name="Image">
            <a:extLst>
              <a:ext uri="{FF2B5EF4-FFF2-40B4-BE49-F238E27FC236}">
                <a16:creationId xmlns:a16="http://schemas.microsoft.com/office/drawing/2014/main" id="{4AE792B6-5952-4357-B9CA-0919D376BA4D}"/>
              </a:ext>
            </a:extLst>
          </p:cNvPr>
          <p:cNvGrpSpPr>
            <a:grpSpLocks/>
          </p:cNvGrpSpPr>
          <p:nvPr/>
        </p:nvGrpSpPr>
        <p:grpSpPr bwMode="auto">
          <a:xfrm>
            <a:off x="7781399" y="1925297"/>
            <a:ext cx="204716" cy="209797"/>
            <a:chOff x="508000" y="1397000"/>
            <a:chExt cx="1008112" cy="1008112"/>
          </a:xfrm>
        </p:grpSpPr>
        <p:sp>
          <p:nvSpPr>
            <p:cNvPr id="49" name="Border">
              <a:extLst>
                <a:ext uri="{FF2B5EF4-FFF2-40B4-BE49-F238E27FC236}">
                  <a16:creationId xmlns:a16="http://schemas.microsoft.com/office/drawing/2014/main" id="{BA1BCC62-BAE8-4FA8-8DDC-B72C1795925D}"/>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0" name="Line 2">
              <a:extLst>
                <a:ext uri="{FF2B5EF4-FFF2-40B4-BE49-F238E27FC236}">
                  <a16:creationId xmlns:a16="http://schemas.microsoft.com/office/drawing/2014/main" id="{17CC0D4D-8309-49C8-ABFE-EBA4CB79932A}"/>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1" name="Line 1">
              <a:extLst>
                <a:ext uri="{FF2B5EF4-FFF2-40B4-BE49-F238E27FC236}">
                  <a16:creationId xmlns:a16="http://schemas.microsoft.com/office/drawing/2014/main" id="{C40D6398-A4C0-4A9B-B7B9-211C4DC2835C}"/>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aphicFrame>
        <p:nvGraphicFramePr>
          <p:cNvPr id="52" name="표 17">
            <a:extLst>
              <a:ext uri="{FF2B5EF4-FFF2-40B4-BE49-F238E27FC236}">
                <a16:creationId xmlns:a16="http://schemas.microsoft.com/office/drawing/2014/main" id="{9D254232-4A2F-486D-B79E-C2D9BC005034}"/>
              </a:ext>
            </a:extLst>
          </p:cNvPr>
          <p:cNvGraphicFramePr>
            <a:graphicFrameLocks noGrp="1"/>
          </p:cNvGraphicFramePr>
          <p:nvPr>
            <p:extLst>
              <p:ext uri="{D42A27DB-BD31-4B8C-83A1-F6EECF244321}">
                <p14:modId xmlns:p14="http://schemas.microsoft.com/office/powerpoint/2010/main" val="2593337699"/>
              </p:ext>
            </p:extLst>
          </p:nvPr>
        </p:nvGraphicFramePr>
        <p:xfrm>
          <a:off x="4418087" y="2489206"/>
          <a:ext cx="3472494" cy="64008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주문번호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Me9-Shop-0032022</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en-US" altLang="ko-KR" sz="800" dirty="0">
                          <a:solidFill>
                            <a:schemeClr val="tx1"/>
                          </a:solidFill>
                        </a:rPr>
                        <a:t>Shop </a:t>
                      </a:r>
                      <a:r>
                        <a:rPr lang="ko-KR" altLang="en-US" sz="800" dirty="0">
                          <a:solidFill>
                            <a:schemeClr val="tx1"/>
                          </a:solidFill>
                        </a:rPr>
                        <a:t>채널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Shop </a:t>
                      </a:r>
                      <a:r>
                        <a:rPr lang="ko-KR" altLang="en-US" sz="800" dirty="0" err="1"/>
                        <a:t>채널명</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33819177"/>
                  </a:ext>
                </a:extLst>
              </a:tr>
              <a:tr h="0">
                <a:tc>
                  <a:txBody>
                    <a:bodyPr/>
                    <a:lstStyle/>
                    <a:p>
                      <a:pPr latinLnBrk="1"/>
                      <a:r>
                        <a:rPr lang="ko-KR" altLang="en-US" sz="800" dirty="0">
                          <a:solidFill>
                            <a:schemeClr val="tx1"/>
                          </a:solidFill>
                        </a:rPr>
                        <a:t>배송요청일시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2024-10-10 00:00:00</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489983752"/>
                  </a:ext>
                </a:extLst>
              </a:tr>
            </a:tbl>
          </a:graphicData>
        </a:graphic>
      </p:graphicFrame>
      <p:sp>
        <p:nvSpPr>
          <p:cNvPr id="53" name="TextBox 52">
            <a:extLst>
              <a:ext uri="{FF2B5EF4-FFF2-40B4-BE49-F238E27FC236}">
                <a16:creationId xmlns:a16="http://schemas.microsoft.com/office/drawing/2014/main" id="{4A66F13C-F825-4B46-A796-833619CC0AEC}"/>
              </a:ext>
            </a:extLst>
          </p:cNvPr>
          <p:cNvSpPr txBox="1"/>
          <p:nvPr/>
        </p:nvSpPr>
        <p:spPr>
          <a:xfrm>
            <a:off x="4311269" y="2267201"/>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주문정보</a:t>
            </a:r>
            <a:endParaRPr lang="ko-KR" altLang="en-US" sz="900" dirty="0"/>
          </a:p>
        </p:txBody>
      </p:sp>
      <p:graphicFrame>
        <p:nvGraphicFramePr>
          <p:cNvPr id="54" name="표 17">
            <a:extLst>
              <a:ext uri="{FF2B5EF4-FFF2-40B4-BE49-F238E27FC236}">
                <a16:creationId xmlns:a16="http://schemas.microsoft.com/office/drawing/2014/main" id="{AC22D752-CD0B-4289-B619-AEF3004785F8}"/>
              </a:ext>
            </a:extLst>
          </p:cNvPr>
          <p:cNvGraphicFramePr>
            <a:graphicFrameLocks noGrp="1"/>
          </p:cNvGraphicFramePr>
          <p:nvPr>
            <p:extLst>
              <p:ext uri="{D42A27DB-BD31-4B8C-83A1-F6EECF244321}">
                <p14:modId xmlns:p14="http://schemas.microsoft.com/office/powerpoint/2010/main" val="703655313"/>
              </p:ext>
            </p:extLst>
          </p:nvPr>
        </p:nvGraphicFramePr>
        <p:xfrm>
          <a:off x="4411263" y="4797573"/>
          <a:ext cx="3472494" cy="1652842"/>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발주상태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수신자명</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판매 개당 </a:t>
                      </a:r>
                      <a:r>
                        <a:rPr lang="en-US" altLang="ko-KR" sz="800" dirty="0"/>
                        <a:t>500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ko-KR" altLang="en-US" sz="800" dirty="0">
                          <a:solidFill>
                            <a:schemeClr val="tx1"/>
                          </a:solidFill>
                        </a:rPr>
                        <a:t>배송주소</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lnSpc>
                          <a:spcPct val="150000"/>
                        </a:lnSpc>
                      </a:pPr>
                      <a:endParaRPr lang="en-US" altLang="ko-KR" sz="800" dirty="0"/>
                    </a:p>
                    <a:p>
                      <a:pPr latinLnBrk="1">
                        <a:lnSpc>
                          <a:spcPct val="150000"/>
                        </a:lnSpc>
                      </a:pPr>
                      <a:endParaRPr lang="en-US" altLang="ko-KR" sz="800" dirty="0"/>
                    </a:p>
                    <a:p>
                      <a:pPr latinLnBrk="1">
                        <a:lnSpc>
                          <a:spcPct val="150000"/>
                        </a:lnSpc>
                      </a:pPr>
                      <a:endParaRPr lang="en-US" altLang="ko-KR" sz="800" dirty="0"/>
                    </a:p>
                    <a:p>
                      <a:pPr latinLnBrk="1">
                        <a:lnSpc>
                          <a:spcPct val="150000"/>
                        </a:lnSpc>
                      </a:pPr>
                      <a:endParaRPr lang="en-US" altLang="ko-KR"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r h="0">
                <a:tc>
                  <a:txBody>
                    <a:bodyPr/>
                    <a:lstStyle/>
                    <a:p>
                      <a:pPr latinLnBrk="1"/>
                      <a:r>
                        <a:rPr lang="ko-KR" altLang="en-US" sz="800" dirty="0" err="1">
                          <a:solidFill>
                            <a:schemeClr val="tx1"/>
                          </a:solidFill>
                        </a:rPr>
                        <a:t>택배사</a:t>
                      </a:r>
                      <a:endParaRPr lang="ko-KR" altLang="en-US" sz="800"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03615924"/>
                  </a:ext>
                </a:extLst>
              </a:tr>
              <a:tr h="0">
                <a:tc>
                  <a:txBody>
                    <a:bodyPr/>
                    <a:lstStyle/>
                    <a:p>
                      <a:pPr latinLnBrk="1"/>
                      <a:r>
                        <a:rPr lang="ko-KR" altLang="en-US" sz="800" dirty="0">
                          <a:solidFill>
                            <a:schemeClr val="tx1"/>
                          </a:solidFill>
                        </a:rPr>
                        <a:t>송장번호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88659254"/>
                  </a:ext>
                </a:extLst>
              </a:tr>
            </a:tbl>
          </a:graphicData>
        </a:graphic>
      </p:graphicFrame>
      <p:sp>
        <p:nvSpPr>
          <p:cNvPr id="55" name="TextBox 54">
            <a:extLst>
              <a:ext uri="{FF2B5EF4-FFF2-40B4-BE49-F238E27FC236}">
                <a16:creationId xmlns:a16="http://schemas.microsoft.com/office/drawing/2014/main" id="{B8A9119F-C54C-417D-BE42-2E13FE841293}"/>
              </a:ext>
            </a:extLst>
          </p:cNvPr>
          <p:cNvSpPr txBox="1"/>
          <p:nvPr/>
        </p:nvSpPr>
        <p:spPr>
          <a:xfrm>
            <a:off x="4304445" y="4501080"/>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발주정보</a:t>
            </a:r>
            <a:endParaRPr lang="ko-KR" altLang="en-US" sz="900" dirty="0"/>
          </a:p>
        </p:txBody>
      </p:sp>
      <p:sp>
        <p:nvSpPr>
          <p:cNvPr id="57" name="직사각형 56">
            <a:extLst>
              <a:ext uri="{FF2B5EF4-FFF2-40B4-BE49-F238E27FC236}">
                <a16:creationId xmlns:a16="http://schemas.microsoft.com/office/drawing/2014/main" id="{D8786862-2E89-4B50-8EB6-2A78A61DDF77}"/>
              </a:ext>
            </a:extLst>
          </p:cNvPr>
          <p:cNvSpPr/>
          <p:nvPr/>
        </p:nvSpPr>
        <p:spPr>
          <a:xfrm>
            <a:off x="5512673" y="4835239"/>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solidFill>
              </a:rPr>
              <a:t>배송중</a:t>
            </a:r>
            <a:r>
              <a:rPr lang="ko-KR" altLang="en-US" sz="800" dirty="0">
                <a:solidFill>
                  <a:schemeClr val="tx1"/>
                </a:solidFill>
              </a:rPr>
              <a:t>                        ▼</a:t>
            </a:r>
            <a:endParaRPr lang="en-US" altLang="ko-KR" sz="800" dirty="0">
              <a:solidFill>
                <a:schemeClr val="tx1"/>
              </a:solidFill>
            </a:endParaRPr>
          </a:p>
        </p:txBody>
      </p:sp>
      <p:sp>
        <p:nvSpPr>
          <p:cNvPr id="58" name="직사각형 57">
            <a:extLst>
              <a:ext uri="{FF2B5EF4-FFF2-40B4-BE49-F238E27FC236}">
                <a16:creationId xmlns:a16="http://schemas.microsoft.com/office/drawing/2014/main" id="{82452830-9BB6-4C36-9214-18338B3CFC86}"/>
              </a:ext>
            </a:extLst>
          </p:cNvPr>
          <p:cNvSpPr/>
          <p:nvPr/>
        </p:nvSpPr>
        <p:spPr>
          <a:xfrm>
            <a:off x="6413623" y="5309031"/>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우편번호찾기</a:t>
            </a:r>
            <a:endParaRPr lang="ko-KR" altLang="en-US" sz="800" dirty="0">
              <a:solidFill>
                <a:schemeClr val="bg1"/>
              </a:solidFill>
            </a:endParaRPr>
          </a:p>
        </p:txBody>
      </p:sp>
      <p:sp>
        <p:nvSpPr>
          <p:cNvPr id="59" name="직사각형 58">
            <a:extLst>
              <a:ext uri="{FF2B5EF4-FFF2-40B4-BE49-F238E27FC236}">
                <a16:creationId xmlns:a16="http://schemas.microsoft.com/office/drawing/2014/main" id="{06DF7E12-0FFE-476D-9807-2E46D7BC2C70}"/>
              </a:ext>
            </a:extLst>
          </p:cNvPr>
          <p:cNvSpPr/>
          <p:nvPr/>
        </p:nvSpPr>
        <p:spPr>
          <a:xfrm>
            <a:off x="5512673" y="5316007"/>
            <a:ext cx="854065"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우편번호</a:t>
            </a:r>
          </a:p>
        </p:txBody>
      </p:sp>
      <p:sp>
        <p:nvSpPr>
          <p:cNvPr id="60" name="직사각형 59">
            <a:extLst>
              <a:ext uri="{FF2B5EF4-FFF2-40B4-BE49-F238E27FC236}">
                <a16:creationId xmlns:a16="http://schemas.microsoft.com/office/drawing/2014/main" id="{70EE13F3-FF36-4ABE-9EDB-9E0C44B7F193}"/>
              </a:ext>
            </a:extLst>
          </p:cNvPr>
          <p:cNvSpPr/>
          <p:nvPr/>
        </p:nvSpPr>
        <p:spPr>
          <a:xfrm>
            <a:off x="5512674" y="5524475"/>
            <a:ext cx="2268726"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주소</a:t>
            </a:r>
          </a:p>
        </p:txBody>
      </p:sp>
      <p:sp>
        <p:nvSpPr>
          <p:cNvPr id="61" name="직사각형 60">
            <a:extLst>
              <a:ext uri="{FF2B5EF4-FFF2-40B4-BE49-F238E27FC236}">
                <a16:creationId xmlns:a16="http://schemas.microsoft.com/office/drawing/2014/main" id="{BFD8054B-6985-4C2C-8ADC-38F2C9BA86E6}"/>
              </a:ext>
            </a:extLst>
          </p:cNvPr>
          <p:cNvSpPr/>
          <p:nvPr/>
        </p:nvSpPr>
        <p:spPr>
          <a:xfrm>
            <a:off x="5512674" y="5725679"/>
            <a:ext cx="2268726" cy="147136"/>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상세 주소 </a:t>
            </a:r>
          </a:p>
        </p:txBody>
      </p:sp>
      <p:sp>
        <p:nvSpPr>
          <p:cNvPr id="62" name="직사각형 61">
            <a:extLst>
              <a:ext uri="{FF2B5EF4-FFF2-40B4-BE49-F238E27FC236}">
                <a16:creationId xmlns:a16="http://schemas.microsoft.com/office/drawing/2014/main" id="{85D65A7B-9F4B-40EC-9682-B6C80D1B4C46}"/>
              </a:ext>
            </a:extLst>
          </p:cNvPr>
          <p:cNvSpPr/>
          <p:nvPr/>
        </p:nvSpPr>
        <p:spPr>
          <a:xfrm>
            <a:off x="5512673" y="6066268"/>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solidFill>
              </a:rPr>
              <a:t>배송중</a:t>
            </a:r>
            <a:r>
              <a:rPr lang="ko-KR" altLang="en-US" sz="800" dirty="0">
                <a:solidFill>
                  <a:schemeClr val="tx1"/>
                </a:solidFill>
              </a:rPr>
              <a:t>                        ▼</a:t>
            </a:r>
            <a:endParaRPr lang="en-US" altLang="ko-KR" sz="800" dirty="0">
              <a:solidFill>
                <a:schemeClr val="tx1"/>
              </a:solidFill>
            </a:endParaRPr>
          </a:p>
        </p:txBody>
      </p:sp>
      <p:sp>
        <p:nvSpPr>
          <p:cNvPr id="63" name="직사각형 62">
            <a:extLst>
              <a:ext uri="{FF2B5EF4-FFF2-40B4-BE49-F238E27FC236}">
                <a16:creationId xmlns:a16="http://schemas.microsoft.com/office/drawing/2014/main" id="{8C500956-C582-4241-BF5B-31E44A4A3C24}"/>
              </a:ext>
            </a:extLst>
          </p:cNvPr>
          <p:cNvSpPr/>
          <p:nvPr/>
        </p:nvSpPr>
        <p:spPr>
          <a:xfrm>
            <a:off x="5512673" y="6272274"/>
            <a:ext cx="2268726" cy="147136"/>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송장번호 </a:t>
            </a:r>
          </a:p>
        </p:txBody>
      </p:sp>
      <p:sp>
        <p:nvSpPr>
          <p:cNvPr id="64" name="직사각형 63">
            <a:extLst>
              <a:ext uri="{FF2B5EF4-FFF2-40B4-BE49-F238E27FC236}">
                <a16:creationId xmlns:a16="http://schemas.microsoft.com/office/drawing/2014/main" id="{00D6E93D-D615-4437-82FA-68036140FC0E}"/>
              </a:ext>
            </a:extLst>
          </p:cNvPr>
          <p:cNvSpPr/>
          <p:nvPr/>
        </p:nvSpPr>
        <p:spPr>
          <a:xfrm>
            <a:off x="5495488" y="6790616"/>
            <a:ext cx="747061" cy="213360"/>
          </a:xfrm>
          <a:prstGeom prst="rect">
            <a:avLst/>
          </a:prstGeom>
          <a:solidFill>
            <a:schemeClr val="accent5">
              <a:lumMod val="75000"/>
            </a:schemeClr>
          </a:solidFill>
          <a:ln w="6350">
            <a:solidFill>
              <a:schemeClr val="accent5">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정보수정</a:t>
            </a:r>
            <a:endParaRPr lang="en-US" altLang="ko-KR" sz="800" b="1" dirty="0">
              <a:solidFill>
                <a:schemeClr val="bg1"/>
              </a:solidFill>
            </a:endParaRPr>
          </a:p>
        </p:txBody>
      </p:sp>
      <p:cxnSp>
        <p:nvCxnSpPr>
          <p:cNvPr id="20" name="직선 화살표 연결선 19">
            <a:extLst>
              <a:ext uri="{FF2B5EF4-FFF2-40B4-BE49-F238E27FC236}">
                <a16:creationId xmlns:a16="http://schemas.microsoft.com/office/drawing/2014/main" id="{BE811D1C-07C8-4511-BE1D-4B6A75D9E5BE}"/>
              </a:ext>
            </a:extLst>
          </p:cNvPr>
          <p:cNvCxnSpPr>
            <a:cxnSpLocks/>
            <a:stCxn id="19" idx="2"/>
          </p:cNvCxnSpPr>
          <p:nvPr/>
        </p:nvCxnSpPr>
        <p:spPr>
          <a:xfrm flipH="1">
            <a:off x="7883757" y="4529257"/>
            <a:ext cx="901785"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18" name="직선 화살표 연결선 17">
            <a:extLst>
              <a:ext uri="{FF2B5EF4-FFF2-40B4-BE49-F238E27FC236}">
                <a16:creationId xmlns:a16="http://schemas.microsoft.com/office/drawing/2014/main" id="{345C7258-80A2-437E-B9D3-26A93B6B63CA}"/>
              </a:ext>
            </a:extLst>
          </p:cNvPr>
          <p:cNvCxnSpPr>
            <a:cxnSpLocks/>
            <a:stCxn id="17" idx="2"/>
          </p:cNvCxnSpPr>
          <p:nvPr/>
        </p:nvCxnSpPr>
        <p:spPr>
          <a:xfrm flipH="1" flipV="1">
            <a:off x="3491011" y="3429000"/>
            <a:ext cx="4862861" cy="19238"/>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7" name="타원 16">
            <a:extLst>
              <a:ext uri="{FF2B5EF4-FFF2-40B4-BE49-F238E27FC236}">
                <a16:creationId xmlns:a16="http://schemas.microsoft.com/office/drawing/2014/main" id="{A5AD1FA6-82A6-4A46-8A1E-A0A7CB4107E8}"/>
              </a:ext>
            </a:extLst>
          </p:cNvPr>
          <p:cNvSpPr/>
          <p:nvPr/>
        </p:nvSpPr>
        <p:spPr>
          <a:xfrm>
            <a:off x="8353872" y="3283201"/>
            <a:ext cx="567878" cy="33007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56" name="표 55">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3958019116"/>
              </p:ext>
            </p:extLst>
          </p:nvPr>
        </p:nvGraphicFramePr>
        <p:xfrm>
          <a:off x="10171774" y="22159"/>
          <a:ext cx="1979018" cy="166219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RF-04</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RF-04-02-01-2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발주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발주 관리 </a:t>
                      </a:r>
                      <a:r>
                        <a:rPr lang="en-US" altLang="ko-KR" sz="800" dirty="0"/>
                        <a:t>&gt; </a:t>
                      </a:r>
                      <a:r>
                        <a:rPr lang="ko-KR" altLang="en-US" sz="800" dirty="0"/>
                        <a:t>발주 대기</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발주 정보 상세 화면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발주 정보 수정 화면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
        <p:nvSpPr>
          <p:cNvPr id="65" name="TextBox 64">
            <a:extLst>
              <a:ext uri="{FF2B5EF4-FFF2-40B4-BE49-F238E27FC236}">
                <a16:creationId xmlns:a16="http://schemas.microsoft.com/office/drawing/2014/main" id="{E02DE55E-81E1-480D-8FDC-10F55949EE8A}"/>
              </a:ext>
            </a:extLst>
          </p:cNvPr>
          <p:cNvSpPr txBox="1"/>
          <p:nvPr/>
        </p:nvSpPr>
        <p:spPr>
          <a:xfrm>
            <a:off x="8353264" y="3179592"/>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66" name="TextBox 65">
            <a:extLst>
              <a:ext uri="{FF2B5EF4-FFF2-40B4-BE49-F238E27FC236}">
                <a16:creationId xmlns:a16="http://schemas.microsoft.com/office/drawing/2014/main" id="{E02DE55E-81E1-480D-8FDC-10F55949EE8A}"/>
              </a:ext>
            </a:extLst>
          </p:cNvPr>
          <p:cNvSpPr txBox="1"/>
          <p:nvPr/>
        </p:nvSpPr>
        <p:spPr>
          <a:xfrm>
            <a:off x="9177621" y="4295514"/>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371080670"/>
      </p:ext>
    </p:extLst>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2301149361"/>
              </p:ext>
            </p:extLst>
          </p:nvPr>
        </p:nvGraphicFramePr>
        <p:xfrm>
          <a:off x="10171774" y="22159"/>
          <a:ext cx="1979018" cy="19060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RF-04</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RF-04-02-02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발주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발주 관리 </a:t>
                      </a:r>
                      <a:r>
                        <a:rPr lang="en-US" altLang="ko-KR" sz="800" dirty="0"/>
                        <a:t>&gt; </a:t>
                      </a:r>
                      <a:r>
                        <a:rPr lang="ko-KR" altLang="en-US" sz="800" dirty="0"/>
                        <a:t>발주 완료</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발주가 완료된 상품 목록 화면</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508073365"/>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클릭 시 발주 완료 </a:t>
                      </a:r>
                      <a:r>
                        <a:rPr lang="ko-KR" altLang="en-US" sz="800" b="0" baseline="0" dirty="0">
                          <a:solidFill>
                            <a:schemeClr val="tx1"/>
                          </a:solidFill>
                        </a:rPr>
                        <a:t>상태인 주문들의 정보를 엑셀로 만들어 다운로드 한다</a:t>
                      </a:r>
                      <a:r>
                        <a:rPr lang="en-US" altLang="ko-KR" sz="800" b="0" baseline="0" dirty="0">
                          <a:solidFill>
                            <a:schemeClr val="tx1"/>
                          </a:solidFill>
                        </a:rPr>
                        <a:t>.</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3" name="TextBox 2">
            <a:extLst>
              <a:ext uri="{FF2B5EF4-FFF2-40B4-BE49-F238E27FC236}">
                <a16:creationId xmlns:a16="http://schemas.microsoft.com/office/drawing/2014/main" id="{E02DE55E-81E1-480D-8FDC-10F55949EE8A}"/>
              </a:ext>
            </a:extLst>
          </p:cNvPr>
          <p:cNvSpPr txBox="1"/>
          <p:nvPr/>
        </p:nvSpPr>
        <p:spPr>
          <a:xfrm>
            <a:off x="7694085" y="2306959"/>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3778880596"/>
      </p:ext>
    </p:extLst>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타원 1">
            <a:extLst>
              <a:ext uri="{FF2B5EF4-FFF2-40B4-BE49-F238E27FC236}">
                <a16:creationId xmlns:a16="http://schemas.microsoft.com/office/drawing/2014/main" id="{F72DFD86-6948-4E54-9B5D-5AE2B4A1787A}"/>
              </a:ext>
            </a:extLst>
          </p:cNvPr>
          <p:cNvSpPr/>
          <p:nvPr/>
        </p:nvSpPr>
        <p:spPr>
          <a:xfrm>
            <a:off x="8766492" y="4104245"/>
            <a:ext cx="491808" cy="44362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 name="직사각형 2">
            <a:extLst>
              <a:ext uri="{FF2B5EF4-FFF2-40B4-BE49-F238E27FC236}">
                <a16:creationId xmlns:a16="http://schemas.microsoft.com/office/drawing/2014/main" id="{86037855-A73E-4E2A-9E12-120CCD8DC06F}"/>
              </a:ext>
            </a:extLst>
          </p:cNvPr>
          <p:cNvSpPr/>
          <p:nvPr/>
        </p:nvSpPr>
        <p:spPr>
          <a:xfrm>
            <a:off x="-193884" y="658291"/>
            <a:ext cx="3935785" cy="5439123"/>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4" name="TextBox 3">
            <a:extLst>
              <a:ext uri="{FF2B5EF4-FFF2-40B4-BE49-F238E27FC236}">
                <a16:creationId xmlns:a16="http://schemas.microsoft.com/office/drawing/2014/main" id="{380C0241-E7BE-4169-A32F-DD330A431A98}"/>
              </a:ext>
            </a:extLst>
          </p:cNvPr>
          <p:cNvSpPr txBox="1"/>
          <p:nvPr/>
        </p:nvSpPr>
        <p:spPr>
          <a:xfrm>
            <a:off x="-121082" y="785624"/>
            <a:ext cx="915635" cy="246221"/>
          </a:xfrm>
          <a:prstGeom prst="rect">
            <a:avLst/>
          </a:prstGeom>
          <a:noFill/>
        </p:spPr>
        <p:txBody>
          <a:bodyPr wrap="none" rtlCol="0">
            <a:spAutoFit/>
          </a:bodyPr>
          <a:lstStyle/>
          <a:p>
            <a:r>
              <a:rPr lang="ko-KR" altLang="en-US" sz="1000" b="1" dirty="0">
                <a:latin typeface="맑은 고딕" panose="020B0503020000020004" pitchFamily="50" charset="-127"/>
                <a:ea typeface="맑은 고딕" panose="020B0503020000020004" pitchFamily="50" charset="-127"/>
              </a:rPr>
              <a:t>○ 발주 정보</a:t>
            </a:r>
            <a:endParaRPr lang="ko-KR" altLang="en-US" sz="1000" b="1" dirty="0"/>
          </a:p>
        </p:txBody>
      </p:sp>
      <p:graphicFrame>
        <p:nvGraphicFramePr>
          <p:cNvPr id="5" name="표 17">
            <a:extLst>
              <a:ext uri="{FF2B5EF4-FFF2-40B4-BE49-F238E27FC236}">
                <a16:creationId xmlns:a16="http://schemas.microsoft.com/office/drawing/2014/main" id="{9443D6A1-6EE9-4044-9964-11073D0679FE}"/>
              </a:ext>
            </a:extLst>
          </p:cNvPr>
          <p:cNvGraphicFramePr>
            <a:graphicFrameLocks noGrp="1"/>
          </p:cNvGraphicFramePr>
          <p:nvPr>
            <p:extLst>
              <p:ext uri="{D42A27DB-BD31-4B8C-83A1-F6EECF244321}">
                <p14:modId xmlns:p14="http://schemas.microsoft.com/office/powerpoint/2010/main" val="1779585026"/>
              </p:ext>
            </p:extLst>
          </p:nvPr>
        </p:nvGraphicFramePr>
        <p:xfrm>
          <a:off x="11693" y="2359036"/>
          <a:ext cx="3472494" cy="85344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상품코드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u="none" dirty="0">
                          <a:solidFill>
                            <a:schemeClr val="tx1"/>
                          </a:solidFill>
                        </a:rPr>
                        <a:t>a0029</a:t>
                      </a:r>
                      <a:endParaRPr lang="ko-KR" altLang="en-US" sz="800" u="none"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상품명</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kern="1200" dirty="0" err="1">
                          <a:solidFill>
                            <a:schemeClr val="tx1"/>
                          </a:solidFill>
                          <a:effectLst/>
                          <a:latin typeface="+mj-ea"/>
                          <a:ea typeface="+mn-ea"/>
                          <a:cs typeface="+mn-cs"/>
                          <a:hlinkClick r:id="rId2" tooltip="새 창 열림">
                            <a:extLst>
                              <a:ext uri="{A12FA001-AC4F-418D-AE19-62706E023703}">
                                <ahyp:hlinkClr xmlns:ahyp="http://schemas.microsoft.com/office/drawing/2018/hyperlinkcolor" val="tx"/>
                              </a:ext>
                            </a:extLst>
                          </a:hlinkClick>
                        </a:rPr>
                        <a:t>BlueViolet</a:t>
                      </a:r>
                      <a:r>
                        <a:rPr lang="en-US" altLang="ko-KR" sz="800" b="0" i="0" u="none" strike="noStrike" kern="1200" dirty="0">
                          <a:solidFill>
                            <a:schemeClr val="tx1"/>
                          </a:solidFill>
                          <a:effectLst/>
                          <a:latin typeface="+mj-ea"/>
                          <a:ea typeface="+mn-ea"/>
                          <a:cs typeface="+mn-cs"/>
                          <a:hlinkClick r:id="rId2" tooltip="새 창 열림">
                            <a:extLst>
                              <a:ext uri="{A12FA001-AC4F-418D-AE19-62706E023703}">
                                <ahyp:hlinkClr xmlns:ahyp="http://schemas.microsoft.com/office/drawing/2018/hyperlinkcolor" val="tx"/>
                              </a:ext>
                            </a:extLst>
                          </a:hlinkClick>
                        </a:rPr>
                        <a:t> a </a:t>
                      </a:r>
                      <a:r>
                        <a:rPr lang="en-US" altLang="ko-KR" sz="800" b="0" i="0" u="none" strike="noStrike" kern="1200" dirty="0" err="1">
                          <a:solidFill>
                            <a:schemeClr val="tx1"/>
                          </a:solidFill>
                          <a:effectLst/>
                          <a:latin typeface="+mj-ea"/>
                          <a:ea typeface="+mn-ea"/>
                          <a:cs typeface="+mn-cs"/>
                          <a:hlinkClick r:id="rId2" tooltip="새 창 열림">
                            <a:extLst>
                              <a:ext uri="{A12FA001-AC4F-418D-AE19-62706E023703}">
                                <ahyp:hlinkClr xmlns:ahyp="http://schemas.microsoft.com/office/drawing/2018/hyperlinkcolor" val="tx"/>
                              </a:ext>
                            </a:extLst>
                          </a:hlinkClick>
                        </a:rPr>
                        <a:t>omnis</a:t>
                      </a:r>
                      <a:endParaRPr kumimoji="0" lang="ko-KR" altLang="en-US" sz="800" b="0" i="0" u="none" strike="noStrike" kern="1200" cap="none" spc="0" normalizeH="0" baseline="0" noProof="0" dirty="0">
                        <a:ln>
                          <a:noFill/>
                        </a:ln>
                        <a:solidFill>
                          <a:schemeClr val="tx1"/>
                        </a:solidFill>
                        <a:effectLst/>
                        <a:uLnTx/>
                        <a:uFillTx/>
                        <a:latin typeface="+mj-ea"/>
                        <a:ea typeface="+mn-ea"/>
                        <a:cs typeface="+mn-cs"/>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ko-KR" altLang="en-US" sz="800" dirty="0">
                          <a:solidFill>
                            <a:schemeClr val="tx1"/>
                          </a:solidFill>
                        </a:rPr>
                        <a:t>상품옵션</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u="none" dirty="0">
                          <a:solidFill>
                            <a:schemeClr val="tx1"/>
                          </a:solidFill>
                        </a:rPr>
                        <a:t>RD/S</a:t>
                      </a:r>
                      <a:endParaRPr lang="ko-KR" altLang="en-US" sz="800" u="none"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r h="0">
                <a:tc>
                  <a:txBody>
                    <a:bodyPr/>
                    <a:lstStyle/>
                    <a:p>
                      <a:pPr latinLnBrk="1"/>
                      <a:r>
                        <a:rPr lang="ko-KR" altLang="en-US" sz="800" dirty="0">
                          <a:solidFill>
                            <a:schemeClr val="tx1"/>
                          </a:solidFill>
                        </a:rPr>
                        <a:t>구매수량</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u="none" dirty="0">
                          <a:solidFill>
                            <a:schemeClr val="tx1"/>
                          </a:solidFill>
                        </a:rPr>
                        <a:t>2</a:t>
                      </a:r>
                      <a:endParaRPr lang="ko-KR" altLang="en-US" sz="800" u="none"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03615924"/>
                  </a:ext>
                </a:extLst>
              </a:tr>
            </a:tbl>
          </a:graphicData>
        </a:graphic>
      </p:graphicFrame>
      <p:sp>
        <p:nvSpPr>
          <p:cNvPr id="6" name="TextBox 5">
            <a:extLst>
              <a:ext uri="{FF2B5EF4-FFF2-40B4-BE49-F238E27FC236}">
                <a16:creationId xmlns:a16="http://schemas.microsoft.com/office/drawing/2014/main" id="{C5BD4556-803A-4339-AEAA-CF66C54E2D88}"/>
              </a:ext>
            </a:extLst>
          </p:cNvPr>
          <p:cNvSpPr txBox="1"/>
          <p:nvPr/>
        </p:nvSpPr>
        <p:spPr>
          <a:xfrm>
            <a:off x="-95125" y="2137031"/>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상품정보</a:t>
            </a:r>
            <a:endParaRPr lang="ko-KR" altLang="en-US" sz="900" dirty="0"/>
          </a:p>
        </p:txBody>
      </p:sp>
      <p:sp>
        <p:nvSpPr>
          <p:cNvPr id="7" name="직사각형 6">
            <a:extLst>
              <a:ext uri="{FF2B5EF4-FFF2-40B4-BE49-F238E27FC236}">
                <a16:creationId xmlns:a16="http://schemas.microsoft.com/office/drawing/2014/main" id="{AC108B81-CDF8-4C1E-9EEE-027A7BCD441B}"/>
              </a:ext>
            </a:extLst>
          </p:cNvPr>
          <p:cNvSpPr/>
          <p:nvPr/>
        </p:nvSpPr>
        <p:spPr>
          <a:xfrm>
            <a:off x="1398402" y="5450984"/>
            <a:ext cx="747061"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창닫기</a:t>
            </a:r>
            <a:endParaRPr lang="en-US" altLang="ko-KR" sz="800" dirty="0">
              <a:solidFill>
                <a:schemeClr val="bg1"/>
              </a:solidFill>
            </a:endParaRPr>
          </a:p>
        </p:txBody>
      </p:sp>
      <p:grpSp>
        <p:nvGrpSpPr>
          <p:cNvPr id="8" name="Image">
            <a:extLst>
              <a:ext uri="{FF2B5EF4-FFF2-40B4-BE49-F238E27FC236}">
                <a16:creationId xmlns:a16="http://schemas.microsoft.com/office/drawing/2014/main" id="{A09A6798-62E8-4988-BCA0-C5A07AD47D8B}"/>
              </a:ext>
            </a:extLst>
          </p:cNvPr>
          <p:cNvGrpSpPr>
            <a:grpSpLocks/>
          </p:cNvGrpSpPr>
          <p:nvPr/>
        </p:nvGrpSpPr>
        <p:grpSpPr bwMode="auto">
          <a:xfrm>
            <a:off x="3381829" y="806659"/>
            <a:ext cx="204716" cy="209797"/>
            <a:chOff x="508000" y="1397000"/>
            <a:chExt cx="1008112" cy="1008112"/>
          </a:xfrm>
        </p:grpSpPr>
        <p:sp>
          <p:nvSpPr>
            <p:cNvPr id="9" name="Border">
              <a:extLst>
                <a:ext uri="{FF2B5EF4-FFF2-40B4-BE49-F238E27FC236}">
                  <a16:creationId xmlns:a16="http://schemas.microsoft.com/office/drawing/2014/main" id="{993B506A-ACD9-40C8-945F-BD854353BD9E}"/>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Line 2">
              <a:extLst>
                <a:ext uri="{FF2B5EF4-FFF2-40B4-BE49-F238E27FC236}">
                  <a16:creationId xmlns:a16="http://schemas.microsoft.com/office/drawing/2014/main" id="{A3183251-D691-473F-A896-CD4C55F38529}"/>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 name="Line 1">
              <a:extLst>
                <a:ext uri="{FF2B5EF4-FFF2-40B4-BE49-F238E27FC236}">
                  <a16:creationId xmlns:a16="http://schemas.microsoft.com/office/drawing/2014/main" id="{66E932FD-FEE3-43C5-8709-B5B3F5CD506C}"/>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aphicFrame>
        <p:nvGraphicFramePr>
          <p:cNvPr id="12" name="표 17">
            <a:extLst>
              <a:ext uri="{FF2B5EF4-FFF2-40B4-BE49-F238E27FC236}">
                <a16:creationId xmlns:a16="http://schemas.microsoft.com/office/drawing/2014/main" id="{B1E28D4A-7EA4-4CD3-86C9-A20FD266D110}"/>
              </a:ext>
            </a:extLst>
          </p:cNvPr>
          <p:cNvGraphicFramePr>
            <a:graphicFrameLocks noGrp="1"/>
          </p:cNvGraphicFramePr>
          <p:nvPr>
            <p:extLst>
              <p:ext uri="{D42A27DB-BD31-4B8C-83A1-F6EECF244321}">
                <p14:modId xmlns:p14="http://schemas.microsoft.com/office/powerpoint/2010/main" val="477781761"/>
              </p:ext>
            </p:extLst>
          </p:nvPr>
        </p:nvGraphicFramePr>
        <p:xfrm>
          <a:off x="18517" y="1370568"/>
          <a:ext cx="3472494" cy="64008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주문번호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Me9-Shop-0032022</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en-US" altLang="ko-KR" sz="800" dirty="0">
                          <a:solidFill>
                            <a:schemeClr val="tx1"/>
                          </a:solidFill>
                        </a:rPr>
                        <a:t>Shop </a:t>
                      </a:r>
                      <a:r>
                        <a:rPr lang="ko-KR" altLang="en-US" sz="800" dirty="0">
                          <a:solidFill>
                            <a:schemeClr val="tx1"/>
                          </a:solidFill>
                        </a:rPr>
                        <a:t>채널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Shop </a:t>
                      </a:r>
                      <a:r>
                        <a:rPr lang="ko-KR" altLang="en-US" sz="800" dirty="0" err="1"/>
                        <a:t>채널명</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33819177"/>
                  </a:ext>
                </a:extLst>
              </a:tr>
              <a:tr h="0">
                <a:tc>
                  <a:txBody>
                    <a:bodyPr/>
                    <a:lstStyle/>
                    <a:p>
                      <a:pPr latinLnBrk="1"/>
                      <a:r>
                        <a:rPr lang="ko-KR" altLang="en-US" sz="800" dirty="0">
                          <a:solidFill>
                            <a:schemeClr val="tx1"/>
                          </a:solidFill>
                        </a:rPr>
                        <a:t>배송요청일시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2024-10-10 00:00:00</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489983752"/>
                  </a:ext>
                </a:extLst>
              </a:tr>
            </a:tbl>
          </a:graphicData>
        </a:graphic>
      </p:graphicFrame>
      <p:sp>
        <p:nvSpPr>
          <p:cNvPr id="13" name="TextBox 12">
            <a:extLst>
              <a:ext uri="{FF2B5EF4-FFF2-40B4-BE49-F238E27FC236}">
                <a16:creationId xmlns:a16="http://schemas.microsoft.com/office/drawing/2014/main" id="{62700762-2972-48BC-B7E1-0D9F399234FD}"/>
              </a:ext>
            </a:extLst>
          </p:cNvPr>
          <p:cNvSpPr txBox="1"/>
          <p:nvPr/>
        </p:nvSpPr>
        <p:spPr>
          <a:xfrm>
            <a:off x="-88301" y="1148563"/>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주문정보</a:t>
            </a:r>
            <a:endParaRPr lang="ko-KR" altLang="en-US" sz="900" dirty="0"/>
          </a:p>
        </p:txBody>
      </p:sp>
      <p:graphicFrame>
        <p:nvGraphicFramePr>
          <p:cNvPr id="14" name="표 17">
            <a:extLst>
              <a:ext uri="{FF2B5EF4-FFF2-40B4-BE49-F238E27FC236}">
                <a16:creationId xmlns:a16="http://schemas.microsoft.com/office/drawing/2014/main" id="{F005DAEC-AD67-4530-B61C-2D236B558B7D}"/>
              </a:ext>
            </a:extLst>
          </p:cNvPr>
          <p:cNvGraphicFramePr>
            <a:graphicFrameLocks noGrp="1"/>
          </p:cNvGraphicFramePr>
          <p:nvPr>
            <p:extLst>
              <p:ext uri="{D42A27DB-BD31-4B8C-83A1-F6EECF244321}">
                <p14:modId xmlns:p14="http://schemas.microsoft.com/office/powerpoint/2010/main" val="2789170871"/>
              </p:ext>
            </p:extLst>
          </p:nvPr>
        </p:nvGraphicFramePr>
        <p:xfrm>
          <a:off x="11693" y="3678935"/>
          <a:ext cx="3472494" cy="1469962"/>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발주상태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배송대기</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수신자명</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판매 개당 </a:t>
                      </a:r>
                      <a:r>
                        <a:rPr lang="en-US" altLang="ko-KR" sz="800" dirty="0"/>
                        <a:t>500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ko-KR" altLang="en-US" sz="800" dirty="0">
                          <a:solidFill>
                            <a:schemeClr val="tx1"/>
                          </a:solidFill>
                        </a:rPr>
                        <a:t>배송주소</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lnSpc>
                          <a:spcPct val="150000"/>
                        </a:lnSpc>
                      </a:pPr>
                      <a:r>
                        <a:rPr lang="en-US" altLang="ko-KR" sz="800" dirty="0"/>
                        <a:t>00234</a:t>
                      </a:r>
                    </a:p>
                    <a:p>
                      <a:pPr latinLnBrk="1">
                        <a:lnSpc>
                          <a:spcPct val="150000"/>
                        </a:lnSpc>
                      </a:pPr>
                      <a:r>
                        <a:rPr lang="ko-KR" altLang="en-US" sz="800" dirty="0"/>
                        <a:t>서울시 마포구 공덕동 </a:t>
                      </a:r>
                      <a:r>
                        <a:rPr lang="en-US" altLang="ko-KR" sz="800" dirty="0"/>
                        <a:t>1118-12</a:t>
                      </a:r>
                    </a:p>
                    <a:p>
                      <a:pPr latinLnBrk="1">
                        <a:lnSpc>
                          <a:spcPct val="150000"/>
                        </a:lnSpc>
                      </a:pPr>
                      <a:r>
                        <a:rPr lang="en-US" altLang="ko-KR" sz="800" dirty="0"/>
                        <a:t>B112</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r h="0">
                <a:tc>
                  <a:txBody>
                    <a:bodyPr/>
                    <a:lstStyle/>
                    <a:p>
                      <a:pPr latinLnBrk="1"/>
                      <a:r>
                        <a:rPr lang="ko-KR" altLang="en-US" sz="800" dirty="0" err="1">
                          <a:solidFill>
                            <a:schemeClr val="tx1"/>
                          </a:solidFill>
                        </a:rPr>
                        <a:t>택배사</a:t>
                      </a:r>
                      <a:endParaRPr lang="ko-KR" altLang="en-US" sz="800"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03615924"/>
                  </a:ext>
                </a:extLst>
              </a:tr>
              <a:tr h="0">
                <a:tc>
                  <a:txBody>
                    <a:bodyPr/>
                    <a:lstStyle/>
                    <a:p>
                      <a:pPr latinLnBrk="1"/>
                      <a:r>
                        <a:rPr lang="ko-KR" altLang="en-US" sz="800" dirty="0">
                          <a:solidFill>
                            <a:schemeClr val="tx1"/>
                          </a:solidFill>
                        </a:rPr>
                        <a:t>송장번호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88659254"/>
                  </a:ext>
                </a:extLst>
              </a:tr>
            </a:tbl>
          </a:graphicData>
        </a:graphic>
      </p:graphicFrame>
      <p:sp>
        <p:nvSpPr>
          <p:cNvPr id="15" name="TextBox 14">
            <a:extLst>
              <a:ext uri="{FF2B5EF4-FFF2-40B4-BE49-F238E27FC236}">
                <a16:creationId xmlns:a16="http://schemas.microsoft.com/office/drawing/2014/main" id="{B29FE29C-8224-4822-A5CC-E0564019556E}"/>
              </a:ext>
            </a:extLst>
          </p:cNvPr>
          <p:cNvSpPr txBox="1"/>
          <p:nvPr/>
        </p:nvSpPr>
        <p:spPr>
          <a:xfrm>
            <a:off x="-95125" y="3382442"/>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발주정보</a:t>
            </a:r>
            <a:endParaRPr lang="ko-KR" altLang="en-US" sz="900" dirty="0"/>
          </a:p>
        </p:txBody>
      </p:sp>
      <p:sp>
        <p:nvSpPr>
          <p:cNvPr id="16" name="직사각형 15">
            <a:extLst>
              <a:ext uri="{FF2B5EF4-FFF2-40B4-BE49-F238E27FC236}">
                <a16:creationId xmlns:a16="http://schemas.microsoft.com/office/drawing/2014/main" id="{6F4944ED-635C-47F1-BC7D-8F093E77BE18}"/>
              </a:ext>
            </a:extLst>
          </p:cNvPr>
          <p:cNvSpPr/>
          <p:nvPr/>
        </p:nvSpPr>
        <p:spPr>
          <a:xfrm>
            <a:off x="4205686" y="1776929"/>
            <a:ext cx="3935785" cy="5623273"/>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17" name="TextBox 16">
            <a:extLst>
              <a:ext uri="{FF2B5EF4-FFF2-40B4-BE49-F238E27FC236}">
                <a16:creationId xmlns:a16="http://schemas.microsoft.com/office/drawing/2014/main" id="{28F5071D-4BFA-4E25-A607-64CCBB4143D0}"/>
              </a:ext>
            </a:extLst>
          </p:cNvPr>
          <p:cNvSpPr txBox="1"/>
          <p:nvPr/>
        </p:nvSpPr>
        <p:spPr>
          <a:xfrm>
            <a:off x="4278488" y="1904262"/>
            <a:ext cx="1217000" cy="246221"/>
          </a:xfrm>
          <a:prstGeom prst="rect">
            <a:avLst/>
          </a:prstGeom>
          <a:noFill/>
        </p:spPr>
        <p:txBody>
          <a:bodyPr wrap="none" rtlCol="0">
            <a:spAutoFit/>
          </a:bodyPr>
          <a:lstStyle/>
          <a:p>
            <a:r>
              <a:rPr lang="ko-KR" altLang="en-US" sz="1000" b="1" dirty="0">
                <a:latin typeface="맑은 고딕" panose="020B0503020000020004" pitchFamily="50" charset="-127"/>
                <a:ea typeface="맑은 고딕" panose="020B0503020000020004" pitchFamily="50" charset="-127"/>
              </a:rPr>
              <a:t>○ 발주 정보 수정</a:t>
            </a:r>
            <a:endParaRPr lang="ko-KR" altLang="en-US" sz="1000" b="1" dirty="0"/>
          </a:p>
        </p:txBody>
      </p:sp>
      <p:graphicFrame>
        <p:nvGraphicFramePr>
          <p:cNvPr id="18" name="표 17">
            <a:extLst>
              <a:ext uri="{FF2B5EF4-FFF2-40B4-BE49-F238E27FC236}">
                <a16:creationId xmlns:a16="http://schemas.microsoft.com/office/drawing/2014/main" id="{0CF34F75-837D-4F56-A8CC-60D52ABFDB89}"/>
              </a:ext>
            </a:extLst>
          </p:cNvPr>
          <p:cNvGraphicFramePr>
            <a:graphicFrameLocks noGrp="1"/>
          </p:cNvGraphicFramePr>
          <p:nvPr>
            <p:extLst>
              <p:ext uri="{D42A27DB-BD31-4B8C-83A1-F6EECF244321}">
                <p14:modId xmlns:p14="http://schemas.microsoft.com/office/powerpoint/2010/main" val="2363607514"/>
              </p:ext>
            </p:extLst>
          </p:nvPr>
        </p:nvGraphicFramePr>
        <p:xfrm>
          <a:off x="4411263" y="3477674"/>
          <a:ext cx="3472494" cy="85344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상품코드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u="none" dirty="0">
                          <a:solidFill>
                            <a:schemeClr val="tx1"/>
                          </a:solidFill>
                        </a:rPr>
                        <a:t>a0029</a:t>
                      </a:r>
                      <a:endParaRPr lang="ko-KR" altLang="en-US" sz="800" u="none"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상품명</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kern="1200" dirty="0" err="1">
                          <a:solidFill>
                            <a:schemeClr val="tx1"/>
                          </a:solidFill>
                          <a:effectLst/>
                          <a:latin typeface="+mj-ea"/>
                          <a:ea typeface="+mn-ea"/>
                          <a:cs typeface="+mn-cs"/>
                          <a:hlinkClick r:id="rId2" tooltip="새 창 열림">
                            <a:extLst>
                              <a:ext uri="{A12FA001-AC4F-418D-AE19-62706E023703}">
                                <ahyp:hlinkClr xmlns:ahyp="http://schemas.microsoft.com/office/drawing/2018/hyperlinkcolor" val="tx"/>
                              </a:ext>
                            </a:extLst>
                          </a:hlinkClick>
                        </a:rPr>
                        <a:t>BlueViolet</a:t>
                      </a:r>
                      <a:r>
                        <a:rPr lang="en-US" altLang="ko-KR" sz="800" b="0" i="0" u="none" strike="noStrike" kern="1200" dirty="0">
                          <a:solidFill>
                            <a:schemeClr val="tx1"/>
                          </a:solidFill>
                          <a:effectLst/>
                          <a:latin typeface="+mj-ea"/>
                          <a:ea typeface="+mn-ea"/>
                          <a:cs typeface="+mn-cs"/>
                          <a:hlinkClick r:id="rId2" tooltip="새 창 열림">
                            <a:extLst>
                              <a:ext uri="{A12FA001-AC4F-418D-AE19-62706E023703}">
                                <ahyp:hlinkClr xmlns:ahyp="http://schemas.microsoft.com/office/drawing/2018/hyperlinkcolor" val="tx"/>
                              </a:ext>
                            </a:extLst>
                          </a:hlinkClick>
                        </a:rPr>
                        <a:t> a </a:t>
                      </a:r>
                      <a:r>
                        <a:rPr lang="en-US" altLang="ko-KR" sz="800" b="0" i="0" u="none" strike="noStrike" kern="1200" dirty="0" err="1">
                          <a:solidFill>
                            <a:schemeClr val="tx1"/>
                          </a:solidFill>
                          <a:effectLst/>
                          <a:latin typeface="+mj-ea"/>
                          <a:ea typeface="+mn-ea"/>
                          <a:cs typeface="+mn-cs"/>
                          <a:hlinkClick r:id="rId2" tooltip="새 창 열림">
                            <a:extLst>
                              <a:ext uri="{A12FA001-AC4F-418D-AE19-62706E023703}">
                                <ahyp:hlinkClr xmlns:ahyp="http://schemas.microsoft.com/office/drawing/2018/hyperlinkcolor" val="tx"/>
                              </a:ext>
                            </a:extLst>
                          </a:hlinkClick>
                        </a:rPr>
                        <a:t>omnis</a:t>
                      </a:r>
                      <a:endParaRPr kumimoji="0" lang="ko-KR" altLang="en-US" sz="800" b="0" i="0" u="none" strike="noStrike" kern="1200" cap="none" spc="0" normalizeH="0" baseline="0" noProof="0" dirty="0">
                        <a:ln>
                          <a:noFill/>
                        </a:ln>
                        <a:solidFill>
                          <a:schemeClr val="tx1"/>
                        </a:solidFill>
                        <a:effectLst/>
                        <a:uLnTx/>
                        <a:uFillTx/>
                        <a:latin typeface="+mj-ea"/>
                        <a:ea typeface="+mn-ea"/>
                        <a:cs typeface="+mn-cs"/>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ko-KR" altLang="en-US" sz="800" dirty="0">
                          <a:solidFill>
                            <a:schemeClr val="tx1"/>
                          </a:solidFill>
                        </a:rPr>
                        <a:t>상품옵션</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u="none" dirty="0">
                          <a:solidFill>
                            <a:schemeClr val="tx1"/>
                          </a:solidFill>
                        </a:rPr>
                        <a:t>RD/S</a:t>
                      </a:r>
                      <a:endParaRPr lang="ko-KR" altLang="en-US" sz="800" u="none"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r h="0">
                <a:tc>
                  <a:txBody>
                    <a:bodyPr/>
                    <a:lstStyle/>
                    <a:p>
                      <a:pPr latinLnBrk="1"/>
                      <a:r>
                        <a:rPr lang="ko-KR" altLang="en-US" sz="800" dirty="0">
                          <a:solidFill>
                            <a:schemeClr val="tx1"/>
                          </a:solidFill>
                        </a:rPr>
                        <a:t>구매수량</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u="none" dirty="0">
                          <a:solidFill>
                            <a:schemeClr val="tx1"/>
                          </a:solidFill>
                        </a:rPr>
                        <a:t>2</a:t>
                      </a:r>
                      <a:endParaRPr lang="ko-KR" altLang="en-US" sz="800" u="none"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03615924"/>
                  </a:ext>
                </a:extLst>
              </a:tr>
            </a:tbl>
          </a:graphicData>
        </a:graphic>
      </p:graphicFrame>
      <p:sp>
        <p:nvSpPr>
          <p:cNvPr id="19" name="TextBox 18">
            <a:extLst>
              <a:ext uri="{FF2B5EF4-FFF2-40B4-BE49-F238E27FC236}">
                <a16:creationId xmlns:a16="http://schemas.microsoft.com/office/drawing/2014/main" id="{08040A15-9D4B-41C3-9C79-6021EB820C02}"/>
              </a:ext>
            </a:extLst>
          </p:cNvPr>
          <p:cNvSpPr txBox="1"/>
          <p:nvPr/>
        </p:nvSpPr>
        <p:spPr>
          <a:xfrm>
            <a:off x="4304445" y="3255669"/>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상품정보</a:t>
            </a:r>
            <a:endParaRPr lang="ko-KR" altLang="en-US" sz="900" dirty="0"/>
          </a:p>
        </p:txBody>
      </p:sp>
      <p:sp>
        <p:nvSpPr>
          <p:cNvPr id="20" name="직사각형 19">
            <a:extLst>
              <a:ext uri="{FF2B5EF4-FFF2-40B4-BE49-F238E27FC236}">
                <a16:creationId xmlns:a16="http://schemas.microsoft.com/office/drawing/2014/main" id="{1F737355-F032-44A9-B7ED-E35590BFA187}"/>
              </a:ext>
            </a:extLst>
          </p:cNvPr>
          <p:cNvSpPr/>
          <p:nvPr/>
        </p:nvSpPr>
        <p:spPr>
          <a:xfrm>
            <a:off x="6385321" y="6790616"/>
            <a:ext cx="747061"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창닫기</a:t>
            </a:r>
            <a:endParaRPr lang="en-US" altLang="ko-KR" sz="800" dirty="0">
              <a:solidFill>
                <a:schemeClr val="bg1"/>
              </a:solidFill>
            </a:endParaRPr>
          </a:p>
        </p:txBody>
      </p:sp>
      <p:grpSp>
        <p:nvGrpSpPr>
          <p:cNvPr id="21" name="Image">
            <a:extLst>
              <a:ext uri="{FF2B5EF4-FFF2-40B4-BE49-F238E27FC236}">
                <a16:creationId xmlns:a16="http://schemas.microsoft.com/office/drawing/2014/main" id="{F37B9548-5BC4-423B-B3D9-1D88A754C03F}"/>
              </a:ext>
            </a:extLst>
          </p:cNvPr>
          <p:cNvGrpSpPr>
            <a:grpSpLocks/>
          </p:cNvGrpSpPr>
          <p:nvPr/>
        </p:nvGrpSpPr>
        <p:grpSpPr bwMode="auto">
          <a:xfrm>
            <a:off x="7781399" y="1925297"/>
            <a:ext cx="204716" cy="209797"/>
            <a:chOff x="508000" y="1397000"/>
            <a:chExt cx="1008112" cy="1008112"/>
          </a:xfrm>
        </p:grpSpPr>
        <p:sp>
          <p:nvSpPr>
            <p:cNvPr id="22" name="Border">
              <a:extLst>
                <a:ext uri="{FF2B5EF4-FFF2-40B4-BE49-F238E27FC236}">
                  <a16:creationId xmlns:a16="http://schemas.microsoft.com/office/drawing/2014/main" id="{1EF138DE-D659-4B56-AD72-3F3B6DE9E8EE}"/>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3" name="Line 2">
              <a:extLst>
                <a:ext uri="{FF2B5EF4-FFF2-40B4-BE49-F238E27FC236}">
                  <a16:creationId xmlns:a16="http://schemas.microsoft.com/office/drawing/2014/main" id="{DACC81FC-50A7-4283-A90B-71563EF49CA2}"/>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24" name="Line 1">
              <a:extLst>
                <a:ext uri="{FF2B5EF4-FFF2-40B4-BE49-F238E27FC236}">
                  <a16:creationId xmlns:a16="http://schemas.microsoft.com/office/drawing/2014/main" id="{CBF2F83A-8EE2-49D6-8FEB-F3059C19FF62}"/>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aphicFrame>
        <p:nvGraphicFramePr>
          <p:cNvPr id="25" name="표 17">
            <a:extLst>
              <a:ext uri="{FF2B5EF4-FFF2-40B4-BE49-F238E27FC236}">
                <a16:creationId xmlns:a16="http://schemas.microsoft.com/office/drawing/2014/main" id="{96A13B30-640C-4B6E-A04E-FE477DC7D090}"/>
              </a:ext>
            </a:extLst>
          </p:cNvPr>
          <p:cNvGraphicFramePr>
            <a:graphicFrameLocks noGrp="1"/>
          </p:cNvGraphicFramePr>
          <p:nvPr>
            <p:extLst>
              <p:ext uri="{D42A27DB-BD31-4B8C-83A1-F6EECF244321}">
                <p14:modId xmlns:p14="http://schemas.microsoft.com/office/powerpoint/2010/main" val="166827742"/>
              </p:ext>
            </p:extLst>
          </p:nvPr>
        </p:nvGraphicFramePr>
        <p:xfrm>
          <a:off x="4418087" y="2489206"/>
          <a:ext cx="3472494" cy="64008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주문번호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Me9-Shop-0032022</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en-US" altLang="ko-KR" sz="800" dirty="0">
                          <a:solidFill>
                            <a:schemeClr val="tx1"/>
                          </a:solidFill>
                        </a:rPr>
                        <a:t>Shop </a:t>
                      </a:r>
                      <a:r>
                        <a:rPr lang="ko-KR" altLang="en-US" sz="800" dirty="0">
                          <a:solidFill>
                            <a:schemeClr val="tx1"/>
                          </a:solidFill>
                        </a:rPr>
                        <a:t>채널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Shop </a:t>
                      </a:r>
                      <a:r>
                        <a:rPr lang="ko-KR" altLang="en-US" sz="800" dirty="0" err="1"/>
                        <a:t>채널명</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33819177"/>
                  </a:ext>
                </a:extLst>
              </a:tr>
              <a:tr h="0">
                <a:tc>
                  <a:txBody>
                    <a:bodyPr/>
                    <a:lstStyle/>
                    <a:p>
                      <a:pPr latinLnBrk="1"/>
                      <a:r>
                        <a:rPr lang="ko-KR" altLang="en-US" sz="800" dirty="0">
                          <a:solidFill>
                            <a:schemeClr val="tx1"/>
                          </a:solidFill>
                        </a:rPr>
                        <a:t>배송요청일시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2024-10-10 00:00:00</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489983752"/>
                  </a:ext>
                </a:extLst>
              </a:tr>
            </a:tbl>
          </a:graphicData>
        </a:graphic>
      </p:graphicFrame>
      <p:sp>
        <p:nvSpPr>
          <p:cNvPr id="26" name="TextBox 25">
            <a:extLst>
              <a:ext uri="{FF2B5EF4-FFF2-40B4-BE49-F238E27FC236}">
                <a16:creationId xmlns:a16="http://schemas.microsoft.com/office/drawing/2014/main" id="{C0F8EAF1-6DC5-44F9-83C1-CD1D6F0F7FD6}"/>
              </a:ext>
            </a:extLst>
          </p:cNvPr>
          <p:cNvSpPr txBox="1"/>
          <p:nvPr/>
        </p:nvSpPr>
        <p:spPr>
          <a:xfrm>
            <a:off x="4311269" y="2267201"/>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주문정보</a:t>
            </a:r>
            <a:endParaRPr lang="ko-KR" altLang="en-US" sz="900" dirty="0"/>
          </a:p>
        </p:txBody>
      </p:sp>
      <p:graphicFrame>
        <p:nvGraphicFramePr>
          <p:cNvPr id="27" name="표 17">
            <a:extLst>
              <a:ext uri="{FF2B5EF4-FFF2-40B4-BE49-F238E27FC236}">
                <a16:creationId xmlns:a16="http://schemas.microsoft.com/office/drawing/2014/main" id="{8293A1A6-FB3D-4E4A-9A3F-7264787EA57C}"/>
              </a:ext>
            </a:extLst>
          </p:cNvPr>
          <p:cNvGraphicFramePr>
            <a:graphicFrameLocks noGrp="1"/>
          </p:cNvGraphicFramePr>
          <p:nvPr>
            <p:extLst>
              <p:ext uri="{D42A27DB-BD31-4B8C-83A1-F6EECF244321}">
                <p14:modId xmlns:p14="http://schemas.microsoft.com/office/powerpoint/2010/main" val="1100780162"/>
              </p:ext>
            </p:extLst>
          </p:nvPr>
        </p:nvGraphicFramePr>
        <p:xfrm>
          <a:off x="4411263" y="4797573"/>
          <a:ext cx="3472494" cy="1652842"/>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발주상태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수신자명</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판매 개당 </a:t>
                      </a:r>
                      <a:r>
                        <a:rPr lang="en-US" altLang="ko-KR" sz="800" dirty="0"/>
                        <a:t>500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ko-KR" altLang="en-US" sz="800" dirty="0">
                          <a:solidFill>
                            <a:schemeClr val="tx1"/>
                          </a:solidFill>
                        </a:rPr>
                        <a:t>배송주소</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lnSpc>
                          <a:spcPct val="150000"/>
                        </a:lnSpc>
                      </a:pPr>
                      <a:endParaRPr lang="en-US" altLang="ko-KR" sz="800" dirty="0"/>
                    </a:p>
                    <a:p>
                      <a:pPr latinLnBrk="1">
                        <a:lnSpc>
                          <a:spcPct val="150000"/>
                        </a:lnSpc>
                      </a:pPr>
                      <a:endParaRPr lang="en-US" altLang="ko-KR" sz="800" dirty="0"/>
                    </a:p>
                    <a:p>
                      <a:pPr latinLnBrk="1">
                        <a:lnSpc>
                          <a:spcPct val="150000"/>
                        </a:lnSpc>
                      </a:pPr>
                      <a:endParaRPr lang="en-US" altLang="ko-KR" sz="800" dirty="0"/>
                    </a:p>
                    <a:p>
                      <a:pPr latinLnBrk="1">
                        <a:lnSpc>
                          <a:spcPct val="150000"/>
                        </a:lnSpc>
                      </a:pPr>
                      <a:endParaRPr lang="en-US" altLang="ko-KR"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r h="0">
                <a:tc>
                  <a:txBody>
                    <a:bodyPr/>
                    <a:lstStyle/>
                    <a:p>
                      <a:pPr latinLnBrk="1"/>
                      <a:r>
                        <a:rPr lang="ko-KR" altLang="en-US" sz="800" dirty="0" err="1">
                          <a:solidFill>
                            <a:schemeClr val="tx1"/>
                          </a:solidFill>
                        </a:rPr>
                        <a:t>택배사</a:t>
                      </a:r>
                      <a:endParaRPr lang="ko-KR" altLang="en-US" sz="800"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03615924"/>
                  </a:ext>
                </a:extLst>
              </a:tr>
              <a:tr h="0">
                <a:tc>
                  <a:txBody>
                    <a:bodyPr/>
                    <a:lstStyle/>
                    <a:p>
                      <a:pPr latinLnBrk="1"/>
                      <a:r>
                        <a:rPr lang="ko-KR" altLang="en-US" sz="800" dirty="0">
                          <a:solidFill>
                            <a:schemeClr val="tx1"/>
                          </a:solidFill>
                        </a:rPr>
                        <a:t>송장번호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88659254"/>
                  </a:ext>
                </a:extLst>
              </a:tr>
            </a:tbl>
          </a:graphicData>
        </a:graphic>
      </p:graphicFrame>
      <p:sp>
        <p:nvSpPr>
          <p:cNvPr id="28" name="TextBox 27">
            <a:extLst>
              <a:ext uri="{FF2B5EF4-FFF2-40B4-BE49-F238E27FC236}">
                <a16:creationId xmlns:a16="http://schemas.microsoft.com/office/drawing/2014/main" id="{61BBA9C9-0D35-4D2C-8B6A-E683110FA746}"/>
              </a:ext>
            </a:extLst>
          </p:cNvPr>
          <p:cNvSpPr txBox="1"/>
          <p:nvPr/>
        </p:nvSpPr>
        <p:spPr>
          <a:xfrm>
            <a:off x="4304445" y="4501080"/>
            <a:ext cx="80182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발주정보</a:t>
            </a:r>
            <a:endParaRPr lang="ko-KR" altLang="en-US" sz="900" dirty="0"/>
          </a:p>
        </p:txBody>
      </p:sp>
      <p:sp>
        <p:nvSpPr>
          <p:cNvPr id="29" name="직사각형 28">
            <a:extLst>
              <a:ext uri="{FF2B5EF4-FFF2-40B4-BE49-F238E27FC236}">
                <a16:creationId xmlns:a16="http://schemas.microsoft.com/office/drawing/2014/main" id="{4B5009A3-010A-4F2B-BB8F-7BB94C9BC31D}"/>
              </a:ext>
            </a:extLst>
          </p:cNvPr>
          <p:cNvSpPr/>
          <p:nvPr/>
        </p:nvSpPr>
        <p:spPr>
          <a:xfrm>
            <a:off x="5512673" y="4835239"/>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solidFill>
              </a:rPr>
              <a:t>배송중</a:t>
            </a:r>
            <a:r>
              <a:rPr lang="ko-KR" altLang="en-US" sz="800" dirty="0">
                <a:solidFill>
                  <a:schemeClr val="tx1"/>
                </a:solidFill>
              </a:rPr>
              <a:t>                        ▼</a:t>
            </a:r>
            <a:endParaRPr lang="en-US" altLang="ko-KR" sz="800" dirty="0">
              <a:solidFill>
                <a:schemeClr val="tx1"/>
              </a:solidFill>
            </a:endParaRPr>
          </a:p>
        </p:txBody>
      </p:sp>
      <p:sp>
        <p:nvSpPr>
          <p:cNvPr id="30" name="직사각형 29">
            <a:extLst>
              <a:ext uri="{FF2B5EF4-FFF2-40B4-BE49-F238E27FC236}">
                <a16:creationId xmlns:a16="http://schemas.microsoft.com/office/drawing/2014/main" id="{8DB00F82-6C68-4112-9BF3-0C19FFD32B22}"/>
              </a:ext>
            </a:extLst>
          </p:cNvPr>
          <p:cNvSpPr/>
          <p:nvPr/>
        </p:nvSpPr>
        <p:spPr>
          <a:xfrm>
            <a:off x="6413623" y="5309031"/>
            <a:ext cx="968906" cy="162090"/>
          </a:xfrm>
          <a:prstGeom prst="rect">
            <a:avLst/>
          </a:prstGeom>
          <a:solidFill>
            <a:schemeClr val="tx1"/>
          </a:solidFill>
          <a:ln w="63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우편번호찾기</a:t>
            </a:r>
            <a:endParaRPr lang="ko-KR" altLang="en-US" sz="800" dirty="0">
              <a:solidFill>
                <a:schemeClr val="bg1"/>
              </a:solidFill>
            </a:endParaRPr>
          </a:p>
        </p:txBody>
      </p:sp>
      <p:sp>
        <p:nvSpPr>
          <p:cNvPr id="31" name="직사각형 30">
            <a:extLst>
              <a:ext uri="{FF2B5EF4-FFF2-40B4-BE49-F238E27FC236}">
                <a16:creationId xmlns:a16="http://schemas.microsoft.com/office/drawing/2014/main" id="{1C2D6624-A1FA-46E0-9FF9-8C54009AC500}"/>
              </a:ext>
            </a:extLst>
          </p:cNvPr>
          <p:cNvSpPr/>
          <p:nvPr/>
        </p:nvSpPr>
        <p:spPr>
          <a:xfrm>
            <a:off x="5512673" y="5316007"/>
            <a:ext cx="854065"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우편번호</a:t>
            </a:r>
          </a:p>
        </p:txBody>
      </p:sp>
      <p:sp>
        <p:nvSpPr>
          <p:cNvPr id="32" name="직사각형 31">
            <a:extLst>
              <a:ext uri="{FF2B5EF4-FFF2-40B4-BE49-F238E27FC236}">
                <a16:creationId xmlns:a16="http://schemas.microsoft.com/office/drawing/2014/main" id="{F3F2E633-4E2B-4612-8EBF-623E23A56F56}"/>
              </a:ext>
            </a:extLst>
          </p:cNvPr>
          <p:cNvSpPr/>
          <p:nvPr/>
        </p:nvSpPr>
        <p:spPr>
          <a:xfrm>
            <a:off x="5512674" y="5524475"/>
            <a:ext cx="2268726" cy="148138"/>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주소</a:t>
            </a:r>
          </a:p>
        </p:txBody>
      </p:sp>
      <p:sp>
        <p:nvSpPr>
          <p:cNvPr id="33" name="직사각형 32">
            <a:extLst>
              <a:ext uri="{FF2B5EF4-FFF2-40B4-BE49-F238E27FC236}">
                <a16:creationId xmlns:a16="http://schemas.microsoft.com/office/drawing/2014/main" id="{6F5CDE61-7E8B-4CB8-8A57-00F27C139C09}"/>
              </a:ext>
            </a:extLst>
          </p:cNvPr>
          <p:cNvSpPr/>
          <p:nvPr/>
        </p:nvSpPr>
        <p:spPr>
          <a:xfrm>
            <a:off x="5512674" y="5725679"/>
            <a:ext cx="2268726" cy="147136"/>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상세 주소 </a:t>
            </a:r>
          </a:p>
        </p:txBody>
      </p:sp>
      <p:sp>
        <p:nvSpPr>
          <p:cNvPr id="34" name="직사각형 33">
            <a:extLst>
              <a:ext uri="{FF2B5EF4-FFF2-40B4-BE49-F238E27FC236}">
                <a16:creationId xmlns:a16="http://schemas.microsoft.com/office/drawing/2014/main" id="{26AA20EF-1BAF-422C-A92D-4DD3D8FA432A}"/>
              </a:ext>
            </a:extLst>
          </p:cNvPr>
          <p:cNvSpPr/>
          <p:nvPr/>
        </p:nvSpPr>
        <p:spPr>
          <a:xfrm>
            <a:off x="5512673" y="6066268"/>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err="1">
                <a:solidFill>
                  <a:schemeClr val="tx1"/>
                </a:solidFill>
              </a:rPr>
              <a:t>배송중</a:t>
            </a:r>
            <a:r>
              <a:rPr lang="ko-KR" altLang="en-US" sz="800" dirty="0">
                <a:solidFill>
                  <a:schemeClr val="tx1"/>
                </a:solidFill>
              </a:rPr>
              <a:t>                        ▼</a:t>
            </a:r>
            <a:endParaRPr lang="en-US" altLang="ko-KR" sz="800" dirty="0">
              <a:solidFill>
                <a:schemeClr val="tx1"/>
              </a:solidFill>
            </a:endParaRPr>
          </a:p>
        </p:txBody>
      </p:sp>
      <p:sp>
        <p:nvSpPr>
          <p:cNvPr id="35" name="직사각형 34">
            <a:extLst>
              <a:ext uri="{FF2B5EF4-FFF2-40B4-BE49-F238E27FC236}">
                <a16:creationId xmlns:a16="http://schemas.microsoft.com/office/drawing/2014/main" id="{9DF45E97-3057-4064-8F96-B1084D5D59D0}"/>
              </a:ext>
            </a:extLst>
          </p:cNvPr>
          <p:cNvSpPr/>
          <p:nvPr/>
        </p:nvSpPr>
        <p:spPr>
          <a:xfrm>
            <a:off x="5512673" y="6272274"/>
            <a:ext cx="2268726" cy="147136"/>
          </a:xfrm>
          <a:prstGeom prst="rect">
            <a:avLst/>
          </a:prstGeom>
          <a:solidFill>
            <a:schemeClr val="bg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65000"/>
                  </a:schemeClr>
                </a:solidFill>
              </a:rPr>
              <a:t>송장번호 </a:t>
            </a:r>
          </a:p>
        </p:txBody>
      </p:sp>
      <p:sp>
        <p:nvSpPr>
          <p:cNvPr id="36" name="직사각형 35">
            <a:extLst>
              <a:ext uri="{FF2B5EF4-FFF2-40B4-BE49-F238E27FC236}">
                <a16:creationId xmlns:a16="http://schemas.microsoft.com/office/drawing/2014/main" id="{1C9F78C7-EF23-40FE-8122-FE368B3C0BB6}"/>
              </a:ext>
            </a:extLst>
          </p:cNvPr>
          <p:cNvSpPr/>
          <p:nvPr/>
        </p:nvSpPr>
        <p:spPr>
          <a:xfrm>
            <a:off x="5495488" y="6790616"/>
            <a:ext cx="747061" cy="213360"/>
          </a:xfrm>
          <a:prstGeom prst="rect">
            <a:avLst/>
          </a:prstGeom>
          <a:solidFill>
            <a:schemeClr val="accent5">
              <a:lumMod val="75000"/>
            </a:schemeClr>
          </a:solidFill>
          <a:ln w="6350">
            <a:solidFill>
              <a:schemeClr val="accent5">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solidFill>
                  <a:schemeClr val="bg1"/>
                </a:solidFill>
              </a:rPr>
              <a:t>정보수정</a:t>
            </a:r>
            <a:endParaRPr lang="en-US" altLang="ko-KR" sz="800" b="1" dirty="0">
              <a:solidFill>
                <a:schemeClr val="bg1"/>
              </a:solidFill>
            </a:endParaRPr>
          </a:p>
        </p:txBody>
      </p:sp>
      <p:cxnSp>
        <p:nvCxnSpPr>
          <p:cNvPr id="37" name="직선 화살표 연결선 36">
            <a:extLst>
              <a:ext uri="{FF2B5EF4-FFF2-40B4-BE49-F238E27FC236}">
                <a16:creationId xmlns:a16="http://schemas.microsoft.com/office/drawing/2014/main" id="{93A86F63-20C7-4724-BE7C-3A23A73574E6}"/>
              </a:ext>
            </a:extLst>
          </p:cNvPr>
          <p:cNvCxnSpPr>
            <a:cxnSpLocks/>
            <a:stCxn id="2" idx="2"/>
          </p:cNvCxnSpPr>
          <p:nvPr/>
        </p:nvCxnSpPr>
        <p:spPr>
          <a:xfrm flipH="1">
            <a:off x="7864707" y="4326057"/>
            <a:ext cx="901785"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38" name="직선 화살표 연결선 37">
            <a:extLst>
              <a:ext uri="{FF2B5EF4-FFF2-40B4-BE49-F238E27FC236}">
                <a16:creationId xmlns:a16="http://schemas.microsoft.com/office/drawing/2014/main" id="{4824EE95-3532-4977-8B2C-4537F4BD3F7E}"/>
              </a:ext>
            </a:extLst>
          </p:cNvPr>
          <p:cNvCxnSpPr>
            <a:cxnSpLocks/>
            <a:stCxn id="39" idx="2"/>
          </p:cNvCxnSpPr>
          <p:nvPr/>
        </p:nvCxnSpPr>
        <p:spPr>
          <a:xfrm flipH="1" flipV="1">
            <a:off x="3491011" y="3429000"/>
            <a:ext cx="4862861" cy="19238"/>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39" name="타원 38">
            <a:extLst>
              <a:ext uri="{FF2B5EF4-FFF2-40B4-BE49-F238E27FC236}">
                <a16:creationId xmlns:a16="http://schemas.microsoft.com/office/drawing/2014/main" id="{E43C8D83-C0DF-45CC-BF6C-1EA8687E58BA}"/>
              </a:ext>
            </a:extLst>
          </p:cNvPr>
          <p:cNvSpPr/>
          <p:nvPr/>
        </p:nvSpPr>
        <p:spPr>
          <a:xfrm>
            <a:off x="8353872" y="3283201"/>
            <a:ext cx="567878" cy="330074"/>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40" name="표 39">
            <a:extLst>
              <a:ext uri="{FF2B5EF4-FFF2-40B4-BE49-F238E27FC236}">
                <a16:creationId xmlns:a16="http://schemas.microsoft.com/office/drawing/2014/main" id="{E4D0C23D-D0B1-4E40-B592-CC8B00252D5B}"/>
              </a:ext>
            </a:extLst>
          </p:cNvPr>
          <p:cNvGraphicFramePr>
            <a:graphicFrameLocks noGrp="1"/>
          </p:cNvGraphicFramePr>
          <p:nvPr>
            <p:extLst>
              <p:ext uri="{D42A27DB-BD31-4B8C-83A1-F6EECF244321}">
                <p14:modId xmlns:p14="http://schemas.microsoft.com/office/powerpoint/2010/main" val="3747012286"/>
              </p:ext>
            </p:extLst>
          </p:nvPr>
        </p:nvGraphicFramePr>
        <p:xfrm>
          <a:off x="10171774" y="22159"/>
          <a:ext cx="1979018" cy="20279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RF-04</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RF-04-02-02-1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발주 관리</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발주 관리 </a:t>
                      </a:r>
                      <a:r>
                        <a:rPr lang="en-US" altLang="ko-KR" sz="800" dirty="0"/>
                        <a:t>&gt; </a:t>
                      </a:r>
                      <a:r>
                        <a:rPr lang="ko-KR" altLang="en-US" sz="800" dirty="0"/>
                        <a:t>발주 완료</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발주 정보 상세 화면 생성</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발주 정보 수정 화면 생성</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배송이 되기 전까지 정보를 수정할 수 있다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
        <p:nvSpPr>
          <p:cNvPr id="41" name="TextBox 40">
            <a:extLst>
              <a:ext uri="{FF2B5EF4-FFF2-40B4-BE49-F238E27FC236}">
                <a16:creationId xmlns:a16="http://schemas.microsoft.com/office/drawing/2014/main" id="{E02DE55E-81E1-480D-8FDC-10F55949EE8A}"/>
              </a:ext>
            </a:extLst>
          </p:cNvPr>
          <p:cNvSpPr txBox="1"/>
          <p:nvPr/>
        </p:nvSpPr>
        <p:spPr>
          <a:xfrm>
            <a:off x="8353264" y="3168732"/>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42" name="TextBox 41">
            <a:extLst>
              <a:ext uri="{FF2B5EF4-FFF2-40B4-BE49-F238E27FC236}">
                <a16:creationId xmlns:a16="http://schemas.microsoft.com/office/drawing/2014/main" id="{E02DE55E-81E1-480D-8FDC-10F55949EE8A}"/>
              </a:ext>
            </a:extLst>
          </p:cNvPr>
          <p:cNvSpPr txBox="1"/>
          <p:nvPr/>
        </p:nvSpPr>
        <p:spPr>
          <a:xfrm>
            <a:off x="9206710" y="4183084"/>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Tree>
    <p:extLst>
      <p:ext uri="{BB962C8B-B14F-4D97-AF65-F5344CB8AC3E}">
        <p14:creationId xmlns:p14="http://schemas.microsoft.com/office/powerpoint/2010/main" val="1362965164"/>
      </p:ext>
    </p:extLst>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AF65388C-6A62-43B7-ADF5-C99E7888655D}"/>
              </a:ext>
            </a:extLst>
          </p:cNvPr>
          <p:cNvSpPr/>
          <p:nvPr/>
        </p:nvSpPr>
        <p:spPr>
          <a:xfrm>
            <a:off x="0" y="2734176"/>
            <a:ext cx="12191999" cy="138964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3000" b="1" dirty="0">
                <a:solidFill>
                  <a:schemeClr val="bg1"/>
                </a:solidFill>
                <a:latin typeface="+mj-ea"/>
                <a:ea typeface="+mj-ea"/>
              </a:rPr>
              <a:t>전체관리자</a:t>
            </a:r>
          </a:p>
        </p:txBody>
      </p:sp>
      <p:sp>
        <p:nvSpPr>
          <p:cNvPr id="3" name="TextBox 2">
            <a:extLst>
              <a:ext uri="{FF2B5EF4-FFF2-40B4-BE49-F238E27FC236}">
                <a16:creationId xmlns:a16="http://schemas.microsoft.com/office/drawing/2014/main" id="{E682F762-CD21-490A-9C51-B5F54E94A972}"/>
              </a:ext>
            </a:extLst>
          </p:cNvPr>
          <p:cNvSpPr txBox="1"/>
          <p:nvPr/>
        </p:nvSpPr>
        <p:spPr>
          <a:xfrm>
            <a:off x="5733560" y="4211052"/>
            <a:ext cx="724878" cy="338554"/>
          </a:xfrm>
          <a:prstGeom prst="rect">
            <a:avLst/>
          </a:prstGeom>
          <a:noFill/>
        </p:spPr>
        <p:txBody>
          <a:bodyPr wrap="none" rtlCol="0">
            <a:spAutoFit/>
          </a:bodyPr>
          <a:lstStyle/>
          <a:p>
            <a:r>
              <a:rPr lang="en-US" altLang="ko-KR" sz="1600" dirty="0"/>
              <a:t>RF-05</a:t>
            </a:r>
            <a:endParaRPr lang="ko-KR" altLang="en-US" sz="1600" dirty="0"/>
          </a:p>
        </p:txBody>
      </p:sp>
    </p:spTree>
    <p:extLst>
      <p:ext uri="{BB962C8B-B14F-4D97-AF65-F5344CB8AC3E}">
        <p14:creationId xmlns:p14="http://schemas.microsoft.com/office/powerpoint/2010/main" val="1362363620"/>
      </p:ext>
    </p:extLst>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6">
            <a:extLst>
              <a:ext uri="{FF2B5EF4-FFF2-40B4-BE49-F238E27FC236}">
                <a16:creationId xmlns:a16="http://schemas.microsoft.com/office/drawing/2014/main" id="{AD96F85C-C04C-42AF-AAFA-ACFC196A42B7}"/>
              </a:ext>
            </a:extLst>
          </p:cNvPr>
          <p:cNvGraphicFramePr>
            <a:graphicFrameLocks noGrp="1"/>
          </p:cNvGraphicFramePr>
          <p:nvPr>
            <p:extLst>
              <p:ext uri="{D42A27DB-BD31-4B8C-83A1-F6EECF244321}">
                <p14:modId xmlns:p14="http://schemas.microsoft.com/office/powerpoint/2010/main" val="1303852912"/>
              </p:ext>
            </p:extLst>
          </p:nvPr>
        </p:nvGraphicFramePr>
        <p:xfrm>
          <a:off x="1363133" y="787177"/>
          <a:ext cx="8128000" cy="5494352"/>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b="1" dirty="0">
                          <a:solidFill>
                            <a:schemeClr val="tx1"/>
                          </a:solidFill>
                        </a:rPr>
                        <a:t>●  로그인</a:t>
                      </a:r>
                      <a:endParaRPr lang="ko-KR" altLang="en-US" sz="1800" b="0" dirty="0">
                        <a:solidFill>
                          <a:schemeClr val="bg1">
                            <a:lumMod val="75000"/>
                          </a:schemeClr>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b="0" dirty="0">
                        <a:solidFill>
                          <a:schemeClr val="bg1">
                            <a:lumMod val="75000"/>
                          </a:schemeClr>
                        </a:solidFill>
                      </a:endParaRPr>
                    </a:p>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2287536122"/>
      </p:ext>
    </p:extLst>
  </p:cSld>
  <p:clrMapOvr>
    <a:masterClrMapping/>
  </p:clrMapOvr>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FA0FA10D-F6C2-4EDD-B713-DF1C85EF735E}"/>
              </a:ext>
            </a:extLst>
          </p:cNvPr>
          <p:cNvSpPr/>
          <p:nvPr/>
        </p:nvSpPr>
        <p:spPr>
          <a:xfrm>
            <a:off x="135467" y="118533"/>
            <a:ext cx="9897533" cy="6451600"/>
          </a:xfrm>
          <a:prstGeom prst="rect">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 name="직사각형 2">
            <a:extLst>
              <a:ext uri="{FF2B5EF4-FFF2-40B4-BE49-F238E27FC236}">
                <a16:creationId xmlns:a16="http://schemas.microsoft.com/office/drawing/2014/main" id="{B278D9DC-C1A4-46F5-B62F-2BE69435EB8D}"/>
              </a:ext>
            </a:extLst>
          </p:cNvPr>
          <p:cNvSpPr/>
          <p:nvPr/>
        </p:nvSpPr>
        <p:spPr>
          <a:xfrm>
            <a:off x="3530652" y="2774384"/>
            <a:ext cx="3116430" cy="297800"/>
          </a:xfrm>
          <a:prstGeom prst="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ID </a:t>
            </a:r>
            <a:r>
              <a:rPr lang="ko-KR" altLang="en-US" sz="800" dirty="0">
                <a:solidFill>
                  <a:schemeClr val="tx1">
                    <a:lumMod val="50000"/>
                    <a:lumOff val="50000"/>
                  </a:schemeClr>
                </a:solidFill>
              </a:rPr>
              <a:t>를 입력 해 주세요</a:t>
            </a:r>
            <a:endParaRPr lang="ko-KR" altLang="en-US" dirty="0">
              <a:solidFill>
                <a:schemeClr val="tx1">
                  <a:lumMod val="50000"/>
                  <a:lumOff val="50000"/>
                </a:schemeClr>
              </a:solidFill>
            </a:endParaRPr>
          </a:p>
        </p:txBody>
      </p:sp>
      <p:sp>
        <p:nvSpPr>
          <p:cNvPr id="4" name="직사각형 3">
            <a:extLst>
              <a:ext uri="{FF2B5EF4-FFF2-40B4-BE49-F238E27FC236}">
                <a16:creationId xmlns:a16="http://schemas.microsoft.com/office/drawing/2014/main" id="{4C694BA9-18A0-48A4-A050-3086ED94AA42}"/>
              </a:ext>
            </a:extLst>
          </p:cNvPr>
          <p:cNvSpPr/>
          <p:nvPr/>
        </p:nvSpPr>
        <p:spPr>
          <a:xfrm>
            <a:off x="3530652" y="3152529"/>
            <a:ext cx="3116430" cy="264124"/>
          </a:xfrm>
          <a:prstGeom prst="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lumMod val="50000"/>
                    <a:lumOff val="50000"/>
                  </a:schemeClr>
                </a:solidFill>
              </a:rPr>
              <a:t>PW </a:t>
            </a:r>
            <a:r>
              <a:rPr lang="ko-KR" altLang="en-US" sz="800" dirty="0">
                <a:solidFill>
                  <a:schemeClr val="tx1">
                    <a:lumMod val="50000"/>
                    <a:lumOff val="50000"/>
                  </a:schemeClr>
                </a:solidFill>
              </a:rPr>
              <a:t>를 입력 해 주세요</a:t>
            </a:r>
          </a:p>
        </p:txBody>
      </p:sp>
      <p:sp>
        <p:nvSpPr>
          <p:cNvPr id="5" name="직사각형 4">
            <a:extLst>
              <a:ext uri="{FF2B5EF4-FFF2-40B4-BE49-F238E27FC236}">
                <a16:creationId xmlns:a16="http://schemas.microsoft.com/office/drawing/2014/main" id="{E6FA89D4-B116-43F7-9444-6DADA7039F3D}"/>
              </a:ext>
            </a:extLst>
          </p:cNvPr>
          <p:cNvSpPr/>
          <p:nvPr/>
        </p:nvSpPr>
        <p:spPr>
          <a:xfrm>
            <a:off x="3530652" y="3741177"/>
            <a:ext cx="3116430" cy="303290"/>
          </a:xfrm>
          <a:prstGeom prst="rect">
            <a:avLst/>
          </a:prstGeom>
          <a:solidFill>
            <a:schemeClr val="tx1">
              <a:lumMod val="50000"/>
              <a:lumOff val="50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t>LOGIN</a:t>
            </a:r>
            <a:endParaRPr lang="ko-KR" altLang="en-US" sz="1000" dirty="0"/>
          </a:p>
        </p:txBody>
      </p:sp>
      <p:sp>
        <p:nvSpPr>
          <p:cNvPr id="6" name="TextBox 5">
            <a:extLst>
              <a:ext uri="{FF2B5EF4-FFF2-40B4-BE49-F238E27FC236}">
                <a16:creationId xmlns:a16="http://schemas.microsoft.com/office/drawing/2014/main" id="{8637F8DC-AB4C-4DEB-85EB-A37C9BBF4FC1}"/>
              </a:ext>
            </a:extLst>
          </p:cNvPr>
          <p:cNvSpPr txBox="1"/>
          <p:nvPr/>
        </p:nvSpPr>
        <p:spPr>
          <a:xfrm>
            <a:off x="3439923" y="3475922"/>
            <a:ext cx="889987" cy="230832"/>
          </a:xfrm>
          <a:prstGeom prst="rect">
            <a:avLst/>
          </a:prstGeom>
          <a:noFill/>
        </p:spPr>
        <p:txBody>
          <a:bodyPr wrap="none" rtlCol="0">
            <a:spAutoFit/>
          </a:bodyPr>
          <a:lstStyle/>
          <a:p>
            <a:r>
              <a:rPr lang="ko-KR" altLang="en-US" sz="900" dirty="0"/>
              <a:t>□ </a:t>
            </a:r>
            <a:r>
              <a:rPr lang="ko-KR" altLang="en-US" sz="800" dirty="0"/>
              <a:t>아이디 저장</a:t>
            </a:r>
          </a:p>
        </p:txBody>
      </p:sp>
      <p:grpSp>
        <p:nvGrpSpPr>
          <p:cNvPr id="7" name="그룹 6">
            <a:extLst>
              <a:ext uri="{FF2B5EF4-FFF2-40B4-BE49-F238E27FC236}">
                <a16:creationId xmlns:a16="http://schemas.microsoft.com/office/drawing/2014/main" id="{D385AC12-5C2A-4904-BB8F-96C75B106B2F}"/>
              </a:ext>
            </a:extLst>
          </p:cNvPr>
          <p:cNvGrpSpPr/>
          <p:nvPr/>
        </p:nvGrpSpPr>
        <p:grpSpPr>
          <a:xfrm>
            <a:off x="4000339" y="2056841"/>
            <a:ext cx="2177055" cy="523240"/>
            <a:chOff x="2843808" y="1955121"/>
            <a:chExt cx="1674813" cy="596970"/>
          </a:xfrm>
          <a:solidFill>
            <a:schemeClr val="bg1">
              <a:lumMod val="95000"/>
            </a:schemeClr>
          </a:solidFill>
        </p:grpSpPr>
        <p:sp>
          <p:nvSpPr>
            <p:cNvPr id="8" name="Border">
              <a:extLst>
                <a:ext uri="{FF2B5EF4-FFF2-40B4-BE49-F238E27FC236}">
                  <a16:creationId xmlns:a16="http://schemas.microsoft.com/office/drawing/2014/main" id="{303895E0-7E95-4B75-B068-0E413DE7C803}"/>
                </a:ext>
              </a:extLst>
            </p:cNvPr>
            <p:cNvSpPr>
              <a:spLocks/>
            </p:cNvSpPr>
            <p:nvPr/>
          </p:nvSpPr>
          <p:spPr bwMode="auto">
            <a:xfrm>
              <a:off x="2843808" y="1955121"/>
              <a:ext cx="1674813" cy="596970"/>
            </a:xfrm>
            <a:prstGeom prst="rect">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Line 2">
              <a:extLst>
                <a:ext uri="{FF2B5EF4-FFF2-40B4-BE49-F238E27FC236}">
                  <a16:creationId xmlns:a16="http://schemas.microsoft.com/office/drawing/2014/main" id="{EBFC166E-2D16-497E-B8D5-7F5BE0D83720}"/>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0" name="Line 1">
              <a:extLst>
                <a:ext uri="{FF2B5EF4-FFF2-40B4-BE49-F238E27FC236}">
                  <a16:creationId xmlns:a16="http://schemas.microsoft.com/office/drawing/2014/main" id="{5367AC0C-860F-4A77-8439-415F3A17E3B3}"/>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grp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1" name="TextBox 10">
              <a:extLst>
                <a:ext uri="{FF2B5EF4-FFF2-40B4-BE49-F238E27FC236}">
                  <a16:creationId xmlns:a16="http://schemas.microsoft.com/office/drawing/2014/main" id="{AFD8B2E9-E41E-453A-91B6-43973DCCBAC4}"/>
                </a:ext>
              </a:extLst>
            </p:cNvPr>
            <p:cNvSpPr txBox="1"/>
            <p:nvPr/>
          </p:nvSpPr>
          <p:spPr>
            <a:xfrm>
              <a:off x="3265165" y="2147588"/>
              <a:ext cx="832099" cy="263359"/>
            </a:xfrm>
            <a:prstGeom prst="rect">
              <a:avLst/>
            </a:prstGeom>
            <a:solidFill>
              <a:schemeClr val="bg1"/>
            </a:solidFill>
            <a:ln>
              <a:noFill/>
            </a:ln>
          </p:spPr>
          <p:txBody>
            <a:bodyPr wrap="square" rtlCol="0">
              <a:spAutoFit/>
            </a:bodyPr>
            <a:lstStyle/>
            <a:p>
              <a:pPr algn="ctr"/>
              <a:r>
                <a:rPr lang="ko-KR" altLang="en-US" sz="900">
                  <a:solidFill>
                    <a:schemeClr val="tx1">
                      <a:lumMod val="50000"/>
                      <a:lumOff val="50000"/>
                    </a:schemeClr>
                  </a:solidFill>
                </a:rPr>
                <a:t>미구마켓 </a:t>
              </a:r>
              <a:r>
                <a:rPr lang="ko-KR" altLang="en-US" sz="900" dirty="0">
                  <a:solidFill>
                    <a:schemeClr val="tx1">
                      <a:lumMod val="50000"/>
                      <a:lumOff val="50000"/>
                    </a:schemeClr>
                  </a:solidFill>
                </a:rPr>
                <a:t>로고</a:t>
              </a:r>
            </a:p>
          </p:txBody>
        </p:sp>
      </p:grpSp>
      <p:graphicFrame>
        <p:nvGraphicFramePr>
          <p:cNvPr id="12" name="표 11">
            <a:extLst>
              <a:ext uri="{FF2B5EF4-FFF2-40B4-BE49-F238E27FC236}">
                <a16:creationId xmlns:a16="http://schemas.microsoft.com/office/drawing/2014/main" id="{1D900B93-3D42-44F7-A154-39EE972DEDF2}"/>
              </a:ext>
            </a:extLst>
          </p:cNvPr>
          <p:cNvGraphicFramePr>
            <a:graphicFrameLocks noGrp="1"/>
          </p:cNvGraphicFramePr>
          <p:nvPr>
            <p:extLst>
              <p:ext uri="{D42A27DB-BD31-4B8C-83A1-F6EECF244321}">
                <p14:modId xmlns:p14="http://schemas.microsoft.com/office/powerpoint/2010/main" val="2095540104"/>
              </p:ext>
            </p:extLst>
          </p:nvPr>
        </p:nvGraphicFramePr>
        <p:xfrm>
          <a:off x="10171774" y="22159"/>
          <a:ext cx="1979018" cy="2271792"/>
        </p:xfrm>
        <a:graphic>
          <a:graphicData uri="http://schemas.openxmlformats.org/drawingml/2006/table">
            <a:tbl>
              <a:tblPr firstRow="1" bandRow="1">
                <a:tableStyleId>{5940675A-B579-460E-94D1-54222C63F5DA}</a:tableStyleId>
              </a:tblPr>
              <a:tblGrid>
                <a:gridCol w="276240">
                  <a:extLst>
                    <a:ext uri="{9D8B030D-6E8A-4147-A177-3AD203B41FA5}">
                      <a16:colId xmlns:a16="http://schemas.microsoft.com/office/drawing/2014/main" val="2768186151"/>
                    </a:ext>
                  </a:extLst>
                </a:gridCol>
                <a:gridCol w="548849">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RF-05</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RF-05-01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로그인</a:t>
                      </a:r>
                      <a:endParaRPr lang="en-US" altLang="ko-KR" sz="800" dirty="0"/>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로그인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관리자 별도의 주소로 접속합니다</a:t>
                      </a:r>
                      <a:r>
                        <a:rPr lang="en-US" altLang="ko-KR" sz="800" dirty="0"/>
                        <a:t>. </a:t>
                      </a:r>
                      <a:r>
                        <a:rPr lang="ko-KR" altLang="en-US" sz="800" dirty="0"/>
                        <a:t>관리자 정보가 없을 경우 표시되는 로그인 화면입니다</a:t>
                      </a:r>
                      <a:r>
                        <a:rPr lang="en-US" altLang="ko-KR" sz="800" dirty="0"/>
                        <a:t>.</a:t>
                      </a:r>
                      <a:br>
                        <a:rPr lang="en-US" altLang="ko-KR" sz="800" dirty="0"/>
                      </a:br>
                      <a:br>
                        <a:rPr lang="en-US" altLang="ko-KR" sz="800" dirty="0"/>
                      </a:br>
                      <a:r>
                        <a:rPr lang="ko-KR" altLang="en-US" sz="800" dirty="0"/>
                        <a:t>로그인 항목으로 디자인과 코딩소스를 </a:t>
                      </a:r>
                      <a:r>
                        <a:rPr lang="ko-KR" altLang="en-US" sz="800" dirty="0" err="1"/>
                        <a:t>요청드립니다</a:t>
                      </a:r>
                      <a:r>
                        <a:rPr lang="en-US" altLang="ko-KR" sz="800" dirty="0"/>
                        <a:t>.</a:t>
                      </a:r>
                      <a:endParaRPr lang="ko-KR" altLang="en-US" sz="800" dirty="0"/>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096994038"/>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관리자</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아이디 </a:t>
                      </a:r>
                      <a:r>
                        <a:rPr lang="en-US" altLang="ko-KR" sz="800" b="0" dirty="0">
                          <a:solidFill>
                            <a:schemeClr val="tx1"/>
                          </a:solidFill>
                        </a:rPr>
                        <a:t>/ </a:t>
                      </a:r>
                      <a:r>
                        <a:rPr lang="ko-KR" altLang="en-US" sz="800" b="0" dirty="0">
                          <a:solidFill>
                            <a:schemeClr val="tx1"/>
                          </a:solidFill>
                        </a:rPr>
                        <a:t>패스워드 영역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
        <p:nvSpPr>
          <p:cNvPr id="13" name="TextBox 12">
            <a:extLst>
              <a:ext uri="{FF2B5EF4-FFF2-40B4-BE49-F238E27FC236}">
                <a16:creationId xmlns:a16="http://schemas.microsoft.com/office/drawing/2014/main" id="{17D23DA8-DFFF-463E-AE4D-7DB17B92C23E}"/>
              </a:ext>
            </a:extLst>
          </p:cNvPr>
          <p:cNvSpPr txBox="1"/>
          <p:nvPr/>
        </p:nvSpPr>
        <p:spPr>
          <a:xfrm>
            <a:off x="3228630" y="2809575"/>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1677108418"/>
      </p:ext>
    </p:extLst>
  </p:cSld>
  <p:clrMapOvr>
    <a:masterClrMapping/>
  </p:clrMapOvr>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6">
            <a:extLst>
              <a:ext uri="{FF2B5EF4-FFF2-40B4-BE49-F238E27FC236}">
                <a16:creationId xmlns:a16="http://schemas.microsoft.com/office/drawing/2014/main" id="{AD96F85C-C04C-42AF-AAFA-ACFC196A42B7}"/>
              </a:ext>
            </a:extLst>
          </p:cNvPr>
          <p:cNvGraphicFramePr>
            <a:graphicFrameLocks noGrp="1"/>
          </p:cNvGraphicFramePr>
          <p:nvPr>
            <p:extLst>
              <p:ext uri="{D42A27DB-BD31-4B8C-83A1-F6EECF244321}">
                <p14:modId xmlns:p14="http://schemas.microsoft.com/office/powerpoint/2010/main" val="2265521258"/>
              </p:ext>
            </p:extLst>
          </p:nvPr>
        </p:nvGraphicFramePr>
        <p:xfrm>
          <a:off x="1363133" y="787177"/>
          <a:ext cx="8128000" cy="5721958"/>
        </p:xfrm>
        <a:graphic>
          <a:graphicData uri="http://schemas.openxmlformats.org/drawingml/2006/table">
            <a:tbl>
              <a:tblPr firstRow="1" bandRow="1">
                <a:tableStyleId>{2D5ABB26-0587-4C30-8999-92F81FD0307C}</a:tableStyleId>
              </a:tblPr>
              <a:tblGrid>
                <a:gridCol w="4064000">
                  <a:extLst>
                    <a:ext uri="{9D8B030D-6E8A-4147-A177-3AD203B41FA5}">
                      <a16:colId xmlns:a16="http://schemas.microsoft.com/office/drawing/2014/main" val="684090518"/>
                    </a:ext>
                  </a:extLst>
                </a:gridCol>
                <a:gridCol w="4064000">
                  <a:extLst>
                    <a:ext uri="{9D8B030D-6E8A-4147-A177-3AD203B41FA5}">
                      <a16:colId xmlns:a16="http://schemas.microsoft.com/office/drawing/2014/main" val="2543437683"/>
                    </a:ext>
                  </a:extLst>
                </a:gridCol>
              </a:tblGrid>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1597619544"/>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800" b="1" dirty="0">
                          <a:solidFill>
                            <a:schemeClr val="tx1"/>
                          </a:solidFill>
                        </a:rPr>
                        <a:t>●  화면 레이아웃</a:t>
                      </a:r>
                      <a:endParaRPr lang="ko-KR" altLang="en-US" sz="1800" b="0" dirty="0">
                        <a:solidFill>
                          <a:schemeClr val="bg1">
                            <a:lumMod val="75000"/>
                          </a:schemeClr>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b="0" dirty="0">
                        <a:solidFill>
                          <a:schemeClr val="bg1">
                            <a:lumMod val="75000"/>
                          </a:schemeClr>
                        </a:solidFill>
                      </a:endParaRPr>
                    </a:p>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4008812756"/>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970826537"/>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2710490072"/>
                  </a:ext>
                </a:extLst>
              </a:tr>
              <a:tr h="686794">
                <a:tc>
                  <a:txBody>
                    <a:bodyPr/>
                    <a:lstStyle/>
                    <a:p>
                      <a:pPr latinLnBrk="1"/>
                      <a:endParaRPr lang="ko-KR" altLang="en-US" sz="180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649038270"/>
                  </a:ext>
                </a:extLst>
              </a:tr>
              <a:tr h="686794">
                <a:tc>
                  <a:txBody>
                    <a:bodyPr/>
                    <a:lstStyle/>
                    <a:p>
                      <a:pPr latinLnBrk="1"/>
                      <a:endParaRPr lang="ko-KR" altLang="en-US" sz="1800" b="0" dirty="0">
                        <a:solidFill>
                          <a:schemeClr val="bg1">
                            <a:lumMod val="75000"/>
                          </a:schemeClr>
                        </a:solidFill>
                      </a:endParaRPr>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extLst>
                  <a:ext uri="{0D108BD9-81ED-4DB2-BD59-A6C34878D82A}">
                    <a16:rowId xmlns:a16="http://schemas.microsoft.com/office/drawing/2014/main" val="3100643931"/>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281488623"/>
                  </a:ext>
                </a:extLst>
              </a:tr>
              <a:tr h="68679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800" dirty="0"/>
                    </a:p>
                  </a:txBody>
                  <a:tcPr/>
                </a:tc>
                <a:tc>
                  <a:txBody>
                    <a:bodyPr/>
                    <a:lstStyle/>
                    <a:p>
                      <a:pPr latinLnBrk="1"/>
                      <a:endParaRPr lang="ko-KR" altLang="en-US" sz="1800" dirty="0"/>
                    </a:p>
                  </a:txBody>
                  <a:tcPr/>
                </a:tc>
                <a:extLst>
                  <a:ext uri="{0D108BD9-81ED-4DB2-BD59-A6C34878D82A}">
                    <a16:rowId xmlns:a16="http://schemas.microsoft.com/office/drawing/2014/main" val="4292877673"/>
                  </a:ext>
                </a:extLst>
              </a:tr>
            </a:tbl>
          </a:graphicData>
        </a:graphic>
      </p:graphicFrame>
    </p:spTree>
    <p:extLst>
      <p:ext uri="{BB962C8B-B14F-4D97-AF65-F5344CB8AC3E}">
        <p14:creationId xmlns:p14="http://schemas.microsoft.com/office/powerpoint/2010/main" val="2980862476"/>
      </p:ext>
    </p:extLst>
  </p:cSld>
  <p:clrMapOvr>
    <a:masterClrMapping/>
  </p:clrMapOvr>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ABC66F77-5133-4A6D-9BB7-2BA070584C66}"/>
              </a:ext>
            </a:extLst>
          </p:cNvPr>
          <p:cNvSpPr txBox="1"/>
          <p:nvPr/>
        </p:nvSpPr>
        <p:spPr>
          <a:xfrm>
            <a:off x="83044" y="70035"/>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3" name="TextBox 2">
            <a:extLst>
              <a:ext uri="{FF2B5EF4-FFF2-40B4-BE49-F238E27FC236}">
                <a16:creationId xmlns:a16="http://schemas.microsoft.com/office/drawing/2014/main" id="{4C17D52C-4886-4078-80D3-356902FD915F}"/>
              </a:ext>
            </a:extLst>
          </p:cNvPr>
          <p:cNvSpPr txBox="1"/>
          <p:nvPr/>
        </p:nvSpPr>
        <p:spPr>
          <a:xfrm>
            <a:off x="1418172" y="185451"/>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4" name="TextBox 3">
            <a:extLst>
              <a:ext uri="{FF2B5EF4-FFF2-40B4-BE49-F238E27FC236}">
                <a16:creationId xmlns:a16="http://schemas.microsoft.com/office/drawing/2014/main" id="{7BCFC24E-8553-4323-8A6A-63F48BA1E849}"/>
              </a:ext>
            </a:extLst>
          </p:cNvPr>
          <p:cNvSpPr txBox="1"/>
          <p:nvPr/>
        </p:nvSpPr>
        <p:spPr>
          <a:xfrm>
            <a:off x="4340749" y="353361"/>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5" name="TextBox 4">
            <a:extLst>
              <a:ext uri="{FF2B5EF4-FFF2-40B4-BE49-F238E27FC236}">
                <a16:creationId xmlns:a16="http://schemas.microsoft.com/office/drawing/2014/main" id="{EDF49B07-EF3E-4239-9E86-E35584916FF4}"/>
              </a:ext>
            </a:extLst>
          </p:cNvPr>
          <p:cNvSpPr txBox="1"/>
          <p:nvPr/>
        </p:nvSpPr>
        <p:spPr>
          <a:xfrm>
            <a:off x="-84788" y="512294"/>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
        <p:nvSpPr>
          <p:cNvPr id="6" name="TextBox 5">
            <a:extLst>
              <a:ext uri="{FF2B5EF4-FFF2-40B4-BE49-F238E27FC236}">
                <a16:creationId xmlns:a16="http://schemas.microsoft.com/office/drawing/2014/main" id="{0BC10B68-3CE3-46E6-8169-AE5D5FB31BD2}"/>
              </a:ext>
            </a:extLst>
          </p:cNvPr>
          <p:cNvSpPr txBox="1"/>
          <p:nvPr/>
        </p:nvSpPr>
        <p:spPr>
          <a:xfrm>
            <a:off x="954511" y="1150050"/>
            <a:ext cx="251992" cy="230832"/>
          </a:xfrm>
          <a:prstGeom prst="rect">
            <a:avLst/>
          </a:prstGeom>
          <a:solidFill>
            <a:srgbClr val="FF0000"/>
          </a:solidFill>
        </p:spPr>
        <p:txBody>
          <a:bodyPr wrap="none" rtlCol="0">
            <a:spAutoFit/>
          </a:bodyPr>
          <a:lstStyle/>
          <a:p>
            <a:r>
              <a:rPr lang="en-US" altLang="ko-KR" sz="900" b="1" dirty="0">
                <a:solidFill>
                  <a:schemeClr val="bg1"/>
                </a:solidFill>
              </a:rPr>
              <a:t>5</a:t>
            </a:r>
            <a:endParaRPr lang="ko-KR" altLang="en-US" sz="900" b="1" dirty="0">
              <a:solidFill>
                <a:schemeClr val="bg1"/>
              </a:solidFill>
            </a:endParaRPr>
          </a:p>
        </p:txBody>
      </p:sp>
      <p:sp>
        <p:nvSpPr>
          <p:cNvPr id="7" name="TextBox 6">
            <a:extLst>
              <a:ext uri="{FF2B5EF4-FFF2-40B4-BE49-F238E27FC236}">
                <a16:creationId xmlns:a16="http://schemas.microsoft.com/office/drawing/2014/main" id="{9AF5CCF5-BAEB-4DE2-89D6-ADC81C3D9B4F}"/>
              </a:ext>
            </a:extLst>
          </p:cNvPr>
          <p:cNvSpPr txBox="1"/>
          <p:nvPr/>
        </p:nvSpPr>
        <p:spPr>
          <a:xfrm>
            <a:off x="1670164" y="1863338"/>
            <a:ext cx="251992" cy="230832"/>
          </a:xfrm>
          <a:prstGeom prst="rect">
            <a:avLst/>
          </a:prstGeom>
          <a:solidFill>
            <a:srgbClr val="FF0000"/>
          </a:solidFill>
        </p:spPr>
        <p:txBody>
          <a:bodyPr wrap="none" rtlCol="0">
            <a:spAutoFit/>
          </a:bodyPr>
          <a:lstStyle/>
          <a:p>
            <a:r>
              <a:rPr lang="en-US" altLang="ko-KR" sz="900" b="1" dirty="0">
                <a:solidFill>
                  <a:schemeClr val="bg1"/>
                </a:solidFill>
              </a:rPr>
              <a:t>8</a:t>
            </a:r>
            <a:endParaRPr lang="ko-KR" altLang="en-US" sz="900" b="1" dirty="0">
              <a:solidFill>
                <a:schemeClr val="bg1"/>
              </a:solidFill>
            </a:endParaRPr>
          </a:p>
        </p:txBody>
      </p:sp>
      <p:sp>
        <p:nvSpPr>
          <p:cNvPr id="8" name="TextBox 7">
            <a:extLst>
              <a:ext uri="{FF2B5EF4-FFF2-40B4-BE49-F238E27FC236}">
                <a16:creationId xmlns:a16="http://schemas.microsoft.com/office/drawing/2014/main" id="{75372AF1-6229-4D33-8B30-7AC9A8B16595}"/>
              </a:ext>
            </a:extLst>
          </p:cNvPr>
          <p:cNvSpPr txBox="1"/>
          <p:nvPr/>
        </p:nvSpPr>
        <p:spPr>
          <a:xfrm>
            <a:off x="6906420" y="1747922"/>
            <a:ext cx="251992" cy="230832"/>
          </a:xfrm>
          <a:prstGeom prst="rect">
            <a:avLst/>
          </a:prstGeom>
          <a:solidFill>
            <a:srgbClr val="FF0000"/>
          </a:solidFill>
        </p:spPr>
        <p:txBody>
          <a:bodyPr wrap="none" rtlCol="0">
            <a:spAutoFit/>
          </a:bodyPr>
          <a:lstStyle/>
          <a:p>
            <a:r>
              <a:rPr lang="en-US" altLang="ko-KR" sz="900" b="1" dirty="0">
                <a:solidFill>
                  <a:schemeClr val="bg1"/>
                </a:solidFill>
              </a:rPr>
              <a:t>9</a:t>
            </a:r>
            <a:endParaRPr lang="ko-KR" altLang="en-US" sz="900" b="1" dirty="0">
              <a:solidFill>
                <a:schemeClr val="bg1"/>
              </a:solidFill>
            </a:endParaRPr>
          </a:p>
        </p:txBody>
      </p:sp>
      <p:graphicFrame>
        <p:nvGraphicFramePr>
          <p:cNvPr id="9" name="표 8">
            <a:extLst>
              <a:ext uri="{FF2B5EF4-FFF2-40B4-BE49-F238E27FC236}">
                <a16:creationId xmlns:a16="http://schemas.microsoft.com/office/drawing/2014/main" id="{63909CDC-7DFC-415B-97BC-2DDA5701C78C}"/>
              </a:ext>
            </a:extLst>
          </p:cNvPr>
          <p:cNvGraphicFramePr>
            <a:graphicFrameLocks noGrp="1"/>
          </p:cNvGraphicFramePr>
          <p:nvPr>
            <p:extLst>
              <p:ext uri="{D42A27DB-BD31-4B8C-83A1-F6EECF244321}">
                <p14:modId xmlns:p14="http://schemas.microsoft.com/office/powerpoint/2010/main" val="4260549456"/>
              </p:ext>
            </p:extLst>
          </p:nvPr>
        </p:nvGraphicFramePr>
        <p:xfrm>
          <a:off x="10171774" y="22159"/>
          <a:ext cx="1979018" cy="92212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RF-05</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RF-05-02-01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대시보드</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대시보드 구성화면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관리자가 최초 로그인 하면 표시되는 화면 입니다</a:t>
                      </a:r>
                      <a:r>
                        <a:rPr lang="en-US" altLang="ko-KR" sz="800" dirty="0"/>
                        <a:t>.</a:t>
                      </a:r>
                    </a:p>
                    <a:p>
                      <a:pPr algn="l" latinLnBrk="1"/>
                      <a:endParaRPr lang="en-US" altLang="ko-KR" sz="800" dirty="0"/>
                    </a:p>
                    <a:p>
                      <a:pPr algn="l" latinLnBrk="1"/>
                      <a:r>
                        <a:rPr lang="ko-KR" altLang="en-US" sz="800" dirty="0"/>
                        <a:t>대시보드 화면은 각 블록을 구획으로 해서 자유로운 배치가 가능하도록 코딩 부탁드립니다</a:t>
                      </a:r>
                      <a:r>
                        <a:rPr lang="en-US" altLang="ko-KR" sz="800" dirty="0"/>
                        <a:t>. </a:t>
                      </a:r>
                      <a:br>
                        <a:rPr lang="en-US" altLang="ko-KR" sz="800" dirty="0"/>
                      </a:br>
                      <a:r>
                        <a:rPr lang="ko-KR" altLang="en-US" sz="800" dirty="0"/>
                        <a:t>화면은 </a:t>
                      </a:r>
                      <a:r>
                        <a:rPr lang="en-US" altLang="ko-KR" sz="800" dirty="0"/>
                        <a:t>3</a:t>
                      </a:r>
                      <a:r>
                        <a:rPr lang="ko-KR" altLang="en-US" sz="800" dirty="0"/>
                        <a:t>분할로 하고 </a:t>
                      </a:r>
                      <a:br>
                        <a:rPr lang="en-US" altLang="ko-KR" sz="800" dirty="0"/>
                      </a:br>
                      <a:r>
                        <a:rPr lang="en-US" altLang="ko-KR" sz="800" dirty="0"/>
                        <a:t>7</a:t>
                      </a:r>
                      <a:r>
                        <a:rPr lang="ko-KR" altLang="en-US" sz="800" dirty="0"/>
                        <a:t>번 처럼 영역 </a:t>
                      </a:r>
                      <a:r>
                        <a:rPr lang="en-US" altLang="ko-KR" sz="800" dirty="0"/>
                        <a:t>3</a:t>
                      </a:r>
                      <a:r>
                        <a:rPr lang="ko-KR" altLang="en-US" sz="800" dirty="0"/>
                        <a:t>개를 한 영역으로  </a:t>
                      </a:r>
                      <a:br>
                        <a:rPr lang="en-US" altLang="ko-KR" sz="800" dirty="0"/>
                      </a:br>
                      <a:r>
                        <a:rPr lang="en-US" altLang="ko-KR" sz="800" dirty="0"/>
                        <a:t>8</a:t>
                      </a:r>
                      <a:r>
                        <a:rPr lang="ko-KR" altLang="en-US" sz="800" dirty="0"/>
                        <a:t>번 처럼 가로로 이웃한 영역 </a:t>
                      </a:r>
                      <a:r>
                        <a:rPr lang="en-US" altLang="ko-KR" sz="800" dirty="0"/>
                        <a:t>2</a:t>
                      </a:r>
                      <a:r>
                        <a:rPr lang="ko-KR" altLang="en-US" sz="800" dirty="0"/>
                        <a:t>개를 한 영역으로</a:t>
                      </a:r>
                      <a:br>
                        <a:rPr lang="en-US" altLang="ko-KR" sz="800" dirty="0"/>
                      </a:br>
                      <a:r>
                        <a:rPr lang="en-US" altLang="ko-KR" sz="800" dirty="0"/>
                        <a:t>9</a:t>
                      </a:r>
                      <a:r>
                        <a:rPr lang="ko-KR" altLang="en-US" sz="800" dirty="0"/>
                        <a:t>번 처럼 세로로 </a:t>
                      </a:r>
                      <a:r>
                        <a:rPr lang="ko-KR" altLang="en-US" sz="800" dirty="0" err="1"/>
                        <a:t>줄선</a:t>
                      </a:r>
                      <a:r>
                        <a:rPr lang="ko-KR" altLang="en-US" sz="800" dirty="0"/>
                        <a:t> 영역 </a:t>
                      </a:r>
                      <a:r>
                        <a:rPr lang="en-US" altLang="ko-KR" sz="800" dirty="0"/>
                        <a:t>2</a:t>
                      </a:r>
                      <a:r>
                        <a:rPr lang="ko-KR" altLang="en-US" sz="800" dirty="0"/>
                        <a:t>개를 한 영역으로</a:t>
                      </a:r>
                      <a:br>
                        <a:rPr lang="en-US" altLang="ko-KR" sz="800" dirty="0"/>
                      </a:br>
                      <a:r>
                        <a:rPr lang="en-US" altLang="ko-KR" sz="800" dirty="0"/>
                        <a:t>10</a:t>
                      </a:r>
                      <a:r>
                        <a:rPr lang="ko-KR" altLang="en-US" sz="800" dirty="0"/>
                        <a:t>번 처럼 이웃한 </a:t>
                      </a:r>
                      <a:r>
                        <a:rPr lang="en-US" altLang="ko-KR" sz="800" dirty="0"/>
                        <a:t>4</a:t>
                      </a:r>
                      <a:r>
                        <a:rPr lang="ko-KR" altLang="en-US" sz="800" dirty="0"/>
                        <a:t>개를 한 영역으로</a:t>
                      </a:r>
                      <a:endParaRPr lang="en-US" altLang="ko-KR" sz="800" dirty="0"/>
                    </a:p>
                    <a:p>
                      <a:pPr algn="l" latinLnBrk="1"/>
                      <a:r>
                        <a:rPr lang="en-US" altLang="ko-KR" sz="800" dirty="0"/>
                        <a:t>11</a:t>
                      </a:r>
                      <a:r>
                        <a:rPr lang="ko-KR" altLang="en-US" sz="800" dirty="0"/>
                        <a:t>번 처럼 </a:t>
                      </a:r>
                      <a:r>
                        <a:rPr lang="en-US" altLang="ko-KR" sz="800" dirty="0"/>
                        <a:t>1</a:t>
                      </a:r>
                      <a:r>
                        <a:rPr lang="ko-KR" altLang="en-US" sz="800" dirty="0"/>
                        <a:t>개의 영역을 한 영역으로 사용할 수 있도록 </a:t>
                      </a:r>
                      <a:r>
                        <a:rPr lang="en-US" altLang="ko-KR" sz="800" dirty="0"/>
                        <a:t>class </a:t>
                      </a:r>
                      <a:r>
                        <a:rPr lang="ko-KR" altLang="en-US" sz="800" dirty="0"/>
                        <a:t>로 만들어서 유연하게 이용할 수 있게 </a:t>
                      </a:r>
                      <a:r>
                        <a:rPr lang="ko-KR" altLang="en-US" sz="800" dirty="0" err="1"/>
                        <a:t>요청드립니다</a:t>
                      </a:r>
                      <a:r>
                        <a:rPr lang="en-US" altLang="ko-KR" sz="800" dirty="0"/>
                        <a:t>.</a:t>
                      </a:r>
                    </a:p>
                    <a:p>
                      <a:pPr algn="l" latinLnBrk="1"/>
                      <a:endParaRPr lang="ko-KR" altLang="en-US" sz="800" dirty="0"/>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45340364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미구마켓 로고영역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GNB </a:t>
                      </a:r>
                      <a:r>
                        <a:rPr lang="ko-KR" altLang="en-US" sz="800" b="0" dirty="0">
                          <a:solidFill>
                            <a:schemeClr val="tx1"/>
                          </a:solidFill>
                        </a:rPr>
                        <a:t>영역 </a:t>
                      </a:r>
                      <a:r>
                        <a:rPr lang="en-US" altLang="ko-KR" sz="800" b="0" dirty="0">
                          <a:solidFill>
                            <a:schemeClr val="tx1"/>
                          </a:solidFill>
                        </a:rPr>
                        <a:t>/ </a:t>
                      </a:r>
                      <a:r>
                        <a:rPr lang="ko-KR" altLang="en-US" sz="800" b="0" dirty="0" err="1">
                          <a:solidFill>
                            <a:schemeClr val="tx1"/>
                          </a:solidFill>
                        </a:rPr>
                        <a:t>대메뉴</a:t>
                      </a:r>
                      <a:r>
                        <a:rPr lang="ko-KR" altLang="en-US" sz="800" b="0" dirty="0">
                          <a:solidFill>
                            <a:schemeClr val="tx1"/>
                          </a:solidFill>
                        </a:rPr>
                        <a:t> </a:t>
                      </a:r>
                      <a:r>
                        <a:rPr lang="en-US" altLang="ko-KR" sz="800" b="0" dirty="0">
                          <a:solidFill>
                            <a:schemeClr val="tx1"/>
                          </a:solidFill>
                        </a:rPr>
                        <a:t>(1</a:t>
                      </a:r>
                      <a:r>
                        <a:rPr lang="ko-KR" altLang="en-US" sz="800" b="0" dirty="0" err="1">
                          <a:solidFill>
                            <a:schemeClr val="tx1"/>
                          </a:solidFill>
                        </a:rPr>
                        <a:t>차메뉴</a:t>
                      </a:r>
                      <a:r>
                        <a:rPr lang="en-US" altLang="ko-KR" sz="800" b="0" dirty="0">
                          <a:solidFill>
                            <a:schemeClr val="tx1"/>
                          </a:solidFill>
                        </a:rPr>
                        <a:t>) </a:t>
                      </a:r>
                      <a:r>
                        <a:rPr lang="ko-KR" altLang="en-US" sz="800" b="0" dirty="0">
                          <a:solidFill>
                            <a:schemeClr val="tx1"/>
                          </a:solidFill>
                        </a:rPr>
                        <a:t>입니다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대메뉴가 선택되었을 경우에는 </a:t>
                      </a:r>
                      <a:r>
                        <a:rPr lang="ko-KR" altLang="en-US" sz="800" b="0" dirty="0" err="1">
                          <a:solidFill>
                            <a:schemeClr val="tx1"/>
                          </a:solidFill>
                        </a:rPr>
                        <a:t>색반전등</a:t>
                      </a:r>
                      <a:r>
                        <a:rPr lang="ko-KR" altLang="en-US" sz="800" b="0" dirty="0">
                          <a:solidFill>
                            <a:schemeClr val="tx1"/>
                          </a:solidFill>
                        </a:rPr>
                        <a:t> 다른 표시가 있어서 현재 메뉴버튼이 선택된 상태인 것을 </a:t>
                      </a:r>
                      <a:r>
                        <a:rPr lang="ko-KR" altLang="en-US" sz="800" b="0" dirty="0" err="1">
                          <a:solidFill>
                            <a:schemeClr val="tx1"/>
                          </a:solidFill>
                        </a:rPr>
                        <a:t>확인시켜주시기</a:t>
                      </a:r>
                      <a:r>
                        <a:rPr lang="ko-KR" altLang="en-US" sz="800" b="0" dirty="0">
                          <a:solidFill>
                            <a:schemeClr val="tx1"/>
                          </a:solidFill>
                        </a:rPr>
                        <a:t> 바랍니다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대메뉴가 메뉴명이 길어지거나 메뉴의 숫자가 많아서 화면 영역 밖으로 벗어날 수 있으니 이럴 경우 좌우로 스크롤 하여 메뉴를 끝까지 다 선택할 수 있도록 </a:t>
                      </a:r>
                      <a:r>
                        <a:rPr lang="ko-KR" altLang="en-US" sz="800" b="0" dirty="0" err="1">
                          <a:solidFill>
                            <a:schemeClr val="tx1"/>
                          </a:solidFill>
                        </a:rPr>
                        <a:t>요청드립니다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algn="l" latinLnBrk="1"/>
                      <a:r>
                        <a:rPr lang="en-US" altLang="ko-KR" sz="800" b="0" dirty="0">
                          <a:solidFill>
                            <a:schemeClr val="tx1"/>
                          </a:solidFill>
                        </a:rPr>
                        <a:t>LNB </a:t>
                      </a:r>
                      <a:r>
                        <a:rPr lang="ko-KR" altLang="en-US" sz="800" b="0" dirty="0">
                          <a:solidFill>
                            <a:schemeClr val="tx1"/>
                          </a:solidFill>
                        </a:rPr>
                        <a:t>영역으로 대메뉴가 선택되었을 때</a:t>
                      </a:r>
                      <a:r>
                        <a:rPr lang="en-US" altLang="ko-KR" sz="800" b="0" dirty="0">
                          <a:solidFill>
                            <a:schemeClr val="tx1"/>
                          </a:solidFill>
                        </a:rPr>
                        <a:t>, </a:t>
                      </a:r>
                      <a:r>
                        <a:rPr lang="ko-KR" altLang="en-US" sz="800" b="0" dirty="0">
                          <a:solidFill>
                            <a:schemeClr val="tx1"/>
                          </a:solidFill>
                        </a:rPr>
                        <a:t>그 메뉴의 하위 메뉴 </a:t>
                      </a:r>
                      <a:r>
                        <a:rPr lang="en-US" altLang="ko-KR" sz="800" b="0" dirty="0">
                          <a:solidFill>
                            <a:schemeClr val="tx1"/>
                          </a:solidFill>
                        </a:rPr>
                        <a:t>(</a:t>
                      </a:r>
                      <a:r>
                        <a:rPr lang="ko-KR" altLang="en-US" sz="800" b="0" dirty="0" err="1">
                          <a:solidFill>
                            <a:schemeClr val="tx1"/>
                          </a:solidFill>
                        </a:rPr>
                        <a:t>중메뉴</a:t>
                      </a:r>
                      <a:r>
                        <a:rPr lang="en-US" altLang="ko-KR" sz="800" b="0" dirty="0">
                          <a:solidFill>
                            <a:schemeClr val="tx1"/>
                          </a:solidFill>
                        </a:rPr>
                        <a:t>) </a:t>
                      </a:r>
                      <a:r>
                        <a:rPr lang="ko-KR" altLang="en-US" sz="800" b="0" dirty="0">
                          <a:solidFill>
                            <a:schemeClr val="tx1"/>
                          </a:solidFill>
                        </a:rPr>
                        <a:t>가 표시되는 영역입니다</a:t>
                      </a:r>
                      <a:r>
                        <a:rPr lang="en-US" altLang="ko-KR" sz="800" b="0" dirty="0">
                          <a:solidFill>
                            <a:schemeClr val="tx1"/>
                          </a:solidFill>
                        </a:rPr>
                        <a:t>.</a:t>
                      </a:r>
                    </a:p>
                    <a:p>
                      <a:pPr algn="l" latinLnBrk="1"/>
                      <a:endParaRPr lang="en-US" altLang="ko-KR" sz="800" b="0" dirty="0">
                        <a:solidFill>
                          <a:schemeClr val="tx1"/>
                        </a:solidFill>
                      </a:endParaRPr>
                    </a:p>
                    <a:p>
                      <a:pPr algn="l" latinLnBrk="1"/>
                      <a:r>
                        <a:rPr lang="ko-KR" altLang="en-US" sz="800" b="0" dirty="0">
                          <a:solidFill>
                            <a:schemeClr val="tx1"/>
                          </a:solidFill>
                        </a:rPr>
                        <a:t>선택된 메뉴는 배경과 메뉴명에 강조를 두어서 현재 선택되어 있다는 것을 </a:t>
                      </a:r>
                      <a:r>
                        <a:rPr lang="ko-KR" altLang="en-US" sz="800" b="0" dirty="0" err="1">
                          <a:solidFill>
                            <a:schemeClr val="tx1"/>
                          </a:solidFill>
                        </a:rPr>
                        <a:t>알수</a:t>
                      </a:r>
                      <a:r>
                        <a:rPr lang="ko-KR" altLang="en-US" sz="800" b="0" dirty="0">
                          <a:solidFill>
                            <a:schemeClr val="tx1"/>
                          </a:solidFill>
                        </a:rPr>
                        <a:t> 있게 표현 부탁드립니다</a:t>
                      </a:r>
                      <a:r>
                        <a:rPr lang="en-US" altLang="ko-KR" sz="800" b="0" dirty="0">
                          <a:solidFill>
                            <a:schemeClr val="tx1"/>
                          </a:solidFill>
                        </a:rPr>
                        <a:t>.</a:t>
                      </a:r>
                      <a:br>
                        <a:rPr lang="en-US" altLang="ko-KR" sz="800" b="0" dirty="0">
                          <a:solidFill>
                            <a:schemeClr val="tx1"/>
                          </a:solidFill>
                        </a:rPr>
                      </a:br>
                      <a:br>
                        <a:rPr lang="en-US" altLang="ko-KR" sz="800" b="0" dirty="0">
                          <a:solidFill>
                            <a:schemeClr val="tx1"/>
                          </a:solidFill>
                        </a:rPr>
                      </a:br>
                      <a:r>
                        <a:rPr lang="ko-KR" altLang="en-US" sz="800" b="0" dirty="0">
                          <a:solidFill>
                            <a:schemeClr val="tx1"/>
                          </a:solidFill>
                        </a:rPr>
                        <a:t>또한 액션 역시 하위메뉴가 없을 경우에는 </a:t>
                      </a:r>
                      <a:r>
                        <a:rPr lang="ko-KR" altLang="en-US" sz="800" b="0" dirty="0" err="1">
                          <a:solidFill>
                            <a:schemeClr val="tx1"/>
                          </a:solidFill>
                        </a:rPr>
                        <a:t>클릭시</a:t>
                      </a:r>
                      <a:r>
                        <a:rPr lang="ko-KR" altLang="en-US" sz="800" b="0" dirty="0">
                          <a:solidFill>
                            <a:schemeClr val="tx1"/>
                          </a:solidFill>
                        </a:rPr>
                        <a:t> 바로 이동하는 것과 하위메뉴가 있을 경우 </a:t>
                      </a:r>
                      <a:r>
                        <a:rPr lang="ko-KR" altLang="en-US" sz="800" b="0" dirty="0" err="1">
                          <a:solidFill>
                            <a:schemeClr val="tx1"/>
                          </a:solidFill>
                        </a:rPr>
                        <a:t>클릭시</a:t>
                      </a:r>
                      <a:r>
                        <a:rPr lang="ko-KR" altLang="en-US" sz="800" b="0" dirty="0">
                          <a:solidFill>
                            <a:schemeClr val="tx1"/>
                          </a:solidFill>
                        </a:rPr>
                        <a:t> 하위메뉴 열리는 액션으로 </a:t>
                      </a:r>
                      <a:r>
                        <a:rPr lang="ko-KR" altLang="en-US" sz="800" b="0" dirty="0" err="1">
                          <a:solidFill>
                            <a:schemeClr val="tx1"/>
                          </a:solidFill>
                        </a:rPr>
                        <a:t>나뉘주시기</a:t>
                      </a:r>
                      <a:r>
                        <a:rPr lang="ko-KR" altLang="en-US" sz="800" b="0" dirty="0">
                          <a:solidFill>
                            <a:schemeClr val="tx1"/>
                          </a:solidFill>
                        </a:rPr>
                        <a:t> 바랍니다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82562567"/>
                  </a:ext>
                </a:extLst>
              </a:tr>
              <a:tr h="140746">
                <a:tc>
                  <a:txBody>
                    <a:bodyPr/>
                    <a:lstStyle/>
                    <a:p>
                      <a:pPr algn="ctr" latinLnBrk="1"/>
                      <a:r>
                        <a:rPr lang="en-US" altLang="ko-KR" sz="800" dirty="0"/>
                        <a:t>5</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중메뉴에 하위메뉴가 있는 경우 하위메뉴가 보이는 액션을 </a:t>
                      </a:r>
                      <a:r>
                        <a:rPr lang="ko-KR" altLang="en-US" sz="800" b="0" dirty="0" err="1">
                          <a:solidFill>
                            <a:schemeClr val="tx1"/>
                          </a:solidFill>
                        </a:rPr>
                        <a:t>요청드립니다</a:t>
                      </a:r>
                      <a:r>
                        <a:rPr lang="ko-KR" altLang="en-US" sz="800" b="0" dirty="0">
                          <a:solidFill>
                            <a:schemeClr val="tx1"/>
                          </a:solidFill>
                        </a:rPr>
                        <a:t> </a:t>
                      </a:r>
                      <a:r>
                        <a:rPr lang="en-US" altLang="ko-KR" sz="800" b="0" dirty="0">
                          <a:solidFill>
                            <a:schemeClr val="tx1"/>
                          </a:solidFill>
                        </a:rPr>
                        <a:t>( </a:t>
                      </a:r>
                      <a:r>
                        <a:rPr lang="ko-KR" altLang="en-US" sz="800" b="0" dirty="0">
                          <a:solidFill>
                            <a:schemeClr val="tx1"/>
                          </a:solidFill>
                        </a:rPr>
                        <a:t>아코디언 액션 등 </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14038199"/>
                  </a:ext>
                </a:extLst>
              </a:tr>
              <a:tr h="140746">
                <a:tc>
                  <a:txBody>
                    <a:bodyPr/>
                    <a:lstStyle/>
                    <a:p>
                      <a:pPr algn="ctr" latinLnBrk="1"/>
                      <a:r>
                        <a:rPr lang="en-US" altLang="ko-KR" sz="800" dirty="0"/>
                        <a:t>6</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바로가기 메뉴입니다</a:t>
                      </a:r>
                      <a:r>
                        <a:rPr lang="en-US" altLang="ko-KR" sz="800" b="0" dirty="0">
                          <a:solidFill>
                            <a:schemeClr val="tx1"/>
                          </a:solidFill>
                        </a:rPr>
                        <a:t>. </a:t>
                      </a:r>
                      <a:r>
                        <a:rPr lang="ko-KR" altLang="en-US" sz="800" b="0" dirty="0">
                          <a:solidFill>
                            <a:schemeClr val="tx1"/>
                          </a:solidFill>
                        </a:rPr>
                        <a:t>최고 </a:t>
                      </a:r>
                      <a:r>
                        <a:rPr lang="en-US" altLang="ko-KR" sz="800" b="0" dirty="0">
                          <a:solidFill>
                            <a:schemeClr val="tx1"/>
                          </a:solidFill>
                        </a:rPr>
                        <a:t>10</a:t>
                      </a:r>
                      <a:r>
                        <a:rPr lang="ko-KR" altLang="en-US" sz="800" b="0" dirty="0">
                          <a:solidFill>
                            <a:schemeClr val="tx1"/>
                          </a:solidFill>
                        </a:rPr>
                        <a:t>개로 정하려 합니다</a:t>
                      </a:r>
                      <a:r>
                        <a:rPr lang="en-US" altLang="ko-KR" sz="800" b="0" dirty="0">
                          <a:solidFill>
                            <a:schemeClr val="tx1"/>
                          </a:solidFill>
                        </a:rPr>
                        <a:t>. </a:t>
                      </a:r>
                      <a:r>
                        <a:rPr lang="ko-KR" altLang="en-US" sz="800" b="0" dirty="0">
                          <a:solidFill>
                            <a:schemeClr val="tx1"/>
                          </a:solidFill>
                        </a:rPr>
                        <a:t>배너버튼 형태로 구성 부탁드립니다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441871921"/>
                  </a:ext>
                </a:extLst>
              </a:tr>
              <a:tr h="140746">
                <a:tc>
                  <a:txBody>
                    <a:bodyPr/>
                    <a:lstStyle/>
                    <a:p>
                      <a:pPr algn="ctr" latinLnBrk="1"/>
                      <a:r>
                        <a:rPr lang="en-US" altLang="ko-KR" sz="800" dirty="0"/>
                        <a:t>7</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운영중인 판매채널의 모든 주문상태를 표시합니다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1187602"/>
                  </a:ext>
                </a:extLst>
              </a:tr>
              <a:tr h="140746">
                <a:tc>
                  <a:txBody>
                    <a:bodyPr/>
                    <a:lstStyle/>
                    <a:p>
                      <a:pPr algn="ctr" latinLnBrk="1"/>
                      <a:r>
                        <a:rPr lang="en-US" altLang="ko-KR" sz="800" dirty="0"/>
                        <a:t>8</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구글차트에서 지원하는 그래프를 이용하여 표시할 예정</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245855019"/>
                  </a:ext>
                </a:extLst>
              </a:tr>
              <a:tr h="140746">
                <a:tc>
                  <a:txBody>
                    <a:bodyPr/>
                    <a:lstStyle/>
                    <a:p>
                      <a:pPr algn="ctr" latinLnBrk="1"/>
                      <a:r>
                        <a:rPr lang="en-US" altLang="ko-KR" sz="800" dirty="0"/>
                        <a:t>9</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현황을 리스트로 표현</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475538560"/>
                  </a:ext>
                </a:extLst>
              </a:tr>
            </a:tbl>
          </a:graphicData>
        </a:graphic>
      </p:graphicFrame>
      <p:sp>
        <p:nvSpPr>
          <p:cNvPr id="10" name="TextBox 9">
            <a:extLst>
              <a:ext uri="{FF2B5EF4-FFF2-40B4-BE49-F238E27FC236}">
                <a16:creationId xmlns:a16="http://schemas.microsoft.com/office/drawing/2014/main" id="{6B973E43-6457-4DEA-A4CE-DDDBD0506D7B}"/>
              </a:ext>
            </a:extLst>
          </p:cNvPr>
          <p:cNvSpPr txBox="1"/>
          <p:nvPr/>
        </p:nvSpPr>
        <p:spPr>
          <a:xfrm>
            <a:off x="-84788" y="2724513"/>
            <a:ext cx="251992" cy="230832"/>
          </a:xfrm>
          <a:prstGeom prst="rect">
            <a:avLst/>
          </a:prstGeom>
          <a:solidFill>
            <a:srgbClr val="FF0000"/>
          </a:solidFill>
        </p:spPr>
        <p:txBody>
          <a:bodyPr wrap="none" rtlCol="0">
            <a:spAutoFit/>
          </a:bodyPr>
          <a:lstStyle/>
          <a:p>
            <a:r>
              <a:rPr lang="en-US" altLang="ko-KR" sz="900" b="1" dirty="0">
                <a:solidFill>
                  <a:schemeClr val="bg1"/>
                </a:solidFill>
              </a:rPr>
              <a:t>6</a:t>
            </a:r>
            <a:endParaRPr lang="ko-KR" altLang="en-US" sz="900" b="1" dirty="0">
              <a:solidFill>
                <a:schemeClr val="bg1"/>
              </a:solidFill>
            </a:endParaRPr>
          </a:p>
        </p:txBody>
      </p:sp>
      <p:sp>
        <p:nvSpPr>
          <p:cNvPr id="11" name="TextBox 10">
            <a:extLst>
              <a:ext uri="{FF2B5EF4-FFF2-40B4-BE49-F238E27FC236}">
                <a16:creationId xmlns:a16="http://schemas.microsoft.com/office/drawing/2014/main" id="{CE14F77B-2A19-4DC3-94FD-FDE6A1506072}"/>
              </a:ext>
            </a:extLst>
          </p:cNvPr>
          <p:cNvSpPr txBox="1"/>
          <p:nvPr/>
        </p:nvSpPr>
        <p:spPr>
          <a:xfrm>
            <a:off x="1474774" y="724479"/>
            <a:ext cx="251992" cy="230832"/>
          </a:xfrm>
          <a:prstGeom prst="rect">
            <a:avLst/>
          </a:prstGeom>
          <a:solidFill>
            <a:srgbClr val="FF0000"/>
          </a:solidFill>
        </p:spPr>
        <p:txBody>
          <a:bodyPr wrap="square" rtlCol="0">
            <a:spAutoFit/>
          </a:bodyPr>
          <a:lstStyle/>
          <a:p>
            <a:r>
              <a:rPr lang="en-US" altLang="ko-KR" sz="900" b="1" dirty="0">
                <a:solidFill>
                  <a:schemeClr val="bg1"/>
                </a:solidFill>
              </a:rPr>
              <a:t>7</a:t>
            </a:r>
            <a:endParaRPr lang="ko-KR" altLang="en-US" sz="900" b="1" dirty="0">
              <a:solidFill>
                <a:schemeClr val="bg1"/>
              </a:solidFill>
            </a:endParaRPr>
          </a:p>
        </p:txBody>
      </p:sp>
      <p:sp>
        <p:nvSpPr>
          <p:cNvPr id="12" name="TextBox 11">
            <a:extLst>
              <a:ext uri="{FF2B5EF4-FFF2-40B4-BE49-F238E27FC236}">
                <a16:creationId xmlns:a16="http://schemas.microsoft.com/office/drawing/2014/main" id="{54FA61C3-7BC9-424D-A01A-1655135CCC4F}"/>
              </a:ext>
            </a:extLst>
          </p:cNvPr>
          <p:cNvSpPr txBox="1"/>
          <p:nvPr/>
        </p:nvSpPr>
        <p:spPr>
          <a:xfrm>
            <a:off x="1670164" y="4179498"/>
            <a:ext cx="319318" cy="230832"/>
          </a:xfrm>
          <a:prstGeom prst="rect">
            <a:avLst/>
          </a:prstGeom>
          <a:solidFill>
            <a:srgbClr val="FF0000"/>
          </a:solidFill>
        </p:spPr>
        <p:txBody>
          <a:bodyPr wrap="none" rtlCol="0">
            <a:spAutoFit/>
          </a:bodyPr>
          <a:lstStyle/>
          <a:p>
            <a:r>
              <a:rPr lang="en-US" altLang="ko-KR" sz="900" b="1" dirty="0">
                <a:solidFill>
                  <a:schemeClr val="bg1"/>
                </a:solidFill>
              </a:rPr>
              <a:t>10</a:t>
            </a:r>
            <a:endParaRPr lang="ko-KR" altLang="en-US" sz="900" b="1" dirty="0">
              <a:solidFill>
                <a:schemeClr val="bg1"/>
              </a:solidFill>
            </a:endParaRPr>
          </a:p>
        </p:txBody>
      </p:sp>
      <p:sp>
        <p:nvSpPr>
          <p:cNvPr id="13" name="TextBox 12">
            <a:extLst>
              <a:ext uri="{FF2B5EF4-FFF2-40B4-BE49-F238E27FC236}">
                <a16:creationId xmlns:a16="http://schemas.microsoft.com/office/drawing/2014/main" id="{EE5930FB-4E0B-46C2-9FA9-D7A4807633D2}"/>
              </a:ext>
            </a:extLst>
          </p:cNvPr>
          <p:cNvSpPr txBox="1"/>
          <p:nvPr/>
        </p:nvSpPr>
        <p:spPr>
          <a:xfrm>
            <a:off x="6950780" y="6576955"/>
            <a:ext cx="319318" cy="230832"/>
          </a:xfrm>
          <a:prstGeom prst="rect">
            <a:avLst/>
          </a:prstGeom>
          <a:solidFill>
            <a:srgbClr val="FF0000"/>
          </a:solidFill>
        </p:spPr>
        <p:txBody>
          <a:bodyPr wrap="none" rtlCol="0">
            <a:spAutoFit/>
          </a:bodyPr>
          <a:lstStyle/>
          <a:p>
            <a:r>
              <a:rPr lang="en-US" altLang="ko-KR" sz="900" b="1" dirty="0">
                <a:solidFill>
                  <a:schemeClr val="bg1"/>
                </a:solidFill>
              </a:rPr>
              <a:t>11</a:t>
            </a:r>
            <a:endParaRPr lang="ko-KR" altLang="en-US" sz="900" b="1" dirty="0">
              <a:solidFill>
                <a:schemeClr val="bg1"/>
              </a:solidFill>
            </a:endParaRPr>
          </a:p>
        </p:txBody>
      </p:sp>
    </p:spTree>
    <p:extLst>
      <p:ext uri="{BB962C8B-B14F-4D97-AF65-F5344CB8AC3E}">
        <p14:creationId xmlns:p14="http://schemas.microsoft.com/office/powerpoint/2010/main" val="118183656"/>
      </p:ext>
    </p:extLst>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1E3DAE7A-EA84-4D6D-8910-24B2D529C433}"/>
              </a:ext>
            </a:extLst>
          </p:cNvPr>
          <p:cNvGraphicFramePr>
            <a:graphicFrameLocks noGrp="1"/>
          </p:cNvGraphicFramePr>
          <p:nvPr>
            <p:extLst>
              <p:ext uri="{D42A27DB-BD31-4B8C-83A1-F6EECF244321}">
                <p14:modId xmlns:p14="http://schemas.microsoft.com/office/powerpoint/2010/main" val="4075159815"/>
              </p:ext>
            </p:extLst>
          </p:nvPr>
        </p:nvGraphicFramePr>
        <p:xfrm>
          <a:off x="10171774" y="22159"/>
          <a:ext cx="1979018" cy="474067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RF-05</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RF-05-02-02</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디자인 패턴</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웹페이지 </a:t>
                      </a:r>
                      <a:endParaRPr lang="en-US" altLang="ko-KR" sz="800" dirty="0"/>
                    </a:p>
                    <a:p>
                      <a:pPr algn="l" latinLnBrk="1"/>
                      <a:r>
                        <a:rPr lang="en-US" altLang="ko-KR" sz="800" dirty="0"/>
                        <a:t>- </a:t>
                      </a:r>
                      <a:r>
                        <a:rPr lang="ko-KR" altLang="en-US" sz="800" dirty="0"/>
                        <a:t>일반 리스트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관리자 페이지의 웹페이지의 기본적인 리스트 페이지 입니다</a:t>
                      </a:r>
                      <a:r>
                        <a:rPr lang="en-US" altLang="ko-KR" sz="800" dirty="0"/>
                        <a:t>.</a:t>
                      </a:r>
                      <a:br>
                        <a:rPr lang="en-US" altLang="ko-KR" sz="800" dirty="0"/>
                      </a:br>
                      <a:br>
                        <a:rPr lang="en-US" altLang="ko-KR" sz="800" dirty="0"/>
                      </a:br>
                      <a:r>
                        <a:rPr lang="ko-KR" altLang="en-US" sz="800" dirty="0"/>
                        <a:t>해당 패턴들을 가지고 조합하여 각 페이지들을 구성하겠습니다</a:t>
                      </a:r>
                      <a:r>
                        <a:rPr lang="en-US" altLang="ko-KR" sz="800" dirty="0"/>
                        <a:t>.</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45340364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메인 타이틀 </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검색 영역의 화면 패턴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검색 메뉴의 버튼 패턴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8702436"/>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리스트의 카운터 패턴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82562567"/>
                  </a:ext>
                </a:extLst>
              </a:tr>
              <a:tr h="140746">
                <a:tc>
                  <a:txBody>
                    <a:bodyPr/>
                    <a:lstStyle/>
                    <a:p>
                      <a:pPr algn="ctr" latinLnBrk="1"/>
                      <a:r>
                        <a:rPr lang="en-US" altLang="ko-KR" sz="800" dirty="0"/>
                        <a:t>5</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리스트 패턴</a:t>
                      </a:r>
                      <a:br>
                        <a:rPr lang="en-US" altLang="ko-KR" sz="800" b="0" dirty="0">
                          <a:solidFill>
                            <a:schemeClr val="tx1"/>
                          </a:solidFill>
                        </a:rPr>
                      </a:br>
                      <a:r>
                        <a:rPr lang="ko-KR" altLang="en-US" sz="800" b="0" dirty="0">
                          <a:solidFill>
                            <a:schemeClr val="tx1"/>
                          </a:solidFill>
                        </a:rPr>
                        <a:t>패턴을 이용하여 칸수를 자유롭게 증가시켜서 화면을 만들 예정입니다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14038199"/>
                  </a:ext>
                </a:extLst>
              </a:tr>
              <a:tr h="140746">
                <a:tc>
                  <a:txBody>
                    <a:bodyPr/>
                    <a:lstStyle/>
                    <a:p>
                      <a:pPr algn="ctr" latinLnBrk="1"/>
                      <a:r>
                        <a:rPr lang="en-US" altLang="ko-KR" sz="800" dirty="0"/>
                        <a:t>6</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목록 체크박스</a:t>
                      </a:r>
                      <a:endParaRPr lang="en-US" altLang="ko-KR" sz="800" b="0" dirty="0">
                        <a:solidFill>
                          <a:schemeClr val="tx1"/>
                        </a:solidFill>
                      </a:endParaRPr>
                    </a:p>
                    <a:p>
                      <a:pPr algn="l" latinLnBrk="1"/>
                      <a:endParaRPr lang="en-US" altLang="ko-KR" sz="800" b="0" dirty="0">
                        <a:solidFill>
                          <a:schemeClr val="tx1"/>
                        </a:solidFill>
                      </a:endParaRPr>
                    </a:p>
                    <a:p>
                      <a:pPr algn="l" latinLnBrk="1"/>
                      <a:r>
                        <a:rPr lang="ko-KR" altLang="en-US" sz="800" b="0" dirty="0">
                          <a:solidFill>
                            <a:schemeClr val="tx1"/>
                          </a:solidFill>
                        </a:rPr>
                        <a:t>타이틀 쪽 체크박스를 클릭하면 리스트 쪽의 체크가 전체 체크되는 패턴 입니다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441871921"/>
                  </a:ext>
                </a:extLst>
              </a:tr>
              <a:tr h="140746">
                <a:tc>
                  <a:txBody>
                    <a:bodyPr/>
                    <a:lstStyle/>
                    <a:p>
                      <a:pPr algn="ctr" latinLnBrk="1"/>
                      <a:r>
                        <a:rPr lang="en-US" altLang="ko-KR" sz="800" dirty="0"/>
                        <a:t>7</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리스트 하단에 목록 체크된 것을 처리하는 컨트롤 영역입니다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631187602"/>
                  </a:ext>
                </a:extLst>
              </a:tr>
              <a:tr h="140746">
                <a:tc>
                  <a:txBody>
                    <a:bodyPr/>
                    <a:lstStyle/>
                    <a:p>
                      <a:pPr algn="ctr" latinLnBrk="1"/>
                      <a:r>
                        <a:rPr lang="en-US" altLang="ko-KR" sz="800" dirty="0"/>
                        <a:t>8</a:t>
                      </a:r>
                      <a:endParaRPr lang="ko-KR" altLang="en-US" sz="800" dirty="0"/>
                    </a:p>
                  </a:txBody>
                  <a:tcPr anchor="ctr">
                    <a:solidFill>
                      <a:schemeClr val="bg1">
                        <a:lumMod val="85000"/>
                      </a:schemeClr>
                    </a:solidFill>
                  </a:tcPr>
                </a:tc>
                <a:tc gridSpan="2">
                  <a:txBody>
                    <a:bodyPr/>
                    <a:lstStyle/>
                    <a:p>
                      <a:pPr algn="l" latinLnBrk="1"/>
                      <a:r>
                        <a:rPr lang="ko-KR" altLang="en-US" sz="800" b="0" dirty="0">
                          <a:solidFill>
                            <a:schemeClr val="tx1"/>
                          </a:solidFill>
                        </a:rPr>
                        <a:t>페이지 분할 영역</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245855019"/>
                  </a:ext>
                </a:extLst>
              </a:tr>
            </a:tbl>
          </a:graphicData>
        </a:graphic>
      </p:graphicFrame>
      <p:sp>
        <p:nvSpPr>
          <p:cNvPr id="3" name="TextBox 2">
            <a:extLst>
              <a:ext uri="{FF2B5EF4-FFF2-40B4-BE49-F238E27FC236}">
                <a16:creationId xmlns:a16="http://schemas.microsoft.com/office/drawing/2014/main" id="{964FDA90-1890-4878-939C-192A8B462A76}"/>
              </a:ext>
            </a:extLst>
          </p:cNvPr>
          <p:cNvSpPr txBox="1"/>
          <p:nvPr/>
        </p:nvSpPr>
        <p:spPr>
          <a:xfrm>
            <a:off x="1810362" y="770772"/>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4" name="TextBox 3">
            <a:extLst>
              <a:ext uri="{FF2B5EF4-FFF2-40B4-BE49-F238E27FC236}">
                <a16:creationId xmlns:a16="http://schemas.microsoft.com/office/drawing/2014/main" id="{AE2B4F78-ECFA-4FCE-8D5C-CDB8F9017835}"/>
              </a:ext>
            </a:extLst>
          </p:cNvPr>
          <p:cNvSpPr txBox="1"/>
          <p:nvPr/>
        </p:nvSpPr>
        <p:spPr>
          <a:xfrm>
            <a:off x="1512144" y="1174872"/>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5" name="TextBox 4">
            <a:extLst>
              <a:ext uri="{FF2B5EF4-FFF2-40B4-BE49-F238E27FC236}">
                <a16:creationId xmlns:a16="http://schemas.microsoft.com/office/drawing/2014/main" id="{06C84CA7-0BFE-45F2-8748-972C46AC5FA6}"/>
              </a:ext>
            </a:extLst>
          </p:cNvPr>
          <p:cNvSpPr txBox="1"/>
          <p:nvPr/>
        </p:nvSpPr>
        <p:spPr>
          <a:xfrm>
            <a:off x="4233522" y="2182130"/>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6" name="TextBox 5">
            <a:extLst>
              <a:ext uri="{FF2B5EF4-FFF2-40B4-BE49-F238E27FC236}">
                <a16:creationId xmlns:a16="http://schemas.microsoft.com/office/drawing/2014/main" id="{3CB391AF-5626-4ADA-9835-5DBDA69B46CD}"/>
              </a:ext>
            </a:extLst>
          </p:cNvPr>
          <p:cNvSpPr txBox="1"/>
          <p:nvPr/>
        </p:nvSpPr>
        <p:spPr>
          <a:xfrm>
            <a:off x="2442630" y="2890954"/>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
        <p:nvSpPr>
          <p:cNvPr id="7" name="TextBox 6">
            <a:extLst>
              <a:ext uri="{FF2B5EF4-FFF2-40B4-BE49-F238E27FC236}">
                <a16:creationId xmlns:a16="http://schemas.microsoft.com/office/drawing/2014/main" id="{9669D241-B0F6-4C8B-8261-7C2AF99660C8}"/>
              </a:ext>
            </a:extLst>
          </p:cNvPr>
          <p:cNvSpPr txBox="1"/>
          <p:nvPr/>
        </p:nvSpPr>
        <p:spPr>
          <a:xfrm>
            <a:off x="5386929" y="4026114"/>
            <a:ext cx="251992" cy="230832"/>
          </a:xfrm>
          <a:prstGeom prst="rect">
            <a:avLst/>
          </a:prstGeom>
          <a:solidFill>
            <a:srgbClr val="FF0000"/>
          </a:solidFill>
        </p:spPr>
        <p:txBody>
          <a:bodyPr wrap="none" rtlCol="0">
            <a:spAutoFit/>
          </a:bodyPr>
          <a:lstStyle/>
          <a:p>
            <a:r>
              <a:rPr lang="en-US" altLang="ko-KR" sz="900" b="1" dirty="0">
                <a:solidFill>
                  <a:schemeClr val="bg1"/>
                </a:solidFill>
              </a:rPr>
              <a:t>5</a:t>
            </a:r>
            <a:endParaRPr lang="ko-KR" altLang="en-US" sz="900" b="1" dirty="0">
              <a:solidFill>
                <a:schemeClr val="bg1"/>
              </a:solidFill>
            </a:endParaRPr>
          </a:p>
        </p:txBody>
      </p:sp>
      <p:sp>
        <p:nvSpPr>
          <p:cNvPr id="8" name="TextBox 7">
            <a:extLst>
              <a:ext uri="{FF2B5EF4-FFF2-40B4-BE49-F238E27FC236}">
                <a16:creationId xmlns:a16="http://schemas.microsoft.com/office/drawing/2014/main" id="{1C3A0B94-F411-4E5D-8EB3-822800430BD2}"/>
              </a:ext>
            </a:extLst>
          </p:cNvPr>
          <p:cNvSpPr txBox="1"/>
          <p:nvPr/>
        </p:nvSpPr>
        <p:spPr>
          <a:xfrm>
            <a:off x="5747132" y="5251572"/>
            <a:ext cx="251992" cy="230832"/>
          </a:xfrm>
          <a:prstGeom prst="rect">
            <a:avLst/>
          </a:prstGeom>
          <a:solidFill>
            <a:srgbClr val="FF0000"/>
          </a:solidFill>
        </p:spPr>
        <p:txBody>
          <a:bodyPr wrap="none" rtlCol="0">
            <a:spAutoFit/>
          </a:bodyPr>
          <a:lstStyle/>
          <a:p>
            <a:r>
              <a:rPr lang="en-US" altLang="ko-KR" sz="900" b="1" dirty="0">
                <a:solidFill>
                  <a:schemeClr val="bg1"/>
                </a:solidFill>
              </a:rPr>
              <a:t>8</a:t>
            </a:r>
            <a:endParaRPr lang="ko-KR" altLang="en-US" sz="900" b="1" dirty="0">
              <a:solidFill>
                <a:schemeClr val="bg1"/>
              </a:solidFill>
            </a:endParaRPr>
          </a:p>
        </p:txBody>
      </p:sp>
      <p:sp>
        <p:nvSpPr>
          <p:cNvPr id="9" name="TextBox 8">
            <a:extLst>
              <a:ext uri="{FF2B5EF4-FFF2-40B4-BE49-F238E27FC236}">
                <a16:creationId xmlns:a16="http://schemas.microsoft.com/office/drawing/2014/main" id="{3BF840C5-DA3C-4BAF-81F0-BD569FE4780D}"/>
              </a:ext>
            </a:extLst>
          </p:cNvPr>
          <p:cNvSpPr txBox="1"/>
          <p:nvPr/>
        </p:nvSpPr>
        <p:spPr>
          <a:xfrm>
            <a:off x="8778518" y="4061465"/>
            <a:ext cx="251992" cy="230832"/>
          </a:xfrm>
          <a:prstGeom prst="rect">
            <a:avLst/>
          </a:prstGeom>
          <a:solidFill>
            <a:srgbClr val="FF0000"/>
          </a:solidFill>
        </p:spPr>
        <p:txBody>
          <a:bodyPr wrap="none" rtlCol="0">
            <a:spAutoFit/>
          </a:bodyPr>
          <a:lstStyle/>
          <a:p>
            <a:r>
              <a:rPr lang="en-US" altLang="ko-KR" sz="900" b="1" dirty="0">
                <a:solidFill>
                  <a:schemeClr val="bg1"/>
                </a:solidFill>
              </a:rPr>
              <a:t>9</a:t>
            </a:r>
            <a:endParaRPr lang="ko-KR" altLang="en-US" sz="900" b="1" dirty="0">
              <a:solidFill>
                <a:schemeClr val="bg1"/>
              </a:solidFill>
            </a:endParaRPr>
          </a:p>
        </p:txBody>
      </p:sp>
      <p:sp>
        <p:nvSpPr>
          <p:cNvPr id="10" name="TextBox 9">
            <a:extLst>
              <a:ext uri="{FF2B5EF4-FFF2-40B4-BE49-F238E27FC236}">
                <a16:creationId xmlns:a16="http://schemas.microsoft.com/office/drawing/2014/main" id="{36DCA1E5-7E14-47FA-9680-C58FEE5B9C3D}"/>
              </a:ext>
            </a:extLst>
          </p:cNvPr>
          <p:cNvSpPr txBox="1"/>
          <p:nvPr/>
        </p:nvSpPr>
        <p:spPr>
          <a:xfrm>
            <a:off x="1322490" y="3669090"/>
            <a:ext cx="251992" cy="230832"/>
          </a:xfrm>
          <a:prstGeom prst="rect">
            <a:avLst/>
          </a:prstGeom>
          <a:solidFill>
            <a:srgbClr val="FF0000"/>
          </a:solidFill>
        </p:spPr>
        <p:txBody>
          <a:bodyPr wrap="none" rtlCol="0">
            <a:spAutoFit/>
          </a:bodyPr>
          <a:lstStyle/>
          <a:p>
            <a:r>
              <a:rPr lang="en-US" altLang="ko-KR" sz="900" b="1" dirty="0">
                <a:solidFill>
                  <a:schemeClr val="bg1"/>
                </a:solidFill>
              </a:rPr>
              <a:t>6</a:t>
            </a:r>
            <a:endParaRPr lang="ko-KR" altLang="en-US" sz="900" b="1" dirty="0">
              <a:solidFill>
                <a:schemeClr val="bg1"/>
              </a:solidFill>
            </a:endParaRPr>
          </a:p>
        </p:txBody>
      </p:sp>
      <p:sp>
        <p:nvSpPr>
          <p:cNvPr id="11" name="TextBox 10">
            <a:extLst>
              <a:ext uri="{FF2B5EF4-FFF2-40B4-BE49-F238E27FC236}">
                <a16:creationId xmlns:a16="http://schemas.microsoft.com/office/drawing/2014/main" id="{0164181C-7A92-4CE6-98AE-3C0D0628EA16}"/>
              </a:ext>
            </a:extLst>
          </p:cNvPr>
          <p:cNvSpPr txBox="1"/>
          <p:nvPr/>
        </p:nvSpPr>
        <p:spPr>
          <a:xfrm>
            <a:off x="2410298" y="5151396"/>
            <a:ext cx="251992" cy="230832"/>
          </a:xfrm>
          <a:prstGeom prst="rect">
            <a:avLst/>
          </a:prstGeom>
          <a:solidFill>
            <a:srgbClr val="FF0000"/>
          </a:solidFill>
        </p:spPr>
        <p:txBody>
          <a:bodyPr wrap="square" rtlCol="0">
            <a:spAutoFit/>
          </a:bodyPr>
          <a:lstStyle/>
          <a:p>
            <a:r>
              <a:rPr lang="en-US" altLang="ko-KR" sz="900" b="1" dirty="0">
                <a:solidFill>
                  <a:schemeClr val="bg1"/>
                </a:solidFill>
              </a:rPr>
              <a:t>7</a:t>
            </a:r>
            <a:endParaRPr lang="ko-KR" altLang="en-US" sz="900" b="1" dirty="0">
              <a:solidFill>
                <a:schemeClr val="bg1"/>
              </a:solidFill>
            </a:endParaRPr>
          </a:p>
        </p:txBody>
      </p:sp>
    </p:spTree>
    <p:extLst>
      <p:ext uri="{BB962C8B-B14F-4D97-AF65-F5344CB8AC3E}">
        <p14:creationId xmlns:p14="http://schemas.microsoft.com/office/powerpoint/2010/main" val="76191689"/>
      </p:ext>
    </p:extLst>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C597D930-D862-4393-8AB4-3DA28B0D5E0D}"/>
              </a:ext>
            </a:extLst>
          </p:cNvPr>
          <p:cNvSpPr txBox="1"/>
          <p:nvPr/>
        </p:nvSpPr>
        <p:spPr>
          <a:xfrm>
            <a:off x="2070712" y="3755178"/>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3" name="TextBox 2">
            <a:extLst>
              <a:ext uri="{FF2B5EF4-FFF2-40B4-BE49-F238E27FC236}">
                <a16:creationId xmlns:a16="http://schemas.microsoft.com/office/drawing/2014/main" id="{30BD35F3-BAEA-4584-93BA-E43F6DE11231}"/>
              </a:ext>
            </a:extLst>
          </p:cNvPr>
          <p:cNvSpPr txBox="1"/>
          <p:nvPr/>
        </p:nvSpPr>
        <p:spPr>
          <a:xfrm>
            <a:off x="1448486" y="4438772"/>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graphicFrame>
        <p:nvGraphicFramePr>
          <p:cNvPr id="4" name="표 3">
            <a:extLst>
              <a:ext uri="{FF2B5EF4-FFF2-40B4-BE49-F238E27FC236}">
                <a16:creationId xmlns:a16="http://schemas.microsoft.com/office/drawing/2014/main" id="{A7E0E5A7-6178-4147-8038-9451E7CC1A16}"/>
              </a:ext>
            </a:extLst>
          </p:cNvPr>
          <p:cNvGraphicFramePr>
            <a:graphicFrameLocks noGrp="1"/>
          </p:cNvGraphicFramePr>
          <p:nvPr>
            <p:extLst>
              <p:ext uri="{D42A27DB-BD31-4B8C-83A1-F6EECF244321}">
                <p14:modId xmlns:p14="http://schemas.microsoft.com/office/powerpoint/2010/main" val="1210457582"/>
              </p:ext>
            </p:extLst>
          </p:nvPr>
        </p:nvGraphicFramePr>
        <p:xfrm>
          <a:off x="10171774" y="22159"/>
          <a:ext cx="1979018" cy="236323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RF-05</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RF-05-02-03</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디자인 패턴</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웹페이지 </a:t>
                      </a:r>
                      <a:endParaRPr lang="en-US" altLang="ko-KR" sz="800" dirty="0"/>
                    </a:p>
                    <a:p>
                      <a:pPr algn="l" latinLnBrk="1"/>
                      <a:r>
                        <a:rPr lang="en-US" altLang="ko-KR" sz="800" dirty="0"/>
                        <a:t>- </a:t>
                      </a:r>
                      <a:r>
                        <a:rPr lang="ko-KR" altLang="en-US" sz="800" dirty="0"/>
                        <a:t>갤러리 리스트 화면</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관리자 페이지의 웹페이지의 기본적인 갤러리 형태의 리스트 페이지 입니다</a:t>
                      </a:r>
                      <a:r>
                        <a:rPr lang="en-US" altLang="ko-KR" sz="800" dirty="0"/>
                        <a:t>.</a:t>
                      </a:r>
                      <a:br>
                        <a:rPr lang="en-US" altLang="ko-KR" sz="800" dirty="0"/>
                      </a:br>
                      <a:br>
                        <a:rPr lang="en-US" altLang="ko-KR" sz="800" dirty="0"/>
                      </a:br>
                      <a:r>
                        <a:rPr lang="ko-KR" altLang="en-US" sz="800" dirty="0"/>
                        <a:t>해당 패턴들을 가지고 조합하여 각 페이지들을 구성하겠습니다</a:t>
                      </a:r>
                      <a:r>
                        <a:rPr lang="en-US" altLang="ko-KR" sz="800" dirty="0"/>
                        <a:t>.</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45340364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메인 이미지 </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갤러리 형태의 표시 패턴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bl>
          </a:graphicData>
        </a:graphic>
      </p:graphicFrame>
    </p:spTree>
    <p:extLst>
      <p:ext uri="{BB962C8B-B14F-4D97-AF65-F5344CB8AC3E}">
        <p14:creationId xmlns:p14="http://schemas.microsoft.com/office/powerpoint/2010/main" val="4242360818"/>
      </p:ext>
    </p:extLst>
  </p:cSld>
  <p:clrMapOvr>
    <a:masterClrMapping/>
  </p:clrMapOvr>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a:extLst>
              <a:ext uri="{FF2B5EF4-FFF2-40B4-BE49-F238E27FC236}">
                <a16:creationId xmlns:a16="http://schemas.microsoft.com/office/drawing/2014/main" id="{8F1E8790-4C35-4F86-89B7-FAF728AC8CCF}"/>
              </a:ext>
            </a:extLst>
          </p:cNvPr>
          <p:cNvGraphicFramePr>
            <a:graphicFrameLocks noGrp="1"/>
          </p:cNvGraphicFramePr>
          <p:nvPr>
            <p:extLst>
              <p:ext uri="{D42A27DB-BD31-4B8C-83A1-F6EECF244321}">
                <p14:modId xmlns:p14="http://schemas.microsoft.com/office/powerpoint/2010/main" val="88261867"/>
              </p:ext>
            </p:extLst>
          </p:nvPr>
        </p:nvGraphicFramePr>
        <p:xfrm>
          <a:off x="10171774" y="22159"/>
          <a:ext cx="1979018" cy="428347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RF-05</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RF-05-02-04</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디자인 패턴</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웹페이지 </a:t>
                      </a:r>
                      <a:endParaRPr lang="en-US" altLang="ko-KR" sz="800" dirty="0"/>
                    </a:p>
                    <a:p>
                      <a:pPr algn="l" latinLnBrk="1"/>
                      <a:r>
                        <a:rPr lang="en-US" altLang="ko-KR" sz="800" dirty="0"/>
                        <a:t>- </a:t>
                      </a:r>
                      <a:r>
                        <a:rPr lang="ko-KR" altLang="en-US" sz="800" dirty="0"/>
                        <a:t>보기 화면 첫번째 형태</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관리자 페이지의 웹페이지의 기본적인 보기 페이지 입니다</a:t>
                      </a:r>
                      <a:r>
                        <a:rPr lang="en-US" altLang="ko-KR" sz="800" dirty="0"/>
                        <a:t>.</a:t>
                      </a:r>
                      <a:br>
                        <a:rPr lang="en-US" altLang="ko-KR" sz="800" dirty="0"/>
                      </a:br>
                      <a:br>
                        <a:rPr lang="en-US" altLang="ko-KR" sz="800" dirty="0"/>
                      </a:br>
                      <a:r>
                        <a:rPr lang="ko-KR" altLang="en-US" sz="800" dirty="0"/>
                        <a:t>일반 게시판의 보기에 사용할 예정입니다</a:t>
                      </a:r>
                      <a:r>
                        <a:rPr lang="en-US" altLang="ko-KR" sz="800" dirty="0"/>
                        <a:t>.</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45340364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제목 패턴 </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게시글 구성 패턴</a:t>
                      </a: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날짜 </a:t>
                      </a:r>
                      <a:r>
                        <a:rPr lang="en-US" altLang="ko-KR" sz="800" b="0" dirty="0">
                          <a:solidFill>
                            <a:schemeClr val="tx1"/>
                          </a:solidFill>
                        </a:rPr>
                        <a:t>/ Hit / </a:t>
                      </a:r>
                      <a:r>
                        <a:rPr lang="ko-KR" altLang="en-US" sz="800" b="0" dirty="0">
                          <a:solidFill>
                            <a:schemeClr val="tx1"/>
                          </a:solidFill>
                        </a:rPr>
                        <a:t>글쓴이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게시글에</a:t>
                      </a:r>
                      <a:r>
                        <a:rPr lang="ko-KR" altLang="en-US" sz="800" b="0" dirty="0">
                          <a:solidFill>
                            <a:schemeClr val="tx1"/>
                          </a:solidFill>
                        </a:rPr>
                        <a:t> 이미지 아닌 파일이 첨부되었을 때 패턴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405949298"/>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게시글에</a:t>
                      </a:r>
                      <a:r>
                        <a:rPr lang="ko-KR" altLang="en-US" sz="800" b="0" dirty="0">
                          <a:solidFill>
                            <a:schemeClr val="tx1"/>
                          </a:solidFill>
                        </a:rPr>
                        <a:t> 이미지를 등록했을 때 패턴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224528018"/>
                  </a:ext>
                </a:extLst>
              </a:tr>
              <a:tr h="140746">
                <a:tc>
                  <a:txBody>
                    <a:bodyPr/>
                    <a:lstStyle/>
                    <a:p>
                      <a:pPr algn="ctr" latinLnBrk="1"/>
                      <a:r>
                        <a:rPr lang="en-US" altLang="ko-KR" sz="800" dirty="0"/>
                        <a:t>5</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게시글 내용 패턴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4113870751"/>
                  </a:ext>
                </a:extLst>
              </a:tr>
              <a:tr h="140746">
                <a:tc>
                  <a:txBody>
                    <a:bodyPr/>
                    <a:lstStyle/>
                    <a:p>
                      <a:pPr algn="ctr" latinLnBrk="1"/>
                      <a:r>
                        <a:rPr lang="en-US" altLang="ko-KR" sz="800" dirty="0"/>
                        <a:t>6</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게시글 컨트롤 버튼 패턴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81441464"/>
                  </a:ext>
                </a:extLst>
              </a:tr>
              <a:tr h="140746">
                <a:tc>
                  <a:txBody>
                    <a:bodyPr/>
                    <a:lstStyle/>
                    <a:p>
                      <a:pPr algn="ctr" latinLnBrk="1"/>
                      <a:r>
                        <a:rPr lang="en-US" altLang="ko-KR" sz="800" dirty="0"/>
                        <a:t>7</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댓글 패턴</a:t>
                      </a:r>
                      <a:br>
                        <a:rPr lang="en-US" altLang="ko-KR" sz="800" b="0" dirty="0">
                          <a:solidFill>
                            <a:schemeClr val="tx1"/>
                          </a:solidFill>
                        </a:rPr>
                      </a:br>
                      <a:r>
                        <a:rPr lang="ko-KR" altLang="en-US" sz="800" b="0" dirty="0">
                          <a:solidFill>
                            <a:schemeClr val="tx1"/>
                          </a:solidFill>
                        </a:rPr>
                        <a:t>한 블록으로 </a:t>
                      </a:r>
                      <a:r>
                        <a:rPr lang="ko-KR" altLang="en-US" sz="800" b="0" dirty="0" err="1">
                          <a:solidFill>
                            <a:schemeClr val="tx1"/>
                          </a:solidFill>
                        </a:rPr>
                        <a:t>묶어주시고</a:t>
                      </a:r>
                      <a:r>
                        <a:rPr lang="ko-KR" altLang="en-US" sz="800" b="0" dirty="0">
                          <a:solidFill>
                            <a:schemeClr val="tx1"/>
                          </a:solidFill>
                        </a:rPr>
                        <a:t> 사용하지 않을 때는 숨길 수 있도록 구분해 주세요</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947783743"/>
                  </a:ext>
                </a:extLst>
              </a:tr>
            </a:tbl>
          </a:graphicData>
        </a:graphic>
      </p:graphicFrame>
      <p:sp>
        <p:nvSpPr>
          <p:cNvPr id="3" name="TextBox 2">
            <a:extLst>
              <a:ext uri="{FF2B5EF4-FFF2-40B4-BE49-F238E27FC236}">
                <a16:creationId xmlns:a16="http://schemas.microsoft.com/office/drawing/2014/main" id="{F3F4F3DB-DE95-4089-809E-6F6BC4E813FD}"/>
              </a:ext>
            </a:extLst>
          </p:cNvPr>
          <p:cNvSpPr txBox="1"/>
          <p:nvPr/>
        </p:nvSpPr>
        <p:spPr>
          <a:xfrm>
            <a:off x="1435712" y="815128"/>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4" name="TextBox 3">
            <a:extLst>
              <a:ext uri="{FF2B5EF4-FFF2-40B4-BE49-F238E27FC236}">
                <a16:creationId xmlns:a16="http://schemas.microsoft.com/office/drawing/2014/main" id="{8D81C477-41CC-4F96-84DF-DB9657D95183}"/>
              </a:ext>
            </a:extLst>
          </p:cNvPr>
          <p:cNvSpPr txBox="1"/>
          <p:nvPr/>
        </p:nvSpPr>
        <p:spPr>
          <a:xfrm>
            <a:off x="1435712" y="1323128"/>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5" name="TextBox 4">
            <a:extLst>
              <a:ext uri="{FF2B5EF4-FFF2-40B4-BE49-F238E27FC236}">
                <a16:creationId xmlns:a16="http://schemas.microsoft.com/office/drawing/2014/main" id="{65494868-E437-498E-9F46-6BB465F5FA54}"/>
              </a:ext>
            </a:extLst>
          </p:cNvPr>
          <p:cNvSpPr txBox="1"/>
          <p:nvPr/>
        </p:nvSpPr>
        <p:spPr>
          <a:xfrm>
            <a:off x="4077312" y="1761278"/>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6" name="TextBox 5">
            <a:extLst>
              <a:ext uri="{FF2B5EF4-FFF2-40B4-BE49-F238E27FC236}">
                <a16:creationId xmlns:a16="http://schemas.microsoft.com/office/drawing/2014/main" id="{7C64B03D-D1D0-4E0E-BB2A-7DCA6CF526B8}"/>
              </a:ext>
            </a:extLst>
          </p:cNvPr>
          <p:cNvSpPr txBox="1"/>
          <p:nvPr/>
        </p:nvSpPr>
        <p:spPr>
          <a:xfrm>
            <a:off x="1687704" y="3135784"/>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
        <p:nvSpPr>
          <p:cNvPr id="7" name="TextBox 6">
            <a:extLst>
              <a:ext uri="{FF2B5EF4-FFF2-40B4-BE49-F238E27FC236}">
                <a16:creationId xmlns:a16="http://schemas.microsoft.com/office/drawing/2014/main" id="{2E5CCBF0-0E05-4411-887C-2904F33F2936}"/>
              </a:ext>
            </a:extLst>
          </p:cNvPr>
          <p:cNvSpPr txBox="1"/>
          <p:nvPr/>
        </p:nvSpPr>
        <p:spPr>
          <a:xfrm>
            <a:off x="1687704" y="5304040"/>
            <a:ext cx="251992" cy="230832"/>
          </a:xfrm>
          <a:prstGeom prst="rect">
            <a:avLst/>
          </a:prstGeom>
          <a:solidFill>
            <a:srgbClr val="FF0000"/>
          </a:solidFill>
        </p:spPr>
        <p:txBody>
          <a:bodyPr wrap="none" rtlCol="0">
            <a:spAutoFit/>
          </a:bodyPr>
          <a:lstStyle/>
          <a:p>
            <a:r>
              <a:rPr lang="en-US" altLang="ko-KR" sz="900" b="1" dirty="0">
                <a:solidFill>
                  <a:schemeClr val="bg1"/>
                </a:solidFill>
              </a:rPr>
              <a:t>5</a:t>
            </a:r>
            <a:endParaRPr lang="ko-KR" altLang="en-US" sz="900" b="1" dirty="0">
              <a:solidFill>
                <a:schemeClr val="bg1"/>
              </a:solidFill>
            </a:endParaRPr>
          </a:p>
        </p:txBody>
      </p:sp>
      <p:sp>
        <p:nvSpPr>
          <p:cNvPr id="8" name="TextBox 7">
            <a:extLst>
              <a:ext uri="{FF2B5EF4-FFF2-40B4-BE49-F238E27FC236}">
                <a16:creationId xmlns:a16="http://schemas.microsoft.com/office/drawing/2014/main" id="{B4DBD213-D379-4F70-8B73-60FA4BC4F50F}"/>
              </a:ext>
            </a:extLst>
          </p:cNvPr>
          <p:cNvSpPr txBox="1"/>
          <p:nvPr/>
        </p:nvSpPr>
        <p:spPr>
          <a:xfrm>
            <a:off x="1687704" y="6742584"/>
            <a:ext cx="251992" cy="230832"/>
          </a:xfrm>
          <a:prstGeom prst="rect">
            <a:avLst/>
          </a:prstGeom>
          <a:solidFill>
            <a:srgbClr val="FF0000"/>
          </a:solidFill>
        </p:spPr>
        <p:txBody>
          <a:bodyPr wrap="none" rtlCol="0">
            <a:spAutoFit/>
          </a:bodyPr>
          <a:lstStyle/>
          <a:p>
            <a:r>
              <a:rPr lang="en-US" altLang="ko-KR" sz="900" b="1" dirty="0">
                <a:solidFill>
                  <a:schemeClr val="bg1"/>
                </a:solidFill>
              </a:rPr>
              <a:t>6</a:t>
            </a:r>
            <a:endParaRPr lang="ko-KR" altLang="en-US" sz="900" b="1" dirty="0">
              <a:solidFill>
                <a:schemeClr val="bg1"/>
              </a:solidFill>
            </a:endParaRPr>
          </a:p>
        </p:txBody>
      </p:sp>
      <p:sp>
        <p:nvSpPr>
          <p:cNvPr id="9" name="TextBox 8">
            <a:extLst>
              <a:ext uri="{FF2B5EF4-FFF2-40B4-BE49-F238E27FC236}">
                <a16:creationId xmlns:a16="http://schemas.microsoft.com/office/drawing/2014/main" id="{E6633783-141B-4B40-9D58-D1C142BED065}"/>
              </a:ext>
            </a:extLst>
          </p:cNvPr>
          <p:cNvSpPr txBox="1"/>
          <p:nvPr/>
        </p:nvSpPr>
        <p:spPr>
          <a:xfrm>
            <a:off x="1391262" y="7190528"/>
            <a:ext cx="251992" cy="230832"/>
          </a:xfrm>
          <a:prstGeom prst="rect">
            <a:avLst/>
          </a:prstGeom>
          <a:solidFill>
            <a:srgbClr val="FF0000"/>
          </a:solidFill>
        </p:spPr>
        <p:txBody>
          <a:bodyPr wrap="none" rtlCol="0">
            <a:spAutoFit/>
          </a:bodyPr>
          <a:lstStyle/>
          <a:p>
            <a:r>
              <a:rPr lang="en-US" altLang="ko-KR" sz="900" b="1" dirty="0">
                <a:solidFill>
                  <a:schemeClr val="bg1"/>
                </a:solidFill>
              </a:rPr>
              <a:t>7</a:t>
            </a:r>
            <a:endParaRPr lang="ko-KR" altLang="en-US" sz="900" b="1" dirty="0">
              <a:solidFill>
                <a:schemeClr val="bg1"/>
              </a:solidFill>
            </a:endParaRPr>
          </a:p>
        </p:txBody>
      </p:sp>
      <p:sp>
        <p:nvSpPr>
          <p:cNvPr id="10" name="직사각형 9">
            <a:extLst>
              <a:ext uri="{FF2B5EF4-FFF2-40B4-BE49-F238E27FC236}">
                <a16:creationId xmlns:a16="http://schemas.microsoft.com/office/drawing/2014/main" id="{E502FAD1-3D36-423B-8F54-C77D3A20EEE2}"/>
              </a:ext>
            </a:extLst>
          </p:cNvPr>
          <p:cNvSpPr/>
          <p:nvPr/>
        </p:nvSpPr>
        <p:spPr>
          <a:xfrm>
            <a:off x="1561708" y="7302500"/>
            <a:ext cx="8325242" cy="3981450"/>
          </a:xfrm>
          <a:prstGeom prst="rect">
            <a:avLst/>
          </a:prstGeom>
          <a:noFill/>
          <a:ln>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3925728756"/>
      </p:ext>
    </p:extLst>
  </p:cSld>
  <p:clrMapOvr>
    <a:masterClrMapping/>
  </p:clrMapOvr>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FDE650C4-5866-4C4D-8551-F71923959824}"/>
              </a:ext>
            </a:extLst>
          </p:cNvPr>
          <p:cNvSpPr/>
          <p:nvPr/>
        </p:nvSpPr>
        <p:spPr>
          <a:xfrm>
            <a:off x="1980882" y="8969358"/>
            <a:ext cx="7696518" cy="1069991"/>
          </a:xfrm>
          <a:prstGeom prst="rect">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 name="직사각형 2">
            <a:extLst>
              <a:ext uri="{FF2B5EF4-FFF2-40B4-BE49-F238E27FC236}">
                <a16:creationId xmlns:a16="http://schemas.microsoft.com/office/drawing/2014/main" id="{9A6A7417-835E-4C8E-9173-340C64BEBC5E}"/>
              </a:ext>
            </a:extLst>
          </p:cNvPr>
          <p:cNvSpPr/>
          <p:nvPr/>
        </p:nvSpPr>
        <p:spPr>
          <a:xfrm>
            <a:off x="2135339" y="9327645"/>
            <a:ext cx="6532412" cy="575180"/>
          </a:xfrm>
          <a:prstGeom prst="rect">
            <a:avLst/>
          </a:prstGeom>
          <a:solidFill>
            <a:schemeClr val="bg1"/>
          </a:solid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댓글을 입력하고 있습니다</a:t>
            </a:r>
            <a:r>
              <a:rPr lang="en-US" altLang="ko-KR" sz="800" dirty="0">
                <a:solidFill>
                  <a:schemeClr val="tx1"/>
                </a:solidFill>
              </a:rPr>
              <a:t>.</a:t>
            </a:r>
          </a:p>
          <a:p>
            <a:r>
              <a:rPr lang="ko-KR" altLang="en-US" sz="800" dirty="0">
                <a:solidFill>
                  <a:schemeClr val="tx1"/>
                </a:solidFill>
              </a:rPr>
              <a:t>댓글을 입력하고 있습니다</a:t>
            </a:r>
            <a:r>
              <a:rPr lang="en-US" altLang="ko-KR" sz="800" dirty="0">
                <a:solidFill>
                  <a:schemeClr val="tx1"/>
                </a:solidFill>
              </a:rPr>
              <a:t>. </a:t>
            </a:r>
            <a:r>
              <a:rPr lang="ko-KR" altLang="en-US" sz="800" dirty="0">
                <a:solidFill>
                  <a:schemeClr val="tx1"/>
                </a:solidFill>
              </a:rPr>
              <a:t>댓글을 입력하고 있습니다</a:t>
            </a:r>
            <a:r>
              <a:rPr lang="en-US" altLang="ko-KR" sz="800" dirty="0">
                <a:solidFill>
                  <a:schemeClr val="tx1"/>
                </a:solidFill>
              </a:rPr>
              <a:t>. </a:t>
            </a:r>
            <a:endParaRPr lang="ko-KR" altLang="en-US" sz="800" dirty="0">
              <a:solidFill>
                <a:schemeClr val="tx1"/>
              </a:solidFill>
            </a:endParaRPr>
          </a:p>
          <a:p>
            <a:r>
              <a:rPr lang="ko-KR" altLang="en-US" sz="800" dirty="0">
                <a:solidFill>
                  <a:schemeClr val="tx1"/>
                </a:solidFill>
              </a:rPr>
              <a:t>댓글을 입력하고 있습니다</a:t>
            </a:r>
            <a:r>
              <a:rPr lang="en-US" altLang="ko-KR" sz="800" dirty="0">
                <a:solidFill>
                  <a:schemeClr val="tx1"/>
                </a:solidFill>
              </a:rPr>
              <a:t>. </a:t>
            </a:r>
            <a:endParaRPr lang="ko-KR" altLang="en-US" sz="800" dirty="0">
              <a:solidFill>
                <a:schemeClr val="tx1"/>
              </a:solidFill>
            </a:endParaRPr>
          </a:p>
        </p:txBody>
      </p:sp>
      <p:sp>
        <p:nvSpPr>
          <p:cNvPr id="4" name="직사각형 3">
            <a:extLst>
              <a:ext uri="{FF2B5EF4-FFF2-40B4-BE49-F238E27FC236}">
                <a16:creationId xmlns:a16="http://schemas.microsoft.com/office/drawing/2014/main" id="{522077D1-D152-4D5E-B288-DA3353ED5FAE}"/>
              </a:ext>
            </a:extLst>
          </p:cNvPr>
          <p:cNvSpPr/>
          <p:nvPr/>
        </p:nvSpPr>
        <p:spPr>
          <a:xfrm>
            <a:off x="8667751" y="9327645"/>
            <a:ext cx="838200" cy="575180"/>
          </a:xfrm>
          <a:prstGeom prst="rect">
            <a:avLst/>
          </a:prstGeom>
          <a:solidFill>
            <a:schemeClr val="tx1"/>
          </a:solid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b="1" dirty="0"/>
              <a:t>댓글 수정</a:t>
            </a:r>
          </a:p>
        </p:txBody>
      </p:sp>
      <p:sp>
        <p:nvSpPr>
          <p:cNvPr id="5" name="TextBox 4">
            <a:extLst>
              <a:ext uri="{FF2B5EF4-FFF2-40B4-BE49-F238E27FC236}">
                <a16:creationId xmlns:a16="http://schemas.microsoft.com/office/drawing/2014/main" id="{30FC52AF-21F5-4063-A1C3-3D3CA5149944}"/>
              </a:ext>
            </a:extLst>
          </p:cNvPr>
          <p:cNvSpPr txBox="1"/>
          <p:nvPr/>
        </p:nvSpPr>
        <p:spPr>
          <a:xfrm>
            <a:off x="2090145" y="9046202"/>
            <a:ext cx="3360215" cy="215444"/>
          </a:xfrm>
          <a:prstGeom prst="rect">
            <a:avLst/>
          </a:prstGeom>
          <a:noFill/>
        </p:spPr>
        <p:txBody>
          <a:bodyPr wrap="none" rtlCol="0">
            <a:spAutoFit/>
          </a:bodyPr>
          <a:lstStyle/>
          <a:p>
            <a:r>
              <a:rPr lang="ko-KR" altLang="en-US" sz="800" b="1" dirty="0">
                <a:latin typeface="맑은 고딕" panose="020B0503020000020004" pitchFamily="50" charset="-127"/>
                <a:ea typeface="맑은 고딕" panose="020B0503020000020004" pitchFamily="50" charset="-127"/>
              </a:rPr>
              <a:t>댓글 </a:t>
            </a:r>
            <a:r>
              <a:rPr lang="ko-KR" altLang="en-US" sz="800" b="1" dirty="0" err="1">
                <a:latin typeface="맑은 고딕" panose="020B0503020000020004" pitchFamily="50" charset="-127"/>
                <a:ea typeface="맑은 고딕" panose="020B0503020000020004" pitchFamily="50" charset="-127"/>
              </a:rPr>
              <a:t>입력창</a:t>
            </a:r>
            <a:r>
              <a:rPr lang="ko-KR" altLang="en-US" sz="800" b="1" dirty="0">
                <a:latin typeface="맑은 고딕" panose="020B0503020000020004" pitchFamily="50" charset="-127"/>
                <a:ea typeface="맑은 고딕" panose="020B0503020000020004" pitchFamily="50" charset="-127"/>
              </a:rPr>
              <a:t> </a:t>
            </a:r>
            <a:r>
              <a:rPr lang="en-US" altLang="ko-KR" sz="800" b="1" dirty="0">
                <a:latin typeface="맑은 고딕" panose="020B0503020000020004" pitchFamily="50" charset="-127"/>
                <a:ea typeface="맑은 고딕" panose="020B0503020000020004" pitchFamily="50" charset="-127"/>
              </a:rPr>
              <a:t>: </a:t>
            </a:r>
            <a:r>
              <a:rPr lang="ko-KR" altLang="en-US" sz="800" dirty="0"/>
              <a:t>아무개 </a:t>
            </a:r>
            <a:r>
              <a:rPr lang="en-US" altLang="ko-KR" sz="800" dirty="0"/>
              <a:t>( abc123@gmail.com )   </a:t>
            </a:r>
            <a:r>
              <a:rPr lang="en-US" altLang="ko-KR" sz="800" i="1" dirty="0"/>
              <a:t>2025. 05. 30 11:12:22 </a:t>
            </a:r>
            <a:endParaRPr lang="ko-KR" altLang="en-US" sz="800" i="1" dirty="0"/>
          </a:p>
        </p:txBody>
      </p:sp>
      <p:sp>
        <p:nvSpPr>
          <p:cNvPr id="6" name="직사각형 5">
            <a:extLst>
              <a:ext uri="{FF2B5EF4-FFF2-40B4-BE49-F238E27FC236}">
                <a16:creationId xmlns:a16="http://schemas.microsoft.com/office/drawing/2014/main" id="{126DB420-7848-45EC-9E3D-977D62D913DC}"/>
              </a:ext>
            </a:extLst>
          </p:cNvPr>
          <p:cNvSpPr/>
          <p:nvPr/>
        </p:nvSpPr>
        <p:spPr>
          <a:xfrm>
            <a:off x="8667751" y="9046202"/>
            <a:ext cx="838200" cy="215444"/>
          </a:xfrm>
          <a:prstGeom prst="rect">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취소</a:t>
            </a:r>
          </a:p>
        </p:txBody>
      </p:sp>
      <p:graphicFrame>
        <p:nvGraphicFramePr>
          <p:cNvPr id="7" name="표 6">
            <a:extLst>
              <a:ext uri="{FF2B5EF4-FFF2-40B4-BE49-F238E27FC236}">
                <a16:creationId xmlns:a16="http://schemas.microsoft.com/office/drawing/2014/main" id="{73287350-6BEB-4ADA-8D2E-A39D48A6F465}"/>
              </a:ext>
            </a:extLst>
          </p:cNvPr>
          <p:cNvGraphicFramePr>
            <a:graphicFrameLocks noGrp="1"/>
          </p:cNvGraphicFramePr>
          <p:nvPr>
            <p:extLst>
              <p:ext uri="{D42A27DB-BD31-4B8C-83A1-F6EECF244321}">
                <p14:modId xmlns:p14="http://schemas.microsoft.com/office/powerpoint/2010/main" val="226253782"/>
              </p:ext>
            </p:extLst>
          </p:nvPr>
        </p:nvGraphicFramePr>
        <p:xfrm>
          <a:off x="10171774" y="22159"/>
          <a:ext cx="1979018" cy="26375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RF-05</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RF-05-02-05</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디자인 패턴</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웹페이지 </a:t>
                      </a:r>
                      <a:r>
                        <a:rPr lang="en-US" altLang="ko-KR" sz="800" dirty="0"/>
                        <a:t>- </a:t>
                      </a:r>
                      <a:r>
                        <a:rPr lang="ko-KR" altLang="en-US" sz="800" dirty="0"/>
                        <a:t>보기페이지의 댓글 수정 레이어 화면</a:t>
                      </a:r>
                      <a:endParaRPr lang="en-US" altLang="ko-KR" sz="800" dirty="0"/>
                    </a:p>
                    <a:p>
                      <a:pPr algn="l" latinLnBrk="1"/>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댓글 영역에 댓글을 수정할 때 사용할 수정 레이어 화면입니다</a:t>
                      </a:r>
                      <a:r>
                        <a:rPr lang="en-US" altLang="ko-KR" sz="800" dirty="0"/>
                        <a:t>.</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45340364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댓글 수정을 클릭 했을 경우 수정화면이 레이어로 표시되는 형태입니다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레이어 창으로 표시 부탁드립니다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bl>
          </a:graphicData>
        </a:graphic>
      </p:graphicFrame>
      <p:sp>
        <p:nvSpPr>
          <p:cNvPr id="8" name="직사각형 7">
            <a:extLst>
              <a:ext uri="{FF2B5EF4-FFF2-40B4-BE49-F238E27FC236}">
                <a16:creationId xmlns:a16="http://schemas.microsoft.com/office/drawing/2014/main" id="{27561189-AAB4-4065-B4D3-5FBD3B3D1C81}"/>
              </a:ext>
            </a:extLst>
          </p:cNvPr>
          <p:cNvSpPr/>
          <p:nvPr/>
        </p:nvSpPr>
        <p:spPr>
          <a:xfrm>
            <a:off x="1918696" y="8930786"/>
            <a:ext cx="7841254" cy="1172064"/>
          </a:xfrm>
          <a:prstGeom prst="rect">
            <a:avLst/>
          </a:prstGeom>
          <a:noFill/>
          <a:ln>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 name="TextBox 8">
            <a:extLst>
              <a:ext uri="{FF2B5EF4-FFF2-40B4-BE49-F238E27FC236}">
                <a16:creationId xmlns:a16="http://schemas.microsoft.com/office/drawing/2014/main" id="{ADDD648F-21C9-45AC-A357-811B5CDF627D}"/>
              </a:ext>
            </a:extLst>
          </p:cNvPr>
          <p:cNvSpPr txBox="1"/>
          <p:nvPr/>
        </p:nvSpPr>
        <p:spPr>
          <a:xfrm>
            <a:off x="1792700" y="8815370"/>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2806890639"/>
      </p:ext>
    </p:extLst>
  </p:cSld>
  <p:clrMapOvr>
    <a:masterClrMapping/>
  </p:clrMapOvr>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87">
            <a:extLst>
              <a:ext uri="{FF2B5EF4-FFF2-40B4-BE49-F238E27FC236}">
                <a16:creationId xmlns:a16="http://schemas.microsoft.com/office/drawing/2014/main" id="{B5A1B168-3DAC-4179-816B-77D3D720CAB0}"/>
              </a:ext>
            </a:extLst>
          </p:cNvPr>
          <p:cNvGraphicFramePr>
            <a:graphicFrameLocks noGrp="1"/>
          </p:cNvGraphicFramePr>
          <p:nvPr/>
        </p:nvGraphicFramePr>
        <p:xfrm>
          <a:off x="1572323" y="1250031"/>
          <a:ext cx="3634159" cy="640080"/>
        </p:xfrm>
        <a:graphic>
          <a:graphicData uri="http://schemas.openxmlformats.org/drawingml/2006/table">
            <a:tbl>
              <a:tblPr firstRow="1" bandRow="1">
                <a:tableStyleId>{5940675A-B579-460E-94D1-54222C63F5DA}</a:tableStyleId>
              </a:tblPr>
              <a:tblGrid>
                <a:gridCol w="834975">
                  <a:extLst>
                    <a:ext uri="{9D8B030D-6E8A-4147-A177-3AD203B41FA5}">
                      <a16:colId xmlns:a16="http://schemas.microsoft.com/office/drawing/2014/main" val="1741250993"/>
                    </a:ext>
                  </a:extLst>
                </a:gridCol>
                <a:gridCol w="1082351">
                  <a:extLst>
                    <a:ext uri="{9D8B030D-6E8A-4147-A177-3AD203B41FA5}">
                      <a16:colId xmlns:a16="http://schemas.microsoft.com/office/drawing/2014/main" val="1468661165"/>
                    </a:ext>
                  </a:extLst>
                </a:gridCol>
                <a:gridCol w="1716833">
                  <a:extLst>
                    <a:ext uri="{9D8B030D-6E8A-4147-A177-3AD203B41FA5}">
                      <a16:colId xmlns:a16="http://schemas.microsoft.com/office/drawing/2014/main" val="3917594789"/>
                    </a:ext>
                  </a:extLst>
                </a:gridCol>
              </a:tblGrid>
              <a:tr h="165784">
                <a:tc rowSpan="3">
                  <a:txBody>
                    <a:bodyPr/>
                    <a:lstStyle/>
                    <a:p>
                      <a:pPr latinLnBrk="1"/>
                      <a:r>
                        <a:rPr lang="ko-KR" altLang="en-US" sz="800" dirty="0"/>
                        <a:t>주문자 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주문자 이름</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홍길동</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vMerge="1">
                  <a:txBody>
                    <a:bodyPr/>
                    <a:lstStyle/>
                    <a:p>
                      <a:pPr latinLnBrk="1"/>
                      <a:endParaRPr lang="ko-KR" altLang="en-US" sz="800" dirty="0"/>
                    </a:p>
                  </a:txBody>
                  <a:tcPr/>
                </a:tc>
                <a:tc>
                  <a:txBody>
                    <a:bodyPr/>
                    <a:lstStyle/>
                    <a:p>
                      <a:pPr latinLnBrk="1"/>
                      <a:r>
                        <a:rPr lang="ko-KR" altLang="en-US" sz="800" dirty="0"/>
                        <a:t>휴대폰 번호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010-0000-0000</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vMerge="1">
                  <a:txBody>
                    <a:bodyPr/>
                    <a:lstStyle/>
                    <a:p>
                      <a:pPr latinLnBrk="1"/>
                      <a:endParaRPr lang="ko-KR" altLang="en-US" sz="800" dirty="0"/>
                    </a:p>
                  </a:txBody>
                  <a:tcPr/>
                </a:tc>
                <a:tc>
                  <a:txBody>
                    <a:bodyPr/>
                    <a:lstStyle/>
                    <a:p>
                      <a:pPr latinLnBrk="1"/>
                      <a:r>
                        <a:rPr lang="ko-KR" altLang="en-US" sz="800" dirty="0"/>
                        <a:t>이메일 주소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hlinkClick r:id="rId2"/>
                        </a:rPr>
                        <a:t>test1234@naver.com</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bl>
          </a:graphicData>
        </a:graphic>
      </p:graphicFrame>
      <p:graphicFrame>
        <p:nvGraphicFramePr>
          <p:cNvPr id="3" name="표 2">
            <a:extLst>
              <a:ext uri="{FF2B5EF4-FFF2-40B4-BE49-F238E27FC236}">
                <a16:creationId xmlns:a16="http://schemas.microsoft.com/office/drawing/2014/main" id="{B57BE570-06B5-4ACB-9743-D8FFE1CACF2B}"/>
              </a:ext>
            </a:extLst>
          </p:cNvPr>
          <p:cNvGraphicFramePr>
            <a:graphicFrameLocks noGrp="1"/>
          </p:cNvGraphicFramePr>
          <p:nvPr/>
        </p:nvGraphicFramePr>
        <p:xfrm>
          <a:off x="5329449" y="1250031"/>
          <a:ext cx="4635645" cy="640080"/>
        </p:xfrm>
        <a:graphic>
          <a:graphicData uri="http://schemas.openxmlformats.org/drawingml/2006/table">
            <a:tbl>
              <a:tblPr firstRow="1" bandRow="1">
                <a:tableStyleId>{5940675A-B579-460E-94D1-54222C63F5DA}</a:tableStyleId>
              </a:tblPr>
              <a:tblGrid>
                <a:gridCol w="909620">
                  <a:extLst>
                    <a:ext uri="{9D8B030D-6E8A-4147-A177-3AD203B41FA5}">
                      <a16:colId xmlns:a16="http://schemas.microsoft.com/office/drawing/2014/main" val="1741250993"/>
                    </a:ext>
                  </a:extLst>
                </a:gridCol>
                <a:gridCol w="1144555">
                  <a:extLst>
                    <a:ext uri="{9D8B030D-6E8A-4147-A177-3AD203B41FA5}">
                      <a16:colId xmlns:a16="http://schemas.microsoft.com/office/drawing/2014/main" val="1468661165"/>
                    </a:ext>
                  </a:extLst>
                </a:gridCol>
                <a:gridCol w="2581470">
                  <a:extLst>
                    <a:ext uri="{9D8B030D-6E8A-4147-A177-3AD203B41FA5}">
                      <a16:colId xmlns:a16="http://schemas.microsoft.com/office/drawing/2014/main" val="3917594789"/>
                    </a:ext>
                  </a:extLst>
                </a:gridCol>
              </a:tblGrid>
              <a:tr h="165784">
                <a:tc rowSpan="3">
                  <a:txBody>
                    <a:bodyPr/>
                    <a:lstStyle/>
                    <a:p>
                      <a:pPr latinLnBrk="1"/>
                      <a:r>
                        <a:rPr lang="ko-KR" altLang="en-US" sz="800" dirty="0"/>
                        <a:t>배송 정보</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latinLnBrk="1"/>
                      <a:r>
                        <a:rPr lang="ko-KR" altLang="en-US" sz="800" dirty="0"/>
                        <a:t>받는 사람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홍길동</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vMerge="1">
                  <a:txBody>
                    <a:bodyPr/>
                    <a:lstStyle/>
                    <a:p>
                      <a:pPr latinLnBrk="1"/>
                      <a:endParaRPr lang="ko-KR" altLang="en-US" sz="800" dirty="0"/>
                    </a:p>
                  </a:txBody>
                  <a:tcPr/>
                </a:tc>
                <a:tc>
                  <a:txBody>
                    <a:bodyPr/>
                    <a:lstStyle/>
                    <a:p>
                      <a:pPr latinLnBrk="1"/>
                      <a:r>
                        <a:rPr lang="ko-KR" altLang="en-US" sz="800" dirty="0"/>
                        <a:t>휴대폰 번호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010-0000-0000</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vMerge="1">
                  <a:txBody>
                    <a:bodyPr/>
                    <a:lstStyle/>
                    <a:p>
                      <a:pPr latinLnBrk="1"/>
                      <a:endParaRPr lang="ko-KR" altLang="en-US" sz="800" dirty="0"/>
                    </a:p>
                  </a:txBody>
                  <a:tcPr/>
                </a:tc>
                <a:tc>
                  <a:txBody>
                    <a:bodyPr/>
                    <a:lstStyle/>
                    <a:p>
                      <a:pPr latinLnBrk="1"/>
                      <a:r>
                        <a:rPr lang="ko-KR" altLang="en-US" sz="800" dirty="0"/>
                        <a:t>주소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22012 </a:t>
                      </a:r>
                      <a:r>
                        <a:rPr lang="ko-KR" altLang="en-US" sz="800" dirty="0"/>
                        <a:t>서울특별시 광진구 </a:t>
                      </a:r>
                      <a:r>
                        <a:rPr lang="ko-KR" altLang="en-US" sz="800" dirty="0" err="1"/>
                        <a:t>가나다동</a:t>
                      </a:r>
                      <a:r>
                        <a:rPr lang="ko-KR" altLang="en-US" sz="800" dirty="0"/>
                        <a:t> </a:t>
                      </a:r>
                      <a:r>
                        <a:rPr lang="en-US" altLang="ko-KR" sz="800" dirty="0"/>
                        <a:t>119-12</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bl>
          </a:graphicData>
        </a:graphic>
      </p:graphicFrame>
      <p:sp>
        <p:nvSpPr>
          <p:cNvPr id="4" name="TextBox 3">
            <a:extLst>
              <a:ext uri="{FF2B5EF4-FFF2-40B4-BE49-F238E27FC236}">
                <a16:creationId xmlns:a16="http://schemas.microsoft.com/office/drawing/2014/main" id="{581CBA4D-6CEB-4F52-B9C4-2F2EA6E75271}"/>
              </a:ext>
            </a:extLst>
          </p:cNvPr>
          <p:cNvSpPr txBox="1"/>
          <p:nvPr/>
        </p:nvSpPr>
        <p:spPr>
          <a:xfrm>
            <a:off x="1485551" y="929784"/>
            <a:ext cx="864339"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a:t>
            </a:r>
            <a:r>
              <a:rPr lang="ko-KR" altLang="en-US" sz="900" b="1" dirty="0" err="1">
                <a:latin typeface="맑은 고딕" panose="020B0503020000020004" pitchFamily="50" charset="-127"/>
                <a:ea typeface="맑은 고딕" panose="020B0503020000020004" pitchFamily="50" charset="-127"/>
              </a:rPr>
              <a:t>대제목</a:t>
            </a:r>
            <a:r>
              <a:rPr lang="ko-KR" altLang="en-US" sz="900" b="1" dirty="0">
                <a:latin typeface="맑은 고딕" panose="020B0503020000020004" pitchFamily="50" charset="-127"/>
                <a:ea typeface="맑은 고딕" panose="020B0503020000020004" pitchFamily="50" charset="-127"/>
              </a:rPr>
              <a:t> </a:t>
            </a:r>
            <a:r>
              <a:rPr lang="en-US" altLang="ko-KR" sz="900" b="1" dirty="0">
                <a:latin typeface="맑은 고딕" panose="020B0503020000020004" pitchFamily="50" charset="-127"/>
                <a:ea typeface="맑은 고딕" panose="020B0503020000020004" pitchFamily="50" charset="-127"/>
              </a:rPr>
              <a:t>#1</a:t>
            </a:r>
            <a:endParaRPr lang="ko-KR" altLang="en-US" sz="900" dirty="0"/>
          </a:p>
        </p:txBody>
      </p:sp>
      <p:graphicFrame>
        <p:nvGraphicFramePr>
          <p:cNvPr id="5" name="표 4">
            <a:extLst>
              <a:ext uri="{FF2B5EF4-FFF2-40B4-BE49-F238E27FC236}">
                <a16:creationId xmlns:a16="http://schemas.microsoft.com/office/drawing/2014/main" id="{2B307097-5D69-4C64-BED0-721C0B3D3425}"/>
              </a:ext>
            </a:extLst>
          </p:cNvPr>
          <p:cNvGraphicFramePr>
            <a:graphicFrameLocks noGrp="1"/>
          </p:cNvGraphicFramePr>
          <p:nvPr/>
        </p:nvGraphicFramePr>
        <p:xfrm>
          <a:off x="1572322" y="2248028"/>
          <a:ext cx="8392774" cy="853440"/>
        </p:xfrm>
        <a:graphic>
          <a:graphicData uri="http://schemas.openxmlformats.org/drawingml/2006/table">
            <a:tbl>
              <a:tblPr firstRow="1" bandRow="1">
                <a:tableStyleId>{5940675A-B579-460E-94D1-54222C63F5DA}</a:tableStyleId>
              </a:tblPr>
              <a:tblGrid>
                <a:gridCol w="828756">
                  <a:extLst>
                    <a:ext uri="{9D8B030D-6E8A-4147-A177-3AD203B41FA5}">
                      <a16:colId xmlns:a16="http://schemas.microsoft.com/office/drawing/2014/main" val="1468661165"/>
                    </a:ext>
                  </a:extLst>
                </a:gridCol>
                <a:gridCol w="2407298">
                  <a:extLst>
                    <a:ext uri="{9D8B030D-6E8A-4147-A177-3AD203B41FA5}">
                      <a16:colId xmlns:a16="http://schemas.microsoft.com/office/drawing/2014/main" val="1815823112"/>
                    </a:ext>
                  </a:extLst>
                </a:gridCol>
                <a:gridCol w="789991">
                  <a:extLst>
                    <a:ext uri="{9D8B030D-6E8A-4147-A177-3AD203B41FA5}">
                      <a16:colId xmlns:a16="http://schemas.microsoft.com/office/drawing/2014/main" val="2609299996"/>
                    </a:ext>
                  </a:extLst>
                </a:gridCol>
                <a:gridCol w="1054645">
                  <a:extLst>
                    <a:ext uri="{9D8B030D-6E8A-4147-A177-3AD203B41FA5}">
                      <a16:colId xmlns:a16="http://schemas.microsoft.com/office/drawing/2014/main" val="3184158836"/>
                    </a:ext>
                  </a:extLst>
                </a:gridCol>
                <a:gridCol w="1762555">
                  <a:extLst>
                    <a:ext uri="{9D8B030D-6E8A-4147-A177-3AD203B41FA5}">
                      <a16:colId xmlns:a16="http://schemas.microsoft.com/office/drawing/2014/main" val="2186099854"/>
                    </a:ext>
                  </a:extLst>
                </a:gridCol>
                <a:gridCol w="1549529">
                  <a:extLst>
                    <a:ext uri="{9D8B030D-6E8A-4147-A177-3AD203B41FA5}">
                      <a16:colId xmlns:a16="http://schemas.microsoft.com/office/drawing/2014/main" val="3917594789"/>
                    </a:ext>
                  </a:extLst>
                </a:gridCol>
              </a:tblGrid>
              <a:tr h="165784">
                <a:tc>
                  <a:txBody>
                    <a:bodyPr/>
                    <a:lstStyle/>
                    <a:p>
                      <a:pPr algn="ctr" latinLnBrk="1"/>
                      <a:r>
                        <a:rPr lang="ko-KR" altLang="en-US" sz="800" b="1" dirty="0"/>
                        <a:t>제목 </a:t>
                      </a:r>
                      <a:r>
                        <a:rPr lang="en-US" altLang="ko-KR" sz="800" b="1" dirty="0"/>
                        <a:t>#1</a:t>
                      </a:r>
                      <a:endParaRPr lang="ko-KR" altLang="en-US" sz="800" b="1"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t>제목 </a:t>
                      </a:r>
                      <a:r>
                        <a:rPr lang="en-US" altLang="ko-KR" sz="800" b="1" dirty="0"/>
                        <a:t>#2</a:t>
                      </a:r>
                      <a:endParaRPr lang="ko-KR" altLang="en-US" sz="800" b="1"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t>제목 </a:t>
                      </a:r>
                      <a:r>
                        <a:rPr lang="en-US" altLang="ko-KR" sz="800" b="1" dirty="0"/>
                        <a:t>#3</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t>제목 </a:t>
                      </a:r>
                      <a:r>
                        <a:rPr lang="en-US" altLang="ko-KR" sz="800" b="1" dirty="0"/>
                        <a:t>#4</a:t>
                      </a:r>
                      <a:endParaRPr lang="ko-KR" altLang="en-US" sz="800" b="1"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t>제목 </a:t>
                      </a:r>
                      <a:r>
                        <a:rPr lang="en-US" altLang="ko-KR" sz="800" b="1" dirty="0"/>
                        <a:t>#5</a:t>
                      </a:r>
                      <a:endParaRPr lang="ko-KR" altLang="en-US" sz="800" b="1"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t>제목 </a:t>
                      </a:r>
                      <a:r>
                        <a:rPr lang="en-US" altLang="ko-KR" sz="800" b="1" dirty="0"/>
                        <a:t>#6</a:t>
                      </a:r>
                      <a:endParaRPr lang="ko-KR" altLang="en-US" sz="800" b="1"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987834098"/>
                  </a:ext>
                </a:extLst>
              </a:tr>
              <a:tr h="165784">
                <a:tc>
                  <a:txBody>
                    <a:bodyPr/>
                    <a:lstStyle/>
                    <a:p>
                      <a:pPr latinLnBrk="1"/>
                      <a:r>
                        <a:rPr lang="ko-KR" altLang="en-US" sz="800" dirty="0"/>
                        <a:t>받는 사람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ko-KR" altLang="en-US" sz="800" dirty="0"/>
                        <a:t>홍길동</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152016573"/>
                  </a:ext>
                </a:extLst>
              </a:tr>
              <a:tr h="165784">
                <a:tc>
                  <a:txBody>
                    <a:bodyPr/>
                    <a:lstStyle/>
                    <a:p>
                      <a:pPr latinLnBrk="1"/>
                      <a:r>
                        <a:rPr lang="ko-KR" altLang="en-US" sz="800" dirty="0"/>
                        <a:t>휴대폰 번호</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010-0000-0000</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923079262"/>
                  </a:ext>
                </a:extLst>
              </a:tr>
              <a:tr h="0">
                <a:tc>
                  <a:txBody>
                    <a:bodyPr/>
                    <a:lstStyle/>
                    <a:p>
                      <a:pPr latinLnBrk="1"/>
                      <a:r>
                        <a:rPr lang="ko-KR" altLang="en-US" sz="800" dirty="0"/>
                        <a:t>주소</a:t>
                      </a:r>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r>
                        <a:rPr lang="en-US" altLang="ko-KR" sz="800" dirty="0"/>
                        <a:t>22012 </a:t>
                      </a:r>
                      <a:r>
                        <a:rPr lang="ko-KR" altLang="en-US" sz="800" dirty="0"/>
                        <a:t>서울특별시 광진구 </a:t>
                      </a:r>
                      <a:r>
                        <a:rPr lang="ko-KR" altLang="en-US" sz="800" dirty="0" err="1"/>
                        <a:t>가나다동</a:t>
                      </a:r>
                      <a:r>
                        <a:rPr lang="ko-KR" altLang="en-US" sz="800" dirty="0"/>
                        <a:t> </a:t>
                      </a:r>
                      <a:r>
                        <a:rPr lang="en-US" altLang="ko-KR" sz="800" dirty="0"/>
                        <a:t>119-12</a:t>
                      </a:r>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tc>
                  <a:txBody>
                    <a:bodyPr/>
                    <a:lstStyle/>
                    <a:p>
                      <a:pPr latinLnBrk="1"/>
                      <a:endParaRPr lang="ko-KR" altLang="en-US" sz="800" dirty="0"/>
                    </a:p>
                  </a:txBody>
                  <a:tcPr>
                    <a:lnL w="3175" cap="flat" cmpd="sng" algn="ctr">
                      <a:solidFill>
                        <a:schemeClr val="tx1">
                          <a:lumMod val="95000"/>
                          <a:lumOff val="5000"/>
                        </a:schemeClr>
                      </a:solidFill>
                      <a:prstDash val="solid"/>
                      <a:round/>
                      <a:headEnd type="none" w="med" len="med"/>
                      <a:tailEnd type="none" w="med" len="med"/>
                    </a:lnL>
                    <a:lnR w="3175" cap="flat" cmpd="sng" algn="ctr">
                      <a:solidFill>
                        <a:schemeClr val="tx1">
                          <a:lumMod val="95000"/>
                          <a:lumOff val="5000"/>
                        </a:schemeClr>
                      </a:solidFill>
                      <a:prstDash val="solid"/>
                      <a:round/>
                      <a:headEnd type="none" w="med" len="med"/>
                      <a:tailEnd type="none" w="med" len="med"/>
                    </a:lnR>
                    <a:lnT w="3175" cap="flat" cmpd="sng" algn="ctr">
                      <a:solidFill>
                        <a:schemeClr val="tx1">
                          <a:lumMod val="95000"/>
                          <a:lumOff val="5000"/>
                        </a:schemeClr>
                      </a:solidFill>
                      <a:prstDash val="solid"/>
                      <a:round/>
                      <a:headEnd type="none" w="med" len="med"/>
                      <a:tailEnd type="none" w="med" len="med"/>
                    </a:lnT>
                    <a:lnB w="3175" cap="flat" cmpd="sng" algn="ctr">
                      <a:solidFill>
                        <a:schemeClr val="tx1">
                          <a:lumMod val="95000"/>
                          <a:lumOff val="5000"/>
                        </a:schemeClr>
                      </a:solidFill>
                      <a:prstDash val="solid"/>
                      <a:round/>
                      <a:headEnd type="none" w="med" len="med"/>
                      <a:tailEnd type="none" w="med" len="med"/>
                    </a:lnB>
                  </a:tcPr>
                </a:tc>
                <a:extLst>
                  <a:ext uri="{0D108BD9-81ED-4DB2-BD59-A6C34878D82A}">
                    <a16:rowId xmlns:a16="http://schemas.microsoft.com/office/drawing/2014/main" val="3017804926"/>
                  </a:ext>
                </a:extLst>
              </a:tr>
            </a:tbl>
          </a:graphicData>
        </a:graphic>
      </p:graphicFrame>
      <p:sp>
        <p:nvSpPr>
          <p:cNvPr id="6" name="TextBox 5">
            <a:extLst>
              <a:ext uri="{FF2B5EF4-FFF2-40B4-BE49-F238E27FC236}">
                <a16:creationId xmlns:a16="http://schemas.microsoft.com/office/drawing/2014/main" id="{76B439BB-CE29-4219-AD74-97D0BE7227A8}"/>
              </a:ext>
            </a:extLst>
          </p:cNvPr>
          <p:cNvSpPr txBox="1"/>
          <p:nvPr/>
        </p:nvSpPr>
        <p:spPr>
          <a:xfrm>
            <a:off x="1488757" y="2017196"/>
            <a:ext cx="86113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err="1">
                <a:latin typeface="맑은 고딕" panose="020B0503020000020004" pitchFamily="50" charset="-127"/>
                <a:ea typeface="맑은 고딕" panose="020B0503020000020004" pitchFamily="50" charset="-127"/>
              </a:rPr>
              <a:t>중제목</a:t>
            </a:r>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#1</a:t>
            </a:r>
            <a:endParaRPr lang="ko-KR" altLang="en-US" sz="900" dirty="0"/>
          </a:p>
        </p:txBody>
      </p:sp>
      <p:sp>
        <p:nvSpPr>
          <p:cNvPr id="7" name="직사각형 6">
            <a:extLst>
              <a:ext uri="{FF2B5EF4-FFF2-40B4-BE49-F238E27FC236}">
                <a16:creationId xmlns:a16="http://schemas.microsoft.com/office/drawing/2014/main" id="{F7037AE4-44F3-4F1C-9530-C414B8C7BF1A}"/>
              </a:ext>
            </a:extLst>
          </p:cNvPr>
          <p:cNvSpPr/>
          <p:nvPr/>
        </p:nvSpPr>
        <p:spPr>
          <a:xfrm>
            <a:off x="1572322" y="3367877"/>
            <a:ext cx="1020189" cy="309148"/>
          </a:xfrm>
          <a:prstGeom prst="rect">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bg1"/>
                </a:solidFill>
              </a:rPr>
              <a:t>탭메뉴</a:t>
            </a:r>
            <a:r>
              <a:rPr lang="ko-KR" altLang="en-US" sz="800" dirty="0">
                <a:solidFill>
                  <a:schemeClr val="bg1"/>
                </a:solidFill>
              </a:rPr>
              <a:t> </a:t>
            </a:r>
            <a:r>
              <a:rPr lang="en-US" altLang="ko-KR" sz="800" dirty="0">
                <a:solidFill>
                  <a:schemeClr val="bg1"/>
                </a:solidFill>
              </a:rPr>
              <a:t>#1</a:t>
            </a:r>
          </a:p>
        </p:txBody>
      </p:sp>
      <p:sp>
        <p:nvSpPr>
          <p:cNvPr id="8" name="직사각형 7">
            <a:extLst>
              <a:ext uri="{FF2B5EF4-FFF2-40B4-BE49-F238E27FC236}">
                <a16:creationId xmlns:a16="http://schemas.microsoft.com/office/drawing/2014/main" id="{66900D9B-4A02-4F16-AFEE-A9CF5D215D8A}"/>
              </a:ext>
            </a:extLst>
          </p:cNvPr>
          <p:cNvSpPr/>
          <p:nvPr/>
        </p:nvSpPr>
        <p:spPr>
          <a:xfrm>
            <a:off x="2653399" y="3364135"/>
            <a:ext cx="1020189" cy="30914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tx1"/>
                </a:solidFill>
              </a:rPr>
              <a:t>탭메뉴</a:t>
            </a:r>
            <a:r>
              <a:rPr lang="ko-KR" altLang="en-US" sz="800" dirty="0">
                <a:solidFill>
                  <a:schemeClr val="tx1"/>
                </a:solidFill>
              </a:rPr>
              <a:t> </a:t>
            </a:r>
            <a:r>
              <a:rPr lang="en-US" altLang="ko-KR" sz="800" dirty="0">
                <a:solidFill>
                  <a:schemeClr val="tx1"/>
                </a:solidFill>
              </a:rPr>
              <a:t>#2</a:t>
            </a:r>
          </a:p>
        </p:txBody>
      </p:sp>
      <p:sp>
        <p:nvSpPr>
          <p:cNvPr id="9" name="직사각형 8">
            <a:extLst>
              <a:ext uri="{FF2B5EF4-FFF2-40B4-BE49-F238E27FC236}">
                <a16:creationId xmlns:a16="http://schemas.microsoft.com/office/drawing/2014/main" id="{462A2A65-8AF2-4EDB-8480-4057C045635D}"/>
              </a:ext>
            </a:extLst>
          </p:cNvPr>
          <p:cNvSpPr/>
          <p:nvPr/>
        </p:nvSpPr>
        <p:spPr>
          <a:xfrm>
            <a:off x="3734476" y="3364135"/>
            <a:ext cx="1020189" cy="30914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tx1"/>
                </a:solidFill>
              </a:rPr>
              <a:t>탭메뉴</a:t>
            </a:r>
            <a:r>
              <a:rPr lang="ko-KR" altLang="en-US" sz="800" dirty="0">
                <a:solidFill>
                  <a:schemeClr val="tx1"/>
                </a:solidFill>
              </a:rPr>
              <a:t> </a:t>
            </a:r>
            <a:r>
              <a:rPr lang="en-US" altLang="ko-KR" sz="800" dirty="0">
                <a:solidFill>
                  <a:schemeClr val="tx1"/>
                </a:solidFill>
              </a:rPr>
              <a:t>#3</a:t>
            </a:r>
          </a:p>
        </p:txBody>
      </p:sp>
      <p:sp>
        <p:nvSpPr>
          <p:cNvPr id="10" name="직사각형 9">
            <a:extLst>
              <a:ext uri="{FF2B5EF4-FFF2-40B4-BE49-F238E27FC236}">
                <a16:creationId xmlns:a16="http://schemas.microsoft.com/office/drawing/2014/main" id="{63D05EF6-C9C6-4DC7-AC06-8F7C428B8257}"/>
              </a:ext>
            </a:extLst>
          </p:cNvPr>
          <p:cNvSpPr/>
          <p:nvPr/>
        </p:nvSpPr>
        <p:spPr>
          <a:xfrm>
            <a:off x="4815553" y="3364135"/>
            <a:ext cx="1020189" cy="30914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err="1">
                <a:solidFill>
                  <a:schemeClr val="tx1"/>
                </a:solidFill>
              </a:rPr>
              <a:t>탭메뉴</a:t>
            </a:r>
            <a:r>
              <a:rPr lang="ko-KR" altLang="en-US" sz="800" dirty="0">
                <a:solidFill>
                  <a:schemeClr val="tx1"/>
                </a:solidFill>
              </a:rPr>
              <a:t> </a:t>
            </a:r>
            <a:r>
              <a:rPr lang="en-US" altLang="ko-KR" sz="800" dirty="0">
                <a:solidFill>
                  <a:schemeClr val="tx1"/>
                </a:solidFill>
              </a:rPr>
              <a:t>#4</a:t>
            </a:r>
          </a:p>
        </p:txBody>
      </p:sp>
      <p:sp>
        <p:nvSpPr>
          <p:cNvPr id="11" name="직사각형 10">
            <a:extLst>
              <a:ext uri="{FF2B5EF4-FFF2-40B4-BE49-F238E27FC236}">
                <a16:creationId xmlns:a16="http://schemas.microsoft.com/office/drawing/2014/main" id="{3A995F04-4BD3-4DAB-9007-9B64E01C0B52}"/>
              </a:ext>
            </a:extLst>
          </p:cNvPr>
          <p:cNvSpPr/>
          <p:nvPr/>
        </p:nvSpPr>
        <p:spPr>
          <a:xfrm>
            <a:off x="1572321" y="3756532"/>
            <a:ext cx="8392773" cy="2519859"/>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800" dirty="0">
              <a:solidFill>
                <a:schemeClr val="tx1"/>
              </a:solidFill>
            </a:endParaRPr>
          </a:p>
        </p:txBody>
      </p:sp>
      <p:graphicFrame>
        <p:nvGraphicFramePr>
          <p:cNvPr id="12" name="표 11">
            <a:extLst>
              <a:ext uri="{FF2B5EF4-FFF2-40B4-BE49-F238E27FC236}">
                <a16:creationId xmlns:a16="http://schemas.microsoft.com/office/drawing/2014/main" id="{98720BD9-FCF9-40C4-8FC9-BE486987B6CE}"/>
              </a:ext>
            </a:extLst>
          </p:cNvPr>
          <p:cNvGraphicFramePr>
            <a:graphicFrameLocks noGrp="1"/>
          </p:cNvGraphicFramePr>
          <p:nvPr/>
        </p:nvGraphicFramePr>
        <p:xfrm>
          <a:off x="1620591" y="3794616"/>
          <a:ext cx="8300960" cy="2133600"/>
        </p:xfrm>
        <a:graphic>
          <a:graphicData uri="http://schemas.openxmlformats.org/drawingml/2006/table">
            <a:tbl>
              <a:tblPr firstRow="1" bandRow="1">
                <a:tableStyleId>{5C22544A-7EE6-4342-B048-85BDC9FD1C3A}</a:tableStyleId>
              </a:tblPr>
              <a:tblGrid>
                <a:gridCol w="445491">
                  <a:extLst>
                    <a:ext uri="{9D8B030D-6E8A-4147-A177-3AD203B41FA5}">
                      <a16:colId xmlns:a16="http://schemas.microsoft.com/office/drawing/2014/main" val="20000"/>
                    </a:ext>
                  </a:extLst>
                </a:gridCol>
                <a:gridCol w="7090359">
                  <a:extLst>
                    <a:ext uri="{9D8B030D-6E8A-4147-A177-3AD203B41FA5}">
                      <a16:colId xmlns:a16="http://schemas.microsoft.com/office/drawing/2014/main" val="20001"/>
                    </a:ext>
                  </a:extLst>
                </a:gridCol>
                <a:gridCol w="765110">
                  <a:extLst>
                    <a:ext uri="{9D8B030D-6E8A-4147-A177-3AD203B41FA5}">
                      <a16:colId xmlns:a16="http://schemas.microsoft.com/office/drawing/2014/main" val="20004"/>
                    </a:ext>
                  </a:extLst>
                </a:gridCol>
              </a:tblGrid>
              <a:tr h="0">
                <a:tc>
                  <a:txBody>
                    <a:bodyPr/>
                    <a:lstStyle/>
                    <a:p>
                      <a:pPr algn="ctr" latinLnBrk="1"/>
                      <a:r>
                        <a:rPr lang="ko-KR" altLang="en-US" sz="800" b="1" dirty="0">
                          <a:solidFill>
                            <a:schemeClr val="tx1"/>
                          </a:solidFill>
                        </a:rPr>
                        <a:t>번호</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800" b="1" dirty="0">
                          <a:solidFill>
                            <a:schemeClr val="tx1"/>
                          </a:solidFill>
                        </a:rPr>
                        <a:t>제목</a:t>
                      </a: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800" b="1" dirty="0">
                          <a:solidFill>
                            <a:schemeClr val="tx1"/>
                          </a:solidFill>
                        </a:rPr>
                        <a:t>Date</a:t>
                      </a:r>
                      <a:endParaRPr lang="ko-KR" altLang="en-US" sz="800" b="1"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0">
                <a:tc>
                  <a:txBody>
                    <a:bodyPr/>
                    <a:lstStyle/>
                    <a:p>
                      <a:pPr algn="ctr" latinLnBrk="1"/>
                      <a:r>
                        <a:rPr lang="en-US" altLang="ko-KR" sz="800" b="0" dirty="0">
                          <a:solidFill>
                            <a:schemeClr val="tx1"/>
                          </a:solidFill>
                        </a:rPr>
                        <a:t>99</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ko-KR" altLang="en-US" sz="800" b="0" dirty="0">
                          <a:solidFill>
                            <a:schemeClr val="tx1"/>
                          </a:solidFill>
                        </a:rPr>
                        <a:t>              공지사항 입니다</a:t>
                      </a:r>
                      <a:r>
                        <a:rPr lang="en-US" altLang="ko-KR" sz="800" b="0" dirty="0">
                          <a:solidFill>
                            <a:schemeClr val="tx1"/>
                          </a:solidFill>
                        </a:rPr>
                        <a:t>. </a:t>
                      </a:r>
                      <a:r>
                        <a:rPr lang="ko-KR" altLang="en-US" sz="800" b="0" dirty="0">
                          <a:solidFill>
                            <a:schemeClr val="tx1"/>
                          </a:solidFill>
                        </a:rPr>
                        <a:t>공지사항 입니다</a:t>
                      </a:r>
                      <a:r>
                        <a:rPr lang="en-US" altLang="ko-KR" sz="800" b="0" dirty="0">
                          <a:solidFill>
                            <a:schemeClr val="tx1"/>
                          </a:solidFill>
                        </a:rPr>
                        <a:t>.</a:t>
                      </a:r>
                      <a:r>
                        <a:rPr lang="ko-KR" altLang="en-US" sz="800" b="0" dirty="0">
                          <a:solidFill>
                            <a:schemeClr val="tx1"/>
                          </a:solidFill>
                        </a:rPr>
                        <a:t> 공지사항 입니다</a:t>
                      </a:r>
                      <a:r>
                        <a:rPr lang="en-US" altLang="ko-KR" sz="800" b="0" dirty="0">
                          <a:solidFill>
                            <a:schemeClr val="tx1"/>
                          </a:solidFill>
                        </a:rPr>
                        <a:t>. </a:t>
                      </a:r>
                      <a:r>
                        <a:rPr lang="ko-KR" altLang="en-US" sz="800" b="0" dirty="0">
                          <a:solidFill>
                            <a:schemeClr val="tx1"/>
                          </a:solidFill>
                        </a:rPr>
                        <a:t>공지사항 입니다</a:t>
                      </a:r>
                      <a:r>
                        <a:rPr lang="en-US" altLang="ko-KR" sz="800" b="0" dirty="0">
                          <a:solidFill>
                            <a:schemeClr val="tx1"/>
                          </a:solidFill>
                        </a:rPr>
                        <a:t>.</a:t>
                      </a:r>
                      <a:r>
                        <a:rPr lang="ko-KR" altLang="en-US" sz="800" b="0" dirty="0">
                          <a:solidFill>
                            <a:schemeClr val="tx1"/>
                          </a:solidFill>
                        </a:rPr>
                        <a:t> 공지사항 입니다</a:t>
                      </a:r>
                      <a:r>
                        <a:rPr lang="en-US" altLang="ko-KR" sz="800" b="0" dirty="0">
                          <a:solidFill>
                            <a:schemeClr val="tx1"/>
                          </a:solidFill>
                        </a:rPr>
                        <a:t>. </a:t>
                      </a:r>
                      <a:r>
                        <a:rPr lang="ko-KR" altLang="en-US" sz="800" b="0" dirty="0">
                          <a:solidFill>
                            <a:schemeClr val="tx1"/>
                          </a:solidFill>
                        </a:rPr>
                        <a:t>공지사항 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a:solidFill>
                            <a:schemeClr val="tx1"/>
                          </a:solidFill>
                        </a:rPr>
                        <a:t>2025-10-01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800" b="0" dirty="0">
                          <a:solidFill>
                            <a:schemeClr val="tx1"/>
                          </a:solidFill>
                        </a:rPr>
                        <a:t>98</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ko-KR" altLang="en-US" sz="800" b="0" dirty="0">
                          <a:solidFill>
                            <a:schemeClr val="tx1"/>
                          </a:solidFill>
                        </a:rPr>
                        <a:t>              공지사항 입니다</a:t>
                      </a:r>
                      <a:r>
                        <a:rPr lang="en-US" altLang="ko-KR" sz="800" b="0" dirty="0">
                          <a:solidFill>
                            <a:schemeClr val="tx1"/>
                          </a:solidFill>
                        </a:rPr>
                        <a:t>. </a:t>
                      </a:r>
                      <a:r>
                        <a:rPr lang="ko-KR" altLang="en-US" sz="800" b="0" dirty="0">
                          <a:solidFill>
                            <a:schemeClr val="tx1"/>
                          </a:solidFill>
                        </a:rPr>
                        <a:t>공지사항 입니다</a:t>
                      </a:r>
                      <a:r>
                        <a:rPr lang="en-US" altLang="ko-KR" sz="800" b="0" dirty="0">
                          <a:solidFill>
                            <a:schemeClr val="tx1"/>
                          </a:solidFill>
                        </a:rPr>
                        <a:t>.</a:t>
                      </a:r>
                      <a:r>
                        <a:rPr lang="ko-KR" altLang="en-US" sz="800" b="0" dirty="0">
                          <a:solidFill>
                            <a:schemeClr val="tx1"/>
                          </a:solidFill>
                        </a:rPr>
                        <a:t> 공지사항 입니다</a:t>
                      </a:r>
                      <a:r>
                        <a:rPr lang="en-US" altLang="ko-KR" sz="800" b="0" dirty="0">
                          <a:solidFill>
                            <a:schemeClr val="tx1"/>
                          </a:solidFill>
                        </a:rPr>
                        <a:t>. </a:t>
                      </a:r>
                      <a:r>
                        <a:rPr lang="ko-KR" altLang="en-US" sz="800" b="0" dirty="0">
                          <a:solidFill>
                            <a:schemeClr val="tx1"/>
                          </a:solidFill>
                        </a:rPr>
                        <a:t>공지사항 입니다</a:t>
                      </a:r>
                      <a:r>
                        <a:rPr lang="en-US" altLang="ko-KR" sz="800" b="0" dirty="0">
                          <a:solidFill>
                            <a:schemeClr val="tx1"/>
                          </a:solidFill>
                        </a:rPr>
                        <a:t>.</a:t>
                      </a:r>
                      <a:r>
                        <a:rPr lang="ko-KR" altLang="en-US" sz="800" b="0" dirty="0">
                          <a:solidFill>
                            <a:schemeClr val="tx1"/>
                          </a:solidFill>
                        </a:rPr>
                        <a:t> 공지사항 입니다</a:t>
                      </a:r>
                      <a:r>
                        <a:rPr lang="en-US" altLang="ko-KR" sz="800" b="0" dirty="0">
                          <a:solidFill>
                            <a:schemeClr val="tx1"/>
                          </a:solidFill>
                        </a:rPr>
                        <a:t>. </a:t>
                      </a:r>
                      <a:r>
                        <a:rPr lang="ko-KR" altLang="en-US" sz="800" b="0" dirty="0">
                          <a:solidFill>
                            <a:schemeClr val="tx1"/>
                          </a:solidFill>
                        </a:rPr>
                        <a:t>공지사항 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2025-10-01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800" b="0" dirty="0">
                          <a:solidFill>
                            <a:schemeClr val="tx1"/>
                          </a:solidFill>
                        </a:rPr>
                        <a:t>97</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r>
                        <a:rPr lang="ko-KR" altLang="en-US" sz="800" b="0" dirty="0">
                          <a:solidFill>
                            <a:schemeClr val="tx1"/>
                          </a:solidFill>
                        </a:rPr>
                        <a:t> 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2025-10-01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0">
                <a:tc>
                  <a:txBody>
                    <a:bodyPr/>
                    <a:lstStyle/>
                    <a:p>
                      <a:pPr algn="ctr" latinLnBrk="1"/>
                      <a:r>
                        <a:rPr lang="en-US" altLang="ko-KR" sz="800" b="0" dirty="0">
                          <a:solidFill>
                            <a:schemeClr val="tx1"/>
                          </a:solidFill>
                        </a:rPr>
                        <a:t>96</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r>
                        <a:rPr lang="ko-KR" altLang="en-US" sz="800" b="0" dirty="0">
                          <a:solidFill>
                            <a:schemeClr val="tx1"/>
                          </a:solidFill>
                        </a:rPr>
                        <a:t> 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2025-10-01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4"/>
                  </a:ext>
                </a:extLst>
              </a:tr>
              <a:tr h="0">
                <a:tc>
                  <a:txBody>
                    <a:bodyPr/>
                    <a:lstStyle/>
                    <a:p>
                      <a:pPr algn="ctr" latinLnBrk="1"/>
                      <a:r>
                        <a:rPr lang="en-US" altLang="ko-KR" sz="800" b="0" dirty="0">
                          <a:solidFill>
                            <a:schemeClr val="tx1"/>
                          </a:solidFill>
                        </a:rPr>
                        <a:t>95</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r>
                        <a:rPr lang="ko-KR" altLang="en-US" sz="800" b="0" dirty="0">
                          <a:solidFill>
                            <a:schemeClr val="tx1"/>
                          </a:solidFill>
                        </a:rPr>
                        <a:t> 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2025-10-01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r h="0">
                <a:tc>
                  <a:txBody>
                    <a:bodyPr/>
                    <a:lstStyle/>
                    <a:p>
                      <a:pPr algn="ctr" latinLnBrk="1"/>
                      <a:r>
                        <a:rPr lang="en-US" altLang="ko-KR" sz="800" b="0" dirty="0">
                          <a:solidFill>
                            <a:schemeClr val="tx1"/>
                          </a:solidFill>
                        </a:rPr>
                        <a:t>94</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r>
                        <a:rPr lang="ko-KR" altLang="en-US" sz="800" b="0" dirty="0">
                          <a:solidFill>
                            <a:schemeClr val="tx1"/>
                          </a:solidFill>
                        </a:rPr>
                        <a:t> 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2025-10-01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6"/>
                  </a:ext>
                </a:extLst>
              </a:tr>
              <a:tr h="0">
                <a:tc>
                  <a:txBody>
                    <a:bodyPr/>
                    <a:lstStyle/>
                    <a:p>
                      <a:pPr algn="ctr" latinLnBrk="1"/>
                      <a:r>
                        <a:rPr lang="en-US" altLang="ko-KR" sz="800" b="0" dirty="0">
                          <a:solidFill>
                            <a:schemeClr val="tx1"/>
                          </a:solidFill>
                        </a:rPr>
                        <a:t>93</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r>
                        <a:rPr lang="ko-KR" altLang="en-US" sz="800" b="0" dirty="0">
                          <a:solidFill>
                            <a:schemeClr val="tx1"/>
                          </a:solidFill>
                        </a:rPr>
                        <a:t> 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2025-10-01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7"/>
                  </a:ext>
                </a:extLst>
              </a:tr>
              <a:tr h="0">
                <a:tc>
                  <a:txBody>
                    <a:bodyPr/>
                    <a:lstStyle/>
                    <a:p>
                      <a:pPr algn="ctr" latinLnBrk="1"/>
                      <a:r>
                        <a:rPr lang="en-US" altLang="ko-KR" sz="800" b="0" dirty="0">
                          <a:solidFill>
                            <a:schemeClr val="tx1"/>
                          </a:solidFill>
                        </a:rPr>
                        <a:t>92</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r>
                        <a:rPr lang="ko-KR" altLang="en-US" sz="800" b="0" dirty="0">
                          <a:solidFill>
                            <a:schemeClr val="tx1"/>
                          </a:solidFill>
                        </a:rPr>
                        <a:t> 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2025-10-01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8"/>
                  </a:ext>
                </a:extLst>
              </a:tr>
              <a:tr h="0">
                <a:tc>
                  <a:txBody>
                    <a:bodyPr/>
                    <a:lstStyle/>
                    <a:p>
                      <a:pPr algn="ctr" latinLnBrk="1"/>
                      <a:r>
                        <a:rPr lang="en-US" altLang="ko-KR" sz="800" b="0" dirty="0">
                          <a:solidFill>
                            <a:schemeClr val="tx1"/>
                          </a:solidFill>
                        </a:rPr>
                        <a:t>91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r>
                        <a:rPr lang="ko-KR" altLang="en-US" sz="800" b="0" dirty="0">
                          <a:solidFill>
                            <a:schemeClr val="tx1"/>
                          </a:solidFill>
                        </a:rPr>
                        <a:t> 일반 게시판 제목입니다</a:t>
                      </a:r>
                      <a:r>
                        <a:rPr lang="en-US" altLang="ko-KR" sz="800" b="0" dirty="0">
                          <a:solidFill>
                            <a:schemeClr val="tx1"/>
                          </a:solidFill>
                        </a:rPr>
                        <a:t>. </a:t>
                      </a:r>
                      <a:r>
                        <a:rPr lang="ko-KR" altLang="en-US" sz="800" b="0" dirty="0">
                          <a:solidFill>
                            <a:schemeClr val="tx1"/>
                          </a:solidFill>
                        </a:rPr>
                        <a:t>일반 게시판 제목입니다</a:t>
                      </a:r>
                      <a:r>
                        <a:rPr lang="en-US" altLang="ko-KR" sz="800" b="0" dirty="0">
                          <a:solidFill>
                            <a:schemeClr val="tx1"/>
                          </a:solidFill>
                        </a:rPr>
                        <a:t>.</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rPr>
                        <a:t>2025-10-01</a:t>
                      </a:r>
                      <a:endParaRPr lang="ko-KR" altLang="en-US" sz="800" b="0" dirty="0">
                        <a:solidFill>
                          <a:schemeClr val="tx1"/>
                        </a:solidFill>
                      </a:endParaRPr>
                    </a:p>
                  </a:txBody>
                  <a:tcPr>
                    <a:lnL w="6350" cap="flat" cmpd="sng" algn="ctr">
                      <a:solidFill>
                        <a:schemeClr val="bg1">
                          <a:lumMod val="65000"/>
                        </a:schemeClr>
                      </a:solidFill>
                      <a:prstDash val="solid"/>
                      <a:round/>
                      <a:headEnd type="none" w="med" len="med"/>
                      <a:tailEnd type="none" w="med" len="med"/>
                    </a:lnL>
                    <a:lnR w="6350" cap="flat" cmpd="sng" algn="ctr">
                      <a:solidFill>
                        <a:schemeClr val="bg1">
                          <a:lumMod val="65000"/>
                        </a:schemeClr>
                      </a:solidFill>
                      <a:prstDash val="solid"/>
                      <a:round/>
                      <a:headEnd type="none" w="med" len="med"/>
                      <a:tailEnd type="none" w="med" len="med"/>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9"/>
                  </a:ext>
                </a:extLst>
              </a:tr>
            </a:tbl>
          </a:graphicData>
        </a:graphic>
      </p:graphicFrame>
      <p:sp>
        <p:nvSpPr>
          <p:cNvPr id="13" name="직사각형 12">
            <a:extLst>
              <a:ext uri="{FF2B5EF4-FFF2-40B4-BE49-F238E27FC236}">
                <a16:creationId xmlns:a16="http://schemas.microsoft.com/office/drawing/2014/main" id="{E8B277EA-328F-49C2-A15D-26363196E3F7}"/>
              </a:ext>
            </a:extLst>
          </p:cNvPr>
          <p:cNvSpPr/>
          <p:nvPr/>
        </p:nvSpPr>
        <p:spPr>
          <a:xfrm>
            <a:off x="2148955" y="4051366"/>
            <a:ext cx="443556" cy="116006"/>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공지</a:t>
            </a:r>
          </a:p>
        </p:txBody>
      </p:sp>
      <p:sp>
        <p:nvSpPr>
          <p:cNvPr id="14" name="직사각형 13">
            <a:extLst>
              <a:ext uri="{FF2B5EF4-FFF2-40B4-BE49-F238E27FC236}">
                <a16:creationId xmlns:a16="http://schemas.microsoft.com/office/drawing/2014/main" id="{1DE63B33-2264-487B-989C-992156CC949F}"/>
              </a:ext>
            </a:extLst>
          </p:cNvPr>
          <p:cNvSpPr/>
          <p:nvPr/>
        </p:nvSpPr>
        <p:spPr>
          <a:xfrm>
            <a:off x="2148955" y="4273700"/>
            <a:ext cx="443556" cy="116006"/>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공지</a:t>
            </a:r>
          </a:p>
        </p:txBody>
      </p:sp>
      <p:graphicFrame>
        <p:nvGraphicFramePr>
          <p:cNvPr id="15" name="표 14">
            <a:extLst>
              <a:ext uri="{FF2B5EF4-FFF2-40B4-BE49-F238E27FC236}">
                <a16:creationId xmlns:a16="http://schemas.microsoft.com/office/drawing/2014/main" id="{CA63D310-3352-48A8-80E6-DD2FBEEF39A7}"/>
              </a:ext>
            </a:extLst>
          </p:cNvPr>
          <p:cNvGraphicFramePr>
            <a:graphicFrameLocks noGrp="1"/>
          </p:cNvGraphicFramePr>
          <p:nvPr>
            <p:extLst>
              <p:ext uri="{D42A27DB-BD31-4B8C-83A1-F6EECF244321}">
                <p14:modId xmlns:p14="http://schemas.microsoft.com/office/powerpoint/2010/main" val="1774870617"/>
              </p:ext>
            </p:extLst>
          </p:nvPr>
        </p:nvGraphicFramePr>
        <p:xfrm>
          <a:off x="10171774" y="22159"/>
          <a:ext cx="1979018" cy="504547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RF-05</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RF-05-02-06</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디자인 패턴</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웹페이지 </a:t>
                      </a:r>
                      <a:endParaRPr lang="en-US" altLang="ko-KR" sz="800" dirty="0"/>
                    </a:p>
                    <a:p>
                      <a:pPr algn="l" latinLnBrk="1"/>
                      <a:r>
                        <a:rPr lang="en-US" altLang="ko-KR" sz="800" dirty="0"/>
                        <a:t>- </a:t>
                      </a:r>
                      <a:r>
                        <a:rPr lang="ko-KR" altLang="en-US" sz="800" dirty="0"/>
                        <a:t>보기 화면 두번째 형태</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관리자 페이지의 웹페이지의 보기 패턴의 두번째 형태 입니다</a:t>
                      </a:r>
                      <a:r>
                        <a:rPr lang="en-US" altLang="ko-KR" sz="800" dirty="0"/>
                        <a:t>..</a:t>
                      </a:r>
                      <a:br>
                        <a:rPr lang="en-US" altLang="ko-KR" sz="800" dirty="0"/>
                      </a:br>
                      <a:br>
                        <a:rPr lang="en-US" altLang="ko-KR" sz="800" dirty="0"/>
                      </a:br>
                      <a:r>
                        <a:rPr lang="ko-KR" altLang="en-US" sz="800" dirty="0"/>
                        <a:t>해당 패턴들을 가지고 조합하여 상품 보기 페이지나 사용자 보기 페이지 등등의 컨트롤 페이지들을 구성하겠습니다</a:t>
                      </a:r>
                      <a:r>
                        <a:rPr lang="en-US" altLang="ko-KR" sz="800" dirty="0"/>
                        <a:t>.</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45340364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대 제목 패턴 </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화면 </a:t>
                      </a:r>
                      <a:r>
                        <a:rPr lang="en-US" altLang="ko-KR" sz="800" b="0" dirty="0">
                          <a:solidFill>
                            <a:schemeClr val="tx1"/>
                          </a:solidFill>
                        </a:rPr>
                        <a:t>2</a:t>
                      </a:r>
                      <a:r>
                        <a:rPr lang="ko-KR" altLang="en-US" sz="800" b="0" dirty="0">
                          <a:solidFill>
                            <a:schemeClr val="tx1"/>
                          </a:solidFill>
                        </a:rPr>
                        <a:t>분할 패턴 표시</a:t>
                      </a:r>
                      <a:br>
                        <a:rPr lang="en-US" altLang="ko-KR" sz="800" b="0" dirty="0">
                          <a:solidFill>
                            <a:schemeClr val="tx1"/>
                          </a:solidFill>
                        </a:rPr>
                      </a:br>
                      <a:r>
                        <a:rPr lang="en-US" altLang="ko-KR" sz="800" b="0" dirty="0">
                          <a:solidFill>
                            <a:schemeClr val="tx1"/>
                          </a:solidFill>
                        </a:rPr>
                        <a:t>( </a:t>
                      </a:r>
                      <a:r>
                        <a:rPr lang="ko-KR" altLang="en-US" sz="800" b="0" dirty="0">
                          <a:solidFill>
                            <a:schemeClr val="tx1"/>
                          </a:solidFill>
                        </a:rPr>
                        <a:t>화면 </a:t>
                      </a:r>
                      <a:r>
                        <a:rPr lang="en-US" altLang="ko-KR" sz="800" b="0" dirty="0">
                          <a:solidFill>
                            <a:schemeClr val="tx1"/>
                          </a:solidFill>
                        </a:rPr>
                        <a:t>3</a:t>
                      </a:r>
                      <a:r>
                        <a:rPr lang="ko-KR" altLang="en-US" sz="800" b="0" dirty="0">
                          <a:solidFill>
                            <a:schemeClr val="tx1"/>
                          </a:solidFill>
                        </a:rPr>
                        <a:t>분할 패턴도 부탁드립니다 </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중 제목 패턴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338346840"/>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화면 </a:t>
                      </a:r>
                      <a:r>
                        <a:rPr lang="en-US" altLang="ko-KR" sz="800" b="0" dirty="0">
                          <a:solidFill>
                            <a:schemeClr val="tx1"/>
                          </a:solidFill>
                        </a:rPr>
                        <a:t>1</a:t>
                      </a:r>
                      <a:r>
                        <a:rPr lang="ko-KR" altLang="en-US" sz="800" b="0" dirty="0">
                          <a:solidFill>
                            <a:schemeClr val="tx1"/>
                          </a:solidFill>
                        </a:rPr>
                        <a:t>분할 패턴 표시</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969317762"/>
                  </a:ext>
                </a:extLst>
              </a:tr>
              <a:tr h="140746">
                <a:tc>
                  <a:txBody>
                    <a:bodyPr/>
                    <a:lstStyle/>
                    <a:p>
                      <a:pPr algn="ctr" latinLnBrk="1"/>
                      <a:r>
                        <a:rPr lang="en-US" altLang="ko-KR" sz="800" dirty="0"/>
                        <a:t>5</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탭 메뉴 패턴 </a:t>
                      </a:r>
                      <a:br>
                        <a:rPr lang="en-US" altLang="ko-KR" sz="800" b="0" dirty="0">
                          <a:solidFill>
                            <a:schemeClr val="tx1"/>
                          </a:solidFill>
                        </a:rPr>
                      </a:br>
                      <a:r>
                        <a:rPr lang="en-US" altLang="ko-KR" sz="800" b="0" dirty="0">
                          <a:solidFill>
                            <a:schemeClr val="tx1"/>
                          </a:solidFill>
                        </a:rPr>
                        <a:t>: </a:t>
                      </a:r>
                      <a:r>
                        <a:rPr lang="ko-KR" altLang="en-US" sz="800" b="0" dirty="0">
                          <a:solidFill>
                            <a:schemeClr val="tx1"/>
                          </a:solidFill>
                        </a:rPr>
                        <a:t>탭 메뉴를 클릭하면 </a:t>
                      </a:r>
                      <a:r>
                        <a:rPr lang="en-US" altLang="ko-KR" sz="800" b="0" dirty="0">
                          <a:solidFill>
                            <a:schemeClr val="tx1"/>
                          </a:solidFill>
                        </a:rPr>
                        <a:t>6</a:t>
                      </a:r>
                      <a:r>
                        <a:rPr lang="ko-KR" altLang="en-US" sz="800" b="0" dirty="0">
                          <a:solidFill>
                            <a:schemeClr val="tx1"/>
                          </a:solidFill>
                        </a:rPr>
                        <a:t>번의 표시창이 변경됩니다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메뉴가 클릭되면 탭 메뉴의 강조 패턴도 부탁드립니다</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59645227"/>
                  </a:ext>
                </a:extLst>
              </a:tr>
              <a:tr h="140746">
                <a:tc>
                  <a:txBody>
                    <a:bodyPr/>
                    <a:lstStyle/>
                    <a:p>
                      <a:pPr algn="ctr" latinLnBrk="1"/>
                      <a:r>
                        <a:rPr lang="en-US" altLang="ko-KR" sz="800" dirty="0"/>
                        <a:t>6</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탭메뉴</a:t>
                      </a:r>
                      <a:r>
                        <a:rPr lang="ko-KR" altLang="en-US" sz="800" b="0" dirty="0">
                          <a:solidFill>
                            <a:schemeClr val="tx1"/>
                          </a:solidFill>
                        </a:rPr>
                        <a:t> </a:t>
                      </a:r>
                      <a:r>
                        <a:rPr lang="ko-KR" altLang="en-US" sz="800" b="0" dirty="0" err="1">
                          <a:solidFill>
                            <a:schemeClr val="tx1"/>
                          </a:solidFill>
                        </a:rPr>
                        <a:t>표시영역입니다</a:t>
                      </a:r>
                      <a:r>
                        <a:rPr lang="en-US" altLang="ko-KR" sz="800" b="0" dirty="0">
                          <a:solidFill>
                            <a:schemeClr val="tx1"/>
                          </a:solidFill>
                        </a:rPr>
                        <a:t>. </a:t>
                      </a:r>
                      <a:r>
                        <a:rPr lang="ko-KR" altLang="en-US" sz="800" b="0" dirty="0">
                          <a:solidFill>
                            <a:schemeClr val="tx1"/>
                          </a:solidFill>
                        </a:rPr>
                        <a:t>탭메뉴를 누르면 </a:t>
                      </a:r>
                      <a:r>
                        <a:rPr lang="en-US" altLang="ko-KR" sz="800" b="0" dirty="0">
                          <a:solidFill>
                            <a:schemeClr val="tx1"/>
                          </a:solidFill>
                        </a:rPr>
                        <a:t>Ajax</a:t>
                      </a:r>
                      <a:r>
                        <a:rPr lang="ko-KR" altLang="en-US" sz="800" b="0" dirty="0">
                          <a:solidFill>
                            <a:schemeClr val="tx1"/>
                          </a:solidFill>
                        </a:rPr>
                        <a:t>를 통해 화면이 변경될 것입니다</a:t>
                      </a:r>
                      <a:r>
                        <a:rPr lang="en-US" altLang="ko-KR" sz="800" b="0" dirty="0">
                          <a:solidFill>
                            <a:schemeClr val="tx1"/>
                          </a:solidFill>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영역에 일반 리스트를 표현해 주세요</a:t>
                      </a:r>
                      <a:r>
                        <a:rPr lang="en-US" altLang="ko-KR" sz="800" b="0" dirty="0">
                          <a:solidFill>
                            <a:schemeClr val="tx1"/>
                          </a:solidFill>
                        </a:rPr>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080341934"/>
                  </a:ext>
                </a:extLst>
              </a:tr>
            </a:tbl>
          </a:graphicData>
        </a:graphic>
      </p:graphicFrame>
      <p:sp>
        <p:nvSpPr>
          <p:cNvPr id="16" name="TextBox 15">
            <a:extLst>
              <a:ext uri="{FF2B5EF4-FFF2-40B4-BE49-F238E27FC236}">
                <a16:creationId xmlns:a16="http://schemas.microsoft.com/office/drawing/2014/main" id="{22D56FC2-1651-40CD-8111-C8306668BD2C}"/>
              </a:ext>
            </a:extLst>
          </p:cNvPr>
          <p:cNvSpPr txBox="1"/>
          <p:nvPr/>
        </p:nvSpPr>
        <p:spPr>
          <a:xfrm>
            <a:off x="1435712" y="815128"/>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17" name="TextBox 16">
            <a:extLst>
              <a:ext uri="{FF2B5EF4-FFF2-40B4-BE49-F238E27FC236}">
                <a16:creationId xmlns:a16="http://schemas.microsoft.com/office/drawing/2014/main" id="{FDA088AE-3E4A-462F-8CFD-58A046D22A4D}"/>
              </a:ext>
            </a:extLst>
          </p:cNvPr>
          <p:cNvSpPr txBox="1"/>
          <p:nvPr/>
        </p:nvSpPr>
        <p:spPr>
          <a:xfrm>
            <a:off x="1435712" y="1937689"/>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18" name="TextBox 17">
            <a:extLst>
              <a:ext uri="{FF2B5EF4-FFF2-40B4-BE49-F238E27FC236}">
                <a16:creationId xmlns:a16="http://schemas.microsoft.com/office/drawing/2014/main" id="{27B71BCA-B15F-4FFF-AC19-36AE4D61DDCF}"/>
              </a:ext>
            </a:extLst>
          </p:cNvPr>
          <p:cNvSpPr txBox="1"/>
          <p:nvPr/>
        </p:nvSpPr>
        <p:spPr>
          <a:xfrm>
            <a:off x="1435712" y="1443551"/>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19" name="TextBox 18">
            <a:extLst>
              <a:ext uri="{FF2B5EF4-FFF2-40B4-BE49-F238E27FC236}">
                <a16:creationId xmlns:a16="http://schemas.microsoft.com/office/drawing/2014/main" id="{AB664041-7C2E-4AE7-893C-6CC8B8C5195D}"/>
              </a:ext>
            </a:extLst>
          </p:cNvPr>
          <p:cNvSpPr txBox="1"/>
          <p:nvPr/>
        </p:nvSpPr>
        <p:spPr>
          <a:xfrm>
            <a:off x="1435712" y="2574492"/>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
        <p:nvSpPr>
          <p:cNvPr id="20" name="TextBox 19">
            <a:extLst>
              <a:ext uri="{FF2B5EF4-FFF2-40B4-BE49-F238E27FC236}">
                <a16:creationId xmlns:a16="http://schemas.microsoft.com/office/drawing/2014/main" id="{2291D6AE-4E07-4DDF-949D-00F06A63639A}"/>
              </a:ext>
            </a:extLst>
          </p:cNvPr>
          <p:cNvSpPr txBox="1"/>
          <p:nvPr/>
        </p:nvSpPr>
        <p:spPr>
          <a:xfrm>
            <a:off x="1434551" y="3392023"/>
            <a:ext cx="251992" cy="230832"/>
          </a:xfrm>
          <a:prstGeom prst="rect">
            <a:avLst/>
          </a:prstGeom>
          <a:solidFill>
            <a:srgbClr val="FF0000"/>
          </a:solidFill>
        </p:spPr>
        <p:txBody>
          <a:bodyPr wrap="none" rtlCol="0">
            <a:spAutoFit/>
          </a:bodyPr>
          <a:lstStyle/>
          <a:p>
            <a:r>
              <a:rPr lang="en-US" altLang="ko-KR" sz="900" b="1" dirty="0">
                <a:solidFill>
                  <a:schemeClr val="bg1"/>
                </a:solidFill>
              </a:rPr>
              <a:t>5</a:t>
            </a:r>
            <a:endParaRPr lang="ko-KR" altLang="en-US" sz="900" b="1" dirty="0">
              <a:solidFill>
                <a:schemeClr val="bg1"/>
              </a:solidFill>
            </a:endParaRPr>
          </a:p>
        </p:txBody>
      </p:sp>
      <p:sp>
        <p:nvSpPr>
          <p:cNvPr id="21" name="TextBox 20">
            <a:extLst>
              <a:ext uri="{FF2B5EF4-FFF2-40B4-BE49-F238E27FC236}">
                <a16:creationId xmlns:a16="http://schemas.microsoft.com/office/drawing/2014/main" id="{2462F298-C483-482C-A6CA-C96A774CA1CA}"/>
              </a:ext>
            </a:extLst>
          </p:cNvPr>
          <p:cNvSpPr txBox="1"/>
          <p:nvPr/>
        </p:nvSpPr>
        <p:spPr>
          <a:xfrm>
            <a:off x="5709746" y="4866792"/>
            <a:ext cx="251992" cy="230832"/>
          </a:xfrm>
          <a:prstGeom prst="rect">
            <a:avLst/>
          </a:prstGeom>
          <a:solidFill>
            <a:srgbClr val="FF0000"/>
          </a:solidFill>
        </p:spPr>
        <p:txBody>
          <a:bodyPr wrap="none" rtlCol="0">
            <a:spAutoFit/>
          </a:bodyPr>
          <a:lstStyle/>
          <a:p>
            <a:r>
              <a:rPr lang="en-US" altLang="ko-KR" sz="900" b="1" dirty="0">
                <a:solidFill>
                  <a:schemeClr val="bg1"/>
                </a:solidFill>
              </a:rPr>
              <a:t>6</a:t>
            </a:r>
            <a:endParaRPr lang="ko-KR" altLang="en-US" sz="900" b="1" dirty="0">
              <a:solidFill>
                <a:schemeClr val="bg1"/>
              </a:solidFill>
            </a:endParaRPr>
          </a:p>
        </p:txBody>
      </p:sp>
    </p:spTree>
    <p:extLst>
      <p:ext uri="{BB962C8B-B14F-4D97-AF65-F5344CB8AC3E}">
        <p14:creationId xmlns:p14="http://schemas.microsoft.com/office/powerpoint/2010/main" val="1023971971"/>
      </p:ext>
    </p:extLst>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09B3649C-BE1C-4D0C-9A04-9FBF12BB20BF}"/>
              </a:ext>
            </a:extLst>
          </p:cNvPr>
          <p:cNvSpPr/>
          <p:nvPr/>
        </p:nvSpPr>
        <p:spPr>
          <a:xfrm>
            <a:off x="4009073" y="1937703"/>
            <a:ext cx="3935785" cy="4549089"/>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3" name="그룹 2">
            <a:extLst>
              <a:ext uri="{FF2B5EF4-FFF2-40B4-BE49-F238E27FC236}">
                <a16:creationId xmlns:a16="http://schemas.microsoft.com/office/drawing/2014/main" id="{9DEA624A-0D67-44CD-B2B3-DE13472C61C9}"/>
              </a:ext>
            </a:extLst>
          </p:cNvPr>
          <p:cNvGrpSpPr/>
          <p:nvPr/>
        </p:nvGrpSpPr>
        <p:grpSpPr>
          <a:xfrm>
            <a:off x="4196224" y="2940003"/>
            <a:ext cx="797757" cy="437877"/>
            <a:chOff x="2681976" y="1955121"/>
            <a:chExt cx="1929510" cy="596970"/>
          </a:xfrm>
        </p:grpSpPr>
        <p:sp>
          <p:nvSpPr>
            <p:cNvPr id="4" name="Border">
              <a:extLst>
                <a:ext uri="{FF2B5EF4-FFF2-40B4-BE49-F238E27FC236}">
                  <a16:creationId xmlns:a16="http://schemas.microsoft.com/office/drawing/2014/main" id="{9AE11E29-1F3F-4214-9962-AB9607837497}"/>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 name="Line 2">
              <a:extLst>
                <a:ext uri="{FF2B5EF4-FFF2-40B4-BE49-F238E27FC236}">
                  <a16:creationId xmlns:a16="http://schemas.microsoft.com/office/drawing/2014/main" id="{EB0E11C2-949E-4A7A-87CD-7C437EBD742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 name="Line 1">
              <a:extLst>
                <a:ext uri="{FF2B5EF4-FFF2-40B4-BE49-F238E27FC236}">
                  <a16:creationId xmlns:a16="http://schemas.microsoft.com/office/drawing/2014/main" id="{A62CBD40-16E7-40C6-8DA5-DE79100BF30E}"/>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 name="TextBox 6">
              <a:extLst>
                <a:ext uri="{FF2B5EF4-FFF2-40B4-BE49-F238E27FC236}">
                  <a16:creationId xmlns:a16="http://schemas.microsoft.com/office/drawing/2014/main" id="{4EAC7F44-FD98-4878-8187-FDB6DC44196C}"/>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8" name="직사각형 7">
            <a:extLst>
              <a:ext uri="{FF2B5EF4-FFF2-40B4-BE49-F238E27FC236}">
                <a16:creationId xmlns:a16="http://schemas.microsoft.com/office/drawing/2014/main" id="{0886DE97-6F28-45BE-BE3D-4B7C44E6B70C}"/>
              </a:ext>
            </a:extLst>
          </p:cNvPr>
          <p:cNvSpPr/>
          <p:nvPr/>
        </p:nvSpPr>
        <p:spPr>
          <a:xfrm>
            <a:off x="5029789" y="2868549"/>
            <a:ext cx="2378616"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sp>
        <p:nvSpPr>
          <p:cNvPr id="9" name="TextBox 8">
            <a:extLst>
              <a:ext uri="{FF2B5EF4-FFF2-40B4-BE49-F238E27FC236}">
                <a16:creationId xmlns:a16="http://schemas.microsoft.com/office/drawing/2014/main" id="{F9E1CD7E-B90A-4B7B-8BC8-16D09FE86F7A}"/>
              </a:ext>
            </a:extLst>
          </p:cNvPr>
          <p:cNvSpPr txBox="1"/>
          <p:nvPr/>
        </p:nvSpPr>
        <p:spPr>
          <a:xfrm>
            <a:off x="4129642" y="2036736"/>
            <a:ext cx="864339"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a:t>
            </a:r>
            <a:r>
              <a:rPr lang="ko-KR" altLang="en-US" sz="900" b="1" dirty="0" err="1">
                <a:latin typeface="맑은 고딕" panose="020B0503020000020004" pitchFamily="50" charset="-127"/>
                <a:ea typeface="맑은 고딕" panose="020B0503020000020004" pitchFamily="50" charset="-127"/>
              </a:rPr>
              <a:t>대제목</a:t>
            </a:r>
            <a:r>
              <a:rPr lang="ko-KR" altLang="en-US" sz="900" b="1" dirty="0">
                <a:latin typeface="맑은 고딕" panose="020B0503020000020004" pitchFamily="50" charset="-127"/>
                <a:ea typeface="맑은 고딕" panose="020B0503020000020004" pitchFamily="50" charset="-127"/>
              </a:rPr>
              <a:t> </a:t>
            </a:r>
            <a:r>
              <a:rPr lang="en-US" altLang="ko-KR" sz="900" b="1" dirty="0">
                <a:latin typeface="맑은 고딕" panose="020B0503020000020004" pitchFamily="50" charset="-127"/>
                <a:ea typeface="맑은 고딕" panose="020B0503020000020004" pitchFamily="50" charset="-127"/>
              </a:rPr>
              <a:t>#1</a:t>
            </a:r>
            <a:endParaRPr lang="ko-KR" altLang="en-US" sz="900" dirty="0"/>
          </a:p>
        </p:txBody>
      </p:sp>
      <p:graphicFrame>
        <p:nvGraphicFramePr>
          <p:cNvPr id="10" name="표 17">
            <a:extLst>
              <a:ext uri="{FF2B5EF4-FFF2-40B4-BE49-F238E27FC236}">
                <a16:creationId xmlns:a16="http://schemas.microsoft.com/office/drawing/2014/main" id="{1C8FDEE7-74D5-47FB-882F-01558B9F678E}"/>
              </a:ext>
            </a:extLst>
          </p:cNvPr>
          <p:cNvGraphicFramePr>
            <a:graphicFrameLocks noGrp="1"/>
          </p:cNvGraphicFramePr>
          <p:nvPr>
            <p:extLst>
              <p:ext uri="{D42A27DB-BD31-4B8C-83A1-F6EECF244321}">
                <p14:modId xmlns:p14="http://schemas.microsoft.com/office/powerpoint/2010/main" val="2860007277"/>
              </p:ext>
            </p:extLst>
          </p:nvPr>
        </p:nvGraphicFramePr>
        <p:xfrm>
          <a:off x="4269241" y="3732964"/>
          <a:ext cx="3472494" cy="106680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가격제약조건</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1,500 </a:t>
                      </a:r>
                      <a:r>
                        <a:rPr lang="ko-KR" altLang="en-US" sz="800" dirty="0"/>
                        <a:t>원 </a:t>
                      </a:r>
                      <a:r>
                        <a:rPr lang="en-US" altLang="ko-KR" sz="800" dirty="0"/>
                        <a:t>~ 5,000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이익분배조건</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판매 개당 </a:t>
                      </a:r>
                      <a:r>
                        <a:rPr lang="en-US" altLang="ko-KR" sz="800" dirty="0"/>
                        <a:t>500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ko-KR" altLang="en-US" sz="800" dirty="0">
                          <a:solidFill>
                            <a:schemeClr val="tx1"/>
                          </a:solidFill>
                        </a:rPr>
                        <a:t>재고</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20,000 </a:t>
                      </a:r>
                      <a:r>
                        <a:rPr lang="ko-KR" altLang="en-US" sz="800" dirty="0"/>
                        <a:t>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r h="0">
                <a:tc>
                  <a:txBody>
                    <a:bodyPr/>
                    <a:lstStyle/>
                    <a:p>
                      <a:pPr latinLnBrk="1"/>
                      <a:r>
                        <a:rPr lang="ko-KR" altLang="en-US" sz="800" dirty="0">
                          <a:solidFill>
                            <a:schemeClr val="tx1"/>
                          </a:solidFill>
                        </a:rPr>
                        <a:t>구매제한수량</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1</a:t>
                      </a:r>
                      <a:r>
                        <a:rPr lang="ko-KR" altLang="en-US" sz="800" dirty="0"/>
                        <a:t>회 </a:t>
                      </a:r>
                      <a:r>
                        <a:rPr lang="ko-KR" altLang="en-US" sz="800" dirty="0" err="1"/>
                        <a:t>구매시</a:t>
                      </a:r>
                      <a:r>
                        <a:rPr lang="ko-KR" altLang="en-US" sz="800" dirty="0"/>
                        <a:t> </a:t>
                      </a:r>
                      <a:r>
                        <a:rPr lang="en-US" altLang="ko-KR" sz="800" dirty="0"/>
                        <a:t>100</a:t>
                      </a:r>
                      <a:r>
                        <a:rPr lang="ko-KR" altLang="en-US" sz="800" dirty="0"/>
                        <a:t>개 까지</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03615924"/>
                  </a:ext>
                </a:extLst>
              </a:tr>
              <a:tr h="0">
                <a:tc>
                  <a:txBody>
                    <a:bodyPr/>
                    <a:lstStyle/>
                    <a:p>
                      <a:pPr latinLnBrk="1"/>
                      <a:r>
                        <a:rPr lang="ko-KR" altLang="en-US" sz="800" dirty="0">
                          <a:solidFill>
                            <a:schemeClr val="tx1"/>
                          </a:solidFill>
                        </a:rPr>
                        <a:t>상품 판매 기간</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무기한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523570304"/>
                  </a:ext>
                </a:extLst>
              </a:tr>
            </a:tbl>
          </a:graphicData>
        </a:graphic>
      </p:graphicFrame>
      <p:sp>
        <p:nvSpPr>
          <p:cNvPr id="11" name="TextBox 10">
            <a:extLst>
              <a:ext uri="{FF2B5EF4-FFF2-40B4-BE49-F238E27FC236}">
                <a16:creationId xmlns:a16="http://schemas.microsoft.com/office/drawing/2014/main" id="{B4D43DE4-8C44-44C4-B11D-FA36CA75D2A1}"/>
              </a:ext>
            </a:extLst>
          </p:cNvPr>
          <p:cNvSpPr txBox="1"/>
          <p:nvPr/>
        </p:nvSpPr>
        <p:spPr>
          <a:xfrm>
            <a:off x="4162423" y="3510959"/>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상품 제약 조건</a:t>
            </a:r>
            <a:endParaRPr lang="ko-KR" altLang="en-US" sz="900" dirty="0"/>
          </a:p>
        </p:txBody>
      </p:sp>
      <p:graphicFrame>
        <p:nvGraphicFramePr>
          <p:cNvPr id="12" name="표 17">
            <a:extLst>
              <a:ext uri="{FF2B5EF4-FFF2-40B4-BE49-F238E27FC236}">
                <a16:creationId xmlns:a16="http://schemas.microsoft.com/office/drawing/2014/main" id="{5581444E-8D16-40CE-B55D-A81E92FD21F3}"/>
              </a:ext>
            </a:extLst>
          </p:cNvPr>
          <p:cNvGraphicFramePr>
            <a:graphicFrameLocks noGrp="1"/>
          </p:cNvGraphicFramePr>
          <p:nvPr>
            <p:extLst>
              <p:ext uri="{D42A27DB-BD31-4B8C-83A1-F6EECF244321}">
                <p14:modId xmlns:p14="http://schemas.microsoft.com/office/powerpoint/2010/main" val="3569210150"/>
              </p:ext>
            </p:extLst>
          </p:nvPr>
        </p:nvGraphicFramePr>
        <p:xfrm>
          <a:off x="4269241" y="5163602"/>
          <a:ext cx="3472494" cy="21336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판매 설정 금액</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                              </a:t>
                      </a:r>
                      <a:r>
                        <a:rPr lang="ko-KR" altLang="en-US" sz="800" dirty="0"/>
                        <a:t>원</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bl>
          </a:graphicData>
        </a:graphic>
      </p:graphicFrame>
      <p:sp>
        <p:nvSpPr>
          <p:cNvPr id="13" name="TextBox 12">
            <a:extLst>
              <a:ext uri="{FF2B5EF4-FFF2-40B4-BE49-F238E27FC236}">
                <a16:creationId xmlns:a16="http://schemas.microsoft.com/office/drawing/2014/main" id="{5EADAE3C-5650-4A52-84B7-3C0DA879B8CB}"/>
              </a:ext>
            </a:extLst>
          </p:cNvPr>
          <p:cNvSpPr txBox="1"/>
          <p:nvPr/>
        </p:nvSpPr>
        <p:spPr>
          <a:xfrm>
            <a:off x="4152668" y="4932770"/>
            <a:ext cx="1112805"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판매 설정 정보</a:t>
            </a:r>
            <a:endParaRPr lang="ko-KR" altLang="en-US" sz="900" dirty="0"/>
          </a:p>
        </p:txBody>
      </p:sp>
      <p:sp>
        <p:nvSpPr>
          <p:cNvPr id="14" name="직사각형 13">
            <a:extLst>
              <a:ext uri="{FF2B5EF4-FFF2-40B4-BE49-F238E27FC236}">
                <a16:creationId xmlns:a16="http://schemas.microsoft.com/office/drawing/2014/main" id="{E7A04B5D-676B-4C1A-AEA9-DF5C94F00A6A}"/>
              </a:ext>
            </a:extLst>
          </p:cNvPr>
          <p:cNvSpPr/>
          <p:nvPr/>
        </p:nvSpPr>
        <p:spPr>
          <a:xfrm>
            <a:off x="4824850" y="5690860"/>
            <a:ext cx="1358901" cy="213360"/>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a:solidFill>
                  <a:schemeClr val="bg1"/>
                </a:solidFill>
              </a:rPr>
              <a:t>상품추가하기</a:t>
            </a:r>
            <a:endParaRPr lang="en-US" altLang="ko-KR" sz="800" dirty="0">
              <a:solidFill>
                <a:schemeClr val="bg1"/>
              </a:solidFill>
            </a:endParaRPr>
          </a:p>
        </p:txBody>
      </p:sp>
      <p:grpSp>
        <p:nvGrpSpPr>
          <p:cNvPr id="15" name="Image">
            <a:extLst>
              <a:ext uri="{FF2B5EF4-FFF2-40B4-BE49-F238E27FC236}">
                <a16:creationId xmlns:a16="http://schemas.microsoft.com/office/drawing/2014/main" id="{CEF505AD-55F2-4607-813C-C0B8DEC1E342}"/>
              </a:ext>
            </a:extLst>
          </p:cNvPr>
          <p:cNvGrpSpPr>
            <a:grpSpLocks/>
          </p:cNvGrpSpPr>
          <p:nvPr/>
        </p:nvGrpSpPr>
        <p:grpSpPr bwMode="auto">
          <a:xfrm>
            <a:off x="7632553" y="2057771"/>
            <a:ext cx="204716" cy="209797"/>
            <a:chOff x="508000" y="1397000"/>
            <a:chExt cx="1008112" cy="1008112"/>
          </a:xfrm>
        </p:grpSpPr>
        <p:sp>
          <p:nvSpPr>
            <p:cNvPr id="16" name="Border">
              <a:extLst>
                <a:ext uri="{FF2B5EF4-FFF2-40B4-BE49-F238E27FC236}">
                  <a16:creationId xmlns:a16="http://schemas.microsoft.com/office/drawing/2014/main" id="{29A3442B-A827-4E70-BB8B-CC3FCB828A50}"/>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7" name="Line 2">
              <a:extLst>
                <a:ext uri="{FF2B5EF4-FFF2-40B4-BE49-F238E27FC236}">
                  <a16:creationId xmlns:a16="http://schemas.microsoft.com/office/drawing/2014/main" id="{17E6E153-F723-4461-AC37-D8F0386F1186}"/>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18" name="Line 1">
              <a:extLst>
                <a:ext uri="{FF2B5EF4-FFF2-40B4-BE49-F238E27FC236}">
                  <a16:creationId xmlns:a16="http://schemas.microsoft.com/office/drawing/2014/main" id="{FF6DF00A-9665-4209-AC88-100FA2322545}"/>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sp>
        <p:nvSpPr>
          <p:cNvPr id="19" name="직사각형 18">
            <a:extLst>
              <a:ext uri="{FF2B5EF4-FFF2-40B4-BE49-F238E27FC236}">
                <a16:creationId xmlns:a16="http://schemas.microsoft.com/office/drawing/2014/main" id="{9F44EA19-56B4-4C48-8632-F8807AD8B691}"/>
              </a:ext>
            </a:extLst>
          </p:cNvPr>
          <p:cNvSpPr/>
          <p:nvPr/>
        </p:nvSpPr>
        <p:spPr>
          <a:xfrm>
            <a:off x="6290560" y="5690860"/>
            <a:ext cx="891615" cy="213360"/>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닫기</a:t>
            </a:r>
            <a:endParaRPr lang="en-US" altLang="ko-KR" sz="800" dirty="0">
              <a:solidFill>
                <a:schemeClr val="bg1"/>
              </a:solidFill>
            </a:endParaRPr>
          </a:p>
        </p:txBody>
      </p:sp>
      <p:sp>
        <p:nvSpPr>
          <p:cNvPr id="20" name="직사각형 19">
            <a:extLst>
              <a:ext uri="{FF2B5EF4-FFF2-40B4-BE49-F238E27FC236}">
                <a16:creationId xmlns:a16="http://schemas.microsoft.com/office/drawing/2014/main" id="{78EEB48E-5753-42CF-8791-C14D5AE2BE2F}"/>
              </a:ext>
            </a:extLst>
          </p:cNvPr>
          <p:cNvSpPr/>
          <p:nvPr/>
        </p:nvSpPr>
        <p:spPr>
          <a:xfrm>
            <a:off x="5395557" y="5182396"/>
            <a:ext cx="1027352" cy="17691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ko-KR" sz="800" dirty="0">
                <a:solidFill>
                  <a:schemeClr val="tx1">
                    <a:lumMod val="50000"/>
                    <a:lumOff val="50000"/>
                  </a:schemeClr>
                </a:solidFill>
              </a:rPr>
              <a:t>3,500</a:t>
            </a:r>
          </a:p>
        </p:txBody>
      </p:sp>
      <p:graphicFrame>
        <p:nvGraphicFramePr>
          <p:cNvPr id="21" name="표 17">
            <a:extLst>
              <a:ext uri="{FF2B5EF4-FFF2-40B4-BE49-F238E27FC236}">
                <a16:creationId xmlns:a16="http://schemas.microsoft.com/office/drawing/2014/main" id="{76B90937-E9E9-42B9-87B3-153CEE550B38}"/>
              </a:ext>
            </a:extLst>
          </p:cNvPr>
          <p:cNvGraphicFramePr>
            <a:graphicFrameLocks noGrp="1"/>
          </p:cNvGraphicFramePr>
          <p:nvPr>
            <p:extLst>
              <p:ext uri="{D42A27DB-BD31-4B8C-83A1-F6EECF244321}">
                <p14:modId xmlns:p14="http://schemas.microsoft.com/office/powerpoint/2010/main" val="838987682"/>
              </p:ext>
            </p:extLst>
          </p:nvPr>
        </p:nvGraphicFramePr>
        <p:xfrm>
          <a:off x="4269241" y="2587963"/>
          <a:ext cx="3472494" cy="213360"/>
        </p:xfrm>
        <a:graphic>
          <a:graphicData uri="http://schemas.openxmlformats.org/drawingml/2006/table">
            <a:tbl>
              <a:tblPr firstRow="1" bandRow="1">
                <a:tableStyleId>{5940675A-B579-460E-94D1-54222C63F5DA}</a:tableStyleId>
              </a:tblPr>
              <a:tblGrid>
                <a:gridCol w="1036369">
                  <a:extLst>
                    <a:ext uri="{9D8B030D-6E8A-4147-A177-3AD203B41FA5}">
                      <a16:colId xmlns:a16="http://schemas.microsoft.com/office/drawing/2014/main" val="827257380"/>
                    </a:ext>
                  </a:extLst>
                </a:gridCol>
                <a:gridCol w="243612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필드제목 </a:t>
                      </a:r>
                      <a:r>
                        <a:rPr lang="en-US" altLang="ko-KR" sz="800" dirty="0">
                          <a:solidFill>
                            <a:schemeClr val="tx1"/>
                          </a:solidFill>
                        </a:rPr>
                        <a:t>#1</a:t>
                      </a:r>
                      <a:endParaRPr lang="ko-KR" altLang="en-US" sz="800"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내용</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bl>
          </a:graphicData>
        </a:graphic>
      </p:graphicFrame>
      <p:sp>
        <p:nvSpPr>
          <p:cNvPr id="22" name="TextBox 21">
            <a:extLst>
              <a:ext uri="{FF2B5EF4-FFF2-40B4-BE49-F238E27FC236}">
                <a16:creationId xmlns:a16="http://schemas.microsoft.com/office/drawing/2014/main" id="{6FFB9153-1F22-451E-9698-6D3AEFD22F08}"/>
              </a:ext>
            </a:extLst>
          </p:cNvPr>
          <p:cNvSpPr txBox="1"/>
          <p:nvPr/>
        </p:nvSpPr>
        <p:spPr>
          <a:xfrm>
            <a:off x="4162423" y="2365958"/>
            <a:ext cx="86113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err="1">
                <a:latin typeface="맑은 고딕" panose="020B0503020000020004" pitchFamily="50" charset="-127"/>
                <a:ea typeface="맑은 고딕" panose="020B0503020000020004" pitchFamily="50" charset="-127"/>
              </a:rPr>
              <a:t>중제목</a:t>
            </a:r>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#1</a:t>
            </a:r>
            <a:endParaRPr lang="ko-KR" altLang="en-US" sz="900" dirty="0"/>
          </a:p>
        </p:txBody>
      </p:sp>
      <p:sp>
        <p:nvSpPr>
          <p:cNvPr id="23" name="타원 22">
            <a:extLst>
              <a:ext uri="{FF2B5EF4-FFF2-40B4-BE49-F238E27FC236}">
                <a16:creationId xmlns:a16="http://schemas.microsoft.com/office/drawing/2014/main" id="{49FF907A-7A76-41BC-9056-5006AAED2818}"/>
              </a:ext>
            </a:extLst>
          </p:cNvPr>
          <p:cNvSpPr/>
          <p:nvPr/>
        </p:nvSpPr>
        <p:spPr>
          <a:xfrm>
            <a:off x="8454487" y="3261595"/>
            <a:ext cx="528586" cy="334810"/>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4" name="직선 화살표 연결선 23">
            <a:extLst>
              <a:ext uri="{FF2B5EF4-FFF2-40B4-BE49-F238E27FC236}">
                <a16:creationId xmlns:a16="http://schemas.microsoft.com/office/drawing/2014/main" id="{9AA7A5EE-80BA-4E1C-B5E3-1FCBF3DCC88D}"/>
              </a:ext>
            </a:extLst>
          </p:cNvPr>
          <p:cNvCxnSpPr>
            <a:cxnSpLocks/>
          </p:cNvCxnSpPr>
          <p:nvPr/>
        </p:nvCxnSpPr>
        <p:spPr>
          <a:xfrm flipH="1">
            <a:off x="7660473" y="3429000"/>
            <a:ext cx="775349" cy="0"/>
          </a:xfrm>
          <a:prstGeom prst="straightConnector1">
            <a:avLst/>
          </a:prstGeom>
          <a:ln w="28575">
            <a:solidFill>
              <a:srgbClr val="FF0000"/>
            </a:solidFill>
            <a:prstDash val="sysDash"/>
            <a:tailEnd type="triangle"/>
          </a:ln>
        </p:spPr>
        <p:style>
          <a:lnRef idx="1">
            <a:schemeClr val="accent1"/>
          </a:lnRef>
          <a:fillRef idx="0">
            <a:schemeClr val="accent1"/>
          </a:fillRef>
          <a:effectRef idx="0">
            <a:schemeClr val="accent1"/>
          </a:effectRef>
          <a:fontRef idx="minor">
            <a:schemeClr val="tx1"/>
          </a:fontRef>
        </p:style>
      </p:cxnSp>
      <p:graphicFrame>
        <p:nvGraphicFramePr>
          <p:cNvPr id="25" name="표 24">
            <a:extLst>
              <a:ext uri="{FF2B5EF4-FFF2-40B4-BE49-F238E27FC236}">
                <a16:creationId xmlns:a16="http://schemas.microsoft.com/office/drawing/2014/main" id="{29A78908-8C01-4FD0-847C-A9C9856FBABC}"/>
              </a:ext>
            </a:extLst>
          </p:cNvPr>
          <p:cNvGraphicFramePr>
            <a:graphicFrameLocks noGrp="1"/>
          </p:cNvGraphicFramePr>
          <p:nvPr>
            <p:extLst>
              <p:ext uri="{D42A27DB-BD31-4B8C-83A1-F6EECF244321}">
                <p14:modId xmlns:p14="http://schemas.microsoft.com/office/powerpoint/2010/main" val="3948183354"/>
              </p:ext>
            </p:extLst>
          </p:nvPr>
        </p:nvGraphicFramePr>
        <p:xfrm>
          <a:off x="10171774" y="22159"/>
          <a:ext cx="1979018" cy="288139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RF-05</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RF-05-02-07</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디자인 패턴</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레이어 페이지 </a:t>
                      </a:r>
                      <a:endParaRPr lang="en-US" altLang="ko-KR" sz="800" dirty="0"/>
                    </a:p>
                    <a:p>
                      <a:pPr algn="l" latinLnBrk="1"/>
                      <a:r>
                        <a:rPr lang="en-US" altLang="ko-KR" sz="800" dirty="0"/>
                        <a:t>- </a:t>
                      </a:r>
                      <a:r>
                        <a:rPr lang="ko-KR" altLang="en-US" sz="800" dirty="0"/>
                        <a:t>레이어 패턴 </a:t>
                      </a:r>
                      <a:r>
                        <a:rPr lang="en-US" altLang="ko-KR" sz="800" dirty="0"/>
                        <a:t>2</a:t>
                      </a:r>
                      <a:r>
                        <a:rPr lang="ko-KR" altLang="en-US" sz="800" dirty="0"/>
                        <a:t>형 </a:t>
                      </a:r>
                      <a:r>
                        <a:rPr lang="en-US" altLang="ko-KR" sz="800" dirty="0"/>
                        <a:t>(</a:t>
                      </a:r>
                      <a:r>
                        <a:rPr lang="ko-KR" altLang="en-US" sz="800" dirty="0"/>
                        <a:t> 소규모 </a:t>
                      </a:r>
                      <a:r>
                        <a:rPr lang="ko-KR" altLang="en-US" sz="800" dirty="0" err="1"/>
                        <a:t>레이어창</a:t>
                      </a:r>
                      <a:r>
                        <a:rPr lang="ko-KR" altLang="en-US" sz="800" dirty="0"/>
                        <a:t> </a:t>
                      </a:r>
                      <a:r>
                        <a:rPr lang="en-US" altLang="ko-KR" sz="800" dirty="0"/>
                        <a:t>)</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웹페이지에서 사용될 레이어 </a:t>
                      </a:r>
                      <a:r>
                        <a:rPr lang="en-US" altLang="ko-KR" sz="800" dirty="0"/>
                        <a:t>2</a:t>
                      </a:r>
                      <a:r>
                        <a:rPr lang="ko-KR" altLang="en-US" sz="800" dirty="0"/>
                        <a:t>형태의 패턴입니다</a:t>
                      </a:r>
                      <a:r>
                        <a:rPr lang="en-US" altLang="ko-KR" sz="800" dirty="0"/>
                        <a:t>. </a:t>
                      </a:r>
                      <a:r>
                        <a:rPr lang="ko-KR" altLang="en-US" sz="800" dirty="0"/>
                        <a:t>주로 간단한 가이드를 알려주거나 우편번호 찾는 등의 전체 화면을 막을 필요가 없는 창이 필요할 때 사용할 패턴입니다</a:t>
                      </a:r>
                      <a:r>
                        <a:rPr lang="en-US" altLang="ko-KR" sz="800" dirty="0"/>
                        <a:t>. </a:t>
                      </a:r>
                      <a:br>
                        <a:rPr lang="en-US" altLang="ko-KR" sz="800" dirty="0"/>
                      </a:br>
                      <a:br>
                        <a:rPr lang="en-US" altLang="ko-KR" sz="800" dirty="0"/>
                      </a:br>
                      <a:r>
                        <a:rPr lang="ko-KR" altLang="en-US" sz="800" dirty="0"/>
                        <a:t>버튼을 클릭했을 때 버튼 옆으로 레이어 </a:t>
                      </a:r>
                      <a:r>
                        <a:rPr lang="en-US" altLang="ko-KR" sz="800" dirty="0"/>
                        <a:t>2</a:t>
                      </a:r>
                      <a:r>
                        <a:rPr lang="ko-KR" altLang="en-US" sz="800" dirty="0"/>
                        <a:t>형태가 뜰 수 있도록 코딩해 주세요</a:t>
                      </a:r>
                      <a:r>
                        <a:rPr lang="en-US" altLang="ko-KR" sz="800" dirty="0"/>
                        <a:t>.</a:t>
                      </a:r>
                      <a:r>
                        <a:rPr lang="ko-KR" altLang="en-US" sz="800" dirty="0"/>
                        <a:t> </a:t>
                      </a:r>
                      <a:endParaRPr lang="en-US" altLang="ko-KR" sz="800" dirty="0"/>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45340364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버튼을 클릭했을 때 옆으로 </a:t>
                      </a:r>
                      <a:r>
                        <a:rPr lang="ko-KR" altLang="en-US" sz="800" b="0" dirty="0" err="1">
                          <a:solidFill>
                            <a:schemeClr val="tx1"/>
                          </a:solidFill>
                        </a:rPr>
                        <a:t>레이어창</a:t>
                      </a:r>
                      <a:r>
                        <a:rPr lang="ko-KR" altLang="en-US" sz="800" b="0" dirty="0">
                          <a:solidFill>
                            <a:schemeClr val="tx1"/>
                          </a:solidFill>
                        </a:rPr>
                        <a:t> 표시</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106436016"/>
                  </a:ext>
                </a:extLst>
              </a:tr>
            </a:tbl>
          </a:graphicData>
        </a:graphic>
      </p:graphicFrame>
      <p:sp>
        <p:nvSpPr>
          <p:cNvPr id="26" name="TextBox 25">
            <a:extLst>
              <a:ext uri="{FF2B5EF4-FFF2-40B4-BE49-F238E27FC236}">
                <a16:creationId xmlns:a16="http://schemas.microsoft.com/office/drawing/2014/main" id="{ABBB1106-72DA-4EF4-BFB1-81A13F7D6CE7}"/>
              </a:ext>
            </a:extLst>
          </p:cNvPr>
          <p:cNvSpPr txBox="1"/>
          <p:nvPr/>
        </p:nvSpPr>
        <p:spPr>
          <a:xfrm>
            <a:off x="8413212" y="3125037"/>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Tree>
    <p:extLst>
      <p:ext uri="{BB962C8B-B14F-4D97-AF65-F5344CB8AC3E}">
        <p14:creationId xmlns:p14="http://schemas.microsoft.com/office/powerpoint/2010/main" val="3654930093"/>
      </p:ext>
    </p:extLst>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D9C68844-87D8-47B0-9D84-A422F3BC2990}"/>
              </a:ext>
            </a:extLst>
          </p:cNvPr>
          <p:cNvSpPr txBox="1"/>
          <p:nvPr/>
        </p:nvSpPr>
        <p:spPr>
          <a:xfrm>
            <a:off x="1435789" y="916558"/>
            <a:ext cx="864339"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a:t>
            </a:r>
            <a:r>
              <a:rPr lang="ko-KR" altLang="en-US" sz="900" b="1" dirty="0" err="1">
                <a:latin typeface="맑은 고딕" panose="020B0503020000020004" pitchFamily="50" charset="-127"/>
                <a:ea typeface="맑은 고딕" panose="020B0503020000020004" pitchFamily="50" charset="-127"/>
              </a:rPr>
              <a:t>대제목</a:t>
            </a:r>
            <a:r>
              <a:rPr lang="ko-KR" altLang="en-US" sz="900" b="1" dirty="0">
                <a:latin typeface="맑은 고딕" panose="020B0503020000020004" pitchFamily="50" charset="-127"/>
                <a:ea typeface="맑은 고딕" panose="020B0503020000020004" pitchFamily="50" charset="-127"/>
              </a:rPr>
              <a:t> </a:t>
            </a:r>
            <a:r>
              <a:rPr lang="en-US" altLang="ko-KR" sz="900" b="1" dirty="0">
                <a:latin typeface="맑은 고딕" panose="020B0503020000020004" pitchFamily="50" charset="-127"/>
                <a:ea typeface="맑은 고딕" panose="020B0503020000020004" pitchFamily="50" charset="-127"/>
              </a:rPr>
              <a:t>#1</a:t>
            </a:r>
            <a:endParaRPr lang="ko-KR" altLang="en-US" sz="900" dirty="0"/>
          </a:p>
        </p:txBody>
      </p:sp>
      <p:grpSp>
        <p:nvGrpSpPr>
          <p:cNvPr id="3" name="그룹 2">
            <a:extLst>
              <a:ext uri="{FF2B5EF4-FFF2-40B4-BE49-F238E27FC236}">
                <a16:creationId xmlns:a16="http://schemas.microsoft.com/office/drawing/2014/main" id="{7FE7A2DA-A4AA-4F4F-836D-B93B1883E0D3}"/>
              </a:ext>
            </a:extLst>
          </p:cNvPr>
          <p:cNvGrpSpPr/>
          <p:nvPr/>
        </p:nvGrpSpPr>
        <p:grpSpPr>
          <a:xfrm>
            <a:off x="1511607" y="1867488"/>
            <a:ext cx="517956" cy="248122"/>
            <a:chOff x="2681976" y="1955121"/>
            <a:chExt cx="1929510" cy="596970"/>
          </a:xfrm>
        </p:grpSpPr>
        <p:sp>
          <p:nvSpPr>
            <p:cNvPr id="4" name="Border">
              <a:extLst>
                <a:ext uri="{FF2B5EF4-FFF2-40B4-BE49-F238E27FC236}">
                  <a16:creationId xmlns:a16="http://schemas.microsoft.com/office/drawing/2014/main" id="{2B461EED-CD2C-4E01-B38E-57988E8F4F50}"/>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5" name="Line 2">
              <a:extLst>
                <a:ext uri="{FF2B5EF4-FFF2-40B4-BE49-F238E27FC236}">
                  <a16:creationId xmlns:a16="http://schemas.microsoft.com/office/drawing/2014/main" id="{61565E0A-662B-435E-B4B4-82D1CBDF1F24}"/>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6" name="Line 1">
              <a:extLst>
                <a:ext uri="{FF2B5EF4-FFF2-40B4-BE49-F238E27FC236}">
                  <a16:creationId xmlns:a16="http://schemas.microsoft.com/office/drawing/2014/main" id="{0ADB81F9-BBC3-48BD-847B-3386877F664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 name="TextBox 6">
              <a:extLst>
                <a:ext uri="{FF2B5EF4-FFF2-40B4-BE49-F238E27FC236}">
                  <a16:creationId xmlns:a16="http://schemas.microsoft.com/office/drawing/2014/main" id="{EA3EDB09-1374-4585-8C2F-077C3248DA5F}"/>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8" name="직사각형 7">
            <a:extLst>
              <a:ext uri="{FF2B5EF4-FFF2-40B4-BE49-F238E27FC236}">
                <a16:creationId xmlns:a16="http://schemas.microsoft.com/office/drawing/2014/main" id="{CB01D7FF-CCF2-4D9D-B9D0-4AEC0A2B11F1}"/>
              </a:ext>
            </a:extLst>
          </p:cNvPr>
          <p:cNvSpPr/>
          <p:nvPr/>
        </p:nvSpPr>
        <p:spPr>
          <a:xfrm>
            <a:off x="2029562" y="1780122"/>
            <a:ext cx="3093515"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aphicFrame>
        <p:nvGraphicFramePr>
          <p:cNvPr id="9" name="표 17">
            <a:extLst>
              <a:ext uri="{FF2B5EF4-FFF2-40B4-BE49-F238E27FC236}">
                <a16:creationId xmlns:a16="http://schemas.microsoft.com/office/drawing/2014/main" id="{5147F187-5050-423B-BF10-D7A1ECB88343}"/>
              </a:ext>
            </a:extLst>
          </p:cNvPr>
          <p:cNvGraphicFramePr>
            <a:graphicFrameLocks noGrp="1"/>
          </p:cNvGraphicFramePr>
          <p:nvPr>
            <p:extLst>
              <p:ext uri="{D42A27DB-BD31-4B8C-83A1-F6EECF244321}">
                <p14:modId xmlns:p14="http://schemas.microsoft.com/office/powerpoint/2010/main" val="860569997"/>
              </p:ext>
            </p:extLst>
          </p:nvPr>
        </p:nvGraphicFramePr>
        <p:xfrm>
          <a:off x="1555048" y="2563120"/>
          <a:ext cx="7950565" cy="1706880"/>
        </p:xfrm>
        <a:graphic>
          <a:graphicData uri="http://schemas.openxmlformats.org/drawingml/2006/table">
            <a:tbl>
              <a:tblPr firstRow="1" bandRow="1">
                <a:tableStyleId>{5940675A-B579-460E-94D1-54222C63F5DA}</a:tableStyleId>
              </a:tblPr>
              <a:tblGrid>
                <a:gridCol w="1045804">
                  <a:extLst>
                    <a:ext uri="{9D8B030D-6E8A-4147-A177-3AD203B41FA5}">
                      <a16:colId xmlns:a16="http://schemas.microsoft.com/office/drawing/2014/main" val="827257380"/>
                    </a:ext>
                  </a:extLst>
                </a:gridCol>
                <a:gridCol w="2942253">
                  <a:extLst>
                    <a:ext uri="{9D8B030D-6E8A-4147-A177-3AD203B41FA5}">
                      <a16:colId xmlns:a16="http://schemas.microsoft.com/office/drawing/2014/main" val="1855344563"/>
                    </a:ext>
                  </a:extLst>
                </a:gridCol>
                <a:gridCol w="1312507">
                  <a:extLst>
                    <a:ext uri="{9D8B030D-6E8A-4147-A177-3AD203B41FA5}">
                      <a16:colId xmlns:a16="http://schemas.microsoft.com/office/drawing/2014/main" val="539718808"/>
                    </a:ext>
                  </a:extLst>
                </a:gridCol>
                <a:gridCol w="2650001">
                  <a:extLst>
                    <a:ext uri="{9D8B030D-6E8A-4147-A177-3AD203B41FA5}">
                      <a16:colId xmlns:a16="http://schemas.microsoft.com/office/drawing/2014/main" val="2632437273"/>
                    </a:ext>
                  </a:extLst>
                </a:gridCol>
              </a:tblGrid>
              <a:tr h="0">
                <a:tc>
                  <a:txBody>
                    <a:bodyPr/>
                    <a:lstStyle/>
                    <a:p>
                      <a:pPr latinLnBrk="1"/>
                      <a:r>
                        <a:rPr lang="en-US" altLang="ko-KR" sz="800" dirty="0">
                          <a:solidFill>
                            <a:schemeClr val="tx1"/>
                          </a:solidFill>
                        </a:rPr>
                        <a:t>Input </a:t>
                      </a:r>
                      <a:r>
                        <a:rPr lang="ko-KR" altLang="en-US" sz="800" dirty="0">
                          <a:solidFill>
                            <a:schemeClr val="tx1"/>
                          </a:solidFill>
                        </a:rPr>
                        <a:t>텍스트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latinLnBrk="1"/>
                      <a:r>
                        <a:rPr lang="ko-KR" altLang="en-US" sz="800" dirty="0"/>
                        <a:t>라디오버튼</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라디오 값</a:t>
                      </a:r>
                      <a:r>
                        <a:rPr lang="en-US" altLang="ko-KR" sz="800" dirty="0"/>
                        <a:t>1   </a:t>
                      </a:r>
                      <a:r>
                        <a:rPr lang="ko-KR" altLang="en-US" sz="800" dirty="0"/>
                        <a:t>● 라디오 값</a:t>
                      </a:r>
                      <a:r>
                        <a:rPr lang="en-US" altLang="ko-KR" sz="800" dirty="0"/>
                        <a:t>1</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리스트박스</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latinLnBrk="1"/>
                      <a:r>
                        <a:rPr lang="ko-KR" altLang="en-US" sz="800" dirty="0"/>
                        <a:t>체크박스</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 체크 값</a:t>
                      </a:r>
                      <a:r>
                        <a:rPr lang="en-US" altLang="ko-KR" sz="800" dirty="0"/>
                        <a:t>1  </a:t>
                      </a:r>
                      <a:r>
                        <a:rPr lang="ko-KR" altLang="en-US" sz="800" dirty="0"/>
                        <a:t>□ 체크 값</a:t>
                      </a:r>
                      <a:r>
                        <a:rPr lang="en-US" altLang="ko-KR" sz="800" dirty="0"/>
                        <a:t>2 </a:t>
                      </a:r>
                      <a:r>
                        <a:rPr lang="ko-KR" altLang="en-US" sz="800" dirty="0"/>
                        <a:t>■ 체크 값</a:t>
                      </a:r>
                      <a:r>
                        <a:rPr lang="en-US" altLang="ko-KR" sz="800" dirty="0"/>
                        <a:t>3</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en-US" altLang="ko-KR" sz="800" dirty="0" err="1">
                          <a:solidFill>
                            <a:schemeClr val="tx1"/>
                          </a:solidFill>
                        </a:rPr>
                        <a:t>Textarea</a:t>
                      </a:r>
                      <a:endParaRPr lang="ko-KR" altLang="en-US" sz="800"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3">
                  <a:txBody>
                    <a:bodyPr/>
                    <a:lstStyle/>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r h="0">
                <a:tc>
                  <a:txBody>
                    <a:bodyPr/>
                    <a:lstStyle/>
                    <a:p>
                      <a:pPr latinLnBrk="1"/>
                      <a:r>
                        <a:rPr lang="en-US" altLang="ko-KR" sz="800" dirty="0">
                          <a:solidFill>
                            <a:schemeClr val="tx1"/>
                          </a:solidFill>
                        </a:rPr>
                        <a:t>Input</a:t>
                      </a:r>
                      <a:r>
                        <a:rPr lang="ko-KR" altLang="en-US" sz="800" dirty="0">
                          <a:solidFill>
                            <a:schemeClr val="tx1"/>
                          </a:solidFill>
                        </a:rPr>
                        <a:t> 파일</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3">
                  <a:txBody>
                    <a:bodyPr/>
                    <a:lstStyle/>
                    <a:p>
                      <a:pPr latinLnBrk="1"/>
                      <a:endParaRPr lang="en-US" altLang="ko-KR"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46992661"/>
                  </a:ext>
                </a:extLst>
              </a:tr>
            </a:tbl>
          </a:graphicData>
        </a:graphic>
      </p:graphicFrame>
      <p:sp>
        <p:nvSpPr>
          <p:cNvPr id="10" name="TextBox 9">
            <a:extLst>
              <a:ext uri="{FF2B5EF4-FFF2-40B4-BE49-F238E27FC236}">
                <a16:creationId xmlns:a16="http://schemas.microsoft.com/office/drawing/2014/main" id="{E8E87E1F-39AB-4035-AA3C-5DFF58B644D5}"/>
              </a:ext>
            </a:extLst>
          </p:cNvPr>
          <p:cNvSpPr txBox="1"/>
          <p:nvPr/>
        </p:nvSpPr>
        <p:spPr>
          <a:xfrm>
            <a:off x="1448231" y="2341115"/>
            <a:ext cx="86113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err="1">
                <a:latin typeface="맑은 고딕" panose="020B0503020000020004" pitchFamily="50" charset="-127"/>
                <a:ea typeface="맑은 고딕" panose="020B0503020000020004" pitchFamily="50" charset="-127"/>
              </a:rPr>
              <a:t>중제목</a:t>
            </a:r>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#2</a:t>
            </a:r>
            <a:endParaRPr lang="ko-KR" altLang="en-US" sz="900" dirty="0"/>
          </a:p>
        </p:txBody>
      </p:sp>
      <p:graphicFrame>
        <p:nvGraphicFramePr>
          <p:cNvPr id="11" name="표 17">
            <a:extLst>
              <a:ext uri="{FF2B5EF4-FFF2-40B4-BE49-F238E27FC236}">
                <a16:creationId xmlns:a16="http://schemas.microsoft.com/office/drawing/2014/main" id="{2C451C16-B61F-4B99-83F3-35396A2E476A}"/>
              </a:ext>
            </a:extLst>
          </p:cNvPr>
          <p:cNvGraphicFramePr>
            <a:graphicFrameLocks noGrp="1"/>
          </p:cNvGraphicFramePr>
          <p:nvPr>
            <p:extLst>
              <p:ext uri="{D42A27DB-BD31-4B8C-83A1-F6EECF244321}">
                <p14:modId xmlns:p14="http://schemas.microsoft.com/office/powerpoint/2010/main" val="1984957388"/>
              </p:ext>
            </p:extLst>
          </p:nvPr>
        </p:nvGraphicFramePr>
        <p:xfrm>
          <a:off x="1555049" y="4641927"/>
          <a:ext cx="7950564" cy="1310640"/>
        </p:xfrm>
        <a:graphic>
          <a:graphicData uri="http://schemas.openxmlformats.org/drawingml/2006/table">
            <a:tbl>
              <a:tblPr firstRow="1" bandRow="1">
                <a:tableStyleId>{5940675A-B579-460E-94D1-54222C63F5DA}</a:tableStyleId>
              </a:tblPr>
              <a:tblGrid>
                <a:gridCol w="1033363">
                  <a:extLst>
                    <a:ext uri="{9D8B030D-6E8A-4147-A177-3AD203B41FA5}">
                      <a16:colId xmlns:a16="http://schemas.microsoft.com/office/drawing/2014/main" val="827257380"/>
                    </a:ext>
                  </a:extLst>
                </a:gridCol>
                <a:gridCol w="6917201">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아이디 중복확인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en-US" altLang="ko-KR" sz="800" dirty="0"/>
                    </a:p>
                    <a:p>
                      <a:pPr latinLnBrk="1"/>
                      <a:endParaRPr lang="en-US" altLang="ko-KR" sz="800" dirty="0"/>
                    </a:p>
                    <a:p>
                      <a:pPr latinLnBrk="1"/>
                      <a:r>
                        <a:rPr lang="en-US" altLang="ko-KR" sz="800" dirty="0"/>
                        <a:t>“</a:t>
                      </a:r>
                      <a:r>
                        <a:rPr lang="en-US" altLang="ko-KR" sz="800" b="1" dirty="0">
                          <a:solidFill>
                            <a:schemeClr val="accent1">
                              <a:lumMod val="75000"/>
                            </a:schemeClr>
                          </a:solidFill>
                        </a:rPr>
                        <a:t>abcd1234</a:t>
                      </a:r>
                      <a:r>
                        <a:rPr lang="en-US" altLang="ko-KR" sz="800" dirty="0"/>
                        <a:t>” </a:t>
                      </a:r>
                      <a:r>
                        <a:rPr lang="ko-KR" altLang="en-US" sz="800" dirty="0"/>
                        <a:t>는 사용할 수 있는 아이디 입니다</a:t>
                      </a:r>
                      <a:r>
                        <a:rPr lang="en-US" altLang="ko-KR" sz="800" dirty="0"/>
                        <a:t>.</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전화번호 표시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996292095"/>
                  </a:ext>
                </a:extLst>
              </a:tr>
              <a:tr h="0">
                <a:tc>
                  <a:txBody>
                    <a:bodyPr/>
                    <a:lstStyle/>
                    <a:p>
                      <a:pPr latinLnBrk="1"/>
                      <a:r>
                        <a:rPr lang="ko-KR" altLang="en-US" sz="800" dirty="0">
                          <a:solidFill>
                            <a:schemeClr val="tx1"/>
                          </a:solidFill>
                        </a:rPr>
                        <a:t>이메일 표시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014767118"/>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solidFill>
                            <a:schemeClr val="tx1"/>
                          </a:solidFill>
                        </a:rPr>
                        <a:t>파일표시 및 삭제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File_name.txt ( 4,33 kb )   </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843260783"/>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solidFill>
                            <a:schemeClr val="tx1"/>
                          </a:solidFill>
                        </a:rPr>
                        <a:t>날짜표시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en-US" altLang="ko-KR"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6246293"/>
                  </a:ext>
                </a:extLst>
              </a:tr>
            </a:tbl>
          </a:graphicData>
        </a:graphic>
      </p:graphicFrame>
      <p:sp>
        <p:nvSpPr>
          <p:cNvPr id="12" name="TextBox 11">
            <a:extLst>
              <a:ext uri="{FF2B5EF4-FFF2-40B4-BE49-F238E27FC236}">
                <a16:creationId xmlns:a16="http://schemas.microsoft.com/office/drawing/2014/main" id="{6633A0E8-927E-4A6C-9298-3DA94F44A49B}"/>
              </a:ext>
            </a:extLst>
          </p:cNvPr>
          <p:cNvSpPr txBox="1"/>
          <p:nvPr/>
        </p:nvSpPr>
        <p:spPr>
          <a:xfrm>
            <a:off x="1448231" y="4419922"/>
            <a:ext cx="86113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err="1">
                <a:latin typeface="맑은 고딕" panose="020B0503020000020004" pitchFamily="50" charset="-127"/>
                <a:ea typeface="맑은 고딕" panose="020B0503020000020004" pitchFamily="50" charset="-127"/>
              </a:rPr>
              <a:t>중제목</a:t>
            </a:r>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#3</a:t>
            </a:r>
            <a:endParaRPr lang="ko-KR" altLang="en-US" sz="900" dirty="0"/>
          </a:p>
        </p:txBody>
      </p:sp>
      <p:sp>
        <p:nvSpPr>
          <p:cNvPr id="13" name="직사각형 12">
            <a:extLst>
              <a:ext uri="{FF2B5EF4-FFF2-40B4-BE49-F238E27FC236}">
                <a16:creationId xmlns:a16="http://schemas.microsoft.com/office/drawing/2014/main" id="{0C486CCF-9270-4E7B-8C33-F6FDEC607445}"/>
              </a:ext>
            </a:extLst>
          </p:cNvPr>
          <p:cNvSpPr/>
          <p:nvPr/>
        </p:nvSpPr>
        <p:spPr>
          <a:xfrm>
            <a:off x="4132290" y="6117955"/>
            <a:ext cx="1358901" cy="296205"/>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액션 버튼</a:t>
            </a:r>
            <a:endParaRPr lang="en-US" altLang="ko-KR" sz="800" dirty="0">
              <a:solidFill>
                <a:schemeClr val="bg1"/>
              </a:solidFill>
            </a:endParaRPr>
          </a:p>
        </p:txBody>
      </p:sp>
      <p:sp>
        <p:nvSpPr>
          <p:cNvPr id="14" name="직사각형 13">
            <a:extLst>
              <a:ext uri="{FF2B5EF4-FFF2-40B4-BE49-F238E27FC236}">
                <a16:creationId xmlns:a16="http://schemas.microsoft.com/office/drawing/2014/main" id="{57D84BD3-9B59-4D56-BF2B-451432E2433F}"/>
              </a:ext>
            </a:extLst>
          </p:cNvPr>
          <p:cNvSpPr/>
          <p:nvPr/>
        </p:nvSpPr>
        <p:spPr>
          <a:xfrm>
            <a:off x="5598000" y="6117955"/>
            <a:ext cx="1358901" cy="29620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닫기 버튼</a:t>
            </a:r>
            <a:endParaRPr lang="en-US" altLang="ko-KR" sz="800" dirty="0">
              <a:solidFill>
                <a:schemeClr val="bg1"/>
              </a:solidFill>
            </a:endParaRPr>
          </a:p>
        </p:txBody>
      </p:sp>
      <p:graphicFrame>
        <p:nvGraphicFramePr>
          <p:cNvPr id="15" name="표 17">
            <a:extLst>
              <a:ext uri="{FF2B5EF4-FFF2-40B4-BE49-F238E27FC236}">
                <a16:creationId xmlns:a16="http://schemas.microsoft.com/office/drawing/2014/main" id="{D0B8A6F1-7E03-4BA5-B851-F64DE1636E0D}"/>
              </a:ext>
            </a:extLst>
          </p:cNvPr>
          <p:cNvGraphicFramePr>
            <a:graphicFrameLocks noGrp="1"/>
          </p:cNvGraphicFramePr>
          <p:nvPr>
            <p:extLst>
              <p:ext uri="{D42A27DB-BD31-4B8C-83A1-F6EECF244321}">
                <p14:modId xmlns:p14="http://schemas.microsoft.com/office/powerpoint/2010/main" val="3422718404"/>
              </p:ext>
            </p:extLst>
          </p:nvPr>
        </p:nvGraphicFramePr>
        <p:xfrm>
          <a:off x="1555049" y="1418119"/>
          <a:ext cx="7950566" cy="213360"/>
        </p:xfrm>
        <a:graphic>
          <a:graphicData uri="http://schemas.openxmlformats.org/drawingml/2006/table">
            <a:tbl>
              <a:tblPr firstRow="1" bandRow="1">
                <a:tableStyleId>{5940675A-B579-460E-94D1-54222C63F5DA}</a:tableStyleId>
              </a:tblPr>
              <a:tblGrid>
                <a:gridCol w="1002261">
                  <a:extLst>
                    <a:ext uri="{9D8B030D-6E8A-4147-A177-3AD203B41FA5}">
                      <a16:colId xmlns:a16="http://schemas.microsoft.com/office/drawing/2014/main" val="827257380"/>
                    </a:ext>
                  </a:extLst>
                </a:gridCol>
                <a:gridCol w="694830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제목 </a:t>
                      </a:r>
                      <a:r>
                        <a:rPr lang="en-US" altLang="ko-KR" sz="800" dirty="0">
                          <a:solidFill>
                            <a:schemeClr val="tx1"/>
                          </a:solidFill>
                        </a:rPr>
                        <a:t>#1</a:t>
                      </a:r>
                      <a:endParaRPr lang="ko-KR" altLang="en-US" sz="800"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입력된 내용 표시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bl>
          </a:graphicData>
        </a:graphic>
      </p:graphicFrame>
      <p:sp>
        <p:nvSpPr>
          <p:cNvPr id="16" name="TextBox 15">
            <a:extLst>
              <a:ext uri="{FF2B5EF4-FFF2-40B4-BE49-F238E27FC236}">
                <a16:creationId xmlns:a16="http://schemas.microsoft.com/office/drawing/2014/main" id="{ED713AA0-DA75-4C87-B20B-69653FE597E5}"/>
              </a:ext>
            </a:extLst>
          </p:cNvPr>
          <p:cNvSpPr txBox="1"/>
          <p:nvPr/>
        </p:nvSpPr>
        <p:spPr>
          <a:xfrm>
            <a:off x="1448231" y="1196114"/>
            <a:ext cx="86113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err="1">
                <a:latin typeface="맑은 고딕" panose="020B0503020000020004" pitchFamily="50" charset="-127"/>
                <a:ea typeface="맑은 고딕" panose="020B0503020000020004" pitchFamily="50" charset="-127"/>
              </a:rPr>
              <a:t>중제목</a:t>
            </a:r>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#1</a:t>
            </a:r>
            <a:endParaRPr lang="ko-KR" altLang="en-US" sz="900" dirty="0"/>
          </a:p>
        </p:txBody>
      </p:sp>
      <p:sp>
        <p:nvSpPr>
          <p:cNvPr id="17" name="직사각형 16">
            <a:extLst>
              <a:ext uri="{FF2B5EF4-FFF2-40B4-BE49-F238E27FC236}">
                <a16:creationId xmlns:a16="http://schemas.microsoft.com/office/drawing/2014/main" id="{39FE4764-86C0-4F0D-A522-87087CA03A3F}"/>
              </a:ext>
            </a:extLst>
          </p:cNvPr>
          <p:cNvSpPr/>
          <p:nvPr/>
        </p:nvSpPr>
        <p:spPr>
          <a:xfrm>
            <a:off x="2622270" y="4069302"/>
            <a:ext cx="3847675" cy="17691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lumMod val="50000"/>
                  <a:lumOff val="50000"/>
                </a:schemeClr>
              </a:solidFill>
            </a:endParaRPr>
          </a:p>
        </p:txBody>
      </p:sp>
      <p:sp>
        <p:nvSpPr>
          <p:cNvPr id="18" name="직사각형 17">
            <a:extLst>
              <a:ext uri="{FF2B5EF4-FFF2-40B4-BE49-F238E27FC236}">
                <a16:creationId xmlns:a16="http://schemas.microsoft.com/office/drawing/2014/main" id="{D10109FC-D316-486B-A327-B3D9FE946BF6}"/>
              </a:ext>
            </a:extLst>
          </p:cNvPr>
          <p:cNvSpPr/>
          <p:nvPr/>
        </p:nvSpPr>
        <p:spPr>
          <a:xfrm>
            <a:off x="6469945" y="4061247"/>
            <a:ext cx="999724" cy="184972"/>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찾아보기</a:t>
            </a:r>
            <a:endParaRPr lang="en-US" altLang="ko-KR" sz="700" dirty="0">
              <a:solidFill>
                <a:schemeClr val="bg1"/>
              </a:solidFill>
            </a:endParaRPr>
          </a:p>
        </p:txBody>
      </p:sp>
      <p:sp>
        <p:nvSpPr>
          <p:cNvPr id="19" name="직사각형 18">
            <a:extLst>
              <a:ext uri="{FF2B5EF4-FFF2-40B4-BE49-F238E27FC236}">
                <a16:creationId xmlns:a16="http://schemas.microsoft.com/office/drawing/2014/main" id="{0127A241-D38D-4B00-AA36-12A1EC243060}"/>
              </a:ext>
            </a:extLst>
          </p:cNvPr>
          <p:cNvSpPr/>
          <p:nvPr/>
        </p:nvSpPr>
        <p:spPr>
          <a:xfrm>
            <a:off x="2622270" y="2584916"/>
            <a:ext cx="2868921" cy="17691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lumMod val="50000"/>
                  <a:lumOff val="50000"/>
                </a:schemeClr>
              </a:solidFill>
            </a:endParaRPr>
          </a:p>
        </p:txBody>
      </p:sp>
      <p:sp>
        <p:nvSpPr>
          <p:cNvPr id="20" name="직사각형 19">
            <a:extLst>
              <a:ext uri="{FF2B5EF4-FFF2-40B4-BE49-F238E27FC236}">
                <a16:creationId xmlns:a16="http://schemas.microsoft.com/office/drawing/2014/main" id="{A7445FF5-4C49-47D6-AA3A-0B20FF20772D}"/>
              </a:ext>
            </a:extLst>
          </p:cNvPr>
          <p:cNvSpPr/>
          <p:nvPr/>
        </p:nvSpPr>
        <p:spPr>
          <a:xfrm>
            <a:off x="2622270" y="2812876"/>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직접입력                       ▼</a:t>
            </a:r>
            <a:endParaRPr lang="en-US" altLang="ko-KR" sz="800" dirty="0">
              <a:solidFill>
                <a:schemeClr val="tx1"/>
              </a:solidFill>
            </a:endParaRPr>
          </a:p>
        </p:txBody>
      </p:sp>
      <p:sp>
        <p:nvSpPr>
          <p:cNvPr id="21" name="직사각형 20">
            <a:extLst>
              <a:ext uri="{FF2B5EF4-FFF2-40B4-BE49-F238E27FC236}">
                <a16:creationId xmlns:a16="http://schemas.microsoft.com/office/drawing/2014/main" id="{D2D5974A-C1F7-4F69-B470-AE7769806CA9}"/>
              </a:ext>
            </a:extLst>
          </p:cNvPr>
          <p:cNvSpPr/>
          <p:nvPr/>
        </p:nvSpPr>
        <p:spPr>
          <a:xfrm>
            <a:off x="2622270" y="3033075"/>
            <a:ext cx="6827252" cy="933629"/>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solidFill>
            </a:endParaRPr>
          </a:p>
        </p:txBody>
      </p:sp>
      <p:sp>
        <p:nvSpPr>
          <p:cNvPr id="22" name="직사각형 21">
            <a:extLst>
              <a:ext uri="{FF2B5EF4-FFF2-40B4-BE49-F238E27FC236}">
                <a16:creationId xmlns:a16="http://schemas.microsoft.com/office/drawing/2014/main" id="{581861DD-B45F-4FC9-926A-120756D8D66B}"/>
              </a:ext>
            </a:extLst>
          </p:cNvPr>
          <p:cNvSpPr/>
          <p:nvPr/>
        </p:nvSpPr>
        <p:spPr>
          <a:xfrm>
            <a:off x="2678251" y="4676731"/>
            <a:ext cx="1538576" cy="17691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lumMod val="50000"/>
                  <a:lumOff val="50000"/>
                </a:schemeClr>
              </a:solidFill>
            </a:endParaRPr>
          </a:p>
        </p:txBody>
      </p:sp>
      <p:sp>
        <p:nvSpPr>
          <p:cNvPr id="23" name="직사각형 22">
            <a:extLst>
              <a:ext uri="{FF2B5EF4-FFF2-40B4-BE49-F238E27FC236}">
                <a16:creationId xmlns:a16="http://schemas.microsoft.com/office/drawing/2014/main" id="{33129698-B2F0-4028-9BC3-20B1FED7A800}"/>
              </a:ext>
            </a:extLst>
          </p:cNvPr>
          <p:cNvSpPr/>
          <p:nvPr/>
        </p:nvSpPr>
        <p:spPr>
          <a:xfrm>
            <a:off x="4249263" y="4668676"/>
            <a:ext cx="999724" cy="184972"/>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중복확인</a:t>
            </a:r>
            <a:endParaRPr lang="en-US" altLang="ko-KR" sz="700" dirty="0">
              <a:solidFill>
                <a:schemeClr val="bg1"/>
              </a:solidFill>
            </a:endParaRPr>
          </a:p>
        </p:txBody>
      </p:sp>
      <p:sp>
        <p:nvSpPr>
          <p:cNvPr id="24" name="직사각형 23">
            <a:extLst>
              <a:ext uri="{FF2B5EF4-FFF2-40B4-BE49-F238E27FC236}">
                <a16:creationId xmlns:a16="http://schemas.microsoft.com/office/drawing/2014/main" id="{724CCC72-F867-48EA-BE16-DB125111F679}"/>
              </a:ext>
            </a:extLst>
          </p:cNvPr>
          <p:cNvSpPr/>
          <p:nvPr/>
        </p:nvSpPr>
        <p:spPr>
          <a:xfrm>
            <a:off x="2660927" y="5344937"/>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solidFill>
            </a:endParaRPr>
          </a:p>
        </p:txBody>
      </p:sp>
      <p:sp>
        <p:nvSpPr>
          <p:cNvPr id="25" name="직사각형 24">
            <a:extLst>
              <a:ext uri="{FF2B5EF4-FFF2-40B4-BE49-F238E27FC236}">
                <a16:creationId xmlns:a16="http://schemas.microsoft.com/office/drawing/2014/main" id="{EDB44C69-F140-4374-A46F-33961D0D2A4E}"/>
              </a:ext>
            </a:extLst>
          </p:cNvPr>
          <p:cNvSpPr/>
          <p:nvPr/>
        </p:nvSpPr>
        <p:spPr>
          <a:xfrm>
            <a:off x="5979860" y="5352311"/>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직접입력                       ▼</a:t>
            </a:r>
            <a:endParaRPr lang="en-US" altLang="ko-KR" sz="800" dirty="0">
              <a:solidFill>
                <a:schemeClr val="tx1"/>
              </a:solidFill>
            </a:endParaRPr>
          </a:p>
        </p:txBody>
      </p:sp>
      <p:grpSp>
        <p:nvGrpSpPr>
          <p:cNvPr id="26" name="그룹 25">
            <a:extLst>
              <a:ext uri="{FF2B5EF4-FFF2-40B4-BE49-F238E27FC236}">
                <a16:creationId xmlns:a16="http://schemas.microsoft.com/office/drawing/2014/main" id="{781319E4-FF69-4968-89F6-CB7F302E28DF}"/>
              </a:ext>
            </a:extLst>
          </p:cNvPr>
          <p:cNvGrpSpPr/>
          <p:nvPr/>
        </p:nvGrpSpPr>
        <p:grpSpPr>
          <a:xfrm>
            <a:off x="2660927" y="5081494"/>
            <a:ext cx="1789788" cy="230832"/>
            <a:chOff x="2924648" y="2579699"/>
            <a:chExt cx="1789788" cy="230832"/>
          </a:xfrm>
        </p:grpSpPr>
        <p:sp>
          <p:nvSpPr>
            <p:cNvPr id="27" name="직사각형 26">
              <a:extLst>
                <a:ext uri="{FF2B5EF4-FFF2-40B4-BE49-F238E27FC236}">
                  <a16:creationId xmlns:a16="http://schemas.microsoft.com/office/drawing/2014/main" id="{325C14A0-8EB0-4822-AD65-DAE8D96751B6}"/>
                </a:ext>
              </a:extLst>
            </p:cNvPr>
            <p:cNvSpPr/>
            <p:nvPr/>
          </p:nvSpPr>
          <p:spPr>
            <a:xfrm>
              <a:off x="2924648"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010  </a:t>
              </a:r>
              <a:r>
                <a:rPr lang="ko-KR" altLang="en-US" sz="800" dirty="0">
                  <a:solidFill>
                    <a:schemeClr val="tx1"/>
                  </a:solidFill>
                </a:rPr>
                <a:t>▼</a:t>
              </a:r>
              <a:endParaRPr lang="en-US" altLang="ko-KR" sz="800" dirty="0">
                <a:solidFill>
                  <a:schemeClr val="tx1"/>
                </a:solidFill>
              </a:endParaRPr>
            </a:p>
          </p:txBody>
        </p:sp>
        <p:sp>
          <p:nvSpPr>
            <p:cNvPr id="28" name="직사각형 27">
              <a:extLst>
                <a:ext uri="{FF2B5EF4-FFF2-40B4-BE49-F238E27FC236}">
                  <a16:creationId xmlns:a16="http://schemas.microsoft.com/office/drawing/2014/main" id="{7C167B82-F718-4209-B691-149647AC1273}"/>
                </a:ext>
              </a:extLst>
            </p:cNvPr>
            <p:cNvSpPr/>
            <p:nvPr/>
          </p:nvSpPr>
          <p:spPr>
            <a:xfrm>
              <a:off x="3542442"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29" name="직사각형 28">
              <a:extLst>
                <a:ext uri="{FF2B5EF4-FFF2-40B4-BE49-F238E27FC236}">
                  <a16:creationId xmlns:a16="http://schemas.microsoft.com/office/drawing/2014/main" id="{264FF49C-E079-4A16-A683-B558C6178B72}"/>
                </a:ext>
              </a:extLst>
            </p:cNvPr>
            <p:cNvSpPr/>
            <p:nvPr/>
          </p:nvSpPr>
          <p:spPr>
            <a:xfrm>
              <a:off x="4160236" y="2633078"/>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30" name="TextBox 29">
              <a:extLst>
                <a:ext uri="{FF2B5EF4-FFF2-40B4-BE49-F238E27FC236}">
                  <a16:creationId xmlns:a16="http://schemas.microsoft.com/office/drawing/2014/main" id="{A49BD034-1F1D-48D3-AF20-9ABA57E98BEA}"/>
                </a:ext>
              </a:extLst>
            </p:cNvPr>
            <p:cNvSpPr txBox="1"/>
            <p:nvPr/>
          </p:nvSpPr>
          <p:spPr>
            <a:xfrm>
              <a:off x="3394267" y="2579699"/>
              <a:ext cx="232756" cy="230832"/>
            </a:xfrm>
            <a:prstGeom prst="rect">
              <a:avLst/>
            </a:prstGeom>
            <a:noFill/>
          </p:spPr>
          <p:txBody>
            <a:bodyPr wrap="none" rtlCol="0">
              <a:spAutoFit/>
            </a:bodyPr>
            <a:lstStyle/>
            <a:p>
              <a:r>
                <a:rPr lang="en-US" altLang="ko-KR" sz="900" dirty="0"/>
                <a:t>-</a:t>
              </a:r>
              <a:endParaRPr lang="ko-KR" altLang="en-US" sz="900" dirty="0"/>
            </a:p>
          </p:txBody>
        </p:sp>
        <p:sp>
          <p:nvSpPr>
            <p:cNvPr id="31" name="TextBox 30">
              <a:extLst>
                <a:ext uri="{FF2B5EF4-FFF2-40B4-BE49-F238E27FC236}">
                  <a16:creationId xmlns:a16="http://schemas.microsoft.com/office/drawing/2014/main" id="{C8920095-9CC6-40B5-BD0F-C1036B1B45F9}"/>
                </a:ext>
              </a:extLst>
            </p:cNvPr>
            <p:cNvSpPr txBox="1"/>
            <p:nvPr/>
          </p:nvSpPr>
          <p:spPr>
            <a:xfrm>
              <a:off x="4012061" y="2579699"/>
              <a:ext cx="232756" cy="230832"/>
            </a:xfrm>
            <a:prstGeom prst="rect">
              <a:avLst/>
            </a:prstGeom>
            <a:noFill/>
          </p:spPr>
          <p:txBody>
            <a:bodyPr wrap="none" rtlCol="0">
              <a:spAutoFit/>
            </a:bodyPr>
            <a:lstStyle/>
            <a:p>
              <a:r>
                <a:rPr lang="en-US" altLang="ko-KR" sz="900" dirty="0"/>
                <a:t>-</a:t>
              </a:r>
              <a:endParaRPr lang="ko-KR" altLang="en-US" sz="900" dirty="0"/>
            </a:p>
          </p:txBody>
        </p:sp>
      </p:grpSp>
      <p:sp>
        <p:nvSpPr>
          <p:cNvPr id="32" name="직사각형 31">
            <a:extLst>
              <a:ext uri="{FF2B5EF4-FFF2-40B4-BE49-F238E27FC236}">
                <a16:creationId xmlns:a16="http://schemas.microsoft.com/office/drawing/2014/main" id="{A9B25C89-FAB9-407F-822F-EA719F17EB14}"/>
              </a:ext>
            </a:extLst>
          </p:cNvPr>
          <p:cNvSpPr/>
          <p:nvPr/>
        </p:nvSpPr>
        <p:spPr>
          <a:xfrm>
            <a:off x="4376656" y="5351568"/>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solidFill>
            </a:endParaRPr>
          </a:p>
        </p:txBody>
      </p:sp>
      <p:sp>
        <p:nvSpPr>
          <p:cNvPr id="33" name="직사각형 32">
            <a:extLst>
              <a:ext uri="{FF2B5EF4-FFF2-40B4-BE49-F238E27FC236}">
                <a16:creationId xmlns:a16="http://schemas.microsoft.com/office/drawing/2014/main" id="{47A7F01F-2E46-4D0C-A761-A40DB40866AB}"/>
              </a:ext>
            </a:extLst>
          </p:cNvPr>
          <p:cNvSpPr/>
          <p:nvPr/>
        </p:nvSpPr>
        <p:spPr>
          <a:xfrm>
            <a:off x="3863987" y="5582853"/>
            <a:ext cx="586728" cy="97151"/>
          </a:xfrm>
          <a:prstGeom prst="rect">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err="1"/>
              <a:t>내려받기</a:t>
            </a:r>
            <a:endParaRPr lang="ko-KR" altLang="en-US" sz="700" b="1" dirty="0"/>
          </a:p>
        </p:txBody>
      </p:sp>
      <p:sp>
        <p:nvSpPr>
          <p:cNvPr id="34" name="직사각형 33">
            <a:extLst>
              <a:ext uri="{FF2B5EF4-FFF2-40B4-BE49-F238E27FC236}">
                <a16:creationId xmlns:a16="http://schemas.microsoft.com/office/drawing/2014/main" id="{F5FA5AD9-ED89-4391-8E44-F096EF6714DC}"/>
              </a:ext>
            </a:extLst>
          </p:cNvPr>
          <p:cNvSpPr/>
          <p:nvPr/>
        </p:nvSpPr>
        <p:spPr>
          <a:xfrm>
            <a:off x="4536349" y="5584555"/>
            <a:ext cx="586728" cy="97151"/>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파일삭제</a:t>
            </a:r>
          </a:p>
        </p:txBody>
      </p:sp>
      <p:sp>
        <p:nvSpPr>
          <p:cNvPr id="35" name="직사각형 34">
            <a:extLst>
              <a:ext uri="{FF2B5EF4-FFF2-40B4-BE49-F238E27FC236}">
                <a16:creationId xmlns:a16="http://schemas.microsoft.com/office/drawing/2014/main" id="{9D94CE14-6FFF-486A-8678-0CCBF919ED87}"/>
              </a:ext>
            </a:extLst>
          </p:cNvPr>
          <p:cNvSpPr/>
          <p:nvPr/>
        </p:nvSpPr>
        <p:spPr>
          <a:xfrm>
            <a:off x="2660927" y="5772732"/>
            <a:ext cx="792089"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36" name="그림 35">
            <a:extLst>
              <a:ext uri="{FF2B5EF4-FFF2-40B4-BE49-F238E27FC236}">
                <a16:creationId xmlns:a16="http://schemas.microsoft.com/office/drawing/2014/main" id="{4BB29577-7B14-4EC1-BFA5-BD7623100150}"/>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513469" y="5765773"/>
            <a:ext cx="146839" cy="146839"/>
          </a:xfrm>
          <a:prstGeom prst="rect">
            <a:avLst/>
          </a:prstGeom>
        </p:spPr>
      </p:pic>
      <p:graphicFrame>
        <p:nvGraphicFramePr>
          <p:cNvPr id="37" name="표 36">
            <a:extLst>
              <a:ext uri="{FF2B5EF4-FFF2-40B4-BE49-F238E27FC236}">
                <a16:creationId xmlns:a16="http://schemas.microsoft.com/office/drawing/2014/main" id="{D27F335C-8806-46E4-B36C-2F4273C097D2}"/>
              </a:ext>
            </a:extLst>
          </p:cNvPr>
          <p:cNvGraphicFramePr>
            <a:graphicFrameLocks noGrp="1"/>
          </p:cNvGraphicFramePr>
          <p:nvPr>
            <p:extLst>
              <p:ext uri="{D42A27DB-BD31-4B8C-83A1-F6EECF244321}">
                <p14:modId xmlns:p14="http://schemas.microsoft.com/office/powerpoint/2010/main" val="360916857"/>
              </p:ext>
            </p:extLst>
          </p:nvPr>
        </p:nvGraphicFramePr>
        <p:xfrm>
          <a:off x="10171774" y="22159"/>
          <a:ext cx="1979018" cy="37043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RF-05</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RF-05-02-08</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디자인 패턴</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웹페이지 </a:t>
                      </a:r>
                      <a:endParaRPr lang="en-US" altLang="ko-KR" sz="800" dirty="0"/>
                    </a:p>
                    <a:p>
                      <a:pPr algn="l" latinLnBrk="1"/>
                      <a:r>
                        <a:rPr lang="en-US" altLang="ko-KR" sz="800" dirty="0"/>
                        <a:t>- </a:t>
                      </a:r>
                      <a:r>
                        <a:rPr lang="ko-KR" altLang="en-US" sz="800" dirty="0"/>
                        <a:t>입력페이지 형태</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웹페이지의 입력페이지 패턴입니다</a:t>
                      </a:r>
                      <a:r>
                        <a:rPr lang="en-US" altLang="ko-KR" sz="800" dirty="0"/>
                        <a:t>..</a:t>
                      </a:r>
                      <a:br>
                        <a:rPr lang="en-US" altLang="ko-KR" sz="800" dirty="0"/>
                      </a:br>
                      <a:br>
                        <a:rPr lang="en-US" altLang="ko-KR" sz="800" dirty="0"/>
                      </a:br>
                      <a:r>
                        <a:rPr lang="ko-KR" altLang="en-US" sz="800" dirty="0"/>
                        <a:t>해당 패턴들을 가지고 조합하여 상품 등록 페이지나 사용자 등록 페이지 등등의 컨트롤 페이지들을 구성하겠습니다</a:t>
                      </a:r>
                      <a:r>
                        <a:rPr lang="en-US" altLang="ko-KR" sz="800" dirty="0"/>
                        <a:t>.</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45340364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대 제목 패턴 </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중 제목 패턴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입력 영역과 영역사이 이미지나 가이드 내용의 표시 패턴 </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338346840"/>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기본 폼 패턴과 </a:t>
                      </a:r>
                      <a:r>
                        <a:rPr lang="ko-KR" altLang="en-US" sz="800" b="0" dirty="0" err="1">
                          <a:solidFill>
                            <a:schemeClr val="tx1"/>
                          </a:solidFill>
                        </a:rPr>
                        <a:t>입력폼</a:t>
                      </a:r>
                      <a:r>
                        <a:rPr lang="ko-KR" altLang="en-US" sz="800" b="0" dirty="0">
                          <a:solidFill>
                            <a:schemeClr val="tx1"/>
                          </a:solidFill>
                        </a:rPr>
                        <a:t> 패턴 </a:t>
                      </a:r>
                      <a:r>
                        <a:rPr lang="en-US" altLang="ko-KR" sz="800" b="0" dirty="0">
                          <a:solidFill>
                            <a:schemeClr val="tx1"/>
                          </a:solidFill>
                        </a:rPr>
                        <a:t>#1</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969317762"/>
                  </a:ext>
                </a:extLst>
              </a:tr>
              <a:tr h="140746">
                <a:tc>
                  <a:txBody>
                    <a:bodyPr/>
                    <a:lstStyle/>
                    <a:p>
                      <a:pPr algn="ctr" latinLnBrk="1"/>
                      <a:r>
                        <a:rPr lang="en-US" altLang="ko-KR" sz="800" dirty="0"/>
                        <a:t>5</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기본 폼 패턴과 </a:t>
                      </a:r>
                      <a:r>
                        <a:rPr lang="ko-KR" altLang="en-US" sz="800" b="0" dirty="0" err="1">
                          <a:solidFill>
                            <a:schemeClr val="tx1"/>
                          </a:solidFill>
                        </a:rPr>
                        <a:t>입력폼</a:t>
                      </a:r>
                      <a:r>
                        <a:rPr lang="ko-KR" altLang="en-US" sz="800" b="0" dirty="0">
                          <a:solidFill>
                            <a:schemeClr val="tx1"/>
                          </a:solidFill>
                        </a:rPr>
                        <a:t> 패턴 </a:t>
                      </a:r>
                      <a:r>
                        <a:rPr lang="en-US" altLang="ko-KR" sz="800" b="0" dirty="0">
                          <a:solidFill>
                            <a:schemeClr val="tx1"/>
                          </a:solidFill>
                        </a:rPr>
                        <a:t>#2</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59645227"/>
                  </a:ext>
                </a:extLst>
              </a:tr>
              <a:tr h="140746">
                <a:tc>
                  <a:txBody>
                    <a:bodyPr/>
                    <a:lstStyle/>
                    <a:p>
                      <a:pPr algn="ctr" latinLnBrk="1"/>
                      <a:r>
                        <a:rPr lang="en-US" altLang="ko-KR" sz="800" dirty="0"/>
                        <a:t>6</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버튼 패턴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080341934"/>
                  </a:ext>
                </a:extLst>
              </a:tr>
            </a:tbl>
          </a:graphicData>
        </a:graphic>
      </p:graphicFrame>
      <p:sp>
        <p:nvSpPr>
          <p:cNvPr id="38" name="TextBox 37">
            <a:extLst>
              <a:ext uri="{FF2B5EF4-FFF2-40B4-BE49-F238E27FC236}">
                <a16:creationId xmlns:a16="http://schemas.microsoft.com/office/drawing/2014/main" id="{09312EF8-0BF6-4042-92D0-A8AE1F083CD4}"/>
              </a:ext>
            </a:extLst>
          </p:cNvPr>
          <p:cNvSpPr txBox="1"/>
          <p:nvPr/>
        </p:nvSpPr>
        <p:spPr>
          <a:xfrm>
            <a:off x="1435712" y="815128"/>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39" name="TextBox 38">
            <a:extLst>
              <a:ext uri="{FF2B5EF4-FFF2-40B4-BE49-F238E27FC236}">
                <a16:creationId xmlns:a16="http://schemas.microsoft.com/office/drawing/2014/main" id="{781D4749-F083-4757-B3AF-D559EEE4B384}"/>
              </a:ext>
            </a:extLst>
          </p:cNvPr>
          <p:cNvSpPr txBox="1"/>
          <p:nvPr/>
        </p:nvSpPr>
        <p:spPr>
          <a:xfrm>
            <a:off x="1429052" y="1133404"/>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40" name="TextBox 39">
            <a:extLst>
              <a:ext uri="{FF2B5EF4-FFF2-40B4-BE49-F238E27FC236}">
                <a16:creationId xmlns:a16="http://schemas.microsoft.com/office/drawing/2014/main" id="{50462CC0-1AF9-46D3-93E5-6B344F55886A}"/>
              </a:ext>
            </a:extLst>
          </p:cNvPr>
          <p:cNvSpPr txBox="1"/>
          <p:nvPr/>
        </p:nvSpPr>
        <p:spPr>
          <a:xfrm>
            <a:off x="1448231" y="1875951"/>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41" name="TextBox 40">
            <a:extLst>
              <a:ext uri="{FF2B5EF4-FFF2-40B4-BE49-F238E27FC236}">
                <a16:creationId xmlns:a16="http://schemas.microsoft.com/office/drawing/2014/main" id="{9B9D4E62-FF4E-405B-811F-4BA43D433B6F}"/>
              </a:ext>
            </a:extLst>
          </p:cNvPr>
          <p:cNvSpPr txBox="1"/>
          <p:nvPr/>
        </p:nvSpPr>
        <p:spPr>
          <a:xfrm>
            <a:off x="1448231" y="3018971"/>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
        <p:nvSpPr>
          <p:cNvPr id="42" name="TextBox 41">
            <a:extLst>
              <a:ext uri="{FF2B5EF4-FFF2-40B4-BE49-F238E27FC236}">
                <a16:creationId xmlns:a16="http://schemas.microsoft.com/office/drawing/2014/main" id="{F8667D2E-04A8-491F-B840-49D94007DB1D}"/>
              </a:ext>
            </a:extLst>
          </p:cNvPr>
          <p:cNvSpPr txBox="1"/>
          <p:nvPr/>
        </p:nvSpPr>
        <p:spPr>
          <a:xfrm>
            <a:off x="1439353" y="5179409"/>
            <a:ext cx="251992" cy="230832"/>
          </a:xfrm>
          <a:prstGeom prst="rect">
            <a:avLst/>
          </a:prstGeom>
          <a:solidFill>
            <a:srgbClr val="FF0000"/>
          </a:solidFill>
        </p:spPr>
        <p:txBody>
          <a:bodyPr wrap="none" rtlCol="0">
            <a:spAutoFit/>
          </a:bodyPr>
          <a:lstStyle/>
          <a:p>
            <a:r>
              <a:rPr lang="en-US" altLang="ko-KR" sz="900" b="1" dirty="0">
                <a:solidFill>
                  <a:schemeClr val="bg1"/>
                </a:solidFill>
              </a:rPr>
              <a:t>5</a:t>
            </a:r>
            <a:endParaRPr lang="ko-KR" altLang="en-US" sz="900" b="1" dirty="0">
              <a:solidFill>
                <a:schemeClr val="bg1"/>
              </a:solidFill>
            </a:endParaRPr>
          </a:p>
        </p:txBody>
      </p:sp>
      <p:sp>
        <p:nvSpPr>
          <p:cNvPr id="43" name="TextBox 42">
            <a:extLst>
              <a:ext uri="{FF2B5EF4-FFF2-40B4-BE49-F238E27FC236}">
                <a16:creationId xmlns:a16="http://schemas.microsoft.com/office/drawing/2014/main" id="{17436574-736A-4C5A-A4E1-6A7557962797}"/>
              </a:ext>
            </a:extLst>
          </p:cNvPr>
          <p:cNvSpPr txBox="1"/>
          <p:nvPr/>
        </p:nvSpPr>
        <p:spPr>
          <a:xfrm>
            <a:off x="3981096" y="6035225"/>
            <a:ext cx="251992" cy="230832"/>
          </a:xfrm>
          <a:prstGeom prst="rect">
            <a:avLst/>
          </a:prstGeom>
          <a:solidFill>
            <a:srgbClr val="FF0000"/>
          </a:solidFill>
        </p:spPr>
        <p:txBody>
          <a:bodyPr wrap="none" rtlCol="0">
            <a:spAutoFit/>
          </a:bodyPr>
          <a:lstStyle/>
          <a:p>
            <a:r>
              <a:rPr lang="en-US" altLang="ko-KR" sz="900" b="1" dirty="0">
                <a:solidFill>
                  <a:schemeClr val="bg1"/>
                </a:solidFill>
              </a:rPr>
              <a:t>6</a:t>
            </a:r>
            <a:endParaRPr lang="ko-KR" altLang="en-US" sz="900" b="1" dirty="0">
              <a:solidFill>
                <a:schemeClr val="bg1"/>
              </a:solidFill>
            </a:endParaRPr>
          </a:p>
        </p:txBody>
      </p:sp>
    </p:spTree>
    <p:extLst>
      <p:ext uri="{BB962C8B-B14F-4D97-AF65-F5344CB8AC3E}">
        <p14:creationId xmlns:p14="http://schemas.microsoft.com/office/powerpoint/2010/main" val="3526087421"/>
      </p:ext>
    </p:extLst>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326E7419-BD60-443D-9694-0E3DC903C52D}"/>
              </a:ext>
            </a:extLst>
          </p:cNvPr>
          <p:cNvSpPr/>
          <p:nvPr/>
        </p:nvSpPr>
        <p:spPr>
          <a:xfrm>
            <a:off x="910818" y="184668"/>
            <a:ext cx="8456022" cy="6488663"/>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3" name="TextBox 2">
            <a:extLst>
              <a:ext uri="{FF2B5EF4-FFF2-40B4-BE49-F238E27FC236}">
                <a16:creationId xmlns:a16="http://schemas.microsoft.com/office/drawing/2014/main" id="{987D737D-41B7-492D-8F4F-D83CB0789F4F}"/>
              </a:ext>
            </a:extLst>
          </p:cNvPr>
          <p:cNvSpPr txBox="1"/>
          <p:nvPr/>
        </p:nvSpPr>
        <p:spPr>
          <a:xfrm>
            <a:off x="1057580" y="980842"/>
            <a:ext cx="864339"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a:t>
            </a:r>
            <a:r>
              <a:rPr lang="ko-KR" altLang="en-US" sz="900" b="1" dirty="0" err="1">
                <a:latin typeface="맑은 고딕" panose="020B0503020000020004" pitchFamily="50" charset="-127"/>
                <a:ea typeface="맑은 고딕" panose="020B0503020000020004" pitchFamily="50" charset="-127"/>
              </a:rPr>
              <a:t>대제목</a:t>
            </a:r>
            <a:r>
              <a:rPr lang="ko-KR" altLang="en-US" sz="900" b="1" dirty="0">
                <a:latin typeface="맑은 고딕" panose="020B0503020000020004" pitchFamily="50" charset="-127"/>
                <a:ea typeface="맑은 고딕" panose="020B0503020000020004" pitchFamily="50" charset="-127"/>
              </a:rPr>
              <a:t> </a:t>
            </a:r>
            <a:r>
              <a:rPr lang="en-US" altLang="ko-KR" sz="900" b="1" dirty="0">
                <a:latin typeface="맑은 고딕" panose="020B0503020000020004" pitchFamily="50" charset="-127"/>
                <a:ea typeface="맑은 고딕" panose="020B0503020000020004" pitchFamily="50" charset="-127"/>
              </a:rPr>
              <a:t>#1</a:t>
            </a:r>
            <a:endParaRPr lang="ko-KR" altLang="en-US" sz="900" dirty="0"/>
          </a:p>
        </p:txBody>
      </p:sp>
      <p:sp>
        <p:nvSpPr>
          <p:cNvPr id="4" name="직사각형 3">
            <a:extLst>
              <a:ext uri="{FF2B5EF4-FFF2-40B4-BE49-F238E27FC236}">
                <a16:creationId xmlns:a16="http://schemas.microsoft.com/office/drawing/2014/main" id="{28E0B7B2-DB6D-4E3A-9E5E-D6E0E9C5CA70}"/>
              </a:ext>
            </a:extLst>
          </p:cNvPr>
          <p:cNvSpPr/>
          <p:nvPr/>
        </p:nvSpPr>
        <p:spPr>
          <a:xfrm>
            <a:off x="1056729" y="665529"/>
            <a:ext cx="8143453" cy="246221"/>
          </a:xfrm>
          <a:prstGeom prst="rect">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700" dirty="0">
                <a:solidFill>
                  <a:schemeClr val="bg1">
                    <a:lumMod val="50000"/>
                  </a:schemeClr>
                </a:solidFill>
              </a:rPr>
              <a:t>Home &gt; </a:t>
            </a:r>
            <a:r>
              <a:rPr lang="ko-KR" altLang="en-US" sz="700" dirty="0">
                <a:solidFill>
                  <a:schemeClr val="bg1">
                    <a:lumMod val="50000"/>
                  </a:schemeClr>
                </a:solidFill>
              </a:rPr>
              <a:t>대분류 </a:t>
            </a:r>
            <a:r>
              <a:rPr lang="en-US" altLang="ko-KR" sz="700" dirty="0">
                <a:solidFill>
                  <a:schemeClr val="bg1">
                    <a:lumMod val="50000"/>
                  </a:schemeClr>
                </a:solidFill>
              </a:rPr>
              <a:t>#1 &gt; </a:t>
            </a:r>
            <a:r>
              <a:rPr lang="ko-KR" altLang="en-US" sz="700" dirty="0">
                <a:solidFill>
                  <a:schemeClr val="bg1">
                    <a:lumMod val="50000"/>
                  </a:schemeClr>
                </a:solidFill>
              </a:rPr>
              <a:t>중분류 </a:t>
            </a:r>
            <a:r>
              <a:rPr lang="en-US" altLang="ko-KR" sz="700" dirty="0">
                <a:solidFill>
                  <a:schemeClr val="bg1">
                    <a:lumMod val="50000"/>
                  </a:schemeClr>
                </a:solidFill>
              </a:rPr>
              <a:t>#3 &gt; </a:t>
            </a:r>
            <a:r>
              <a:rPr lang="ko-KR" altLang="en-US" sz="700" b="1" dirty="0">
                <a:solidFill>
                  <a:schemeClr val="tx1"/>
                </a:solidFill>
              </a:rPr>
              <a:t>소분류 </a:t>
            </a:r>
            <a:r>
              <a:rPr lang="en-US" altLang="ko-KR" sz="700" b="1" dirty="0">
                <a:solidFill>
                  <a:schemeClr val="tx1"/>
                </a:solidFill>
              </a:rPr>
              <a:t>#1</a:t>
            </a:r>
            <a:endParaRPr lang="ko-KR" altLang="en-US" sz="700" b="1" dirty="0">
              <a:solidFill>
                <a:schemeClr val="tx1"/>
              </a:solidFill>
            </a:endParaRPr>
          </a:p>
        </p:txBody>
      </p:sp>
      <p:grpSp>
        <p:nvGrpSpPr>
          <p:cNvPr id="5" name="그룹 4">
            <a:extLst>
              <a:ext uri="{FF2B5EF4-FFF2-40B4-BE49-F238E27FC236}">
                <a16:creationId xmlns:a16="http://schemas.microsoft.com/office/drawing/2014/main" id="{25E749D3-4439-4C35-B607-4DAAD0982C32}"/>
              </a:ext>
            </a:extLst>
          </p:cNvPr>
          <p:cNvGrpSpPr/>
          <p:nvPr/>
        </p:nvGrpSpPr>
        <p:grpSpPr>
          <a:xfrm>
            <a:off x="1120106" y="1944212"/>
            <a:ext cx="517956" cy="248122"/>
            <a:chOff x="2681976" y="1955121"/>
            <a:chExt cx="1929510" cy="596970"/>
          </a:xfrm>
        </p:grpSpPr>
        <p:sp>
          <p:nvSpPr>
            <p:cNvPr id="6" name="Border">
              <a:extLst>
                <a:ext uri="{FF2B5EF4-FFF2-40B4-BE49-F238E27FC236}">
                  <a16:creationId xmlns:a16="http://schemas.microsoft.com/office/drawing/2014/main" id="{F9DAE0D0-7FE5-4109-971E-27E7E68601AD}"/>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 name="Line 2">
              <a:extLst>
                <a:ext uri="{FF2B5EF4-FFF2-40B4-BE49-F238E27FC236}">
                  <a16:creationId xmlns:a16="http://schemas.microsoft.com/office/drawing/2014/main" id="{DA810080-05ED-4510-90CC-B50595331FCE}"/>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1">
              <a:extLst>
                <a:ext uri="{FF2B5EF4-FFF2-40B4-BE49-F238E27FC236}">
                  <a16:creationId xmlns:a16="http://schemas.microsoft.com/office/drawing/2014/main" id="{75D3A386-17C4-4A70-8339-9792E24E6861}"/>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TextBox 8">
              <a:extLst>
                <a:ext uri="{FF2B5EF4-FFF2-40B4-BE49-F238E27FC236}">
                  <a16:creationId xmlns:a16="http://schemas.microsoft.com/office/drawing/2014/main" id="{75CCCF6D-A6F6-476B-8849-75B8C63AD2E2}"/>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0" name="직사각형 9">
            <a:extLst>
              <a:ext uri="{FF2B5EF4-FFF2-40B4-BE49-F238E27FC236}">
                <a16:creationId xmlns:a16="http://schemas.microsoft.com/office/drawing/2014/main" id="{5E1E342A-90BE-41DD-9A7C-0B4744932EB6}"/>
              </a:ext>
            </a:extLst>
          </p:cNvPr>
          <p:cNvSpPr/>
          <p:nvPr/>
        </p:nvSpPr>
        <p:spPr>
          <a:xfrm>
            <a:off x="1638061" y="1856846"/>
            <a:ext cx="3093515"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aphicFrame>
        <p:nvGraphicFramePr>
          <p:cNvPr id="11" name="표 17">
            <a:extLst>
              <a:ext uri="{FF2B5EF4-FFF2-40B4-BE49-F238E27FC236}">
                <a16:creationId xmlns:a16="http://schemas.microsoft.com/office/drawing/2014/main" id="{1A4A1B05-F4BC-400B-AFFB-DC5EE7A98F7E}"/>
              </a:ext>
            </a:extLst>
          </p:cNvPr>
          <p:cNvGraphicFramePr>
            <a:graphicFrameLocks noGrp="1"/>
          </p:cNvGraphicFramePr>
          <p:nvPr>
            <p:extLst>
              <p:ext uri="{D42A27DB-BD31-4B8C-83A1-F6EECF244321}">
                <p14:modId xmlns:p14="http://schemas.microsoft.com/office/powerpoint/2010/main" val="541224756"/>
              </p:ext>
            </p:extLst>
          </p:nvPr>
        </p:nvGraphicFramePr>
        <p:xfrm>
          <a:off x="1163547" y="2639844"/>
          <a:ext cx="7950565" cy="1706880"/>
        </p:xfrm>
        <a:graphic>
          <a:graphicData uri="http://schemas.openxmlformats.org/drawingml/2006/table">
            <a:tbl>
              <a:tblPr firstRow="1" bandRow="1">
                <a:tableStyleId>{5940675A-B579-460E-94D1-54222C63F5DA}</a:tableStyleId>
              </a:tblPr>
              <a:tblGrid>
                <a:gridCol w="1045804">
                  <a:extLst>
                    <a:ext uri="{9D8B030D-6E8A-4147-A177-3AD203B41FA5}">
                      <a16:colId xmlns:a16="http://schemas.microsoft.com/office/drawing/2014/main" val="827257380"/>
                    </a:ext>
                  </a:extLst>
                </a:gridCol>
                <a:gridCol w="2942253">
                  <a:extLst>
                    <a:ext uri="{9D8B030D-6E8A-4147-A177-3AD203B41FA5}">
                      <a16:colId xmlns:a16="http://schemas.microsoft.com/office/drawing/2014/main" val="1855344563"/>
                    </a:ext>
                  </a:extLst>
                </a:gridCol>
                <a:gridCol w="1312507">
                  <a:extLst>
                    <a:ext uri="{9D8B030D-6E8A-4147-A177-3AD203B41FA5}">
                      <a16:colId xmlns:a16="http://schemas.microsoft.com/office/drawing/2014/main" val="539718808"/>
                    </a:ext>
                  </a:extLst>
                </a:gridCol>
                <a:gridCol w="2650001">
                  <a:extLst>
                    <a:ext uri="{9D8B030D-6E8A-4147-A177-3AD203B41FA5}">
                      <a16:colId xmlns:a16="http://schemas.microsoft.com/office/drawing/2014/main" val="2632437273"/>
                    </a:ext>
                  </a:extLst>
                </a:gridCol>
              </a:tblGrid>
              <a:tr h="0">
                <a:tc>
                  <a:txBody>
                    <a:bodyPr/>
                    <a:lstStyle/>
                    <a:p>
                      <a:pPr latinLnBrk="1"/>
                      <a:r>
                        <a:rPr lang="en-US" altLang="ko-KR" sz="800" dirty="0">
                          <a:solidFill>
                            <a:schemeClr val="tx1"/>
                          </a:solidFill>
                        </a:rPr>
                        <a:t>Input </a:t>
                      </a:r>
                      <a:r>
                        <a:rPr lang="ko-KR" altLang="en-US" sz="800" dirty="0">
                          <a:solidFill>
                            <a:schemeClr val="tx1"/>
                          </a:solidFill>
                        </a:rPr>
                        <a:t>텍스트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latinLnBrk="1"/>
                      <a:r>
                        <a:rPr lang="ko-KR" altLang="en-US" sz="800" dirty="0"/>
                        <a:t>라디오버튼</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라디오 값</a:t>
                      </a:r>
                      <a:r>
                        <a:rPr lang="en-US" altLang="ko-KR" sz="800" dirty="0"/>
                        <a:t>1   </a:t>
                      </a:r>
                      <a:r>
                        <a:rPr lang="ko-KR" altLang="en-US" sz="800" dirty="0"/>
                        <a:t>● 라디오 값</a:t>
                      </a:r>
                      <a:r>
                        <a:rPr lang="en-US" altLang="ko-KR" sz="800" dirty="0"/>
                        <a:t>1</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리스트박스</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latinLnBrk="1"/>
                      <a:r>
                        <a:rPr lang="ko-KR" altLang="en-US" sz="800" dirty="0"/>
                        <a:t>체크박스</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 체크 값</a:t>
                      </a:r>
                      <a:r>
                        <a:rPr lang="en-US" altLang="ko-KR" sz="800" dirty="0"/>
                        <a:t>1  </a:t>
                      </a:r>
                      <a:r>
                        <a:rPr lang="ko-KR" altLang="en-US" sz="800" dirty="0"/>
                        <a:t>□ 체크 값</a:t>
                      </a:r>
                      <a:r>
                        <a:rPr lang="en-US" altLang="ko-KR" sz="800" dirty="0"/>
                        <a:t>2 </a:t>
                      </a:r>
                      <a:r>
                        <a:rPr lang="ko-KR" altLang="en-US" sz="800" dirty="0"/>
                        <a:t>■ 체크 값</a:t>
                      </a:r>
                      <a:r>
                        <a:rPr lang="en-US" altLang="ko-KR" sz="800" dirty="0"/>
                        <a:t>3</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en-US" altLang="ko-KR" sz="800" dirty="0" err="1">
                          <a:solidFill>
                            <a:schemeClr val="tx1"/>
                          </a:solidFill>
                        </a:rPr>
                        <a:t>Textarea</a:t>
                      </a:r>
                      <a:endParaRPr lang="ko-KR" altLang="en-US" sz="800"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3">
                  <a:txBody>
                    <a:bodyPr/>
                    <a:lstStyle/>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r h="0">
                <a:tc>
                  <a:txBody>
                    <a:bodyPr/>
                    <a:lstStyle/>
                    <a:p>
                      <a:pPr latinLnBrk="1"/>
                      <a:r>
                        <a:rPr lang="en-US" altLang="ko-KR" sz="800" dirty="0">
                          <a:solidFill>
                            <a:schemeClr val="tx1"/>
                          </a:solidFill>
                        </a:rPr>
                        <a:t>Input</a:t>
                      </a:r>
                      <a:r>
                        <a:rPr lang="ko-KR" altLang="en-US" sz="800" dirty="0">
                          <a:solidFill>
                            <a:schemeClr val="tx1"/>
                          </a:solidFill>
                        </a:rPr>
                        <a:t> 파일</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3">
                  <a:txBody>
                    <a:bodyPr/>
                    <a:lstStyle/>
                    <a:p>
                      <a:pPr latinLnBrk="1"/>
                      <a:endParaRPr lang="en-US" altLang="ko-KR"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46992661"/>
                  </a:ext>
                </a:extLst>
              </a:tr>
            </a:tbl>
          </a:graphicData>
        </a:graphic>
      </p:graphicFrame>
      <p:sp>
        <p:nvSpPr>
          <p:cNvPr id="12" name="TextBox 11">
            <a:extLst>
              <a:ext uri="{FF2B5EF4-FFF2-40B4-BE49-F238E27FC236}">
                <a16:creationId xmlns:a16="http://schemas.microsoft.com/office/drawing/2014/main" id="{A3766B23-6DA2-4738-9E66-5B5E69938AF1}"/>
              </a:ext>
            </a:extLst>
          </p:cNvPr>
          <p:cNvSpPr txBox="1"/>
          <p:nvPr/>
        </p:nvSpPr>
        <p:spPr>
          <a:xfrm>
            <a:off x="1056730" y="2417839"/>
            <a:ext cx="86113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err="1">
                <a:latin typeface="맑은 고딕" panose="020B0503020000020004" pitchFamily="50" charset="-127"/>
                <a:ea typeface="맑은 고딕" panose="020B0503020000020004" pitchFamily="50" charset="-127"/>
              </a:rPr>
              <a:t>중제목</a:t>
            </a:r>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#2</a:t>
            </a:r>
            <a:endParaRPr lang="ko-KR" altLang="en-US" sz="900" dirty="0"/>
          </a:p>
        </p:txBody>
      </p:sp>
      <p:graphicFrame>
        <p:nvGraphicFramePr>
          <p:cNvPr id="13" name="표 17">
            <a:extLst>
              <a:ext uri="{FF2B5EF4-FFF2-40B4-BE49-F238E27FC236}">
                <a16:creationId xmlns:a16="http://schemas.microsoft.com/office/drawing/2014/main" id="{8F38C38F-8CEB-4A24-9818-4655FA9BB852}"/>
              </a:ext>
            </a:extLst>
          </p:cNvPr>
          <p:cNvGraphicFramePr>
            <a:graphicFrameLocks noGrp="1"/>
          </p:cNvGraphicFramePr>
          <p:nvPr>
            <p:extLst>
              <p:ext uri="{D42A27DB-BD31-4B8C-83A1-F6EECF244321}">
                <p14:modId xmlns:p14="http://schemas.microsoft.com/office/powerpoint/2010/main" val="2475149945"/>
              </p:ext>
            </p:extLst>
          </p:nvPr>
        </p:nvGraphicFramePr>
        <p:xfrm>
          <a:off x="1163548" y="4718651"/>
          <a:ext cx="7950564" cy="1310640"/>
        </p:xfrm>
        <a:graphic>
          <a:graphicData uri="http://schemas.openxmlformats.org/drawingml/2006/table">
            <a:tbl>
              <a:tblPr firstRow="1" bandRow="1">
                <a:tableStyleId>{5940675A-B579-460E-94D1-54222C63F5DA}</a:tableStyleId>
              </a:tblPr>
              <a:tblGrid>
                <a:gridCol w="1033363">
                  <a:extLst>
                    <a:ext uri="{9D8B030D-6E8A-4147-A177-3AD203B41FA5}">
                      <a16:colId xmlns:a16="http://schemas.microsoft.com/office/drawing/2014/main" val="827257380"/>
                    </a:ext>
                  </a:extLst>
                </a:gridCol>
                <a:gridCol w="6917201">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아이디 중복확인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en-US" altLang="ko-KR" sz="800" dirty="0"/>
                    </a:p>
                    <a:p>
                      <a:pPr latinLnBrk="1"/>
                      <a:endParaRPr lang="en-US" altLang="ko-KR" sz="800" dirty="0"/>
                    </a:p>
                    <a:p>
                      <a:pPr latinLnBrk="1"/>
                      <a:r>
                        <a:rPr lang="en-US" altLang="ko-KR" sz="800" dirty="0"/>
                        <a:t>“</a:t>
                      </a:r>
                      <a:r>
                        <a:rPr lang="en-US" altLang="ko-KR" sz="800" b="1" dirty="0">
                          <a:solidFill>
                            <a:schemeClr val="accent1">
                              <a:lumMod val="75000"/>
                            </a:schemeClr>
                          </a:solidFill>
                        </a:rPr>
                        <a:t>abcd1234</a:t>
                      </a:r>
                      <a:r>
                        <a:rPr lang="en-US" altLang="ko-KR" sz="800" dirty="0"/>
                        <a:t>” </a:t>
                      </a:r>
                      <a:r>
                        <a:rPr lang="ko-KR" altLang="en-US" sz="800" dirty="0"/>
                        <a:t>는 사용할 수 있는 아이디 입니다</a:t>
                      </a:r>
                      <a:r>
                        <a:rPr lang="en-US" altLang="ko-KR" sz="800" dirty="0"/>
                        <a:t>.</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전화번호 표시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996292095"/>
                  </a:ext>
                </a:extLst>
              </a:tr>
              <a:tr h="0">
                <a:tc>
                  <a:txBody>
                    <a:bodyPr/>
                    <a:lstStyle/>
                    <a:p>
                      <a:pPr latinLnBrk="1"/>
                      <a:r>
                        <a:rPr lang="ko-KR" altLang="en-US" sz="800" dirty="0">
                          <a:solidFill>
                            <a:schemeClr val="tx1"/>
                          </a:solidFill>
                        </a:rPr>
                        <a:t>이메일 표시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014767118"/>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solidFill>
                            <a:schemeClr val="tx1"/>
                          </a:solidFill>
                        </a:rPr>
                        <a:t>파일표시 및 삭제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File_name.txt ( 4,33 kb )   </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843260783"/>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solidFill>
                            <a:schemeClr val="tx1"/>
                          </a:solidFill>
                        </a:rPr>
                        <a:t>날짜표시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en-US" altLang="ko-KR"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6246293"/>
                  </a:ext>
                </a:extLst>
              </a:tr>
            </a:tbl>
          </a:graphicData>
        </a:graphic>
      </p:graphicFrame>
      <p:sp>
        <p:nvSpPr>
          <p:cNvPr id="14" name="TextBox 13">
            <a:extLst>
              <a:ext uri="{FF2B5EF4-FFF2-40B4-BE49-F238E27FC236}">
                <a16:creationId xmlns:a16="http://schemas.microsoft.com/office/drawing/2014/main" id="{CC103174-CF5B-4824-A26C-599B2CFBCA83}"/>
              </a:ext>
            </a:extLst>
          </p:cNvPr>
          <p:cNvSpPr txBox="1"/>
          <p:nvPr/>
        </p:nvSpPr>
        <p:spPr>
          <a:xfrm>
            <a:off x="1056730" y="4496646"/>
            <a:ext cx="86113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err="1">
                <a:latin typeface="맑은 고딕" panose="020B0503020000020004" pitchFamily="50" charset="-127"/>
                <a:ea typeface="맑은 고딕" panose="020B0503020000020004" pitchFamily="50" charset="-127"/>
              </a:rPr>
              <a:t>중제목</a:t>
            </a:r>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#3</a:t>
            </a:r>
            <a:endParaRPr lang="ko-KR" altLang="en-US" sz="900" dirty="0"/>
          </a:p>
        </p:txBody>
      </p:sp>
      <p:sp>
        <p:nvSpPr>
          <p:cNvPr id="15" name="직사각형 14">
            <a:extLst>
              <a:ext uri="{FF2B5EF4-FFF2-40B4-BE49-F238E27FC236}">
                <a16:creationId xmlns:a16="http://schemas.microsoft.com/office/drawing/2014/main" id="{A9AF6107-652D-4F48-8103-A81A12B094F7}"/>
              </a:ext>
            </a:extLst>
          </p:cNvPr>
          <p:cNvSpPr/>
          <p:nvPr/>
        </p:nvSpPr>
        <p:spPr>
          <a:xfrm>
            <a:off x="3740789" y="6194679"/>
            <a:ext cx="1358901" cy="296205"/>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액션 버튼</a:t>
            </a:r>
            <a:endParaRPr lang="en-US" altLang="ko-KR" sz="800" dirty="0">
              <a:solidFill>
                <a:schemeClr val="bg1"/>
              </a:solidFill>
            </a:endParaRPr>
          </a:p>
        </p:txBody>
      </p:sp>
      <p:sp>
        <p:nvSpPr>
          <p:cNvPr id="16" name="직사각형 15">
            <a:extLst>
              <a:ext uri="{FF2B5EF4-FFF2-40B4-BE49-F238E27FC236}">
                <a16:creationId xmlns:a16="http://schemas.microsoft.com/office/drawing/2014/main" id="{3CC3B12D-1264-48C9-91B9-89304506EFE5}"/>
              </a:ext>
            </a:extLst>
          </p:cNvPr>
          <p:cNvSpPr/>
          <p:nvPr/>
        </p:nvSpPr>
        <p:spPr>
          <a:xfrm>
            <a:off x="5206499" y="6194679"/>
            <a:ext cx="1358901" cy="29620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닫기 버튼</a:t>
            </a:r>
            <a:endParaRPr lang="en-US" altLang="ko-KR" sz="800" dirty="0">
              <a:solidFill>
                <a:schemeClr val="bg1"/>
              </a:solidFill>
            </a:endParaRPr>
          </a:p>
        </p:txBody>
      </p:sp>
      <p:graphicFrame>
        <p:nvGraphicFramePr>
          <p:cNvPr id="17" name="표 17">
            <a:extLst>
              <a:ext uri="{FF2B5EF4-FFF2-40B4-BE49-F238E27FC236}">
                <a16:creationId xmlns:a16="http://schemas.microsoft.com/office/drawing/2014/main" id="{9C4AE0AD-8B8F-4A87-87D7-DE9E0A19EFFC}"/>
              </a:ext>
            </a:extLst>
          </p:cNvPr>
          <p:cNvGraphicFramePr>
            <a:graphicFrameLocks noGrp="1"/>
          </p:cNvGraphicFramePr>
          <p:nvPr>
            <p:extLst>
              <p:ext uri="{D42A27DB-BD31-4B8C-83A1-F6EECF244321}">
                <p14:modId xmlns:p14="http://schemas.microsoft.com/office/powerpoint/2010/main" val="4216840817"/>
              </p:ext>
            </p:extLst>
          </p:nvPr>
        </p:nvGraphicFramePr>
        <p:xfrm>
          <a:off x="1163548" y="1494843"/>
          <a:ext cx="7950566" cy="213360"/>
        </p:xfrm>
        <a:graphic>
          <a:graphicData uri="http://schemas.openxmlformats.org/drawingml/2006/table">
            <a:tbl>
              <a:tblPr firstRow="1" bandRow="1">
                <a:tableStyleId>{5940675A-B579-460E-94D1-54222C63F5DA}</a:tableStyleId>
              </a:tblPr>
              <a:tblGrid>
                <a:gridCol w="1002261">
                  <a:extLst>
                    <a:ext uri="{9D8B030D-6E8A-4147-A177-3AD203B41FA5}">
                      <a16:colId xmlns:a16="http://schemas.microsoft.com/office/drawing/2014/main" val="827257380"/>
                    </a:ext>
                  </a:extLst>
                </a:gridCol>
                <a:gridCol w="694830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제목 </a:t>
                      </a:r>
                      <a:r>
                        <a:rPr lang="en-US" altLang="ko-KR" sz="800" dirty="0">
                          <a:solidFill>
                            <a:schemeClr val="tx1"/>
                          </a:solidFill>
                        </a:rPr>
                        <a:t>#1</a:t>
                      </a:r>
                      <a:endParaRPr lang="ko-KR" altLang="en-US" sz="800"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입력된 내용 표시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bl>
          </a:graphicData>
        </a:graphic>
      </p:graphicFrame>
      <p:sp>
        <p:nvSpPr>
          <p:cNvPr id="18" name="TextBox 17">
            <a:extLst>
              <a:ext uri="{FF2B5EF4-FFF2-40B4-BE49-F238E27FC236}">
                <a16:creationId xmlns:a16="http://schemas.microsoft.com/office/drawing/2014/main" id="{1B618BAE-3E80-4CC6-AA49-79C98BEE291A}"/>
              </a:ext>
            </a:extLst>
          </p:cNvPr>
          <p:cNvSpPr txBox="1"/>
          <p:nvPr/>
        </p:nvSpPr>
        <p:spPr>
          <a:xfrm>
            <a:off x="1056730" y="1272838"/>
            <a:ext cx="86113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err="1">
                <a:latin typeface="맑은 고딕" panose="020B0503020000020004" pitchFamily="50" charset="-127"/>
                <a:ea typeface="맑은 고딕" panose="020B0503020000020004" pitchFamily="50" charset="-127"/>
              </a:rPr>
              <a:t>중제목</a:t>
            </a:r>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#1</a:t>
            </a:r>
            <a:endParaRPr lang="ko-KR" altLang="en-US" sz="900" dirty="0"/>
          </a:p>
        </p:txBody>
      </p:sp>
      <p:sp>
        <p:nvSpPr>
          <p:cNvPr id="19" name="직사각형 18">
            <a:extLst>
              <a:ext uri="{FF2B5EF4-FFF2-40B4-BE49-F238E27FC236}">
                <a16:creationId xmlns:a16="http://schemas.microsoft.com/office/drawing/2014/main" id="{5B25BE9B-B681-4A59-81AC-7DBB71E9080C}"/>
              </a:ext>
            </a:extLst>
          </p:cNvPr>
          <p:cNvSpPr/>
          <p:nvPr/>
        </p:nvSpPr>
        <p:spPr>
          <a:xfrm>
            <a:off x="2230769" y="4146026"/>
            <a:ext cx="3847675" cy="17691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lumMod val="50000"/>
                  <a:lumOff val="50000"/>
                </a:schemeClr>
              </a:solidFill>
            </a:endParaRPr>
          </a:p>
        </p:txBody>
      </p:sp>
      <p:sp>
        <p:nvSpPr>
          <p:cNvPr id="20" name="직사각형 19">
            <a:extLst>
              <a:ext uri="{FF2B5EF4-FFF2-40B4-BE49-F238E27FC236}">
                <a16:creationId xmlns:a16="http://schemas.microsoft.com/office/drawing/2014/main" id="{A0264D4D-764F-4BE8-94FF-40D0073EEAD4}"/>
              </a:ext>
            </a:extLst>
          </p:cNvPr>
          <p:cNvSpPr/>
          <p:nvPr/>
        </p:nvSpPr>
        <p:spPr>
          <a:xfrm>
            <a:off x="6078444" y="4137971"/>
            <a:ext cx="999724" cy="184972"/>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찾아보기</a:t>
            </a:r>
            <a:endParaRPr lang="en-US" altLang="ko-KR" sz="700" dirty="0">
              <a:solidFill>
                <a:schemeClr val="bg1"/>
              </a:solidFill>
            </a:endParaRPr>
          </a:p>
        </p:txBody>
      </p:sp>
      <p:sp>
        <p:nvSpPr>
          <p:cNvPr id="21" name="직사각형 20">
            <a:extLst>
              <a:ext uri="{FF2B5EF4-FFF2-40B4-BE49-F238E27FC236}">
                <a16:creationId xmlns:a16="http://schemas.microsoft.com/office/drawing/2014/main" id="{94800969-F301-4052-9D60-8260786D3CD9}"/>
              </a:ext>
            </a:extLst>
          </p:cNvPr>
          <p:cNvSpPr/>
          <p:nvPr/>
        </p:nvSpPr>
        <p:spPr>
          <a:xfrm>
            <a:off x="2230769" y="2661640"/>
            <a:ext cx="2868921" cy="17691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lumMod val="50000"/>
                  <a:lumOff val="50000"/>
                </a:schemeClr>
              </a:solidFill>
            </a:endParaRPr>
          </a:p>
        </p:txBody>
      </p:sp>
      <p:sp>
        <p:nvSpPr>
          <p:cNvPr id="22" name="직사각형 21">
            <a:extLst>
              <a:ext uri="{FF2B5EF4-FFF2-40B4-BE49-F238E27FC236}">
                <a16:creationId xmlns:a16="http://schemas.microsoft.com/office/drawing/2014/main" id="{E273E5C3-49E6-483C-B574-25A05A1C1894}"/>
              </a:ext>
            </a:extLst>
          </p:cNvPr>
          <p:cNvSpPr/>
          <p:nvPr/>
        </p:nvSpPr>
        <p:spPr>
          <a:xfrm>
            <a:off x="2230769" y="2889600"/>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직접입력                       ▼</a:t>
            </a:r>
            <a:endParaRPr lang="en-US" altLang="ko-KR" sz="800" dirty="0">
              <a:solidFill>
                <a:schemeClr val="tx1"/>
              </a:solidFill>
            </a:endParaRPr>
          </a:p>
        </p:txBody>
      </p:sp>
      <p:sp>
        <p:nvSpPr>
          <p:cNvPr id="23" name="직사각형 22">
            <a:extLst>
              <a:ext uri="{FF2B5EF4-FFF2-40B4-BE49-F238E27FC236}">
                <a16:creationId xmlns:a16="http://schemas.microsoft.com/office/drawing/2014/main" id="{E6B74492-5C56-4658-AF84-D460F2FCA900}"/>
              </a:ext>
            </a:extLst>
          </p:cNvPr>
          <p:cNvSpPr/>
          <p:nvPr/>
        </p:nvSpPr>
        <p:spPr>
          <a:xfrm>
            <a:off x="2230769" y="3109799"/>
            <a:ext cx="6827252" cy="933629"/>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solidFill>
            </a:endParaRPr>
          </a:p>
        </p:txBody>
      </p:sp>
      <p:sp>
        <p:nvSpPr>
          <p:cNvPr id="24" name="직사각형 23">
            <a:extLst>
              <a:ext uri="{FF2B5EF4-FFF2-40B4-BE49-F238E27FC236}">
                <a16:creationId xmlns:a16="http://schemas.microsoft.com/office/drawing/2014/main" id="{CECCAF45-5AE9-4ACB-8243-46D3E830EACF}"/>
              </a:ext>
            </a:extLst>
          </p:cNvPr>
          <p:cNvSpPr/>
          <p:nvPr/>
        </p:nvSpPr>
        <p:spPr>
          <a:xfrm>
            <a:off x="2286750" y="4753455"/>
            <a:ext cx="1538576" cy="17691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lumMod val="50000"/>
                  <a:lumOff val="50000"/>
                </a:schemeClr>
              </a:solidFill>
            </a:endParaRPr>
          </a:p>
        </p:txBody>
      </p:sp>
      <p:sp>
        <p:nvSpPr>
          <p:cNvPr id="25" name="직사각형 24">
            <a:extLst>
              <a:ext uri="{FF2B5EF4-FFF2-40B4-BE49-F238E27FC236}">
                <a16:creationId xmlns:a16="http://schemas.microsoft.com/office/drawing/2014/main" id="{C7736D9A-C509-4C5D-950C-B1EACD345E74}"/>
              </a:ext>
            </a:extLst>
          </p:cNvPr>
          <p:cNvSpPr/>
          <p:nvPr/>
        </p:nvSpPr>
        <p:spPr>
          <a:xfrm>
            <a:off x="3857762" y="4745400"/>
            <a:ext cx="999724" cy="184972"/>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중복확인</a:t>
            </a:r>
            <a:endParaRPr lang="en-US" altLang="ko-KR" sz="700" dirty="0">
              <a:solidFill>
                <a:schemeClr val="bg1"/>
              </a:solidFill>
            </a:endParaRPr>
          </a:p>
        </p:txBody>
      </p:sp>
      <p:sp>
        <p:nvSpPr>
          <p:cNvPr id="26" name="직사각형 25">
            <a:extLst>
              <a:ext uri="{FF2B5EF4-FFF2-40B4-BE49-F238E27FC236}">
                <a16:creationId xmlns:a16="http://schemas.microsoft.com/office/drawing/2014/main" id="{F1247800-1609-4EE2-B208-D67CF847CEE9}"/>
              </a:ext>
            </a:extLst>
          </p:cNvPr>
          <p:cNvSpPr/>
          <p:nvPr/>
        </p:nvSpPr>
        <p:spPr>
          <a:xfrm>
            <a:off x="2269426" y="5421661"/>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solidFill>
            </a:endParaRPr>
          </a:p>
        </p:txBody>
      </p:sp>
      <p:sp>
        <p:nvSpPr>
          <p:cNvPr id="27" name="직사각형 26">
            <a:extLst>
              <a:ext uri="{FF2B5EF4-FFF2-40B4-BE49-F238E27FC236}">
                <a16:creationId xmlns:a16="http://schemas.microsoft.com/office/drawing/2014/main" id="{6683347E-E5FD-499E-97C1-1B5B64232A68}"/>
              </a:ext>
            </a:extLst>
          </p:cNvPr>
          <p:cNvSpPr/>
          <p:nvPr/>
        </p:nvSpPr>
        <p:spPr>
          <a:xfrm>
            <a:off x="5588359" y="5429035"/>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직접입력                       ▼</a:t>
            </a:r>
            <a:endParaRPr lang="en-US" altLang="ko-KR" sz="800" dirty="0">
              <a:solidFill>
                <a:schemeClr val="tx1"/>
              </a:solidFill>
            </a:endParaRPr>
          </a:p>
        </p:txBody>
      </p:sp>
      <p:grpSp>
        <p:nvGrpSpPr>
          <p:cNvPr id="28" name="그룹 27">
            <a:extLst>
              <a:ext uri="{FF2B5EF4-FFF2-40B4-BE49-F238E27FC236}">
                <a16:creationId xmlns:a16="http://schemas.microsoft.com/office/drawing/2014/main" id="{C75CE4B5-E9FD-4F1D-8DBF-078FBB72EB90}"/>
              </a:ext>
            </a:extLst>
          </p:cNvPr>
          <p:cNvGrpSpPr/>
          <p:nvPr/>
        </p:nvGrpSpPr>
        <p:grpSpPr>
          <a:xfrm>
            <a:off x="2269426" y="5158218"/>
            <a:ext cx="1789788" cy="230832"/>
            <a:chOff x="2924648" y="2579699"/>
            <a:chExt cx="1789788" cy="230832"/>
          </a:xfrm>
        </p:grpSpPr>
        <p:sp>
          <p:nvSpPr>
            <p:cNvPr id="29" name="직사각형 28">
              <a:extLst>
                <a:ext uri="{FF2B5EF4-FFF2-40B4-BE49-F238E27FC236}">
                  <a16:creationId xmlns:a16="http://schemas.microsoft.com/office/drawing/2014/main" id="{C019880A-B07A-49CF-8E45-BFE9F4DF2F70}"/>
                </a:ext>
              </a:extLst>
            </p:cNvPr>
            <p:cNvSpPr/>
            <p:nvPr/>
          </p:nvSpPr>
          <p:spPr>
            <a:xfrm>
              <a:off x="2924648"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010  </a:t>
              </a:r>
              <a:r>
                <a:rPr lang="ko-KR" altLang="en-US" sz="800" dirty="0">
                  <a:solidFill>
                    <a:schemeClr val="tx1"/>
                  </a:solidFill>
                </a:rPr>
                <a:t>▼</a:t>
              </a:r>
              <a:endParaRPr lang="en-US" altLang="ko-KR" sz="800" dirty="0">
                <a:solidFill>
                  <a:schemeClr val="tx1"/>
                </a:solidFill>
              </a:endParaRPr>
            </a:p>
          </p:txBody>
        </p:sp>
        <p:sp>
          <p:nvSpPr>
            <p:cNvPr id="30" name="직사각형 29">
              <a:extLst>
                <a:ext uri="{FF2B5EF4-FFF2-40B4-BE49-F238E27FC236}">
                  <a16:creationId xmlns:a16="http://schemas.microsoft.com/office/drawing/2014/main" id="{46DE082C-E48C-42C9-8152-E2340041107B}"/>
                </a:ext>
              </a:extLst>
            </p:cNvPr>
            <p:cNvSpPr/>
            <p:nvPr/>
          </p:nvSpPr>
          <p:spPr>
            <a:xfrm>
              <a:off x="3542442"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31" name="직사각형 30">
              <a:extLst>
                <a:ext uri="{FF2B5EF4-FFF2-40B4-BE49-F238E27FC236}">
                  <a16:creationId xmlns:a16="http://schemas.microsoft.com/office/drawing/2014/main" id="{7353DE86-B283-4955-958F-D81D312B3B68}"/>
                </a:ext>
              </a:extLst>
            </p:cNvPr>
            <p:cNvSpPr/>
            <p:nvPr/>
          </p:nvSpPr>
          <p:spPr>
            <a:xfrm>
              <a:off x="4160236" y="2633078"/>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32" name="TextBox 31">
              <a:extLst>
                <a:ext uri="{FF2B5EF4-FFF2-40B4-BE49-F238E27FC236}">
                  <a16:creationId xmlns:a16="http://schemas.microsoft.com/office/drawing/2014/main" id="{4AAFCCAF-1C64-487E-84CE-E383ADA9E30B}"/>
                </a:ext>
              </a:extLst>
            </p:cNvPr>
            <p:cNvSpPr txBox="1"/>
            <p:nvPr/>
          </p:nvSpPr>
          <p:spPr>
            <a:xfrm>
              <a:off x="3394267" y="2579699"/>
              <a:ext cx="232756" cy="230832"/>
            </a:xfrm>
            <a:prstGeom prst="rect">
              <a:avLst/>
            </a:prstGeom>
            <a:noFill/>
          </p:spPr>
          <p:txBody>
            <a:bodyPr wrap="none" rtlCol="0">
              <a:spAutoFit/>
            </a:bodyPr>
            <a:lstStyle/>
            <a:p>
              <a:r>
                <a:rPr lang="en-US" altLang="ko-KR" sz="900" dirty="0"/>
                <a:t>-</a:t>
              </a:r>
              <a:endParaRPr lang="ko-KR" altLang="en-US" sz="900" dirty="0"/>
            </a:p>
          </p:txBody>
        </p:sp>
        <p:sp>
          <p:nvSpPr>
            <p:cNvPr id="33" name="TextBox 32">
              <a:extLst>
                <a:ext uri="{FF2B5EF4-FFF2-40B4-BE49-F238E27FC236}">
                  <a16:creationId xmlns:a16="http://schemas.microsoft.com/office/drawing/2014/main" id="{29982B5C-5BE0-479F-823A-51794E3FFE88}"/>
                </a:ext>
              </a:extLst>
            </p:cNvPr>
            <p:cNvSpPr txBox="1"/>
            <p:nvPr/>
          </p:nvSpPr>
          <p:spPr>
            <a:xfrm>
              <a:off x="4012061" y="2579699"/>
              <a:ext cx="232756" cy="230832"/>
            </a:xfrm>
            <a:prstGeom prst="rect">
              <a:avLst/>
            </a:prstGeom>
            <a:noFill/>
          </p:spPr>
          <p:txBody>
            <a:bodyPr wrap="none" rtlCol="0">
              <a:spAutoFit/>
            </a:bodyPr>
            <a:lstStyle/>
            <a:p>
              <a:r>
                <a:rPr lang="en-US" altLang="ko-KR" sz="900" dirty="0"/>
                <a:t>-</a:t>
              </a:r>
              <a:endParaRPr lang="ko-KR" altLang="en-US" sz="900" dirty="0"/>
            </a:p>
          </p:txBody>
        </p:sp>
      </p:grpSp>
      <p:sp>
        <p:nvSpPr>
          <p:cNvPr id="34" name="직사각형 33">
            <a:extLst>
              <a:ext uri="{FF2B5EF4-FFF2-40B4-BE49-F238E27FC236}">
                <a16:creationId xmlns:a16="http://schemas.microsoft.com/office/drawing/2014/main" id="{A09B8CB0-B4B3-474E-A051-349C016995AE}"/>
              </a:ext>
            </a:extLst>
          </p:cNvPr>
          <p:cNvSpPr/>
          <p:nvPr/>
        </p:nvSpPr>
        <p:spPr>
          <a:xfrm>
            <a:off x="3985155" y="5428292"/>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solidFill>
            </a:endParaRPr>
          </a:p>
        </p:txBody>
      </p:sp>
      <p:sp>
        <p:nvSpPr>
          <p:cNvPr id="35" name="직사각형 34">
            <a:extLst>
              <a:ext uri="{FF2B5EF4-FFF2-40B4-BE49-F238E27FC236}">
                <a16:creationId xmlns:a16="http://schemas.microsoft.com/office/drawing/2014/main" id="{5EEB0A1D-655F-4BDE-A5F7-9580309CD39A}"/>
              </a:ext>
            </a:extLst>
          </p:cNvPr>
          <p:cNvSpPr/>
          <p:nvPr/>
        </p:nvSpPr>
        <p:spPr>
          <a:xfrm>
            <a:off x="3472486" y="5659577"/>
            <a:ext cx="586728" cy="97151"/>
          </a:xfrm>
          <a:prstGeom prst="rect">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err="1"/>
              <a:t>내려받기</a:t>
            </a:r>
            <a:endParaRPr lang="ko-KR" altLang="en-US" sz="700" b="1" dirty="0"/>
          </a:p>
        </p:txBody>
      </p:sp>
      <p:sp>
        <p:nvSpPr>
          <p:cNvPr id="36" name="직사각형 35">
            <a:extLst>
              <a:ext uri="{FF2B5EF4-FFF2-40B4-BE49-F238E27FC236}">
                <a16:creationId xmlns:a16="http://schemas.microsoft.com/office/drawing/2014/main" id="{AC1B8C3D-B159-4D35-AB12-F32202D76229}"/>
              </a:ext>
            </a:extLst>
          </p:cNvPr>
          <p:cNvSpPr/>
          <p:nvPr/>
        </p:nvSpPr>
        <p:spPr>
          <a:xfrm>
            <a:off x="4144848" y="5661279"/>
            <a:ext cx="586728" cy="97151"/>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파일삭제</a:t>
            </a:r>
          </a:p>
        </p:txBody>
      </p:sp>
      <p:sp>
        <p:nvSpPr>
          <p:cNvPr id="37" name="직사각형 36">
            <a:extLst>
              <a:ext uri="{FF2B5EF4-FFF2-40B4-BE49-F238E27FC236}">
                <a16:creationId xmlns:a16="http://schemas.microsoft.com/office/drawing/2014/main" id="{22EE1FF3-153E-473E-8881-2802B8B80E97}"/>
              </a:ext>
            </a:extLst>
          </p:cNvPr>
          <p:cNvSpPr/>
          <p:nvPr/>
        </p:nvSpPr>
        <p:spPr>
          <a:xfrm>
            <a:off x="928781" y="192407"/>
            <a:ext cx="8438059" cy="195164"/>
          </a:xfrm>
          <a:prstGeom prst="rect">
            <a:avLst/>
          </a:prstGeom>
          <a:solidFill>
            <a:schemeClr val="tx1">
              <a:lumMod val="85000"/>
              <a:lumOff val="15000"/>
            </a:schemeClr>
          </a:solidFill>
          <a:l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bg1">
                    <a:lumMod val="75000"/>
                  </a:schemeClr>
                </a:solidFill>
              </a:rPr>
              <a:t>웹 페이지 타이틀                                                                                                                                                                                   ─        □         </a:t>
            </a:r>
            <a:r>
              <a:rPr lang="en-US" altLang="ko-KR" sz="800" dirty="0">
                <a:solidFill>
                  <a:schemeClr val="bg1">
                    <a:lumMod val="75000"/>
                  </a:schemeClr>
                </a:solidFill>
              </a:rPr>
              <a:t>X</a:t>
            </a:r>
            <a:endParaRPr lang="ko-KR" altLang="en-US" sz="800" dirty="0">
              <a:solidFill>
                <a:schemeClr val="bg1">
                  <a:lumMod val="75000"/>
                </a:schemeClr>
              </a:solidFill>
            </a:endParaRPr>
          </a:p>
        </p:txBody>
      </p:sp>
      <p:sp>
        <p:nvSpPr>
          <p:cNvPr id="38" name="직사각형 37">
            <a:extLst>
              <a:ext uri="{FF2B5EF4-FFF2-40B4-BE49-F238E27FC236}">
                <a16:creationId xmlns:a16="http://schemas.microsoft.com/office/drawing/2014/main" id="{87D6E464-6958-432D-A2F6-1C0A06492B10}"/>
              </a:ext>
            </a:extLst>
          </p:cNvPr>
          <p:cNvSpPr/>
          <p:nvPr/>
        </p:nvSpPr>
        <p:spPr>
          <a:xfrm>
            <a:off x="928781" y="399164"/>
            <a:ext cx="8438059" cy="216253"/>
          </a:xfrm>
          <a:prstGeom prst="rect">
            <a:avLst/>
          </a:prstGeom>
          <a:solidFill>
            <a:schemeClr val="tx1">
              <a:lumMod val="65000"/>
              <a:lumOff val="35000"/>
            </a:schemeClr>
          </a:solidFill>
          <a:ln>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t>웹페이지 주소</a:t>
            </a:r>
          </a:p>
        </p:txBody>
      </p:sp>
      <p:sp>
        <p:nvSpPr>
          <p:cNvPr id="39" name="직사각형 38">
            <a:extLst>
              <a:ext uri="{FF2B5EF4-FFF2-40B4-BE49-F238E27FC236}">
                <a16:creationId xmlns:a16="http://schemas.microsoft.com/office/drawing/2014/main" id="{645E68EE-DD94-4F42-83AD-85463F8D63DC}"/>
              </a:ext>
            </a:extLst>
          </p:cNvPr>
          <p:cNvSpPr/>
          <p:nvPr/>
        </p:nvSpPr>
        <p:spPr>
          <a:xfrm>
            <a:off x="2269426" y="5849456"/>
            <a:ext cx="792089"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40" name="그림 39">
            <a:extLst>
              <a:ext uri="{FF2B5EF4-FFF2-40B4-BE49-F238E27FC236}">
                <a16:creationId xmlns:a16="http://schemas.microsoft.com/office/drawing/2014/main" id="{AE751ED4-9A63-4825-A172-D4C73E2BFE29}"/>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121968" y="5842497"/>
            <a:ext cx="146839" cy="146839"/>
          </a:xfrm>
          <a:prstGeom prst="rect">
            <a:avLst/>
          </a:prstGeom>
        </p:spPr>
      </p:pic>
      <p:graphicFrame>
        <p:nvGraphicFramePr>
          <p:cNvPr id="41" name="표 40">
            <a:extLst>
              <a:ext uri="{FF2B5EF4-FFF2-40B4-BE49-F238E27FC236}">
                <a16:creationId xmlns:a16="http://schemas.microsoft.com/office/drawing/2014/main" id="{4EC607A6-6AAC-4FC8-8041-C25C6474C551}"/>
              </a:ext>
            </a:extLst>
          </p:cNvPr>
          <p:cNvGraphicFramePr>
            <a:graphicFrameLocks noGrp="1"/>
          </p:cNvGraphicFramePr>
          <p:nvPr>
            <p:extLst>
              <p:ext uri="{D42A27DB-BD31-4B8C-83A1-F6EECF244321}">
                <p14:modId xmlns:p14="http://schemas.microsoft.com/office/powerpoint/2010/main" val="2172931062"/>
              </p:ext>
            </p:extLst>
          </p:nvPr>
        </p:nvGraphicFramePr>
        <p:xfrm>
          <a:off x="10171774" y="22159"/>
          <a:ext cx="1979018" cy="391771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RF-05</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RF-05-02-09</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디자인 패턴</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팝업 페이지 </a:t>
                      </a:r>
                      <a:endParaRPr lang="en-US" altLang="ko-KR" sz="800" dirty="0"/>
                    </a:p>
                    <a:p>
                      <a:pPr algn="l" latinLnBrk="1"/>
                      <a:r>
                        <a:rPr lang="en-US" altLang="ko-KR" sz="800" dirty="0"/>
                        <a:t>- </a:t>
                      </a:r>
                      <a:r>
                        <a:rPr lang="ko-KR" altLang="en-US" sz="800" dirty="0"/>
                        <a:t>입력페이지 형태</a:t>
                      </a:r>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팝업 페이지의 입력페이지 패턴입니다</a:t>
                      </a:r>
                      <a:r>
                        <a:rPr lang="en-US" altLang="ko-KR" sz="800" dirty="0"/>
                        <a:t>..</a:t>
                      </a:r>
                      <a:br>
                        <a:rPr lang="en-US" altLang="ko-KR" sz="800" dirty="0"/>
                      </a:br>
                      <a:br>
                        <a:rPr lang="en-US" altLang="ko-KR" sz="800" dirty="0"/>
                      </a:br>
                      <a:r>
                        <a:rPr lang="ko-KR" altLang="en-US" sz="800" dirty="0"/>
                        <a:t>팝업 헤더와 </a:t>
                      </a:r>
                      <a:r>
                        <a:rPr lang="ko-KR" altLang="en-US" sz="800" dirty="0" err="1"/>
                        <a:t>풋터</a:t>
                      </a:r>
                      <a:r>
                        <a:rPr lang="ko-KR" altLang="en-US" sz="800" dirty="0"/>
                        <a:t> 영역을 공통화 해서 관리자 페이지 전역에 사용할 팝업 패턴입니다</a:t>
                      </a:r>
                      <a:r>
                        <a:rPr lang="en-US" altLang="ko-KR" sz="800" dirty="0"/>
                        <a:t>.</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45340364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팝업창의 네비게이션 패턴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106436016"/>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팝업창의 대 제목 패턴 </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팝업창의 중 제목 패턴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팝업창의 입력 영역과 영역사이 이미지나 가이드 내용의 표시 패턴 </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338346840"/>
                  </a:ext>
                </a:extLst>
              </a:tr>
              <a:tr h="140746">
                <a:tc>
                  <a:txBody>
                    <a:bodyPr/>
                    <a:lstStyle/>
                    <a:p>
                      <a:pPr algn="ctr" latinLnBrk="1"/>
                      <a:r>
                        <a:rPr lang="en-US" altLang="ko-KR" sz="800" dirty="0"/>
                        <a:t>5</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팝업창의 기본 폼 패턴과 </a:t>
                      </a:r>
                      <a:r>
                        <a:rPr lang="ko-KR" altLang="en-US" sz="800" b="0" dirty="0" err="1">
                          <a:solidFill>
                            <a:schemeClr val="tx1"/>
                          </a:solidFill>
                        </a:rPr>
                        <a:t>입력폼</a:t>
                      </a:r>
                      <a:r>
                        <a:rPr lang="ko-KR" altLang="en-US" sz="800" b="0" dirty="0">
                          <a:solidFill>
                            <a:schemeClr val="tx1"/>
                          </a:solidFill>
                        </a:rPr>
                        <a:t> 패턴 </a:t>
                      </a:r>
                      <a:r>
                        <a:rPr lang="en-US" altLang="ko-KR" sz="800" b="0" dirty="0">
                          <a:solidFill>
                            <a:schemeClr val="tx1"/>
                          </a:solidFill>
                        </a:rPr>
                        <a:t>#1</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969317762"/>
                  </a:ext>
                </a:extLst>
              </a:tr>
              <a:tr h="140746">
                <a:tc>
                  <a:txBody>
                    <a:bodyPr/>
                    <a:lstStyle/>
                    <a:p>
                      <a:pPr algn="ctr" latinLnBrk="1"/>
                      <a:r>
                        <a:rPr lang="en-US" altLang="ko-KR" sz="800" dirty="0"/>
                        <a:t>6</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팝업창의 기본 폼 패턴과 </a:t>
                      </a:r>
                      <a:r>
                        <a:rPr lang="ko-KR" altLang="en-US" sz="800" b="0" dirty="0" err="1">
                          <a:solidFill>
                            <a:schemeClr val="tx1"/>
                          </a:solidFill>
                        </a:rPr>
                        <a:t>입력폼</a:t>
                      </a:r>
                      <a:r>
                        <a:rPr lang="ko-KR" altLang="en-US" sz="800" b="0" dirty="0">
                          <a:solidFill>
                            <a:schemeClr val="tx1"/>
                          </a:solidFill>
                        </a:rPr>
                        <a:t> 패턴 </a:t>
                      </a:r>
                      <a:r>
                        <a:rPr lang="en-US" altLang="ko-KR" sz="800" b="0" dirty="0">
                          <a:solidFill>
                            <a:schemeClr val="tx1"/>
                          </a:solidFill>
                        </a:rPr>
                        <a:t>#2</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59645227"/>
                  </a:ext>
                </a:extLst>
              </a:tr>
              <a:tr h="140746">
                <a:tc>
                  <a:txBody>
                    <a:bodyPr/>
                    <a:lstStyle/>
                    <a:p>
                      <a:pPr algn="ctr" latinLnBrk="1"/>
                      <a:r>
                        <a:rPr lang="en-US" altLang="ko-KR" sz="800" dirty="0"/>
                        <a:t>7</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a:solidFill>
                            <a:schemeClr val="tx1"/>
                          </a:solidFill>
                        </a:rPr>
                        <a:t>팝업창의 버튼 패턴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080341934"/>
                  </a:ext>
                </a:extLst>
              </a:tr>
            </a:tbl>
          </a:graphicData>
        </a:graphic>
      </p:graphicFrame>
      <p:sp>
        <p:nvSpPr>
          <p:cNvPr id="42" name="TextBox 41">
            <a:extLst>
              <a:ext uri="{FF2B5EF4-FFF2-40B4-BE49-F238E27FC236}">
                <a16:creationId xmlns:a16="http://schemas.microsoft.com/office/drawing/2014/main" id="{B9B08CD0-021C-43B9-8763-56FFD0717AFB}"/>
              </a:ext>
            </a:extLst>
          </p:cNvPr>
          <p:cNvSpPr txBox="1"/>
          <p:nvPr/>
        </p:nvSpPr>
        <p:spPr>
          <a:xfrm>
            <a:off x="974724" y="675124"/>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43" name="TextBox 42">
            <a:extLst>
              <a:ext uri="{FF2B5EF4-FFF2-40B4-BE49-F238E27FC236}">
                <a16:creationId xmlns:a16="http://schemas.microsoft.com/office/drawing/2014/main" id="{0D59ACA4-E19F-425A-88BB-071144A28EE1}"/>
              </a:ext>
            </a:extLst>
          </p:cNvPr>
          <p:cNvSpPr txBox="1"/>
          <p:nvPr/>
        </p:nvSpPr>
        <p:spPr>
          <a:xfrm>
            <a:off x="968064" y="993400"/>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44" name="TextBox 43">
            <a:extLst>
              <a:ext uri="{FF2B5EF4-FFF2-40B4-BE49-F238E27FC236}">
                <a16:creationId xmlns:a16="http://schemas.microsoft.com/office/drawing/2014/main" id="{D9CA6816-A967-4A47-806D-66D546BEB306}"/>
              </a:ext>
            </a:extLst>
          </p:cNvPr>
          <p:cNvSpPr txBox="1"/>
          <p:nvPr/>
        </p:nvSpPr>
        <p:spPr>
          <a:xfrm>
            <a:off x="968064" y="1267049"/>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45" name="TextBox 44">
            <a:extLst>
              <a:ext uri="{FF2B5EF4-FFF2-40B4-BE49-F238E27FC236}">
                <a16:creationId xmlns:a16="http://schemas.microsoft.com/office/drawing/2014/main" id="{7191CA60-A71F-4B31-AF3B-E6F8AD24E3BE}"/>
              </a:ext>
            </a:extLst>
          </p:cNvPr>
          <p:cNvSpPr txBox="1"/>
          <p:nvPr/>
        </p:nvSpPr>
        <p:spPr>
          <a:xfrm>
            <a:off x="974724" y="1957842"/>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
        <p:nvSpPr>
          <p:cNvPr id="46" name="TextBox 45">
            <a:extLst>
              <a:ext uri="{FF2B5EF4-FFF2-40B4-BE49-F238E27FC236}">
                <a16:creationId xmlns:a16="http://schemas.microsoft.com/office/drawing/2014/main" id="{20E6C81C-DD6F-4605-820E-4611E4B484F0}"/>
              </a:ext>
            </a:extLst>
          </p:cNvPr>
          <p:cNvSpPr txBox="1"/>
          <p:nvPr/>
        </p:nvSpPr>
        <p:spPr>
          <a:xfrm>
            <a:off x="974724" y="3207715"/>
            <a:ext cx="251992" cy="230832"/>
          </a:xfrm>
          <a:prstGeom prst="rect">
            <a:avLst/>
          </a:prstGeom>
          <a:solidFill>
            <a:srgbClr val="FF0000"/>
          </a:solidFill>
        </p:spPr>
        <p:txBody>
          <a:bodyPr wrap="none" rtlCol="0">
            <a:spAutoFit/>
          </a:bodyPr>
          <a:lstStyle/>
          <a:p>
            <a:r>
              <a:rPr lang="en-US" altLang="ko-KR" sz="900" b="1" dirty="0">
                <a:solidFill>
                  <a:schemeClr val="bg1"/>
                </a:solidFill>
              </a:rPr>
              <a:t>5</a:t>
            </a:r>
            <a:endParaRPr lang="ko-KR" altLang="en-US" sz="900" b="1" dirty="0">
              <a:solidFill>
                <a:schemeClr val="bg1"/>
              </a:solidFill>
            </a:endParaRPr>
          </a:p>
        </p:txBody>
      </p:sp>
      <p:sp>
        <p:nvSpPr>
          <p:cNvPr id="47" name="TextBox 46">
            <a:extLst>
              <a:ext uri="{FF2B5EF4-FFF2-40B4-BE49-F238E27FC236}">
                <a16:creationId xmlns:a16="http://schemas.microsoft.com/office/drawing/2014/main" id="{B3C60047-35A8-4122-A82B-3D47233B55EB}"/>
              </a:ext>
            </a:extLst>
          </p:cNvPr>
          <p:cNvSpPr txBox="1"/>
          <p:nvPr/>
        </p:nvSpPr>
        <p:spPr>
          <a:xfrm>
            <a:off x="968407" y="5173991"/>
            <a:ext cx="251992" cy="230832"/>
          </a:xfrm>
          <a:prstGeom prst="rect">
            <a:avLst/>
          </a:prstGeom>
          <a:solidFill>
            <a:srgbClr val="FF0000"/>
          </a:solidFill>
        </p:spPr>
        <p:txBody>
          <a:bodyPr wrap="none" rtlCol="0">
            <a:spAutoFit/>
          </a:bodyPr>
          <a:lstStyle/>
          <a:p>
            <a:r>
              <a:rPr lang="en-US" altLang="ko-KR" sz="900" b="1" dirty="0">
                <a:solidFill>
                  <a:schemeClr val="bg1"/>
                </a:solidFill>
              </a:rPr>
              <a:t>6</a:t>
            </a:r>
            <a:endParaRPr lang="ko-KR" altLang="en-US" sz="900" b="1" dirty="0">
              <a:solidFill>
                <a:schemeClr val="bg1"/>
              </a:solidFill>
            </a:endParaRPr>
          </a:p>
        </p:txBody>
      </p:sp>
      <p:sp>
        <p:nvSpPr>
          <p:cNvPr id="48" name="TextBox 47">
            <a:extLst>
              <a:ext uri="{FF2B5EF4-FFF2-40B4-BE49-F238E27FC236}">
                <a16:creationId xmlns:a16="http://schemas.microsoft.com/office/drawing/2014/main" id="{649AFF46-D09D-428A-9718-0FF36D2F12DF}"/>
              </a:ext>
            </a:extLst>
          </p:cNvPr>
          <p:cNvSpPr txBox="1"/>
          <p:nvPr/>
        </p:nvSpPr>
        <p:spPr>
          <a:xfrm>
            <a:off x="3589595" y="6222635"/>
            <a:ext cx="251992" cy="230832"/>
          </a:xfrm>
          <a:prstGeom prst="rect">
            <a:avLst/>
          </a:prstGeom>
          <a:solidFill>
            <a:srgbClr val="FF0000"/>
          </a:solidFill>
        </p:spPr>
        <p:txBody>
          <a:bodyPr wrap="none" rtlCol="0">
            <a:spAutoFit/>
          </a:bodyPr>
          <a:lstStyle/>
          <a:p>
            <a:r>
              <a:rPr lang="en-US" altLang="ko-KR" sz="900" b="1" dirty="0">
                <a:solidFill>
                  <a:schemeClr val="bg1"/>
                </a:solidFill>
              </a:rPr>
              <a:t>7</a:t>
            </a:r>
            <a:endParaRPr lang="ko-KR" altLang="en-US" sz="900" b="1" dirty="0">
              <a:solidFill>
                <a:schemeClr val="bg1"/>
              </a:solidFill>
            </a:endParaRPr>
          </a:p>
        </p:txBody>
      </p:sp>
    </p:spTree>
    <p:extLst>
      <p:ext uri="{BB962C8B-B14F-4D97-AF65-F5344CB8AC3E}">
        <p14:creationId xmlns:p14="http://schemas.microsoft.com/office/powerpoint/2010/main" val="3788827158"/>
      </p:ext>
    </p:extLst>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14EB72B5-BF8C-495E-B562-DE2830CCEA99}"/>
              </a:ext>
            </a:extLst>
          </p:cNvPr>
          <p:cNvSpPr/>
          <p:nvPr/>
        </p:nvSpPr>
        <p:spPr>
          <a:xfrm>
            <a:off x="654545" y="261257"/>
            <a:ext cx="8456022" cy="6143301"/>
          </a:xfrm>
          <a:prstGeom prst="rect">
            <a:avLst/>
          </a:prstGeom>
          <a:ln>
            <a:solidFill>
              <a:schemeClr val="dk1"/>
            </a:solidFill>
          </a:ln>
          <a:effectLst>
            <a:outerShdw blurRad="63500" sx="101000" sy="101000" algn="ctr" rotWithShape="0">
              <a:schemeClr val="tx1">
                <a:alpha val="50000"/>
              </a:schemeClr>
            </a:outerShdw>
            <a:softEdge rad="12700"/>
          </a:effectLst>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3" name="TextBox 2">
            <a:extLst>
              <a:ext uri="{FF2B5EF4-FFF2-40B4-BE49-F238E27FC236}">
                <a16:creationId xmlns:a16="http://schemas.microsoft.com/office/drawing/2014/main" id="{F40AFCD4-D0EE-4249-99F2-91FAAB436E79}"/>
              </a:ext>
            </a:extLst>
          </p:cNvPr>
          <p:cNvSpPr txBox="1"/>
          <p:nvPr/>
        </p:nvSpPr>
        <p:spPr>
          <a:xfrm>
            <a:off x="801307" y="712069"/>
            <a:ext cx="864339" cy="230832"/>
          </a:xfrm>
          <a:prstGeom prst="rect">
            <a:avLst/>
          </a:prstGeom>
          <a:noFill/>
        </p:spPr>
        <p:txBody>
          <a:bodyPr wrap="none" rtlCol="0">
            <a:spAutoFit/>
          </a:bodyPr>
          <a:lstStyle/>
          <a:p>
            <a:r>
              <a:rPr lang="ko-KR" altLang="en-US" sz="900" b="1" dirty="0">
                <a:latin typeface="맑은 고딕" panose="020B0503020000020004" pitchFamily="50" charset="-127"/>
                <a:ea typeface="맑은 고딕" panose="020B0503020000020004" pitchFamily="50" charset="-127"/>
              </a:rPr>
              <a:t>○ </a:t>
            </a:r>
            <a:r>
              <a:rPr lang="ko-KR" altLang="en-US" sz="900" b="1" dirty="0" err="1">
                <a:latin typeface="맑은 고딕" panose="020B0503020000020004" pitchFamily="50" charset="-127"/>
                <a:ea typeface="맑은 고딕" panose="020B0503020000020004" pitchFamily="50" charset="-127"/>
              </a:rPr>
              <a:t>대제목</a:t>
            </a:r>
            <a:r>
              <a:rPr lang="ko-KR" altLang="en-US" sz="900" b="1" dirty="0">
                <a:latin typeface="맑은 고딕" panose="020B0503020000020004" pitchFamily="50" charset="-127"/>
                <a:ea typeface="맑은 고딕" panose="020B0503020000020004" pitchFamily="50" charset="-127"/>
              </a:rPr>
              <a:t> </a:t>
            </a:r>
            <a:r>
              <a:rPr lang="en-US" altLang="ko-KR" sz="900" b="1" dirty="0">
                <a:latin typeface="맑은 고딕" panose="020B0503020000020004" pitchFamily="50" charset="-127"/>
                <a:ea typeface="맑은 고딕" panose="020B0503020000020004" pitchFamily="50" charset="-127"/>
              </a:rPr>
              <a:t>#1</a:t>
            </a:r>
            <a:endParaRPr lang="ko-KR" altLang="en-US" sz="900" dirty="0"/>
          </a:p>
        </p:txBody>
      </p:sp>
      <p:sp>
        <p:nvSpPr>
          <p:cNvPr id="4" name="직사각형 3">
            <a:extLst>
              <a:ext uri="{FF2B5EF4-FFF2-40B4-BE49-F238E27FC236}">
                <a16:creationId xmlns:a16="http://schemas.microsoft.com/office/drawing/2014/main" id="{307BE4E4-AA5B-47A2-BEA5-AA17FE7A8DC6}"/>
              </a:ext>
            </a:extLst>
          </p:cNvPr>
          <p:cNvSpPr/>
          <p:nvPr/>
        </p:nvSpPr>
        <p:spPr>
          <a:xfrm>
            <a:off x="800457" y="335918"/>
            <a:ext cx="2123136" cy="246221"/>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700" dirty="0">
                <a:solidFill>
                  <a:schemeClr val="bg1">
                    <a:lumMod val="50000"/>
                  </a:schemeClr>
                </a:solidFill>
              </a:rPr>
              <a:t>Home &gt; </a:t>
            </a:r>
            <a:r>
              <a:rPr lang="ko-KR" altLang="en-US" sz="700" dirty="0">
                <a:solidFill>
                  <a:schemeClr val="bg1">
                    <a:lumMod val="50000"/>
                  </a:schemeClr>
                </a:solidFill>
              </a:rPr>
              <a:t>대분류 </a:t>
            </a:r>
            <a:r>
              <a:rPr lang="en-US" altLang="ko-KR" sz="700" dirty="0">
                <a:solidFill>
                  <a:schemeClr val="bg1">
                    <a:lumMod val="50000"/>
                  </a:schemeClr>
                </a:solidFill>
              </a:rPr>
              <a:t>#1 &gt; </a:t>
            </a:r>
            <a:r>
              <a:rPr lang="ko-KR" altLang="en-US" sz="700" dirty="0">
                <a:solidFill>
                  <a:schemeClr val="bg1">
                    <a:lumMod val="50000"/>
                  </a:schemeClr>
                </a:solidFill>
              </a:rPr>
              <a:t>중분류 </a:t>
            </a:r>
            <a:r>
              <a:rPr lang="en-US" altLang="ko-KR" sz="700" dirty="0">
                <a:solidFill>
                  <a:schemeClr val="bg1">
                    <a:lumMod val="50000"/>
                  </a:schemeClr>
                </a:solidFill>
              </a:rPr>
              <a:t>#3 &gt; </a:t>
            </a:r>
            <a:r>
              <a:rPr lang="ko-KR" altLang="en-US" sz="700" b="1" dirty="0">
                <a:solidFill>
                  <a:schemeClr val="tx1"/>
                </a:solidFill>
              </a:rPr>
              <a:t>소분류 </a:t>
            </a:r>
            <a:r>
              <a:rPr lang="en-US" altLang="ko-KR" sz="700" b="1" dirty="0">
                <a:solidFill>
                  <a:schemeClr val="tx1"/>
                </a:solidFill>
              </a:rPr>
              <a:t>#1</a:t>
            </a:r>
            <a:endParaRPr lang="ko-KR" altLang="en-US" sz="700" b="1" dirty="0">
              <a:solidFill>
                <a:schemeClr val="tx1"/>
              </a:solidFill>
            </a:endParaRPr>
          </a:p>
        </p:txBody>
      </p:sp>
      <p:grpSp>
        <p:nvGrpSpPr>
          <p:cNvPr id="5" name="그룹 4">
            <a:extLst>
              <a:ext uri="{FF2B5EF4-FFF2-40B4-BE49-F238E27FC236}">
                <a16:creationId xmlns:a16="http://schemas.microsoft.com/office/drawing/2014/main" id="{32DD7BFD-6F0E-4C44-877F-B74A0A1D45D7}"/>
              </a:ext>
            </a:extLst>
          </p:cNvPr>
          <p:cNvGrpSpPr/>
          <p:nvPr/>
        </p:nvGrpSpPr>
        <p:grpSpPr>
          <a:xfrm>
            <a:off x="863833" y="1675439"/>
            <a:ext cx="517956" cy="248122"/>
            <a:chOff x="2681976" y="1955121"/>
            <a:chExt cx="1929510" cy="596970"/>
          </a:xfrm>
        </p:grpSpPr>
        <p:sp>
          <p:nvSpPr>
            <p:cNvPr id="6" name="Border">
              <a:extLst>
                <a:ext uri="{FF2B5EF4-FFF2-40B4-BE49-F238E27FC236}">
                  <a16:creationId xmlns:a16="http://schemas.microsoft.com/office/drawing/2014/main" id="{0EC626A2-EC61-4630-8A59-1219DD8CCCE1}"/>
                </a:ext>
              </a:extLst>
            </p:cNvPr>
            <p:cNvSpPr>
              <a:spLocks/>
            </p:cNvSpPr>
            <p:nvPr/>
          </p:nvSpPr>
          <p:spPr bwMode="auto">
            <a:xfrm>
              <a:off x="2843808" y="1955121"/>
              <a:ext cx="1674813" cy="596970"/>
            </a:xfrm>
            <a:prstGeom prst="rect">
              <a:avLst/>
            </a:prstGeom>
            <a:solidFill>
              <a:srgbClr val="FFFFFF"/>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7" name="Line 2">
              <a:extLst>
                <a:ext uri="{FF2B5EF4-FFF2-40B4-BE49-F238E27FC236}">
                  <a16:creationId xmlns:a16="http://schemas.microsoft.com/office/drawing/2014/main" id="{A4D81463-3DE2-4705-A6DE-84E317A3298D}"/>
                </a:ext>
              </a:extLst>
            </p:cNvPr>
            <p:cNvSpPr>
              <a:spLocks/>
            </p:cNvSpPr>
            <p:nvPr/>
          </p:nvSpPr>
          <p:spPr bwMode="auto">
            <a:xfrm>
              <a:off x="2843808" y="1955121"/>
              <a:ext cx="1674813" cy="596970"/>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8" name="Line 1">
              <a:extLst>
                <a:ext uri="{FF2B5EF4-FFF2-40B4-BE49-F238E27FC236}">
                  <a16:creationId xmlns:a16="http://schemas.microsoft.com/office/drawing/2014/main" id="{D0466D05-BDA9-4FFF-B9A4-73674265CCDC}"/>
                </a:ext>
              </a:extLst>
            </p:cNvPr>
            <p:cNvSpPr>
              <a:spLocks/>
            </p:cNvSpPr>
            <p:nvPr/>
          </p:nvSpPr>
          <p:spPr bwMode="auto">
            <a:xfrm>
              <a:off x="2843808" y="1955121"/>
              <a:ext cx="1674813" cy="596970"/>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9" name="TextBox 8">
              <a:extLst>
                <a:ext uri="{FF2B5EF4-FFF2-40B4-BE49-F238E27FC236}">
                  <a16:creationId xmlns:a16="http://schemas.microsoft.com/office/drawing/2014/main" id="{01D6483B-37EF-4A07-BD01-7DB759B9D949}"/>
                </a:ext>
              </a:extLst>
            </p:cNvPr>
            <p:cNvSpPr txBox="1"/>
            <p:nvPr/>
          </p:nvSpPr>
          <p:spPr>
            <a:xfrm>
              <a:off x="2681976" y="2012505"/>
              <a:ext cx="1929510" cy="518348"/>
            </a:xfrm>
            <a:prstGeom prst="rect">
              <a:avLst/>
            </a:prstGeom>
            <a:noFill/>
            <a:ln>
              <a:noFill/>
            </a:ln>
          </p:spPr>
          <p:txBody>
            <a:bodyPr wrap="square" rtlCol="0">
              <a:spAutoFit/>
            </a:bodyPr>
            <a:lstStyle/>
            <a:p>
              <a:pPr algn="ctr"/>
              <a:r>
                <a:rPr lang="en-US" altLang="ko-KR" sz="800" dirty="0">
                  <a:solidFill>
                    <a:schemeClr val="bg1">
                      <a:lumMod val="75000"/>
                    </a:schemeClr>
                  </a:solidFill>
                </a:rPr>
                <a:t>IMG</a:t>
              </a:r>
              <a:endParaRPr lang="ko-KR" altLang="en-US" sz="800" dirty="0">
                <a:solidFill>
                  <a:schemeClr val="bg1">
                    <a:lumMod val="75000"/>
                  </a:schemeClr>
                </a:solidFill>
              </a:endParaRPr>
            </a:p>
          </p:txBody>
        </p:sp>
      </p:grpSp>
      <p:sp>
        <p:nvSpPr>
          <p:cNvPr id="10" name="직사각형 9">
            <a:extLst>
              <a:ext uri="{FF2B5EF4-FFF2-40B4-BE49-F238E27FC236}">
                <a16:creationId xmlns:a16="http://schemas.microsoft.com/office/drawing/2014/main" id="{8A7618BE-2173-477C-8C98-2E4DE68A9B0E}"/>
              </a:ext>
            </a:extLst>
          </p:cNvPr>
          <p:cNvSpPr/>
          <p:nvPr/>
        </p:nvSpPr>
        <p:spPr>
          <a:xfrm>
            <a:off x="1381788" y="1588073"/>
            <a:ext cx="3093515" cy="437877"/>
          </a:xfrm>
          <a:prstGeom prst="rect">
            <a:avLst/>
          </a:prstGeom>
        </p:spPr>
        <p:txBody>
          <a:bodyPr wrap="square">
            <a:spAutoFit/>
          </a:bodyPr>
          <a:lstStyle/>
          <a:p>
            <a:pPr>
              <a:lnSpc>
                <a:spcPct val="150000"/>
              </a:lnSpc>
              <a:defRPr/>
            </a:pPr>
            <a:r>
              <a:rPr lang="ko-KR" altLang="en-US" sz="800" dirty="0" err="1">
                <a:solidFill>
                  <a:schemeClr val="tx1">
                    <a:lumMod val="50000"/>
                    <a:lumOff val="50000"/>
                  </a:schemeClr>
                </a:solidFill>
              </a:rPr>
              <a:t>대분류</a:t>
            </a:r>
            <a:r>
              <a:rPr lang="ko-KR" altLang="en-US" sz="800" dirty="0">
                <a:solidFill>
                  <a:schemeClr val="tx1">
                    <a:lumMod val="50000"/>
                    <a:lumOff val="50000"/>
                  </a:schemeClr>
                </a:solidFill>
              </a:rPr>
              <a:t>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중분류 </a:t>
            </a:r>
            <a:r>
              <a:rPr lang="en-US" altLang="ko-KR" sz="800" dirty="0">
                <a:solidFill>
                  <a:schemeClr val="tx1">
                    <a:lumMod val="50000"/>
                    <a:lumOff val="50000"/>
                  </a:schemeClr>
                </a:solidFill>
              </a:rPr>
              <a:t>&gt; </a:t>
            </a:r>
            <a:r>
              <a:rPr lang="ko-KR" altLang="en-US" sz="800" dirty="0">
                <a:solidFill>
                  <a:schemeClr val="tx1">
                    <a:lumMod val="50000"/>
                    <a:lumOff val="50000"/>
                  </a:schemeClr>
                </a:solidFill>
              </a:rPr>
              <a:t>소분류</a:t>
            </a:r>
            <a:endParaRPr lang="en-US" altLang="ko-KR" sz="800" dirty="0">
              <a:solidFill>
                <a:schemeClr val="tx1">
                  <a:lumMod val="50000"/>
                  <a:lumOff val="50000"/>
                </a:schemeClr>
              </a:solidFill>
            </a:endParaRPr>
          </a:p>
          <a:p>
            <a:pPr>
              <a:lnSpc>
                <a:spcPct val="150000"/>
              </a:lnSpc>
            </a:pPr>
            <a:r>
              <a:rPr lang="ko-KR" altLang="en-US" sz="800" b="1" dirty="0"/>
              <a:t>상품명</a:t>
            </a:r>
            <a:r>
              <a:rPr lang="en-US" altLang="ko-KR" sz="800" b="1" dirty="0"/>
              <a:t> 111111</a:t>
            </a:r>
            <a:endParaRPr lang="ko-KR" altLang="en-US" sz="800" b="1" dirty="0"/>
          </a:p>
        </p:txBody>
      </p:sp>
      <p:graphicFrame>
        <p:nvGraphicFramePr>
          <p:cNvPr id="11" name="표 17">
            <a:extLst>
              <a:ext uri="{FF2B5EF4-FFF2-40B4-BE49-F238E27FC236}">
                <a16:creationId xmlns:a16="http://schemas.microsoft.com/office/drawing/2014/main" id="{67BE5E33-235D-4505-A981-1D9BE47214AA}"/>
              </a:ext>
            </a:extLst>
          </p:cNvPr>
          <p:cNvGraphicFramePr>
            <a:graphicFrameLocks noGrp="1"/>
          </p:cNvGraphicFramePr>
          <p:nvPr>
            <p:extLst>
              <p:ext uri="{D42A27DB-BD31-4B8C-83A1-F6EECF244321}">
                <p14:modId xmlns:p14="http://schemas.microsoft.com/office/powerpoint/2010/main" val="1651105511"/>
              </p:ext>
            </p:extLst>
          </p:nvPr>
        </p:nvGraphicFramePr>
        <p:xfrm>
          <a:off x="907274" y="2371071"/>
          <a:ext cx="7950565" cy="1706880"/>
        </p:xfrm>
        <a:graphic>
          <a:graphicData uri="http://schemas.openxmlformats.org/drawingml/2006/table">
            <a:tbl>
              <a:tblPr firstRow="1" bandRow="1">
                <a:tableStyleId>{5940675A-B579-460E-94D1-54222C63F5DA}</a:tableStyleId>
              </a:tblPr>
              <a:tblGrid>
                <a:gridCol w="1045804">
                  <a:extLst>
                    <a:ext uri="{9D8B030D-6E8A-4147-A177-3AD203B41FA5}">
                      <a16:colId xmlns:a16="http://schemas.microsoft.com/office/drawing/2014/main" val="827257380"/>
                    </a:ext>
                  </a:extLst>
                </a:gridCol>
                <a:gridCol w="2942253">
                  <a:extLst>
                    <a:ext uri="{9D8B030D-6E8A-4147-A177-3AD203B41FA5}">
                      <a16:colId xmlns:a16="http://schemas.microsoft.com/office/drawing/2014/main" val="1855344563"/>
                    </a:ext>
                  </a:extLst>
                </a:gridCol>
                <a:gridCol w="1312507">
                  <a:extLst>
                    <a:ext uri="{9D8B030D-6E8A-4147-A177-3AD203B41FA5}">
                      <a16:colId xmlns:a16="http://schemas.microsoft.com/office/drawing/2014/main" val="539718808"/>
                    </a:ext>
                  </a:extLst>
                </a:gridCol>
                <a:gridCol w="2650001">
                  <a:extLst>
                    <a:ext uri="{9D8B030D-6E8A-4147-A177-3AD203B41FA5}">
                      <a16:colId xmlns:a16="http://schemas.microsoft.com/office/drawing/2014/main" val="2632437273"/>
                    </a:ext>
                  </a:extLst>
                </a:gridCol>
              </a:tblGrid>
              <a:tr h="0">
                <a:tc>
                  <a:txBody>
                    <a:bodyPr/>
                    <a:lstStyle/>
                    <a:p>
                      <a:pPr latinLnBrk="1"/>
                      <a:r>
                        <a:rPr lang="en-US" altLang="ko-KR" sz="800" dirty="0">
                          <a:solidFill>
                            <a:schemeClr val="tx1"/>
                          </a:solidFill>
                        </a:rPr>
                        <a:t>Input </a:t>
                      </a:r>
                      <a:r>
                        <a:rPr lang="ko-KR" altLang="en-US" sz="800" dirty="0">
                          <a:solidFill>
                            <a:schemeClr val="tx1"/>
                          </a:solidFill>
                        </a:rPr>
                        <a:t>텍스트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latinLnBrk="1"/>
                      <a:r>
                        <a:rPr lang="ko-KR" altLang="en-US" sz="800" dirty="0"/>
                        <a:t>라디오버튼</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 라디오 값</a:t>
                      </a:r>
                      <a:r>
                        <a:rPr lang="en-US" altLang="ko-KR" sz="800" dirty="0"/>
                        <a:t>1   </a:t>
                      </a:r>
                      <a:r>
                        <a:rPr lang="ko-KR" altLang="en-US" sz="800" dirty="0"/>
                        <a:t>● 라디오 값</a:t>
                      </a:r>
                      <a:r>
                        <a:rPr lang="en-US" altLang="ko-KR" sz="800" dirty="0"/>
                        <a:t>1</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리스트박스</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latinLnBrk="1"/>
                      <a:r>
                        <a:rPr lang="ko-KR" altLang="en-US" sz="800" dirty="0"/>
                        <a:t>체크박스</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 체크 값</a:t>
                      </a:r>
                      <a:r>
                        <a:rPr lang="en-US" altLang="ko-KR" sz="800" dirty="0"/>
                        <a:t>1  </a:t>
                      </a:r>
                      <a:r>
                        <a:rPr lang="ko-KR" altLang="en-US" sz="800" dirty="0"/>
                        <a:t>□ 체크 값</a:t>
                      </a:r>
                      <a:r>
                        <a:rPr lang="en-US" altLang="ko-KR" sz="800" dirty="0"/>
                        <a:t>2 </a:t>
                      </a:r>
                      <a:r>
                        <a:rPr lang="ko-KR" altLang="en-US" sz="800" dirty="0"/>
                        <a:t>■ 체크 값</a:t>
                      </a:r>
                      <a:r>
                        <a:rPr lang="en-US" altLang="ko-KR" sz="800" dirty="0"/>
                        <a:t>3</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81306764"/>
                  </a:ext>
                </a:extLst>
              </a:tr>
              <a:tr h="0">
                <a:tc>
                  <a:txBody>
                    <a:bodyPr/>
                    <a:lstStyle/>
                    <a:p>
                      <a:pPr latinLnBrk="1"/>
                      <a:r>
                        <a:rPr lang="en-US" altLang="ko-KR" sz="800" dirty="0" err="1">
                          <a:solidFill>
                            <a:schemeClr val="tx1"/>
                          </a:solidFill>
                        </a:rPr>
                        <a:t>Textarea</a:t>
                      </a:r>
                      <a:endParaRPr lang="ko-KR" altLang="en-US" sz="800"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3">
                  <a:txBody>
                    <a:bodyPr/>
                    <a:lstStyle/>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p>
                      <a:pPr latinLnBrk="1"/>
                      <a:endParaRPr lang="en-US" altLang="ko-KR"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25250839"/>
                  </a:ext>
                </a:extLst>
              </a:tr>
              <a:tr h="0">
                <a:tc>
                  <a:txBody>
                    <a:bodyPr/>
                    <a:lstStyle/>
                    <a:p>
                      <a:pPr latinLnBrk="1"/>
                      <a:r>
                        <a:rPr lang="en-US" altLang="ko-KR" sz="800" dirty="0">
                          <a:solidFill>
                            <a:schemeClr val="tx1"/>
                          </a:solidFill>
                        </a:rPr>
                        <a:t>Input</a:t>
                      </a:r>
                      <a:r>
                        <a:rPr lang="ko-KR" altLang="en-US" sz="800" dirty="0">
                          <a:solidFill>
                            <a:schemeClr val="tx1"/>
                          </a:solidFill>
                        </a:rPr>
                        <a:t> 파일</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3">
                  <a:txBody>
                    <a:bodyPr/>
                    <a:lstStyle/>
                    <a:p>
                      <a:pPr latinLnBrk="1"/>
                      <a:endParaRPr lang="en-US" altLang="ko-KR"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46992661"/>
                  </a:ext>
                </a:extLst>
              </a:tr>
            </a:tbl>
          </a:graphicData>
        </a:graphic>
      </p:graphicFrame>
      <p:sp>
        <p:nvSpPr>
          <p:cNvPr id="12" name="TextBox 11">
            <a:extLst>
              <a:ext uri="{FF2B5EF4-FFF2-40B4-BE49-F238E27FC236}">
                <a16:creationId xmlns:a16="http://schemas.microsoft.com/office/drawing/2014/main" id="{0CF2E3A5-967B-4387-A150-81051C0C32C7}"/>
              </a:ext>
            </a:extLst>
          </p:cNvPr>
          <p:cNvSpPr txBox="1"/>
          <p:nvPr/>
        </p:nvSpPr>
        <p:spPr>
          <a:xfrm>
            <a:off x="800457" y="2149066"/>
            <a:ext cx="86113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err="1">
                <a:latin typeface="맑은 고딕" panose="020B0503020000020004" pitchFamily="50" charset="-127"/>
                <a:ea typeface="맑은 고딕" panose="020B0503020000020004" pitchFamily="50" charset="-127"/>
              </a:rPr>
              <a:t>중제목</a:t>
            </a:r>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#2</a:t>
            </a:r>
            <a:endParaRPr lang="ko-KR" altLang="en-US" sz="900" dirty="0"/>
          </a:p>
        </p:txBody>
      </p:sp>
      <p:graphicFrame>
        <p:nvGraphicFramePr>
          <p:cNvPr id="13" name="표 17">
            <a:extLst>
              <a:ext uri="{FF2B5EF4-FFF2-40B4-BE49-F238E27FC236}">
                <a16:creationId xmlns:a16="http://schemas.microsoft.com/office/drawing/2014/main" id="{4BAB522B-460D-4830-AEB7-F3499B2EB4A3}"/>
              </a:ext>
            </a:extLst>
          </p:cNvPr>
          <p:cNvGraphicFramePr>
            <a:graphicFrameLocks noGrp="1"/>
          </p:cNvGraphicFramePr>
          <p:nvPr>
            <p:extLst>
              <p:ext uri="{D42A27DB-BD31-4B8C-83A1-F6EECF244321}">
                <p14:modId xmlns:p14="http://schemas.microsoft.com/office/powerpoint/2010/main" val="4020347967"/>
              </p:ext>
            </p:extLst>
          </p:nvPr>
        </p:nvGraphicFramePr>
        <p:xfrm>
          <a:off x="907275" y="4449878"/>
          <a:ext cx="7950564" cy="1310640"/>
        </p:xfrm>
        <a:graphic>
          <a:graphicData uri="http://schemas.openxmlformats.org/drawingml/2006/table">
            <a:tbl>
              <a:tblPr firstRow="1" bandRow="1">
                <a:tableStyleId>{5940675A-B579-460E-94D1-54222C63F5DA}</a:tableStyleId>
              </a:tblPr>
              <a:tblGrid>
                <a:gridCol w="1033363">
                  <a:extLst>
                    <a:ext uri="{9D8B030D-6E8A-4147-A177-3AD203B41FA5}">
                      <a16:colId xmlns:a16="http://schemas.microsoft.com/office/drawing/2014/main" val="827257380"/>
                    </a:ext>
                  </a:extLst>
                </a:gridCol>
                <a:gridCol w="6917201">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아이디 중복확인</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en-US" altLang="ko-KR" sz="800" dirty="0"/>
                    </a:p>
                    <a:p>
                      <a:pPr latinLnBrk="1"/>
                      <a:endParaRPr lang="en-US" altLang="ko-KR" sz="800" dirty="0"/>
                    </a:p>
                    <a:p>
                      <a:pPr latinLnBrk="1"/>
                      <a:r>
                        <a:rPr lang="en-US" altLang="ko-KR" sz="800" dirty="0"/>
                        <a:t>“</a:t>
                      </a:r>
                      <a:r>
                        <a:rPr lang="en-US" altLang="ko-KR" sz="800" b="1" dirty="0">
                          <a:solidFill>
                            <a:schemeClr val="accent1">
                              <a:lumMod val="75000"/>
                            </a:schemeClr>
                          </a:solidFill>
                        </a:rPr>
                        <a:t>abcd1234</a:t>
                      </a:r>
                      <a:r>
                        <a:rPr lang="en-US" altLang="ko-KR" sz="800" dirty="0"/>
                        <a:t>” </a:t>
                      </a:r>
                      <a:r>
                        <a:rPr lang="ko-KR" altLang="en-US" sz="800" dirty="0"/>
                        <a:t>는 사용할 수 있는 아이디 입니다</a:t>
                      </a:r>
                      <a:r>
                        <a:rPr lang="en-US" altLang="ko-KR" sz="800" dirty="0"/>
                        <a:t>.</a:t>
                      </a:r>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r h="0">
                <a:tc>
                  <a:txBody>
                    <a:bodyPr/>
                    <a:lstStyle/>
                    <a:p>
                      <a:pPr latinLnBrk="1"/>
                      <a:r>
                        <a:rPr lang="ko-KR" altLang="en-US" sz="800" dirty="0">
                          <a:solidFill>
                            <a:schemeClr val="tx1"/>
                          </a:solidFill>
                        </a:rPr>
                        <a:t>전화번호 표시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996292095"/>
                  </a:ext>
                </a:extLst>
              </a:tr>
              <a:tr h="0">
                <a:tc>
                  <a:txBody>
                    <a:bodyPr/>
                    <a:lstStyle/>
                    <a:p>
                      <a:pPr latinLnBrk="1"/>
                      <a:r>
                        <a:rPr lang="ko-KR" altLang="en-US" sz="800" dirty="0">
                          <a:solidFill>
                            <a:schemeClr val="tx1"/>
                          </a:solidFill>
                        </a:rPr>
                        <a:t>이메일 표시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ko-KR" altLang="en-US"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014767118"/>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solidFill>
                            <a:schemeClr val="tx1"/>
                          </a:solidFill>
                        </a:rPr>
                        <a:t>파일표시 및 삭제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en-US" altLang="ko-KR" sz="800" dirty="0"/>
                        <a:t>File_name.txt ( 4,33 kb )   </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843260783"/>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solidFill>
                            <a:schemeClr val="tx1"/>
                          </a:solidFill>
                        </a:rPr>
                        <a:t>날짜표시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endParaRPr lang="en-US" altLang="ko-KR" sz="800" dirty="0"/>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6246293"/>
                  </a:ext>
                </a:extLst>
              </a:tr>
            </a:tbl>
          </a:graphicData>
        </a:graphic>
      </p:graphicFrame>
      <p:sp>
        <p:nvSpPr>
          <p:cNvPr id="14" name="TextBox 13">
            <a:extLst>
              <a:ext uri="{FF2B5EF4-FFF2-40B4-BE49-F238E27FC236}">
                <a16:creationId xmlns:a16="http://schemas.microsoft.com/office/drawing/2014/main" id="{F91F68EE-22C7-41CD-B932-DAE4890E4A3F}"/>
              </a:ext>
            </a:extLst>
          </p:cNvPr>
          <p:cNvSpPr txBox="1"/>
          <p:nvPr/>
        </p:nvSpPr>
        <p:spPr>
          <a:xfrm>
            <a:off x="800457" y="4227873"/>
            <a:ext cx="86113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err="1">
                <a:latin typeface="맑은 고딕" panose="020B0503020000020004" pitchFamily="50" charset="-127"/>
                <a:ea typeface="맑은 고딕" panose="020B0503020000020004" pitchFamily="50" charset="-127"/>
              </a:rPr>
              <a:t>중제목</a:t>
            </a:r>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#3</a:t>
            </a:r>
            <a:endParaRPr lang="ko-KR" altLang="en-US" sz="900" dirty="0"/>
          </a:p>
        </p:txBody>
      </p:sp>
      <p:sp>
        <p:nvSpPr>
          <p:cNvPr id="15" name="직사각형 14">
            <a:extLst>
              <a:ext uri="{FF2B5EF4-FFF2-40B4-BE49-F238E27FC236}">
                <a16:creationId xmlns:a16="http://schemas.microsoft.com/office/drawing/2014/main" id="{205D8A7B-4151-4BE7-8B3F-64486917910B}"/>
              </a:ext>
            </a:extLst>
          </p:cNvPr>
          <p:cNvSpPr/>
          <p:nvPr/>
        </p:nvSpPr>
        <p:spPr>
          <a:xfrm>
            <a:off x="3484516" y="5925906"/>
            <a:ext cx="1358901" cy="296205"/>
          </a:xfrm>
          <a:prstGeom prst="rect">
            <a:avLst/>
          </a:prstGeom>
          <a:solidFill>
            <a:schemeClr val="accent6">
              <a:lumMod val="75000"/>
            </a:schemeClr>
          </a:solidFill>
          <a:ln w="635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액션 버튼</a:t>
            </a:r>
            <a:endParaRPr lang="en-US" altLang="ko-KR" sz="800" dirty="0">
              <a:solidFill>
                <a:schemeClr val="bg1"/>
              </a:solidFill>
            </a:endParaRPr>
          </a:p>
        </p:txBody>
      </p:sp>
      <p:sp>
        <p:nvSpPr>
          <p:cNvPr id="16" name="직사각형 15">
            <a:extLst>
              <a:ext uri="{FF2B5EF4-FFF2-40B4-BE49-F238E27FC236}">
                <a16:creationId xmlns:a16="http://schemas.microsoft.com/office/drawing/2014/main" id="{DE3772C9-D1B0-4449-8FA0-CEFEAD61004D}"/>
              </a:ext>
            </a:extLst>
          </p:cNvPr>
          <p:cNvSpPr/>
          <p:nvPr/>
        </p:nvSpPr>
        <p:spPr>
          <a:xfrm>
            <a:off x="4950226" y="5925906"/>
            <a:ext cx="1358901" cy="296205"/>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닫기 버튼</a:t>
            </a:r>
            <a:endParaRPr lang="en-US" altLang="ko-KR" sz="800" dirty="0">
              <a:solidFill>
                <a:schemeClr val="bg1"/>
              </a:solidFill>
            </a:endParaRPr>
          </a:p>
        </p:txBody>
      </p:sp>
      <p:graphicFrame>
        <p:nvGraphicFramePr>
          <p:cNvPr id="17" name="표 16">
            <a:extLst>
              <a:ext uri="{FF2B5EF4-FFF2-40B4-BE49-F238E27FC236}">
                <a16:creationId xmlns:a16="http://schemas.microsoft.com/office/drawing/2014/main" id="{3A147766-CC2F-4395-8B21-5E847FD5E657}"/>
              </a:ext>
            </a:extLst>
          </p:cNvPr>
          <p:cNvGraphicFramePr>
            <a:graphicFrameLocks noGrp="1"/>
          </p:cNvGraphicFramePr>
          <p:nvPr>
            <p:extLst>
              <p:ext uri="{D42A27DB-BD31-4B8C-83A1-F6EECF244321}">
                <p14:modId xmlns:p14="http://schemas.microsoft.com/office/powerpoint/2010/main" val="2747483678"/>
              </p:ext>
            </p:extLst>
          </p:nvPr>
        </p:nvGraphicFramePr>
        <p:xfrm>
          <a:off x="907275" y="1226070"/>
          <a:ext cx="7950566" cy="213360"/>
        </p:xfrm>
        <a:graphic>
          <a:graphicData uri="http://schemas.openxmlformats.org/drawingml/2006/table">
            <a:tbl>
              <a:tblPr firstRow="1" bandRow="1">
                <a:tableStyleId>{5940675A-B579-460E-94D1-54222C63F5DA}</a:tableStyleId>
              </a:tblPr>
              <a:tblGrid>
                <a:gridCol w="1002261">
                  <a:extLst>
                    <a:ext uri="{9D8B030D-6E8A-4147-A177-3AD203B41FA5}">
                      <a16:colId xmlns:a16="http://schemas.microsoft.com/office/drawing/2014/main" val="827257380"/>
                    </a:ext>
                  </a:extLst>
                </a:gridCol>
                <a:gridCol w="6948305">
                  <a:extLst>
                    <a:ext uri="{9D8B030D-6E8A-4147-A177-3AD203B41FA5}">
                      <a16:colId xmlns:a16="http://schemas.microsoft.com/office/drawing/2014/main" val="1855344563"/>
                    </a:ext>
                  </a:extLst>
                </a:gridCol>
              </a:tblGrid>
              <a:tr h="0">
                <a:tc>
                  <a:txBody>
                    <a:bodyPr/>
                    <a:lstStyle/>
                    <a:p>
                      <a:pPr latinLnBrk="1"/>
                      <a:r>
                        <a:rPr lang="ko-KR" altLang="en-US" sz="800" dirty="0">
                          <a:solidFill>
                            <a:schemeClr val="tx1"/>
                          </a:solidFill>
                        </a:rPr>
                        <a:t>제목 </a:t>
                      </a:r>
                      <a:r>
                        <a:rPr lang="en-US" altLang="ko-KR" sz="800" dirty="0">
                          <a:solidFill>
                            <a:schemeClr val="tx1"/>
                          </a:solidFill>
                        </a:rPr>
                        <a:t>#1</a:t>
                      </a:r>
                      <a:endParaRPr lang="ko-KR" altLang="en-US" sz="800" dirty="0">
                        <a:solidFill>
                          <a:schemeClr val="tx1"/>
                        </a:solidFill>
                      </a:endParaRP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latinLnBrk="1"/>
                      <a:r>
                        <a:rPr lang="ko-KR" altLang="en-US" sz="800" dirty="0"/>
                        <a:t>입력된 내용 표시</a:t>
                      </a:r>
                    </a:p>
                  </a:txBody>
                  <a:tcP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29563177"/>
                  </a:ext>
                </a:extLst>
              </a:tr>
            </a:tbl>
          </a:graphicData>
        </a:graphic>
      </p:graphicFrame>
      <p:sp>
        <p:nvSpPr>
          <p:cNvPr id="18" name="TextBox 17">
            <a:extLst>
              <a:ext uri="{FF2B5EF4-FFF2-40B4-BE49-F238E27FC236}">
                <a16:creationId xmlns:a16="http://schemas.microsoft.com/office/drawing/2014/main" id="{D0FBE8FE-2921-48A5-8EB5-A3AA013F190E}"/>
              </a:ext>
            </a:extLst>
          </p:cNvPr>
          <p:cNvSpPr txBox="1"/>
          <p:nvPr/>
        </p:nvSpPr>
        <p:spPr>
          <a:xfrm>
            <a:off x="800457" y="1004065"/>
            <a:ext cx="861133" cy="230832"/>
          </a:xfrm>
          <a:prstGeom prst="rect">
            <a:avLst/>
          </a:prstGeom>
          <a:noFill/>
        </p:spPr>
        <p:txBody>
          <a:bodyPr wrap="none" rtlCol="0">
            <a:spAutoFit/>
          </a:bodyPr>
          <a:lstStyle/>
          <a:p>
            <a:r>
              <a:rPr lang="ko-KR" altLang="en-US" sz="900" dirty="0">
                <a:latin typeface="맑은 고딕" panose="020B0503020000020004" pitchFamily="50" charset="-127"/>
                <a:ea typeface="맑은 고딕" panose="020B0503020000020004" pitchFamily="50" charset="-127"/>
              </a:rPr>
              <a:t>■ </a:t>
            </a:r>
            <a:r>
              <a:rPr lang="ko-KR" altLang="en-US" sz="900" dirty="0" err="1">
                <a:latin typeface="맑은 고딕" panose="020B0503020000020004" pitchFamily="50" charset="-127"/>
                <a:ea typeface="맑은 고딕" panose="020B0503020000020004" pitchFamily="50" charset="-127"/>
              </a:rPr>
              <a:t>중제목</a:t>
            </a:r>
            <a:r>
              <a:rPr lang="ko-KR" altLang="en-US" sz="900" dirty="0">
                <a:latin typeface="맑은 고딕" panose="020B0503020000020004" pitchFamily="50" charset="-127"/>
                <a:ea typeface="맑은 고딕" panose="020B0503020000020004" pitchFamily="50" charset="-127"/>
              </a:rPr>
              <a:t> </a:t>
            </a:r>
            <a:r>
              <a:rPr lang="en-US" altLang="ko-KR" sz="900" dirty="0">
                <a:latin typeface="맑은 고딕" panose="020B0503020000020004" pitchFamily="50" charset="-127"/>
                <a:ea typeface="맑은 고딕" panose="020B0503020000020004" pitchFamily="50" charset="-127"/>
              </a:rPr>
              <a:t>#1</a:t>
            </a:r>
            <a:endParaRPr lang="ko-KR" altLang="en-US" sz="900" dirty="0"/>
          </a:p>
        </p:txBody>
      </p:sp>
      <p:sp>
        <p:nvSpPr>
          <p:cNvPr id="19" name="직사각형 18">
            <a:extLst>
              <a:ext uri="{FF2B5EF4-FFF2-40B4-BE49-F238E27FC236}">
                <a16:creationId xmlns:a16="http://schemas.microsoft.com/office/drawing/2014/main" id="{FDB9FFBF-1D0C-433D-AAA4-FBB020E3A9CD}"/>
              </a:ext>
            </a:extLst>
          </p:cNvPr>
          <p:cNvSpPr/>
          <p:nvPr/>
        </p:nvSpPr>
        <p:spPr>
          <a:xfrm>
            <a:off x="1974496" y="3877253"/>
            <a:ext cx="3847675" cy="17691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lumMod val="50000"/>
                  <a:lumOff val="50000"/>
                </a:schemeClr>
              </a:solidFill>
            </a:endParaRPr>
          </a:p>
        </p:txBody>
      </p:sp>
      <p:sp>
        <p:nvSpPr>
          <p:cNvPr id="20" name="직사각형 19">
            <a:extLst>
              <a:ext uri="{FF2B5EF4-FFF2-40B4-BE49-F238E27FC236}">
                <a16:creationId xmlns:a16="http://schemas.microsoft.com/office/drawing/2014/main" id="{C19D76E5-4F05-4F45-906A-2810584B4406}"/>
              </a:ext>
            </a:extLst>
          </p:cNvPr>
          <p:cNvSpPr/>
          <p:nvPr/>
        </p:nvSpPr>
        <p:spPr>
          <a:xfrm>
            <a:off x="5822171" y="3869198"/>
            <a:ext cx="999724" cy="184972"/>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찾아보기</a:t>
            </a:r>
            <a:endParaRPr lang="en-US" altLang="ko-KR" sz="700" dirty="0">
              <a:solidFill>
                <a:schemeClr val="bg1"/>
              </a:solidFill>
            </a:endParaRPr>
          </a:p>
        </p:txBody>
      </p:sp>
      <p:sp>
        <p:nvSpPr>
          <p:cNvPr id="21" name="직사각형 20">
            <a:extLst>
              <a:ext uri="{FF2B5EF4-FFF2-40B4-BE49-F238E27FC236}">
                <a16:creationId xmlns:a16="http://schemas.microsoft.com/office/drawing/2014/main" id="{7047BDBE-4986-4094-8F81-737C8F196308}"/>
              </a:ext>
            </a:extLst>
          </p:cNvPr>
          <p:cNvSpPr/>
          <p:nvPr/>
        </p:nvSpPr>
        <p:spPr>
          <a:xfrm>
            <a:off x="1974496" y="2392867"/>
            <a:ext cx="2868921" cy="17691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lumMod val="50000"/>
                  <a:lumOff val="50000"/>
                </a:schemeClr>
              </a:solidFill>
            </a:endParaRPr>
          </a:p>
        </p:txBody>
      </p:sp>
      <p:sp>
        <p:nvSpPr>
          <p:cNvPr id="22" name="직사각형 21">
            <a:extLst>
              <a:ext uri="{FF2B5EF4-FFF2-40B4-BE49-F238E27FC236}">
                <a16:creationId xmlns:a16="http://schemas.microsoft.com/office/drawing/2014/main" id="{3F82DDC3-12BE-4629-AB29-31E06DC44E9D}"/>
              </a:ext>
            </a:extLst>
          </p:cNvPr>
          <p:cNvSpPr/>
          <p:nvPr/>
        </p:nvSpPr>
        <p:spPr>
          <a:xfrm>
            <a:off x="1974496" y="2620827"/>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직접입력                       ▼</a:t>
            </a:r>
            <a:endParaRPr lang="en-US" altLang="ko-KR" sz="800" dirty="0">
              <a:solidFill>
                <a:schemeClr val="tx1"/>
              </a:solidFill>
            </a:endParaRPr>
          </a:p>
        </p:txBody>
      </p:sp>
      <p:sp>
        <p:nvSpPr>
          <p:cNvPr id="23" name="직사각형 22">
            <a:extLst>
              <a:ext uri="{FF2B5EF4-FFF2-40B4-BE49-F238E27FC236}">
                <a16:creationId xmlns:a16="http://schemas.microsoft.com/office/drawing/2014/main" id="{669EB3CB-6D44-4C29-841A-81EA20C27318}"/>
              </a:ext>
            </a:extLst>
          </p:cNvPr>
          <p:cNvSpPr/>
          <p:nvPr/>
        </p:nvSpPr>
        <p:spPr>
          <a:xfrm>
            <a:off x="1974496" y="2841026"/>
            <a:ext cx="6827252" cy="933629"/>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solidFill>
            </a:endParaRPr>
          </a:p>
        </p:txBody>
      </p:sp>
      <p:sp>
        <p:nvSpPr>
          <p:cNvPr id="24" name="직사각형 23">
            <a:extLst>
              <a:ext uri="{FF2B5EF4-FFF2-40B4-BE49-F238E27FC236}">
                <a16:creationId xmlns:a16="http://schemas.microsoft.com/office/drawing/2014/main" id="{4007B583-4405-4C5D-B79E-AFB11F749C16}"/>
              </a:ext>
            </a:extLst>
          </p:cNvPr>
          <p:cNvSpPr/>
          <p:nvPr/>
        </p:nvSpPr>
        <p:spPr>
          <a:xfrm>
            <a:off x="2030477" y="4484682"/>
            <a:ext cx="1538576" cy="176917"/>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lumMod val="50000"/>
                  <a:lumOff val="50000"/>
                </a:schemeClr>
              </a:solidFill>
            </a:endParaRPr>
          </a:p>
        </p:txBody>
      </p:sp>
      <p:sp>
        <p:nvSpPr>
          <p:cNvPr id="25" name="직사각형 24">
            <a:extLst>
              <a:ext uri="{FF2B5EF4-FFF2-40B4-BE49-F238E27FC236}">
                <a16:creationId xmlns:a16="http://schemas.microsoft.com/office/drawing/2014/main" id="{C55F8D9D-A243-4832-9D62-AADF56F6613F}"/>
              </a:ext>
            </a:extLst>
          </p:cNvPr>
          <p:cNvSpPr/>
          <p:nvPr/>
        </p:nvSpPr>
        <p:spPr>
          <a:xfrm>
            <a:off x="3601489" y="4476627"/>
            <a:ext cx="999724" cy="184972"/>
          </a:xfrm>
          <a:prstGeom prst="rect">
            <a:avLst/>
          </a:prstGeom>
          <a:solidFill>
            <a:schemeClr val="tx1"/>
          </a:solid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dirty="0">
                <a:solidFill>
                  <a:schemeClr val="bg1"/>
                </a:solidFill>
              </a:rPr>
              <a:t>중복확인</a:t>
            </a:r>
            <a:endParaRPr lang="en-US" altLang="ko-KR" sz="700" dirty="0">
              <a:solidFill>
                <a:schemeClr val="bg1"/>
              </a:solidFill>
            </a:endParaRPr>
          </a:p>
        </p:txBody>
      </p:sp>
      <p:sp>
        <p:nvSpPr>
          <p:cNvPr id="26" name="직사각형 25">
            <a:extLst>
              <a:ext uri="{FF2B5EF4-FFF2-40B4-BE49-F238E27FC236}">
                <a16:creationId xmlns:a16="http://schemas.microsoft.com/office/drawing/2014/main" id="{420DD392-708C-4AAD-A2A9-2B04B3BEDCFA}"/>
              </a:ext>
            </a:extLst>
          </p:cNvPr>
          <p:cNvSpPr/>
          <p:nvPr/>
        </p:nvSpPr>
        <p:spPr>
          <a:xfrm>
            <a:off x="2013153" y="5152888"/>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solidFill>
            </a:endParaRPr>
          </a:p>
        </p:txBody>
      </p:sp>
      <p:sp>
        <p:nvSpPr>
          <p:cNvPr id="27" name="직사각형 26">
            <a:extLst>
              <a:ext uri="{FF2B5EF4-FFF2-40B4-BE49-F238E27FC236}">
                <a16:creationId xmlns:a16="http://schemas.microsoft.com/office/drawing/2014/main" id="{E42B5ACB-95FC-47B0-9711-39E6E2E5C12E}"/>
              </a:ext>
            </a:extLst>
          </p:cNvPr>
          <p:cNvSpPr/>
          <p:nvPr/>
        </p:nvSpPr>
        <p:spPr>
          <a:xfrm>
            <a:off x="5332086" y="5160262"/>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a:solidFill>
                  <a:schemeClr val="tx1"/>
                </a:solidFill>
              </a:rPr>
              <a:t>직접입력                       ▼</a:t>
            </a:r>
            <a:endParaRPr lang="en-US" altLang="ko-KR" sz="800" dirty="0">
              <a:solidFill>
                <a:schemeClr val="tx1"/>
              </a:solidFill>
            </a:endParaRPr>
          </a:p>
        </p:txBody>
      </p:sp>
      <p:grpSp>
        <p:nvGrpSpPr>
          <p:cNvPr id="28" name="그룹 27">
            <a:extLst>
              <a:ext uri="{FF2B5EF4-FFF2-40B4-BE49-F238E27FC236}">
                <a16:creationId xmlns:a16="http://schemas.microsoft.com/office/drawing/2014/main" id="{0C83F8AC-B70C-440A-A894-B489CC3E98AE}"/>
              </a:ext>
            </a:extLst>
          </p:cNvPr>
          <p:cNvGrpSpPr/>
          <p:nvPr/>
        </p:nvGrpSpPr>
        <p:grpSpPr>
          <a:xfrm>
            <a:off x="2013153" y="4889445"/>
            <a:ext cx="1789788" cy="230832"/>
            <a:chOff x="2924648" y="2579699"/>
            <a:chExt cx="1789788" cy="230832"/>
          </a:xfrm>
        </p:grpSpPr>
        <p:sp>
          <p:nvSpPr>
            <p:cNvPr id="29" name="직사각형 28">
              <a:extLst>
                <a:ext uri="{FF2B5EF4-FFF2-40B4-BE49-F238E27FC236}">
                  <a16:creationId xmlns:a16="http://schemas.microsoft.com/office/drawing/2014/main" id="{990ECA4B-D37E-4D5C-B2E7-24C95EA40236}"/>
                </a:ext>
              </a:extLst>
            </p:cNvPr>
            <p:cNvSpPr/>
            <p:nvPr/>
          </p:nvSpPr>
          <p:spPr>
            <a:xfrm>
              <a:off x="2924648"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010  </a:t>
              </a:r>
              <a:r>
                <a:rPr lang="ko-KR" altLang="en-US" sz="800" dirty="0">
                  <a:solidFill>
                    <a:schemeClr val="tx1"/>
                  </a:solidFill>
                </a:rPr>
                <a:t>▼</a:t>
              </a:r>
              <a:endParaRPr lang="en-US" altLang="ko-KR" sz="800" dirty="0">
                <a:solidFill>
                  <a:schemeClr val="tx1"/>
                </a:solidFill>
              </a:endParaRPr>
            </a:p>
          </p:txBody>
        </p:sp>
        <p:sp>
          <p:nvSpPr>
            <p:cNvPr id="30" name="직사각형 29">
              <a:extLst>
                <a:ext uri="{FF2B5EF4-FFF2-40B4-BE49-F238E27FC236}">
                  <a16:creationId xmlns:a16="http://schemas.microsoft.com/office/drawing/2014/main" id="{B1FAA649-009B-41A3-8E21-E56021FA0D46}"/>
                </a:ext>
              </a:extLst>
            </p:cNvPr>
            <p:cNvSpPr/>
            <p:nvPr/>
          </p:nvSpPr>
          <p:spPr>
            <a:xfrm>
              <a:off x="3542442" y="2635191"/>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31" name="직사각형 30">
              <a:extLst>
                <a:ext uri="{FF2B5EF4-FFF2-40B4-BE49-F238E27FC236}">
                  <a16:creationId xmlns:a16="http://schemas.microsoft.com/office/drawing/2014/main" id="{18C9754D-AD8C-48B7-881F-4CEE87BBD405}"/>
                </a:ext>
              </a:extLst>
            </p:cNvPr>
            <p:cNvSpPr/>
            <p:nvPr/>
          </p:nvSpPr>
          <p:spPr>
            <a:xfrm>
              <a:off x="4160236" y="2633078"/>
              <a:ext cx="554200" cy="159952"/>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a:solidFill>
                    <a:schemeClr val="tx1"/>
                  </a:solidFill>
                </a:rPr>
                <a:t>0000</a:t>
              </a:r>
            </a:p>
          </p:txBody>
        </p:sp>
        <p:sp>
          <p:nvSpPr>
            <p:cNvPr id="32" name="TextBox 31">
              <a:extLst>
                <a:ext uri="{FF2B5EF4-FFF2-40B4-BE49-F238E27FC236}">
                  <a16:creationId xmlns:a16="http://schemas.microsoft.com/office/drawing/2014/main" id="{47923175-39D5-4361-A58E-BE76FFBC0970}"/>
                </a:ext>
              </a:extLst>
            </p:cNvPr>
            <p:cNvSpPr txBox="1"/>
            <p:nvPr/>
          </p:nvSpPr>
          <p:spPr>
            <a:xfrm>
              <a:off x="3394267" y="2579699"/>
              <a:ext cx="232756" cy="230832"/>
            </a:xfrm>
            <a:prstGeom prst="rect">
              <a:avLst/>
            </a:prstGeom>
            <a:noFill/>
          </p:spPr>
          <p:txBody>
            <a:bodyPr wrap="none" rtlCol="0">
              <a:spAutoFit/>
            </a:bodyPr>
            <a:lstStyle/>
            <a:p>
              <a:r>
                <a:rPr lang="en-US" altLang="ko-KR" sz="900" dirty="0"/>
                <a:t>-</a:t>
              </a:r>
              <a:endParaRPr lang="ko-KR" altLang="en-US" sz="900" dirty="0"/>
            </a:p>
          </p:txBody>
        </p:sp>
        <p:sp>
          <p:nvSpPr>
            <p:cNvPr id="33" name="TextBox 32">
              <a:extLst>
                <a:ext uri="{FF2B5EF4-FFF2-40B4-BE49-F238E27FC236}">
                  <a16:creationId xmlns:a16="http://schemas.microsoft.com/office/drawing/2014/main" id="{E6F33D6B-EA00-4B5A-946F-852746631A80}"/>
                </a:ext>
              </a:extLst>
            </p:cNvPr>
            <p:cNvSpPr txBox="1"/>
            <p:nvPr/>
          </p:nvSpPr>
          <p:spPr>
            <a:xfrm>
              <a:off x="4012061" y="2579699"/>
              <a:ext cx="232756" cy="230832"/>
            </a:xfrm>
            <a:prstGeom prst="rect">
              <a:avLst/>
            </a:prstGeom>
            <a:noFill/>
          </p:spPr>
          <p:txBody>
            <a:bodyPr wrap="none" rtlCol="0">
              <a:spAutoFit/>
            </a:bodyPr>
            <a:lstStyle/>
            <a:p>
              <a:r>
                <a:rPr lang="en-US" altLang="ko-KR" sz="900" dirty="0"/>
                <a:t>-</a:t>
              </a:r>
              <a:endParaRPr lang="ko-KR" altLang="en-US" sz="900" dirty="0"/>
            </a:p>
          </p:txBody>
        </p:sp>
      </p:grpSp>
      <p:sp>
        <p:nvSpPr>
          <p:cNvPr id="34" name="직사각형 33">
            <a:extLst>
              <a:ext uri="{FF2B5EF4-FFF2-40B4-BE49-F238E27FC236}">
                <a16:creationId xmlns:a16="http://schemas.microsoft.com/office/drawing/2014/main" id="{0969F319-804D-4F11-B7D3-C87FBDC58A09}"/>
              </a:ext>
            </a:extLst>
          </p:cNvPr>
          <p:cNvSpPr/>
          <p:nvPr/>
        </p:nvSpPr>
        <p:spPr>
          <a:xfrm>
            <a:off x="3728882" y="5159519"/>
            <a:ext cx="1538576" cy="140567"/>
          </a:xfrm>
          <a:prstGeom prst="rect">
            <a:avLst/>
          </a:prstGeom>
          <a:noFill/>
          <a:ln w="63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ltLang="ko-KR" sz="800" dirty="0">
              <a:solidFill>
                <a:schemeClr val="tx1"/>
              </a:solidFill>
            </a:endParaRPr>
          </a:p>
        </p:txBody>
      </p:sp>
      <p:sp>
        <p:nvSpPr>
          <p:cNvPr id="35" name="직사각형 34">
            <a:extLst>
              <a:ext uri="{FF2B5EF4-FFF2-40B4-BE49-F238E27FC236}">
                <a16:creationId xmlns:a16="http://schemas.microsoft.com/office/drawing/2014/main" id="{C9BACD02-7C0E-4983-978C-22D21CDE0A21}"/>
              </a:ext>
            </a:extLst>
          </p:cNvPr>
          <p:cNvSpPr/>
          <p:nvPr/>
        </p:nvSpPr>
        <p:spPr>
          <a:xfrm>
            <a:off x="3216213" y="5390804"/>
            <a:ext cx="586728" cy="97151"/>
          </a:xfrm>
          <a:prstGeom prst="rect">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err="1"/>
              <a:t>내려받기</a:t>
            </a:r>
            <a:endParaRPr lang="ko-KR" altLang="en-US" sz="700" b="1" dirty="0"/>
          </a:p>
        </p:txBody>
      </p:sp>
      <p:sp>
        <p:nvSpPr>
          <p:cNvPr id="36" name="직사각형 35">
            <a:extLst>
              <a:ext uri="{FF2B5EF4-FFF2-40B4-BE49-F238E27FC236}">
                <a16:creationId xmlns:a16="http://schemas.microsoft.com/office/drawing/2014/main" id="{717E4386-1D42-40F2-8845-A9ECCB803B01}"/>
              </a:ext>
            </a:extLst>
          </p:cNvPr>
          <p:cNvSpPr/>
          <p:nvPr/>
        </p:nvSpPr>
        <p:spPr>
          <a:xfrm>
            <a:off x="3888575" y="5392506"/>
            <a:ext cx="586728" cy="97151"/>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700" b="1" dirty="0"/>
              <a:t>파일삭제</a:t>
            </a:r>
          </a:p>
        </p:txBody>
      </p:sp>
      <p:sp>
        <p:nvSpPr>
          <p:cNvPr id="37" name="직사각형 36">
            <a:extLst>
              <a:ext uri="{FF2B5EF4-FFF2-40B4-BE49-F238E27FC236}">
                <a16:creationId xmlns:a16="http://schemas.microsoft.com/office/drawing/2014/main" id="{7F1B60AC-64A4-4595-B96B-11F76ECF9BC8}"/>
              </a:ext>
            </a:extLst>
          </p:cNvPr>
          <p:cNvSpPr/>
          <p:nvPr/>
        </p:nvSpPr>
        <p:spPr>
          <a:xfrm>
            <a:off x="2013153" y="5580683"/>
            <a:ext cx="792089" cy="130415"/>
          </a:xfrm>
          <a:prstGeom prst="rect">
            <a:avLst/>
          </a:prstGeom>
          <a:solidFill>
            <a:schemeClr val="bg1"/>
          </a:solidFill>
          <a:ln w="635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ko-KR" sz="800" dirty="0">
              <a:solidFill>
                <a:schemeClr val="tx1">
                  <a:lumMod val="50000"/>
                  <a:lumOff val="50000"/>
                </a:schemeClr>
              </a:solidFill>
            </a:endParaRPr>
          </a:p>
        </p:txBody>
      </p:sp>
      <p:pic>
        <p:nvPicPr>
          <p:cNvPr id="38" name="그림 37">
            <a:extLst>
              <a:ext uri="{FF2B5EF4-FFF2-40B4-BE49-F238E27FC236}">
                <a16:creationId xmlns:a16="http://schemas.microsoft.com/office/drawing/2014/main" id="{A9CEF012-5E61-4029-B0D3-99C00F7DDE07}"/>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865695" y="5573724"/>
            <a:ext cx="146839" cy="146839"/>
          </a:xfrm>
          <a:prstGeom prst="rect">
            <a:avLst/>
          </a:prstGeom>
        </p:spPr>
      </p:pic>
      <p:grpSp>
        <p:nvGrpSpPr>
          <p:cNvPr id="39" name="Image">
            <a:extLst>
              <a:ext uri="{FF2B5EF4-FFF2-40B4-BE49-F238E27FC236}">
                <a16:creationId xmlns:a16="http://schemas.microsoft.com/office/drawing/2014/main" id="{34B492B8-E94E-4F90-A6D9-7E8296DEBA0D}"/>
              </a:ext>
            </a:extLst>
          </p:cNvPr>
          <p:cNvGrpSpPr>
            <a:grpSpLocks/>
          </p:cNvGrpSpPr>
          <p:nvPr/>
        </p:nvGrpSpPr>
        <p:grpSpPr bwMode="auto">
          <a:xfrm>
            <a:off x="8801748" y="348543"/>
            <a:ext cx="204716" cy="209797"/>
            <a:chOff x="508000" y="1397000"/>
            <a:chExt cx="1008112" cy="1008112"/>
          </a:xfrm>
        </p:grpSpPr>
        <p:sp>
          <p:nvSpPr>
            <p:cNvPr id="40" name="Border">
              <a:extLst>
                <a:ext uri="{FF2B5EF4-FFF2-40B4-BE49-F238E27FC236}">
                  <a16:creationId xmlns:a16="http://schemas.microsoft.com/office/drawing/2014/main" id="{A375B0D4-30CA-4A58-9DC6-4B673F07E19E}"/>
                </a:ext>
              </a:extLst>
            </p:cNvPr>
            <p:cNvSpPr>
              <a:spLocks/>
            </p:cNvSpPr>
            <p:nvPr/>
          </p:nvSpPr>
          <p:spPr bwMode="auto">
            <a:xfrm>
              <a:off x="508000" y="1397000"/>
              <a:ext cx="1008112" cy="1008112"/>
            </a:xfrm>
            <a:prstGeom prst="rect">
              <a:avLst/>
            </a:prstGeom>
            <a:solidFill>
              <a:srgbClr val="FFFFFF"/>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1" name="Line 2">
              <a:extLst>
                <a:ext uri="{FF2B5EF4-FFF2-40B4-BE49-F238E27FC236}">
                  <a16:creationId xmlns:a16="http://schemas.microsoft.com/office/drawing/2014/main" id="{759DA555-7F58-450B-A7F5-55D0FF7DA753}"/>
                </a:ext>
              </a:extLst>
            </p:cNvPr>
            <p:cNvSpPr>
              <a:spLocks/>
            </p:cNvSpPr>
            <p:nvPr/>
          </p:nvSpPr>
          <p:spPr bwMode="auto">
            <a:xfrm>
              <a:off x="508000" y="1397000"/>
              <a:ext cx="1008112" cy="1008112"/>
            </a:xfrm>
            <a:custGeom>
              <a:avLst/>
              <a:gdLst>
                <a:gd name="connsiteX0" fmla="*/ 0 w 1008112"/>
                <a:gd name="connsiteY0" fmla="*/ 1008112 h 1008112"/>
                <a:gd name="connsiteX1" fmla="*/ 1008112 w 1008112"/>
                <a:gd name="connsiteY1" fmla="*/ 0 h 1008112"/>
              </a:gdLst>
              <a:ahLst/>
              <a:cxnLst>
                <a:cxn ang="0">
                  <a:pos x="connsiteX0" y="connsiteY0"/>
                </a:cxn>
                <a:cxn ang="0">
                  <a:pos x="connsiteX1" y="connsiteY1"/>
                </a:cxn>
              </a:cxnLst>
              <a:rect l="l" t="t" r="r" b="b"/>
              <a:pathLst>
                <a:path w="1008112" h="1008112">
                  <a:moveTo>
                    <a:pt x="0" y="1008112"/>
                  </a:moveTo>
                  <a:lnTo>
                    <a:pt x="1008112"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sp>
          <p:nvSpPr>
            <p:cNvPr id="42" name="Line 1">
              <a:extLst>
                <a:ext uri="{FF2B5EF4-FFF2-40B4-BE49-F238E27FC236}">
                  <a16:creationId xmlns:a16="http://schemas.microsoft.com/office/drawing/2014/main" id="{3CFA17B0-7802-421A-A2F0-53BF0302AC45}"/>
                </a:ext>
              </a:extLst>
            </p:cNvPr>
            <p:cNvSpPr>
              <a:spLocks/>
            </p:cNvSpPr>
            <p:nvPr/>
          </p:nvSpPr>
          <p:spPr bwMode="auto">
            <a:xfrm>
              <a:off x="508000" y="1397000"/>
              <a:ext cx="1008112" cy="1008112"/>
            </a:xfrm>
            <a:custGeom>
              <a:avLst/>
              <a:gdLst>
                <a:gd name="connsiteX0" fmla="*/ 1008112 w 1008112"/>
                <a:gd name="connsiteY0" fmla="*/ 1008112 h 1008112"/>
                <a:gd name="connsiteX1" fmla="*/ 0 w 1008112"/>
                <a:gd name="connsiteY1" fmla="*/ 0 h 1008112"/>
              </a:gdLst>
              <a:ahLst/>
              <a:cxnLst>
                <a:cxn ang="0">
                  <a:pos x="connsiteX0" y="connsiteY0"/>
                </a:cxn>
                <a:cxn ang="0">
                  <a:pos x="connsiteX1" y="connsiteY1"/>
                </a:cxn>
              </a:cxnLst>
              <a:rect l="l" t="t" r="r" b="b"/>
              <a:pathLst>
                <a:path w="1008112" h="1008112">
                  <a:moveTo>
                    <a:pt x="1008112" y="1008112"/>
                  </a:moveTo>
                  <a:lnTo>
                    <a:pt x="0" y="0"/>
                  </a:lnTo>
                </a:path>
              </a:pathLst>
            </a:custGeom>
            <a:solidFill>
              <a:schemeClr val="bg1"/>
            </a:solidFill>
            <a:ln w="63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900">
                <a:solidFill>
                  <a:srgbClr val="5F5F5F"/>
                </a:solidFill>
                <a:latin typeface="Segoe UI" panose="020B0502040204020203" pitchFamily="34" charset="0"/>
                <a:cs typeface="Segoe UI" panose="020B0502040204020203" pitchFamily="34" charset="0"/>
              </a:endParaRPr>
            </a:p>
          </p:txBody>
        </p:sp>
      </p:grpSp>
      <p:graphicFrame>
        <p:nvGraphicFramePr>
          <p:cNvPr id="43" name="표 42">
            <a:extLst>
              <a:ext uri="{FF2B5EF4-FFF2-40B4-BE49-F238E27FC236}">
                <a16:creationId xmlns:a16="http://schemas.microsoft.com/office/drawing/2014/main" id="{1E5D9112-2E67-408A-BEE3-BE0FE41A0B3C}"/>
              </a:ext>
            </a:extLst>
          </p:cNvPr>
          <p:cNvGraphicFramePr>
            <a:graphicFrameLocks noGrp="1"/>
          </p:cNvGraphicFramePr>
          <p:nvPr>
            <p:extLst>
              <p:ext uri="{D42A27DB-BD31-4B8C-83A1-F6EECF244321}">
                <p14:modId xmlns:p14="http://schemas.microsoft.com/office/powerpoint/2010/main" val="4000922361"/>
              </p:ext>
            </p:extLst>
          </p:nvPr>
        </p:nvGraphicFramePr>
        <p:xfrm>
          <a:off x="10171774" y="22159"/>
          <a:ext cx="1979018" cy="5228352"/>
        </p:xfrm>
        <a:graphic>
          <a:graphicData uri="http://schemas.openxmlformats.org/drawingml/2006/table">
            <a:tbl>
              <a:tblPr firstRow="1" bandRow="1">
                <a:tableStyleId>{5940675A-B579-460E-94D1-54222C63F5DA}</a:tableStyleId>
              </a:tblPr>
              <a:tblGrid>
                <a:gridCol w="420026">
                  <a:extLst>
                    <a:ext uri="{9D8B030D-6E8A-4147-A177-3AD203B41FA5}">
                      <a16:colId xmlns:a16="http://schemas.microsoft.com/office/drawing/2014/main" val="2768186151"/>
                    </a:ext>
                  </a:extLst>
                </a:gridCol>
                <a:gridCol w="405063">
                  <a:extLst>
                    <a:ext uri="{9D8B030D-6E8A-4147-A177-3AD203B41FA5}">
                      <a16:colId xmlns:a16="http://schemas.microsoft.com/office/drawing/2014/main" val="1525153934"/>
                    </a:ext>
                  </a:extLst>
                </a:gridCol>
                <a:gridCol w="1153929">
                  <a:extLst>
                    <a:ext uri="{9D8B030D-6E8A-4147-A177-3AD203B41FA5}">
                      <a16:colId xmlns:a16="http://schemas.microsoft.com/office/drawing/2014/main" val="74239506"/>
                    </a:ext>
                  </a:extLst>
                </a:gridCol>
              </a:tblGrid>
              <a:tr h="140746">
                <a:tc gridSpan="2">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a:t>화면 </a:t>
                      </a:r>
                      <a:r>
                        <a:rPr lang="en-US" altLang="ko-KR" sz="800" b="1" dirty="0"/>
                        <a:t>ID</a:t>
                      </a:r>
                      <a:endParaRPr lang="ko-KR" altLang="en-US" sz="800" b="1" dirty="0"/>
                    </a:p>
                  </a:txBody>
                  <a:tcPr>
                    <a:solidFill>
                      <a:schemeClr val="bg1">
                        <a:lumMod val="85000"/>
                      </a:schemeClr>
                    </a:solidFill>
                  </a:tcPr>
                </a:tc>
                <a:tc>
                  <a:txBody>
                    <a:bodyPr/>
                    <a:lstStyle/>
                    <a:p>
                      <a:pPr algn="l" latinLnBrk="1"/>
                      <a:r>
                        <a:rPr lang="en-US" altLang="ko-KR" sz="800" dirty="0"/>
                        <a:t>RF-05</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gridSpan="2">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hMerge="1">
                  <a:txBody>
                    <a:bodyPr/>
                    <a:lstStyle/>
                    <a:p>
                      <a:pPr algn="ctr" latinLnBrk="1"/>
                      <a:r>
                        <a:rPr lang="ko-KR" altLang="en-US" sz="800" b="1" dirty="0" err="1"/>
                        <a:t>그룹명</a:t>
                      </a:r>
                      <a:endParaRPr lang="ko-KR" altLang="en-US" sz="800" b="1" dirty="0"/>
                    </a:p>
                  </a:txBody>
                  <a:tcP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RF-05-02-10</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gridSpan="2">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hMerge="1">
                  <a:txBody>
                    <a:bodyPr/>
                    <a:lstStyle/>
                    <a:p>
                      <a:pPr latinLnBrk="1"/>
                      <a:endParaRPr lang="ko-KR" altLang="en-US"/>
                    </a:p>
                  </a:txBody>
                  <a:tcPr/>
                </a:tc>
                <a:tc>
                  <a:txBody>
                    <a:bodyPr/>
                    <a:lstStyle/>
                    <a:p>
                      <a:pPr marL="0" indent="0" algn="l" latinLnBrk="1">
                        <a:buFontTx/>
                        <a:buNone/>
                      </a:pPr>
                      <a:r>
                        <a:rPr lang="ko-KR" altLang="en-US" sz="800" dirty="0"/>
                        <a:t>디자인 패턴</a:t>
                      </a:r>
                    </a:p>
                  </a:txBody>
                  <a:tcPr anchor="ctr">
                    <a:solidFill>
                      <a:schemeClr val="bg1"/>
                    </a:solidFill>
                  </a:tcPr>
                </a:tc>
                <a:extLst>
                  <a:ext uri="{0D108BD9-81ED-4DB2-BD59-A6C34878D82A}">
                    <a16:rowId xmlns:a16="http://schemas.microsoft.com/office/drawing/2014/main" val="3417868392"/>
                  </a:ext>
                </a:extLst>
              </a:tr>
              <a:tr h="140746">
                <a:tc gridSpan="2">
                  <a:txBody>
                    <a:bodyPr/>
                    <a:lstStyle/>
                    <a:p>
                      <a:pPr algn="ctr" latinLnBrk="1"/>
                      <a:r>
                        <a:rPr lang="ko-KR" altLang="en-US" sz="800" b="1" dirty="0"/>
                        <a:t>화면 이름</a:t>
                      </a:r>
                    </a:p>
                  </a:txBody>
                  <a:tcPr anchor="ctr">
                    <a:solidFill>
                      <a:schemeClr val="bg1">
                        <a:lumMod val="85000"/>
                      </a:schemeClr>
                    </a:solidFill>
                  </a:tcPr>
                </a:tc>
                <a:tc hMerge="1">
                  <a:txBody>
                    <a:bodyPr/>
                    <a:lstStyle/>
                    <a:p>
                      <a:pPr latinLnBrk="1"/>
                      <a:endParaRPr lang="ko-KR" altLang="en-US"/>
                    </a:p>
                  </a:txBody>
                  <a:tcPr/>
                </a:tc>
                <a:tc>
                  <a:txBody>
                    <a:bodyPr/>
                    <a:lstStyle/>
                    <a:p>
                      <a:pPr algn="l" latinLnBrk="1"/>
                      <a:r>
                        <a:rPr lang="ko-KR" altLang="en-US" sz="800" dirty="0"/>
                        <a:t>레이어 페이지 </a:t>
                      </a:r>
                      <a:endParaRPr lang="en-US" altLang="ko-KR" sz="800" dirty="0"/>
                    </a:p>
                    <a:p>
                      <a:pPr algn="l" latinLnBrk="1"/>
                      <a:r>
                        <a:rPr lang="en-US" altLang="ko-KR" sz="800" dirty="0"/>
                        <a:t>- </a:t>
                      </a:r>
                      <a:r>
                        <a:rPr lang="ko-KR" altLang="en-US" sz="800" dirty="0"/>
                        <a:t>레이어 패턴 </a:t>
                      </a:r>
                      <a:r>
                        <a:rPr lang="en-US" altLang="ko-KR" sz="800" dirty="0"/>
                        <a:t>1</a:t>
                      </a:r>
                      <a:r>
                        <a:rPr lang="ko-KR" altLang="en-US" sz="800" dirty="0"/>
                        <a:t>형 </a:t>
                      </a:r>
                      <a:r>
                        <a:rPr lang="en-US" altLang="ko-KR" sz="800" dirty="0"/>
                        <a:t>( </a:t>
                      </a:r>
                      <a:r>
                        <a:rPr lang="ko-KR" altLang="en-US" sz="800" dirty="0"/>
                        <a:t>입력페이지 </a:t>
                      </a:r>
                      <a:r>
                        <a:rPr lang="en-US" altLang="ko-KR" sz="800" dirty="0"/>
                        <a:t>)</a:t>
                      </a:r>
                      <a:endParaRPr lang="ko-KR" altLang="en-US" sz="800" dirty="0"/>
                    </a:p>
                  </a:txBody>
                  <a:tcPr anchor="ctr">
                    <a:solidFill>
                      <a:schemeClr val="bg1"/>
                    </a:solidFill>
                  </a:tcPr>
                </a:tc>
                <a:extLst>
                  <a:ext uri="{0D108BD9-81ED-4DB2-BD59-A6C34878D82A}">
                    <a16:rowId xmlns:a16="http://schemas.microsoft.com/office/drawing/2014/main" val="882816553"/>
                  </a:ext>
                </a:extLst>
              </a:tr>
              <a:tr h="260112">
                <a:tc gridSpan="3">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algn="l" latinLnBrk="1"/>
                      <a:endParaRPr lang="ko-KR" altLang="en-US" sz="800" dirty="0"/>
                    </a:p>
                  </a:txBody>
                  <a:tcPr>
                    <a:solidFill>
                      <a:schemeClr val="bg1"/>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3">
                  <a:txBody>
                    <a:bodyPr/>
                    <a:lstStyle/>
                    <a:p>
                      <a:pPr algn="l" latinLnBrk="1"/>
                      <a:r>
                        <a:rPr lang="ko-KR" altLang="en-US" sz="800" dirty="0"/>
                        <a:t>웹페이지에서 사용될 레이어 </a:t>
                      </a:r>
                      <a:r>
                        <a:rPr lang="en-US" altLang="ko-KR" sz="800" dirty="0"/>
                        <a:t>1</a:t>
                      </a:r>
                      <a:r>
                        <a:rPr lang="ko-KR" altLang="en-US" sz="800" dirty="0"/>
                        <a:t>형태의 패턴입니다</a:t>
                      </a:r>
                      <a:r>
                        <a:rPr lang="en-US" altLang="ko-KR" sz="800" dirty="0"/>
                        <a:t>. </a:t>
                      </a:r>
                      <a:r>
                        <a:rPr lang="ko-KR" altLang="en-US" sz="800" dirty="0"/>
                        <a:t>주로 많은 양의 입력내용이 있을 때 사용할 패턴입니다</a:t>
                      </a:r>
                      <a:r>
                        <a:rPr lang="en-US" altLang="ko-KR" sz="800" dirty="0"/>
                        <a:t>. </a:t>
                      </a:r>
                      <a:r>
                        <a:rPr lang="ko-KR" altLang="en-US" sz="800" dirty="0"/>
                        <a:t>전체화면을 검은 막으로 막고 레이어 창을 띄우는 형태입니다</a:t>
                      </a:r>
                      <a:r>
                        <a:rPr lang="en-US" altLang="ko-KR" sz="800" dirty="0"/>
                        <a:t>.</a:t>
                      </a:r>
                      <a:br>
                        <a:rPr lang="en-US" altLang="ko-KR" sz="800" dirty="0"/>
                      </a:br>
                      <a:br>
                        <a:rPr lang="en-US" altLang="ko-KR" sz="800" dirty="0"/>
                      </a:br>
                      <a:r>
                        <a:rPr lang="ko-KR" altLang="en-US" sz="800" dirty="0"/>
                        <a:t>버튼을 클릭했을 때 레이어 </a:t>
                      </a:r>
                      <a:r>
                        <a:rPr lang="en-US" altLang="ko-KR" sz="800" dirty="0"/>
                        <a:t>1</a:t>
                      </a:r>
                      <a:r>
                        <a:rPr lang="ko-KR" altLang="en-US" sz="800" dirty="0"/>
                        <a:t>형태가 뜰 수 있도록 코딩해 주세요</a:t>
                      </a:r>
                      <a:r>
                        <a:rPr lang="en-US" altLang="ko-KR" sz="800" dirty="0"/>
                        <a:t>.</a:t>
                      </a:r>
                      <a:r>
                        <a:rPr lang="ko-KR" altLang="en-US" sz="800" dirty="0"/>
                        <a:t> </a:t>
                      </a:r>
                      <a:endParaRPr lang="en-US" altLang="ko-KR" sz="800" dirty="0"/>
                    </a:p>
                    <a:p>
                      <a:pPr algn="l" latinLnBrk="1"/>
                      <a:endParaRPr lang="en-US" altLang="ko-KR" sz="800" dirty="0"/>
                    </a:p>
                    <a:p>
                      <a:pPr algn="l" latinLnBrk="1"/>
                      <a:r>
                        <a:rPr lang="ko-KR" altLang="en-US" sz="800" dirty="0"/>
                        <a:t>레이어가 표시되고 레이어 안의 컨텐츠를 표시해 주시면 나중에 프로그램 진행하면서 컨텐츠 안의 내용은 </a:t>
                      </a:r>
                      <a:r>
                        <a:rPr lang="en-US" altLang="ko-KR" sz="800" dirty="0"/>
                        <a:t>Ajax</a:t>
                      </a:r>
                      <a:r>
                        <a:rPr lang="ko-KR" altLang="en-US" sz="800" dirty="0"/>
                        <a:t>를 통해 표시 할 것입니다</a:t>
                      </a:r>
                      <a:r>
                        <a:rPr lang="en-US" altLang="ko-KR" sz="800" dirty="0"/>
                        <a:t>.</a:t>
                      </a:r>
                    </a:p>
                  </a:txBody>
                  <a:tcPr anchor="ctr">
                    <a:solidFill>
                      <a:schemeClr val="bg1"/>
                    </a:solidFill>
                  </a:tcPr>
                </a:tc>
                <a:tc hMerge="1">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453403643"/>
                  </a:ext>
                </a:extLst>
              </a:tr>
              <a:tr h="140746">
                <a:tc>
                  <a:txBody>
                    <a:bodyPr/>
                    <a:lstStyle/>
                    <a:p>
                      <a:pPr algn="ctr" latinLnBrk="1"/>
                      <a:r>
                        <a:rPr lang="en-US" altLang="ko-KR" sz="800" dirty="0"/>
                        <a:t>1</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레이어창의</a:t>
                      </a:r>
                      <a:r>
                        <a:rPr lang="ko-KR" altLang="en-US" sz="800" b="0" dirty="0">
                          <a:solidFill>
                            <a:schemeClr val="tx1"/>
                          </a:solidFill>
                        </a:rPr>
                        <a:t> 네비게이션 패턴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106436016"/>
                  </a:ext>
                </a:extLst>
              </a:tr>
              <a:tr h="140746">
                <a:tc>
                  <a:txBody>
                    <a:bodyPr/>
                    <a:lstStyle/>
                    <a:p>
                      <a:pPr algn="ctr" latinLnBrk="1"/>
                      <a:r>
                        <a:rPr lang="en-US" altLang="ko-KR" sz="800" dirty="0"/>
                        <a:t>2</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레이어창의</a:t>
                      </a:r>
                      <a:r>
                        <a:rPr lang="ko-KR" altLang="en-US" sz="800" b="0" dirty="0">
                          <a:solidFill>
                            <a:schemeClr val="tx1"/>
                          </a:solidFill>
                        </a:rPr>
                        <a:t> 대 제목 패턴 </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313874503"/>
                  </a:ext>
                </a:extLst>
              </a:tr>
              <a:tr h="140746">
                <a:tc>
                  <a:txBody>
                    <a:bodyPr/>
                    <a:lstStyle/>
                    <a:p>
                      <a:pPr algn="ctr" latinLnBrk="1"/>
                      <a:r>
                        <a:rPr lang="en-US" altLang="ko-KR" sz="800" dirty="0"/>
                        <a:t>3</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레이어창의</a:t>
                      </a:r>
                      <a:r>
                        <a:rPr lang="ko-KR" altLang="en-US" sz="800" b="0" dirty="0">
                          <a:solidFill>
                            <a:schemeClr val="tx1"/>
                          </a:solidFill>
                        </a:rPr>
                        <a:t> 중 제목 패턴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546345564"/>
                  </a:ext>
                </a:extLst>
              </a:tr>
              <a:tr h="140746">
                <a:tc>
                  <a:txBody>
                    <a:bodyPr/>
                    <a:lstStyle/>
                    <a:p>
                      <a:pPr algn="ctr" latinLnBrk="1"/>
                      <a:r>
                        <a:rPr lang="en-US" altLang="ko-KR" sz="800" dirty="0"/>
                        <a:t>4</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레이어창의</a:t>
                      </a:r>
                      <a:r>
                        <a:rPr lang="ko-KR" altLang="en-US" sz="800" b="0" dirty="0">
                          <a:solidFill>
                            <a:schemeClr val="tx1"/>
                          </a:solidFill>
                        </a:rPr>
                        <a:t> 입력 영역과 영역사이 이미지나 가이드 내용의 표시 패턴 </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338346840"/>
                  </a:ext>
                </a:extLst>
              </a:tr>
              <a:tr h="140746">
                <a:tc>
                  <a:txBody>
                    <a:bodyPr/>
                    <a:lstStyle/>
                    <a:p>
                      <a:pPr algn="ctr" latinLnBrk="1"/>
                      <a:r>
                        <a:rPr lang="en-US" altLang="ko-KR" sz="800" dirty="0"/>
                        <a:t>5</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레이어창의</a:t>
                      </a:r>
                      <a:r>
                        <a:rPr lang="ko-KR" altLang="en-US" sz="800" b="0" dirty="0">
                          <a:solidFill>
                            <a:schemeClr val="tx1"/>
                          </a:solidFill>
                        </a:rPr>
                        <a:t> 기본 폼 패턴과 </a:t>
                      </a:r>
                      <a:r>
                        <a:rPr lang="ko-KR" altLang="en-US" sz="800" b="0" dirty="0" err="1">
                          <a:solidFill>
                            <a:schemeClr val="tx1"/>
                          </a:solidFill>
                        </a:rPr>
                        <a:t>입력폼</a:t>
                      </a:r>
                      <a:r>
                        <a:rPr lang="ko-KR" altLang="en-US" sz="800" b="0" dirty="0">
                          <a:solidFill>
                            <a:schemeClr val="tx1"/>
                          </a:solidFill>
                        </a:rPr>
                        <a:t> 패턴 </a:t>
                      </a:r>
                      <a:r>
                        <a:rPr lang="en-US" altLang="ko-KR" sz="800" b="0" dirty="0">
                          <a:solidFill>
                            <a:schemeClr val="tx1"/>
                          </a:solidFill>
                        </a:rPr>
                        <a:t>#1</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2969317762"/>
                  </a:ext>
                </a:extLst>
              </a:tr>
              <a:tr h="140746">
                <a:tc>
                  <a:txBody>
                    <a:bodyPr/>
                    <a:lstStyle/>
                    <a:p>
                      <a:pPr algn="ctr" latinLnBrk="1"/>
                      <a:r>
                        <a:rPr lang="en-US" altLang="ko-KR" sz="800" dirty="0"/>
                        <a:t>6</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레이어창의</a:t>
                      </a:r>
                      <a:r>
                        <a:rPr lang="ko-KR" altLang="en-US" sz="800" b="0" dirty="0">
                          <a:solidFill>
                            <a:schemeClr val="tx1"/>
                          </a:solidFill>
                        </a:rPr>
                        <a:t> 기본 폼 패턴과 </a:t>
                      </a:r>
                      <a:r>
                        <a:rPr lang="ko-KR" altLang="en-US" sz="800" b="0" dirty="0" err="1">
                          <a:solidFill>
                            <a:schemeClr val="tx1"/>
                          </a:solidFill>
                        </a:rPr>
                        <a:t>입력폼</a:t>
                      </a:r>
                      <a:r>
                        <a:rPr lang="ko-KR" altLang="en-US" sz="800" b="0" dirty="0">
                          <a:solidFill>
                            <a:schemeClr val="tx1"/>
                          </a:solidFill>
                        </a:rPr>
                        <a:t> 패턴 </a:t>
                      </a:r>
                      <a:r>
                        <a:rPr lang="en-US" altLang="ko-KR" sz="800" b="0" dirty="0">
                          <a:solidFill>
                            <a:schemeClr val="tx1"/>
                          </a:solidFill>
                        </a:rPr>
                        <a:t>#2</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659645227"/>
                  </a:ext>
                </a:extLst>
              </a:tr>
              <a:tr h="140746">
                <a:tc>
                  <a:txBody>
                    <a:bodyPr/>
                    <a:lstStyle/>
                    <a:p>
                      <a:pPr algn="ctr" latinLnBrk="1"/>
                      <a:r>
                        <a:rPr lang="en-US" altLang="ko-KR" sz="800" dirty="0"/>
                        <a:t>7</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레이어창의</a:t>
                      </a:r>
                      <a:r>
                        <a:rPr lang="ko-KR" altLang="en-US" sz="800" b="0" dirty="0">
                          <a:solidFill>
                            <a:schemeClr val="tx1"/>
                          </a:solidFill>
                        </a:rPr>
                        <a:t> 버튼 패턴</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1080341934"/>
                  </a:ext>
                </a:extLst>
              </a:tr>
              <a:tr h="140746">
                <a:tc>
                  <a:txBody>
                    <a:bodyPr/>
                    <a:lstStyle/>
                    <a:p>
                      <a:pPr algn="ctr" latinLnBrk="1"/>
                      <a:r>
                        <a:rPr lang="en-US" altLang="ko-KR" sz="800" dirty="0"/>
                        <a:t>8</a:t>
                      </a:r>
                      <a:endParaRPr lang="ko-KR" altLang="en-US" sz="800" dirty="0"/>
                    </a:p>
                  </a:txBody>
                  <a:tcPr anchor="ctr">
                    <a:solidFill>
                      <a:schemeClr val="bg1">
                        <a:lumMod val="8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a:solidFill>
                            <a:schemeClr val="tx1"/>
                          </a:solidFill>
                        </a:rPr>
                        <a:t>레이어창의</a:t>
                      </a:r>
                      <a:r>
                        <a:rPr lang="ko-KR" altLang="en-US" sz="800" b="0" dirty="0">
                          <a:solidFill>
                            <a:schemeClr val="tx1"/>
                          </a:solidFill>
                        </a:rPr>
                        <a:t> 닫기 버튼</a:t>
                      </a:r>
                      <a:endParaRPr lang="en-US" altLang="ko-KR" sz="800" b="0" dirty="0">
                        <a:solidFill>
                          <a:schemeClr val="tx1"/>
                        </a:solidFill>
                      </a:endParaRP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3727392929"/>
                  </a:ext>
                </a:extLst>
              </a:tr>
            </a:tbl>
          </a:graphicData>
        </a:graphic>
      </p:graphicFrame>
      <p:sp>
        <p:nvSpPr>
          <p:cNvPr id="44" name="TextBox 43">
            <a:extLst>
              <a:ext uri="{FF2B5EF4-FFF2-40B4-BE49-F238E27FC236}">
                <a16:creationId xmlns:a16="http://schemas.microsoft.com/office/drawing/2014/main" id="{B1F6B53F-8F49-46BC-A8D4-7E40B1F09F9F}"/>
              </a:ext>
            </a:extLst>
          </p:cNvPr>
          <p:cNvSpPr txBox="1"/>
          <p:nvPr/>
        </p:nvSpPr>
        <p:spPr>
          <a:xfrm>
            <a:off x="744758" y="346173"/>
            <a:ext cx="251992" cy="230832"/>
          </a:xfrm>
          <a:prstGeom prst="rect">
            <a:avLst/>
          </a:prstGeom>
          <a:solidFill>
            <a:srgbClr val="FF0000"/>
          </a:solidFill>
        </p:spPr>
        <p:txBody>
          <a:bodyPr wrap="none" rtlCol="0">
            <a:spAutoFit/>
          </a:bodyPr>
          <a:lstStyle/>
          <a:p>
            <a:r>
              <a:rPr lang="en-US" altLang="ko-KR" sz="900" b="1" dirty="0">
                <a:solidFill>
                  <a:schemeClr val="bg1"/>
                </a:solidFill>
              </a:rPr>
              <a:t>1</a:t>
            </a:r>
            <a:endParaRPr lang="ko-KR" altLang="en-US" sz="900" b="1" dirty="0">
              <a:solidFill>
                <a:schemeClr val="bg1"/>
              </a:solidFill>
            </a:endParaRPr>
          </a:p>
        </p:txBody>
      </p:sp>
      <p:sp>
        <p:nvSpPr>
          <p:cNvPr id="45" name="TextBox 44">
            <a:extLst>
              <a:ext uri="{FF2B5EF4-FFF2-40B4-BE49-F238E27FC236}">
                <a16:creationId xmlns:a16="http://schemas.microsoft.com/office/drawing/2014/main" id="{03A80BA1-ADAD-4CB3-A16D-ED27F6E2C622}"/>
              </a:ext>
            </a:extLst>
          </p:cNvPr>
          <p:cNvSpPr txBox="1"/>
          <p:nvPr/>
        </p:nvSpPr>
        <p:spPr>
          <a:xfrm>
            <a:off x="738098" y="664449"/>
            <a:ext cx="251992" cy="230832"/>
          </a:xfrm>
          <a:prstGeom prst="rect">
            <a:avLst/>
          </a:prstGeom>
          <a:solidFill>
            <a:srgbClr val="FF0000"/>
          </a:solidFill>
        </p:spPr>
        <p:txBody>
          <a:bodyPr wrap="none" rtlCol="0">
            <a:spAutoFit/>
          </a:bodyPr>
          <a:lstStyle/>
          <a:p>
            <a:r>
              <a:rPr lang="en-US" altLang="ko-KR" sz="900" b="1" dirty="0">
                <a:solidFill>
                  <a:schemeClr val="bg1"/>
                </a:solidFill>
              </a:rPr>
              <a:t>2</a:t>
            </a:r>
            <a:endParaRPr lang="ko-KR" altLang="en-US" sz="900" b="1" dirty="0">
              <a:solidFill>
                <a:schemeClr val="bg1"/>
              </a:solidFill>
            </a:endParaRPr>
          </a:p>
        </p:txBody>
      </p:sp>
      <p:sp>
        <p:nvSpPr>
          <p:cNvPr id="46" name="TextBox 45">
            <a:extLst>
              <a:ext uri="{FF2B5EF4-FFF2-40B4-BE49-F238E27FC236}">
                <a16:creationId xmlns:a16="http://schemas.microsoft.com/office/drawing/2014/main" id="{E915CC13-A7FF-4999-9E32-CA3B8A2AA99C}"/>
              </a:ext>
            </a:extLst>
          </p:cNvPr>
          <p:cNvSpPr txBox="1"/>
          <p:nvPr/>
        </p:nvSpPr>
        <p:spPr>
          <a:xfrm>
            <a:off x="738098" y="938098"/>
            <a:ext cx="251992" cy="230832"/>
          </a:xfrm>
          <a:prstGeom prst="rect">
            <a:avLst/>
          </a:prstGeom>
          <a:solidFill>
            <a:srgbClr val="FF0000"/>
          </a:solidFill>
        </p:spPr>
        <p:txBody>
          <a:bodyPr wrap="none" rtlCol="0">
            <a:spAutoFit/>
          </a:bodyPr>
          <a:lstStyle/>
          <a:p>
            <a:r>
              <a:rPr lang="en-US" altLang="ko-KR" sz="900" b="1" dirty="0">
                <a:solidFill>
                  <a:schemeClr val="bg1"/>
                </a:solidFill>
              </a:rPr>
              <a:t>3</a:t>
            </a:r>
            <a:endParaRPr lang="ko-KR" altLang="en-US" sz="900" b="1" dirty="0">
              <a:solidFill>
                <a:schemeClr val="bg1"/>
              </a:solidFill>
            </a:endParaRPr>
          </a:p>
        </p:txBody>
      </p:sp>
      <p:sp>
        <p:nvSpPr>
          <p:cNvPr id="47" name="TextBox 46">
            <a:extLst>
              <a:ext uri="{FF2B5EF4-FFF2-40B4-BE49-F238E27FC236}">
                <a16:creationId xmlns:a16="http://schemas.microsoft.com/office/drawing/2014/main" id="{B9DEDA8C-C87D-4C4A-8F29-7E4582494E11}"/>
              </a:ext>
            </a:extLst>
          </p:cNvPr>
          <p:cNvSpPr txBox="1"/>
          <p:nvPr/>
        </p:nvSpPr>
        <p:spPr>
          <a:xfrm>
            <a:off x="744758" y="1628891"/>
            <a:ext cx="251992" cy="230832"/>
          </a:xfrm>
          <a:prstGeom prst="rect">
            <a:avLst/>
          </a:prstGeom>
          <a:solidFill>
            <a:srgbClr val="FF0000"/>
          </a:solidFill>
        </p:spPr>
        <p:txBody>
          <a:bodyPr wrap="none" rtlCol="0">
            <a:spAutoFit/>
          </a:bodyPr>
          <a:lstStyle/>
          <a:p>
            <a:r>
              <a:rPr lang="en-US" altLang="ko-KR" sz="900" b="1" dirty="0">
                <a:solidFill>
                  <a:schemeClr val="bg1"/>
                </a:solidFill>
              </a:rPr>
              <a:t>4</a:t>
            </a:r>
            <a:endParaRPr lang="ko-KR" altLang="en-US" sz="900" b="1" dirty="0">
              <a:solidFill>
                <a:schemeClr val="bg1"/>
              </a:solidFill>
            </a:endParaRPr>
          </a:p>
        </p:txBody>
      </p:sp>
      <p:sp>
        <p:nvSpPr>
          <p:cNvPr id="48" name="TextBox 47">
            <a:extLst>
              <a:ext uri="{FF2B5EF4-FFF2-40B4-BE49-F238E27FC236}">
                <a16:creationId xmlns:a16="http://schemas.microsoft.com/office/drawing/2014/main" id="{6A04386B-6A15-4239-AEDA-3996EAB6F332}"/>
              </a:ext>
            </a:extLst>
          </p:cNvPr>
          <p:cNvSpPr txBox="1"/>
          <p:nvPr/>
        </p:nvSpPr>
        <p:spPr>
          <a:xfrm>
            <a:off x="744758" y="2878764"/>
            <a:ext cx="251992" cy="230832"/>
          </a:xfrm>
          <a:prstGeom prst="rect">
            <a:avLst/>
          </a:prstGeom>
          <a:solidFill>
            <a:srgbClr val="FF0000"/>
          </a:solidFill>
        </p:spPr>
        <p:txBody>
          <a:bodyPr wrap="none" rtlCol="0">
            <a:spAutoFit/>
          </a:bodyPr>
          <a:lstStyle/>
          <a:p>
            <a:r>
              <a:rPr lang="en-US" altLang="ko-KR" sz="900" b="1" dirty="0">
                <a:solidFill>
                  <a:schemeClr val="bg1"/>
                </a:solidFill>
              </a:rPr>
              <a:t>5</a:t>
            </a:r>
            <a:endParaRPr lang="ko-KR" altLang="en-US" sz="900" b="1" dirty="0">
              <a:solidFill>
                <a:schemeClr val="bg1"/>
              </a:solidFill>
            </a:endParaRPr>
          </a:p>
        </p:txBody>
      </p:sp>
      <p:sp>
        <p:nvSpPr>
          <p:cNvPr id="49" name="TextBox 48">
            <a:extLst>
              <a:ext uri="{FF2B5EF4-FFF2-40B4-BE49-F238E27FC236}">
                <a16:creationId xmlns:a16="http://schemas.microsoft.com/office/drawing/2014/main" id="{63CC7AB7-E5FC-4FA7-B0F4-C079538262E4}"/>
              </a:ext>
            </a:extLst>
          </p:cNvPr>
          <p:cNvSpPr txBox="1"/>
          <p:nvPr/>
        </p:nvSpPr>
        <p:spPr>
          <a:xfrm>
            <a:off x="738441" y="4845040"/>
            <a:ext cx="251992" cy="230832"/>
          </a:xfrm>
          <a:prstGeom prst="rect">
            <a:avLst/>
          </a:prstGeom>
          <a:solidFill>
            <a:srgbClr val="FF0000"/>
          </a:solidFill>
        </p:spPr>
        <p:txBody>
          <a:bodyPr wrap="none" rtlCol="0">
            <a:spAutoFit/>
          </a:bodyPr>
          <a:lstStyle/>
          <a:p>
            <a:r>
              <a:rPr lang="en-US" altLang="ko-KR" sz="900" b="1" dirty="0">
                <a:solidFill>
                  <a:schemeClr val="bg1"/>
                </a:solidFill>
              </a:rPr>
              <a:t>6</a:t>
            </a:r>
            <a:endParaRPr lang="ko-KR" altLang="en-US" sz="900" b="1" dirty="0">
              <a:solidFill>
                <a:schemeClr val="bg1"/>
              </a:solidFill>
            </a:endParaRPr>
          </a:p>
        </p:txBody>
      </p:sp>
      <p:sp>
        <p:nvSpPr>
          <p:cNvPr id="50" name="TextBox 49">
            <a:extLst>
              <a:ext uri="{FF2B5EF4-FFF2-40B4-BE49-F238E27FC236}">
                <a16:creationId xmlns:a16="http://schemas.microsoft.com/office/drawing/2014/main" id="{5E7F1ACC-86A1-44E0-8175-FA75E6584D9F}"/>
              </a:ext>
            </a:extLst>
          </p:cNvPr>
          <p:cNvSpPr txBox="1"/>
          <p:nvPr/>
        </p:nvSpPr>
        <p:spPr>
          <a:xfrm>
            <a:off x="3358520" y="5826286"/>
            <a:ext cx="251992" cy="230832"/>
          </a:xfrm>
          <a:prstGeom prst="rect">
            <a:avLst/>
          </a:prstGeom>
          <a:solidFill>
            <a:srgbClr val="FF0000"/>
          </a:solidFill>
        </p:spPr>
        <p:txBody>
          <a:bodyPr wrap="none" rtlCol="0">
            <a:spAutoFit/>
          </a:bodyPr>
          <a:lstStyle/>
          <a:p>
            <a:r>
              <a:rPr lang="en-US" altLang="ko-KR" sz="900" b="1" dirty="0">
                <a:solidFill>
                  <a:schemeClr val="bg1"/>
                </a:solidFill>
              </a:rPr>
              <a:t>7</a:t>
            </a:r>
            <a:endParaRPr lang="ko-KR" altLang="en-US" sz="900" b="1" dirty="0">
              <a:solidFill>
                <a:schemeClr val="bg1"/>
              </a:solidFill>
            </a:endParaRPr>
          </a:p>
        </p:txBody>
      </p:sp>
      <p:sp>
        <p:nvSpPr>
          <p:cNvPr id="51" name="TextBox 50">
            <a:extLst>
              <a:ext uri="{FF2B5EF4-FFF2-40B4-BE49-F238E27FC236}">
                <a16:creationId xmlns:a16="http://schemas.microsoft.com/office/drawing/2014/main" id="{3F171461-037E-4F50-90A5-35505E2D2FE8}"/>
              </a:ext>
            </a:extLst>
          </p:cNvPr>
          <p:cNvSpPr txBox="1"/>
          <p:nvPr/>
        </p:nvSpPr>
        <p:spPr>
          <a:xfrm>
            <a:off x="8584077" y="466614"/>
            <a:ext cx="251992" cy="230832"/>
          </a:xfrm>
          <a:prstGeom prst="rect">
            <a:avLst/>
          </a:prstGeom>
          <a:solidFill>
            <a:srgbClr val="FF0000"/>
          </a:solidFill>
        </p:spPr>
        <p:txBody>
          <a:bodyPr wrap="none" rtlCol="0">
            <a:spAutoFit/>
          </a:bodyPr>
          <a:lstStyle/>
          <a:p>
            <a:r>
              <a:rPr lang="en-US" altLang="ko-KR" sz="900" b="1" dirty="0">
                <a:solidFill>
                  <a:schemeClr val="bg1"/>
                </a:solidFill>
              </a:rPr>
              <a:t>8</a:t>
            </a:r>
            <a:endParaRPr lang="ko-KR" altLang="en-US" sz="900" b="1" dirty="0">
              <a:solidFill>
                <a:schemeClr val="bg1"/>
              </a:solidFill>
            </a:endParaRPr>
          </a:p>
        </p:txBody>
      </p:sp>
    </p:spTree>
    <p:extLst>
      <p:ext uri="{BB962C8B-B14F-4D97-AF65-F5344CB8AC3E}">
        <p14:creationId xmlns:p14="http://schemas.microsoft.com/office/powerpoint/2010/main" val="1578415049"/>
      </p:ext>
    </p:extLst>
  </p:cSld>
  <p:clrMapOvr>
    <a:masterClrMapping/>
  </p:clrMapOvr>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1C150967-575D-4997-A90E-E4FEC8F611B9}"/>
              </a:ext>
            </a:extLst>
          </p:cNvPr>
          <p:cNvSpPr/>
          <p:nvPr/>
        </p:nvSpPr>
        <p:spPr>
          <a:xfrm>
            <a:off x="48445" y="48445"/>
            <a:ext cx="10052344" cy="6570358"/>
          </a:xfrm>
          <a:prstGeom prst="rect">
            <a:avLst/>
          </a:prstGeom>
          <a:solidFill>
            <a:srgbClr val="000000">
              <a:alpha val="6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pic>
        <p:nvPicPr>
          <p:cNvPr id="3" name="그래픽 2" descr="오른쪽으로 굽은 줄 화살표 단색으로 채워진">
            <a:extLst>
              <a:ext uri="{FF2B5EF4-FFF2-40B4-BE49-F238E27FC236}">
                <a16:creationId xmlns:a16="http://schemas.microsoft.com/office/drawing/2014/main" id="{60E8363A-1337-4426-8825-804079BBA1D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464050" y="2311400"/>
            <a:ext cx="1384300" cy="1384300"/>
          </a:xfrm>
          <a:prstGeom prst="rect">
            <a:avLst/>
          </a:prstGeom>
        </p:spPr>
      </p:pic>
      <p:sp>
        <p:nvSpPr>
          <p:cNvPr id="4" name="TextBox 3">
            <a:extLst>
              <a:ext uri="{FF2B5EF4-FFF2-40B4-BE49-F238E27FC236}">
                <a16:creationId xmlns:a16="http://schemas.microsoft.com/office/drawing/2014/main" id="{BDE2FA4D-B4BE-4208-9DBF-E7D591753027}"/>
              </a:ext>
            </a:extLst>
          </p:cNvPr>
          <p:cNvSpPr txBox="1"/>
          <p:nvPr/>
        </p:nvSpPr>
        <p:spPr>
          <a:xfrm>
            <a:off x="4152900" y="3746500"/>
            <a:ext cx="2122697" cy="276999"/>
          </a:xfrm>
          <a:prstGeom prst="rect">
            <a:avLst/>
          </a:prstGeom>
          <a:noFill/>
        </p:spPr>
        <p:txBody>
          <a:bodyPr wrap="none" rtlCol="0">
            <a:spAutoFit/>
          </a:bodyPr>
          <a:lstStyle/>
          <a:p>
            <a:r>
              <a:rPr lang="ko-KR" altLang="en-US" sz="1200" b="1" dirty="0">
                <a:solidFill>
                  <a:schemeClr val="bg1"/>
                </a:solidFill>
              </a:rPr>
              <a:t>정보를 수신하고 있습니다</a:t>
            </a:r>
            <a:r>
              <a:rPr lang="en-US" altLang="ko-KR" sz="1200" b="1" dirty="0">
                <a:solidFill>
                  <a:schemeClr val="bg1"/>
                </a:solidFill>
              </a:rPr>
              <a:t>…</a:t>
            </a:r>
            <a:endParaRPr lang="ko-KR" altLang="en-US" sz="1200" b="1" dirty="0">
              <a:solidFill>
                <a:schemeClr val="bg1"/>
              </a:solidFill>
            </a:endParaRPr>
          </a:p>
        </p:txBody>
      </p:sp>
      <p:graphicFrame>
        <p:nvGraphicFramePr>
          <p:cNvPr id="5" name="표 4">
            <a:extLst>
              <a:ext uri="{FF2B5EF4-FFF2-40B4-BE49-F238E27FC236}">
                <a16:creationId xmlns:a16="http://schemas.microsoft.com/office/drawing/2014/main" id="{AE63C0E1-6EC2-4723-9C79-9BEAD1141E4E}"/>
              </a:ext>
            </a:extLst>
          </p:cNvPr>
          <p:cNvGraphicFramePr>
            <a:graphicFrameLocks noGrp="1"/>
          </p:cNvGraphicFramePr>
          <p:nvPr>
            <p:extLst>
              <p:ext uri="{D42A27DB-BD31-4B8C-83A1-F6EECF244321}">
                <p14:modId xmlns:p14="http://schemas.microsoft.com/office/powerpoint/2010/main" val="646779169"/>
              </p:ext>
            </p:extLst>
          </p:nvPr>
        </p:nvGraphicFramePr>
        <p:xfrm>
          <a:off x="10171774" y="22159"/>
          <a:ext cx="1979018" cy="3033792"/>
        </p:xfrm>
        <a:graphic>
          <a:graphicData uri="http://schemas.openxmlformats.org/drawingml/2006/table">
            <a:tbl>
              <a:tblPr firstRow="1" bandRow="1">
                <a:tableStyleId>{5940675A-B579-460E-94D1-54222C63F5DA}</a:tableStyleId>
              </a:tblPr>
              <a:tblGrid>
                <a:gridCol w="825089">
                  <a:extLst>
                    <a:ext uri="{9D8B030D-6E8A-4147-A177-3AD203B41FA5}">
                      <a16:colId xmlns:a16="http://schemas.microsoft.com/office/drawing/2014/main" val="2768186151"/>
                    </a:ext>
                  </a:extLst>
                </a:gridCol>
                <a:gridCol w="1153929">
                  <a:extLst>
                    <a:ext uri="{9D8B030D-6E8A-4147-A177-3AD203B41FA5}">
                      <a16:colId xmlns:a16="http://schemas.microsoft.com/office/drawing/2014/main" val="74239506"/>
                    </a:ext>
                  </a:extLst>
                </a:gridCol>
              </a:tblGrid>
              <a:tr h="140746">
                <a:tc>
                  <a:txBody>
                    <a:bodyPr/>
                    <a:lstStyle/>
                    <a:p>
                      <a:pPr algn="ctr" latinLnBrk="1"/>
                      <a:r>
                        <a:rPr lang="ko-KR" altLang="en-US" sz="800" b="1" dirty="0"/>
                        <a:t>구분 </a:t>
                      </a:r>
                      <a:r>
                        <a:rPr lang="en-US" altLang="ko-KR" sz="800" b="1" dirty="0"/>
                        <a:t>ID</a:t>
                      </a:r>
                      <a:endParaRPr lang="ko-KR" altLang="en-US" sz="800" b="1" dirty="0"/>
                    </a:p>
                  </a:txBody>
                  <a:tcPr anchor="ctr">
                    <a:solidFill>
                      <a:schemeClr val="bg1">
                        <a:lumMod val="85000"/>
                      </a:schemeClr>
                    </a:solidFill>
                  </a:tcPr>
                </a:tc>
                <a:tc>
                  <a:txBody>
                    <a:bodyPr/>
                    <a:lstStyle/>
                    <a:p>
                      <a:pPr algn="l" latinLnBrk="1"/>
                      <a:r>
                        <a:rPr lang="en-US" altLang="ko-KR" sz="800" dirty="0"/>
                        <a:t>RF-05</a:t>
                      </a:r>
                      <a:endParaRPr lang="ko-KR" altLang="en-US" sz="800" dirty="0"/>
                    </a:p>
                  </a:txBody>
                  <a:tcPr anchor="ctr">
                    <a:solidFill>
                      <a:schemeClr val="bg1"/>
                    </a:solidFill>
                  </a:tcPr>
                </a:tc>
                <a:extLst>
                  <a:ext uri="{0D108BD9-81ED-4DB2-BD59-A6C34878D82A}">
                    <a16:rowId xmlns:a16="http://schemas.microsoft.com/office/drawing/2014/main" val="4131099599"/>
                  </a:ext>
                </a:extLst>
              </a:tr>
              <a:tr h="140746">
                <a:tc>
                  <a:txBody>
                    <a:bodyPr/>
                    <a:lstStyle/>
                    <a:p>
                      <a:pPr algn="ctr" latinLnBrk="1"/>
                      <a:r>
                        <a:rPr lang="ko-KR" altLang="en-US" sz="800" b="1" dirty="0"/>
                        <a:t>화면 </a:t>
                      </a:r>
                      <a:r>
                        <a:rPr lang="en-US" altLang="ko-KR" sz="800" b="1" dirty="0"/>
                        <a:t>ID</a:t>
                      </a:r>
                      <a:endParaRPr lang="ko-KR" altLang="en-US" sz="800" b="1" dirty="0"/>
                    </a:p>
                  </a:txBody>
                  <a:tcPr anchor="ctr">
                    <a:solidFill>
                      <a:schemeClr val="bg1">
                        <a:lumMod val="8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RF-05-02-11</a:t>
                      </a:r>
                      <a:endParaRPr lang="ko-KR" altLang="en-US" sz="800" dirty="0"/>
                    </a:p>
                  </a:txBody>
                  <a:tcPr anchor="ctr">
                    <a:solidFill>
                      <a:schemeClr val="bg1"/>
                    </a:solidFill>
                  </a:tcPr>
                </a:tc>
                <a:extLst>
                  <a:ext uri="{0D108BD9-81ED-4DB2-BD59-A6C34878D82A}">
                    <a16:rowId xmlns:a16="http://schemas.microsoft.com/office/drawing/2014/main" val="1677387848"/>
                  </a:ext>
                </a:extLst>
              </a:tr>
              <a:tr h="140746">
                <a:tc>
                  <a:txBody>
                    <a:bodyPr/>
                    <a:lstStyle/>
                    <a:p>
                      <a:pPr algn="ctr" latinLnBrk="1"/>
                      <a:r>
                        <a:rPr lang="ko-KR" altLang="en-US" sz="800" b="1" dirty="0" err="1"/>
                        <a:t>그룹명</a:t>
                      </a:r>
                      <a:endParaRPr lang="ko-KR" altLang="en-US" sz="800" b="1" dirty="0"/>
                    </a:p>
                  </a:txBody>
                  <a:tcPr anchor="ctr">
                    <a:solidFill>
                      <a:schemeClr val="bg1">
                        <a:lumMod val="85000"/>
                      </a:schemeClr>
                    </a:solidFill>
                  </a:tcPr>
                </a:tc>
                <a:tc>
                  <a:txBody>
                    <a:bodyPr/>
                    <a:lstStyle/>
                    <a:p>
                      <a:pPr marL="0" indent="0" algn="l" latinLnBrk="1">
                        <a:buFontTx/>
                        <a:buNone/>
                      </a:pPr>
                      <a:r>
                        <a:rPr lang="ko-KR" altLang="en-US" sz="800" dirty="0"/>
                        <a:t>디자인 패턴</a:t>
                      </a:r>
                    </a:p>
                  </a:txBody>
                  <a:tcPr anchor="ctr">
                    <a:solidFill>
                      <a:schemeClr val="bg1"/>
                    </a:solidFill>
                  </a:tcPr>
                </a:tc>
                <a:extLst>
                  <a:ext uri="{0D108BD9-81ED-4DB2-BD59-A6C34878D82A}">
                    <a16:rowId xmlns:a16="http://schemas.microsoft.com/office/drawing/2014/main" val="3417868392"/>
                  </a:ext>
                </a:extLst>
              </a:tr>
              <a:tr h="140746">
                <a:tc>
                  <a:txBody>
                    <a:bodyPr/>
                    <a:lstStyle/>
                    <a:p>
                      <a:pPr algn="ctr" latinLnBrk="1"/>
                      <a:r>
                        <a:rPr lang="ko-KR" altLang="en-US" sz="800" b="1" dirty="0"/>
                        <a:t>화면 이름</a:t>
                      </a:r>
                    </a:p>
                  </a:txBody>
                  <a:tcPr anchor="ctr">
                    <a:solidFill>
                      <a:schemeClr val="bg1">
                        <a:lumMod val="85000"/>
                      </a:schemeClr>
                    </a:solidFill>
                  </a:tcPr>
                </a:tc>
                <a:tc>
                  <a:txBody>
                    <a:bodyPr/>
                    <a:lstStyle/>
                    <a:p>
                      <a:pPr algn="l" latinLnBrk="1"/>
                      <a:r>
                        <a:rPr lang="ko-KR" altLang="en-US" sz="800" dirty="0"/>
                        <a:t>상태진행창</a:t>
                      </a:r>
                      <a:endParaRPr lang="en-US" altLang="ko-KR" sz="800" dirty="0"/>
                    </a:p>
                  </a:txBody>
                  <a:tcPr anchor="ctr">
                    <a:solidFill>
                      <a:schemeClr val="bg1"/>
                    </a:solidFill>
                  </a:tcPr>
                </a:tc>
                <a:extLst>
                  <a:ext uri="{0D108BD9-81ED-4DB2-BD59-A6C34878D82A}">
                    <a16:rowId xmlns:a16="http://schemas.microsoft.com/office/drawing/2014/main" val="882816553"/>
                  </a:ext>
                </a:extLst>
              </a:tr>
              <a:tr h="260112">
                <a:tc gridSpan="2">
                  <a:txBody>
                    <a:bodyPr/>
                    <a:lstStyle/>
                    <a:p>
                      <a:pPr algn="ctr" latinLnBrk="1"/>
                      <a:r>
                        <a:rPr lang="en-US" altLang="ko-KR" sz="800" b="1" dirty="0"/>
                        <a:t>Description</a:t>
                      </a:r>
                      <a:endParaRPr lang="ko-KR" altLang="en-US" sz="800" b="1" dirty="0"/>
                    </a:p>
                  </a:txBody>
                  <a:tcPr anchor="ctr">
                    <a:solidFill>
                      <a:schemeClr val="bg1">
                        <a:lumMod val="85000"/>
                      </a:schemeClr>
                    </a:solidFill>
                  </a:tcPr>
                </a:tc>
                <a:tc hMerge="1">
                  <a:txBody>
                    <a:bodyPr/>
                    <a:lstStyle/>
                    <a:p>
                      <a:pPr latinLnBrk="1"/>
                      <a:endParaRPr lang="ko-KR" altLang="en-US"/>
                    </a:p>
                  </a:txBody>
                  <a:tcPr/>
                </a:tc>
                <a:extLst>
                  <a:ext uri="{0D108BD9-81ED-4DB2-BD59-A6C34878D82A}">
                    <a16:rowId xmlns:a16="http://schemas.microsoft.com/office/drawing/2014/main" val="2351986883"/>
                  </a:ext>
                </a:extLst>
              </a:tr>
              <a:tr h="140746">
                <a:tc gridSpan="2">
                  <a:txBody>
                    <a:bodyPr/>
                    <a:lstStyle/>
                    <a:p>
                      <a:pPr algn="l" latinLnBrk="1"/>
                      <a:r>
                        <a:rPr lang="ko-KR" altLang="en-US" sz="800" dirty="0"/>
                        <a:t>웹페이지에서 많은 데이터를 </a:t>
                      </a:r>
                      <a:r>
                        <a:rPr lang="ko-KR" altLang="en-US" sz="800" dirty="0" err="1"/>
                        <a:t>로딩하거나</a:t>
                      </a:r>
                      <a:r>
                        <a:rPr lang="ko-KR" altLang="en-US" sz="800" dirty="0"/>
                        <a:t> 화면을 </a:t>
                      </a:r>
                      <a:r>
                        <a:rPr lang="en-US" altLang="ko-KR" sz="800" dirty="0"/>
                        <a:t>Ajax</a:t>
                      </a:r>
                      <a:r>
                        <a:rPr lang="ko-KR" altLang="en-US" sz="800" dirty="0"/>
                        <a:t>를 통해 다시 그릴 때 사용될 </a:t>
                      </a:r>
                      <a:r>
                        <a:rPr lang="ko-KR" altLang="en-US" sz="800" dirty="0" err="1"/>
                        <a:t>진행알림창입니다</a:t>
                      </a:r>
                      <a:r>
                        <a:rPr lang="en-US" altLang="ko-KR" sz="800" dirty="0"/>
                        <a:t>. ( </a:t>
                      </a:r>
                      <a:r>
                        <a:rPr lang="ko-KR" altLang="en-US" sz="800" dirty="0" err="1"/>
                        <a:t>정보로딩중에</a:t>
                      </a:r>
                      <a:r>
                        <a:rPr lang="ko-KR" altLang="en-US" sz="800" dirty="0"/>
                        <a:t> 다른 화면의 클릭을 금지시키기 위한 화면 </a:t>
                      </a:r>
                      <a:r>
                        <a:rPr lang="en-US" altLang="ko-KR" sz="800" dirty="0"/>
                        <a:t>) </a:t>
                      </a:r>
                    </a:p>
                    <a:p>
                      <a:pPr algn="l" latinLnBrk="1"/>
                      <a:endParaRPr lang="en-US" altLang="ko-KR" sz="800" dirty="0"/>
                    </a:p>
                    <a:p>
                      <a:pPr algn="l" latinLnBrk="1"/>
                      <a:r>
                        <a:rPr lang="ko-KR" altLang="en-US" sz="800" dirty="0"/>
                        <a:t>기본적인 요소는 화면 전체를 검은 막으로 막아야 하고</a:t>
                      </a:r>
                      <a:r>
                        <a:rPr lang="en-US" altLang="ko-KR" sz="800" dirty="0"/>
                        <a:t>, </a:t>
                      </a:r>
                      <a:r>
                        <a:rPr lang="ko-KR" altLang="en-US" sz="800" dirty="0"/>
                        <a:t>의미가 없지만 </a:t>
                      </a:r>
                      <a:r>
                        <a:rPr lang="ko-KR" altLang="en-US" sz="800" dirty="0" err="1"/>
                        <a:t>진행중이다라는</a:t>
                      </a:r>
                      <a:r>
                        <a:rPr lang="ko-KR" altLang="en-US" sz="800" dirty="0"/>
                        <a:t> 느낌을 주는 이미지를 표시하고</a:t>
                      </a:r>
                      <a:r>
                        <a:rPr lang="en-US" altLang="ko-KR" sz="800" dirty="0"/>
                        <a:t>, </a:t>
                      </a:r>
                      <a:r>
                        <a:rPr lang="ko-KR" altLang="en-US" sz="800" dirty="0"/>
                        <a:t>정보수신관련 메시지를 띄울 수 있게 처리 되었으면 좋겠습니다</a:t>
                      </a:r>
                      <a:r>
                        <a:rPr lang="en-US" altLang="ko-KR" sz="800" dirty="0"/>
                        <a:t>.</a:t>
                      </a:r>
                      <a:br>
                        <a:rPr lang="en-US" altLang="ko-KR" sz="800" dirty="0"/>
                      </a:br>
                      <a:endParaRPr lang="en-US" altLang="ko-KR" sz="800" dirty="0"/>
                    </a:p>
                    <a:p>
                      <a:pPr algn="l" latinLnBrk="1"/>
                      <a:r>
                        <a:rPr lang="ko-KR" altLang="en-US" sz="800" dirty="0"/>
                        <a:t>코딩 후 상태진행창 출력하는 방법과 상태진행창이 사라지는 방법을 가이드 해주시면 될 것 같습니다</a:t>
                      </a:r>
                      <a:r>
                        <a:rPr lang="en-US" altLang="ko-KR" sz="800" dirty="0"/>
                        <a:t>.</a:t>
                      </a:r>
                    </a:p>
                  </a:txBody>
                  <a:tcPr anchor="ctr">
                    <a:solidFill>
                      <a:schemeClr val="bg1"/>
                    </a:solidFill>
                  </a:tcPr>
                </a:tc>
                <a:tc hMerge="1">
                  <a:txBody>
                    <a:bodyPr/>
                    <a:lstStyle/>
                    <a:p>
                      <a:pPr latinLnBrk="1"/>
                      <a:endParaRPr lang="ko-KR" altLang="en-US"/>
                    </a:p>
                  </a:txBody>
                  <a:tcPr/>
                </a:tc>
                <a:extLst>
                  <a:ext uri="{0D108BD9-81ED-4DB2-BD59-A6C34878D82A}">
                    <a16:rowId xmlns:a16="http://schemas.microsoft.com/office/drawing/2014/main" val="453403643"/>
                  </a:ext>
                </a:extLst>
              </a:tr>
            </a:tbl>
          </a:graphicData>
        </a:graphic>
      </p:graphicFrame>
    </p:spTree>
    <p:extLst>
      <p:ext uri="{BB962C8B-B14F-4D97-AF65-F5344CB8AC3E}">
        <p14:creationId xmlns:p14="http://schemas.microsoft.com/office/powerpoint/2010/main" val="1619670293"/>
      </p:ext>
    </p:extLst>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A1530F3E-BEFB-43F8-BF65-682677185D50}"/>
              </a:ext>
            </a:extLst>
          </p:cNvPr>
          <p:cNvSpPr txBox="1"/>
          <p:nvPr/>
        </p:nvSpPr>
        <p:spPr>
          <a:xfrm>
            <a:off x="5105985" y="3167390"/>
            <a:ext cx="1980029" cy="523220"/>
          </a:xfrm>
          <a:prstGeom prst="rect">
            <a:avLst/>
          </a:prstGeom>
          <a:noFill/>
        </p:spPr>
        <p:txBody>
          <a:bodyPr wrap="none" rtlCol="0">
            <a:spAutoFit/>
          </a:bodyPr>
          <a:lstStyle/>
          <a:p>
            <a:r>
              <a:rPr lang="ko-KR" altLang="en-US" sz="2800" b="1" dirty="0"/>
              <a:t>감사합니다</a:t>
            </a:r>
          </a:p>
        </p:txBody>
      </p:sp>
    </p:spTree>
    <p:extLst>
      <p:ext uri="{BB962C8B-B14F-4D97-AF65-F5344CB8AC3E}">
        <p14:creationId xmlns:p14="http://schemas.microsoft.com/office/powerpoint/2010/main" val="2293764276"/>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2.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3.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4.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5.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6.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7.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8.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9.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10.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11.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12.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13.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14.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15.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16.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17.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18.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19.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20.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21.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22.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23.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24.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25.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26.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27.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28.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29.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30.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31.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32.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33.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34.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35.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36.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37.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38.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39.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40.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41.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42.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43.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44.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45.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46.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47.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48.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49.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50.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51.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52.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53.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54.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55.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56.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57.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58.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59.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60.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61.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62.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63.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64.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65.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66.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heme/theme1.xml><?xml version="1.0" encoding="utf-8"?>
<a:theme xmlns:a="http://schemas.openxmlformats.org/drawingml/2006/main" name="Office 테마">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맑은 고딕"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맑은 고딕"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디자인 사용자 지정">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맑은 고딕"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맑은 고딕"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테마">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맑은 고딕"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맑은 고딕"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테마">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맑은 고딕"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맑은 고딕"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32915</TotalTime>
  <Words>35692</Words>
  <Application>Microsoft Office PowerPoint</Application>
  <PresentationFormat>와이드스크린</PresentationFormat>
  <Paragraphs>14331</Paragraphs>
  <Slides>271</Slides>
  <Notes>6</Notes>
  <HiddenSlides>0</HiddenSlides>
  <MMClips>0</MMClips>
  <ScaleCrop>false</ScaleCrop>
  <HeadingPairs>
    <vt:vector size="6" baseType="variant">
      <vt:variant>
        <vt:lpstr>사용한 글꼴</vt:lpstr>
      </vt:variant>
      <vt:variant>
        <vt:i4>10</vt:i4>
      </vt:variant>
      <vt:variant>
        <vt:lpstr>테마</vt:lpstr>
      </vt:variant>
      <vt:variant>
        <vt:i4>2</vt:i4>
      </vt:variant>
      <vt:variant>
        <vt:lpstr>슬라이드 제목</vt:lpstr>
      </vt:variant>
      <vt:variant>
        <vt:i4>271</vt:i4>
      </vt:variant>
    </vt:vector>
  </HeadingPairs>
  <TitlesOfParts>
    <vt:vector size="283" baseType="lpstr">
      <vt:lpstr>-apple-system</vt:lpstr>
      <vt:lpstr>Yu Gothic UI</vt:lpstr>
      <vt:lpstr>굴림</vt:lpstr>
      <vt:lpstr>나눔고딕</vt:lpstr>
      <vt:lpstr>맑은 고딕</vt:lpstr>
      <vt:lpstr>맑은 고딕</vt:lpstr>
      <vt:lpstr>Arial</vt:lpstr>
      <vt:lpstr>Arial Black</vt:lpstr>
      <vt:lpstr>Calibri</vt:lpstr>
      <vt:lpstr>Segoe UI</vt:lpstr>
      <vt:lpstr>Office 테마</vt:lpstr>
      <vt:lpstr>디자인 사용자 지정</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프레젠테이션</dc:title>
  <dc:creator>dhkim0279@outlook.kr</dc:creator>
  <cp:lastModifiedBy>dhkim0279@outlook.kr</cp:lastModifiedBy>
  <cp:revision>807</cp:revision>
  <dcterms:created xsi:type="dcterms:W3CDTF">2024-05-18T05:32:29Z</dcterms:created>
  <dcterms:modified xsi:type="dcterms:W3CDTF">2026-07-26T13:34:05Z</dcterms:modified>
</cp:coreProperties>
</file>